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71" r:id="rId3"/>
    <p:sldId id="389" r:id="rId4"/>
    <p:sldId id="417" r:id="rId5"/>
    <p:sldId id="390" r:id="rId6"/>
    <p:sldId id="419" r:id="rId7"/>
    <p:sldId id="372" r:id="rId8"/>
    <p:sldId id="373" r:id="rId9"/>
    <p:sldId id="375" r:id="rId10"/>
    <p:sldId id="374" r:id="rId11"/>
    <p:sldId id="377" r:id="rId12"/>
    <p:sldId id="368" r:id="rId13"/>
    <p:sldId id="379" r:id="rId14"/>
    <p:sldId id="393" r:id="rId15"/>
    <p:sldId id="394" r:id="rId16"/>
    <p:sldId id="395" r:id="rId17"/>
    <p:sldId id="396" r:id="rId18"/>
    <p:sldId id="415" r:id="rId19"/>
    <p:sldId id="416" r:id="rId20"/>
    <p:sldId id="397" r:id="rId21"/>
    <p:sldId id="398" r:id="rId22"/>
    <p:sldId id="378" r:id="rId23"/>
    <p:sldId id="380" r:id="rId24"/>
    <p:sldId id="382" r:id="rId25"/>
    <p:sldId id="381" r:id="rId26"/>
    <p:sldId id="383" r:id="rId27"/>
    <p:sldId id="384" r:id="rId28"/>
    <p:sldId id="385" r:id="rId29"/>
    <p:sldId id="386" r:id="rId30"/>
    <p:sldId id="391" r:id="rId31"/>
    <p:sldId id="392"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ED7D31"/>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5680E6-0D96-451C-9FAF-8E0B4B0FD165}" v="59" dt="2021-12-17T20:47:57.08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autoAdjust="0"/>
    <p:restoredTop sz="94660"/>
  </p:normalViewPr>
  <p:slideViewPr>
    <p:cSldViewPr snapToGrid="0">
      <p:cViewPr varScale="1">
        <p:scale>
          <a:sx n="87" d="100"/>
          <a:sy n="87" d="100"/>
        </p:scale>
        <p:origin x="54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E65680E6-0D96-451C-9FAF-8E0B4B0FD165}"/>
    <pc:docChg chg="undo redo custSel addSld delSld modSld sldOrd">
      <pc:chgData name="Alexandre Quach" userId="7bb690c8a6e028e4" providerId="LiveId" clId="{E65680E6-0D96-451C-9FAF-8E0B4B0FD165}" dt="2021-12-17T20:48:39.205" v="25503" actId="207"/>
      <pc:docMkLst>
        <pc:docMk/>
      </pc:docMkLst>
      <pc:sldChg chg="addSp delSp modSp mod">
        <pc:chgData name="Alexandre Quach" userId="7bb690c8a6e028e4" providerId="LiveId" clId="{E65680E6-0D96-451C-9FAF-8E0B4B0FD165}" dt="2021-12-15T23:36:33.893" v="25213" actId="207"/>
        <pc:sldMkLst>
          <pc:docMk/>
          <pc:sldMk cId="2842409871" sldId="256"/>
        </pc:sldMkLst>
        <pc:spChg chg="add mod">
          <ac:chgData name="Alexandre Quach" userId="7bb690c8a6e028e4" providerId="LiveId" clId="{E65680E6-0D96-451C-9FAF-8E0B4B0FD165}" dt="2021-12-08T00:02:12.574" v="45" actId="790"/>
          <ac:spMkLst>
            <pc:docMk/>
            <pc:sldMk cId="2842409871" sldId="256"/>
            <ac:spMk id="21" creationId="{CAD88658-0636-48A8-9ED5-29CFA0875FE4}"/>
          </ac:spMkLst>
        </pc:spChg>
        <pc:spChg chg="mod">
          <ac:chgData name="Alexandre Quach" userId="7bb690c8a6e028e4" providerId="LiveId" clId="{E65680E6-0D96-451C-9FAF-8E0B4B0FD165}" dt="2021-12-15T23:36:33.893" v="25213" actId="207"/>
          <ac:spMkLst>
            <pc:docMk/>
            <pc:sldMk cId="2842409871" sldId="256"/>
            <ac:spMk id="23" creationId="{F319DE10-B979-4F85-8672-0A77FE2DA78F}"/>
          </ac:spMkLst>
        </pc:spChg>
        <pc:spChg chg="mod">
          <ac:chgData name="Alexandre Quach" userId="7bb690c8a6e028e4" providerId="LiveId" clId="{E65680E6-0D96-451C-9FAF-8E0B4B0FD165}" dt="2021-12-15T23:21:06.056" v="24956"/>
          <ac:spMkLst>
            <pc:docMk/>
            <pc:sldMk cId="2842409871" sldId="256"/>
            <ac:spMk id="24" creationId="{F7F0A88D-7851-426B-A2E0-5665C0419505}"/>
          </ac:spMkLst>
        </pc:spChg>
        <pc:spChg chg="mod">
          <ac:chgData name="Alexandre Quach" userId="7bb690c8a6e028e4" providerId="LiveId" clId="{E65680E6-0D96-451C-9FAF-8E0B4B0FD165}" dt="2021-12-15T23:21:06.056" v="24956"/>
          <ac:spMkLst>
            <pc:docMk/>
            <pc:sldMk cId="2842409871" sldId="256"/>
            <ac:spMk id="25" creationId="{DC6749BD-904E-4804-9142-A44DB134600B}"/>
          </ac:spMkLst>
        </pc:spChg>
        <pc:spChg chg="mod">
          <ac:chgData name="Alexandre Quach" userId="7bb690c8a6e028e4" providerId="LiveId" clId="{E65680E6-0D96-451C-9FAF-8E0B4B0FD165}" dt="2021-12-15T23:22:17.964" v="24983" actId="404"/>
          <ac:spMkLst>
            <pc:docMk/>
            <pc:sldMk cId="2842409871" sldId="256"/>
            <ac:spMk id="27" creationId="{34050D05-4EC1-472E-B592-96AC6BCE4809}"/>
          </ac:spMkLst>
        </pc:spChg>
        <pc:spChg chg="mod">
          <ac:chgData name="Alexandre Quach" userId="7bb690c8a6e028e4" providerId="LiveId" clId="{E65680E6-0D96-451C-9FAF-8E0B4B0FD165}" dt="2021-12-15T23:22:17.964" v="24983" actId="404"/>
          <ac:spMkLst>
            <pc:docMk/>
            <pc:sldMk cId="2842409871" sldId="256"/>
            <ac:spMk id="29" creationId="{1A660177-9F20-4052-8BBE-BF40BC6F4EC8}"/>
          </ac:spMkLst>
        </pc:spChg>
        <pc:spChg chg="mod">
          <ac:chgData name="Alexandre Quach" userId="7bb690c8a6e028e4" providerId="LiveId" clId="{E65680E6-0D96-451C-9FAF-8E0B4B0FD165}" dt="2021-12-15T23:22:17.964" v="24983" actId="404"/>
          <ac:spMkLst>
            <pc:docMk/>
            <pc:sldMk cId="2842409871" sldId="256"/>
            <ac:spMk id="30" creationId="{46F72E8A-6E26-4630-AB80-767D0009B1A9}"/>
          </ac:spMkLst>
        </pc:spChg>
        <pc:spChg chg="mod">
          <ac:chgData name="Alexandre Quach" userId="7bb690c8a6e028e4" providerId="LiveId" clId="{E65680E6-0D96-451C-9FAF-8E0B4B0FD165}" dt="2021-12-15T23:22:29.514" v="24988"/>
          <ac:spMkLst>
            <pc:docMk/>
            <pc:sldMk cId="2842409871" sldId="256"/>
            <ac:spMk id="33" creationId="{46EFF732-9CBE-4538-A579-28DAFF41D424}"/>
          </ac:spMkLst>
        </pc:spChg>
        <pc:spChg chg="mod">
          <ac:chgData name="Alexandre Quach" userId="7bb690c8a6e028e4" providerId="LiveId" clId="{E65680E6-0D96-451C-9FAF-8E0B4B0FD165}" dt="2021-12-15T23:22:29.514" v="24988"/>
          <ac:spMkLst>
            <pc:docMk/>
            <pc:sldMk cId="2842409871" sldId="256"/>
            <ac:spMk id="34" creationId="{34EA8ADE-141A-4C82-BE13-D49ADFBE9E28}"/>
          </ac:spMkLst>
        </pc:spChg>
        <pc:spChg chg="add mod">
          <ac:chgData name="Alexandre Quach" userId="7bb690c8a6e028e4" providerId="LiveId" clId="{E65680E6-0D96-451C-9FAF-8E0B4B0FD165}" dt="2021-12-15T23:23:24.368" v="24996" actId="404"/>
          <ac:spMkLst>
            <pc:docMk/>
            <pc:sldMk cId="2842409871" sldId="256"/>
            <ac:spMk id="35" creationId="{B7E5167E-3B17-475E-A5D6-5EF5AAF4CA08}"/>
          </ac:spMkLst>
        </pc:spChg>
        <pc:spChg chg="add mod">
          <ac:chgData name="Alexandre Quach" userId="7bb690c8a6e028e4" providerId="LiveId" clId="{E65680E6-0D96-451C-9FAF-8E0B4B0FD165}" dt="2021-12-15T23:23:24.368" v="24996" actId="404"/>
          <ac:spMkLst>
            <pc:docMk/>
            <pc:sldMk cId="2842409871" sldId="256"/>
            <ac:spMk id="37" creationId="{212B3656-58FE-4EAF-B310-EDDB93AA9301}"/>
          </ac:spMkLst>
        </pc:spChg>
        <pc:spChg chg="mod">
          <ac:chgData name="Alexandre Quach" userId="7bb690c8a6e028e4" providerId="LiveId" clId="{E65680E6-0D96-451C-9FAF-8E0B4B0FD165}" dt="2021-12-15T23:23:46.124" v="25019" actId="6549"/>
          <ac:spMkLst>
            <pc:docMk/>
            <pc:sldMk cId="2842409871" sldId="256"/>
            <ac:spMk id="66" creationId="{065A1710-095B-4220-88EC-52590635CCBC}"/>
          </ac:spMkLst>
        </pc:spChg>
        <pc:grpChg chg="add mod ord">
          <ac:chgData name="Alexandre Quach" userId="7bb690c8a6e028e4" providerId="LiveId" clId="{E65680E6-0D96-451C-9FAF-8E0B4B0FD165}" dt="2021-12-15T23:23:31.684" v="24999" actId="1076"/>
          <ac:grpSpMkLst>
            <pc:docMk/>
            <pc:sldMk cId="2842409871" sldId="256"/>
            <ac:grpSpMk id="2" creationId="{D660D87E-BFC4-4635-94BF-ED379F1C6502}"/>
          </ac:grpSpMkLst>
        </pc:grpChg>
        <pc:grpChg chg="add del mod">
          <ac:chgData name="Alexandre Quach" userId="7bb690c8a6e028e4" providerId="LiveId" clId="{E65680E6-0D96-451C-9FAF-8E0B4B0FD165}" dt="2021-12-15T23:22:29.024" v="24987" actId="21"/>
          <ac:grpSpMkLst>
            <pc:docMk/>
            <pc:sldMk cId="2842409871" sldId="256"/>
            <ac:grpSpMk id="22" creationId="{51889805-A093-4774-B0B7-DA1638F6CE57}"/>
          </ac:grpSpMkLst>
        </pc:grpChg>
        <pc:grpChg chg="add mod">
          <ac:chgData name="Alexandre Quach" userId="7bb690c8a6e028e4" providerId="LiveId" clId="{E65680E6-0D96-451C-9FAF-8E0B4B0FD165}" dt="2021-12-15T23:22:27.644" v="24986" actId="1076"/>
          <ac:grpSpMkLst>
            <pc:docMk/>
            <pc:sldMk cId="2842409871" sldId="256"/>
            <ac:grpSpMk id="26" creationId="{AA15D47E-1C1C-4275-BBBE-3D6C71DA75BE}"/>
          </ac:grpSpMkLst>
        </pc:grpChg>
        <pc:grpChg chg="mod">
          <ac:chgData name="Alexandre Quach" userId="7bb690c8a6e028e4" providerId="LiveId" clId="{E65680E6-0D96-451C-9FAF-8E0B4B0FD165}" dt="2021-12-15T23:21:33.834" v="24965"/>
          <ac:grpSpMkLst>
            <pc:docMk/>
            <pc:sldMk cId="2842409871" sldId="256"/>
            <ac:grpSpMk id="28" creationId="{D0F9EF9D-4DED-4CEF-9D58-AA1A6F0C60AB}"/>
          </ac:grpSpMkLst>
        </pc:grpChg>
        <pc:grpChg chg="add mod">
          <ac:chgData name="Alexandre Quach" userId="7bb690c8a6e028e4" providerId="LiveId" clId="{E65680E6-0D96-451C-9FAF-8E0B4B0FD165}" dt="2021-12-15T23:22:31.654" v="24989" actId="1076"/>
          <ac:grpSpMkLst>
            <pc:docMk/>
            <pc:sldMk cId="2842409871" sldId="256"/>
            <ac:grpSpMk id="32" creationId="{66733D15-7845-4066-AB11-1FDF2548FCD3}"/>
          </ac:grpSpMkLst>
        </pc:grpChg>
        <pc:picChg chg="mod">
          <ac:chgData name="Alexandre Quach" userId="7bb690c8a6e028e4" providerId="LiveId" clId="{E65680E6-0D96-451C-9FAF-8E0B4B0FD165}" dt="2021-12-15T23:21:33.834" v="24965"/>
          <ac:picMkLst>
            <pc:docMk/>
            <pc:sldMk cId="2842409871" sldId="256"/>
            <ac:picMk id="31" creationId="{A5C0150B-0D27-4B0B-B827-C0861682953D}"/>
          </ac:picMkLst>
        </pc:picChg>
        <pc:picChg chg="mod">
          <ac:chgData name="Alexandre Quach" userId="7bb690c8a6e028e4" providerId="LiveId" clId="{E65680E6-0D96-451C-9FAF-8E0B4B0FD165}" dt="2021-12-15T23:23:52.804" v="25020" actId="1076"/>
          <ac:picMkLst>
            <pc:docMk/>
            <pc:sldMk cId="2842409871" sldId="256"/>
            <ac:picMk id="36" creationId="{DA0EF64C-2F24-43C4-BA48-DC2DE5036DD2}"/>
          </ac:picMkLst>
        </pc:picChg>
        <pc:picChg chg="add mod">
          <ac:chgData name="Alexandre Quach" userId="7bb690c8a6e028e4" providerId="LiveId" clId="{E65680E6-0D96-451C-9FAF-8E0B4B0FD165}" dt="2021-12-15T23:23:18.920" v="24992" actId="164"/>
          <ac:picMkLst>
            <pc:docMk/>
            <pc:sldMk cId="2842409871" sldId="256"/>
            <ac:picMk id="38" creationId="{CE02080B-6193-4AF8-9E85-06BC488205EA}"/>
          </ac:picMkLst>
        </pc:picChg>
      </pc:sldChg>
      <pc:sldChg chg="ord">
        <pc:chgData name="Alexandre Quach" userId="7bb690c8a6e028e4" providerId="LiveId" clId="{E65680E6-0D96-451C-9FAF-8E0B4B0FD165}" dt="2021-12-08T14:03:17.331" v="794"/>
        <pc:sldMkLst>
          <pc:docMk/>
          <pc:sldMk cId="2150541220" sldId="368"/>
        </pc:sldMkLst>
      </pc:sldChg>
      <pc:sldChg chg="addSp delSp modSp mod">
        <pc:chgData name="Alexandre Quach" userId="7bb690c8a6e028e4" providerId="LiveId" clId="{E65680E6-0D96-451C-9FAF-8E0B4B0FD165}" dt="2021-12-15T07:31:36.671" v="12640" actId="1076"/>
        <pc:sldMkLst>
          <pc:docMk/>
          <pc:sldMk cId="20677876" sldId="371"/>
        </pc:sldMkLst>
        <pc:spChg chg="mod">
          <ac:chgData name="Alexandre Quach" userId="7bb690c8a6e028e4" providerId="LiveId" clId="{E65680E6-0D96-451C-9FAF-8E0B4B0FD165}" dt="2021-12-14T20:36:12.964" v="5628"/>
          <ac:spMkLst>
            <pc:docMk/>
            <pc:sldMk cId="20677876" sldId="371"/>
            <ac:spMk id="2" creationId="{74FD8270-C5BD-4C95-919E-846BFBD95020}"/>
          </ac:spMkLst>
        </pc:spChg>
        <pc:spChg chg="add del mod">
          <ac:chgData name="Alexandre Quach" userId="7bb690c8a6e028e4" providerId="LiveId" clId="{E65680E6-0D96-451C-9FAF-8E0B4B0FD165}" dt="2021-12-08T13:49:30.477" v="48" actId="478"/>
          <ac:spMkLst>
            <pc:docMk/>
            <pc:sldMk cId="20677876" sldId="371"/>
            <ac:spMk id="6" creationId="{87358750-BC01-4B91-A815-85D42C33AA53}"/>
          </ac:spMkLst>
        </pc:spChg>
        <pc:spChg chg="del">
          <ac:chgData name="Alexandre Quach" userId="7bb690c8a6e028e4" providerId="LiveId" clId="{E65680E6-0D96-451C-9FAF-8E0B4B0FD165}" dt="2021-12-08T13:49:24.689" v="46" actId="931"/>
          <ac:spMkLst>
            <pc:docMk/>
            <pc:sldMk cId="20677876" sldId="371"/>
            <ac:spMk id="8" creationId="{54FE4B53-B7EE-451F-ACA2-90983C00968C}"/>
          </ac:spMkLst>
        </pc:spChg>
        <pc:spChg chg="mod">
          <ac:chgData name="Alexandre Quach" userId="7bb690c8a6e028e4" providerId="LiveId" clId="{E65680E6-0D96-451C-9FAF-8E0B4B0FD165}" dt="2021-12-15T07:31:32.601" v="12639"/>
          <ac:spMkLst>
            <pc:docMk/>
            <pc:sldMk cId="20677876" sldId="371"/>
            <ac:spMk id="16" creationId="{2CFF2B28-BACD-43F6-918E-BCC384F118FD}"/>
          </ac:spMkLst>
        </pc:spChg>
        <pc:spChg chg="mod">
          <ac:chgData name="Alexandre Quach" userId="7bb690c8a6e028e4" providerId="LiveId" clId="{E65680E6-0D96-451C-9FAF-8E0B4B0FD165}" dt="2021-12-15T07:31:32.601" v="12639"/>
          <ac:spMkLst>
            <pc:docMk/>
            <pc:sldMk cId="20677876" sldId="371"/>
            <ac:spMk id="17" creationId="{C2A4B19B-F0DF-4646-86E3-01009306D2AB}"/>
          </ac:spMkLst>
        </pc:spChg>
        <pc:grpChg chg="del">
          <ac:chgData name="Alexandre Quach" userId="7bb690c8a6e028e4" providerId="LiveId" clId="{E65680E6-0D96-451C-9FAF-8E0B4B0FD165}" dt="2021-12-15T07:31:29.193" v="12638" actId="478"/>
          <ac:grpSpMkLst>
            <pc:docMk/>
            <pc:sldMk cId="20677876" sldId="371"/>
            <ac:grpSpMk id="12" creationId="{2487D85C-BE1B-48D4-B408-4C0A73D689B4}"/>
          </ac:grpSpMkLst>
        </pc:grpChg>
        <pc:grpChg chg="add mod">
          <ac:chgData name="Alexandre Quach" userId="7bb690c8a6e028e4" providerId="LiveId" clId="{E65680E6-0D96-451C-9FAF-8E0B4B0FD165}" dt="2021-12-15T07:31:36.671" v="12640" actId="1076"/>
          <ac:grpSpMkLst>
            <pc:docMk/>
            <pc:sldMk cId="20677876" sldId="371"/>
            <ac:grpSpMk id="15" creationId="{7F008D2A-B535-42D4-AE75-28EA75D4218D}"/>
          </ac:grpSpMkLst>
        </pc:grpChg>
        <pc:picChg chg="add mod">
          <ac:chgData name="Alexandre Quach" userId="7bb690c8a6e028e4" providerId="LiveId" clId="{E65680E6-0D96-451C-9FAF-8E0B4B0FD165}" dt="2021-12-08T13:49:26.904" v="47" actId="27614"/>
          <ac:picMkLst>
            <pc:docMk/>
            <pc:sldMk cId="20677876" sldId="371"/>
            <ac:picMk id="4" creationId="{4ECA7A31-BACF-4CA0-BFFB-100307B30932}"/>
          </ac:picMkLst>
        </pc:picChg>
        <pc:picChg chg="mod">
          <ac:chgData name="Alexandre Quach" userId="7bb690c8a6e028e4" providerId="LiveId" clId="{E65680E6-0D96-451C-9FAF-8E0B4B0FD165}" dt="2021-12-15T07:31:32.601" v="12639"/>
          <ac:picMkLst>
            <pc:docMk/>
            <pc:sldMk cId="20677876" sldId="371"/>
            <ac:picMk id="18" creationId="{4ADA6774-38AF-4E17-B120-F2C3356440F8}"/>
          </ac:picMkLst>
        </pc:picChg>
      </pc:sldChg>
      <pc:sldChg chg="modSp mod">
        <pc:chgData name="Alexandre Quach" userId="7bb690c8a6e028e4" providerId="LiveId" clId="{E65680E6-0D96-451C-9FAF-8E0B4B0FD165}" dt="2021-12-15T13:01:04.913" v="18728" actId="20577"/>
        <pc:sldMkLst>
          <pc:docMk/>
          <pc:sldMk cId="4289724254" sldId="372"/>
        </pc:sldMkLst>
        <pc:spChg chg="mod">
          <ac:chgData name="Alexandre Quach" userId="7bb690c8a6e028e4" providerId="LiveId" clId="{E65680E6-0D96-451C-9FAF-8E0B4B0FD165}" dt="2021-12-15T13:01:04.913" v="18728" actId="20577"/>
          <ac:spMkLst>
            <pc:docMk/>
            <pc:sldMk cId="4289724254" sldId="372"/>
            <ac:spMk id="2" creationId="{74FD8270-C5BD-4C95-919E-846BFBD95020}"/>
          </ac:spMkLst>
        </pc:spChg>
      </pc:sldChg>
      <pc:sldChg chg="modSp">
        <pc:chgData name="Alexandre Quach" userId="7bb690c8a6e028e4" providerId="LiveId" clId="{E65680E6-0D96-451C-9FAF-8E0B4B0FD165}" dt="2021-12-14T20:36:12.964" v="5628"/>
        <pc:sldMkLst>
          <pc:docMk/>
          <pc:sldMk cId="471399303" sldId="373"/>
        </pc:sldMkLst>
        <pc:spChg chg="mod">
          <ac:chgData name="Alexandre Quach" userId="7bb690c8a6e028e4" providerId="LiveId" clId="{E65680E6-0D96-451C-9FAF-8E0B4B0FD165}" dt="2021-12-14T20:36:12.964" v="5628"/>
          <ac:spMkLst>
            <pc:docMk/>
            <pc:sldMk cId="471399303" sldId="373"/>
            <ac:spMk id="2" creationId="{D071508F-00B6-48EB-9E05-2CF3767E59FF}"/>
          </ac:spMkLst>
        </pc:spChg>
      </pc:sldChg>
      <pc:sldChg chg="modSp mod">
        <pc:chgData name="Alexandre Quach" userId="7bb690c8a6e028e4" providerId="LiveId" clId="{E65680E6-0D96-451C-9FAF-8E0B4B0FD165}" dt="2021-12-14T20:36:12.964" v="5628"/>
        <pc:sldMkLst>
          <pc:docMk/>
          <pc:sldMk cId="427037604" sldId="374"/>
        </pc:sldMkLst>
        <pc:spChg chg="mod">
          <ac:chgData name="Alexandre Quach" userId="7bb690c8a6e028e4" providerId="LiveId" clId="{E65680E6-0D96-451C-9FAF-8E0B4B0FD165}" dt="2021-12-14T20:36:12.964" v="5628"/>
          <ac:spMkLst>
            <pc:docMk/>
            <pc:sldMk cId="427037604" sldId="374"/>
            <ac:spMk id="2" creationId="{D071508F-00B6-48EB-9E05-2CF3767E59FF}"/>
          </ac:spMkLst>
        </pc:spChg>
        <pc:spChg chg="mod">
          <ac:chgData name="Alexandre Quach" userId="7bb690c8a6e028e4" providerId="LiveId" clId="{E65680E6-0D96-451C-9FAF-8E0B4B0FD165}" dt="2021-12-08T14:57:11.515" v="1641" actId="20577"/>
          <ac:spMkLst>
            <pc:docMk/>
            <pc:sldMk cId="427037604" sldId="374"/>
            <ac:spMk id="41" creationId="{0D81D87E-8900-4B2A-BAFC-61CC0883A5DB}"/>
          </ac:spMkLst>
        </pc:spChg>
      </pc:sldChg>
      <pc:sldChg chg="modSp">
        <pc:chgData name="Alexandre Quach" userId="7bb690c8a6e028e4" providerId="LiveId" clId="{E65680E6-0D96-451C-9FAF-8E0B4B0FD165}" dt="2021-12-14T20:36:12.964" v="5628"/>
        <pc:sldMkLst>
          <pc:docMk/>
          <pc:sldMk cId="1470767813" sldId="375"/>
        </pc:sldMkLst>
        <pc:spChg chg="mod">
          <ac:chgData name="Alexandre Quach" userId="7bb690c8a6e028e4" providerId="LiveId" clId="{E65680E6-0D96-451C-9FAF-8E0B4B0FD165}" dt="2021-12-14T20:36:12.964" v="5628"/>
          <ac:spMkLst>
            <pc:docMk/>
            <pc:sldMk cId="1470767813" sldId="375"/>
            <ac:spMk id="2" creationId="{D071508F-00B6-48EB-9E05-2CF3767E59FF}"/>
          </ac:spMkLst>
        </pc:spChg>
      </pc:sldChg>
      <pc:sldChg chg="modSp mod">
        <pc:chgData name="Alexandre Quach" userId="7bb690c8a6e028e4" providerId="LiveId" clId="{E65680E6-0D96-451C-9FAF-8E0B4B0FD165}" dt="2021-12-17T20:48:04.114" v="25492" actId="20577"/>
        <pc:sldMkLst>
          <pc:docMk/>
          <pc:sldMk cId="2545377066" sldId="377"/>
        </pc:sldMkLst>
        <pc:spChg chg="mod">
          <ac:chgData name="Alexandre Quach" userId="7bb690c8a6e028e4" providerId="LiveId" clId="{E65680E6-0D96-451C-9FAF-8E0B4B0FD165}" dt="2021-12-14T20:36:12.964" v="5628"/>
          <ac:spMkLst>
            <pc:docMk/>
            <pc:sldMk cId="2545377066" sldId="377"/>
            <ac:spMk id="2" creationId="{D071508F-00B6-48EB-9E05-2CF3767E59FF}"/>
          </ac:spMkLst>
        </pc:spChg>
        <pc:graphicFrameChg chg="mod modGraphic">
          <ac:chgData name="Alexandre Quach" userId="7bb690c8a6e028e4" providerId="LiveId" clId="{E65680E6-0D96-451C-9FAF-8E0B4B0FD165}" dt="2021-12-17T20:48:04.114" v="25492" actId="20577"/>
          <ac:graphicFrameMkLst>
            <pc:docMk/>
            <pc:sldMk cId="2545377066" sldId="377"/>
            <ac:graphicFrameMk id="47" creationId="{E532220D-FB7A-4D58-94AD-62D5519F5AAE}"/>
          </ac:graphicFrameMkLst>
        </pc:graphicFrameChg>
      </pc:sldChg>
      <pc:sldChg chg="modSp">
        <pc:chgData name="Alexandre Quach" userId="7bb690c8a6e028e4" providerId="LiveId" clId="{E65680E6-0D96-451C-9FAF-8E0B4B0FD165}" dt="2021-12-14T20:36:12.964" v="5628"/>
        <pc:sldMkLst>
          <pc:docMk/>
          <pc:sldMk cId="4029630171" sldId="379"/>
        </pc:sldMkLst>
        <pc:spChg chg="mod">
          <ac:chgData name="Alexandre Quach" userId="7bb690c8a6e028e4" providerId="LiveId" clId="{E65680E6-0D96-451C-9FAF-8E0B4B0FD165}" dt="2021-12-14T20:36:12.964" v="5628"/>
          <ac:spMkLst>
            <pc:docMk/>
            <pc:sldMk cId="4029630171" sldId="379"/>
            <ac:spMk id="6" creationId="{1AADF149-3465-41EC-8DE5-A2B73ADC75D2}"/>
          </ac:spMkLst>
        </pc:spChg>
      </pc:sldChg>
      <pc:sldChg chg="modSp mod">
        <pc:chgData name="Alexandre Quach" userId="7bb690c8a6e028e4" providerId="LiveId" clId="{E65680E6-0D96-451C-9FAF-8E0B4B0FD165}" dt="2021-12-14T20:36:27.515" v="5636" actId="113"/>
        <pc:sldMkLst>
          <pc:docMk/>
          <pc:sldMk cId="1696496275" sldId="380"/>
        </pc:sldMkLst>
        <pc:spChg chg="mod">
          <ac:chgData name="Alexandre Quach" userId="7bb690c8a6e028e4" providerId="LiveId" clId="{E65680E6-0D96-451C-9FAF-8E0B4B0FD165}" dt="2021-12-14T20:36:16.538" v="5629" actId="113"/>
          <ac:spMkLst>
            <pc:docMk/>
            <pc:sldMk cId="1696496275" sldId="380"/>
            <ac:spMk id="2" creationId="{C5F1EB68-34C6-4752-AF99-DCB418FFD73E}"/>
          </ac:spMkLst>
        </pc:spChg>
        <pc:spChg chg="mod">
          <ac:chgData name="Alexandre Quach" userId="7bb690c8a6e028e4" providerId="LiveId" clId="{E65680E6-0D96-451C-9FAF-8E0B4B0FD165}" dt="2021-12-14T20:36:27.515" v="5636" actId="113"/>
          <ac:spMkLst>
            <pc:docMk/>
            <pc:sldMk cId="1696496275" sldId="380"/>
            <ac:spMk id="13" creationId="{F06FA9C9-285B-4574-83BA-4B29EEC65262}"/>
          </ac:spMkLst>
        </pc:spChg>
        <pc:spChg chg="mod">
          <ac:chgData name="Alexandre Quach" userId="7bb690c8a6e028e4" providerId="LiveId" clId="{E65680E6-0D96-451C-9FAF-8E0B4B0FD165}" dt="2021-12-14T20:36:19.805" v="5630" actId="113"/>
          <ac:spMkLst>
            <pc:docMk/>
            <pc:sldMk cId="1696496275" sldId="380"/>
            <ac:spMk id="14" creationId="{FF885AA0-882D-4976-A365-03ED4D0F1A84}"/>
          </ac:spMkLst>
        </pc:spChg>
        <pc:spChg chg="mod">
          <ac:chgData name="Alexandre Quach" userId="7bb690c8a6e028e4" providerId="LiveId" clId="{E65680E6-0D96-451C-9FAF-8E0B4B0FD165}" dt="2021-12-14T20:36:26.560" v="5635" actId="113"/>
          <ac:spMkLst>
            <pc:docMk/>
            <pc:sldMk cId="1696496275" sldId="380"/>
            <ac:spMk id="15" creationId="{18F1A461-CD41-4030-A273-601219A96201}"/>
          </ac:spMkLst>
        </pc:spChg>
        <pc:spChg chg="mod">
          <ac:chgData name="Alexandre Quach" userId="7bb690c8a6e028e4" providerId="LiveId" clId="{E65680E6-0D96-451C-9FAF-8E0B4B0FD165}" dt="2021-12-14T20:36:21.956" v="5631" actId="113"/>
          <ac:spMkLst>
            <pc:docMk/>
            <pc:sldMk cId="1696496275" sldId="380"/>
            <ac:spMk id="20" creationId="{F6043EC3-D386-437C-950C-26CD6C1CF670}"/>
          </ac:spMkLst>
        </pc:spChg>
        <pc:spChg chg="mod">
          <ac:chgData name="Alexandre Quach" userId="7bb690c8a6e028e4" providerId="LiveId" clId="{E65680E6-0D96-451C-9FAF-8E0B4B0FD165}" dt="2021-12-14T20:36:25.274" v="5634" actId="113"/>
          <ac:spMkLst>
            <pc:docMk/>
            <pc:sldMk cId="1696496275" sldId="380"/>
            <ac:spMk id="21" creationId="{B6843000-9B3C-4669-81D4-100578257DB2}"/>
          </ac:spMkLst>
        </pc:spChg>
        <pc:spChg chg="mod">
          <ac:chgData name="Alexandre Quach" userId="7bb690c8a6e028e4" providerId="LiveId" clId="{E65680E6-0D96-451C-9FAF-8E0B4B0FD165}" dt="2021-12-14T20:36:23.036" v="5632" actId="113"/>
          <ac:spMkLst>
            <pc:docMk/>
            <pc:sldMk cId="1696496275" sldId="380"/>
            <ac:spMk id="22" creationId="{719F6153-A75D-4524-9B6E-2DE75564040E}"/>
          </ac:spMkLst>
        </pc:spChg>
        <pc:spChg chg="mod">
          <ac:chgData name="Alexandre Quach" userId="7bb690c8a6e028e4" providerId="LiveId" clId="{E65680E6-0D96-451C-9FAF-8E0B4B0FD165}" dt="2021-12-14T20:36:24.375" v="5633" actId="113"/>
          <ac:spMkLst>
            <pc:docMk/>
            <pc:sldMk cId="1696496275" sldId="380"/>
            <ac:spMk id="23" creationId="{C9136D30-9029-429A-AC02-11F44DD9605B}"/>
          </ac:spMkLst>
        </pc:spChg>
      </pc:sldChg>
      <pc:sldChg chg="modSp">
        <pc:chgData name="Alexandre Quach" userId="7bb690c8a6e028e4" providerId="LiveId" clId="{E65680E6-0D96-451C-9FAF-8E0B4B0FD165}" dt="2021-12-15T23:23:01.166" v="24990"/>
        <pc:sldMkLst>
          <pc:docMk/>
          <pc:sldMk cId="1518801406" sldId="384"/>
        </pc:sldMkLst>
        <pc:spChg chg="mod">
          <ac:chgData name="Alexandre Quach" userId="7bb690c8a6e028e4" providerId="LiveId" clId="{E65680E6-0D96-451C-9FAF-8E0B4B0FD165}" dt="2021-12-15T23:23:01.166" v="24990"/>
          <ac:spMkLst>
            <pc:docMk/>
            <pc:sldMk cId="1518801406" sldId="384"/>
            <ac:spMk id="13" creationId="{9748BCBA-407A-477B-AF7A-98F4806EDE58}"/>
          </ac:spMkLst>
        </pc:spChg>
        <pc:spChg chg="mod">
          <ac:chgData name="Alexandre Quach" userId="7bb690c8a6e028e4" providerId="LiveId" clId="{E65680E6-0D96-451C-9FAF-8E0B4B0FD165}" dt="2021-12-15T23:23:01.166" v="24990"/>
          <ac:spMkLst>
            <pc:docMk/>
            <pc:sldMk cId="1518801406" sldId="384"/>
            <ac:spMk id="14" creationId="{FF539580-5CBB-4244-96D8-5B93CAA99056}"/>
          </ac:spMkLst>
        </pc:spChg>
        <pc:spChg chg="mod">
          <ac:chgData name="Alexandre Quach" userId="7bb690c8a6e028e4" providerId="LiveId" clId="{E65680E6-0D96-451C-9FAF-8E0B4B0FD165}" dt="2021-12-15T23:23:01.166" v="24990"/>
          <ac:spMkLst>
            <pc:docMk/>
            <pc:sldMk cId="1518801406" sldId="384"/>
            <ac:spMk id="15" creationId="{FF4D6188-64C6-402D-8604-91B76C3D92E7}"/>
          </ac:spMkLst>
        </pc:spChg>
        <pc:spChg chg="mod">
          <ac:chgData name="Alexandre Quach" userId="7bb690c8a6e028e4" providerId="LiveId" clId="{E65680E6-0D96-451C-9FAF-8E0B4B0FD165}" dt="2021-12-15T23:23:01.166" v="24990"/>
          <ac:spMkLst>
            <pc:docMk/>
            <pc:sldMk cId="1518801406" sldId="384"/>
            <ac:spMk id="16" creationId="{90928F47-B07B-4C12-811B-469DE2664234}"/>
          </ac:spMkLst>
        </pc:spChg>
        <pc:spChg chg="mod">
          <ac:chgData name="Alexandre Quach" userId="7bb690c8a6e028e4" providerId="LiveId" clId="{E65680E6-0D96-451C-9FAF-8E0B4B0FD165}" dt="2021-12-15T23:23:01.166" v="24990"/>
          <ac:spMkLst>
            <pc:docMk/>
            <pc:sldMk cId="1518801406" sldId="384"/>
            <ac:spMk id="17" creationId="{9BDBC3F6-824F-4395-B8C9-BE044B78EEB6}"/>
          </ac:spMkLst>
        </pc:spChg>
        <pc:spChg chg="mod">
          <ac:chgData name="Alexandre Quach" userId="7bb690c8a6e028e4" providerId="LiveId" clId="{E65680E6-0D96-451C-9FAF-8E0B4B0FD165}" dt="2021-12-15T23:23:01.166" v="24990"/>
          <ac:spMkLst>
            <pc:docMk/>
            <pc:sldMk cId="1518801406" sldId="384"/>
            <ac:spMk id="18" creationId="{6A06F217-6DE4-48E2-A995-1070977BF118}"/>
          </ac:spMkLst>
        </pc:spChg>
        <pc:spChg chg="mod">
          <ac:chgData name="Alexandre Quach" userId="7bb690c8a6e028e4" providerId="LiveId" clId="{E65680E6-0D96-451C-9FAF-8E0B4B0FD165}" dt="2021-12-15T23:23:01.166" v="24990"/>
          <ac:spMkLst>
            <pc:docMk/>
            <pc:sldMk cId="1518801406" sldId="384"/>
            <ac:spMk id="19" creationId="{4AD8801F-4405-4E8E-AC66-00DAAA82E8B2}"/>
          </ac:spMkLst>
        </pc:spChg>
        <pc:spChg chg="mod">
          <ac:chgData name="Alexandre Quach" userId="7bb690c8a6e028e4" providerId="LiveId" clId="{E65680E6-0D96-451C-9FAF-8E0B4B0FD165}" dt="2021-12-15T23:23:01.166" v="24990"/>
          <ac:spMkLst>
            <pc:docMk/>
            <pc:sldMk cId="1518801406" sldId="384"/>
            <ac:spMk id="20" creationId="{488D8D06-895C-4B1D-9DEA-71ADF5A9FA09}"/>
          </ac:spMkLst>
        </pc:spChg>
      </pc:sldChg>
      <pc:sldChg chg="modSp mod ord">
        <pc:chgData name="Alexandre Quach" userId="7bb690c8a6e028e4" providerId="LiveId" clId="{E65680E6-0D96-451C-9FAF-8E0B4B0FD165}" dt="2021-12-15T23:23:01.166" v="24990"/>
        <pc:sldMkLst>
          <pc:docMk/>
          <pc:sldMk cId="3537831548" sldId="389"/>
        </pc:sldMkLst>
        <pc:spChg chg="mod">
          <ac:chgData name="Alexandre Quach" userId="7bb690c8a6e028e4" providerId="LiveId" clId="{E65680E6-0D96-451C-9FAF-8E0B4B0FD165}" dt="2021-12-15T23:23:01.166" v="24990"/>
          <ac:spMkLst>
            <pc:docMk/>
            <pc:sldMk cId="3537831548" sldId="389"/>
            <ac:spMk id="21" creationId="{11BDFFFA-E043-43AB-A1B4-AD99750B33DF}"/>
          </ac:spMkLst>
        </pc:spChg>
        <pc:spChg chg="mod">
          <ac:chgData name="Alexandre Quach" userId="7bb690c8a6e028e4" providerId="LiveId" clId="{E65680E6-0D96-451C-9FAF-8E0B4B0FD165}" dt="2021-12-15T23:23:01.166" v="24990"/>
          <ac:spMkLst>
            <pc:docMk/>
            <pc:sldMk cId="3537831548" sldId="389"/>
            <ac:spMk id="27" creationId="{4AF6AAA2-3130-42B5-ABBE-5ED586EBE506}"/>
          </ac:spMkLst>
        </pc:spChg>
        <pc:spChg chg="mod">
          <ac:chgData name="Alexandre Quach" userId="7bb690c8a6e028e4" providerId="LiveId" clId="{E65680E6-0D96-451C-9FAF-8E0B4B0FD165}" dt="2021-12-15T23:23:01.166" v="24990"/>
          <ac:spMkLst>
            <pc:docMk/>
            <pc:sldMk cId="3537831548" sldId="389"/>
            <ac:spMk id="34" creationId="{D452064C-B7DD-4705-95DD-2CB3DFC089DD}"/>
          </ac:spMkLst>
        </pc:spChg>
        <pc:spChg chg="mod">
          <ac:chgData name="Alexandre Quach" userId="7bb690c8a6e028e4" providerId="LiveId" clId="{E65680E6-0D96-451C-9FAF-8E0B4B0FD165}" dt="2021-12-15T07:18:46.675" v="11705" actId="554"/>
          <ac:spMkLst>
            <pc:docMk/>
            <pc:sldMk cId="3537831548" sldId="389"/>
            <ac:spMk id="36" creationId="{77A8C286-0103-4E75-86B2-02A5BB523BB0}"/>
          </ac:spMkLst>
        </pc:spChg>
        <pc:spChg chg="mod">
          <ac:chgData name="Alexandre Quach" userId="7bb690c8a6e028e4" providerId="LiveId" clId="{E65680E6-0D96-451C-9FAF-8E0B4B0FD165}" dt="2021-12-15T07:18:46.675" v="11705" actId="554"/>
          <ac:spMkLst>
            <pc:docMk/>
            <pc:sldMk cId="3537831548" sldId="389"/>
            <ac:spMk id="37" creationId="{81FABDB2-5F36-43A0-A4BA-857C00FB157E}"/>
          </ac:spMkLst>
        </pc:spChg>
        <pc:spChg chg="mod">
          <ac:chgData name="Alexandre Quach" userId="7bb690c8a6e028e4" providerId="LiveId" clId="{E65680E6-0D96-451C-9FAF-8E0B4B0FD165}" dt="2021-12-15T07:18:56.738" v="11706" actId="1076"/>
          <ac:spMkLst>
            <pc:docMk/>
            <pc:sldMk cId="3537831548" sldId="389"/>
            <ac:spMk id="74" creationId="{68B20AB6-A2FB-479C-AF4E-FCE00BBA5F0C}"/>
          </ac:spMkLst>
        </pc:spChg>
        <pc:spChg chg="mod">
          <ac:chgData name="Alexandre Quach" userId="7bb690c8a6e028e4" providerId="LiveId" clId="{E65680E6-0D96-451C-9FAF-8E0B4B0FD165}" dt="2021-12-15T07:18:56.738" v="11706" actId="1076"/>
          <ac:spMkLst>
            <pc:docMk/>
            <pc:sldMk cId="3537831548" sldId="389"/>
            <ac:spMk id="75" creationId="{49BC6A1F-4135-444C-AE6B-91AA968EDEAE}"/>
          </ac:spMkLst>
        </pc:spChg>
        <pc:spChg chg="mod">
          <ac:chgData name="Alexandre Quach" userId="7bb690c8a6e028e4" providerId="LiveId" clId="{E65680E6-0D96-451C-9FAF-8E0B4B0FD165}" dt="2021-12-15T07:18:56.738" v="11706" actId="1076"/>
          <ac:spMkLst>
            <pc:docMk/>
            <pc:sldMk cId="3537831548" sldId="389"/>
            <ac:spMk id="76" creationId="{28D3A6FA-A4AA-44F1-B39F-8F43BD7DFAD0}"/>
          </ac:spMkLst>
        </pc:spChg>
        <pc:spChg chg="mod">
          <ac:chgData name="Alexandre Quach" userId="7bb690c8a6e028e4" providerId="LiveId" clId="{E65680E6-0D96-451C-9FAF-8E0B4B0FD165}" dt="2021-12-15T07:18:56.738" v="11706" actId="1076"/>
          <ac:spMkLst>
            <pc:docMk/>
            <pc:sldMk cId="3537831548" sldId="389"/>
            <ac:spMk id="77" creationId="{ED0B1025-49E1-45E6-BB9C-16C051A29236}"/>
          </ac:spMkLst>
        </pc:spChg>
        <pc:spChg chg="mod">
          <ac:chgData name="Alexandre Quach" userId="7bb690c8a6e028e4" providerId="LiveId" clId="{E65680E6-0D96-451C-9FAF-8E0B4B0FD165}" dt="2021-12-15T07:18:56.738" v="11706" actId="1076"/>
          <ac:spMkLst>
            <pc:docMk/>
            <pc:sldMk cId="3537831548" sldId="389"/>
            <ac:spMk id="82" creationId="{A290772D-6052-47B9-975D-DFD539FD11E2}"/>
          </ac:spMkLst>
        </pc:spChg>
        <pc:spChg chg="mod">
          <ac:chgData name="Alexandre Quach" userId="7bb690c8a6e028e4" providerId="LiveId" clId="{E65680E6-0D96-451C-9FAF-8E0B4B0FD165}" dt="2021-12-15T07:18:56.738" v="11706" actId="1076"/>
          <ac:spMkLst>
            <pc:docMk/>
            <pc:sldMk cId="3537831548" sldId="389"/>
            <ac:spMk id="83" creationId="{E008B018-30F4-468B-8245-5D39CBCBE97A}"/>
          </ac:spMkLst>
        </pc:spChg>
        <pc:spChg chg="mod">
          <ac:chgData name="Alexandre Quach" userId="7bb690c8a6e028e4" providerId="LiveId" clId="{E65680E6-0D96-451C-9FAF-8E0B4B0FD165}" dt="2021-12-15T07:18:46.675" v="11705" actId="554"/>
          <ac:spMkLst>
            <pc:docMk/>
            <pc:sldMk cId="3537831548" sldId="389"/>
            <ac:spMk id="84" creationId="{9BFDFA05-3831-4908-815A-F5DB2675E36D}"/>
          </ac:spMkLst>
        </pc:spChg>
        <pc:spChg chg="mod">
          <ac:chgData name="Alexandre Quach" userId="7bb690c8a6e028e4" providerId="LiveId" clId="{E65680E6-0D96-451C-9FAF-8E0B4B0FD165}" dt="2021-12-14T20:36:12.964" v="5628"/>
          <ac:spMkLst>
            <pc:docMk/>
            <pc:sldMk cId="3537831548" sldId="389"/>
            <ac:spMk id="98" creationId="{8E030C89-6769-4A4A-95AD-15F38F1D6A39}"/>
          </ac:spMkLst>
        </pc:spChg>
        <pc:spChg chg="mod">
          <ac:chgData name="Alexandre Quach" userId="7bb690c8a6e028e4" providerId="LiveId" clId="{E65680E6-0D96-451C-9FAF-8E0B4B0FD165}" dt="2021-12-14T20:36:12.964" v="5628"/>
          <ac:spMkLst>
            <pc:docMk/>
            <pc:sldMk cId="3537831548" sldId="389"/>
            <ac:spMk id="102" creationId="{DD5C7E18-5003-4E68-BAAA-01AC32136C2D}"/>
          </ac:spMkLst>
        </pc:spChg>
        <pc:spChg chg="mod">
          <ac:chgData name="Alexandre Quach" userId="7bb690c8a6e028e4" providerId="LiveId" clId="{E65680E6-0D96-451C-9FAF-8E0B4B0FD165}" dt="2021-12-14T20:36:12.964" v="5628"/>
          <ac:spMkLst>
            <pc:docMk/>
            <pc:sldMk cId="3537831548" sldId="389"/>
            <ac:spMk id="105" creationId="{E0208BA8-BBBA-4094-97A8-43B6146AEF01}"/>
          </ac:spMkLst>
        </pc:spChg>
        <pc:spChg chg="mod">
          <ac:chgData name="Alexandre Quach" userId="7bb690c8a6e028e4" providerId="LiveId" clId="{E65680E6-0D96-451C-9FAF-8E0B4B0FD165}" dt="2021-12-15T07:18:56.738" v="11706" actId="1076"/>
          <ac:spMkLst>
            <pc:docMk/>
            <pc:sldMk cId="3537831548" sldId="389"/>
            <ac:spMk id="106" creationId="{9E594F78-42F5-4CDE-9ED9-ABC044B17C7E}"/>
          </ac:spMkLst>
        </pc:spChg>
        <pc:spChg chg="mod">
          <ac:chgData name="Alexandre Quach" userId="7bb690c8a6e028e4" providerId="LiveId" clId="{E65680E6-0D96-451C-9FAF-8E0B4B0FD165}" dt="2021-12-15T07:18:56.738" v="11706" actId="1076"/>
          <ac:spMkLst>
            <pc:docMk/>
            <pc:sldMk cId="3537831548" sldId="389"/>
            <ac:spMk id="107" creationId="{2CE91EC3-E2CD-4826-99D5-0F70033FD868}"/>
          </ac:spMkLst>
        </pc:spChg>
        <pc:grpChg chg="mod">
          <ac:chgData name="Alexandre Quach" userId="7bb690c8a6e028e4" providerId="LiveId" clId="{E65680E6-0D96-451C-9FAF-8E0B4B0FD165}" dt="2021-12-15T07:18:56.738" v="11706" actId="1076"/>
          <ac:grpSpMkLst>
            <pc:docMk/>
            <pc:sldMk cId="3537831548" sldId="389"/>
            <ac:grpSpMk id="85" creationId="{5EDF06A5-8D3E-406E-8EBD-AC4BE490B1FB}"/>
          </ac:grpSpMkLst>
        </pc:grpChg>
        <pc:grpChg chg="mod">
          <ac:chgData name="Alexandre Quach" userId="7bb690c8a6e028e4" providerId="LiveId" clId="{E65680E6-0D96-451C-9FAF-8E0B4B0FD165}" dt="2021-12-15T07:18:56.738" v="11706" actId="1076"/>
          <ac:grpSpMkLst>
            <pc:docMk/>
            <pc:sldMk cId="3537831548" sldId="389"/>
            <ac:grpSpMk id="91" creationId="{9DF2D0F0-FD85-4935-8B99-FB7C65A87387}"/>
          </ac:grpSpMkLst>
        </pc:grpChg>
        <pc:grpChg chg="mod">
          <ac:chgData name="Alexandre Quach" userId="7bb690c8a6e028e4" providerId="LiveId" clId="{E65680E6-0D96-451C-9FAF-8E0B4B0FD165}" dt="2021-12-15T23:21:03.530" v="24955" actId="1076"/>
          <ac:grpSpMkLst>
            <pc:docMk/>
            <pc:sldMk cId="3537831548" sldId="389"/>
            <ac:grpSpMk id="94" creationId="{F1AFD441-7C52-45B2-88C5-8B037FFAC162}"/>
          </ac:grpSpMkLst>
        </pc:grpChg>
        <pc:grpChg chg="mod">
          <ac:chgData name="Alexandre Quach" userId="7bb690c8a6e028e4" providerId="LiveId" clId="{E65680E6-0D96-451C-9FAF-8E0B4B0FD165}" dt="2021-12-15T07:18:56.738" v="11706" actId="1076"/>
          <ac:grpSpMkLst>
            <pc:docMk/>
            <pc:sldMk cId="3537831548" sldId="389"/>
            <ac:grpSpMk id="99" creationId="{D015CCAD-331C-4B34-8C98-403AF46D202B}"/>
          </ac:grpSpMkLst>
        </pc:grpChg>
        <pc:grpChg chg="mod">
          <ac:chgData name="Alexandre Quach" userId="7bb690c8a6e028e4" providerId="LiveId" clId="{E65680E6-0D96-451C-9FAF-8E0B4B0FD165}" dt="2021-12-15T07:18:56.738" v="11706" actId="1076"/>
          <ac:grpSpMkLst>
            <pc:docMk/>
            <pc:sldMk cId="3537831548" sldId="389"/>
            <ac:grpSpMk id="100" creationId="{7DAA18C4-FBD1-45A9-B270-4D644657166D}"/>
          </ac:grpSpMkLst>
        </pc:grpChg>
        <pc:grpChg chg="mod">
          <ac:chgData name="Alexandre Quach" userId="7bb690c8a6e028e4" providerId="LiveId" clId="{E65680E6-0D96-451C-9FAF-8E0B4B0FD165}" dt="2021-12-15T07:18:56.738" v="11706" actId="1076"/>
          <ac:grpSpMkLst>
            <pc:docMk/>
            <pc:sldMk cId="3537831548" sldId="389"/>
            <ac:grpSpMk id="103" creationId="{2C5BF4C6-D97D-46D1-A066-C59AD05B9624}"/>
          </ac:grpSpMkLst>
        </pc:grpChg>
      </pc:sldChg>
      <pc:sldChg chg="addSp delSp modSp mod ord">
        <pc:chgData name="Alexandre Quach" userId="7bb690c8a6e028e4" providerId="LiveId" clId="{E65680E6-0D96-451C-9FAF-8E0B4B0FD165}" dt="2021-12-15T23:23:01.166" v="24990"/>
        <pc:sldMkLst>
          <pc:docMk/>
          <pc:sldMk cId="2312223106" sldId="390"/>
        </pc:sldMkLst>
        <pc:spChg chg="del mod topLvl">
          <ac:chgData name="Alexandre Quach" userId="7bb690c8a6e028e4" providerId="LiveId" clId="{E65680E6-0D96-451C-9FAF-8E0B4B0FD165}" dt="2021-12-14T20:37:16.532" v="5665" actId="478"/>
          <ac:spMkLst>
            <pc:docMk/>
            <pc:sldMk cId="2312223106" sldId="390"/>
            <ac:spMk id="39" creationId="{471AFDAA-FC4F-4961-9328-743A73D6DE2D}"/>
          </ac:spMkLst>
        </pc:spChg>
        <pc:spChg chg="del mod topLvl">
          <ac:chgData name="Alexandre Quach" userId="7bb690c8a6e028e4" providerId="LiveId" clId="{E65680E6-0D96-451C-9FAF-8E0B4B0FD165}" dt="2021-12-14T20:37:15.262" v="5664" actId="478"/>
          <ac:spMkLst>
            <pc:docMk/>
            <pc:sldMk cId="2312223106" sldId="390"/>
            <ac:spMk id="40" creationId="{EBF1E477-6A9A-4E99-9EF9-1EB3662C2624}"/>
          </ac:spMkLst>
        </pc:spChg>
        <pc:spChg chg="del mod topLvl">
          <ac:chgData name="Alexandre Quach" userId="7bb690c8a6e028e4" providerId="LiveId" clId="{E65680E6-0D96-451C-9FAF-8E0B4B0FD165}" dt="2021-12-14T20:37:15.262" v="5664" actId="478"/>
          <ac:spMkLst>
            <pc:docMk/>
            <pc:sldMk cId="2312223106" sldId="390"/>
            <ac:spMk id="41" creationId="{B0CB7A4D-3AE5-46A6-9A60-F4E2CDBBAF18}"/>
          </ac:spMkLst>
        </pc:spChg>
        <pc:spChg chg="del mod topLvl">
          <ac:chgData name="Alexandre Quach" userId="7bb690c8a6e028e4" providerId="LiveId" clId="{E65680E6-0D96-451C-9FAF-8E0B4B0FD165}" dt="2021-12-14T20:37:15.262" v="5664" actId="478"/>
          <ac:spMkLst>
            <pc:docMk/>
            <pc:sldMk cId="2312223106" sldId="390"/>
            <ac:spMk id="42" creationId="{C43ACB17-6886-429D-9EEC-302F532D5827}"/>
          </ac:spMkLst>
        </pc:spChg>
        <pc:spChg chg="del mod topLvl">
          <ac:chgData name="Alexandre Quach" userId="7bb690c8a6e028e4" providerId="LiveId" clId="{E65680E6-0D96-451C-9FAF-8E0B4B0FD165}" dt="2021-12-14T20:37:15.262" v="5664" actId="478"/>
          <ac:spMkLst>
            <pc:docMk/>
            <pc:sldMk cId="2312223106" sldId="390"/>
            <ac:spMk id="43" creationId="{C4806111-9902-4A5F-ABC6-C777DE25E00F}"/>
          </ac:spMkLst>
        </pc:spChg>
        <pc:spChg chg="del mod topLvl">
          <ac:chgData name="Alexandre Quach" userId="7bb690c8a6e028e4" providerId="LiveId" clId="{E65680E6-0D96-451C-9FAF-8E0B4B0FD165}" dt="2021-12-14T20:37:11.876" v="5663" actId="478"/>
          <ac:spMkLst>
            <pc:docMk/>
            <pc:sldMk cId="2312223106" sldId="390"/>
            <ac:spMk id="66" creationId="{A4E1E218-A308-48F0-8CCF-04AD270B21CB}"/>
          </ac:spMkLst>
        </pc:spChg>
        <pc:spChg chg="del mod topLvl">
          <ac:chgData name="Alexandre Quach" userId="7bb690c8a6e028e4" providerId="LiveId" clId="{E65680E6-0D96-451C-9FAF-8E0B4B0FD165}" dt="2021-12-14T20:37:11.876" v="5663" actId="478"/>
          <ac:spMkLst>
            <pc:docMk/>
            <pc:sldMk cId="2312223106" sldId="390"/>
            <ac:spMk id="69" creationId="{6887FE2F-0346-407E-BA9B-1095B889E9D1}"/>
          </ac:spMkLst>
        </pc:spChg>
        <pc:spChg chg="del mod topLvl">
          <ac:chgData name="Alexandre Quach" userId="7bb690c8a6e028e4" providerId="LiveId" clId="{E65680E6-0D96-451C-9FAF-8E0B4B0FD165}" dt="2021-12-14T20:37:11.876" v="5663" actId="478"/>
          <ac:spMkLst>
            <pc:docMk/>
            <pc:sldMk cId="2312223106" sldId="390"/>
            <ac:spMk id="70" creationId="{94A84F28-A4A2-4DB1-B1A1-11F87D21DB56}"/>
          </ac:spMkLst>
        </pc:spChg>
        <pc:spChg chg="del mod topLvl">
          <ac:chgData name="Alexandre Quach" userId="7bb690c8a6e028e4" providerId="LiveId" clId="{E65680E6-0D96-451C-9FAF-8E0B4B0FD165}" dt="2021-12-14T20:37:11.876" v="5663" actId="478"/>
          <ac:spMkLst>
            <pc:docMk/>
            <pc:sldMk cId="2312223106" sldId="390"/>
            <ac:spMk id="71" creationId="{8CE7D88D-4618-4F34-97EA-2A15D8C557AF}"/>
          </ac:spMkLst>
        </pc:spChg>
        <pc:spChg chg="del mod topLvl">
          <ac:chgData name="Alexandre Quach" userId="7bb690c8a6e028e4" providerId="LiveId" clId="{E65680E6-0D96-451C-9FAF-8E0B4B0FD165}" dt="2021-12-14T20:37:11.876" v="5663" actId="478"/>
          <ac:spMkLst>
            <pc:docMk/>
            <pc:sldMk cId="2312223106" sldId="390"/>
            <ac:spMk id="72" creationId="{246EA4AD-6990-4BC9-8FB6-95255F89C7C5}"/>
          </ac:spMkLst>
        </pc:spChg>
        <pc:spChg chg="del mod topLvl">
          <ac:chgData name="Alexandre Quach" userId="7bb690c8a6e028e4" providerId="LiveId" clId="{E65680E6-0D96-451C-9FAF-8E0B4B0FD165}" dt="2021-12-14T20:37:11.876" v="5663" actId="478"/>
          <ac:spMkLst>
            <pc:docMk/>
            <pc:sldMk cId="2312223106" sldId="390"/>
            <ac:spMk id="73" creationId="{CABEFD50-8F33-4C13-91A8-3032EC8A29DF}"/>
          </ac:spMkLst>
        </pc:spChg>
        <pc:spChg chg="mod">
          <ac:chgData name="Alexandre Quach" userId="7bb690c8a6e028e4" providerId="LiveId" clId="{E65680E6-0D96-451C-9FAF-8E0B4B0FD165}" dt="2021-12-14T20:36:47.240" v="5661" actId="20577"/>
          <ac:spMkLst>
            <pc:docMk/>
            <pc:sldMk cId="2312223106" sldId="390"/>
            <ac:spMk id="84" creationId="{9BFDFA05-3831-4908-815A-F5DB2675E36D}"/>
          </ac:spMkLst>
        </pc:spChg>
        <pc:spChg chg="mod">
          <ac:chgData name="Alexandre Quach" userId="7bb690c8a6e028e4" providerId="LiveId" clId="{E65680E6-0D96-451C-9FAF-8E0B4B0FD165}" dt="2021-12-08T14:56:41.371" v="1559" actId="1076"/>
          <ac:spMkLst>
            <pc:docMk/>
            <pc:sldMk cId="2312223106" sldId="390"/>
            <ac:spMk id="94" creationId="{7162BCED-CEAE-4F46-8328-82C9150F3817}"/>
          </ac:spMkLst>
        </pc:spChg>
        <pc:spChg chg="mod topLvl">
          <ac:chgData name="Alexandre Quach" userId="7bb690c8a6e028e4" providerId="LiveId" clId="{E65680E6-0D96-451C-9FAF-8E0B4B0FD165}" dt="2021-12-14T20:37:07.471" v="5662" actId="165"/>
          <ac:spMkLst>
            <pc:docMk/>
            <pc:sldMk cId="2312223106" sldId="390"/>
            <ac:spMk id="116" creationId="{9B8A1FE8-A78A-412B-80AF-669B66C8D3A7}"/>
          </ac:spMkLst>
        </pc:spChg>
        <pc:spChg chg="mod topLvl">
          <ac:chgData name="Alexandre Quach" userId="7bb690c8a6e028e4" providerId="LiveId" clId="{E65680E6-0D96-451C-9FAF-8E0B4B0FD165}" dt="2021-12-14T20:37:07.471" v="5662" actId="165"/>
          <ac:spMkLst>
            <pc:docMk/>
            <pc:sldMk cId="2312223106" sldId="390"/>
            <ac:spMk id="117" creationId="{01A32F56-95E3-4FF5-BB12-4DDEFDD672C6}"/>
          </ac:spMkLst>
        </pc:spChg>
        <pc:spChg chg="mod topLvl">
          <ac:chgData name="Alexandre Quach" userId="7bb690c8a6e028e4" providerId="LiveId" clId="{E65680E6-0D96-451C-9FAF-8E0B4B0FD165}" dt="2021-12-14T20:37:07.471" v="5662" actId="165"/>
          <ac:spMkLst>
            <pc:docMk/>
            <pc:sldMk cId="2312223106" sldId="390"/>
            <ac:spMk id="118" creationId="{36808E55-7214-4341-9D48-4E8AFD6041ED}"/>
          </ac:spMkLst>
        </pc:spChg>
        <pc:spChg chg="mod topLvl">
          <ac:chgData name="Alexandre Quach" userId="7bb690c8a6e028e4" providerId="LiveId" clId="{E65680E6-0D96-451C-9FAF-8E0B4B0FD165}" dt="2021-12-14T20:37:07.471" v="5662" actId="165"/>
          <ac:spMkLst>
            <pc:docMk/>
            <pc:sldMk cId="2312223106" sldId="390"/>
            <ac:spMk id="119" creationId="{75DCD56D-3344-47A6-B47F-A963C5440C94}"/>
          </ac:spMkLst>
        </pc:spChg>
        <pc:spChg chg="mod topLvl">
          <ac:chgData name="Alexandre Quach" userId="7bb690c8a6e028e4" providerId="LiveId" clId="{E65680E6-0D96-451C-9FAF-8E0B4B0FD165}" dt="2021-12-14T20:37:07.471" v="5662" actId="165"/>
          <ac:spMkLst>
            <pc:docMk/>
            <pc:sldMk cId="2312223106" sldId="390"/>
            <ac:spMk id="120" creationId="{25F11F7F-985F-4F55-AD04-B1A794EEC32C}"/>
          </ac:spMkLst>
        </pc:spChg>
        <pc:spChg chg="mod topLvl">
          <ac:chgData name="Alexandre Quach" userId="7bb690c8a6e028e4" providerId="LiveId" clId="{E65680E6-0D96-451C-9FAF-8E0B4B0FD165}" dt="2021-12-14T20:37:07.471" v="5662" actId="165"/>
          <ac:spMkLst>
            <pc:docMk/>
            <pc:sldMk cId="2312223106" sldId="390"/>
            <ac:spMk id="122" creationId="{84A8247A-083C-4218-B66B-5BD2704E5491}"/>
          </ac:spMkLst>
        </pc:spChg>
        <pc:spChg chg="mod topLvl">
          <ac:chgData name="Alexandre Quach" userId="7bb690c8a6e028e4" providerId="LiveId" clId="{E65680E6-0D96-451C-9FAF-8E0B4B0FD165}" dt="2021-12-14T20:37:07.471" v="5662" actId="165"/>
          <ac:spMkLst>
            <pc:docMk/>
            <pc:sldMk cId="2312223106" sldId="390"/>
            <ac:spMk id="123" creationId="{9680EC2D-B7D1-4733-B46D-7589EF385057}"/>
          </ac:spMkLst>
        </pc:spChg>
        <pc:spChg chg="mod topLvl">
          <ac:chgData name="Alexandre Quach" userId="7bb690c8a6e028e4" providerId="LiveId" clId="{E65680E6-0D96-451C-9FAF-8E0B4B0FD165}" dt="2021-12-14T20:37:07.471" v="5662" actId="165"/>
          <ac:spMkLst>
            <pc:docMk/>
            <pc:sldMk cId="2312223106" sldId="390"/>
            <ac:spMk id="124" creationId="{45DACBA4-F365-4C5E-9987-718176C5859E}"/>
          </ac:spMkLst>
        </pc:spChg>
        <pc:spChg chg="mod">
          <ac:chgData name="Alexandre Quach" userId="7bb690c8a6e028e4" providerId="LiveId" clId="{E65680E6-0D96-451C-9FAF-8E0B4B0FD165}" dt="2021-12-14T20:35:48.812" v="5627" actId="6549"/>
          <ac:spMkLst>
            <pc:docMk/>
            <pc:sldMk cId="2312223106" sldId="390"/>
            <ac:spMk id="125" creationId="{1F5F0B69-45A2-408F-8717-06A19670A01C}"/>
          </ac:spMkLst>
        </pc:spChg>
        <pc:spChg chg="mod">
          <ac:chgData name="Alexandre Quach" userId="7bb690c8a6e028e4" providerId="LiveId" clId="{E65680E6-0D96-451C-9FAF-8E0B4B0FD165}" dt="2021-12-15T23:23:01.166" v="24990"/>
          <ac:spMkLst>
            <pc:docMk/>
            <pc:sldMk cId="2312223106" sldId="390"/>
            <ac:spMk id="169" creationId="{5474F938-387C-48D8-B41C-BD00ED3A15FC}"/>
          </ac:spMkLst>
        </pc:spChg>
        <pc:spChg chg="mod">
          <ac:chgData name="Alexandre Quach" userId="7bb690c8a6e028e4" providerId="LiveId" clId="{E65680E6-0D96-451C-9FAF-8E0B4B0FD165}" dt="2021-12-14T20:37:49.039" v="5678" actId="208"/>
          <ac:spMkLst>
            <pc:docMk/>
            <pc:sldMk cId="2312223106" sldId="390"/>
            <ac:spMk id="175" creationId="{7B2E3915-3C1D-48D5-8F86-F8A3F3D9E3B3}"/>
          </ac:spMkLst>
        </pc:spChg>
        <pc:spChg chg="mod">
          <ac:chgData name="Alexandre Quach" userId="7bb690c8a6e028e4" providerId="LiveId" clId="{E65680E6-0D96-451C-9FAF-8E0B4B0FD165}" dt="2021-12-14T20:37:49.039" v="5678" actId="208"/>
          <ac:spMkLst>
            <pc:docMk/>
            <pc:sldMk cId="2312223106" sldId="390"/>
            <ac:spMk id="176" creationId="{09E68943-688A-41B4-9E21-0DF318698EC7}"/>
          </ac:spMkLst>
        </pc:spChg>
        <pc:spChg chg="mod">
          <ac:chgData name="Alexandre Quach" userId="7bb690c8a6e028e4" providerId="LiveId" clId="{E65680E6-0D96-451C-9FAF-8E0B4B0FD165}" dt="2021-12-15T23:23:01.166" v="24990"/>
          <ac:spMkLst>
            <pc:docMk/>
            <pc:sldMk cId="2312223106" sldId="390"/>
            <ac:spMk id="177" creationId="{D4EF1B77-D7B7-47E5-9DEB-69FDBE146FAD}"/>
          </ac:spMkLst>
        </pc:spChg>
        <pc:spChg chg="mod">
          <ac:chgData name="Alexandre Quach" userId="7bb690c8a6e028e4" providerId="LiveId" clId="{E65680E6-0D96-451C-9FAF-8E0B4B0FD165}" dt="2021-12-14T20:37:49.039" v="5678" actId="208"/>
          <ac:spMkLst>
            <pc:docMk/>
            <pc:sldMk cId="2312223106" sldId="390"/>
            <ac:spMk id="180" creationId="{0241BDFF-6201-442D-A029-CA41BA388F3E}"/>
          </ac:spMkLst>
        </pc:spChg>
        <pc:spChg chg="mod">
          <ac:chgData name="Alexandre Quach" userId="7bb690c8a6e028e4" providerId="LiveId" clId="{E65680E6-0D96-451C-9FAF-8E0B4B0FD165}" dt="2021-12-14T20:37:49.039" v="5678" actId="208"/>
          <ac:spMkLst>
            <pc:docMk/>
            <pc:sldMk cId="2312223106" sldId="390"/>
            <ac:spMk id="181" creationId="{17FC0710-C0C6-4B56-ADE7-E179CADD3882}"/>
          </ac:spMkLst>
        </pc:spChg>
        <pc:spChg chg="mod">
          <ac:chgData name="Alexandre Quach" userId="7bb690c8a6e028e4" providerId="LiveId" clId="{E65680E6-0D96-451C-9FAF-8E0B4B0FD165}" dt="2021-12-15T23:23:01.166" v="24990"/>
          <ac:spMkLst>
            <pc:docMk/>
            <pc:sldMk cId="2312223106" sldId="390"/>
            <ac:spMk id="182" creationId="{787B17E2-6F40-4C59-96DE-C783F59F47CA}"/>
          </ac:spMkLst>
        </pc:spChg>
        <pc:spChg chg="mod">
          <ac:chgData name="Alexandre Quach" userId="7bb690c8a6e028e4" providerId="LiveId" clId="{E65680E6-0D96-451C-9FAF-8E0B4B0FD165}" dt="2021-12-14T20:37:49.039" v="5678" actId="208"/>
          <ac:spMkLst>
            <pc:docMk/>
            <pc:sldMk cId="2312223106" sldId="390"/>
            <ac:spMk id="185" creationId="{F8E9C939-CF52-4647-9CD3-17EF7CC5AC34}"/>
          </ac:spMkLst>
        </pc:spChg>
        <pc:spChg chg="mod">
          <ac:chgData name="Alexandre Quach" userId="7bb690c8a6e028e4" providerId="LiveId" clId="{E65680E6-0D96-451C-9FAF-8E0B4B0FD165}" dt="2021-12-14T20:37:49.039" v="5678" actId="208"/>
          <ac:spMkLst>
            <pc:docMk/>
            <pc:sldMk cId="2312223106" sldId="390"/>
            <ac:spMk id="186" creationId="{78E2A0EE-8549-47E3-87BD-2D55A1272A6E}"/>
          </ac:spMkLst>
        </pc:spChg>
        <pc:spChg chg="mod">
          <ac:chgData name="Alexandre Quach" userId="7bb690c8a6e028e4" providerId="LiveId" clId="{E65680E6-0D96-451C-9FAF-8E0B4B0FD165}" dt="2021-12-15T23:23:01.166" v="24990"/>
          <ac:spMkLst>
            <pc:docMk/>
            <pc:sldMk cId="2312223106" sldId="390"/>
            <ac:spMk id="187" creationId="{B1EBC288-8F87-45F3-B9F4-5B720E3CF32B}"/>
          </ac:spMkLst>
        </pc:spChg>
        <pc:spChg chg="mod">
          <ac:chgData name="Alexandre Quach" userId="7bb690c8a6e028e4" providerId="LiveId" clId="{E65680E6-0D96-451C-9FAF-8E0B4B0FD165}" dt="2021-12-14T20:37:49.039" v="5678" actId="208"/>
          <ac:spMkLst>
            <pc:docMk/>
            <pc:sldMk cId="2312223106" sldId="390"/>
            <ac:spMk id="190" creationId="{4606E9B6-2880-4482-8A42-02D95F8B7811}"/>
          </ac:spMkLst>
        </pc:spChg>
        <pc:spChg chg="mod">
          <ac:chgData name="Alexandre Quach" userId="7bb690c8a6e028e4" providerId="LiveId" clId="{E65680E6-0D96-451C-9FAF-8E0B4B0FD165}" dt="2021-12-14T20:37:49.039" v="5678" actId="208"/>
          <ac:spMkLst>
            <pc:docMk/>
            <pc:sldMk cId="2312223106" sldId="390"/>
            <ac:spMk id="191" creationId="{A4951974-1144-4A87-A9D7-8669CE72CF07}"/>
          </ac:spMkLst>
        </pc:spChg>
        <pc:spChg chg="mod">
          <ac:chgData name="Alexandre Quach" userId="7bb690c8a6e028e4" providerId="LiveId" clId="{E65680E6-0D96-451C-9FAF-8E0B4B0FD165}" dt="2021-12-15T23:23:01.166" v="24990"/>
          <ac:spMkLst>
            <pc:docMk/>
            <pc:sldMk cId="2312223106" sldId="390"/>
            <ac:spMk id="192" creationId="{351B8136-174B-43B4-A65C-032FE4B5C7E6}"/>
          </ac:spMkLst>
        </pc:spChg>
        <pc:spChg chg="mod">
          <ac:chgData name="Alexandre Quach" userId="7bb690c8a6e028e4" providerId="LiveId" clId="{E65680E6-0D96-451C-9FAF-8E0B4B0FD165}" dt="2021-12-14T20:37:56.257" v="5679" actId="2085"/>
          <ac:spMkLst>
            <pc:docMk/>
            <pc:sldMk cId="2312223106" sldId="390"/>
            <ac:spMk id="195" creationId="{490D5739-46C1-438B-B474-4940AD7F3479}"/>
          </ac:spMkLst>
        </pc:spChg>
        <pc:spChg chg="mod">
          <ac:chgData name="Alexandre Quach" userId="7bb690c8a6e028e4" providerId="LiveId" clId="{E65680E6-0D96-451C-9FAF-8E0B4B0FD165}" dt="2021-12-14T20:37:49.039" v="5678" actId="208"/>
          <ac:spMkLst>
            <pc:docMk/>
            <pc:sldMk cId="2312223106" sldId="390"/>
            <ac:spMk id="196" creationId="{4D21BD5C-A46B-4A1F-B4F0-CACC0AC05178}"/>
          </ac:spMkLst>
        </pc:spChg>
        <pc:spChg chg="mod">
          <ac:chgData name="Alexandre Quach" userId="7bb690c8a6e028e4" providerId="LiveId" clId="{E65680E6-0D96-451C-9FAF-8E0B4B0FD165}" dt="2021-12-15T23:23:01.166" v="24990"/>
          <ac:spMkLst>
            <pc:docMk/>
            <pc:sldMk cId="2312223106" sldId="390"/>
            <ac:spMk id="197" creationId="{B9890599-1D21-4E4A-96EC-896058EE4AC3}"/>
          </ac:spMkLst>
        </pc:spChg>
        <pc:spChg chg="mod">
          <ac:chgData name="Alexandre Quach" userId="7bb690c8a6e028e4" providerId="LiveId" clId="{E65680E6-0D96-451C-9FAF-8E0B4B0FD165}" dt="2021-12-14T20:38:41.567" v="5694" actId="1582"/>
          <ac:spMkLst>
            <pc:docMk/>
            <pc:sldMk cId="2312223106" sldId="390"/>
            <ac:spMk id="200" creationId="{8C809E6E-60F2-4CD1-9F25-D70866038CDC}"/>
          </ac:spMkLst>
        </pc:spChg>
        <pc:spChg chg="mod">
          <ac:chgData name="Alexandre Quach" userId="7bb690c8a6e028e4" providerId="LiveId" clId="{E65680E6-0D96-451C-9FAF-8E0B4B0FD165}" dt="2021-12-14T20:38:41.567" v="5694" actId="1582"/>
          <ac:spMkLst>
            <pc:docMk/>
            <pc:sldMk cId="2312223106" sldId="390"/>
            <ac:spMk id="201" creationId="{CA062C29-6452-4118-9B6B-9BFCBB601F25}"/>
          </ac:spMkLst>
        </pc:spChg>
        <pc:spChg chg="mod">
          <ac:chgData name="Alexandre Quach" userId="7bb690c8a6e028e4" providerId="LiveId" clId="{E65680E6-0D96-451C-9FAF-8E0B4B0FD165}" dt="2021-12-14T20:38:41.567" v="5694" actId="1582"/>
          <ac:spMkLst>
            <pc:docMk/>
            <pc:sldMk cId="2312223106" sldId="390"/>
            <ac:spMk id="202" creationId="{BF212B56-31AA-444A-B2EC-95DF54ADAB26}"/>
          </ac:spMkLst>
        </pc:spChg>
        <pc:spChg chg="mod">
          <ac:chgData name="Alexandre Quach" userId="7bb690c8a6e028e4" providerId="LiveId" clId="{E65680E6-0D96-451C-9FAF-8E0B4B0FD165}" dt="2021-12-14T20:38:33.919" v="5692" actId="571"/>
          <ac:spMkLst>
            <pc:docMk/>
            <pc:sldMk cId="2312223106" sldId="390"/>
            <ac:spMk id="205" creationId="{FA459314-5935-4F18-8957-AB3339014818}"/>
          </ac:spMkLst>
        </pc:spChg>
        <pc:spChg chg="mod">
          <ac:chgData name="Alexandre Quach" userId="7bb690c8a6e028e4" providerId="LiveId" clId="{E65680E6-0D96-451C-9FAF-8E0B4B0FD165}" dt="2021-12-14T20:38:33.919" v="5692" actId="571"/>
          <ac:spMkLst>
            <pc:docMk/>
            <pc:sldMk cId="2312223106" sldId="390"/>
            <ac:spMk id="206" creationId="{0638CB80-29DE-42F9-9AD9-8D6C5ED44CB3}"/>
          </ac:spMkLst>
        </pc:spChg>
        <pc:spChg chg="mod">
          <ac:chgData name="Alexandre Quach" userId="7bb690c8a6e028e4" providerId="LiveId" clId="{E65680E6-0D96-451C-9FAF-8E0B4B0FD165}" dt="2021-12-14T20:38:33.919" v="5692" actId="571"/>
          <ac:spMkLst>
            <pc:docMk/>
            <pc:sldMk cId="2312223106" sldId="390"/>
            <ac:spMk id="207" creationId="{D17159CC-56AA-4040-A949-349ECA3A27AC}"/>
          </ac:spMkLst>
        </pc:spChg>
        <pc:spChg chg="mod">
          <ac:chgData name="Alexandre Quach" userId="7bb690c8a6e028e4" providerId="LiveId" clId="{E65680E6-0D96-451C-9FAF-8E0B4B0FD165}" dt="2021-12-14T20:38:43.986" v="5695" actId="571"/>
          <ac:spMkLst>
            <pc:docMk/>
            <pc:sldMk cId="2312223106" sldId="390"/>
            <ac:spMk id="210" creationId="{26A186D4-ABC8-44BB-8E7F-232772323995}"/>
          </ac:spMkLst>
        </pc:spChg>
        <pc:spChg chg="mod">
          <ac:chgData name="Alexandre Quach" userId="7bb690c8a6e028e4" providerId="LiveId" clId="{E65680E6-0D96-451C-9FAF-8E0B4B0FD165}" dt="2021-12-14T20:38:43.986" v="5695" actId="571"/>
          <ac:spMkLst>
            <pc:docMk/>
            <pc:sldMk cId="2312223106" sldId="390"/>
            <ac:spMk id="211" creationId="{9CDDFD63-A38B-468D-8238-95F406B59D65}"/>
          </ac:spMkLst>
        </pc:spChg>
        <pc:spChg chg="mod">
          <ac:chgData name="Alexandre Quach" userId="7bb690c8a6e028e4" providerId="LiveId" clId="{E65680E6-0D96-451C-9FAF-8E0B4B0FD165}" dt="2021-12-14T20:38:43.986" v="5695" actId="571"/>
          <ac:spMkLst>
            <pc:docMk/>
            <pc:sldMk cId="2312223106" sldId="390"/>
            <ac:spMk id="212" creationId="{DCE26738-B0EE-4D92-B9A9-1173831837AB}"/>
          </ac:spMkLst>
        </pc:spChg>
        <pc:spChg chg="mod">
          <ac:chgData name="Alexandre Quach" userId="7bb690c8a6e028e4" providerId="LiveId" clId="{E65680E6-0D96-451C-9FAF-8E0B4B0FD165}" dt="2021-12-14T20:38:45.834" v="5696" actId="571"/>
          <ac:spMkLst>
            <pc:docMk/>
            <pc:sldMk cId="2312223106" sldId="390"/>
            <ac:spMk id="215" creationId="{B17C0FC1-F034-463F-9D18-677FF051BE99}"/>
          </ac:spMkLst>
        </pc:spChg>
        <pc:spChg chg="mod">
          <ac:chgData name="Alexandre Quach" userId="7bb690c8a6e028e4" providerId="LiveId" clId="{E65680E6-0D96-451C-9FAF-8E0B4B0FD165}" dt="2021-12-14T20:38:45.834" v="5696" actId="571"/>
          <ac:spMkLst>
            <pc:docMk/>
            <pc:sldMk cId="2312223106" sldId="390"/>
            <ac:spMk id="216" creationId="{B2FE7538-433A-47B3-A97F-9DA4E49BF63F}"/>
          </ac:spMkLst>
        </pc:spChg>
        <pc:spChg chg="mod">
          <ac:chgData name="Alexandre Quach" userId="7bb690c8a6e028e4" providerId="LiveId" clId="{E65680E6-0D96-451C-9FAF-8E0B4B0FD165}" dt="2021-12-14T20:38:45.834" v="5696" actId="571"/>
          <ac:spMkLst>
            <pc:docMk/>
            <pc:sldMk cId="2312223106" sldId="390"/>
            <ac:spMk id="217" creationId="{490BF97D-F9A2-4DD5-A0F6-C2321A7D591D}"/>
          </ac:spMkLst>
        </pc:spChg>
        <pc:spChg chg="mod">
          <ac:chgData name="Alexandre Quach" userId="7bb690c8a6e028e4" providerId="LiveId" clId="{E65680E6-0D96-451C-9FAF-8E0B4B0FD165}" dt="2021-12-14T20:38:47.306" v="5697" actId="571"/>
          <ac:spMkLst>
            <pc:docMk/>
            <pc:sldMk cId="2312223106" sldId="390"/>
            <ac:spMk id="220" creationId="{9CA75CDD-6D81-4D2E-AE04-24A12480A4F3}"/>
          </ac:spMkLst>
        </pc:spChg>
        <pc:spChg chg="mod">
          <ac:chgData name="Alexandre Quach" userId="7bb690c8a6e028e4" providerId="LiveId" clId="{E65680E6-0D96-451C-9FAF-8E0B4B0FD165}" dt="2021-12-14T20:38:47.306" v="5697" actId="571"/>
          <ac:spMkLst>
            <pc:docMk/>
            <pc:sldMk cId="2312223106" sldId="390"/>
            <ac:spMk id="221" creationId="{D88879D7-D261-48CE-A09B-6F1122642C3A}"/>
          </ac:spMkLst>
        </pc:spChg>
        <pc:spChg chg="mod">
          <ac:chgData name="Alexandre Quach" userId="7bb690c8a6e028e4" providerId="LiveId" clId="{E65680E6-0D96-451C-9FAF-8E0B4B0FD165}" dt="2021-12-14T20:38:47.306" v="5697" actId="571"/>
          <ac:spMkLst>
            <pc:docMk/>
            <pc:sldMk cId="2312223106" sldId="390"/>
            <ac:spMk id="222" creationId="{CD709C4D-B985-49D7-B9AB-74F3565459B5}"/>
          </ac:spMkLst>
        </pc:spChg>
        <pc:spChg chg="mod">
          <ac:chgData name="Alexandre Quach" userId="7bb690c8a6e028e4" providerId="LiveId" clId="{E65680E6-0D96-451C-9FAF-8E0B4B0FD165}" dt="2021-12-14T20:38:48.895" v="5698" actId="571"/>
          <ac:spMkLst>
            <pc:docMk/>
            <pc:sldMk cId="2312223106" sldId="390"/>
            <ac:spMk id="225" creationId="{7F0F4394-1544-4A5F-8D2A-2823B9D7CF61}"/>
          </ac:spMkLst>
        </pc:spChg>
        <pc:spChg chg="mod">
          <ac:chgData name="Alexandre Quach" userId="7bb690c8a6e028e4" providerId="LiveId" clId="{E65680E6-0D96-451C-9FAF-8E0B4B0FD165}" dt="2021-12-14T20:38:48.895" v="5698" actId="571"/>
          <ac:spMkLst>
            <pc:docMk/>
            <pc:sldMk cId="2312223106" sldId="390"/>
            <ac:spMk id="226" creationId="{7E5EB80C-A6CB-41C0-9F31-BF2DB1C027C8}"/>
          </ac:spMkLst>
        </pc:spChg>
        <pc:spChg chg="mod">
          <ac:chgData name="Alexandre Quach" userId="7bb690c8a6e028e4" providerId="LiveId" clId="{E65680E6-0D96-451C-9FAF-8E0B4B0FD165}" dt="2021-12-14T20:38:48.895" v="5698" actId="571"/>
          <ac:spMkLst>
            <pc:docMk/>
            <pc:sldMk cId="2312223106" sldId="390"/>
            <ac:spMk id="227" creationId="{77946769-E7C8-48A9-B65B-0E2AD5AAC707}"/>
          </ac:spMkLst>
        </pc:spChg>
        <pc:grpChg chg="del">
          <ac:chgData name="Alexandre Quach" userId="7bb690c8a6e028e4" providerId="LiveId" clId="{E65680E6-0D96-451C-9FAF-8E0B4B0FD165}" dt="2021-12-14T20:37:07.471" v="5662" actId="165"/>
          <ac:grpSpMkLst>
            <pc:docMk/>
            <pc:sldMk cId="2312223106" sldId="390"/>
            <ac:grpSpMk id="5" creationId="{5A0A3D62-28A2-495B-97BD-978E6C20CABE}"/>
          </ac:grpSpMkLst>
        </pc:grpChg>
        <pc:grpChg chg="add mod">
          <ac:chgData name="Alexandre Quach" userId="7bb690c8a6e028e4" providerId="LiveId" clId="{E65680E6-0D96-451C-9FAF-8E0B4B0FD165}" dt="2021-12-14T20:37:23.750" v="5669" actId="1076"/>
          <ac:grpSpMkLst>
            <pc:docMk/>
            <pc:sldMk cId="2312223106" sldId="390"/>
            <ac:grpSpMk id="121" creationId="{F526D971-7434-43B8-A7E8-3D5F2D2D6C96}"/>
          </ac:grpSpMkLst>
        </pc:grpChg>
        <pc:grpChg chg="mod">
          <ac:chgData name="Alexandre Quach" userId="7bb690c8a6e028e4" providerId="LiveId" clId="{E65680E6-0D96-451C-9FAF-8E0B4B0FD165}" dt="2021-12-14T20:37:18.453" v="5666"/>
          <ac:grpSpMkLst>
            <pc:docMk/>
            <pc:sldMk cId="2312223106" sldId="390"/>
            <ac:grpSpMk id="164" creationId="{52CAD904-4F44-4614-AAA5-914ED21CD617}"/>
          </ac:grpSpMkLst>
        </pc:grpChg>
        <pc:grpChg chg="add mod">
          <ac:chgData name="Alexandre Quach" userId="7bb690c8a6e028e4" providerId="LiveId" clId="{E65680E6-0D96-451C-9FAF-8E0B4B0FD165}" dt="2021-12-14T20:37:39.290" v="5674" actId="1076"/>
          <ac:grpSpMkLst>
            <pc:docMk/>
            <pc:sldMk cId="2312223106" sldId="390"/>
            <ac:grpSpMk id="178" creationId="{AF9458C6-F008-4A91-8846-81883B8E4950}"/>
          </ac:grpSpMkLst>
        </pc:grpChg>
        <pc:grpChg chg="mod">
          <ac:chgData name="Alexandre Quach" userId="7bb690c8a6e028e4" providerId="LiveId" clId="{E65680E6-0D96-451C-9FAF-8E0B4B0FD165}" dt="2021-12-14T20:37:24.650" v="5670"/>
          <ac:grpSpMkLst>
            <pc:docMk/>
            <pc:sldMk cId="2312223106" sldId="390"/>
            <ac:grpSpMk id="179" creationId="{BBF6639B-B0F7-43EF-A2E8-153802AF2475}"/>
          </ac:grpSpMkLst>
        </pc:grpChg>
        <pc:grpChg chg="add mod">
          <ac:chgData name="Alexandre Quach" userId="7bb690c8a6e028e4" providerId="LiveId" clId="{E65680E6-0D96-451C-9FAF-8E0B4B0FD165}" dt="2021-12-14T20:37:40.390" v="5675" actId="571"/>
          <ac:grpSpMkLst>
            <pc:docMk/>
            <pc:sldMk cId="2312223106" sldId="390"/>
            <ac:grpSpMk id="183" creationId="{E5D555C2-1DE5-48EB-A688-83C9DAFCDDE1}"/>
          </ac:grpSpMkLst>
        </pc:grpChg>
        <pc:grpChg chg="mod">
          <ac:chgData name="Alexandre Quach" userId="7bb690c8a6e028e4" providerId="LiveId" clId="{E65680E6-0D96-451C-9FAF-8E0B4B0FD165}" dt="2021-12-14T20:37:40.390" v="5675" actId="571"/>
          <ac:grpSpMkLst>
            <pc:docMk/>
            <pc:sldMk cId="2312223106" sldId="390"/>
            <ac:grpSpMk id="184" creationId="{BFFF8F67-C255-44BC-AC82-AF35AF371191}"/>
          </ac:grpSpMkLst>
        </pc:grpChg>
        <pc:grpChg chg="add mod">
          <ac:chgData name="Alexandre Quach" userId="7bb690c8a6e028e4" providerId="LiveId" clId="{E65680E6-0D96-451C-9FAF-8E0B4B0FD165}" dt="2021-12-14T20:37:41.462" v="5676" actId="571"/>
          <ac:grpSpMkLst>
            <pc:docMk/>
            <pc:sldMk cId="2312223106" sldId="390"/>
            <ac:grpSpMk id="188" creationId="{DD957A35-2387-4B6F-927E-875623593E3C}"/>
          </ac:grpSpMkLst>
        </pc:grpChg>
        <pc:grpChg chg="mod">
          <ac:chgData name="Alexandre Quach" userId="7bb690c8a6e028e4" providerId="LiveId" clId="{E65680E6-0D96-451C-9FAF-8E0B4B0FD165}" dt="2021-12-14T20:37:41.462" v="5676" actId="571"/>
          <ac:grpSpMkLst>
            <pc:docMk/>
            <pc:sldMk cId="2312223106" sldId="390"/>
            <ac:grpSpMk id="189" creationId="{4E199F1E-AE30-4C3A-9415-C25BCAA87430}"/>
          </ac:grpSpMkLst>
        </pc:grpChg>
        <pc:grpChg chg="add mod">
          <ac:chgData name="Alexandre Quach" userId="7bb690c8a6e028e4" providerId="LiveId" clId="{E65680E6-0D96-451C-9FAF-8E0B4B0FD165}" dt="2021-12-14T20:37:43.180" v="5677" actId="571"/>
          <ac:grpSpMkLst>
            <pc:docMk/>
            <pc:sldMk cId="2312223106" sldId="390"/>
            <ac:grpSpMk id="193" creationId="{76FDD15C-5FB5-4440-B898-474AD7616544}"/>
          </ac:grpSpMkLst>
        </pc:grpChg>
        <pc:grpChg chg="mod">
          <ac:chgData name="Alexandre Quach" userId="7bb690c8a6e028e4" providerId="LiveId" clId="{E65680E6-0D96-451C-9FAF-8E0B4B0FD165}" dt="2021-12-14T20:37:43.180" v="5677" actId="571"/>
          <ac:grpSpMkLst>
            <pc:docMk/>
            <pc:sldMk cId="2312223106" sldId="390"/>
            <ac:grpSpMk id="194" creationId="{A5756BDA-D843-42D9-974B-66C052FEDD0E}"/>
          </ac:grpSpMkLst>
        </pc:grpChg>
        <pc:grpChg chg="add mod">
          <ac:chgData name="Alexandre Quach" userId="7bb690c8a6e028e4" providerId="LiveId" clId="{E65680E6-0D96-451C-9FAF-8E0B4B0FD165}" dt="2021-12-14T20:38:19.533" v="5689" actId="1076"/>
          <ac:grpSpMkLst>
            <pc:docMk/>
            <pc:sldMk cId="2312223106" sldId="390"/>
            <ac:grpSpMk id="198" creationId="{EF9252F6-FCBF-4817-8797-45F7AA89A6CC}"/>
          </ac:grpSpMkLst>
        </pc:grpChg>
        <pc:grpChg chg="mod">
          <ac:chgData name="Alexandre Quach" userId="7bb690c8a6e028e4" providerId="LiveId" clId="{E65680E6-0D96-451C-9FAF-8E0B4B0FD165}" dt="2021-12-14T20:38:02.128" v="5680"/>
          <ac:grpSpMkLst>
            <pc:docMk/>
            <pc:sldMk cId="2312223106" sldId="390"/>
            <ac:grpSpMk id="199" creationId="{34854CF3-B009-41C8-8698-91B4143447A9}"/>
          </ac:grpSpMkLst>
        </pc:grpChg>
        <pc:grpChg chg="add mod">
          <ac:chgData name="Alexandre Quach" userId="7bb690c8a6e028e4" providerId="LiveId" clId="{E65680E6-0D96-451C-9FAF-8E0B4B0FD165}" dt="2021-12-14T20:38:33.919" v="5692" actId="571"/>
          <ac:grpSpMkLst>
            <pc:docMk/>
            <pc:sldMk cId="2312223106" sldId="390"/>
            <ac:grpSpMk id="203" creationId="{91081F45-F503-487D-8630-6F357DEA1361}"/>
          </ac:grpSpMkLst>
        </pc:grpChg>
        <pc:grpChg chg="mod">
          <ac:chgData name="Alexandre Quach" userId="7bb690c8a6e028e4" providerId="LiveId" clId="{E65680E6-0D96-451C-9FAF-8E0B4B0FD165}" dt="2021-12-14T20:38:33.919" v="5692" actId="571"/>
          <ac:grpSpMkLst>
            <pc:docMk/>
            <pc:sldMk cId="2312223106" sldId="390"/>
            <ac:grpSpMk id="204" creationId="{1C2F416A-BB46-4A8A-8C7A-8E25034CFE09}"/>
          </ac:grpSpMkLst>
        </pc:grpChg>
        <pc:grpChg chg="add mod">
          <ac:chgData name="Alexandre Quach" userId="7bb690c8a6e028e4" providerId="LiveId" clId="{E65680E6-0D96-451C-9FAF-8E0B4B0FD165}" dt="2021-12-14T20:38:43.986" v="5695" actId="571"/>
          <ac:grpSpMkLst>
            <pc:docMk/>
            <pc:sldMk cId="2312223106" sldId="390"/>
            <ac:grpSpMk id="208" creationId="{3E6A9D38-7A7B-4623-A5DD-96EC1C5A8A9C}"/>
          </ac:grpSpMkLst>
        </pc:grpChg>
        <pc:grpChg chg="mod">
          <ac:chgData name="Alexandre Quach" userId="7bb690c8a6e028e4" providerId="LiveId" clId="{E65680E6-0D96-451C-9FAF-8E0B4B0FD165}" dt="2021-12-14T20:38:43.986" v="5695" actId="571"/>
          <ac:grpSpMkLst>
            <pc:docMk/>
            <pc:sldMk cId="2312223106" sldId="390"/>
            <ac:grpSpMk id="209" creationId="{968B17CC-5FD4-499E-8BC0-FE3C6A0A43DA}"/>
          </ac:grpSpMkLst>
        </pc:grpChg>
        <pc:grpChg chg="add mod">
          <ac:chgData name="Alexandre Quach" userId="7bb690c8a6e028e4" providerId="LiveId" clId="{E65680E6-0D96-451C-9FAF-8E0B4B0FD165}" dt="2021-12-14T20:38:45.834" v="5696" actId="571"/>
          <ac:grpSpMkLst>
            <pc:docMk/>
            <pc:sldMk cId="2312223106" sldId="390"/>
            <ac:grpSpMk id="213" creationId="{A9DA9C79-517E-4A49-B742-05FBA6ED06F6}"/>
          </ac:grpSpMkLst>
        </pc:grpChg>
        <pc:grpChg chg="mod">
          <ac:chgData name="Alexandre Quach" userId="7bb690c8a6e028e4" providerId="LiveId" clId="{E65680E6-0D96-451C-9FAF-8E0B4B0FD165}" dt="2021-12-14T20:38:45.834" v="5696" actId="571"/>
          <ac:grpSpMkLst>
            <pc:docMk/>
            <pc:sldMk cId="2312223106" sldId="390"/>
            <ac:grpSpMk id="214" creationId="{D7FAE9E2-B315-4552-8058-7B44E2CE1EDB}"/>
          </ac:grpSpMkLst>
        </pc:grpChg>
        <pc:grpChg chg="add mod">
          <ac:chgData name="Alexandre Quach" userId="7bb690c8a6e028e4" providerId="LiveId" clId="{E65680E6-0D96-451C-9FAF-8E0B4B0FD165}" dt="2021-12-14T20:38:47.306" v="5697" actId="571"/>
          <ac:grpSpMkLst>
            <pc:docMk/>
            <pc:sldMk cId="2312223106" sldId="390"/>
            <ac:grpSpMk id="218" creationId="{9CF3CB51-F381-4AE5-BE6D-00C04CA55D1E}"/>
          </ac:grpSpMkLst>
        </pc:grpChg>
        <pc:grpChg chg="mod">
          <ac:chgData name="Alexandre Quach" userId="7bb690c8a6e028e4" providerId="LiveId" clId="{E65680E6-0D96-451C-9FAF-8E0B4B0FD165}" dt="2021-12-14T20:38:47.306" v="5697" actId="571"/>
          <ac:grpSpMkLst>
            <pc:docMk/>
            <pc:sldMk cId="2312223106" sldId="390"/>
            <ac:grpSpMk id="219" creationId="{2EC59909-5D2D-4CC6-A671-D903EE67940E}"/>
          </ac:grpSpMkLst>
        </pc:grpChg>
        <pc:grpChg chg="add mod">
          <ac:chgData name="Alexandre Quach" userId="7bb690c8a6e028e4" providerId="LiveId" clId="{E65680E6-0D96-451C-9FAF-8E0B4B0FD165}" dt="2021-12-14T20:38:48.895" v="5698" actId="571"/>
          <ac:grpSpMkLst>
            <pc:docMk/>
            <pc:sldMk cId="2312223106" sldId="390"/>
            <ac:grpSpMk id="223" creationId="{7A4BE73A-BE38-43C3-A4F6-640B5F2DF79B}"/>
          </ac:grpSpMkLst>
        </pc:grpChg>
        <pc:grpChg chg="mod">
          <ac:chgData name="Alexandre Quach" userId="7bb690c8a6e028e4" providerId="LiveId" clId="{E65680E6-0D96-451C-9FAF-8E0B4B0FD165}" dt="2021-12-14T20:38:48.895" v="5698" actId="571"/>
          <ac:grpSpMkLst>
            <pc:docMk/>
            <pc:sldMk cId="2312223106" sldId="390"/>
            <ac:grpSpMk id="224" creationId="{77005A4E-356E-4010-8F65-802E1F60B9E7}"/>
          </ac:grpSpMkLst>
        </pc:grpChg>
      </pc:sldChg>
      <pc:sldChg chg="modSp mod">
        <pc:chgData name="Alexandre Quach" userId="7bb690c8a6e028e4" providerId="LiveId" clId="{E65680E6-0D96-451C-9FAF-8E0B4B0FD165}" dt="2021-12-17T20:48:10.088" v="25494" actId="207"/>
        <pc:sldMkLst>
          <pc:docMk/>
          <pc:sldMk cId="3908831945" sldId="393"/>
        </pc:sldMkLst>
        <pc:spChg chg="mod">
          <ac:chgData name="Alexandre Quach" userId="7bb690c8a6e028e4" providerId="LiveId" clId="{E65680E6-0D96-451C-9FAF-8E0B4B0FD165}" dt="2021-12-17T20:48:10.088" v="25494" actId="207"/>
          <ac:spMkLst>
            <pc:docMk/>
            <pc:sldMk cId="3908831945" sldId="393"/>
            <ac:spMk id="4" creationId="{8AC2879B-A09D-4A07-9144-6F09A1E41C2C}"/>
          </ac:spMkLst>
        </pc:spChg>
        <pc:spChg chg="mod">
          <ac:chgData name="Alexandre Quach" userId="7bb690c8a6e028e4" providerId="LiveId" clId="{E65680E6-0D96-451C-9FAF-8E0B4B0FD165}" dt="2021-12-17T20:48:10.088" v="25494" actId="207"/>
          <ac:spMkLst>
            <pc:docMk/>
            <pc:sldMk cId="3908831945" sldId="393"/>
            <ac:spMk id="6" creationId="{B07F917C-6D08-44B9-BA42-EF76436E1D65}"/>
          </ac:spMkLst>
        </pc:spChg>
        <pc:spChg chg="mod">
          <ac:chgData name="Alexandre Quach" userId="7bb690c8a6e028e4" providerId="LiveId" clId="{E65680E6-0D96-451C-9FAF-8E0B4B0FD165}" dt="2021-12-17T20:48:10.088" v="25494" actId="207"/>
          <ac:spMkLst>
            <pc:docMk/>
            <pc:sldMk cId="3908831945" sldId="393"/>
            <ac:spMk id="7" creationId="{D420AC2C-57C2-4221-86AD-84F316C0F3FE}"/>
          </ac:spMkLst>
        </pc:spChg>
        <pc:spChg chg="mod">
          <ac:chgData name="Alexandre Quach" userId="7bb690c8a6e028e4" providerId="LiveId" clId="{E65680E6-0D96-451C-9FAF-8E0B4B0FD165}" dt="2021-12-17T20:48:10.088" v="25494" actId="207"/>
          <ac:spMkLst>
            <pc:docMk/>
            <pc:sldMk cId="3908831945" sldId="393"/>
            <ac:spMk id="8" creationId="{0BF2A74D-8A5A-4D18-BD52-6A1AEBB19CCC}"/>
          </ac:spMkLst>
        </pc:spChg>
        <pc:spChg chg="mod">
          <ac:chgData name="Alexandre Quach" userId="7bb690c8a6e028e4" providerId="LiveId" clId="{E65680E6-0D96-451C-9FAF-8E0B4B0FD165}" dt="2021-12-17T20:48:10.088" v="25494" actId="207"/>
          <ac:spMkLst>
            <pc:docMk/>
            <pc:sldMk cId="3908831945" sldId="393"/>
            <ac:spMk id="9" creationId="{BCEF5357-C7C3-4AC9-9595-FAA98621863B}"/>
          </ac:spMkLst>
        </pc:spChg>
        <pc:spChg chg="mod">
          <ac:chgData name="Alexandre Quach" userId="7bb690c8a6e028e4" providerId="LiveId" clId="{E65680E6-0D96-451C-9FAF-8E0B4B0FD165}" dt="2021-12-17T20:48:10.088" v="25494" actId="207"/>
          <ac:spMkLst>
            <pc:docMk/>
            <pc:sldMk cId="3908831945" sldId="393"/>
            <ac:spMk id="10" creationId="{EC22A7CD-3806-45E2-8635-5B01154756FA}"/>
          </ac:spMkLst>
        </pc:spChg>
        <pc:spChg chg="mod">
          <ac:chgData name="Alexandre Quach" userId="7bb690c8a6e028e4" providerId="LiveId" clId="{E65680E6-0D96-451C-9FAF-8E0B4B0FD165}" dt="2021-12-17T20:48:10.088" v="25494" actId="207"/>
          <ac:spMkLst>
            <pc:docMk/>
            <pc:sldMk cId="3908831945" sldId="393"/>
            <ac:spMk id="11" creationId="{22D90CE2-DEFD-47E1-8682-5D6093727099}"/>
          </ac:spMkLst>
        </pc:spChg>
        <pc:spChg chg="mod">
          <ac:chgData name="Alexandre Quach" userId="7bb690c8a6e028e4" providerId="LiveId" clId="{E65680E6-0D96-451C-9FAF-8E0B4B0FD165}" dt="2021-12-17T20:48:10.088" v="25494" actId="207"/>
          <ac:spMkLst>
            <pc:docMk/>
            <pc:sldMk cId="3908831945" sldId="393"/>
            <ac:spMk id="12" creationId="{121E530D-41D3-48EA-B146-FD145EDE3EDF}"/>
          </ac:spMkLst>
        </pc:spChg>
      </pc:sldChg>
      <pc:sldChg chg="addSp delSp modSp mod">
        <pc:chgData name="Alexandre Quach" userId="7bb690c8a6e028e4" providerId="LiveId" clId="{E65680E6-0D96-451C-9FAF-8E0B4B0FD165}" dt="2021-12-17T20:08:56.372" v="25306" actId="207"/>
        <pc:sldMkLst>
          <pc:docMk/>
          <pc:sldMk cId="1143862087" sldId="394"/>
        </pc:sldMkLst>
        <pc:spChg chg="mod">
          <ac:chgData name="Alexandre Quach" userId="7bb690c8a6e028e4" providerId="LiveId" clId="{E65680E6-0D96-451C-9FAF-8E0B4B0FD165}" dt="2021-12-17T20:08:40.164" v="25299" actId="207"/>
          <ac:spMkLst>
            <pc:docMk/>
            <pc:sldMk cId="1143862087" sldId="394"/>
            <ac:spMk id="13" creationId="{1A8A0B64-28A3-451D-88AD-2FE3F232CA92}"/>
          </ac:spMkLst>
        </pc:spChg>
        <pc:spChg chg="mod">
          <ac:chgData name="Alexandre Quach" userId="7bb690c8a6e028e4" providerId="LiveId" clId="{E65680E6-0D96-451C-9FAF-8E0B4B0FD165}" dt="2021-12-17T20:08:48.819" v="25303" actId="207"/>
          <ac:spMkLst>
            <pc:docMk/>
            <pc:sldMk cId="1143862087" sldId="394"/>
            <ac:spMk id="14" creationId="{6EDFFA14-CBB6-436F-97A0-F7990FD2031E}"/>
          </ac:spMkLst>
        </pc:spChg>
        <pc:spChg chg="mod">
          <ac:chgData name="Alexandre Quach" userId="7bb690c8a6e028e4" providerId="LiveId" clId="{E65680E6-0D96-451C-9FAF-8E0B4B0FD165}" dt="2021-12-17T20:08:41.908" v="25300" actId="207"/>
          <ac:spMkLst>
            <pc:docMk/>
            <pc:sldMk cId="1143862087" sldId="394"/>
            <ac:spMk id="15" creationId="{59B373C1-AD7D-4ED3-A3C0-3C2690C1E85C}"/>
          </ac:spMkLst>
        </pc:spChg>
        <pc:spChg chg="mod">
          <ac:chgData name="Alexandre Quach" userId="7bb690c8a6e028e4" providerId="LiveId" clId="{E65680E6-0D96-451C-9FAF-8E0B4B0FD165}" dt="2021-12-17T20:08:51.222" v="25304" actId="207"/>
          <ac:spMkLst>
            <pc:docMk/>
            <pc:sldMk cId="1143862087" sldId="394"/>
            <ac:spMk id="16" creationId="{B52B5573-B46C-44EC-81FA-8008A7190B0A}"/>
          </ac:spMkLst>
        </pc:spChg>
        <pc:spChg chg="mod">
          <ac:chgData name="Alexandre Quach" userId="7bb690c8a6e028e4" providerId="LiveId" clId="{E65680E6-0D96-451C-9FAF-8E0B4B0FD165}" dt="2021-12-17T20:08:43.981" v="25301" actId="207"/>
          <ac:spMkLst>
            <pc:docMk/>
            <pc:sldMk cId="1143862087" sldId="394"/>
            <ac:spMk id="17" creationId="{97BCF458-4F56-423F-84B5-222D89501A16}"/>
          </ac:spMkLst>
        </pc:spChg>
        <pc:spChg chg="mod">
          <ac:chgData name="Alexandre Quach" userId="7bb690c8a6e028e4" providerId="LiveId" clId="{E65680E6-0D96-451C-9FAF-8E0B4B0FD165}" dt="2021-12-17T20:08:53.850" v="25305" actId="207"/>
          <ac:spMkLst>
            <pc:docMk/>
            <pc:sldMk cId="1143862087" sldId="394"/>
            <ac:spMk id="18" creationId="{6AF2BE40-00F5-4F1C-AFB4-5ADB536AD2A8}"/>
          </ac:spMkLst>
        </pc:spChg>
        <pc:spChg chg="mod">
          <ac:chgData name="Alexandre Quach" userId="7bb690c8a6e028e4" providerId="LiveId" clId="{E65680E6-0D96-451C-9FAF-8E0B4B0FD165}" dt="2021-12-17T20:08:46.519" v="25302" actId="207"/>
          <ac:spMkLst>
            <pc:docMk/>
            <pc:sldMk cId="1143862087" sldId="394"/>
            <ac:spMk id="19" creationId="{5FD90B4E-40BD-4190-AB6F-0D3AE21BC089}"/>
          </ac:spMkLst>
        </pc:spChg>
        <pc:spChg chg="mod">
          <ac:chgData name="Alexandre Quach" userId="7bb690c8a6e028e4" providerId="LiveId" clId="{E65680E6-0D96-451C-9FAF-8E0B4B0FD165}" dt="2021-12-17T20:08:56.372" v="25306" actId="207"/>
          <ac:spMkLst>
            <pc:docMk/>
            <pc:sldMk cId="1143862087" sldId="394"/>
            <ac:spMk id="20" creationId="{A40854DF-D32C-428D-9CAF-BCBC0ACA609C}"/>
          </ac:spMkLst>
        </pc:spChg>
        <pc:spChg chg="add del mod">
          <ac:chgData name="Alexandre Quach" userId="7bb690c8a6e028e4" providerId="LiveId" clId="{E65680E6-0D96-451C-9FAF-8E0B4B0FD165}" dt="2021-12-09T21:43:02.428" v="1659"/>
          <ac:spMkLst>
            <pc:docMk/>
            <pc:sldMk cId="1143862087" sldId="394"/>
            <ac:spMk id="29" creationId="{DAEB2407-A4AE-4AE1-8FB4-F931F9150637}"/>
          </ac:spMkLst>
        </pc:spChg>
      </pc:sldChg>
      <pc:sldChg chg="modSp mod">
        <pc:chgData name="Alexandre Quach" userId="7bb690c8a6e028e4" providerId="LiveId" clId="{E65680E6-0D96-451C-9FAF-8E0B4B0FD165}" dt="2021-12-17T20:48:13.981" v="25495" actId="207"/>
        <pc:sldMkLst>
          <pc:docMk/>
          <pc:sldMk cId="1339583231" sldId="395"/>
        </pc:sldMkLst>
        <pc:spChg chg="mod">
          <ac:chgData name="Alexandre Quach" userId="7bb690c8a6e028e4" providerId="LiveId" clId="{E65680E6-0D96-451C-9FAF-8E0B4B0FD165}" dt="2021-12-17T20:48:13.981" v="25495" actId="207"/>
          <ac:spMkLst>
            <pc:docMk/>
            <pc:sldMk cId="1339583231" sldId="395"/>
            <ac:spMk id="4" creationId="{8AC2879B-A09D-4A07-9144-6F09A1E41C2C}"/>
          </ac:spMkLst>
        </pc:spChg>
        <pc:spChg chg="mod">
          <ac:chgData name="Alexandre Quach" userId="7bb690c8a6e028e4" providerId="LiveId" clId="{E65680E6-0D96-451C-9FAF-8E0B4B0FD165}" dt="2021-12-17T20:48:13.981" v="25495" actId="207"/>
          <ac:spMkLst>
            <pc:docMk/>
            <pc:sldMk cId="1339583231" sldId="395"/>
            <ac:spMk id="6" creationId="{B07F917C-6D08-44B9-BA42-EF76436E1D65}"/>
          </ac:spMkLst>
        </pc:spChg>
        <pc:spChg chg="mod">
          <ac:chgData name="Alexandre Quach" userId="7bb690c8a6e028e4" providerId="LiveId" clId="{E65680E6-0D96-451C-9FAF-8E0B4B0FD165}" dt="2021-12-17T20:48:13.981" v="25495" actId="207"/>
          <ac:spMkLst>
            <pc:docMk/>
            <pc:sldMk cId="1339583231" sldId="395"/>
            <ac:spMk id="7" creationId="{D420AC2C-57C2-4221-86AD-84F316C0F3FE}"/>
          </ac:spMkLst>
        </pc:spChg>
        <pc:spChg chg="mod">
          <ac:chgData name="Alexandre Quach" userId="7bb690c8a6e028e4" providerId="LiveId" clId="{E65680E6-0D96-451C-9FAF-8E0B4B0FD165}" dt="2021-12-17T20:48:13.981" v="25495" actId="207"/>
          <ac:spMkLst>
            <pc:docMk/>
            <pc:sldMk cId="1339583231" sldId="395"/>
            <ac:spMk id="8" creationId="{0BF2A74D-8A5A-4D18-BD52-6A1AEBB19CCC}"/>
          </ac:spMkLst>
        </pc:spChg>
        <pc:spChg chg="mod">
          <ac:chgData name="Alexandre Quach" userId="7bb690c8a6e028e4" providerId="LiveId" clId="{E65680E6-0D96-451C-9FAF-8E0B4B0FD165}" dt="2021-12-17T20:48:13.981" v="25495" actId="207"/>
          <ac:spMkLst>
            <pc:docMk/>
            <pc:sldMk cId="1339583231" sldId="395"/>
            <ac:spMk id="9" creationId="{BCEF5357-C7C3-4AC9-9595-FAA98621863B}"/>
          </ac:spMkLst>
        </pc:spChg>
        <pc:spChg chg="mod">
          <ac:chgData name="Alexandre Quach" userId="7bb690c8a6e028e4" providerId="LiveId" clId="{E65680E6-0D96-451C-9FAF-8E0B4B0FD165}" dt="2021-12-17T20:48:13.981" v="25495" actId="207"/>
          <ac:spMkLst>
            <pc:docMk/>
            <pc:sldMk cId="1339583231" sldId="395"/>
            <ac:spMk id="10" creationId="{EC22A7CD-3806-45E2-8635-5B01154756FA}"/>
          </ac:spMkLst>
        </pc:spChg>
        <pc:spChg chg="mod">
          <ac:chgData name="Alexandre Quach" userId="7bb690c8a6e028e4" providerId="LiveId" clId="{E65680E6-0D96-451C-9FAF-8E0B4B0FD165}" dt="2021-12-17T20:48:13.981" v="25495" actId="207"/>
          <ac:spMkLst>
            <pc:docMk/>
            <pc:sldMk cId="1339583231" sldId="395"/>
            <ac:spMk id="11" creationId="{22D90CE2-DEFD-47E1-8682-5D6093727099}"/>
          </ac:spMkLst>
        </pc:spChg>
        <pc:spChg chg="mod">
          <ac:chgData name="Alexandre Quach" userId="7bb690c8a6e028e4" providerId="LiveId" clId="{E65680E6-0D96-451C-9FAF-8E0B4B0FD165}" dt="2021-12-17T20:48:13.981" v="25495" actId="207"/>
          <ac:spMkLst>
            <pc:docMk/>
            <pc:sldMk cId="1339583231" sldId="395"/>
            <ac:spMk id="12" creationId="{121E530D-41D3-48EA-B146-FD145EDE3EDF}"/>
          </ac:spMkLst>
        </pc:spChg>
      </pc:sldChg>
      <pc:sldChg chg="addSp delSp modSp mod">
        <pc:chgData name="Alexandre Quach" userId="7bb690c8a6e028e4" providerId="LiveId" clId="{E65680E6-0D96-451C-9FAF-8E0B4B0FD165}" dt="2021-12-17T20:07:49.609" v="25280" actId="207"/>
        <pc:sldMkLst>
          <pc:docMk/>
          <pc:sldMk cId="2789802214" sldId="396"/>
        </pc:sldMkLst>
        <pc:spChg chg="mod">
          <ac:chgData name="Alexandre Quach" userId="7bb690c8a6e028e4" providerId="LiveId" clId="{E65680E6-0D96-451C-9FAF-8E0B4B0FD165}" dt="2021-12-17T20:07:26.258" v="25271" actId="207"/>
          <ac:spMkLst>
            <pc:docMk/>
            <pc:sldMk cId="2789802214" sldId="396"/>
            <ac:spMk id="13" creationId="{1A8A0B64-28A3-451D-88AD-2FE3F232CA92}"/>
          </ac:spMkLst>
        </pc:spChg>
        <pc:spChg chg="mod">
          <ac:chgData name="Alexandre Quach" userId="7bb690c8a6e028e4" providerId="LiveId" clId="{E65680E6-0D96-451C-9FAF-8E0B4B0FD165}" dt="2021-12-17T20:07:41.935" v="25277" actId="207"/>
          <ac:spMkLst>
            <pc:docMk/>
            <pc:sldMk cId="2789802214" sldId="396"/>
            <ac:spMk id="14" creationId="{6EDFFA14-CBB6-436F-97A0-F7990FD2031E}"/>
          </ac:spMkLst>
        </pc:spChg>
        <pc:spChg chg="mod">
          <ac:chgData name="Alexandre Quach" userId="7bb690c8a6e028e4" providerId="LiveId" clId="{E65680E6-0D96-451C-9FAF-8E0B4B0FD165}" dt="2021-12-17T20:07:31.174" v="25273" actId="207"/>
          <ac:spMkLst>
            <pc:docMk/>
            <pc:sldMk cId="2789802214" sldId="396"/>
            <ac:spMk id="15" creationId="{59B373C1-AD7D-4ED3-A3C0-3C2690C1E85C}"/>
          </ac:spMkLst>
        </pc:spChg>
        <pc:spChg chg="mod">
          <ac:chgData name="Alexandre Quach" userId="7bb690c8a6e028e4" providerId="LiveId" clId="{E65680E6-0D96-451C-9FAF-8E0B4B0FD165}" dt="2021-12-17T20:07:44.249" v="25278" actId="207"/>
          <ac:spMkLst>
            <pc:docMk/>
            <pc:sldMk cId="2789802214" sldId="396"/>
            <ac:spMk id="16" creationId="{B52B5573-B46C-44EC-81FA-8008A7190B0A}"/>
          </ac:spMkLst>
        </pc:spChg>
        <pc:spChg chg="mod">
          <ac:chgData name="Alexandre Quach" userId="7bb690c8a6e028e4" providerId="LiveId" clId="{E65680E6-0D96-451C-9FAF-8E0B4B0FD165}" dt="2021-12-17T20:07:36.880" v="25275" actId="207"/>
          <ac:spMkLst>
            <pc:docMk/>
            <pc:sldMk cId="2789802214" sldId="396"/>
            <ac:spMk id="17" creationId="{97BCF458-4F56-423F-84B5-222D89501A16}"/>
          </ac:spMkLst>
        </pc:spChg>
        <pc:spChg chg="mod">
          <ac:chgData name="Alexandre Quach" userId="7bb690c8a6e028e4" providerId="LiveId" clId="{E65680E6-0D96-451C-9FAF-8E0B4B0FD165}" dt="2021-12-17T20:07:47.041" v="25279" actId="207"/>
          <ac:spMkLst>
            <pc:docMk/>
            <pc:sldMk cId="2789802214" sldId="396"/>
            <ac:spMk id="18" creationId="{6AF2BE40-00F5-4F1C-AFB4-5ADB536AD2A8}"/>
          </ac:spMkLst>
        </pc:spChg>
        <pc:spChg chg="mod">
          <ac:chgData name="Alexandre Quach" userId="7bb690c8a6e028e4" providerId="LiveId" clId="{E65680E6-0D96-451C-9FAF-8E0B4B0FD165}" dt="2021-12-17T20:07:39.406" v="25276" actId="207"/>
          <ac:spMkLst>
            <pc:docMk/>
            <pc:sldMk cId="2789802214" sldId="396"/>
            <ac:spMk id="19" creationId="{5FD90B4E-40BD-4190-AB6F-0D3AE21BC089}"/>
          </ac:spMkLst>
        </pc:spChg>
        <pc:spChg chg="mod">
          <ac:chgData name="Alexandre Quach" userId="7bb690c8a6e028e4" providerId="LiveId" clId="{E65680E6-0D96-451C-9FAF-8E0B4B0FD165}" dt="2021-12-17T20:07:49.609" v="25280" actId="207"/>
          <ac:spMkLst>
            <pc:docMk/>
            <pc:sldMk cId="2789802214" sldId="396"/>
            <ac:spMk id="20" creationId="{A40854DF-D32C-428D-9CAF-BCBC0ACA609C}"/>
          </ac:spMkLst>
        </pc:spChg>
        <pc:spChg chg="add del mod">
          <ac:chgData name="Alexandre Quach" userId="7bb690c8a6e028e4" providerId="LiveId" clId="{E65680E6-0D96-451C-9FAF-8E0B4B0FD165}" dt="2021-12-08T15:00:06.967" v="1653"/>
          <ac:spMkLst>
            <pc:docMk/>
            <pc:sldMk cId="2789802214" sldId="396"/>
            <ac:spMk id="29" creationId="{128FE47E-63E3-4D3D-B76F-26F60EE5F900}"/>
          </ac:spMkLst>
        </pc:spChg>
      </pc:sldChg>
      <pc:sldChg chg="modSp mod">
        <pc:chgData name="Alexandre Quach" userId="7bb690c8a6e028e4" providerId="LiveId" clId="{E65680E6-0D96-451C-9FAF-8E0B4B0FD165}" dt="2021-12-17T20:48:18.190" v="25497" actId="207"/>
        <pc:sldMkLst>
          <pc:docMk/>
          <pc:sldMk cId="4006138852" sldId="397"/>
        </pc:sldMkLst>
        <pc:spChg chg="mod">
          <ac:chgData name="Alexandre Quach" userId="7bb690c8a6e028e4" providerId="LiveId" clId="{E65680E6-0D96-451C-9FAF-8E0B4B0FD165}" dt="2021-12-17T20:48:18.190" v="25497" actId="207"/>
          <ac:spMkLst>
            <pc:docMk/>
            <pc:sldMk cId="4006138852" sldId="397"/>
            <ac:spMk id="4" creationId="{8AC2879B-A09D-4A07-9144-6F09A1E41C2C}"/>
          </ac:spMkLst>
        </pc:spChg>
        <pc:spChg chg="mod">
          <ac:chgData name="Alexandre Quach" userId="7bb690c8a6e028e4" providerId="LiveId" clId="{E65680E6-0D96-451C-9FAF-8E0B4B0FD165}" dt="2021-12-17T20:48:18.190" v="25497" actId="207"/>
          <ac:spMkLst>
            <pc:docMk/>
            <pc:sldMk cId="4006138852" sldId="397"/>
            <ac:spMk id="6" creationId="{B07F917C-6D08-44B9-BA42-EF76436E1D65}"/>
          </ac:spMkLst>
        </pc:spChg>
        <pc:spChg chg="mod">
          <ac:chgData name="Alexandre Quach" userId="7bb690c8a6e028e4" providerId="LiveId" clId="{E65680E6-0D96-451C-9FAF-8E0B4B0FD165}" dt="2021-12-17T20:48:18.190" v="25497" actId="207"/>
          <ac:spMkLst>
            <pc:docMk/>
            <pc:sldMk cId="4006138852" sldId="397"/>
            <ac:spMk id="7" creationId="{D420AC2C-57C2-4221-86AD-84F316C0F3FE}"/>
          </ac:spMkLst>
        </pc:spChg>
        <pc:spChg chg="mod">
          <ac:chgData name="Alexandre Quach" userId="7bb690c8a6e028e4" providerId="LiveId" clId="{E65680E6-0D96-451C-9FAF-8E0B4B0FD165}" dt="2021-12-17T20:48:18.190" v="25497" actId="207"/>
          <ac:spMkLst>
            <pc:docMk/>
            <pc:sldMk cId="4006138852" sldId="397"/>
            <ac:spMk id="8" creationId="{0BF2A74D-8A5A-4D18-BD52-6A1AEBB19CCC}"/>
          </ac:spMkLst>
        </pc:spChg>
        <pc:spChg chg="mod">
          <ac:chgData name="Alexandre Quach" userId="7bb690c8a6e028e4" providerId="LiveId" clId="{E65680E6-0D96-451C-9FAF-8E0B4B0FD165}" dt="2021-12-17T20:48:18.190" v="25497" actId="207"/>
          <ac:spMkLst>
            <pc:docMk/>
            <pc:sldMk cId="4006138852" sldId="397"/>
            <ac:spMk id="9" creationId="{BCEF5357-C7C3-4AC9-9595-FAA98621863B}"/>
          </ac:spMkLst>
        </pc:spChg>
        <pc:spChg chg="mod">
          <ac:chgData name="Alexandre Quach" userId="7bb690c8a6e028e4" providerId="LiveId" clId="{E65680E6-0D96-451C-9FAF-8E0B4B0FD165}" dt="2021-12-17T20:48:18.190" v="25497" actId="207"/>
          <ac:spMkLst>
            <pc:docMk/>
            <pc:sldMk cId="4006138852" sldId="397"/>
            <ac:spMk id="10" creationId="{EC22A7CD-3806-45E2-8635-5B01154756FA}"/>
          </ac:spMkLst>
        </pc:spChg>
        <pc:spChg chg="mod">
          <ac:chgData name="Alexandre Quach" userId="7bb690c8a6e028e4" providerId="LiveId" clId="{E65680E6-0D96-451C-9FAF-8E0B4B0FD165}" dt="2021-12-17T20:48:18.190" v="25497" actId="207"/>
          <ac:spMkLst>
            <pc:docMk/>
            <pc:sldMk cId="4006138852" sldId="397"/>
            <ac:spMk id="11" creationId="{22D90CE2-DEFD-47E1-8682-5D6093727099}"/>
          </ac:spMkLst>
        </pc:spChg>
        <pc:spChg chg="mod">
          <ac:chgData name="Alexandre Quach" userId="7bb690c8a6e028e4" providerId="LiveId" clId="{E65680E6-0D96-451C-9FAF-8E0B4B0FD165}" dt="2021-12-17T20:48:18.190" v="25497" actId="207"/>
          <ac:spMkLst>
            <pc:docMk/>
            <pc:sldMk cId="4006138852" sldId="397"/>
            <ac:spMk id="12" creationId="{121E530D-41D3-48EA-B146-FD145EDE3EDF}"/>
          </ac:spMkLst>
        </pc:spChg>
      </pc:sldChg>
      <pc:sldChg chg="modSp mod">
        <pc:chgData name="Alexandre Quach" userId="7bb690c8a6e028e4" providerId="LiveId" clId="{E65680E6-0D96-451C-9FAF-8E0B4B0FD165}" dt="2021-12-17T20:12:48.993" v="25388" actId="207"/>
        <pc:sldMkLst>
          <pc:docMk/>
          <pc:sldMk cId="4270942767" sldId="398"/>
        </pc:sldMkLst>
        <pc:spChg chg="mod">
          <ac:chgData name="Alexandre Quach" userId="7bb690c8a6e028e4" providerId="LiveId" clId="{E65680E6-0D96-451C-9FAF-8E0B4B0FD165}" dt="2021-12-17T20:09:00.395" v="25307" actId="207"/>
          <ac:spMkLst>
            <pc:docMk/>
            <pc:sldMk cId="4270942767" sldId="398"/>
            <ac:spMk id="13" creationId="{1A8A0B64-28A3-451D-88AD-2FE3F232CA92}"/>
          </ac:spMkLst>
        </pc:spChg>
        <pc:spChg chg="mod">
          <ac:chgData name="Alexandre Quach" userId="7bb690c8a6e028e4" providerId="LiveId" clId="{E65680E6-0D96-451C-9FAF-8E0B4B0FD165}" dt="2021-12-17T20:12:41.344" v="25387" actId="207"/>
          <ac:spMkLst>
            <pc:docMk/>
            <pc:sldMk cId="4270942767" sldId="398"/>
            <ac:spMk id="14" creationId="{6EDFFA14-CBB6-436F-97A0-F7990FD2031E}"/>
          </ac:spMkLst>
        </pc:spChg>
        <pc:spChg chg="mod">
          <ac:chgData name="Alexandre Quach" userId="7bb690c8a6e028e4" providerId="LiveId" clId="{E65680E6-0D96-451C-9FAF-8E0B4B0FD165}" dt="2021-12-17T20:09:02.284" v="25308" actId="207"/>
          <ac:spMkLst>
            <pc:docMk/>
            <pc:sldMk cId="4270942767" sldId="398"/>
            <ac:spMk id="15" creationId="{59B373C1-AD7D-4ED3-A3C0-3C2690C1E85C}"/>
          </ac:spMkLst>
        </pc:spChg>
        <pc:spChg chg="mod">
          <ac:chgData name="Alexandre Quach" userId="7bb690c8a6e028e4" providerId="LiveId" clId="{E65680E6-0D96-451C-9FAF-8E0B4B0FD165}" dt="2021-12-17T20:12:48.993" v="25388" actId="207"/>
          <ac:spMkLst>
            <pc:docMk/>
            <pc:sldMk cId="4270942767" sldId="398"/>
            <ac:spMk id="16" creationId="{B52B5573-B46C-44EC-81FA-8008A7190B0A}"/>
          </ac:spMkLst>
        </pc:spChg>
        <pc:spChg chg="mod">
          <ac:chgData name="Alexandre Quach" userId="7bb690c8a6e028e4" providerId="LiveId" clId="{E65680E6-0D96-451C-9FAF-8E0B4B0FD165}" dt="2021-12-17T20:09:04.348" v="25309" actId="207"/>
          <ac:spMkLst>
            <pc:docMk/>
            <pc:sldMk cId="4270942767" sldId="398"/>
            <ac:spMk id="17" creationId="{97BCF458-4F56-423F-84B5-222D89501A16}"/>
          </ac:spMkLst>
        </pc:spChg>
        <pc:spChg chg="mod">
          <ac:chgData name="Alexandre Quach" userId="7bb690c8a6e028e4" providerId="LiveId" clId="{E65680E6-0D96-451C-9FAF-8E0B4B0FD165}" dt="2021-12-17T20:09:15.774" v="25313" actId="207"/>
          <ac:spMkLst>
            <pc:docMk/>
            <pc:sldMk cId="4270942767" sldId="398"/>
            <ac:spMk id="18" creationId="{6AF2BE40-00F5-4F1C-AFB4-5ADB536AD2A8}"/>
          </ac:spMkLst>
        </pc:spChg>
        <pc:spChg chg="mod">
          <ac:chgData name="Alexandre Quach" userId="7bb690c8a6e028e4" providerId="LiveId" clId="{E65680E6-0D96-451C-9FAF-8E0B4B0FD165}" dt="2021-12-17T20:09:06.654" v="25310" actId="207"/>
          <ac:spMkLst>
            <pc:docMk/>
            <pc:sldMk cId="4270942767" sldId="398"/>
            <ac:spMk id="19" creationId="{5FD90B4E-40BD-4190-AB6F-0D3AE21BC089}"/>
          </ac:spMkLst>
        </pc:spChg>
        <pc:spChg chg="mod">
          <ac:chgData name="Alexandre Quach" userId="7bb690c8a6e028e4" providerId="LiveId" clId="{E65680E6-0D96-451C-9FAF-8E0B4B0FD165}" dt="2021-12-17T20:09:18.065" v="25314" actId="207"/>
          <ac:spMkLst>
            <pc:docMk/>
            <pc:sldMk cId="4270942767" sldId="398"/>
            <ac:spMk id="20" creationId="{A40854DF-D32C-428D-9CAF-BCBC0ACA609C}"/>
          </ac:spMkLst>
        </pc:spChg>
      </pc:sldChg>
      <pc:sldChg chg="modSp mod">
        <pc:chgData name="Alexandre Quach" userId="7bb690c8a6e028e4" providerId="LiveId" clId="{E65680E6-0D96-451C-9FAF-8E0B4B0FD165}" dt="2021-12-17T20:48:23.395" v="25498" actId="207"/>
        <pc:sldMkLst>
          <pc:docMk/>
          <pc:sldMk cId="1095634158" sldId="400"/>
        </pc:sldMkLst>
        <pc:spChg chg="mod">
          <ac:chgData name="Alexandre Quach" userId="7bb690c8a6e028e4" providerId="LiveId" clId="{E65680E6-0D96-451C-9FAF-8E0B4B0FD165}" dt="2021-12-17T20:48:23.395" v="25498" actId="207"/>
          <ac:spMkLst>
            <pc:docMk/>
            <pc:sldMk cId="1095634158" sldId="400"/>
            <ac:spMk id="4" creationId="{8AC2879B-A09D-4A07-9144-6F09A1E41C2C}"/>
          </ac:spMkLst>
        </pc:spChg>
        <pc:spChg chg="mod">
          <ac:chgData name="Alexandre Quach" userId="7bb690c8a6e028e4" providerId="LiveId" clId="{E65680E6-0D96-451C-9FAF-8E0B4B0FD165}" dt="2021-12-17T20:48:23.395" v="25498" actId="207"/>
          <ac:spMkLst>
            <pc:docMk/>
            <pc:sldMk cId="1095634158" sldId="400"/>
            <ac:spMk id="6" creationId="{B07F917C-6D08-44B9-BA42-EF76436E1D65}"/>
          </ac:spMkLst>
        </pc:spChg>
        <pc:spChg chg="mod">
          <ac:chgData name="Alexandre Quach" userId="7bb690c8a6e028e4" providerId="LiveId" clId="{E65680E6-0D96-451C-9FAF-8E0B4B0FD165}" dt="2021-12-17T20:48:23.395" v="25498" actId="207"/>
          <ac:spMkLst>
            <pc:docMk/>
            <pc:sldMk cId="1095634158" sldId="400"/>
            <ac:spMk id="7" creationId="{D420AC2C-57C2-4221-86AD-84F316C0F3FE}"/>
          </ac:spMkLst>
        </pc:spChg>
        <pc:spChg chg="mod">
          <ac:chgData name="Alexandre Quach" userId="7bb690c8a6e028e4" providerId="LiveId" clId="{E65680E6-0D96-451C-9FAF-8E0B4B0FD165}" dt="2021-12-17T20:48:23.395" v="25498" actId="207"/>
          <ac:spMkLst>
            <pc:docMk/>
            <pc:sldMk cId="1095634158" sldId="400"/>
            <ac:spMk id="8" creationId="{0BF2A74D-8A5A-4D18-BD52-6A1AEBB19CCC}"/>
          </ac:spMkLst>
        </pc:spChg>
        <pc:spChg chg="mod">
          <ac:chgData name="Alexandre Quach" userId="7bb690c8a6e028e4" providerId="LiveId" clId="{E65680E6-0D96-451C-9FAF-8E0B4B0FD165}" dt="2021-12-17T20:48:23.395" v="25498" actId="207"/>
          <ac:spMkLst>
            <pc:docMk/>
            <pc:sldMk cId="1095634158" sldId="400"/>
            <ac:spMk id="9" creationId="{BCEF5357-C7C3-4AC9-9595-FAA98621863B}"/>
          </ac:spMkLst>
        </pc:spChg>
        <pc:spChg chg="mod">
          <ac:chgData name="Alexandre Quach" userId="7bb690c8a6e028e4" providerId="LiveId" clId="{E65680E6-0D96-451C-9FAF-8E0B4B0FD165}" dt="2021-12-17T20:48:23.395" v="25498" actId="207"/>
          <ac:spMkLst>
            <pc:docMk/>
            <pc:sldMk cId="1095634158" sldId="400"/>
            <ac:spMk id="10" creationId="{EC22A7CD-3806-45E2-8635-5B01154756FA}"/>
          </ac:spMkLst>
        </pc:spChg>
        <pc:spChg chg="mod">
          <ac:chgData name="Alexandre Quach" userId="7bb690c8a6e028e4" providerId="LiveId" clId="{E65680E6-0D96-451C-9FAF-8E0B4B0FD165}" dt="2021-12-17T20:48:23.395" v="25498" actId="207"/>
          <ac:spMkLst>
            <pc:docMk/>
            <pc:sldMk cId="1095634158" sldId="400"/>
            <ac:spMk id="11" creationId="{22D90CE2-DEFD-47E1-8682-5D6093727099}"/>
          </ac:spMkLst>
        </pc:spChg>
        <pc:spChg chg="mod">
          <ac:chgData name="Alexandre Quach" userId="7bb690c8a6e028e4" providerId="LiveId" clId="{E65680E6-0D96-451C-9FAF-8E0B4B0FD165}" dt="2021-12-17T20:48:23.395" v="25498" actId="207"/>
          <ac:spMkLst>
            <pc:docMk/>
            <pc:sldMk cId="1095634158" sldId="400"/>
            <ac:spMk id="12" creationId="{121E530D-41D3-48EA-B146-FD145EDE3EDF}"/>
          </ac:spMkLst>
        </pc:spChg>
      </pc:sldChg>
      <pc:sldChg chg="modSp mod">
        <pc:chgData name="Alexandre Quach" userId="7bb690c8a6e028e4" providerId="LiveId" clId="{E65680E6-0D96-451C-9FAF-8E0B4B0FD165}" dt="2021-12-17T20:12:35.163" v="25386" actId="207"/>
        <pc:sldMkLst>
          <pc:docMk/>
          <pc:sldMk cId="1533628618" sldId="401"/>
        </pc:sldMkLst>
        <pc:spChg chg="mod">
          <ac:chgData name="Alexandre Quach" userId="7bb690c8a6e028e4" providerId="LiveId" clId="{E65680E6-0D96-451C-9FAF-8E0B4B0FD165}" dt="2021-12-17T20:12:29.164" v="25383" actId="207"/>
          <ac:spMkLst>
            <pc:docMk/>
            <pc:sldMk cId="1533628618" sldId="401"/>
            <ac:spMk id="13" creationId="{1A8A0B64-28A3-451D-88AD-2FE3F232CA92}"/>
          </ac:spMkLst>
        </pc:spChg>
        <pc:spChg chg="mod">
          <ac:chgData name="Alexandre Quach" userId="7bb690c8a6e028e4" providerId="LiveId" clId="{E65680E6-0D96-451C-9FAF-8E0B4B0FD165}" dt="2021-12-17T20:12:21.014" v="25379" actId="207"/>
          <ac:spMkLst>
            <pc:docMk/>
            <pc:sldMk cId="1533628618" sldId="401"/>
            <ac:spMk id="14" creationId="{6EDFFA14-CBB6-436F-97A0-F7990FD2031E}"/>
          </ac:spMkLst>
        </pc:spChg>
        <pc:spChg chg="mod">
          <ac:chgData name="Alexandre Quach" userId="7bb690c8a6e028e4" providerId="LiveId" clId="{E65680E6-0D96-451C-9FAF-8E0B4B0FD165}" dt="2021-12-17T20:12:31.199" v="25384" actId="207"/>
          <ac:spMkLst>
            <pc:docMk/>
            <pc:sldMk cId="1533628618" sldId="401"/>
            <ac:spMk id="15" creationId="{59B373C1-AD7D-4ED3-A3C0-3C2690C1E85C}"/>
          </ac:spMkLst>
        </pc:spChg>
        <pc:spChg chg="mod">
          <ac:chgData name="Alexandre Quach" userId="7bb690c8a6e028e4" providerId="LiveId" clId="{E65680E6-0D96-451C-9FAF-8E0B4B0FD165}" dt="2021-12-17T20:12:23.118" v="25380" actId="207"/>
          <ac:spMkLst>
            <pc:docMk/>
            <pc:sldMk cId="1533628618" sldId="401"/>
            <ac:spMk id="16" creationId="{B52B5573-B46C-44EC-81FA-8008A7190B0A}"/>
          </ac:spMkLst>
        </pc:spChg>
        <pc:spChg chg="mod">
          <ac:chgData name="Alexandre Quach" userId="7bb690c8a6e028e4" providerId="LiveId" clId="{E65680E6-0D96-451C-9FAF-8E0B4B0FD165}" dt="2021-12-17T20:12:33.026" v="25385" actId="207"/>
          <ac:spMkLst>
            <pc:docMk/>
            <pc:sldMk cId="1533628618" sldId="401"/>
            <ac:spMk id="17" creationId="{97BCF458-4F56-423F-84B5-222D89501A16}"/>
          </ac:spMkLst>
        </pc:spChg>
        <pc:spChg chg="mod">
          <ac:chgData name="Alexandre Quach" userId="7bb690c8a6e028e4" providerId="LiveId" clId="{E65680E6-0D96-451C-9FAF-8E0B4B0FD165}" dt="2021-12-17T20:12:25.170" v="25381" actId="207"/>
          <ac:spMkLst>
            <pc:docMk/>
            <pc:sldMk cId="1533628618" sldId="401"/>
            <ac:spMk id="18" creationId="{6AF2BE40-00F5-4F1C-AFB4-5ADB536AD2A8}"/>
          </ac:spMkLst>
        </pc:spChg>
        <pc:spChg chg="mod">
          <ac:chgData name="Alexandre Quach" userId="7bb690c8a6e028e4" providerId="LiveId" clId="{E65680E6-0D96-451C-9FAF-8E0B4B0FD165}" dt="2021-12-17T20:12:35.163" v="25386" actId="207"/>
          <ac:spMkLst>
            <pc:docMk/>
            <pc:sldMk cId="1533628618" sldId="401"/>
            <ac:spMk id="19" creationId="{5FD90B4E-40BD-4190-AB6F-0D3AE21BC089}"/>
          </ac:spMkLst>
        </pc:spChg>
        <pc:spChg chg="mod">
          <ac:chgData name="Alexandre Quach" userId="7bb690c8a6e028e4" providerId="LiveId" clId="{E65680E6-0D96-451C-9FAF-8E0B4B0FD165}" dt="2021-12-17T20:12:27.613" v="25382" actId="207"/>
          <ac:spMkLst>
            <pc:docMk/>
            <pc:sldMk cId="1533628618" sldId="401"/>
            <ac:spMk id="20" creationId="{A40854DF-D32C-428D-9CAF-BCBC0ACA609C}"/>
          </ac:spMkLst>
        </pc:spChg>
      </pc:sldChg>
      <pc:sldChg chg="modSp mod">
        <pc:chgData name="Alexandre Quach" userId="7bb690c8a6e028e4" providerId="LiveId" clId="{E65680E6-0D96-451C-9FAF-8E0B4B0FD165}" dt="2021-12-17T20:48:26.061" v="25499" actId="207"/>
        <pc:sldMkLst>
          <pc:docMk/>
          <pc:sldMk cId="4107395247" sldId="402"/>
        </pc:sldMkLst>
        <pc:spChg chg="mod">
          <ac:chgData name="Alexandre Quach" userId="7bb690c8a6e028e4" providerId="LiveId" clId="{E65680E6-0D96-451C-9FAF-8E0B4B0FD165}" dt="2021-12-17T20:48:26.061" v="25499" actId="207"/>
          <ac:spMkLst>
            <pc:docMk/>
            <pc:sldMk cId="4107395247" sldId="402"/>
            <ac:spMk id="4" creationId="{8AC2879B-A09D-4A07-9144-6F09A1E41C2C}"/>
          </ac:spMkLst>
        </pc:spChg>
        <pc:spChg chg="mod">
          <ac:chgData name="Alexandre Quach" userId="7bb690c8a6e028e4" providerId="LiveId" clId="{E65680E6-0D96-451C-9FAF-8E0B4B0FD165}" dt="2021-12-17T20:48:26.061" v="25499" actId="207"/>
          <ac:spMkLst>
            <pc:docMk/>
            <pc:sldMk cId="4107395247" sldId="402"/>
            <ac:spMk id="6" creationId="{B07F917C-6D08-44B9-BA42-EF76436E1D65}"/>
          </ac:spMkLst>
        </pc:spChg>
        <pc:spChg chg="mod">
          <ac:chgData name="Alexandre Quach" userId="7bb690c8a6e028e4" providerId="LiveId" clId="{E65680E6-0D96-451C-9FAF-8E0B4B0FD165}" dt="2021-12-17T20:48:26.061" v="25499" actId="207"/>
          <ac:spMkLst>
            <pc:docMk/>
            <pc:sldMk cId="4107395247" sldId="402"/>
            <ac:spMk id="7" creationId="{D420AC2C-57C2-4221-86AD-84F316C0F3FE}"/>
          </ac:spMkLst>
        </pc:spChg>
        <pc:spChg chg="mod">
          <ac:chgData name="Alexandre Quach" userId="7bb690c8a6e028e4" providerId="LiveId" clId="{E65680E6-0D96-451C-9FAF-8E0B4B0FD165}" dt="2021-12-17T20:48:26.061" v="25499" actId="207"/>
          <ac:spMkLst>
            <pc:docMk/>
            <pc:sldMk cId="4107395247" sldId="402"/>
            <ac:spMk id="8" creationId="{0BF2A74D-8A5A-4D18-BD52-6A1AEBB19CCC}"/>
          </ac:spMkLst>
        </pc:spChg>
        <pc:spChg chg="mod">
          <ac:chgData name="Alexandre Quach" userId="7bb690c8a6e028e4" providerId="LiveId" clId="{E65680E6-0D96-451C-9FAF-8E0B4B0FD165}" dt="2021-12-17T20:48:26.061" v="25499" actId="207"/>
          <ac:spMkLst>
            <pc:docMk/>
            <pc:sldMk cId="4107395247" sldId="402"/>
            <ac:spMk id="9" creationId="{BCEF5357-C7C3-4AC9-9595-FAA98621863B}"/>
          </ac:spMkLst>
        </pc:spChg>
        <pc:spChg chg="mod">
          <ac:chgData name="Alexandre Quach" userId="7bb690c8a6e028e4" providerId="LiveId" clId="{E65680E6-0D96-451C-9FAF-8E0B4B0FD165}" dt="2021-12-17T20:48:26.061" v="25499" actId="207"/>
          <ac:spMkLst>
            <pc:docMk/>
            <pc:sldMk cId="4107395247" sldId="402"/>
            <ac:spMk id="10" creationId="{EC22A7CD-3806-45E2-8635-5B01154756FA}"/>
          </ac:spMkLst>
        </pc:spChg>
        <pc:spChg chg="mod">
          <ac:chgData name="Alexandre Quach" userId="7bb690c8a6e028e4" providerId="LiveId" clId="{E65680E6-0D96-451C-9FAF-8E0B4B0FD165}" dt="2021-12-17T20:48:26.061" v="25499" actId="207"/>
          <ac:spMkLst>
            <pc:docMk/>
            <pc:sldMk cId="4107395247" sldId="402"/>
            <ac:spMk id="11" creationId="{22D90CE2-DEFD-47E1-8682-5D6093727099}"/>
          </ac:spMkLst>
        </pc:spChg>
        <pc:spChg chg="mod">
          <ac:chgData name="Alexandre Quach" userId="7bb690c8a6e028e4" providerId="LiveId" clId="{E65680E6-0D96-451C-9FAF-8E0B4B0FD165}" dt="2021-12-17T20:48:26.061" v="25499" actId="207"/>
          <ac:spMkLst>
            <pc:docMk/>
            <pc:sldMk cId="4107395247" sldId="402"/>
            <ac:spMk id="12" creationId="{121E530D-41D3-48EA-B146-FD145EDE3EDF}"/>
          </ac:spMkLst>
        </pc:spChg>
      </pc:sldChg>
      <pc:sldChg chg="modSp mod">
        <pc:chgData name="Alexandre Quach" userId="7bb690c8a6e028e4" providerId="LiveId" clId="{E65680E6-0D96-451C-9FAF-8E0B4B0FD165}" dt="2021-12-17T20:12:16.481" v="25378" actId="207"/>
        <pc:sldMkLst>
          <pc:docMk/>
          <pc:sldMk cId="1421830784" sldId="403"/>
        </pc:sldMkLst>
        <pc:spChg chg="mod">
          <ac:chgData name="Alexandre Quach" userId="7bb690c8a6e028e4" providerId="LiveId" clId="{E65680E6-0D96-451C-9FAF-8E0B4B0FD165}" dt="2021-12-17T20:12:09.501" v="25375" actId="207"/>
          <ac:spMkLst>
            <pc:docMk/>
            <pc:sldMk cId="1421830784" sldId="403"/>
            <ac:spMk id="13" creationId="{1A8A0B64-28A3-451D-88AD-2FE3F232CA92}"/>
          </ac:spMkLst>
        </pc:spChg>
        <pc:spChg chg="mod">
          <ac:chgData name="Alexandre Quach" userId="7bb690c8a6e028e4" providerId="LiveId" clId="{E65680E6-0D96-451C-9FAF-8E0B4B0FD165}" dt="2021-12-17T20:12:03.300" v="25372" actId="207"/>
          <ac:spMkLst>
            <pc:docMk/>
            <pc:sldMk cId="1421830784" sldId="403"/>
            <ac:spMk id="14" creationId="{6EDFFA14-CBB6-436F-97A0-F7990FD2031E}"/>
          </ac:spMkLst>
        </pc:spChg>
        <pc:spChg chg="mod">
          <ac:chgData name="Alexandre Quach" userId="7bb690c8a6e028e4" providerId="LiveId" clId="{E65680E6-0D96-451C-9FAF-8E0B4B0FD165}" dt="2021-12-17T20:12:11.475" v="25376" actId="207"/>
          <ac:spMkLst>
            <pc:docMk/>
            <pc:sldMk cId="1421830784" sldId="403"/>
            <ac:spMk id="15" creationId="{59B373C1-AD7D-4ED3-A3C0-3C2690C1E85C}"/>
          </ac:spMkLst>
        </pc:spChg>
        <pc:spChg chg="mod">
          <ac:chgData name="Alexandre Quach" userId="7bb690c8a6e028e4" providerId="LiveId" clId="{E65680E6-0D96-451C-9FAF-8E0B4B0FD165}" dt="2021-12-17T20:12:05.187" v="25373" actId="207"/>
          <ac:spMkLst>
            <pc:docMk/>
            <pc:sldMk cId="1421830784" sldId="403"/>
            <ac:spMk id="16" creationId="{B52B5573-B46C-44EC-81FA-8008A7190B0A}"/>
          </ac:spMkLst>
        </pc:spChg>
        <pc:spChg chg="mod">
          <ac:chgData name="Alexandre Quach" userId="7bb690c8a6e028e4" providerId="LiveId" clId="{E65680E6-0D96-451C-9FAF-8E0B4B0FD165}" dt="2021-12-17T20:12:13.928" v="25377" actId="207"/>
          <ac:spMkLst>
            <pc:docMk/>
            <pc:sldMk cId="1421830784" sldId="403"/>
            <ac:spMk id="17" creationId="{97BCF458-4F56-423F-84B5-222D89501A16}"/>
          </ac:spMkLst>
        </pc:spChg>
        <pc:spChg chg="mod">
          <ac:chgData name="Alexandre Quach" userId="7bb690c8a6e028e4" providerId="LiveId" clId="{E65680E6-0D96-451C-9FAF-8E0B4B0FD165}" dt="2021-12-17T20:12:07.596" v="25374" actId="207"/>
          <ac:spMkLst>
            <pc:docMk/>
            <pc:sldMk cId="1421830784" sldId="403"/>
            <ac:spMk id="18" creationId="{6AF2BE40-00F5-4F1C-AFB4-5ADB536AD2A8}"/>
          </ac:spMkLst>
        </pc:spChg>
        <pc:spChg chg="mod">
          <ac:chgData name="Alexandre Quach" userId="7bb690c8a6e028e4" providerId="LiveId" clId="{E65680E6-0D96-451C-9FAF-8E0B4B0FD165}" dt="2021-12-17T20:12:16.481" v="25378" actId="207"/>
          <ac:spMkLst>
            <pc:docMk/>
            <pc:sldMk cId="1421830784" sldId="403"/>
            <ac:spMk id="19" creationId="{5FD90B4E-40BD-4190-AB6F-0D3AE21BC089}"/>
          </ac:spMkLst>
        </pc:spChg>
        <pc:spChg chg="mod">
          <ac:chgData name="Alexandre Quach" userId="7bb690c8a6e028e4" providerId="LiveId" clId="{E65680E6-0D96-451C-9FAF-8E0B4B0FD165}" dt="2021-12-17T20:12:01.128" v="25371" actId="207"/>
          <ac:spMkLst>
            <pc:docMk/>
            <pc:sldMk cId="1421830784" sldId="403"/>
            <ac:spMk id="20" creationId="{A40854DF-D32C-428D-9CAF-BCBC0ACA609C}"/>
          </ac:spMkLst>
        </pc:spChg>
      </pc:sldChg>
      <pc:sldChg chg="modSp mod">
        <pc:chgData name="Alexandre Quach" userId="7bb690c8a6e028e4" providerId="LiveId" clId="{E65680E6-0D96-451C-9FAF-8E0B4B0FD165}" dt="2021-12-17T20:48:29.287" v="25500" actId="207"/>
        <pc:sldMkLst>
          <pc:docMk/>
          <pc:sldMk cId="4087957576" sldId="404"/>
        </pc:sldMkLst>
        <pc:spChg chg="mod">
          <ac:chgData name="Alexandre Quach" userId="7bb690c8a6e028e4" providerId="LiveId" clId="{E65680E6-0D96-451C-9FAF-8E0B4B0FD165}" dt="2021-12-17T20:48:29.287" v="25500" actId="207"/>
          <ac:spMkLst>
            <pc:docMk/>
            <pc:sldMk cId="4087957576" sldId="404"/>
            <ac:spMk id="4" creationId="{8AC2879B-A09D-4A07-9144-6F09A1E41C2C}"/>
          </ac:spMkLst>
        </pc:spChg>
        <pc:spChg chg="mod">
          <ac:chgData name="Alexandre Quach" userId="7bb690c8a6e028e4" providerId="LiveId" clId="{E65680E6-0D96-451C-9FAF-8E0B4B0FD165}" dt="2021-12-17T20:48:29.287" v="25500" actId="207"/>
          <ac:spMkLst>
            <pc:docMk/>
            <pc:sldMk cId="4087957576" sldId="404"/>
            <ac:spMk id="6" creationId="{B07F917C-6D08-44B9-BA42-EF76436E1D65}"/>
          </ac:spMkLst>
        </pc:spChg>
        <pc:spChg chg="mod">
          <ac:chgData name="Alexandre Quach" userId="7bb690c8a6e028e4" providerId="LiveId" clId="{E65680E6-0D96-451C-9FAF-8E0B4B0FD165}" dt="2021-12-17T20:48:29.287" v="25500" actId="207"/>
          <ac:spMkLst>
            <pc:docMk/>
            <pc:sldMk cId="4087957576" sldId="404"/>
            <ac:spMk id="7" creationId="{D420AC2C-57C2-4221-86AD-84F316C0F3FE}"/>
          </ac:spMkLst>
        </pc:spChg>
        <pc:spChg chg="mod">
          <ac:chgData name="Alexandre Quach" userId="7bb690c8a6e028e4" providerId="LiveId" clId="{E65680E6-0D96-451C-9FAF-8E0B4B0FD165}" dt="2021-12-17T20:48:29.287" v="25500" actId="207"/>
          <ac:spMkLst>
            <pc:docMk/>
            <pc:sldMk cId="4087957576" sldId="404"/>
            <ac:spMk id="8" creationId="{0BF2A74D-8A5A-4D18-BD52-6A1AEBB19CCC}"/>
          </ac:spMkLst>
        </pc:spChg>
        <pc:spChg chg="mod">
          <ac:chgData name="Alexandre Quach" userId="7bb690c8a6e028e4" providerId="LiveId" clId="{E65680E6-0D96-451C-9FAF-8E0B4B0FD165}" dt="2021-12-17T20:48:29.287" v="25500" actId="207"/>
          <ac:spMkLst>
            <pc:docMk/>
            <pc:sldMk cId="4087957576" sldId="404"/>
            <ac:spMk id="9" creationId="{BCEF5357-C7C3-4AC9-9595-FAA98621863B}"/>
          </ac:spMkLst>
        </pc:spChg>
        <pc:spChg chg="mod">
          <ac:chgData name="Alexandre Quach" userId="7bb690c8a6e028e4" providerId="LiveId" clId="{E65680E6-0D96-451C-9FAF-8E0B4B0FD165}" dt="2021-12-17T20:48:29.287" v="25500" actId="207"/>
          <ac:spMkLst>
            <pc:docMk/>
            <pc:sldMk cId="4087957576" sldId="404"/>
            <ac:spMk id="10" creationId="{EC22A7CD-3806-45E2-8635-5B01154756FA}"/>
          </ac:spMkLst>
        </pc:spChg>
        <pc:spChg chg="mod">
          <ac:chgData name="Alexandre Quach" userId="7bb690c8a6e028e4" providerId="LiveId" clId="{E65680E6-0D96-451C-9FAF-8E0B4B0FD165}" dt="2021-12-17T20:48:29.287" v="25500" actId="207"/>
          <ac:spMkLst>
            <pc:docMk/>
            <pc:sldMk cId="4087957576" sldId="404"/>
            <ac:spMk id="11" creationId="{22D90CE2-DEFD-47E1-8682-5D6093727099}"/>
          </ac:spMkLst>
        </pc:spChg>
        <pc:spChg chg="mod">
          <ac:chgData name="Alexandre Quach" userId="7bb690c8a6e028e4" providerId="LiveId" clId="{E65680E6-0D96-451C-9FAF-8E0B4B0FD165}" dt="2021-12-17T20:48:29.287" v="25500" actId="207"/>
          <ac:spMkLst>
            <pc:docMk/>
            <pc:sldMk cId="4087957576" sldId="404"/>
            <ac:spMk id="12" creationId="{121E530D-41D3-48EA-B146-FD145EDE3EDF}"/>
          </ac:spMkLst>
        </pc:spChg>
      </pc:sldChg>
      <pc:sldChg chg="modSp mod">
        <pc:chgData name="Alexandre Quach" userId="7bb690c8a6e028e4" providerId="LiveId" clId="{E65680E6-0D96-451C-9FAF-8E0B4B0FD165}" dt="2021-12-17T20:11:55.868" v="25370" actId="207"/>
        <pc:sldMkLst>
          <pc:docMk/>
          <pc:sldMk cId="180409960" sldId="405"/>
        </pc:sldMkLst>
        <pc:spChg chg="mod">
          <ac:chgData name="Alexandre Quach" userId="7bb690c8a6e028e4" providerId="LiveId" clId="{E65680E6-0D96-451C-9FAF-8E0B4B0FD165}" dt="2021-12-17T20:11:36.084" v="25363" actId="207"/>
          <ac:spMkLst>
            <pc:docMk/>
            <pc:sldMk cId="180409960" sldId="405"/>
            <ac:spMk id="13" creationId="{1A8A0B64-28A3-451D-88AD-2FE3F232CA92}"/>
          </ac:spMkLst>
        </pc:spChg>
        <pc:spChg chg="mod">
          <ac:chgData name="Alexandre Quach" userId="7bb690c8a6e028e4" providerId="LiveId" clId="{E65680E6-0D96-451C-9FAF-8E0B4B0FD165}" dt="2021-12-17T20:11:44.971" v="25367" actId="207"/>
          <ac:spMkLst>
            <pc:docMk/>
            <pc:sldMk cId="180409960" sldId="405"/>
            <ac:spMk id="14" creationId="{6EDFFA14-CBB6-436F-97A0-F7990FD2031E}"/>
          </ac:spMkLst>
        </pc:spChg>
        <pc:spChg chg="mod">
          <ac:chgData name="Alexandre Quach" userId="7bb690c8a6e028e4" providerId="LiveId" clId="{E65680E6-0D96-451C-9FAF-8E0B4B0FD165}" dt="2021-12-17T20:11:38.179" v="25364" actId="207"/>
          <ac:spMkLst>
            <pc:docMk/>
            <pc:sldMk cId="180409960" sldId="405"/>
            <ac:spMk id="15" creationId="{59B373C1-AD7D-4ED3-A3C0-3C2690C1E85C}"/>
          </ac:spMkLst>
        </pc:spChg>
        <pc:spChg chg="mod">
          <ac:chgData name="Alexandre Quach" userId="7bb690c8a6e028e4" providerId="LiveId" clId="{E65680E6-0D96-451C-9FAF-8E0B4B0FD165}" dt="2021-12-17T20:11:47.794" v="25368" actId="207"/>
          <ac:spMkLst>
            <pc:docMk/>
            <pc:sldMk cId="180409960" sldId="405"/>
            <ac:spMk id="16" creationId="{B52B5573-B46C-44EC-81FA-8008A7190B0A}"/>
          </ac:spMkLst>
        </pc:spChg>
        <pc:spChg chg="mod">
          <ac:chgData name="Alexandre Quach" userId="7bb690c8a6e028e4" providerId="LiveId" clId="{E65680E6-0D96-451C-9FAF-8E0B4B0FD165}" dt="2021-12-17T20:11:40.179" v="25365" actId="207"/>
          <ac:spMkLst>
            <pc:docMk/>
            <pc:sldMk cId="180409960" sldId="405"/>
            <ac:spMk id="17" creationId="{97BCF458-4F56-423F-84B5-222D89501A16}"/>
          </ac:spMkLst>
        </pc:spChg>
        <pc:spChg chg="mod">
          <ac:chgData name="Alexandre Quach" userId="7bb690c8a6e028e4" providerId="LiveId" clId="{E65680E6-0D96-451C-9FAF-8E0B4B0FD165}" dt="2021-12-17T20:11:51.989" v="25369" actId="207"/>
          <ac:spMkLst>
            <pc:docMk/>
            <pc:sldMk cId="180409960" sldId="405"/>
            <ac:spMk id="18" creationId="{6AF2BE40-00F5-4F1C-AFB4-5ADB536AD2A8}"/>
          </ac:spMkLst>
        </pc:spChg>
        <pc:spChg chg="mod">
          <ac:chgData name="Alexandre Quach" userId="7bb690c8a6e028e4" providerId="LiveId" clId="{E65680E6-0D96-451C-9FAF-8E0B4B0FD165}" dt="2021-12-17T20:11:42.718" v="25366" actId="207"/>
          <ac:spMkLst>
            <pc:docMk/>
            <pc:sldMk cId="180409960" sldId="405"/>
            <ac:spMk id="19" creationId="{5FD90B4E-40BD-4190-AB6F-0D3AE21BC089}"/>
          </ac:spMkLst>
        </pc:spChg>
        <pc:spChg chg="mod">
          <ac:chgData name="Alexandre Quach" userId="7bb690c8a6e028e4" providerId="LiveId" clId="{E65680E6-0D96-451C-9FAF-8E0B4B0FD165}" dt="2021-12-17T20:11:55.868" v="25370" actId="207"/>
          <ac:spMkLst>
            <pc:docMk/>
            <pc:sldMk cId="180409960" sldId="405"/>
            <ac:spMk id="20" creationId="{A40854DF-D32C-428D-9CAF-BCBC0ACA609C}"/>
          </ac:spMkLst>
        </pc:spChg>
      </pc:sldChg>
      <pc:sldChg chg="modSp mod">
        <pc:chgData name="Alexandre Quach" userId="7bb690c8a6e028e4" providerId="LiveId" clId="{E65680E6-0D96-451C-9FAF-8E0B4B0FD165}" dt="2021-12-17T20:48:32.615" v="25501" actId="207"/>
        <pc:sldMkLst>
          <pc:docMk/>
          <pc:sldMk cId="952613818" sldId="409"/>
        </pc:sldMkLst>
        <pc:spChg chg="mod">
          <ac:chgData name="Alexandre Quach" userId="7bb690c8a6e028e4" providerId="LiveId" clId="{E65680E6-0D96-451C-9FAF-8E0B4B0FD165}" dt="2021-12-17T20:48:32.615" v="25501" actId="207"/>
          <ac:spMkLst>
            <pc:docMk/>
            <pc:sldMk cId="952613818" sldId="409"/>
            <ac:spMk id="4" creationId="{8AC2879B-A09D-4A07-9144-6F09A1E41C2C}"/>
          </ac:spMkLst>
        </pc:spChg>
        <pc:spChg chg="mod">
          <ac:chgData name="Alexandre Quach" userId="7bb690c8a6e028e4" providerId="LiveId" clId="{E65680E6-0D96-451C-9FAF-8E0B4B0FD165}" dt="2021-12-17T20:48:32.615" v="25501" actId="207"/>
          <ac:spMkLst>
            <pc:docMk/>
            <pc:sldMk cId="952613818" sldId="409"/>
            <ac:spMk id="6" creationId="{B07F917C-6D08-44B9-BA42-EF76436E1D65}"/>
          </ac:spMkLst>
        </pc:spChg>
        <pc:spChg chg="mod">
          <ac:chgData name="Alexandre Quach" userId="7bb690c8a6e028e4" providerId="LiveId" clId="{E65680E6-0D96-451C-9FAF-8E0B4B0FD165}" dt="2021-12-17T20:48:32.615" v="25501" actId="207"/>
          <ac:spMkLst>
            <pc:docMk/>
            <pc:sldMk cId="952613818" sldId="409"/>
            <ac:spMk id="7" creationId="{D420AC2C-57C2-4221-86AD-84F316C0F3FE}"/>
          </ac:spMkLst>
        </pc:spChg>
        <pc:spChg chg="mod">
          <ac:chgData name="Alexandre Quach" userId="7bb690c8a6e028e4" providerId="LiveId" clId="{E65680E6-0D96-451C-9FAF-8E0B4B0FD165}" dt="2021-12-17T20:48:32.615" v="25501" actId="207"/>
          <ac:spMkLst>
            <pc:docMk/>
            <pc:sldMk cId="952613818" sldId="409"/>
            <ac:spMk id="8" creationId="{0BF2A74D-8A5A-4D18-BD52-6A1AEBB19CCC}"/>
          </ac:spMkLst>
        </pc:spChg>
        <pc:spChg chg="mod">
          <ac:chgData name="Alexandre Quach" userId="7bb690c8a6e028e4" providerId="LiveId" clId="{E65680E6-0D96-451C-9FAF-8E0B4B0FD165}" dt="2021-12-17T20:48:32.615" v="25501" actId="207"/>
          <ac:spMkLst>
            <pc:docMk/>
            <pc:sldMk cId="952613818" sldId="409"/>
            <ac:spMk id="9" creationId="{BCEF5357-C7C3-4AC9-9595-FAA98621863B}"/>
          </ac:spMkLst>
        </pc:spChg>
        <pc:spChg chg="mod">
          <ac:chgData name="Alexandre Quach" userId="7bb690c8a6e028e4" providerId="LiveId" clId="{E65680E6-0D96-451C-9FAF-8E0B4B0FD165}" dt="2021-12-17T20:48:32.615" v="25501" actId="207"/>
          <ac:spMkLst>
            <pc:docMk/>
            <pc:sldMk cId="952613818" sldId="409"/>
            <ac:spMk id="10" creationId="{EC22A7CD-3806-45E2-8635-5B01154756FA}"/>
          </ac:spMkLst>
        </pc:spChg>
        <pc:spChg chg="mod">
          <ac:chgData name="Alexandre Quach" userId="7bb690c8a6e028e4" providerId="LiveId" clId="{E65680E6-0D96-451C-9FAF-8E0B4B0FD165}" dt="2021-12-17T20:48:32.615" v="25501" actId="207"/>
          <ac:spMkLst>
            <pc:docMk/>
            <pc:sldMk cId="952613818" sldId="409"/>
            <ac:spMk id="11" creationId="{22D90CE2-DEFD-47E1-8682-5D6093727099}"/>
          </ac:spMkLst>
        </pc:spChg>
        <pc:spChg chg="mod">
          <ac:chgData name="Alexandre Quach" userId="7bb690c8a6e028e4" providerId="LiveId" clId="{E65680E6-0D96-451C-9FAF-8E0B4B0FD165}" dt="2021-12-17T20:48:32.615" v="25501" actId="207"/>
          <ac:spMkLst>
            <pc:docMk/>
            <pc:sldMk cId="952613818" sldId="409"/>
            <ac:spMk id="12" creationId="{121E530D-41D3-48EA-B146-FD145EDE3EDF}"/>
          </ac:spMkLst>
        </pc:spChg>
      </pc:sldChg>
      <pc:sldChg chg="modSp mod">
        <pc:chgData name="Alexandre Quach" userId="7bb690c8a6e028e4" providerId="LiveId" clId="{E65680E6-0D96-451C-9FAF-8E0B4B0FD165}" dt="2021-12-17T20:10:44.114" v="25346" actId="207"/>
        <pc:sldMkLst>
          <pc:docMk/>
          <pc:sldMk cId="464627729" sldId="410"/>
        </pc:sldMkLst>
        <pc:spChg chg="mod">
          <ac:chgData name="Alexandre Quach" userId="7bb690c8a6e028e4" providerId="LiveId" clId="{E65680E6-0D96-451C-9FAF-8E0B4B0FD165}" dt="2021-12-17T20:10:28.211" v="25339" actId="207"/>
          <ac:spMkLst>
            <pc:docMk/>
            <pc:sldMk cId="464627729" sldId="410"/>
            <ac:spMk id="13" creationId="{1A8A0B64-28A3-451D-88AD-2FE3F232CA92}"/>
          </ac:spMkLst>
        </pc:spChg>
        <pc:spChg chg="mod">
          <ac:chgData name="Alexandre Quach" userId="7bb690c8a6e028e4" providerId="LiveId" clId="{E65680E6-0D96-451C-9FAF-8E0B4B0FD165}" dt="2021-12-17T20:10:39.316" v="25344" actId="207"/>
          <ac:spMkLst>
            <pc:docMk/>
            <pc:sldMk cId="464627729" sldId="410"/>
            <ac:spMk id="14" creationId="{6EDFFA14-CBB6-436F-97A0-F7990FD2031E}"/>
          </ac:spMkLst>
        </pc:spChg>
        <pc:spChg chg="mod">
          <ac:chgData name="Alexandre Quach" userId="7bb690c8a6e028e4" providerId="LiveId" clId="{E65680E6-0D96-451C-9FAF-8E0B4B0FD165}" dt="2021-12-17T20:10:30.208" v="25340" actId="207"/>
          <ac:spMkLst>
            <pc:docMk/>
            <pc:sldMk cId="464627729" sldId="410"/>
            <ac:spMk id="15" creationId="{59B373C1-AD7D-4ED3-A3C0-3C2690C1E85C}"/>
          </ac:spMkLst>
        </pc:spChg>
        <pc:spChg chg="mod">
          <ac:chgData name="Alexandre Quach" userId="7bb690c8a6e028e4" providerId="LiveId" clId="{E65680E6-0D96-451C-9FAF-8E0B4B0FD165}" dt="2021-12-17T20:10:37.512" v="25343" actId="207"/>
          <ac:spMkLst>
            <pc:docMk/>
            <pc:sldMk cId="464627729" sldId="410"/>
            <ac:spMk id="16" creationId="{B52B5573-B46C-44EC-81FA-8008A7190B0A}"/>
          </ac:spMkLst>
        </pc:spChg>
        <pc:spChg chg="mod">
          <ac:chgData name="Alexandre Quach" userId="7bb690c8a6e028e4" providerId="LiveId" clId="{E65680E6-0D96-451C-9FAF-8E0B4B0FD165}" dt="2021-12-17T20:10:32.328" v="25341" actId="207"/>
          <ac:spMkLst>
            <pc:docMk/>
            <pc:sldMk cId="464627729" sldId="410"/>
            <ac:spMk id="17" creationId="{97BCF458-4F56-423F-84B5-222D89501A16}"/>
          </ac:spMkLst>
        </pc:spChg>
        <pc:spChg chg="mod">
          <ac:chgData name="Alexandre Quach" userId="7bb690c8a6e028e4" providerId="LiveId" clId="{E65680E6-0D96-451C-9FAF-8E0B4B0FD165}" dt="2021-12-17T20:10:41.522" v="25345" actId="207"/>
          <ac:spMkLst>
            <pc:docMk/>
            <pc:sldMk cId="464627729" sldId="410"/>
            <ac:spMk id="18" creationId="{6AF2BE40-00F5-4F1C-AFB4-5ADB536AD2A8}"/>
          </ac:spMkLst>
        </pc:spChg>
        <pc:spChg chg="mod">
          <ac:chgData name="Alexandre Quach" userId="7bb690c8a6e028e4" providerId="LiveId" clId="{E65680E6-0D96-451C-9FAF-8E0B4B0FD165}" dt="2021-12-17T20:10:35.206" v="25342" actId="207"/>
          <ac:spMkLst>
            <pc:docMk/>
            <pc:sldMk cId="464627729" sldId="410"/>
            <ac:spMk id="19" creationId="{5FD90B4E-40BD-4190-AB6F-0D3AE21BC089}"/>
          </ac:spMkLst>
        </pc:spChg>
        <pc:spChg chg="mod">
          <ac:chgData name="Alexandre Quach" userId="7bb690c8a6e028e4" providerId="LiveId" clId="{E65680E6-0D96-451C-9FAF-8E0B4B0FD165}" dt="2021-12-17T20:10:44.114" v="25346" actId="207"/>
          <ac:spMkLst>
            <pc:docMk/>
            <pc:sldMk cId="464627729" sldId="410"/>
            <ac:spMk id="20" creationId="{A40854DF-D32C-428D-9CAF-BCBC0ACA609C}"/>
          </ac:spMkLst>
        </pc:spChg>
      </pc:sldChg>
      <pc:sldChg chg="modSp mod">
        <pc:chgData name="Alexandre Quach" userId="7bb690c8a6e028e4" providerId="LiveId" clId="{E65680E6-0D96-451C-9FAF-8E0B4B0FD165}" dt="2021-12-17T20:48:36.354" v="25502" actId="207"/>
        <pc:sldMkLst>
          <pc:docMk/>
          <pc:sldMk cId="3528426439" sldId="411"/>
        </pc:sldMkLst>
        <pc:spChg chg="mod">
          <ac:chgData name="Alexandre Quach" userId="7bb690c8a6e028e4" providerId="LiveId" clId="{E65680E6-0D96-451C-9FAF-8E0B4B0FD165}" dt="2021-12-17T20:48:36.354" v="25502" actId="207"/>
          <ac:spMkLst>
            <pc:docMk/>
            <pc:sldMk cId="3528426439" sldId="411"/>
            <ac:spMk id="4" creationId="{8AC2879B-A09D-4A07-9144-6F09A1E41C2C}"/>
          </ac:spMkLst>
        </pc:spChg>
        <pc:spChg chg="mod">
          <ac:chgData name="Alexandre Quach" userId="7bb690c8a6e028e4" providerId="LiveId" clId="{E65680E6-0D96-451C-9FAF-8E0B4B0FD165}" dt="2021-12-17T20:48:36.354" v="25502" actId="207"/>
          <ac:spMkLst>
            <pc:docMk/>
            <pc:sldMk cId="3528426439" sldId="411"/>
            <ac:spMk id="6" creationId="{B07F917C-6D08-44B9-BA42-EF76436E1D65}"/>
          </ac:spMkLst>
        </pc:spChg>
        <pc:spChg chg="mod">
          <ac:chgData name="Alexandre Quach" userId="7bb690c8a6e028e4" providerId="LiveId" clId="{E65680E6-0D96-451C-9FAF-8E0B4B0FD165}" dt="2021-12-17T20:48:36.354" v="25502" actId="207"/>
          <ac:spMkLst>
            <pc:docMk/>
            <pc:sldMk cId="3528426439" sldId="411"/>
            <ac:spMk id="7" creationId="{D420AC2C-57C2-4221-86AD-84F316C0F3FE}"/>
          </ac:spMkLst>
        </pc:spChg>
        <pc:spChg chg="mod">
          <ac:chgData name="Alexandre Quach" userId="7bb690c8a6e028e4" providerId="LiveId" clId="{E65680E6-0D96-451C-9FAF-8E0B4B0FD165}" dt="2021-12-17T20:48:36.354" v="25502" actId="207"/>
          <ac:spMkLst>
            <pc:docMk/>
            <pc:sldMk cId="3528426439" sldId="411"/>
            <ac:spMk id="8" creationId="{0BF2A74D-8A5A-4D18-BD52-6A1AEBB19CCC}"/>
          </ac:spMkLst>
        </pc:spChg>
        <pc:spChg chg="mod">
          <ac:chgData name="Alexandre Quach" userId="7bb690c8a6e028e4" providerId="LiveId" clId="{E65680E6-0D96-451C-9FAF-8E0B4B0FD165}" dt="2021-12-17T20:48:36.354" v="25502" actId="207"/>
          <ac:spMkLst>
            <pc:docMk/>
            <pc:sldMk cId="3528426439" sldId="411"/>
            <ac:spMk id="9" creationId="{BCEF5357-C7C3-4AC9-9595-FAA98621863B}"/>
          </ac:spMkLst>
        </pc:spChg>
        <pc:spChg chg="mod">
          <ac:chgData name="Alexandre Quach" userId="7bb690c8a6e028e4" providerId="LiveId" clId="{E65680E6-0D96-451C-9FAF-8E0B4B0FD165}" dt="2021-12-17T20:48:36.354" v="25502" actId="207"/>
          <ac:spMkLst>
            <pc:docMk/>
            <pc:sldMk cId="3528426439" sldId="411"/>
            <ac:spMk id="10" creationId="{EC22A7CD-3806-45E2-8635-5B01154756FA}"/>
          </ac:spMkLst>
        </pc:spChg>
        <pc:spChg chg="mod">
          <ac:chgData name="Alexandre Quach" userId="7bb690c8a6e028e4" providerId="LiveId" clId="{E65680E6-0D96-451C-9FAF-8E0B4B0FD165}" dt="2021-12-17T20:48:36.354" v="25502" actId="207"/>
          <ac:spMkLst>
            <pc:docMk/>
            <pc:sldMk cId="3528426439" sldId="411"/>
            <ac:spMk id="11" creationId="{22D90CE2-DEFD-47E1-8682-5D6093727099}"/>
          </ac:spMkLst>
        </pc:spChg>
        <pc:spChg chg="mod">
          <ac:chgData name="Alexandre Quach" userId="7bb690c8a6e028e4" providerId="LiveId" clId="{E65680E6-0D96-451C-9FAF-8E0B4B0FD165}" dt="2021-12-17T20:48:36.354" v="25502" actId="207"/>
          <ac:spMkLst>
            <pc:docMk/>
            <pc:sldMk cId="3528426439" sldId="411"/>
            <ac:spMk id="12" creationId="{121E530D-41D3-48EA-B146-FD145EDE3EDF}"/>
          </ac:spMkLst>
        </pc:spChg>
      </pc:sldChg>
      <pc:sldChg chg="modSp mod">
        <pc:chgData name="Alexandre Quach" userId="7bb690c8a6e028e4" providerId="LiveId" clId="{E65680E6-0D96-451C-9FAF-8E0B4B0FD165}" dt="2021-12-17T20:11:06.747" v="25354" actId="207"/>
        <pc:sldMkLst>
          <pc:docMk/>
          <pc:sldMk cId="516637264" sldId="412"/>
        </pc:sldMkLst>
        <pc:spChg chg="mod">
          <ac:chgData name="Alexandre Quach" userId="7bb690c8a6e028e4" providerId="LiveId" clId="{E65680E6-0D96-451C-9FAF-8E0B4B0FD165}" dt="2021-12-17T20:10:48.623" v="25347" actId="207"/>
          <ac:spMkLst>
            <pc:docMk/>
            <pc:sldMk cId="516637264" sldId="412"/>
            <ac:spMk id="13" creationId="{1A8A0B64-28A3-451D-88AD-2FE3F232CA92}"/>
          </ac:spMkLst>
        </pc:spChg>
        <pc:spChg chg="mod">
          <ac:chgData name="Alexandre Quach" userId="7bb690c8a6e028e4" providerId="LiveId" clId="{E65680E6-0D96-451C-9FAF-8E0B4B0FD165}" dt="2021-12-17T20:10:58.645" v="25351" actId="207"/>
          <ac:spMkLst>
            <pc:docMk/>
            <pc:sldMk cId="516637264" sldId="412"/>
            <ac:spMk id="14" creationId="{6EDFFA14-CBB6-436F-97A0-F7990FD2031E}"/>
          </ac:spMkLst>
        </pc:spChg>
        <pc:spChg chg="mod">
          <ac:chgData name="Alexandre Quach" userId="7bb690c8a6e028e4" providerId="LiveId" clId="{E65680E6-0D96-451C-9FAF-8E0B4B0FD165}" dt="2021-12-17T20:10:50.989" v="25348" actId="207"/>
          <ac:spMkLst>
            <pc:docMk/>
            <pc:sldMk cId="516637264" sldId="412"/>
            <ac:spMk id="15" creationId="{59B373C1-AD7D-4ED3-A3C0-3C2690C1E85C}"/>
          </ac:spMkLst>
        </pc:spChg>
        <pc:spChg chg="mod">
          <ac:chgData name="Alexandre Quach" userId="7bb690c8a6e028e4" providerId="LiveId" clId="{E65680E6-0D96-451C-9FAF-8E0B4B0FD165}" dt="2021-12-17T20:11:01.233" v="25352" actId="207"/>
          <ac:spMkLst>
            <pc:docMk/>
            <pc:sldMk cId="516637264" sldId="412"/>
            <ac:spMk id="16" creationId="{B52B5573-B46C-44EC-81FA-8008A7190B0A}"/>
          </ac:spMkLst>
        </pc:spChg>
        <pc:spChg chg="mod">
          <ac:chgData name="Alexandre Quach" userId="7bb690c8a6e028e4" providerId="LiveId" clId="{E65680E6-0D96-451C-9FAF-8E0B4B0FD165}" dt="2021-12-17T20:10:53.385" v="25349" actId="207"/>
          <ac:spMkLst>
            <pc:docMk/>
            <pc:sldMk cId="516637264" sldId="412"/>
            <ac:spMk id="17" creationId="{97BCF458-4F56-423F-84B5-222D89501A16}"/>
          </ac:spMkLst>
        </pc:spChg>
        <pc:spChg chg="mod">
          <ac:chgData name="Alexandre Quach" userId="7bb690c8a6e028e4" providerId="LiveId" clId="{E65680E6-0D96-451C-9FAF-8E0B4B0FD165}" dt="2021-12-17T20:11:03.920" v="25353" actId="207"/>
          <ac:spMkLst>
            <pc:docMk/>
            <pc:sldMk cId="516637264" sldId="412"/>
            <ac:spMk id="18" creationId="{6AF2BE40-00F5-4F1C-AFB4-5ADB536AD2A8}"/>
          </ac:spMkLst>
        </pc:spChg>
        <pc:spChg chg="mod">
          <ac:chgData name="Alexandre Quach" userId="7bb690c8a6e028e4" providerId="LiveId" clId="{E65680E6-0D96-451C-9FAF-8E0B4B0FD165}" dt="2021-12-17T20:10:55.952" v="25350" actId="207"/>
          <ac:spMkLst>
            <pc:docMk/>
            <pc:sldMk cId="516637264" sldId="412"/>
            <ac:spMk id="19" creationId="{5FD90B4E-40BD-4190-AB6F-0D3AE21BC089}"/>
          </ac:spMkLst>
        </pc:spChg>
        <pc:spChg chg="mod">
          <ac:chgData name="Alexandre Quach" userId="7bb690c8a6e028e4" providerId="LiveId" clId="{E65680E6-0D96-451C-9FAF-8E0B4B0FD165}" dt="2021-12-17T20:11:06.747" v="25354" actId="207"/>
          <ac:spMkLst>
            <pc:docMk/>
            <pc:sldMk cId="516637264" sldId="412"/>
            <ac:spMk id="20" creationId="{A40854DF-D32C-428D-9CAF-BCBC0ACA609C}"/>
          </ac:spMkLst>
        </pc:spChg>
      </pc:sldChg>
      <pc:sldChg chg="modSp mod">
        <pc:chgData name="Alexandre Quach" userId="7bb690c8a6e028e4" providerId="LiveId" clId="{E65680E6-0D96-451C-9FAF-8E0B4B0FD165}" dt="2021-12-17T20:48:39.205" v="25503" actId="207"/>
        <pc:sldMkLst>
          <pc:docMk/>
          <pc:sldMk cId="3893239142" sldId="413"/>
        </pc:sldMkLst>
        <pc:spChg chg="mod">
          <ac:chgData name="Alexandre Quach" userId="7bb690c8a6e028e4" providerId="LiveId" clId="{E65680E6-0D96-451C-9FAF-8E0B4B0FD165}" dt="2021-12-17T20:48:39.205" v="25503" actId="207"/>
          <ac:spMkLst>
            <pc:docMk/>
            <pc:sldMk cId="3893239142" sldId="413"/>
            <ac:spMk id="4" creationId="{8AC2879B-A09D-4A07-9144-6F09A1E41C2C}"/>
          </ac:spMkLst>
        </pc:spChg>
        <pc:spChg chg="mod">
          <ac:chgData name="Alexandre Quach" userId="7bb690c8a6e028e4" providerId="LiveId" clId="{E65680E6-0D96-451C-9FAF-8E0B4B0FD165}" dt="2021-12-17T20:48:39.205" v="25503" actId="207"/>
          <ac:spMkLst>
            <pc:docMk/>
            <pc:sldMk cId="3893239142" sldId="413"/>
            <ac:spMk id="6" creationId="{B07F917C-6D08-44B9-BA42-EF76436E1D65}"/>
          </ac:spMkLst>
        </pc:spChg>
        <pc:spChg chg="mod">
          <ac:chgData name="Alexandre Quach" userId="7bb690c8a6e028e4" providerId="LiveId" clId="{E65680E6-0D96-451C-9FAF-8E0B4B0FD165}" dt="2021-12-17T20:48:39.205" v="25503" actId="207"/>
          <ac:spMkLst>
            <pc:docMk/>
            <pc:sldMk cId="3893239142" sldId="413"/>
            <ac:spMk id="7" creationId="{D420AC2C-57C2-4221-86AD-84F316C0F3FE}"/>
          </ac:spMkLst>
        </pc:spChg>
        <pc:spChg chg="mod">
          <ac:chgData name="Alexandre Quach" userId="7bb690c8a6e028e4" providerId="LiveId" clId="{E65680E6-0D96-451C-9FAF-8E0B4B0FD165}" dt="2021-12-17T20:48:39.205" v="25503" actId="207"/>
          <ac:spMkLst>
            <pc:docMk/>
            <pc:sldMk cId="3893239142" sldId="413"/>
            <ac:spMk id="8" creationId="{0BF2A74D-8A5A-4D18-BD52-6A1AEBB19CCC}"/>
          </ac:spMkLst>
        </pc:spChg>
        <pc:spChg chg="mod">
          <ac:chgData name="Alexandre Quach" userId="7bb690c8a6e028e4" providerId="LiveId" clId="{E65680E6-0D96-451C-9FAF-8E0B4B0FD165}" dt="2021-12-17T20:48:39.205" v="25503" actId="207"/>
          <ac:spMkLst>
            <pc:docMk/>
            <pc:sldMk cId="3893239142" sldId="413"/>
            <ac:spMk id="9" creationId="{BCEF5357-C7C3-4AC9-9595-FAA98621863B}"/>
          </ac:spMkLst>
        </pc:spChg>
        <pc:spChg chg="mod">
          <ac:chgData name="Alexandre Quach" userId="7bb690c8a6e028e4" providerId="LiveId" clId="{E65680E6-0D96-451C-9FAF-8E0B4B0FD165}" dt="2021-12-17T20:48:39.205" v="25503" actId="207"/>
          <ac:spMkLst>
            <pc:docMk/>
            <pc:sldMk cId="3893239142" sldId="413"/>
            <ac:spMk id="10" creationId="{EC22A7CD-3806-45E2-8635-5B01154756FA}"/>
          </ac:spMkLst>
        </pc:spChg>
        <pc:spChg chg="mod">
          <ac:chgData name="Alexandre Quach" userId="7bb690c8a6e028e4" providerId="LiveId" clId="{E65680E6-0D96-451C-9FAF-8E0B4B0FD165}" dt="2021-12-17T20:48:39.205" v="25503" actId="207"/>
          <ac:spMkLst>
            <pc:docMk/>
            <pc:sldMk cId="3893239142" sldId="413"/>
            <ac:spMk id="11" creationId="{22D90CE2-DEFD-47E1-8682-5D6093727099}"/>
          </ac:spMkLst>
        </pc:spChg>
        <pc:spChg chg="mod">
          <ac:chgData name="Alexandre Quach" userId="7bb690c8a6e028e4" providerId="LiveId" clId="{E65680E6-0D96-451C-9FAF-8E0B4B0FD165}" dt="2021-12-17T20:48:39.205" v="25503" actId="207"/>
          <ac:spMkLst>
            <pc:docMk/>
            <pc:sldMk cId="3893239142" sldId="413"/>
            <ac:spMk id="12" creationId="{121E530D-41D3-48EA-B146-FD145EDE3EDF}"/>
          </ac:spMkLst>
        </pc:spChg>
      </pc:sldChg>
      <pc:sldChg chg="modSp mod">
        <pc:chgData name="Alexandre Quach" userId="7bb690c8a6e028e4" providerId="LiveId" clId="{E65680E6-0D96-451C-9FAF-8E0B4B0FD165}" dt="2021-12-17T20:11:27.259" v="25362" actId="207"/>
        <pc:sldMkLst>
          <pc:docMk/>
          <pc:sldMk cId="2043777226" sldId="414"/>
        </pc:sldMkLst>
        <pc:spChg chg="mod">
          <ac:chgData name="Alexandre Quach" userId="7bb690c8a6e028e4" providerId="LiveId" clId="{E65680E6-0D96-451C-9FAF-8E0B4B0FD165}" dt="2021-12-17T20:11:10.317" v="25355" actId="207"/>
          <ac:spMkLst>
            <pc:docMk/>
            <pc:sldMk cId="2043777226" sldId="414"/>
            <ac:spMk id="13" creationId="{1A8A0B64-28A3-451D-88AD-2FE3F232CA92}"/>
          </ac:spMkLst>
        </pc:spChg>
        <pc:spChg chg="mod">
          <ac:chgData name="Alexandre Quach" userId="7bb690c8a6e028e4" providerId="LiveId" clId="{E65680E6-0D96-451C-9FAF-8E0B4B0FD165}" dt="2021-12-17T20:11:19.390" v="25359" actId="207"/>
          <ac:spMkLst>
            <pc:docMk/>
            <pc:sldMk cId="2043777226" sldId="414"/>
            <ac:spMk id="14" creationId="{6EDFFA14-CBB6-436F-97A0-F7990FD2031E}"/>
          </ac:spMkLst>
        </pc:spChg>
        <pc:spChg chg="mod">
          <ac:chgData name="Alexandre Quach" userId="7bb690c8a6e028e4" providerId="LiveId" clId="{E65680E6-0D96-451C-9FAF-8E0B4B0FD165}" dt="2021-12-17T20:11:12.189" v="25356" actId="207"/>
          <ac:spMkLst>
            <pc:docMk/>
            <pc:sldMk cId="2043777226" sldId="414"/>
            <ac:spMk id="15" creationId="{59B373C1-AD7D-4ED3-A3C0-3C2690C1E85C}"/>
          </ac:spMkLst>
        </pc:spChg>
        <pc:spChg chg="mod">
          <ac:chgData name="Alexandre Quach" userId="7bb690c8a6e028e4" providerId="LiveId" clId="{E65680E6-0D96-451C-9FAF-8E0B4B0FD165}" dt="2021-12-17T20:11:21.596" v="25360" actId="207"/>
          <ac:spMkLst>
            <pc:docMk/>
            <pc:sldMk cId="2043777226" sldId="414"/>
            <ac:spMk id="16" creationId="{B52B5573-B46C-44EC-81FA-8008A7190B0A}"/>
          </ac:spMkLst>
        </pc:spChg>
        <pc:spChg chg="mod">
          <ac:chgData name="Alexandre Quach" userId="7bb690c8a6e028e4" providerId="LiveId" clId="{E65680E6-0D96-451C-9FAF-8E0B4B0FD165}" dt="2021-12-17T20:11:14.955" v="25357" actId="207"/>
          <ac:spMkLst>
            <pc:docMk/>
            <pc:sldMk cId="2043777226" sldId="414"/>
            <ac:spMk id="17" creationId="{97BCF458-4F56-423F-84B5-222D89501A16}"/>
          </ac:spMkLst>
        </pc:spChg>
        <pc:spChg chg="mod">
          <ac:chgData name="Alexandre Quach" userId="7bb690c8a6e028e4" providerId="LiveId" clId="{E65680E6-0D96-451C-9FAF-8E0B4B0FD165}" dt="2021-12-17T20:11:24.083" v="25361" actId="207"/>
          <ac:spMkLst>
            <pc:docMk/>
            <pc:sldMk cId="2043777226" sldId="414"/>
            <ac:spMk id="18" creationId="{6AF2BE40-00F5-4F1C-AFB4-5ADB536AD2A8}"/>
          </ac:spMkLst>
        </pc:spChg>
        <pc:spChg chg="mod">
          <ac:chgData name="Alexandre Quach" userId="7bb690c8a6e028e4" providerId="LiveId" clId="{E65680E6-0D96-451C-9FAF-8E0B4B0FD165}" dt="2021-12-17T20:11:16.947" v="25358" actId="207"/>
          <ac:spMkLst>
            <pc:docMk/>
            <pc:sldMk cId="2043777226" sldId="414"/>
            <ac:spMk id="19" creationId="{5FD90B4E-40BD-4190-AB6F-0D3AE21BC089}"/>
          </ac:spMkLst>
        </pc:spChg>
        <pc:spChg chg="mod">
          <ac:chgData name="Alexandre Quach" userId="7bb690c8a6e028e4" providerId="LiveId" clId="{E65680E6-0D96-451C-9FAF-8E0B4B0FD165}" dt="2021-12-17T20:11:27.259" v="25362" actId="207"/>
          <ac:spMkLst>
            <pc:docMk/>
            <pc:sldMk cId="2043777226" sldId="414"/>
            <ac:spMk id="20" creationId="{A40854DF-D32C-428D-9CAF-BCBC0ACA609C}"/>
          </ac:spMkLst>
        </pc:spChg>
      </pc:sldChg>
      <pc:sldChg chg="modSp add del mod">
        <pc:chgData name="Alexandre Quach" userId="7bb690c8a6e028e4" providerId="LiveId" clId="{E65680E6-0D96-451C-9FAF-8E0B4B0FD165}" dt="2021-12-08T14:54:47.096" v="1384" actId="47"/>
        <pc:sldMkLst>
          <pc:docMk/>
          <pc:sldMk cId="684836946" sldId="415"/>
        </pc:sldMkLst>
        <pc:spChg chg="mod">
          <ac:chgData name="Alexandre Quach" userId="7bb690c8a6e028e4" providerId="LiveId" clId="{E65680E6-0D96-451C-9FAF-8E0B4B0FD165}" dt="2021-12-08T14:54:43.419" v="1383" actId="20577"/>
          <ac:spMkLst>
            <pc:docMk/>
            <pc:sldMk cId="684836946" sldId="415"/>
            <ac:spMk id="2" creationId="{A0B32EE7-F3E3-4CC6-B739-FDCD7529653F}"/>
          </ac:spMkLst>
        </pc:spChg>
      </pc:sldChg>
      <pc:sldChg chg="modSp add del mod">
        <pc:chgData name="Alexandre Quach" userId="7bb690c8a6e028e4" providerId="LiveId" clId="{E65680E6-0D96-451C-9FAF-8E0B4B0FD165}" dt="2021-12-14T21:07:13.017" v="5975" actId="47"/>
        <pc:sldMkLst>
          <pc:docMk/>
          <pc:sldMk cId="2572683966" sldId="415"/>
        </pc:sldMkLst>
        <pc:spChg chg="mod">
          <ac:chgData name="Alexandre Quach" userId="7bb690c8a6e028e4" providerId="LiveId" clId="{E65680E6-0D96-451C-9FAF-8E0B4B0FD165}" dt="2021-12-14T20:33:26.419" v="5472" actId="6549"/>
          <ac:spMkLst>
            <pc:docMk/>
            <pc:sldMk cId="2572683966" sldId="415"/>
            <ac:spMk id="13" creationId="{1A8A0B64-28A3-451D-88AD-2FE3F232CA92}"/>
          </ac:spMkLst>
        </pc:spChg>
        <pc:spChg chg="mod">
          <ac:chgData name="Alexandre Quach" userId="7bb690c8a6e028e4" providerId="LiveId" clId="{E65680E6-0D96-451C-9FAF-8E0B4B0FD165}" dt="2021-12-14T20:33:36.943" v="5477" actId="20577"/>
          <ac:spMkLst>
            <pc:docMk/>
            <pc:sldMk cId="2572683966" sldId="415"/>
            <ac:spMk id="14" creationId="{6EDFFA14-CBB6-436F-97A0-F7990FD2031E}"/>
          </ac:spMkLst>
        </pc:spChg>
        <pc:spChg chg="mod">
          <ac:chgData name="Alexandre Quach" userId="7bb690c8a6e028e4" providerId="LiveId" clId="{E65680E6-0D96-451C-9FAF-8E0B4B0FD165}" dt="2021-12-14T20:33:27.869" v="5473" actId="6549"/>
          <ac:spMkLst>
            <pc:docMk/>
            <pc:sldMk cId="2572683966" sldId="415"/>
            <ac:spMk id="15" creationId="{59B373C1-AD7D-4ED3-A3C0-3C2690C1E85C}"/>
          </ac:spMkLst>
        </pc:spChg>
        <pc:spChg chg="mod">
          <ac:chgData name="Alexandre Quach" userId="7bb690c8a6e028e4" providerId="LiveId" clId="{E65680E6-0D96-451C-9FAF-8E0B4B0FD165}" dt="2021-12-14T20:33:39.881" v="5478" actId="20577"/>
          <ac:spMkLst>
            <pc:docMk/>
            <pc:sldMk cId="2572683966" sldId="415"/>
            <ac:spMk id="16" creationId="{B52B5573-B46C-44EC-81FA-8008A7190B0A}"/>
          </ac:spMkLst>
        </pc:spChg>
        <pc:spChg chg="mod">
          <ac:chgData name="Alexandre Quach" userId="7bb690c8a6e028e4" providerId="LiveId" clId="{E65680E6-0D96-451C-9FAF-8E0B4B0FD165}" dt="2021-12-14T20:33:31.245" v="5475" actId="20577"/>
          <ac:spMkLst>
            <pc:docMk/>
            <pc:sldMk cId="2572683966" sldId="415"/>
            <ac:spMk id="17" creationId="{97BCF458-4F56-423F-84B5-222D89501A16}"/>
          </ac:spMkLst>
        </pc:spChg>
        <pc:spChg chg="mod">
          <ac:chgData name="Alexandre Quach" userId="7bb690c8a6e028e4" providerId="LiveId" clId="{E65680E6-0D96-451C-9FAF-8E0B4B0FD165}" dt="2021-12-14T20:33:43.305" v="5479" actId="20577"/>
          <ac:spMkLst>
            <pc:docMk/>
            <pc:sldMk cId="2572683966" sldId="415"/>
            <ac:spMk id="18" creationId="{6AF2BE40-00F5-4F1C-AFB4-5ADB536AD2A8}"/>
          </ac:spMkLst>
        </pc:spChg>
        <pc:spChg chg="mod">
          <ac:chgData name="Alexandre Quach" userId="7bb690c8a6e028e4" providerId="LiveId" clId="{E65680E6-0D96-451C-9FAF-8E0B4B0FD165}" dt="2021-12-14T20:33:33.867" v="5476" actId="6549"/>
          <ac:spMkLst>
            <pc:docMk/>
            <pc:sldMk cId="2572683966" sldId="415"/>
            <ac:spMk id="19" creationId="{5FD90B4E-40BD-4190-AB6F-0D3AE21BC089}"/>
          </ac:spMkLst>
        </pc:spChg>
        <pc:spChg chg="mod">
          <ac:chgData name="Alexandre Quach" userId="7bb690c8a6e028e4" providerId="LiveId" clId="{E65680E6-0D96-451C-9FAF-8E0B4B0FD165}" dt="2021-12-14T20:33:45.680" v="5480" actId="20577"/>
          <ac:spMkLst>
            <pc:docMk/>
            <pc:sldMk cId="2572683966" sldId="415"/>
            <ac:spMk id="20" creationId="{A40854DF-D32C-428D-9CAF-BCBC0ACA609C}"/>
          </ac:spMkLst>
        </pc:spChg>
      </pc:sldChg>
      <pc:sldChg chg="modSp add mod">
        <pc:chgData name="Alexandre Quach" userId="7bb690c8a6e028e4" providerId="LiveId" clId="{E65680E6-0D96-451C-9FAF-8E0B4B0FD165}" dt="2021-12-17T20:48:16.108" v="25496" actId="207"/>
        <pc:sldMkLst>
          <pc:docMk/>
          <pc:sldMk cId="2994520579" sldId="415"/>
        </pc:sldMkLst>
        <pc:spChg chg="mod">
          <ac:chgData name="Alexandre Quach" userId="7bb690c8a6e028e4" providerId="LiveId" clId="{E65680E6-0D96-451C-9FAF-8E0B4B0FD165}" dt="2021-12-17T20:48:16.108" v="25496" actId="207"/>
          <ac:spMkLst>
            <pc:docMk/>
            <pc:sldMk cId="2994520579" sldId="415"/>
            <ac:spMk id="4" creationId="{8AC2879B-A09D-4A07-9144-6F09A1E41C2C}"/>
          </ac:spMkLst>
        </pc:spChg>
        <pc:spChg chg="mod">
          <ac:chgData name="Alexandre Quach" userId="7bb690c8a6e028e4" providerId="LiveId" clId="{E65680E6-0D96-451C-9FAF-8E0B4B0FD165}" dt="2021-12-17T20:48:16.108" v="25496" actId="207"/>
          <ac:spMkLst>
            <pc:docMk/>
            <pc:sldMk cId="2994520579" sldId="415"/>
            <ac:spMk id="6" creationId="{B07F917C-6D08-44B9-BA42-EF76436E1D65}"/>
          </ac:spMkLst>
        </pc:spChg>
        <pc:spChg chg="mod">
          <ac:chgData name="Alexandre Quach" userId="7bb690c8a6e028e4" providerId="LiveId" clId="{E65680E6-0D96-451C-9FAF-8E0B4B0FD165}" dt="2021-12-17T20:48:16.108" v="25496" actId="207"/>
          <ac:spMkLst>
            <pc:docMk/>
            <pc:sldMk cId="2994520579" sldId="415"/>
            <ac:spMk id="7" creationId="{D420AC2C-57C2-4221-86AD-84F316C0F3FE}"/>
          </ac:spMkLst>
        </pc:spChg>
        <pc:spChg chg="mod">
          <ac:chgData name="Alexandre Quach" userId="7bb690c8a6e028e4" providerId="LiveId" clId="{E65680E6-0D96-451C-9FAF-8E0B4B0FD165}" dt="2021-12-17T20:48:16.108" v="25496" actId="207"/>
          <ac:spMkLst>
            <pc:docMk/>
            <pc:sldMk cId="2994520579" sldId="415"/>
            <ac:spMk id="8" creationId="{0BF2A74D-8A5A-4D18-BD52-6A1AEBB19CCC}"/>
          </ac:spMkLst>
        </pc:spChg>
        <pc:spChg chg="mod">
          <ac:chgData name="Alexandre Quach" userId="7bb690c8a6e028e4" providerId="LiveId" clId="{E65680E6-0D96-451C-9FAF-8E0B4B0FD165}" dt="2021-12-17T20:48:16.108" v="25496" actId="207"/>
          <ac:spMkLst>
            <pc:docMk/>
            <pc:sldMk cId="2994520579" sldId="415"/>
            <ac:spMk id="9" creationId="{BCEF5357-C7C3-4AC9-9595-FAA98621863B}"/>
          </ac:spMkLst>
        </pc:spChg>
        <pc:spChg chg="mod">
          <ac:chgData name="Alexandre Quach" userId="7bb690c8a6e028e4" providerId="LiveId" clId="{E65680E6-0D96-451C-9FAF-8E0B4B0FD165}" dt="2021-12-17T20:48:16.108" v="25496" actId="207"/>
          <ac:spMkLst>
            <pc:docMk/>
            <pc:sldMk cId="2994520579" sldId="415"/>
            <ac:spMk id="10" creationId="{EC22A7CD-3806-45E2-8635-5B01154756FA}"/>
          </ac:spMkLst>
        </pc:spChg>
        <pc:spChg chg="mod">
          <ac:chgData name="Alexandre Quach" userId="7bb690c8a6e028e4" providerId="LiveId" clId="{E65680E6-0D96-451C-9FAF-8E0B4B0FD165}" dt="2021-12-17T20:48:16.108" v="25496" actId="207"/>
          <ac:spMkLst>
            <pc:docMk/>
            <pc:sldMk cId="2994520579" sldId="415"/>
            <ac:spMk id="11" creationId="{22D90CE2-DEFD-47E1-8682-5D6093727099}"/>
          </ac:spMkLst>
        </pc:spChg>
        <pc:spChg chg="mod">
          <ac:chgData name="Alexandre Quach" userId="7bb690c8a6e028e4" providerId="LiveId" clId="{E65680E6-0D96-451C-9FAF-8E0B4B0FD165}" dt="2021-12-17T20:48:16.108" v="25496" actId="207"/>
          <ac:spMkLst>
            <pc:docMk/>
            <pc:sldMk cId="2994520579" sldId="415"/>
            <ac:spMk id="12" creationId="{121E530D-41D3-48EA-B146-FD145EDE3EDF}"/>
          </ac:spMkLst>
        </pc:spChg>
      </pc:sldChg>
      <pc:sldChg chg="modSp add mod replId">
        <pc:chgData name="Alexandre Quach" userId="7bb690c8a6e028e4" providerId="LiveId" clId="{E65680E6-0D96-451C-9FAF-8E0B4B0FD165}" dt="2021-12-17T20:13:43.138" v="25438" actId="6549"/>
        <pc:sldMkLst>
          <pc:docMk/>
          <pc:sldMk cId="2321249390" sldId="416"/>
        </pc:sldMkLst>
        <pc:spChg chg="mod">
          <ac:chgData name="Alexandre Quach" userId="7bb690c8a6e028e4" providerId="LiveId" clId="{E65680E6-0D96-451C-9FAF-8E0B4B0FD165}" dt="2021-12-17T20:07:52.738" v="25281" actId="207"/>
          <ac:spMkLst>
            <pc:docMk/>
            <pc:sldMk cId="2321249390" sldId="416"/>
            <ac:spMk id="13" creationId="{1A8A0B64-28A3-451D-88AD-2FE3F232CA92}"/>
          </ac:spMkLst>
        </pc:spChg>
        <pc:spChg chg="mod">
          <ac:chgData name="Alexandre Quach" userId="7bb690c8a6e028e4" providerId="LiveId" clId="{E65680E6-0D96-451C-9FAF-8E0B4B0FD165}" dt="2021-12-17T20:08:05.284" v="25287" actId="207"/>
          <ac:spMkLst>
            <pc:docMk/>
            <pc:sldMk cId="2321249390" sldId="416"/>
            <ac:spMk id="14" creationId="{6EDFFA14-CBB6-436F-97A0-F7990FD2031E}"/>
          </ac:spMkLst>
        </pc:spChg>
        <pc:spChg chg="mod">
          <ac:chgData name="Alexandre Quach" userId="7bb690c8a6e028e4" providerId="LiveId" clId="{E65680E6-0D96-451C-9FAF-8E0B4B0FD165}" dt="2021-12-17T20:07:56.880" v="25283" actId="207"/>
          <ac:spMkLst>
            <pc:docMk/>
            <pc:sldMk cId="2321249390" sldId="416"/>
            <ac:spMk id="15" creationId="{59B373C1-AD7D-4ED3-A3C0-3C2690C1E85C}"/>
          </ac:spMkLst>
        </pc:spChg>
        <pc:spChg chg="mod">
          <ac:chgData name="Alexandre Quach" userId="7bb690c8a6e028e4" providerId="LiveId" clId="{E65680E6-0D96-451C-9FAF-8E0B4B0FD165}" dt="2021-12-17T20:08:07.621" v="25288" actId="207"/>
          <ac:spMkLst>
            <pc:docMk/>
            <pc:sldMk cId="2321249390" sldId="416"/>
            <ac:spMk id="16" creationId="{B52B5573-B46C-44EC-81FA-8008A7190B0A}"/>
          </ac:spMkLst>
        </pc:spChg>
        <pc:spChg chg="mod">
          <ac:chgData name="Alexandre Quach" userId="7bb690c8a6e028e4" providerId="LiveId" clId="{E65680E6-0D96-451C-9FAF-8E0B4B0FD165}" dt="2021-12-17T20:08:00.705" v="25285" actId="207"/>
          <ac:spMkLst>
            <pc:docMk/>
            <pc:sldMk cId="2321249390" sldId="416"/>
            <ac:spMk id="17" creationId="{97BCF458-4F56-423F-84B5-222D89501A16}"/>
          </ac:spMkLst>
        </pc:spChg>
        <pc:spChg chg="mod">
          <ac:chgData name="Alexandre Quach" userId="7bb690c8a6e028e4" providerId="LiveId" clId="{E65680E6-0D96-451C-9FAF-8E0B4B0FD165}" dt="2021-12-17T20:08:09.913" v="25289" actId="207"/>
          <ac:spMkLst>
            <pc:docMk/>
            <pc:sldMk cId="2321249390" sldId="416"/>
            <ac:spMk id="18" creationId="{6AF2BE40-00F5-4F1C-AFB4-5ADB536AD2A8}"/>
          </ac:spMkLst>
        </pc:spChg>
        <pc:spChg chg="mod">
          <ac:chgData name="Alexandre Quach" userId="7bb690c8a6e028e4" providerId="LiveId" clId="{E65680E6-0D96-451C-9FAF-8E0B4B0FD165}" dt="2021-12-17T20:08:03.009" v="25286" actId="207"/>
          <ac:spMkLst>
            <pc:docMk/>
            <pc:sldMk cId="2321249390" sldId="416"/>
            <ac:spMk id="19" creationId="{5FD90B4E-40BD-4190-AB6F-0D3AE21BC089}"/>
          </ac:spMkLst>
        </pc:spChg>
        <pc:spChg chg="mod">
          <ac:chgData name="Alexandre Quach" userId="7bb690c8a6e028e4" providerId="LiveId" clId="{E65680E6-0D96-451C-9FAF-8E0B4B0FD165}" dt="2021-12-17T20:13:43.138" v="25438" actId="6549"/>
          <ac:spMkLst>
            <pc:docMk/>
            <pc:sldMk cId="2321249390" sldId="416"/>
            <ac:spMk id="20" creationId="{A40854DF-D32C-428D-9CAF-BCBC0ACA609C}"/>
          </ac:spMkLst>
        </pc:spChg>
      </pc:sldChg>
      <pc:sldChg chg="add del">
        <pc:chgData name="Alexandre Quach" userId="7bb690c8a6e028e4" providerId="LiveId" clId="{E65680E6-0D96-451C-9FAF-8E0B4B0FD165}" dt="2021-12-14T21:07:16.275" v="5976" actId="47"/>
        <pc:sldMkLst>
          <pc:docMk/>
          <pc:sldMk cId="2417848634" sldId="416"/>
        </pc:sldMkLst>
      </pc:sldChg>
      <pc:sldChg chg="addSp delSp modSp add mod">
        <pc:chgData name="Alexandre Quach" userId="7bb690c8a6e028e4" providerId="LiveId" clId="{E65680E6-0D96-451C-9FAF-8E0B4B0FD165}" dt="2021-12-15T23:21:31.454" v="24964" actId="1076"/>
        <pc:sldMkLst>
          <pc:docMk/>
          <pc:sldMk cId="4215553693" sldId="417"/>
        </pc:sldMkLst>
        <pc:spChg chg="mod">
          <ac:chgData name="Alexandre Quach" userId="7bb690c8a6e028e4" providerId="LiveId" clId="{E65680E6-0D96-451C-9FAF-8E0B4B0FD165}" dt="2021-12-15T07:17:38.867" v="11587"/>
          <ac:spMkLst>
            <pc:docMk/>
            <pc:sldMk cId="4215553693" sldId="417"/>
            <ac:spMk id="2" creationId="{A0B32EE7-F3E3-4CC6-B739-FDCD7529653F}"/>
          </ac:spMkLst>
        </pc:spChg>
        <pc:spChg chg="mod">
          <ac:chgData name="Alexandre Quach" userId="7bb690c8a6e028e4" providerId="LiveId" clId="{E65680E6-0D96-451C-9FAF-8E0B4B0FD165}" dt="2021-12-15T07:33:27.665" v="12659" actId="1076"/>
          <ac:spMkLst>
            <pc:docMk/>
            <pc:sldMk cId="4215553693" sldId="417"/>
            <ac:spMk id="36" creationId="{77A8C286-0103-4E75-86B2-02A5BB523BB0}"/>
          </ac:spMkLst>
        </pc:spChg>
        <pc:spChg chg="mod">
          <ac:chgData name="Alexandre Quach" userId="7bb690c8a6e028e4" providerId="LiveId" clId="{E65680E6-0D96-451C-9FAF-8E0B4B0FD165}" dt="2021-12-15T07:33:27.665" v="12659" actId="1076"/>
          <ac:spMkLst>
            <pc:docMk/>
            <pc:sldMk cId="4215553693" sldId="417"/>
            <ac:spMk id="37" creationId="{81FABDB2-5F36-43A0-A4BA-857C00FB157E}"/>
          </ac:spMkLst>
        </pc:spChg>
        <pc:spChg chg="del">
          <ac:chgData name="Alexandre Quach" userId="7bb690c8a6e028e4" providerId="LiveId" clId="{E65680E6-0D96-451C-9FAF-8E0B4B0FD165}" dt="2021-12-15T07:17:28.633" v="11559" actId="478"/>
          <ac:spMkLst>
            <pc:docMk/>
            <pc:sldMk cId="4215553693" sldId="417"/>
            <ac:spMk id="38" creationId="{2FFFC4A9-3195-4BBF-98F2-C311CCA44501}"/>
          </ac:spMkLst>
        </pc:spChg>
        <pc:spChg chg="del">
          <ac:chgData name="Alexandre Quach" userId="7bb690c8a6e028e4" providerId="LiveId" clId="{E65680E6-0D96-451C-9FAF-8E0B4B0FD165}" dt="2021-12-15T07:17:28.633" v="11559" actId="478"/>
          <ac:spMkLst>
            <pc:docMk/>
            <pc:sldMk cId="4215553693" sldId="417"/>
            <ac:spMk id="39" creationId="{471AFDAA-FC4F-4961-9328-743A73D6DE2D}"/>
          </ac:spMkLst>
        </pc:spChg>
        <pc:spChg chg="del">
          <ac:chgData name="Alexandre Quach" userId="7bb690c8a6e028e4" providerId="LiveId" clId="{E65680E6-0D96-451C-9FAF-8E0B4B0FD165}" dt="2021-12-15T07:17:28.633" v="11559" actId="478"/>
          <ac:spMkLst>
            <pc:docMk/>
            <pc:sldMk cId="4215553693" sldId="417"/>
            <ac:spMk id="40" creationId="{EBF1E477-6A9A-4E99-9EF9-1EB3662C2624}"/>
          </ac:spMkLst>
        </pc:spChg>
        <pc:spChg chg="del">
          <ac:chgData name="Alexandre Quach" userId="7bb690c8a6e028e4" providerId="LiveId" clId="{E65680E6-0D96-451C-9FAF-8E0B4B0FD165}" dt="2021-12-15T07:17:28.633" v="11559" actId="478"/>
          <ac:spMkLst>
            <pc:docMk/>
            <pc:sldMk cId="4215553693" sldId="417"/>
            <ac:spMk id="41" creationId="{B0CB7A4D-3AE5-46A6-9A60-F4E2CDBBAF18}"/>
          </ac:spMkLst>
        </pc:spChg>
        <pc:spChg chg="del">
          <ac:chgData name="Alexandre Quach" userId="7bb690c8a6e028e4" providerId="LiveId" clId="{E65680E6-0D96-451C-9FAF-8E0B4B0FD165}" dt="2021-12-15T07:17:28.633" v="11559" actId="478"/>
          <ac:spMkLst>
            <pc:docMk/>
            <pc:sldMk cId="4215553693" sldId="417"/>
            <ac:spMk id="42" creationId="{C43ACB17-6886-429D-9EEC-302F532D5827}"/>
          </ac:spMkLst>
        </pc:spChg>
        <pc:spChg chg="del">
          <ac:chgData name="Alexandre Quach" userId="7bb690c8a6e028e4" providerId="LiveId" clId="{E65680E6-0D96-451C-9FAF-8E0B4B0FD165}" dt="2021-12-15T07:17:28.633" v="11559" actId="478"/>
          <ac:spMkLst>
            <pc:docMk/>
            <pc:sldMk cId="4215553693" sldId="417"/>
            <ac:spMk id="43" creationId="{C4806111-9902-4A5F-ABC6-C777DE25E00F}"/>
          </ac:spMkLst>
        </pc:spChg>
        <pc:spChg chg="del">
          <ac:chgData name="Alexandre Quach" userId="7bb690c8a6e028e4" providerId="LiveId" clId="{E65680E6-0D96-451C-9FAF-8E0B4B0FD165}" dt="2021-12-15T07:17:28.633" v="11559" actId="478"/>
          <ac:spMkLst>
            <pc:docMk/>
            <pc:sldMk cId="4215553693" sldId="417"/>
            <ac:spMk id="60" creationId="{5F436F8C-C572-4057-8031-5F995DB25E4D}"/>
          </ac:spMkLst>
        </pc:spChg>
        <pc:spChg chg="del">
          <ac:chgData name="Alexandre Quach" userId="7bb690c8a6e028e4" providerId="LiveId" clId="{E65680E6-0D96-451C-9FAF-8E0B4B0FD165}" dt="2021-12-15T07:17:28.633" v="11559" actId="478"/>
          <ac:spMkLst>
            <pc:docMk/>
            <pc:sldMk cId="4215553693" sldId="417"/>
            <ac:spMk id="66" creationId="{A4E1E218-A308-48F0-8CCF-04AD270B21CB}"/>
          </ac:spMkLst>
        </pc:spChg>
        <pc:spChg chg="del">
          <ac:chgData name="Alexandre Quach" userId="7bb690c8a6e028e4" providerId="LiveId" clId="{E65680E6-0D96-451C-9FAF-8E0B4B0FD165}" dt="2021-12-15T07:17:28.633" v="11559" actId="478"/>
          <ac:spMkLst>
            <pc:docMk/>
            <pc:sldMk cId="4215553693" sldId="417"/>
            <ac:spMk id="69" creationId="{6887FE2F-0346-407E-BA9B-1095B889E9D1}"/>
          </ac:spMkLst>
        </pc:spChg>
        <pc:spChg chg="del">
          <ac:chgData name="Alexandre Quach" userId="7bb690c8a6e028e4" providerId="LiveId" clId="{E65680E6-0D96-451C-9FAF-8E0B4B0FD165}" dt="2021-12-15T07:17:28.633" v="11559" actId="478"/>
          <ac:spMkLst>
            <pc:docMk/>
            <pc:sldMk cId="4215553693" sldId="417"/>
            <ac:spMk id="70" creationId="{94A84F28-A4A2-4DB1-B1A1-11F87D21DB56}"/>
          </ac:spMkLst>
        </pc:spChg>
        <pc:spChg chg="del">
          <ac:chgData name="Alexandre Quach" userId="7bb690c8a6e028e4" providerId="LiveId" clId="{E65680E6-0D96-451C-9FAF-8E0B4B0FD165}" dt="2021-12-15T07:17:28.633" v="11559" actId="478"/>
          <ac:spMkLst>
            <pc:docMk/>
            <pc:sldMk cId="4215553693" sldId="417"/>
            <ac:spMk id="71" creationId="{8CE7D88D-4618-4F34-97EA-2A15D8C557AF}"/>
          </ac:spMkLst>
        </pc:spChg>
        <pc:spChg chg="del">
          <ac:chgData name="Alexandre Quach" userId="7bb690c8a6e028e4" providerId="LiveId" clId="{E65680E6-0D96-451C-9FAF-8E0B4B0FD165}" dt="2021-12-15T07:17:28.633" v="11559" actId="478"/>
          <ac:spMkLst>
            <pc:docMk/>
            <pc:sldMk cId="4215553693" sldId="417"/>
            <ac:spMk id="72" creationId="{246EA4AD-6990-4BC9-8FB6-95255F89C7C5}"/>
          </ac:spMkLst>
        </pc:spChg>
        <pc:spChg chg="del">
          <ac:chgData name="Alexandre Quach" userId="7bb690c8a6e028e4" providerId="LiveId" clId="{E65680E6-0D96-451C-9FAF-8E0B4B0FD165}" dt="2021-12-15T07:17:28.633" v="11559" actId="478"/>
          <ac:spMkLst>
            <pc:docMk/>
            <pc:sldMk cId="4215553693" sldId="417"/>
            <ac:spMk id="73" creationId="{CABEFD50-8F33-4C13-91A8-3032EC8A29DF}"/>
          </ac:spMkLst>
        </pc:spChg>
        <pc:spChg chg="del">
          <ac:chgData name="Alexandre Quach" userId="7bb690c8a6e028e4" providerId="LiveId" clId="{E65680E6-0D96-451C-9FAF-8E0B4B0FD165}" dt="2021-12-15T07:17:28.633" v="11559" actId="478"/>
          <ac:spMkLst>
            <pc:docMk/>
            <pc:sldMk cId="4215553693" sldId="417"/>
            <ac:spMk id="74" creationId="{68B20AB6-A2FB-479C-AF4E-FCE00BBA5F0C}"/>
          </ac:spMkLst>
        </pc:spChg>
        <pc:spChg chg="del">
          <ac:chgData name="Alexandre Quach" userId="7bb690c8a6e028e4" providerId="LiveId" clId="{E65680E6-0D96-451C-9FAF-8E0B4B0FD165}" dt="2021-12-15T07:17:28.633" v="11559" actId="478"/>
          <ac:spMkLst>
            <pc:docMk/>
            <pc:sldMk cId="4215553693" sldId="417"/>
            <ac:spMk id="75" creationId="{49BC6A1F-4135-444C-AE6B-91AA968EDEAE}"/>
          </ac:spMkLst>
        </pc:spChg>
        <pc:spChg chg="del">
          <ac:chgData name="Alexandre Quach" userId="7bb690c8a6e028e4" providerId="LiveId" clId="{E65680E6-0D96-451C-9FAF-8E0B4B0FD165}" dt="2021-12-15T07:17:28.633" v="11559" actId="478"/>
          <ac:spMkLst>
            <pc:docMk/>
            <pc:sldMk cId="4215553693" sldId="417"/>
            <ac:spMk id="76" creationId="{28D3A6FA-A4AA-44F1-B39F-8F43BD7DFAD0}"/>
          </ac:spMkLst>
        </pc:spChg>
        <pc:spChg chg="del">
          <ac:chgData name="Alexandre Quach" userId="7bb690c8a6e028e4" providerId="LiveId" clId="{E65680E6-0D96-451C-9FAF-8E0B4B0FD165}" dt="2021-12-15T07:17:28.633" v="11559" actId="478"/>
          <ac:spMkLst>
            <pc:docMk/>
            <pc:sldMk cId="4215553693" sldId="417"/>
            <ac:spMk id="77" creationId="{ED0B1025-49E1-45E6-BB9C-16C051A29236}"/>
          </ac:spMkLst>
        </pc:spChg>
        <pc:spChg chg="add mod">
          <ac:chgData name="Alexandre Quach" userId="7bb690c8a6e028e4" providerId="LiveId" clId="{E65680E6-0D96-451C-9FAF-8E0B4B0FD165}" dt="2021-12-15T07:29:03.689" v="12598" actId="1076"/>
          <ac:spMkLst>
            <pc:docMk/>
            <pc:sldMk cId="4215553693" sldId="417"/>
            <ac:spMk id="78" creationId="{7B343433-A7D8-410F-BCE5-E033FCDA911A}"/>
          </ac:spMkLst>
        </pc:spChg>
        <pc:spChg chg="add mod">
          <ac:chgData name="Alexandre Quach" userId="7bb690c8a6e028e4" providerId="LiveId" clId="{E65680E6-0D96-451C-9FAF-8E0B4B0FD165}" dt="2021-12-15T23:21:29.324" v="24962" actId="164"/>
          <ac:spMkLst>
            <pc:docMk/>
            <pc:sldMk cId="4215553693" sldId="417"/>
            <ac:spMk id="79" creationId="{BEEB47F6-548C-4D11-9B4E-CC52727B5533}"/>
          </ac:spMkLst>
        </pc:spChg>
        <pc:spChg chg="add mod">
          <ac:chgData name="Alexandre Quach" userId="7bb690c8a6e028e4" providerId="LiveId" clId="{E65680E6-0D96-451C-9FAF-8E0B4B0FD165}" dt="2021-12-15T07:33:41.088" v="12660" actId="1076"/>
          <ac:spMkLst>
            <pc:docMk/>
            <pc:sldMk cId="4215553693" sldId="417"/>
            <ac:spMk id="80" creationId="{01729CE5-31C7-49CC-8CF4-DB3A2C070F2B}"/>
          </ac:spMkLst>
        </pc:spChg>
        <pc:spChg chg="add del mod">
          <ac:chgData name="Alexandre Quach" userId="7bb690c8a6e028e4" providerId="LiveId" clId="{E65680E6-0D96-451C-9FAF-8E0B4B0FD165}" dt="2021-12-15T07:27:38.058" v="12578"/>
          <ac:spMkLst>
            <pc:docMk/>
            <pc:sldMk cId="4215553693" sldId="417"/>
            <ac:spMk id="81" creationId="{72442707-C96A-459F-B672-1EA831BA1BA4}"/>
          </ac:spMkLst>
        </pc:spChg>
        <pc:spChg chg="del">
          <ac:chgData name="Alexandre Quach" userId="7bb690c8a6e028e4" providerId="LiveId" clId="{E65680E6-0D96-451C-9FAF-8E0B4B0FD165}" dt="2021-12-15T07:17:28.633" v="11559" actId="478"/>
          <ac:spMkLst>
            <pc:docMk/>
            <pc:sldMk cId="4215553693" sldId="417"/>
            <ac:spMk id="82" creationId="{A290772D-6052-47B9-975D-DFD539FD11E2}"/>
          </ac:spMkLst>
        </pc:spChg>
        <pc:spChg chg="del">
          <ac:chgData name="Alexandre Quach" userId="7bb690c8a6e028e4" providerId="LiveId" clId="{E65680E6-0D96-451C-9FAF-8E0B4B0FD165}" dt="2021-12-15T07:17:28.633" v="11559" actId="478"/>
          <ac:spMkLst>
            <pc:docMk/>
            <pc:sldMk cId="4215553693" sldId="417"/>
            <ac:spMk id="83" creationId="{E008B018-30F4-468B-8245-5D39CBCBE97A}"/>
          </ac:spMkLst>
        </pc:spChg>
        <pc:spChg chg="mod">
          <ac:chgData name="Alexandre Quach" userId="7bb690c8a6e028e4" providerId="LiveId" clId="{E65680E6-0D96-451C-9FAF-8E0B4B0FD165}" dt="2021-12-15T14:51:22.043" v="20106" actId="20577"/>
          <ac:spMkLst>
            <pc:docMk/>
            <pc:sldMk cId="4215553693" sldId="417"/>
            <ac:spMk id="84" creationId="{9BFDFA05-3831-4908-815A-F5DB2675E36D}"/>
          </ac:spMkLst>
        </pc:spChg>
        <pc:spChg chg="add mod">
          <ac:chgData name="Alexandre Quach" userId="7bb690c8a6e028e4" providerId="LiveId" clId="{E65680E6-0D96-451C-9FAF-8E0B4B0FD165}" dt="2021-12-15T07:30:29.971" v="12614" actId="1076"/>
          <ac:spMkLst>
            <pc:docMk/>
            <pc:sldMk cId="4215553693" sldId="417"/>
            <ac:spMk id="88" creationId="{BA185F27-5CAD-4CD2-899A-9E7B8DA0B510}"/>
          </ac:spMkLst>
        </pc:spChg>
        <pc:spChg chg="add mod">
          <ac:chgData name="Alexandre Quach" userId="7bb690c8a6e028e4" providerId="LiveId" clId="{E65680E6-0D96-451C-9FAF-8E0B4B0FD165}" dt="2021-12-15T07:30:29.971" v="12614" actId="1076"/>
          <ac:spMkLst>
            <pc:docMk/>
            <pc:sldMk cId="4215553693" sldId="417"/>
            <ac:spMk id="89" creationId="{3BC9AE56-2AD9-4703-8AAE-095371545FDC}"/>
          </ac:spMkLst>
        </pc:spChg>
        <pc:spChg chg="del">
          <ac:chgData name="Alexandre Quach" userId="7bb690c8a6e028e4" providerId="LiveId" clId="{E65680E6-0D96-451C-9FAF-8E0B4B0FD165}" dt="2021-12-15T07:17:28.633" v="11559" actId="478"/>
          <ac:spMkLst>
            <pc:docMk/>
            <pc:sldMk cId="4215553693" sldId="417"/>
            <ac:spMk id="106" creationId="{9E594F78-42F5-4CDE-9ED9-ABC044B17C7E}"/>
          </ac:spMkLst>
        </pc:spChg>
        <pc:spChg chg="del">
          <ac:chgData name="Alexandre Quach" userId="7bb690c8a6e028e4" providerId="LiveId" clId="{E65680E6-0D96-451C-9FAF-8E0B4B0FD165}" dt="2021-12-15T07:17:28.633" v="11559" actId="478"/>
          <ac:spMkLst>
            <pc:docMk/>
            <pc:sldMk cId="4215553693" sldId="417"/>
            <ac:spMk id="107" creationId="{2CE91EC3-E2CD-4826-99D5-0F70033FD868}"/>
          </ac:spMkLst>
        </pc:spChg>
        <pc:spChg chg="add mod">
          <ac:chgData name="Alexandre Quach" userId="7bb690c8a6e028e4" providerId="LiveId" clId="{E65680E6-0D96-451C-9FAF-8E0B4B0FD165}" dt="2021-12-15T07:30:13.741" v="12610" actId="208"/>
          <ac:spMkLst>
            <pc:docMk/>
            <pc:sldMk cId="4215553693" sldId="417"/>
            <ac:spMk id="108" creationId="{68E4D738-501B-4EA8-ACBE-F9F364ACFC3A}"/>
          </ac:spMkLst>
        </pc:spChg>
        <pc:spChg chg="add mod">
          <ac:chgData name="Alexandre Quach" userId="7bb690c8a6e028e4" providerId="LiveId" clId="{E65680E6-0D96-451C-9FAF-8E0B4B0FD165}" dt="2021-12-15T07:30:58.421" v="12626" actId="20577"/>
          <ac:spMkLst>
            <pc:docMk/>
            <pc:sldMk cId="4215553693" sldId="417"/>
            <ac:spMk id="109" creationId="{A946C071-2C06-42FB-B621-5BFC4F8BE1D5}"/>
          </ac:spMkLst>
        </pc:spChg>
        <pc:spChg chg="add del mod">
          <ac:chgData name="Alexandre Quach" userId="7bb690c8a6e028e4" providerId="LiveId" clId="{E65680E6-0D96-451C-9FAF-8E0B4B0FD165}" dt="2021-12-15T07:32:34.478" v="12647"/>
          <ac:spMkLst>
            <pc:docMk/>
            <pc:sldMk cId="4215553693" sldId="417"/>
            <ac:spMk id="111" creationId="{23B7E242-1D12-461C-B8D8-67DD1A80E17C}"/>
          </ac:spMkLst>
        </pc:spChg>
        <pc:spChg chg="add del mod">
          <ac:chgData name="Alexandre Quach" userId="7bb690c8a6e028e4" providerId="LiveId" clId="{E65680E6-0D96-451C-9FAF-8E0B4B0FD165}" dt="2021-12-15T07:32:34.478" v="12647"/>
          <ac:spMkLst>
            <pc:docMk/>
            <pc:sldMk cId="4215553693" sldId="417"/>
            <ac:spMk id="112" creationId="{4E8C613C-3629-4FF0-A762-AD1CB9B6FC38}"/>
          </ac:spMkLst>
        </pc:spChg>
        <pc:spChg chg="add mod">
          <ac:chgData name="Alexandre Quach" userId="7bb690c8a6e028e4" providerId="LiveId" clId="{E65680E6-0D96-451C-9FAF-8E0B4B0FD165}" dt="2021-12-15T07:33:14.157" v="12657" actId="404"/>
          <ac:spMkLst>
            <pc:docMk/>
            <pc:sldMk cId="4215553693" sldId="417"/>
            <ac:spMk id="113" creationId="{55EC1C6B-DDCC-4068-B5B2-8ABFD33CE51E}"/>
          </ac:spMkLst>
        </pc:spChg>
        <pc:spChg chg="add mod">
          <ac:chgData name="Alexandre Quach" userId="7bb690c8a6e028e4" providerId="LiveId" clId="{E65680E6-0D96-451C-9FAF-8E0B4B0FD165}" dt="2021-12-15T07:33:14.157" v="12657" actId="404"/>
          <ac:spMkLst>
            <pc:docMk/>
            <pc:sldMk cId="4215553693" sldId="417"/>
            <ac:spMk id="114" creationId="{647A18A5-77CB-46BC-8B27-9515D73A2A44}"/>
          </ac:spMkLst>
        </pc:spChg>
        <pc:grpChg chg="add mod">
          <ac:chgData name="Alexandre Quach" userId="7bb690c8a6e028e4" providerId="LiveId" clId="{E65680E6-0D96-451C-9FAF-8E0B4B0FD165}" dt="2021-12-15T07:33:27.665" v="12659" actId="1076"/>
          <ac:grpSpMkLst>
            <pc:docMk/>
            <pc:sldMk cId="4215553693" sldId="417"/>
            <ac:grpSpMk id="3" creationId="{1FD0D91E-5445-43FE-B493-D92F58AB3CD2}"/>
          </ac:grpSpMkLst>
        </pc:grpChg>
        <pc:grpChg chg="add mod">
          <ac:chgData name="Alexandre Quach" userId="7bb690c8a6e028e4" providerId="LiveId" clId="{E65680E6-0D96-451C-9FAF-8E0B4B0FD165}" dt="2021-12-15T23:21:29.324" v="24962" actId="164"/>
          <ac:grpSpMkLst>
            <pc:docMk/>
            <pc:sldMk cId="4215553693" sldId="417"/>
            <ac:grpSpMk id="4" creationId="{E854BA20-0684-4EED-AEC8-07165CC4AD5A}"/>
          </ac:grpSpMkLst>
        </pc:grpChg>
        <pc:grpChg chg="add mod">
          <ac:chgData name="Alexandre Quach" userId="7bb690c8a6e028e4" providerId="LiveId" clId="{E65680E6-0D96-451C-9FAF-8E0B4B0FD165}" dt="2021-12-15T07:33:27.665" v="12659" actId="1076"/>
          <ac:grpSpMkLst>
            <pc:docMk/>
            <pc:sldMk cId="4215553693" sldId="417"/>
            <ac:grpSpMk id="5" creationId="{170A61FB-A03C-4B6B-BB17-4D9865995599}"/>
          </ac:grpSpMkLst>
        </pc:grpChg>
        <pc:grpChg chg="add mod">
          <ac:chgData name="Alexandre Quach" userId="7bb690c8a6e028e4" providerId="LiveId" clId="{E65680E6-0D96-451C-9FAF-8E0B4B0FD165}" dt="2021-12-15T23:21:31.454" v="24964" actId="1076"/>
          <ac:grpSpMkLst>
            <pc:docMk/>
            <pc:sldMk cId="4215553693" sldId="417"/>
            <ac:grpSpMk id="6" creationId="{39ABA58F-D440-484A-BE17-1B44E5C237E4}"/>
          </ac:grpSpMkLst>
        </pc:grpChg>
        <pc:grpChg chg="del">
          <ac:chgData name="Alexandre Quach" userId="7bb690c8a6e028e4" providerId="LiveId" clId="{E65680E6-0D96-451C-9FAF-8E0B4B0FD165}" dt="2021-12-15T07:17:28.633" v="11559" actId="478"/>
          <ac:grpSpMkLst>
            <pc:docMk/>
            <pc:sldMk cId="4215553693" sldId="417"/>
            <ac:grpSpMk id="29" creationId="{93C72B96-32BF-49D1-9AB0-6FD79ADD2EC3}"/>
          </ac:grpSpMkLst>
        </pc:grpChg>
        <pc:grpChg chg="del">
          <ac:chgData name="Alexandre Quach" userId="7bb690c8a6e028e4" providerId="LiveId" clId="{E65680E6-0D96-451C-9FAF-8E0B4B0FD165}" dt="2021-12-15T07:17:28.633" v="11559" actId="478"/>
          <ac:grpSpMkLst>
            <pc:docMk/>
            <pc:sldMk cId="4215553693" sldId="417"/>
            <ac:grpSpMk id="30" creationId="{2570C5D8-30F7-4367-8865-3883B01D1480}"/>
          </ac:grpSpMkLst>
        </pc:grpChg>
        <pc:grpChg chg="del">
          <ac:chgData name="Alexandre Quach" userId="7bb690c8a6e028e4" providerId="LiveId" clId="{E65680E6-0D96-451C-9FAF-8E0B4B0FD165}" dt="2021-12-15T07:17:28.633" v="11559" actId="478"/>
          <ac:grpSpMkLst>
            <pc:docMk/>
            <pc:sldMk cId="4215553693" sldId="417"/>
            <ac:grpSpMk id="35" creationId="{786A93F5-E0C4-46A1-8362-40D0FE3862A3}"/>
          </ac:grpSpMkLst>
        </pc:grpChg>
        <pc:grpChg chg="del">
          <ac:chgData name="Alexandre Quach" userId="7bb690c8a6e028e4" providerId="LiveId" clId="{E65680E6-0D96-451C-9FAF-8E0B4B0FD165}" dt="2021-12-15T07:17:28.633" v="11559" actId="478"/>
          <ac:grpSpMkLst>
            <pc:docMk/>
            <pc:sldMk cId="4215553693" sldId="417"/>
            <ac:grpSpMk id="49" creationId="{948EC812-D15A-4F58-BEC9-F5F0D813E2C5}"/>
          </ac:grpSpMkLst>
        </pc:grpChg>
        <pc:grpChg chg="del">
          <ac:chgData name="Alexandre Quach" userId="7bb690c8a6e028e4" providerId="LiveId" clId="{E65680E6-0D96-451C-9FAF-8E0B4B0FD165}" dt="2021-12-15T07:17:28.633" v="11559" actId="478"/>
          <ac:grpSpMkLst>
            <pc:docMk/>
            <pc:sldMk cId="4215553693" sldId="417"/>
            <ac:grpSpMk id="50" creationId="{B3633831-300B-4C24-9097-BC8E82C629D6}"/>
          </ac:grpSpMkLst>
        </pc:grpChg>
        <pc:grpChg chg="del">
          <ac:chgData name="Alexandre Quach" userId="7bb690c8a6e028e4" providerId="LiveId" clId="{E65680E6-0D96-451C-9FAF-8E0B4B0FD165}" dt="2021-12-15T07:17:28.633" v="11559" actId="478"/>
          <ac:grpSpMkLst>
            <pc:docMk/>
            <pc:sldMk cId="4215553693" sldId="417"/>
            <ac:grpSpMk id="55" creationId="{BE3721E6-214C-4423-A4EF-2EA98D471EA8}"/>
          </ac:grpSpMkLst>
        </pc:grpChg>
        <pc:grpChg chg="del">
          <ac:chgData name="Alexandre Quach" userId="7bb690c8a6e028e4" providerId="LiveId" clId="{E65680E6-0D96-451C-9FAF-8E0B4B0FD165}" dt="2021-12-15T07:17:28.633" v="11559" actId="478"/>
          <ac:grpSpMkLst>
            <pc:docMk/>
            <pc:sldMk cId="4215553693" sldId="417"/>
            <ac:grpSpMk id="85" creationId="{5EDF06A5-8D3E-406E-8EBD-AC4BE490B1FB}"/>
          </ac:grpSpMkLst>
        </pc:grpChg>
        <pc:grpChg chg="del">
          <ac:chgData name="Alexandre Quach" userId="7bb690c8a6e028e4" providerId="LiveId" clId="{E65680E6-0D96-451C-9FAF-8E0B4B0FD165}" dt="2021-12-15T07:17:28.633" v="11559" actId="478"/>
          <ac:grpSpMkLst>
            <pc:docMk/>
            <pc:sldMk cId="4215553693" sldId="417"/>
            <ac:grpSpMk id="91" creationId="{9DF2D0F0-FD85-4935-8B99-FB7C65A87387}"/>
          </ac:grpSpMkLst>
        </pc:grpChg>
        <pc:grpChg chg="del">
          <ac:chgData name="Alexandre Quach" userId="7bb690c8a6e028e4" providerId="LiveId" clId="{E65680E6-0D96-451C-9FAF-8E0B4B0FD165}" dt="2021-12-15T07:17:28.633" v="11559" actId="478"/>
          <ac:grpSpMkLst>
            <pc:docMk/>
            <pc:sldMk cId="4215553693" sldId="417"/>
            <ac:grpSpMk id="94" creationId="{F1AFD441-7C52-45B2-88C5-8B037FFAC162}"/>
          </ac:grpSpMkLst>
        </pc:grpChg>
        <pc:grpChg chg="del">
          <ac:chgData name="Alexandre Quach" userId="7bb690c8a6e028e4" providerId="LiveId" clId="{E65680E6-0D96-451C-9FAF-8E0B4B0FD165}" dt="2021-12-15T07:17:28.633" v="11559" actId="478"/>
          <ac:grpSpMkLst>
            <pc:docMk/>
            <pc:sldMk cId="4215553693" sldId="417"/>
            <ac:grpSpMk id="99" creationId="{D015CCAD-331C-4B34-8C98-403AF46D202B}"/>
          </ac:grpSpMkLst>
        </pc:grpChg>
        <pc:grpChg chg="del">
          <ac:chgData name="Alexandre Quach" userId="7bb690c8a6e028e4" providerId="LiveId" clId="{E65680E6-0D96-451C-9FAF-8E0B4B0FD165}" dt="2021-12-15T07:17:28.633" v="11559" actId="478"/>
          <ac:grpSpMkLst>
            <pc:docMk/>
            <pc:sldMk cId="4215553693" sldId="417"/>
            <ac:grpSpMk id="100" creationId="{7DAA18C4-FBD1-45A9-B270-4D644657166D}"/>
          </ac:grpSpMkLst>
        </pc:grpChg>
        <pc:grpChg chg="del">
          <ac:chgData name="Alexandre Quach" userId="7bb690c8a6e028e4" providerId="LiveId" clId="{E65680E6-0D96-451C-9FAF-8E0B4B0FD165}" dt="2021-12-15T07:17:28.633" v="11559" actId="478"/>
          <ac:grpSpMkLst>
            <pc:docMk/>
            <pc:sldMk cId="4215553693" sldId="417"/>
            <ac:grpSpMk id="103" creationId="{2C5BF4C6-D97D-46D1-A066-C59AD05B9624}"/>
          </ac:grpSpMkLst>
        </pc:grpChg>
        <pc:picChg chg="add mod">
          <ac:chgData name="Alexandre Quach" userId="7bb690c8a6e028e4" providerId="LiveId" clId="{E65680E6-0D96-451C-9FAF-8E0B4B0FD165}" dt="2021-12-15T07:30:29.971" v="12614" actId="1076"/>
          <ac:picMkLst>
            <pc:docMk/>
            <pc:sldMk cId="4215553693" sldId="417"/>
            <ac:picMk id="90" creationId="{940477D0-E694-4D4B-9508-3FE5AC0B3A20}"/>
          </ac:picMkLst>
        </pc:picChg>
        <pc:picChg chg="add mod">
          <ac:chgData name="Alexandre Quach" userId="7bb690c8a6e028e4" providerId="LiveId" clId="{E65680E6-0D96-451C-9FAF-8E0B4B0FD165}" dt="2021-12-15T07:29:40.984" v="12602" actId="164"/>
          <ac:picMkLst>
            <pc:docMk/>
            <pc:sldMk cId="4215553693" sldId="417"/>
            <ac:picMk id="110" creationId="{D10BC1FC-A338-4282-8F2C-414E742B5717}"/>
          </ac:picMkLst>
        </pc:picChg>
        <pc:picChg chg="add mod">
          <ac:chgData name="Alexandre Quach" userId="7bb690c8a6e028e4" providerId="LiveId" clId="{E65680E6-0D96-451C-9FAF-8E0B4B0FD165}" dt="2021-12-15T07:32:49.768" v="12650" actId="164"/>
          <ac:picMkLst>
            <pc:docMk/>
            <pc:sldMk cId="4215553693" sldId="417"/>
            <ac:picMk id="115" creationId="{3E30DCB7-7ED6-4DBA-BF01-40B2A0B766D0}"/>
          </ac:picMkLst>
        </pc:picChg>
      </pc:sldChg>
      <pc:sldChg chg="new del">
        <pc:chgData name="Alexandre Quach" userId="7bb690c8a6e028e4" providerId="LiveId" clId="{E65680E6-0D96-451C-9FAF-8E0B4B0FD165}" dt="2021-12-15T13:01:15.155" v="18732" actId="47"/>
        <pc:sldMkLst>
          <pc:docMk/>
          <pc:sldMk cId="2490621643" sldId="418"/>
        </pc:sldMkLst>
      </pc:sldChg>
      <pc:sldChg chg="addSp delSp modSp add mod ord">
        <pc:chgData name="Alexandre Quach" userId="7bb690c8a6e028e4" providerId="LiveId" clId="{E65680E6-0D96-451C-9FAF-8E0B4B0FD165}" dt="2021-12-15T23:31:35.544" v="25211" actId="790"/>
        <pc:sldMkLst>
          <pc:docMk/>
          <pc:sldMk cId="3211072893" sldId="419"/>
        </pc:sldMkLst>
        <pc:spChg chg="mod">
          <ac:chgData name="Alexandre Quach" userId="7bb690c8a6e028e4" providerId="LiveId" clId="{E65680E6-0D96-451C-9FAF-8E0B4B0FD165}" dt="2021-12-15T23:31:35.544" v="25211" actId="790"/>
          <ac:spMkLst>
            <pc:docMk/>
            <pc:sldMk cId="3211072893" sldId="419"/>
            <ac:spMk id="2" creationId="{A0B32EE7-F3E3-4CC6-B739-FDCD7529653F}"/>
          </ac:spMkLst>
        </pc:spChg>
        <pc:spChg chg="del">
          <ac:chgData name="Alexandre Quach" userId="7bb690c8a6e028e4" providerId="LiveId" clId="{E65680E6-0D96-451C-9FAF-8E0B4B0FD165}" dt="2021-12-15T13:01:17.539" v="18733" actId="478"/>
          <ac:spMkLst>
            <pc:docMk/>
            <pc:sldMk cId="3211072893" sldId="419"/>
            <ac:spMk id="36" creationId="{77A8C286-0103-4E75-86B2-02A5BB523BB0}"/>
          </ac:spMkLst>
        </pc:spChg>
        <pc:spChg chg="del">
          <ac:chgData name="Alexandre Quach" userId="7bb690c8a6e028e4" providerId="LiveId" clId="{E65680E6-0D96-451C-9FAF-8E0B4B0FD165}" dt="2021-12-15T13:01:17.539" v="18733" actId="478"/>
          <ac:spMkLst>
            <pc:docMk/>
            <pc:sldMk cId="3211072893" sldId="419"/>
            <ac:spMk id="37" creationId="{81FABDB2-5F36-43A0-A4BA-857C00FB157E}"/>
          </ac:spMkLst>
        </pc:spChg>
        <pc:spChg chg="del">
          <ac:chgData name="Alexandre Quach" userId="7bb690c8a6e028e4" providerId="LiveId" clId="{E65680E6-0D96-451C-9FAF-8E0B4B0FD165}" dt="2021-12-15T13:01:17.539" v="18733" actId="478"/>
          <ac:spMkLst>
            <pc:docMk/>
            <pc:sldMk cId="3211072893" sldId="419"/>
            <ac:spMk id="79" creationId="{BEEB47F6-548C-4D11-9B4E-CC52727B5533}"/>
          </ac:spMkLst>
        </pc:spChg>
        <pc:spChg chg="del">
          <ac:chgData name="Alexandre Quach" userId="7bb690c8a6e028e4" providerId="LiveId" clId="{E65680E6-0D96-451C-9FAF-8E0B4B0FD165}" dt="2021-12-15T13:01:17.539" v="18733" actId="478"/>
          <ac:spMkLst>
            <pc:docMk/>
            <pc:sldMk cId="3211072893" sldId="419"/>
            <ac:spMk id="80" creationId="{01729CE5-31C7-49CC-8CF4-DB3A2C070F2B}"/>
          </ac:spMkLst>
        </pc:spChg>
        <pc:spChg chg="del">
          <ac:chgData name="Alexandre Quach" userId="7bb690c8a6e028e4" providerId="LiveId" clId="{E65680E6-0D96-451C-9FAF-8E0B4B0FD165}" dt="2021-12-15T13:01:17.539" v="18733" actId="478"/>
          <ac:spMkLst>
            <pc:docMk/>
            <pc:sldMk cId="3211072893" sldId="419"/>
            <ac:spMk id="84" creationId="{9BFDFA05-3831-4908-815A-F5DB2675E36D}"/>
          </ac:spMkLst>
        </pc:spChg>
        <pc:grpChg chg="del">
          <ac:chgData name="Alexandre Quach" userId="7bb690c8a6e028e4" providerId="LiveId" clId="{E65680E6-0D96-451C-9FAF-8E0B4B0FD165}" dt="2021-12-15T13:01:17.539" v="18733" actId="478"/>
          <ac:grpSpMkLst>
            <pc:docMk/>
            <pc:sldMk cId="3211072893" sldId="419"/>
            <ac:grpSpMk id="3" creationId="{1FD0D91E-5445-43FE-B493-D92F58AB3CD2}"/>
          </ac:grpSpMkLst>
        </pc:grpChg>
        <pc:grpChg chg="del">
          <ac:chgData name="Alexandre Quach" userId="7bb690c8a6e028e4" providerId="LiveId" clId="{E65680E6-0D96-451C-9FAF-8E0B4B0FD165}" dt="2021-12-15T13:01:17.539" v="18733" actId="478"/>
          <ac:grpSpMkLst>
            <pc:docMk/>
            <pc:sldMk cId="3211072893" sldId="419"/>
            <ac:grpSpMk id="4" creationId="{E854BA20-0684-4EED-AEC8-07165CC4AD5A}"/>
          </ac:grpSpMkLst>
        </pc:grpChg>
        <pc:grpChg chg="del">
          <ac:chgData name="Alexandre Quach" userId="7bb690c8a6e028e4" providerId="LiveId" clId="{E65680E6-0D96-451C-9FAF-8E0B4B0FD165}" dt="2021-12-15T13:01:17.539" v="18733" actId="478"/>
          <ac:grpSpMkLst>
            <pc:docMk/>
            <pc:sldMk cId="3211072893" sldId="419"/>
            <ac:grpSpMk id="5" creationId="{170A61FB-A03C-4B6B-BB17-4D9865995599}"/>
          </ac:grpSpMkLst>
        </pc:grpChg>
        <pc:graphicFrameChg chg="add mod modGraphic">
          <ac:chgData name="Alexandre Quach" userId="7bb690c8a6e028e4" providerId="LiveId" clId="{E65680E6-0D96-451C-9FAF-8E0B4B0FD165}" dt="2021-12-15T23:31:16.725" v="25173" actId="14100"/>
          <ac:graphicFrameMkLst>
            <pc:docMk/>
            <pc:sldMk cId="3211072893" sldId="419"/>
            <ac:graphicFrameMk id="3" creationId="{59466F71-427F-42F8-9EDA-9B279995798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17/12/2021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17/12/2021</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publicdomainpictures.net/en/view-image.php?image=174629&amp;picture=hand-with-thumb-up-and-down" TargetMode="External"/><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www.getmespark.com/five-ways-not-to-brainstorm/" TargetMode="Externa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5.sv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11" Type="http://schemas.openxmlformats.org/officeDocument/2006/relationships/image" Target="../media/image24.png"/><Relationship Id="rId5" Type="http://schemas.openxmlformats.org/officeDocument/2006/relationships/image" Target="../media/image19.svg"/><Relationship Id="rId10" Type="http://schemas.openxmlformats.org/officeDocument/2006/relationships/image" Target="../media/image23.sv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svg"/><Relationship Id="rId3" Type="http://schemas.openxmlformats.org/officeDocument/2006/relationships/image" Target="../media/image27.svg"/><Relationship Id="rId7" Type="http://schemas.openxmlformats.org/officeDocument/2006/relationships/image" Target="../media/image19.svg"/><Relationship Id="rId12" Type="http://schemas.openxmlformats.org/officeDocument/2006/relationships/image" Target="../media/image33.png"/><Relationship Id="rId2" Type="http://schemas.openxmlformats.org/officeDocument/2006/relationships/image" Target="../media/image26.png"/><Relationship Id="rId16" Type="http://schemas.openxmlformats.org/officeDocument/2006/relationships/image" Target="../media/image36.sv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32.svg"/><Relationship Id="rId5" Type="http://schemas.openxmlformats.org/officeDocument/2006/relationships/image" Target="../media/image29.svg"/><Relationship Id="rId15" Type="http://schemas.openxmlformats.org/officeDocument/2006/relationships/image" Target="../media/image15.png"/><Relationship Id="rId10" Type="http://schemas.openxmlformats.org/officeDocument/2006/relationships/image" Target="../media/image31.png"/><Relationship Id="rId4" Type="http://schemas.openxmlformats.org/officeDocument/2006/relationships/image" Target="../media/image28.png"/><Relationship Id="rId9" Type="http://schemas.microsoft.com/office/2007/relationships/hdphoto" Target="../media/hdphoto1.wdp"/><Relationship Id="rId14" Type="http://schemas.openxmlformats.org/officeDocument/2006/relationships/image" Target="../media/image35.svg"/></Relationships>
</file>

<file path=ppt/slides/_rels/slide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4.svg"/><Relationship Id="rId7"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35.sv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40.sv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660D87E-BFC4-4635-94BF-ED379F1C6502}"/>
              </a:ext>
            </a:extLst>
          </p:cNvPr>
          <p:cNvGrpSpPr/>
          <p:nvPr/>
        </p:nvGrpSpPr>
        <p:grpSpPr>
          <a:xfrm>
            <a:off x="10476832" y="587163"/>
            <a:ext cx="1473431" cy="1977501"/>
            <a:chOff x="1080117" y="170895"/>
            <a:chExt cx="2361459" cy="3169328"/>
          </a:xfrm>
        </p:grpSpPr>
        <p:sp>
          <p:nvSpPr>
            <p:cNvPr id="35" name="Rectangle 34">
              <a:extLst>
                <a:ext uri="{FF2B5EF4-FFF2-40B4-BE49-F238E27FC236}">
                  <a16:creationId xmlns:a16="http://schemas.microsoft.com/office/drawing/2014/main" id="{B7E5167E-3B17-475E-A5D6-5EF5AAF4CA08}"/>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MEMBRE</a:t>
              </a:r>
              <a:endParaRPr lang="en-US" sz="2400" b="1" dirty="0">
                <a:solidFill>
                  <a:schemeClr val="bg1"/>
                </a:solidFill>
              </a:endParaRPr>
            </a:p>
          </p:txBody>
        </p:sp>
        <p:sp>
          <p:nvSpPr>
            <p:cNvPr id="37" name="Rectangle 36">
              <a:extLst>
                <a:ext uri="{FF2B5EF4-FFF2-40B4-BE49-F238E27FC236}">
                  <a16:creationId xmlns:a16="http://schemas.microsoft.com/office/drawing/2014/main" id="{212B3656-58FE-4EAF-B310-EDDB93AA930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ED7D31"/>
                  </a:solidFill>
                </a:rPr>
                <a:t>MEMBRE</a:t>
              </a:r>
            </a:p>
            <a:p>
              <a:pPr algn="ctr"/>
              <a:endParaRPr lang="fr-FR" sz="1600" b="1" dirty="0">
                <a:solidFill>
                  <a:srgbClr val="0683AA"/>
                </a:solidFill>
              </a:endParaRPr>
            </a:p>
            <a:p>
              <a:pPr algn="ctr"/>
              <a:r>
                <a:rPr lang="fr-FR" sz="1600" b="1" dirty="0">
                  <a:solidFill>
                    <a:srgbClr val="ED7D31"/>
                  </a:solidFill>
                </a:rPr>
                <a:t>……………..</a:t>
              </a:r>
            </a:p>
            <a:p>
              <a:pPr algn="ctr"/>
              <a:endParaRPr lang="fr-FR" sz="1600" b="1" dirty="0">
                <a:solidFill>
                  <a:srgbClr val="ED7D31"/>
                </a:solidFill>
              </a:endParaRPr>
            </a:p>
            <a:p>
              <a:pPr algn="ctr"/>
              <a:r>
                <a:rPr lang="fr-FR" sz="1000" dirty="0">
                  <a:solidFill>
                    <a:srgbClr val="ED7D31"/>
                  </a:solidFill>
                </a:rPr>
                <a:t>Renseignez sur cette carte le prénom d’un(e) membre réel(-le) de l’équipe.  </a:t>
              </a:r>
            </a:p>
          </p:txBody>
        </p:sp>
        <p:pic>
          <p:nvPicPr>
            <p:cNvPr id="38" name="Image 37">
              <a:extLst>
                <a:ext uri="{FF2B5EF4-FFF2-40B4-BE49-F238E27FC236}">
                  <a16:creationId xmlns:a16="http://schemas.microsoft.com/office/drawing/2014/main" id="{CE02080B-6193-4AF8-9E85-06BC48820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grpSp>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9170632" y="6275467"/>
            <a:ext cx="3021367"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1.1</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3178" y="6435226"/>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 name="Graphique 2" descr="Groupe avec un remplissage uni">
            <a:extLst>
              <a:ext uri="{FF2B5EF4-FFF2-40B4-BE49-F238E27FC236}">
                <a16:creationId xmlns:a16="http://schemas.microsoft.com/office/drawing/2014/main" id="{BC2FC342-F118-433D-B01C-D26BB684E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3392" y="6178751"/>
            <a:ext cx="587075" cy="587075"/>
          </a:xfrm>
          <a:prstGeom prst="rect">
            <a:avLst/>
          </a:prstGeom>
        </p:spPr>
      </p:pic>
      <p:sp>
        <p:nvSpPr>
          <p:cNvPr id="23" name="ZoneTexte 22">
            <a:extLst>
              <a:ext uri="{FF2B5EF4-FFF2-40B4-BE49-F238E27FC236}">
                <a16:creationId xmlns:a16="http://schemas.microsoft.com/office/drawing/2014/main" id="{F319DE10-B979-4F85-8672-0A77FE2DA78F}"/>
              </a:ext>
            </a:extLst>
          </p:cNvPr>
          <p:cNvSpPr txBox="1"/>
          <p:nvPr/>
        </p:nvSpPr>
        <p:spPr>
          <a:xfrm>
            <a:off x="2313546" y="2520824"/>
            <a:ext cx="8958031" cy="2123658"/>
          </a:xfrm>
          <a:prstGeom prst="rect">
            <a:avLst/>
          </a:prstGeom>
          <a:noFill/>
        </p:spPr>
        <p:txBody>
          <a:bodyPr wrap="square">
            <a:spAutoFit/>
          </a:bodyPr>
          <a:lstStyle/>
          <a:p>
            <a:r>
              <a:rPr lang="fr-FR" sz="9600" b="1" i="1" dirty="0"/>
              <a:t>💪</a:t>
            </a:r>
            <a:r>
              <a:rPr lang="fr-FR" sz="9600" b="1" i="1" dirty="0">
                <a:solidFill>
                  <a:srgbClr val="0683AA"/>
                </a:solidFill>
              </a:rPr>
              <a:t>ROBUS</a:t>
            </a:r>
            <a:r>
              <a:rPr lang="fr-FR" sz="9600" b="1" i="1" dirty="0">
                <a:solidFill>
                  <a:srgbClr val="ED7D31"/>
                </a:solidFill>
              </a:rPr>
              <a:t>TEAM</a:t>
            </a:r>
          </a:p>
          <a:p>
            <a:r>
              <a:rPr lang="fr-FR" sz="3600" b="1" i="1" dirty="0"/>
              <a:t>Votre </a:t>
            </a:r>
            <a:r>
              <a:rPr lang="fr-FR" sz="3600" b="1" i="1" dirty="0">
                <a:solidFill>
                  <a:srgbClr val="ED7D31"/>
                </a:solidFill>
              </a:rPr>
              <a:t>équipe</a:t>
            </a:r>
            <a:r>
              <a:rPr lang="fr-FR" sz="3600" b="1" i="1" dirty="0"/>
              <a:t> surmontera-t-elle ses </a:t>
            </a:r>
            <a:r>
              <a:rPr lang="fr-FR" sz="3600" b="1" i="1" dirty="0">
                <a:solidFill>
                  <a:srgbClr val="ED7D31"/>
                </a:solidFill>
              </a:rPr>
              <a:t>crises </a:t>
            </a:r>
            <a:r>
              <a:rPr lang="fr-FR" sz="3600" b="1" i="1" dirty="0"/>
              <a:t>?</a:t>
            </a:r>
          </a:p>
        </p:txBody>
      </p:sp>
      <p:sp>
        <p:nvSpPr>
          <p:cNvPr id="21" name="Titre 1">
            <a:extLst>
              <a:ext uri="{FF2B5EF4-FFF2-40B4-BE49-F238E27FC236}">
                <a16:creationId xmlns:a16="http://schemas.microsoft.com/office/drawing/2014/main" id="{CAD88658-0636-48A8-9ED5-29CFA0875FE4}"/>
              </a:ext>
            </a:extLst>
          </p:cNvPr>
          <p:cNvSpPr txBox="1">
            <a:spLocks/>
          </p:cNvSpPr>
          <p:nvPr/>
        </p:nvSpPr>
        <p:spPr>
          <a:xfrm>
            <a:off x="6620467" y="6204617"/>
            <a:ext cx="1649828"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1400" b="1" dirty="0"/>
              <a:t>5 à 12 joueurs d’un même équipe </a:t>
            </a:r>
          </a:p>
        </p:txBody>
      </p:sp>
      <p:grpSp>
        <p:nvGrpSpPr>
          <p:cNvPr id="26" name="Groupe 25">
            <a:extLst>
              <a:ext uri="{FF2B5EF4-FFF2-40B4-BE49-F238E27FC236}">
                <a16:creationId xmlns:a16="http://schemas.microsoft.com/office/drawing/2014/main" id="{AA15D47E-1C1C-4275-BBBE-3D6C71DA75BE}"/>
              </a:ext>
            </a:extLst>
          </p:cNvPr>
          <p:cNvGrpSpPr/>
          <p:nvPr/>
        </p:nvGrpSpPr>
        <p:grpSpPr>
          <a:xfrm rot="1121012">
            <a:off x="8404465" y="503136"/>
            <a:ext cx="2384191" cy="2057794"/>
            <a:chOff x="4211355" y="1848098"/>
            <a:chExt cx="3632349" cy="3135079"/>
          </a:xfrm>
        </p:grpSpPr>
        <p:sp>
          <p:nvSpPr>
            <p:cNvPr id="27" name="Rectangle 26">
              <a:extLst>
                <a:ext uri="{FF2B5EF4-FFF2-40B4-BE49-F238E27FC236}">
                  <a16:creationId xmlns:a16="http://schemas.microsoft.com/office/drawing/2014/main" id="{34050D05-4EC1-472E-B592-96AC6BCE4809}"/>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CRISE</a:t>
              </a:r>
            </a:p>
            <a:p>
              <a:pPr algn="ctr"/>
              <a:r>
                <a:rPr lang="fr-FR" sz="1600" b="1" dirty="0">
                  <a:solidFill>
                    <a:schemeClr val="bg1"/>
                  </a:solidFill>
                </a:rPr>
                <a:t>🔥🔥</a:t>
              </a:r>
              <a:endParaRPr lang="en-US" sz="1600" b="1" dirty="0">
                <a:solidFill>
                  <a:schemeClr val="bg1"/>
                </a:solidFill>
              </a:endParaRPr>
            </a:p>
          </p:txBody>
        </p:sp>
        <p:grpSp>
          <p:nvGrpSpPr>
            <p:cNvPr id="28" name="Groupe 27">
              <a:extLst>
                <a:ext uri="{FF2B5EF4-FFF2-40B4-BE49-F238E27FC236}">
                  <a16:creationId xmlns:a16="http://schemas.microsoft.com/office/drawing/2014/main" id="{D0F9EF9D-4DED-4CEF-9D58-AA1A6F0C60AB}"/>
                </a:ext>
              </a:extLst>
            </p:cNvPr>
            <p:cNvGrpSpPr/>
            <p:nvPr/>
          </p:nvGrpSpPr>
          <p:grpSpPr>
            <a:xfrm>
              <a:off x="5778740" y="2211776"/>
              <a:ext cx="2064964" cy="2771401"/>
              <a:chOff x="6240524" y="2017450"/>
              <a:chExt cx="2361459" cy="3169328"/>
            </a:xfrm>
          </p:grpSpPr>
          <p:sp>
            <p:nvSpPr>
              <p:cNvPr id="29" name="Rectangle 28">
                <a:extLst>
                  <a:ext uri="{FF2B5EF4-FFF2-40B4-BE49-F238E27FC236}">
                    <a16:creationId xmlns:a16="http://schemas.microsoft.com/office/drawing/2014/main" id="{1A660177-9F20-4052-8BBE-BF40BC6F4EC8}"/>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endParaRPr>
              </a:p>
            </p:txBody>
          </p:sp>
          <p:sp>
            <p:nvSpPr>
              <p:cNvPr id="30" name="Rectangle 29">
                <a:extLst>
                  <a:ext uri="{FF2B5EF4-FFF2-40B4-BE49-F238E27FC236}">
                    <a16:creationId xmlns:a16="http://schemas.microsoft.com/office/drawing/2014/main" id="{46F72E8A-6E26-4630-AB80-767D0009B1A9}"/>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100" b="1" dirty="0">
                    <a:solidFill>
                      <a:srgbClr val="FF0000"/>
                    </a:solidFill>
                  </a:rPr>
                  <a:t>CRISE</a:t>
                </a:r>
              </a:p>
              <a:p>
                <a:pPr algn="ctr"/>
                <a:r>
                  <a:rPr lang="fr-FR" sz="1100" b="1" dirty="0">
                    <a:solidFill>
                      <a:srgbClr val="FF0000"/>
                    </a:solidFill>
                  </a:rPr>
                  <a:t>🔥 🔥 </a:t>
                </a:r>
              </a:p>
              <a:p>
                <a:pPr algn="ctr"/>
                <a:endParaRPr lang="fr-FR" sz="1100" b="1" dirty="0">
                  <a:solidFill>
                    <a:srgbClr val="FF0000"/>
                  </a:solidFill>
                </a:endParaRPr>
              </a:p>
              <a:p>
                <a:pPr algn="ctr"/>
                <a:r>
                  <a:rPr lang="fr-FR" sz="700" dirty="0">
                    <a:solidFill>
                      <a:srgbClr val="FF0000"/>
                    </a:solidFill>
                  </a:rPr>
                  <a:t>En pleine visioconférence d’équipe, vous assistez à un malaise de </a:t>
                </a:r>
                <a:r>
                  <a:rPr lang="fr-FR" sz="700" b="1" dirty="0">
                    <a:solidFill>
                      <a:srgbClr val="ED7D31"/>
                    </a:solidFill>
                  </a:rPr>
                  <a:t>{MEMBRE} </a:t>
                </a:r>
                <a:r>
                  <a:rPr lang="fr-FR" sz="700" dirty="0">
                    <a:solidFill>
                      <a:srgbClr val="FF0000"/>
                    </a:solidFill>
                  </a:rPr>
                  <a:t>en direct, qui s’évanouit. A votre connaissance, il/elle est seul(e) chez lui/elle aujourd’hui.</a:t>
                </a:r>
              </a:p>
              <a:p>
                <a:pPr algn="ctr"/>
                <a:r>
                  <a:rPr lang="fr-FR" sz="700" dirty="0">
                    <a:solidFill>
                      <a:srgbClr val="FF0000"/>
                    </a:solidFill>
                  </a:rPr>
                  <a:t>Qu’allez-vous faire ?</a:t>
                </a:r>
              </a:p>
            </p:txBody>
          </p:sp>
          <p:pic>
            <p:nvPicPr>
              <p:cNvPr id="31" name="Image 30">
                <a:extLst>
                  <a:ext uri="{FF2B5EF4-FFF2-40B4-BE49-F238E27FC236}">
                    <a16:creationId xmlns:a16="http://schemas.microsoft.com/office/drawing/2014/main" id="{A5C0150B-0D27-4B0B-B827-C08616829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32" name="Groupe 31">
            <a:extLst>
              <a:ext uri="{FF2B5EF4-FFF2-40B4-BE49-F238E27FC236}">
                <a16:creationId xmlns:a16="http://schemas.microsoft.com/office/drawing/2014/main" id="{66733D15-7845-4066-AB11-1FDF2548FCD3}"/>
              </a:ext>
            </a:extLst>
          </p:cNvPr>
          <p:cNvGrpSpPr/>
          <p:nvPr/>
        </p:nvGrpSpPr>
        <p:grpSpPr>
          <a:xfrm rot="20653958">
            <a:off x="7517612" y="661081"/>
            <a:ext cx="1184252" cy="1589392"/>
            <a:chOff x="1080117" y="170895"/>
            <a:chExt cx="2361459" cy="3169328"/>
          </a:xfrm>
        </p:grpSpPr>
        <p:sp>
          <p:nvSpPr>
            <p:cNvPr id="33" name="Rectangle 32">
              <a:extLst>
                <a:ext uri="{FF2B5EF4-FFF2-40B4-BE49-F238E27FC236}">
                  <a16:creationId xmlns:a16="http://schemas.microsoft.com/office/drawing/2014/main" id="{46EFF732-9CBE-4538-A579-28DAFF41D42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34" name="Rectangle 33">
              <a:extLst>
                <a:ext uri="{FF2B5EF4-FFF2-40B4-BE49-F238E27FC236}">
                  <a16:creationId xmlns:a16="http://schemas.microsoft.com/office/drawing/2014/main" id="{34EA8ADE-141A-4C82-BE13-D49ADFBE9E28}"/>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Niveau 1 : </a:t>
            </a:r>
            <a:r>
              <a:rPr lang="fr-FR" sz="4400" b="0" dirty="0"/>
              <a:t>💪ROBUSTEAM</a:t>
            </a:r>
            <a:r>
              <a:rPr lang="fr-FR" dirty="0"/>
              <a:t> en bref</a:t>
            </a:r>
          </a:p>
        </p:txBody>
      </p:sp>
      <p:pic>
        <p:nvPicPr>
          <p:cNvPr id="5" name="Espace réservé pour une image  4">
            <a:extLst>
              <a:ext uri="{FF2B5EF4-FFF2-40B4-BE49-F238E27FC236}">
                <a16:creationId xmlns:a16="http://schemas.microsoft.com/office/drawing/2014/main" id="{B24CA9A8-5526-4BE8-9123-C95DB4FF075D}"/>
              </a:ext>
            </a:extLst>
          </p:cNvPr>
          <p:cNvPicPr>
            <a:picLocks noGrp="1" noChangeAspect="1"/>
          </p:cNvPicPr>
          <p:nvPr>
            <p:ph type="pic" sz="quarter" idx="14"/>
          </p:nvPr>
        </p:nvPicPr>
        <p: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a:fillRect/>
          </a:stretch>
        </p:blipFill>
        <p:spPr>
          <a:xfrm>
            <a:off x="7954954" y="1896990"/>
            <a:ext cx="3401376" cy="3357707"/>
          </a:xfrm>
        </p:spPr>
      </p:pic>
      <p:pic>
        <p:nvPicPr>
          <p:cNvPr id="4" name="Espace réservé pour une image  3" descr="Une image contenant jouet, poupée, automate&#10;&#10;Description générée automatiquement">
            <a:extLst>
              <a:ext uri="{FF2B5EF4-FFF2-40B4-BE49-F238E27FC236}">
                <a16:creationId xmlns:a16="http://schemas.microsoft.com/office/drawing/2014/main" id="{4ECA7A31-BACF-4CA0-BFFB-100307B30932}"/>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a:fillRect/>
          </a:stretch>
        </p:blipFill>
        <p:spPr>
          <a:xfrm>
            <a:off x="4352925" y="1897063"/>
            <a:ext cx="3402013" cy="335756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p:txBody>
          <a:bodyPr/>
          <a:lstStyle/>
          <a:p>
            <a:r>
              <a:rPr lang="fr-FR" sz="1200" dirty="0"/>
              <a:t>Les joueurs piochent des cartes qui racontent une situation de difficulté</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p:txBody>
          <a:bodyPr/>
          <a:lstStyle/>
          <a:p>
            <a:r>
              <a:rPr lang="fr-FR" sz="1200" dirty="0"/>
              <a:t>En temps limité, une moitié de l’équipe (tirée au hasard) doit répondre à la situation et présenter la solution à l’autre moitié de l’équipe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fr-FR" sz="1200" dirty="0"/>
              <a:t>L’autre moitié vote si oui ou non la solution proposée est convaincante. S’il y a majorité, les joueurs marquent un point.</a:t>
            </a:r>
          </a:p>
        </p:txBody>
      </p:sp>
      <p:grpSp>
        <p:nvGrpSpPr>
          <p:cNvPr id="15" name="Groupe 14">
            <a:extLst>
              <a:ext uri="{FF2B5EF4-FFF2-40B4-BE49-F238E27FC236}">
                <a16:creationId xmlns:a16="http://schemas.microsoft.com/office/drawing/2014/main" id="{7F008D2A-B535-42D4-AE75-28EA75D4218D}"/>
              </a:ext>
            </a:extLst>
          </p:cNvPr>
          <p:cNvGrpSpPr/>
          <p:nvPr/>
        </p:nvGrpSpPr>
        <p:grpSpPr>
          <a:xfrm>
            <a:off x="1514662" y="2190143"/>
            <a:ext cx="2064964" cy="2771401"/>
            <a:chOff x="6240524" y="2017450"/>
            <a:chExt cx="2361459" cy="3169328"/>
          </a:xfrm>
        </p:grpSpPr>
        <p:sp>
          <p:nvSpPr>
            <p:cNvPr id="16" name="Rectangle 15">
              <a:extLst>
                <a:ext uri="{FF2B5EF4-FFF2-40B4-BE49-F238E27FC236}">
                  <a16:creationId xmlns:a16="http://schemas.microsoft.com/office/drawing/2014/main" id="{2CFF2B28-BACD-43F6-918E-BCC384F118FD}"/>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7" name="Rectangle 16">
              <a:extLst>
                <a:ext uri="{FF2B5EF4-FFF2-40B4-BE49-F238E27FC236}">
                  <a16:creationId xmlns:a16="http://schemas.microsoft.com/office/drawing/2014/main" id="{C2A4B19B-F0DF-4646-86E3-01009306D2AB}"/>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8" name="Image 17">
              <a:extLst>
                <a:ext uri="{FF2B5EF4-FFF2-40B4-BE49-F238E27FC236}">
                  <a16:creationId xmlns:a16="http://schemas.microsoft.com/office/drawing/2014/main" id="{4ADA6774-38AF-4E17-B120-F2C3356440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PRÉPARATION DU JEU</a:t>
            </a:r>
          </a:p>
        </p:txBody>
      </p:sp>
      <p:grpSp>
        <p:nvGrpSpPr>
          <p:cNvPr id="35" name="Groupe 34">
            <a:extLst>
              <a:ext uri="{FF2B5EF4-FFF2-40B4-BE49-F238E27FC236}">
                <a16:creationId xmlns:a16="http://schemas.microsoft.com/office/drawing/2014/main" id="{786A93F5-E0C4-46A1-8362-40D0FE3862A3}"/>
              </a:ext>
            </a:extLst>
          </p:cNvPr>
          <p:cNvGrpSpPr/>
          <p:nvPr/>
        </p:nvGrpSpPr>
        <p:grpSpPr>
          <a:xfrm rot="20565582">
            <a:off x="1201497" y="1690688"/>
            <a:ext cx="1014206" cy="1361171"/>
            <a:chOff x="3240719" y="1666878"/>
            <a:chExt cx="1180729" cy="1584663"/>
          </a:xfrm>
        </p:grpSpPr>
        <p:grpSp>
          <p:nvGrpSpPr>
            <p:cNvPr id="22" name="Groupe 21">
              <a:extLst>
                <a:ext uri="{FF2B5EF4-FFF2-40B4-BE49-F238E27FC236}">
                  <a16:creationId xmlns:a16="http://schemas.microsoft.com/office/drawing/2014/main" id="{47094CB5-5A09-4E21-867C-D2B2A9662B93}"/>
                </a:ext>
              </a:extLst>
            </p:cNvPr>
            <p:cNvGrpSpPr/>
            <p:nvPr/>
          </p:nvGrpSpPr>
          <p:grpSpPr>
            <a:xfrm>
              <a:off x="3240719" y="1666878"/>
              <a:ext cx="1180729" cy="1584663"/>
              <a:chOff x="3640213" y="1580574"/>
              <a:chExt cx="2361459" cy="3169328"/>
            </a:xfrm>
          </p:grpSpPr>
          <p:sp>
            <p:nvSpPr>
              <p:cNvPr id="20" name="Rectangle 19">
                <a:extLst>
                  <a:ext uri="{FF2B5EF4-FFF2-40B4-BE49-F238E27FC236}">
                    <a16:creationId xmlns:a16="http://schemas.microsoft.com/office/drawing/2014/main" id="{3C8CFAE9-79A0-4489-B899-24C435578EA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1" name="Rectangle 20">
                <a:extLst>
                  <a:ext uri="{FF2B5EF4-FFF2-40B4-BE49-F238E27FC236}">
                    <a16:creationId xmlns:a16="http://schemas.microsoft.com/office/drawing/2014/main" id="{11BDFFFA-E043-43AB-A1B4-AD99750B33DF}"/>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4" name="ZoneTexte 23">
              <a:extLst>
                <a:ext uri="{FF2B5EF4-FFF2-40B4-BE49-F238E27FC236}">
                  <a16:creationId xmlns:a16="http://schemas.microsoft.com/office/drawing/2014/main" id="{BADE88A4-D3E8-4FD8-93ED-7C84E59F8670}"/>
                </a:ext>
              </a:extLst>
            </p:cNvPr>
            <p:cNvSpPr txBox="1"/>
            <p:nvPr/>
          </p:nvSpPr>
          <p:spPr>
            <a:xfrm>
              <a:off x="3522040" y="2083900"/>
              <a:ext cx="618086" cy="465804"/>
            </a:xfrm>
            <a:prstGeom prst="rect">
              <a:avLst/>
            </a:prstGeom>
            <a:noFill/>
          </p:spPr>
          <p:txBody>
            <a:bodyPr wrap="none" rtlCol="0">
              <a:spAutoFit/>
            </a:bodyPr>
            <a:lstStyle/>
            <a:p>
              <a:r>
                <a:rPr lang="en-US" sz="2000" dirty="0">
                  <a:latin typeface="Freestyle Script" panose="030804020302050B0404" pitchFamily="66" charset="0"/>
                </a:rPr>
                <a:t>Katia</a:t>
              </a:r>
            </a:p>
          </p:txBody>
        </p:sp>
      </p:grpSp>
      <p:grpSp>
        <p:nvGrpSpPr>
          <p:cNvPr id="29" name="Groupe 28">
            <a:extLst>
              <a:ext uri="{FF2B5EF4-FFF2-40B4-BE49-F238E27FC236}">
                <a16:creationId xmlns:a16="http://schemas.microsoft.com/office/drawing/2014/main" id="{93C72B96-32BF-49D1-9AB0-6FD79ADD2EC3}"/>
              </a:ext>
            </a:extLst>
          </p:cNvPr>
          <p:cNvGrpSpPr/>
          <p:nvPr/>
        </p:nvGrpSpPr>
        <p:grpSpPr>
          <a:xfrm rot="1276052">
            <a:off x="1823717" y="1690993"/>
            <a:ext cx="1014206" cy="1361171"/>
            <a:chOff x="3889528" y="2025776"/>
            <a:chExt cx="1180729" cy="1584663"/>
          </a:xfrm>
        </p:grpSpPr>
        <p:grpSp>
          <p:nvGrpSpPr>
            <p:cNvPr id="25" name="Groupe 24">
              <a:extLst>
                <a:ext uri="{FF2B5EF4-FFF2-40B4-BE49-F238E27FC236}">
                  <a16:creationId xmlns:a16="http://schemas.microsoft.com/office/drawing/2014/main" id="{B64CC1A2-BA4F-4E40-91DF-AC4EEA5F1147}"/>
                </a:ext>
              </a:extLst>
            </p:cNvPr>
            <p:cNvGrpSpPr/>
            <p:nvPr/>
          </p:nvGrpSpPr>
          <p:grpSpPr>
            <a:xfrm>
              <a:off x="3889528" y="2025776"/>
              <a:ext cx="1180729" cy="1584663"/>
              <a:chOff x="3640213" y="1580574"/>
              <a:chExt cx="2361459" cy="3169328"/>
            </a:xfrm>
          </p:grpSpPr>
          <p:sp>
            <p:nvSpPr>
              <p:cNvPr id="26" name="Rectangle 25">
                <a:extLst>
                  <a:ext uri="{FF2B5EF4-FFF2-40B4-BE49-F238E27FC236}">
                    <a16:creationId xmlns:a16="http://schemas.microsoft.com/office/drawing/2014/main" id="{CB14E84F-3324-498B-AF18-833EBC942135}"/>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7" name="Rectangle 26">
                <a:extLst>
                  <a:ext uri="{FF2B5EF4-FFF2-40B4-BE49-F238E27FC236}">
                    <a16:creationId xmlns:a16="http://schemas.microsoft.com/office/drawing/2014/main" id="{4AF6AAA2-3130-42B5-ABBE-5ED586EBE506}"/>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8" name="ZoneTexte 27">
              <a:extLst>
                <a:ext uri="{FF2B5EF4-FFF2-40B4-BE49-F238E27FC236}">
                  <a16:creationId xmlns:a16="http://schemas.microsoft.com/office/drawing/2014/main" id="{EF0EBFA4-82BA-450A-BBA2-913D16FFB3FB}"/>
                </a:ext>
              </a:extLst>
            </p:cNvPr>
            <p:cNvSpPr txBox="1"/>
            <p:nvPr/>
          </p:nvSpPr>
          <p:spPr>
            <a:xfrm>
              <a:off x="4147523" y="2442798"/>
              <a:ext cx="664741" cy="465804"/>
            </a:xfrm>
            <a:prstGeom prst="rect">
              <a:avLst/>
            </a:prstGeom>
            <a:noFill/>
          </p:spPr>
          <p:txBody>
            <a:bodyPr wrap="none" rtlCol="0">
              <a:spAutoFit/>
            </a:bodyPr>
            <a:lstStyle/>
            <a:p>
              <a:r>
                <a:rPr lang="en-US" sz="2000" dirty="0">
                  <a:latin typeface="Freestyle Script" panose="030804020302050B0404" pitchFamily="66" charset="0"/>
                </a:rPr>
                <a:t>Bruno</a:t>
              </a:r>
            </a:p>
          </p:txBody>
        </p:sp>
      </p:grpSp>
      <p:grpSp>
        <p:nvGrpSpPr>
          <p:cNvPr id="30" name="Groupe 29">
            <a:extLst>
              <a:ext uri="{FF2B5EF4-FFF2-40B4-BE49-F238E27FC236}">
                <a16:creationId xmlns:a16="http://schemas.microsoft.com/office/drawing/2014/main" id="{2570C5D8-30F7-4367-8865-3883B01D1480}"/>
              </a:ext>
            </a:extLst>
          </p:cNvPr>
          <p:cNvGrpSpPr/>
          <p:nvPr/>
        </p:nvGrpSpPr>
        <p:grpSpPr>
          <a:xfrm rot="2314973">
            <a:off x="2451669" y="1959611"/>
            <a:ext cx="1014206" cy="1361172"/>
            <a:chOff x="3889528" y="2025776"/>
            <a:chExt cx="1180729" cy="1584663"/>
          </a:xfrm>
        </p:grpSpPr>
        <p:grpSp>
          <p:nvGrpSpPr>
            <p:cNvPr id="31" name="Groupe 30">
              <a:extLst>
                <a:ext uri="{FF2B5EF4-FFF2-40B4-BE49-F238E27FC236}">
                  <a16:creationId xmlns:a16="http://schemas.microsoft.com/office/drawing/2014/main" id="{C104F7E9-FB3C-4D45-812F-17BE3FD5D03C}"/>
                </a:ext>
              </a:extLst>
            </p:cNvPr>
            <p:cNvGrpSpPr/>
            <p:nvPr/>
          </p:nvGrpSpPr>
          <p:grpSpPr>
            <a:xfrm>
              <a:off x="3889528" y="2025776"/>
              <a:ext cx="1180729" cy="1584663"/>
              <a:chOff x="3640213" y="1580574"/>
              <a:chExt cx="2361459" cy="3169328"/>
            </a:xfrm>
          </p:grpSpPr>
          <p:sp>
            <p:nvSpPr>
              <p:cNvPr id="33" name="Rectangle 32">
                <a:extLst>
                  <a:ext uri="{FF2B5EF4-FFF2-40B4-BE49-F238E27FC236}">
                    <a16:creationId xmlns:a16="http://schemas.microsoft.com/office/drawing/2014/main" id="{EA832D43-E816-4085-9E11-5AE9668C106E}"/>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34" name="Rectangle 33">
                <a:extLst>
                  <a:ext uri="{FF2B5EF4-FFF2-40B4-BE49-F238E27FC236}">
                    <a16:creationId xmlns:a16="http://schemas.microsoft.com/office/drawing/2014/main" id="{D452064C-B7DD-4705-95DD-2CB3DFC089DD}"/>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32" name="ZoneTexte 31">
              <a:extLst>
                <a:ext uri="{FF2B5EF4-FFF2-40B4-BE49-F238E27FC236}">
                  <a16:creationId xmlns:a16="http://schemas.microsoft.com/office/drawing/2014/main" id="{076E3B01-207E-4885-9E86-3A2D0B86C4E1}"/>
                </a:ext>
              </a:extLst>
            </p:cNvPr>
            <p:cNvSpPr txBox="1"/>
            <p:nvPr/>
          </p:nvSpPr>
          <p:spPr>
            <a:xfrm>
              <a:off x="4196043" y="2442799"/>
              <a:ext cx="567699" cy="465804"/>
            </a:xfrm>
            <a:prstGeom prst="rect">
              <a:avLst/>
            </a:prstGeom>
            <a:noFill/>
          </p:spPr>
          <p:txBody>
            <a:bodyPr wrap="none" rtlCol="0">
              <a:spAutoFit/>
            </a:bodyPr>
            <a:lstStyle/>
            <a:p>
              <a:r>
                <a:rPr lang="en-US" sz="2000" dirty="0">
                  <a:latin typeface="Freestyle Script" panose="030804020302050B0404" pitchFamily="66" charset="0"/>
                </a:rPr>
                <a:t>Alex</a:t>
              </a:r>
            </a:p>
          </p:txBody>
        </p:sp>
      </p:grpSp>
      <p:sp>
        <p:nvSpPr>
          <p:cNvPr id="36" name="ZoneTexte 35">
            <a:extLst>
              <a:ext uri="{FF2B5EF4-FFF2-40B4-BE49-F238E27FC236}">
                <a16:creationId xmlns:a16="http://schemas.microsoft.com/office/drawing/2014/main" id="{77A8C286-0103-4E75-86B2-02A5BB523BB0}"/>
              </a:ext>
            </a:extLst>
          </p:cNvPr>
          <p:cNvSpPr txBox="1"/>
          <p:nvPr/>
        </p:nvSpPr>
        <p:spPr>
          <a:xfrm>
            <a:off x="838794" y="5355059"/>
            <a:ext cx="2538740" cy="1169551"/>
          </a:xfrm>
          <a:prstGeom prst="rect">
            <a:avLst/>
          </a:prstGeom>
          <a:solidFill>
            <a:schemeClr val="bg1">
              <a:lumMod val="95000"/>
            </a:schemeClr>
          </a:solidFill>
        </p:spPr>
        <p:txBody>
          <a:bodyPr wrap="square" rtlCol="0">
            <a:spAutoFit/>
          </a:bodyPr>
          <a:lstStyle/>
          <a:p>
            <a:pPr algn="ctr"/>
            <a:r>
              <a:rPr lang="fr-FR" sz="1400" dirty="0"/>
              <a:t>1. Renseigner des cartes </a:t>
            </a:r>
            <a:r>
              <a:rPr lang="fr-FR" sz="1400" b="1" dirty="0">
                <a:solidFill>
                  <a:srgbClr val="ED7D31"/>
                </a:solidFill>
              </a:rPr>
              <a:t>MEMBRE</a:t>
            </a:r>
            <a:r>
              <a:rPr lang="fr-FR" sz="1400" dirty="0"/>
              <a:t> avec les prénoms réels, et faire une pile face </a:t>
            </a:r>
            <a:r>
              <a:rPr lang="fr-FR" sz="1400" i="1" dirty="0"/>
              <a:t>visible</a:t>
            </a:r>
            <a:r>
              <a:rPr lang="fr-FR" sz="1400" dirty="0"/>
              <a:t> (autant que de personnes dans l’équipe réelle)</a:t>
            </a:r>
          </a:p>
        </p:txBody>
      </p:sp>
      <p:sp>
        <p:nvSpPr>
          <p:cNvPr id="38" name="Flèche : bas 37">
            <a:extLst>
              <a:ext uri="{FF2B5EF4-FFF2-40B4-BE49-F238E27FC236}">
                <a16:creationId xmlns:a16="http://schemas.microsoft.com/office/drawing/2014/main" id="{2FFFC4A9-3195-4BBF-98F2-C311CCA44501}"/>
              </a:ext>
            </a:extLst>
          </p:cNvPr>
          <p:cNvSpPr/>
          <p:nvPr/>
        </p:nvSpPr>
        <p:spPr>
          <a:xfrm>
            <a:off x="1889098" y="3145261"/>
            <a:ext cx="550052" cy="440403"/>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71AFDAA-FC4F-4961-9328-743A73D6DE2D}"/>
              </a:ext>
            </a:extLst>
          </p:cNvPr>
          <p:cNvSpPr/>
          <p:nvPr/>
        </p:nvSpPr>
        <p:spPr>
          <a:xfrm>
            <a:off x="1511259" y="365637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0" name="Rectangle 39">
            <a:extLst>
              <a:ext uri="{FF2B5EF4-FFF2-40B4-BE49-F238E27FC236}">
                <a16:creationId xmlns:a16="http://schemas.microsoft.com/office/drawing/2014/main" id="{EBF1E477-6A9A-4E99-9EF9-1EB3662C2624}"/>
              </a:ext>
            </a:extLst>
          </p:cNvPr>
          <p:cNvSpPr/>
          <p:nvPr/>
        </p:nvSpPr>
        <p:spPr>
          <a:xfrm>
            <a:off x="1562641" y="3698493"/>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1" name="Rectangle 40">
            <a:extLst>
              <a:ext uri="{FF2B5EF4-FFF2-40B4-BE49-F238E27FC236}">
                <a16:creationId xmlns:a16="http://schemas.microsoft.com/office/drawing/2014/main" id="{B0CB7A4D-3AE5-46A6-9A60-F4E2CDBBAF18}"/>
              </a:ext>
            </a:extLst>
          </p:cNvPr>
          <p:cNvSpPr/>
          <p:nvPr/>
        </p:nvSpPr>
        <p:spPr>
          <a:xfrm>
            <a:off x="1638754" y="3763192"/>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2" name="Rectangle 41">
            <a:extLst>
              <a:ext uri="{FF2B5EF4-FFF2-40B4-BE49-F238E27FC236}">
                <a16:creationId xmlns:a16="http://schemas.microsoft.com/office/drawing/2014/main" id="{C43ACB17-6886-429D-9EEC-302F532D5827}"/>
              </a:ext>
            </a:extLst>
          </p:cNvPr>
          <p:cNvSpPr/>
          <p:nvPr/>
        </p:nvSpPr>
        <p:spPr>
          <a:xfrm>
            <a:off x="1714867" y="3827204"/>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3" name="Rectangle 42">
            <a:extLst>
              <a:ext uri="{FF2B5EF4-FFF2-40B4-BE49-F238E27FC236}">
                <a16:creationId xmlns:a16="http://schemas.microsoft.com/office/drawing/2014/main" id="{C4806111-9902-4A5F-ABC6-C777DE25E00F}"/>
              </a:ext>
            </a:extLst>
          </p:cNvPr>
          <p:cNvSpPr/>
          <p:nvPr/>
        </p:nvSpPr>
        <p:spPr>
          <a:xfrm>
            <a:off x="1796519" y="388624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37" name="ZoneTexte 36">
            <a:extLst>
              <a:ext uri="{FF2B5EF4-FFF2-40B4-BE49-F238E27FC236}">
                <a16:creationId xmlns:a16="http://schemas.microsoft.com/office/drawing/2014/main" id="{81FABDB2-5F36-43A0-A4BA-857C00FB157E}"/>
              </a:ext>
            </a:extLst>
          </p:cNvPr>
          <p:cNvSpPr txBox="1"/>
          <p:nvPr/>
        </p:nvSpPr>
        <p:spPr>
          <a:xfrm>
            <a:off x="4632818" y="5355059"/>
            <a:ext cx="2633635" cy="1169551"/>
          </a:xfrm>
          <a:prstGeom prst="rect">
            <a:avLst/>
          </a:prstGeom>
          <a:solidFill>
            <a:schemeClr val="bg1">
              <a:lumMod val="95000"/>
            </a:schemeClr>
          </a:solidFill>
        </p:spPr>
        <p:txBody>
          <a:bodyPr wrap="square" rtlCol="0">
            <a:spAutoFit/>
          </a:bodyPr>
          <a:lstStyle/>
          <a:p>
            <a:pPr algn="ctr"/>
            <a:r>
              <a:rPr lang="fr-FR" sz="1400" dirty="0"/>
              <a:t>2. Renseigner des cartes </a:t>
            </a:r>
            <a:r>
              <a:rPr lang="fr-FR" sz="1400" b="1" dirty="0"/>
              <a:t>PARTIES PRENANTES</a:t>
            </a:r>
            <a:r>
              <a:rPr lang="fr-FR" sz="1400" dirty="0"/>
              <a:t> (clients, partenaires, hiérarchie, fournisseurs, …) et faire une pile face </a:t>
            </a:r>
            <a:r>
              <a:rPr lang="fr-FR" sz="1400" i="1" dirty="0"/>
              <a:t>visible</a:t>
            </a:r>
            <a:r>
              <a:rPr lang="fr-FR" sz="1400" dirty="0"/>
              <a:t> (autant que vous voulez) </a:t>
            </a:r>
          </a:p>
        </p:txBody>
      </p:sp>
      <p:grpSp>
        <p:nvGrpSpPr>
          <p:cNvPr id="49" name="Groupe 48">
            <a:extLst>
              <a:ext uri="{FF2B5EF4-FFF2-40B4-BE49-F238E27FC236}">
                <a16:creationId xmlns:a16="http://schemas.microsoft.com/office/drawing/2014/main" id="{948EC812-D15A-4F58-BEC9-F5F0D813E2C5}"/>
              </a:ext>
            </a:extLst>
          </p:cNvPr>
          <p:cNvGrpSpPr/>
          <p:nvPr/>
        </p:nvGrpSpPr>
        <p:grpSpPr>
          <a:xfrm rot="20426987">
            <a:off x="4620596" y="1582428"/>
            <a:ext cx="1100152" cy="1476521"/>
            <a:chOff x="6459745" y="2018306"/>
            <a:chExt cx="1114393" cy="1495634"/>
          </a:xfrm>
        </p:grpSpPr>
        <p:grpSp>
          <p:nvGrpSpPr>
            <p:cNvPr id="47" name="Groupe 46">
              <a:extLst>
                <a:ext uri="{FF2B5EF4-FFF2-40B4-BE49-F238E27FC236}">
                  <a16:creationId xmlns:a16="http://schemas.microsoft.com/office/drawing/2014/main" id="{B5C8B264-7866-4B66-8A97-E6FC289BF0CD}"/>
                </a:ext>
              </a:extLst>
            </p:cNvPr>
            <p:cNvGrpSpPr/>
            <p:nvPr/>
          </p:nvGrpSpPr>
          <p:grpSpPr>
            <a:xfrm>
              <a:off x="6459745" y="2018306"/>
              <a:ext cx="1114393" cy="1495634"/>
              <a:chOff x="6063954" y="1259012"/>
              <a:chExt cx="2361459" cy="3169328"/>
            </a:xfrm>
          </p:grpSpPr>
          <p:sp>
            <p:nvSpPr>
              <p:cNvPr id="45" name="Rectangle 44">
                <a:extLst>
                  <a:ext uri="{FF2B5EF4-FFF2-40B4-BE49-F238E27FC236}">
                    <a16:creationId xmlns:a16="http://schemas.microsoft.com/office/drawing/2014/main" id="{D6CF5C0F-5DAD-4F58-847C-9604EE20CCD2}"/>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46" name="Rectangle 45">
                <a:extLst>
                  <a:ext uri="{FF2B5EF4-FFF2-40B4-BE49-F238E27FC236}">
                    <a16:creationId xmlns:a16="http://schemas.microsoft.com/office/drawing/2014/main" id="{C0A195F6-4AB6-469C-86F1-20F72B0A140F}"/>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48" name="ZoneTexte 47">
              <a:extLst>
                <a:ext uri="{FF2B5EF4-FFF2-40B4-BE49-F238E27FC236}">
                  <a16:creationId xmlns:a16="http://schemas.microsoft.com/office/drawing/2014/main" id="{0AC85752-7BE3-40EF-813B-BC3799113171}"/>
                </a:ext>
              </a:extLst>
            </p:cNvPr>
            <p:cNvSpPr txBox="1"/>
            <p:nvPr/>
          </p:nvSpPr>
          <p:spPr>
            <a:xfrm>
              <a:off x="6595985" y="2573464"/>
              <a:ext cx="885637" cy="264996"/>
            </a:xfrm>
            <a:prstGeom prst="rect">
              <a:avLst/>
            </a:prstGeom>
            <a:noFill/>
          </p:spPr>
          <p:txBody>
            <a:bodyPr wrap="square" rtlCol="0">
              <a:spAutoFit/>
            </a:bodyPr>
            <a:lstStyle/>
            <a:p>
              <a:r>
                <a:rPr lang="en-US" sz="1100" dirty="0">
                  <a:latin typeface="Freestyle Script" panose="030804020302050B0404" pitchFamily="66" charset="0"/>
                </a:rPr>
                <a:t>Vincent K.(chef)</a:t>
              </a:r>
            </a:p>
          </p:txBody>
        </p:sp>
      </p:grpSp>
      <p:grpSp>
        <p:nvGrpSpPr>
          <p:cNvPr id="50" name="Groupe 49">
            <a:extLst>
              <a:ext uri="{FF2B5EF4-FFF2-40B4-BE49-F238E27FC236}">
                <a16:creationId xmlns:a16="http://schemas.microsoft.com/office/drawing/2014/main" id="{B3633831-300B-4C24-9097-BC8E82C629D6}"/>
              </a:ext>
            </a:extLst>
          </p:cNvPr>
          <p:cNvGrpSpPr/>
          <p:nvPr/>
        </p:nvGrpSpPr>
        <p:grpSpPr>
          <a:xfrm rot="591548">
            <a:off x="5498807" y="1531891"/>
            <a:ext cx="1115705" cy="1476521"/>
            <a:chOff x="6459745" y="2018306"/>
            <a:chExt cx="1130147" cy="1495634"/>
          </a:xfrm>
        </p:grpSpPr>
        <p:grpSp>
          <p:nvGrpSpPr>
            <p:cNvPr id="51" name="Groupe 50">
              <a:extLst>
                <a:ext uri="{FF2B5EF4-FFF2-40B4-BE49-F238E27FC236}">
                  <a16:creationId xmlns:a16="http://schemas.microsoft.com/office/drawing/2014/main" id="{F0AE9058-3C6C-48DA-B64B-8777E07448D6}"/>
                </a:ext>
              </a:extLst>
            </p:cNvPr>
            <p:cNvGrpSpPr/>
            <p:nvPr/>
          </p:nvGrpSpPr>
          <p:grpSpPr>
            <a:xfrm>
              <a:off x="6459745" y="2018306"/>
              <a:ext cx="1114393" cy="1495634"/>
              <a:chOff x="6063954" y="1259012"/>
              <a:chExt cx="2361459" cy="3169328"/>
            </a:xfrm>
          </p:grpSpPr>
          <p:sp>
            <p:nvSpPr>
              <p:cNvPr id="53" name="Rectangle 52">
                <a:extLst>
                  <a:ext uri="{FF2B5EF4-FFF2-40B4-BE49-F238E27FC236}">
                    <a16:creationId xmlns:a16="http://schemas.microsoft.com/office/drawing/2014/main" id="{978C11BF-53A3-481A-9CA0-286E1617F516}"/>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4" name="Rectangle 53">
                <a:extLst>
                  <a:ext uri="{FF2B5EF4-FFF2-40B4-BE49-F238E27FC236}">
                    <a16:creationId xmlns:a16="http://schemas.microsoft.com/office/drawing/2014/main" id="{76E0A055-017C-489A-B9EA-3F4836B0B28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2" name="ZoneTexte 51">
              <a:extLst>
                <a:ext uri="{FF2B5EF4-FFF2-40B4-BE49-F238E27FC236}">
                  <a16:creationId xmlns:a16="http://schemas.microsoft.com/office/drawing/2014/main" id="{E7CD0F8C-F573-4ECA-96C7-5BA42734CEA4}"/>
                </a:ext>
              </a:extLst>
            </p:cNvPr>
            <p:cNvSpPr txBox="1"/>
            <p:nvPr/>
          </p:nvSpPr>
          <p:spPr>
            <a:xfrm>
              <a:off x="6564962" y="2582346"/>
              <a:ext cx="1024930" cy="261610"/>
            </a:xfrm>
            <a:prstGeom prst="rect">
              <a:avLst/>
            </a:prstGeom>
            <a:noFill/>
          </p:spPr>
          <p:txBody>
            <a:bodyPr wrap="square" rtlCol="0">
              <a:spAutoFit/>
            </a:bodyPr>
            <a:lstStyle/>
            <a:p>
              <a:r>
                <a:rPr lang="fr-FR" sz="1050" dirty="0">
                  <a:latin typeface="Freestyle Script" panose="030804020302050B0404" pitchFamily="66" charset="0"/>
                </a:rPr>
                <a:t>Dominique V. (cliente)</a:t>
              </a:r>
            </a:p>
          </p:txBody>
        </p:sp>
      </p:grpSp>
      <p:grpSp>
        <p:nvGrpSpPr>
          <p:cNvPr id="55" name="Groupe 54">
            <a:extLst>
              <a:ext uri="{FF2B5EF4-FFF2-40B4-BE49-F238E27FC236}">
                <a16:creationId xmlns:a16="http://schemas.microsoft.com/office/drawing/2014/main" id="{BE3721E6-214C-4423-A4EF-2EA98D471EA8}"/>
              </a:ext>
            </a:extLst>
          </p:cNvPr>
          <p:cNvGrpSpPr/>
          <p:nvPr/>
        </p:nvGrpSpPr>
        <p:grpSpPr>
          <a:xfrm rot="1667809">
            <a:off x="6466663" y="1772548"/>
            <a:ext cx="1100152" cy="1476521"/>
            <a:chOff x="6459745" y="2018306"/>
            <a:chExt cx="1114393" cy="1495634"/>
          </a:xfrm>
        </p:grpSpPr>
        <p:grpSp>
          <p:nvGrpSpPr>
            <p:cNvPr id="56" name="Groupe 55">
              <a:extLst>
                <a:ext uri="{FF2B5EF4-FFF2-40B4-BE49-F238E27FC236}">
                  <a16:creationId xmlns:a16="http://schemas.microsoft.com/office/drawing/2014/main" id="{E3B70B70-8221-4B98-9EB4-7B54D2F70172}"/>
                </a:ext>
              </a:extLst>
            </p:cNvPr>
            <p:cNvGrpSpPr/>
            <p:nvPr/>
          </p:nvGrpSpPr>
          <p:grpSpPr>
            <a:xfrm>
              <a:off x="6459745" y="2018306"/>
              <a:ext cx="1114393" cy="1495634"/>
              <a:chOff x="6063954" y="1259012"/>
              <a:chExt cx="2361459" cy="3169328"/>
            </a:xfrm>
          </p:grpSpPr>
          <p:sp>
            <p:nvSpPr>
              <p:cNvPr id="58" name="Rectangle 57">
                <a:extLst>
                  <a:ext uri="{FF2B5EF4-FFF2-40B4-BE49-F238E27FC236}">
                    <a16:creationId xmlns:a16="http://schemas.microsoft.com/office/drawing/2014/main" id="{9496F3A6-31FC-483F-B134-0231151F1845}"/>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9" name="Rectangle 58">
                <a:extLst>
                  <a:ext uri="{FF2B5EF4-FFF2-40B4-BE49-F238E27FC236}">
                    <a16:creationId xmlns:a16="http://schemas.microsoft.com/office/drawing/2014/main" id="{1002420F-D226-4EDD-9DDB-8E60510FE112}"/>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7" name="ZoneTexte 56">
              <a:extLst>
                <a:ext uri="{FF2B5EF4-FFF2-40B4-BE49-F238E27FC236}">
                  <a16:creationId xmlns:a16="http://schemas.microsoft.com/office/drawing/2014/main" id="{F4F3FC86-72F6-4700-BA43-D36CC5CFE864}"/>
                </a:ext>
              </a:extLst>
            </p:cNvPr>
            <p:cNvSpPr txBox="1"/>
            <p:nvPr/>
          </p:nvSpPr>
          <p:spPr>
            <a:xfrm>
              <a:off x="6564962" y="2582347"/>
              <a:ext cx="913323" cy="261610"/>
            </a:xfrm>
            <a:prstGeom prst="rect">
              <a:avLst/>
            </a:prstGeom>
            <a:noFill/>
          </p:spPr>
          <p:txBody>
            <a:bodyPr wrap="square" rtlCol="0">
              <a:spAutoFit/>
            </a:bodyPr>
            <a:lstStyle/>
            <a:p>
              <a:pPr algn="ctr"/>
              <a:r>
                <a:rPr lang="fr-FR" sz="1050" dirty="0">
                  <a:latin typeface="Freestyle Script" panose="030804020302050B0404" pitchFamily="66" charset="0"/>
                </a:rPr>
                <a:t>Pierre-Alain E.</a:t>
              </a:r>
            </a:p>
          </p:txBody>
        </p:sp>
      </p:grpSp>
      <p:sp>
        <p:nvSpPr>
          <p:cNvPr id="60" name="Flèche : bas 59">
            <a:extLst>
              <a:ext uri="{FF2B5EF4-FFF2-40B4-BE49-F238E27FC236}">
                <a16:creationId xmlns:a16="http://schemas.microsoft.com/office/drawing/2014/main" id="{5F436F8C-C572-4057-8031-5F995DB25E4D}"/>
              </a:ext>
            </a:extLst>
          </p:cNvPr>
          <p:cNvSpPr/>
          <p:nvPr/>
        </p:nvSpPr>
        <p:spPr>
          <a:xfrm>
            <a:off x="5515558" y="3075028"/>
            <a:ext cx="550052" cy="44040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4E1E218-A308-48F0-8CCF-04AD270B21CB}"/>
              </a:ext>
            </a:extLst>
          </p:cNvPr>
          <p:cNvSpPr/>
          <p:nvPr/>
        </p:nvSpPr>
        <p:spPr>
          <a:xfrm>
            <a:off x="5187130" y="3607650"/>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69" name="Rectangle 68">
            <a:extLst>
              <a:ext uri="{FF2B5EF4-FFF2-40B4-BE49-F238E27FC236}">
                <a16:creationId xmlns:a16="http://schemas.microsoft.com/office/drawing/2014/main" id="{6887FE2F-0346-407E-BA9B-1095B889E9D1}"/>
              </a:ext>
            </a:extLst>
          </p:cNvPr>
          <p:cNvSpPr/>
          <p:nvPr/>
        </p:nvSpPr>
        <p:spPr>
          <a:xfrm>
            <a:off x="5238644" y="3660517"/>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0" name="Rectangle 69">
            <a:extLst>
              <a:ext uri="{FF2B5EF4-FFF2-40B4-BE49-F238E27FC236}">
                <a16:creationId xmlns:a16="http://schemas.microsoft.com/office/drawing/2014/main" id="{94A84F28-A4A2-4DB1-B1A1-11F87D21DB56}"/>
              </a:ext>
            </a:extLst>
          </p:cNvPr>
          <p:cNvSpPr/>
          <p:nvPr/>
        </p:nvSpPr>
        <p:spPr>
          <a:xfrm>
            <a:off x="5290158" y="3705111"/>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1" name="Rectangle 70">
            <a:extLst>
              <a:ext uri="{FF2B5EF4-FFF2-40B4-BE49-F238E27FC236}">
                <a16:creationId xmlns:a16="http://schemas.microsoft.com/office/drawing/2014/main" id="{8CE7D88D-4618-4F34-97EA-2A15D8C557AF}"/>
              </a:ext>
            </a:extLst>
          </p:cNvPr>
          <p:cNvSpPr/>
          <p:nvPr/>
        </p:nvSpPr>
        <p:spPr>
          <a:xfrm>
            <a:off x="5341672" y="3764425"/>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2" name="Rectangle 71">
            <a:extLst>
              <a:ext uri="{FF2B5EF4-FFF2-40B4-BE49-F238E27FC236}">
                <a16:creationId xmlns:a16="http://schemas.microsoft.com/office/drawing/2014/main" id="{246EA4AD-6990-4BC9-8FB6-95255F89C7C5}"/>
              </a:ext>
            </a:extLst>
          </p:cNvPr>
          <p:cNvSpPr/>
          <p:nvPr/>
        </p:nvSpPr>
        <p:spPr>
          <a:xfrm>
            <a:off x="5393186" y="3805568"/>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3" name="Rectangle 72">
            <a:extLst>
              <a:ext uri="{FF2B5EF4-FFF2-40B4-BE49-F238E27FC236}">
                <a16:creationId xmlns:a16="http://schemas.microsoft.com/office/drawing/2014/main" id="{CABEFD50-8F33-4C13-91A8-3032EC8A29DF}"/>
              </a:ext>
            </a:extLst>
          </p:cNvPr>
          <p:cNvSpPr/>
          <p:nvPr/>
        </p:nvSpPr>
        <p:spPr>
          <a:xfrm>
            <a:off x="5459270" y="3861144"/>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4" name="Rectangle 73">
            <a:extLst>
              <a:ext uri="{FF2B5EF4-FFF2-40B4-BE49-F238E27FC236}">
                <a16:creationId xmlns:a16="http://schemas.microsoft.com/office/drawing/2014/main" id="{68B20AB6-A2FB-479C-AF4E-FCE00BBA5F0C}"/>
              </a:ext>
            </a:extLst>
          </p:cNvPr>
          <p:cNvSpPr/>
          <p:nvPr/>
        </p:nvSpPr>
        <p:spPr>
          <a:xfrm>
            <a:off x="9621179" y="350756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5" name="Rectangle 74">
            <a:extLst>
              <a:ext uri="{FF2B5EF4-FFF2-40B4-BE49-F238E27FC236}">
                <a16:creationId xmlns:a16="http://schemas.microsoft.com/office/drawing/2014/main" id="{49BC6A1F-4135-444C-AE6B-91AA968EDEAE}"/>
              </a:ext>
            </a:extLst>
          </p:cNvPr>
          <p:cNvSpPr/>
          <p:nvPr/>
        </p:nvSpPr>
        <p:spPr>
          <a:xfrm>
            <a:off x="9708609" y="3587683"/>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6" name="Rectangle 75">
            <a:extLst>
              <a:ext uri="{FF2B5EF4-FFF2-40B4-BE49-F238E27FC236}">
                <a16:creationId xmlns:a16="http://schemas.microsoft.com/office/drawing/2014/main" id="{28D3A6FA-A4AA-44F1-B39F-8F43BD7DFAD0}"/>
              </a:ext>
            </a:extLst>
          </p:cNvPr>
          <p:cNvSpPr/>
          <p:nvPr/>
        </p:nvSpPr>
        <p:spPr>
          <a:xfrm>
            <a:off x="9782816" y="3661520"/>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7" name="Rectangle 76">
            <a:extLst>
              <a:ext uri="{FF2B5EF4-FFF2-40B4-BE49-F238E27FC236}">
                <a16:creationId xmlns:a16="http://schemas.microsoft.com/office/drawing/2014/main" id="{ED0B1025-49E1-45E6-BB9C-16C051A29236}"/>
              </a:ext>
            </a:extLst>
          </p:cNvPr>
          <p:cNvSpPr/>
          <p:nvPr/>
        </p:nvSpPr>
        <p:spPr>
          <a:xfrm>
            <a:off x="9857023" y="3758512"/>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2" name="Rectangle 81">
            <a:extLst>
              <a:ext uri="{FF2B5EF4-FFF2-40B4-BE49-F238E27FC236}">
                <a16:creationId xmlns:a16="http://schemas.microsoft.com/office/drawing/2014/main" id="{A290772D-6052-47B9-975D-DFD539FD11E2}"/>
              </a:ext>
            </a:extLst>
          </p:cNvPr>
          <p:cNvSpPr/>
          <p:nvPr/>
        </p:nvSpPr>
        <p:spPr>
          <a:xfrm>
            <a:off x="9920412" y="3831716"/>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3" name="Rectangle 82">
            <a:extLst>
              <a:ext uri="{FF2B5EF4-FFF2-40B4-BE49-F238E27FC236}">
                <a16:creationId xmlns:a16="http://schemas.microsoft.com/office/drawing/2014/main" id="{E008B018-30F4-468B-8245-5D39CBCBE97A}"/>
              </a:ext>
            </a:extLst>
          </p:cNvPr>
          <p:cNvSpPr/>
          <p:nvPr/>
        </p:nvSpPr>
        <p:spPr>
          <a:xfrm>
            <a:off x="9983801" y="388947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4" name="ZoneTexte 83">
            <a:extLst>
              <a:ext uri="{FF2B5EF4-FFF2-40B4-BE49-F238E27FC236}">
                <a16:creationId xmlns:a16="http://schemas.microsoft.com/office/drawing/2014/main" id="{9BFDFA05-3831-4908-815A-F5DB2675E36D}"/>
              </a:ext>
            </a:extLst>
          </p:cNvPr>
          <p:cNvSpPr txBox="1"/>
          <p:nvPr/>
        </p:nvSpPr>
        <p:spPr>
          <a:xfrm>
            <a:off x="8859338" y="5355059"/>
            <a:ext cx="3059131" cy="1384995"/>
          </a:xfrm>
          <a:prstGeom prst="rect">
            <a:avLst/>
          </a:prstGeom>
          <a:solidFill>
            <a:schemeClr val="bg1">
              <a:lumMod val="95000"/>
            </a:schemeClr>
          </a:solidFill>
        </p:spPr>
        <p:txBody>
          <a:bodyPr wrap="square" rtlCol="0">
            <a:spAutoFit/>
          </a:bodyPr>
          <a:lstStyle/>
          <a:p>
            <a:pPr algn="ctr"/>
            <a:r>
              <a:rPr lang="fr-FR" sz="1400" dirty="0"/>
              <a:t>3. Faire 2 tas égaux de cartes </a:t>
            </a:r>
            <a:r>
              <a:rPr lang="fr-FR" sz="1400" b="1" dirty="0">
                <a:solidFill>
                  <a:srgbClr val="0683AA"/>
                </a:solidFill>
              </a:rPr>
              <a:t>💪ROBUSTEAM</a:t>
            </a:r>
            <a:r>
              <a:rPr lang="fr-FR" sz="1400" dirty="0"/>
              <a:t> et </a:t>
            </a:r>
            <a:r>
              <a:rPr lang="fr-FR" sz="1400" b="1" dirty="0">
                <a:solidFill>
                  <a:srgbClr val="0683AA"/>
                </a:solidFill>
              </a:rPr>
              <a:t>⚖️DESTIN</a:t>
            </a:r>
            <a:r>
              <a:rPr lang="fr-FR" sz="1400" dirty="0"/>
              <a:t> et faire une pile face </a:t>
            </a:r>
            <a:r>
              <a:rPr lang="fr-FR" sz="1400" i="1" dirty="0"/>
              <a:t>cachée</a:t>
            </a:r>
            <a:r>
              <a:rPr lang="fr-FR" sz="1400" dirty="0"/>
              <a:t>. (Le total de cartes </a:t>
            </a:r>
            <a:r>
              <a:rPr lang="fr-FR" sz="1400" b="1" dirty="0">
                <a:solidFill>
                  <a:srgbClr val="0683AA"/>
                </a:solidFill>
              </a:rPr>
              <a:t>RÔLES</a:t>
            </a:r>
            <a:r>
              <a:rPr lang="fr-FR" sz="1400" dirty="0"/>
              <a:t> doit être le nombre de joueurs. En cas de total impair, ajoutez une carte </a:t>
            </a:r>
            <a:r>
              <a:rPr lang="fr-FR" sz="1400" b="1" dirty="0">
                <a:solidFill>
                  <a:srgbClr val="0683AA"/>
                </a:solidFill>
              </a:rPr>
              <a:t>⚖️DESTIN</a:t>
            </a:r>
            <a:r>
              <a:rPr lang="fr-FR" sz="1400" dirty="0"/>
              <a:t> ) </a:t>
            </a:r>
          </a:p>
        </p:txBody>
      </p:sp>
      <p:grpSp>
        <p:nvGrpSpPr>
          <p:cNvPr id="85" name="Groupe 84">
            <a:extLst>
              <a:ext uri="{FF2B5EF4-FFF2-40B4-BE49-F238E27FC236}">
                <a16:creationId xmlns:a16="http://schemas.microsoft.com/office/drawing/2014/main" id="{5EDF06A5-8D3E-406E-8EBD-AC4BE490B1FB}"/>
              </a:ext>
            </a:extLst>
          </p:cNvPr>
          <p:cNvGrpSpPr/>
          <p:nvPr/>
        </p:nvGrpSpPr>
        <p:grpSpPr>
          <a:xfrm>
            <a:off x="8694120" y="1218721"/>
            <a:ext cx="1184252" cy="1589392"/>
            <a:chOff x="1080117" y="170895"/>
            <a:chExt cx="2361459" cy="3169328"/>
          </a:xfrm>
        </p:grpSpPr>
        <p:sp>
          <p:nvSpPr>
            <p:cNvPr id="86" name="Rectangle 85">
              <a:extLst>
                <a:ext uri="{FF2B5EF4-FFF2-40B4-BE49-F238E27FC236}">
                  <a16:creationId xmlns:a16="http://schemas.microsoft.com/office/drawing/2014/main" id="{A267DA28-4F74-4ABA-B663-84AD33C2D5F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87" name="Rectangle 86">
              <a:extLst>
                <a:ext uri="{FF2B5EF4-FFF2-40B4-BE49-F238E27FC236}">
                  <a16:creationId xmlns:a16="http://schemas.microsoft.com/office/drawing/2014/main" id="{F7082B36-454A-48D6-8F68-E44FA6193DDD}"/>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1" name="Groupe 90">
            <a:extLst>
              <a:ext uri="{FF2B5EF4-FFF2-40B4-BE49-F238E27FC236}">
                <a16:creationId xmlns:a16="http://schemas.microsoft.com/office/drawing/2014/main" id="{9DF2D0F0-FD85-4935-8B99-FB7C65A87387}"/>
              </a:ext>
            </a:extLst>
          </p:cNvPr>
          <p:cNvGrpSpPr/>
          <p:nvPr/>
        </p:nvGrpSpPr>
        <p:grpSpPr>
          <a:xfrm>
            <a:off x="8780688" y="1308549"/>
            <a:ext cx="1184252" cy="1589392"/>
            <a:chOff x="1080117" y="170895"/>
            <a:chExt cx="2361459" cy="3169328"/>
          </a:xfrm>
        </p:grpSpPr>
        <p:sp>
          <p:nvSpPr>
            <p:cNvPr id="92" name="Rectangle 91">
              <a:extLst>
                <a:ext uri="{FF2B5EF4-FFF2-40B4-BE49-F238E27FC236}">
                  <a16:creationId xmlns:a16="http://schemas.microsoft.com/office/drawing/2014/main" id="{8269BE53-FD03-4704-8212-9C44E29F6D10}"/>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3" name="Rectangle 92">
              <a:extLst>
                <a:ext uri="{FF2B5EF4-FFF2-40B4-BE49-F238E27FC236}">
                  <a16:creationId xmlns:a16="http://schemas.microsoft.com/office/drawing/2014/main" id="{E9B89565-4D8A-4BE6-9E3E-BE9F7E60BBD0}"/>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4" name="Groupe 93">
            <a:extLst>
              <a:ext uri="{FF2B5EF4-FFF2-40B4-BE49-F238E27FC236}">
                <a16:creationId xmlns:a16="http://schemas.microsoft.com/office/drawing/2014/main" id="{F1AFD441-7C52-45B2-88C5-8B037FFAC162}"/>
              </a:ext>
            </a:extLst>
          </p:cNvPr>
          <p:cNvGrpSpPr/>
          <p:nvPr/>
        </p:nvGrpSpPr>
        <p:grpSpPr>
          <a:xfrm>
            <a:off x="8852756" y="1397770"/>
            <a:ext cx="1184252" cy="1589392"/>
            <a:chOff x="1080117" y="170895"/>
            <a:chExt cx="2361459" cy="3169328"/>
          </a:xfrm>
        </p:grpSpPr>
        <p:sp>
          <p:nvSpPr>
            <p:cNvPr id="95" name="Rectangle 94">
              <a:extLst>
                <a:ext uri="{FF2B5EF4-FFF2-40B4-BE49-F238E27FC236}">
                  <a16:creationId xmlns:a16="http://schemas.microsoft.com/office/drawing/2014/main" id="{C470FB02-6576-4950-9A02-C897DA394992}"/>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6" name="Rectangle 95">
              <a:extLst>
                <a:ext uri="{FF2B5EF4-FFF2-40B4-BE49-F238E27FC236}">
                  <a16:creationId xmlns:a16="http://schemas.microsoft.com/office/drawing/2014/main" id="{72C9BF68-C3C1-4BBB-A30E-FFE32ED8E1DE}"/>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9" name="Groupe 98">
            <a:extLst>
              <a:ext uri="{FF2B5EF4-FFF2-40B4-BE49-F238E27FC236}">
                <a16:creationId xmlns:a16="http://schemas.microsoft.com/office/drawing/2014/main" id="{D015CCAD-331C-4B34-8C98-403AF46D202B}"/>
              </a:ext>
            </a:extLst>
          </p:cNvPr>
          <p:cNvGrpSpPr/>
          <p:nvPr/>
        </p:nvGrpSpPr>
        <p:grpSpPr>
          <a:xfrm>
            <a:off x="10486770" y="1221653"/>
            <a:ext cx="1184252" cy="1589392"/>
            <a:chOff x="8750424" y="170895"/>
            <a:chExt cx="2361459" cy="3169328"/>
          </a:xfrm>
        </p:grpSpPr>
        <p:sp>
          <p:nvSpPr>
            <p:cNvPr id="97" name="Rectangle 96">
              <a:extLst>
                <a:ext uri="{FF2B5EF4-FFF2-40B4-BE49-F238E27FC236}">
                  <a16:creationId xmlns:a16="http://schemas.microsoft.com/office/drawing/2014/main" id="{B56BA296-41E4-4DD7-8B25-218B4B24901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98" name="Rectangle 97">
              <a:extLst>
                <a:ext uri="{FF2B5EF4-FFF2-40B4-BE49-F238E27FC236}">
                  <a16:creationId xmlns:a16="http://schemas.microsoft.com/office/drawing/2014/main" id="{8E030C89-6769-4A4A-95AD-15F38F1D6A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0" name="Groupe 99">
            <a:extLst>
              <a:ext uri="{FF2B5EF4-FFF2-40B4-BE49-F238E27FC236}">
                <a16:creationId xmlns:a16="http://schemas.microsoft.com/office/drawing/2014/main" id="{7DAA18C4-FBD1-45A9-B270-4D644657166D}"/>
              </a:ext>
            </a:extLst>
          </p:cNvPr>
          <p:cNvGrpSpPr/>
          <p:nvPr/>
        </p:nvGrpSpPr>
        <p:grpSpPr>
          <a:xfrm>
            <a:off x="10408387" y="1290470"/>
            <a:ext cx="1184252" cy="1589392"/>
            <a:chOff x="8750424" y="170895"/>
            <a:chExt cx="2361459" cy="3169328"/>
          </a:xfrm>
        </p:grpSpPr>
        <p:sp>
          <p:nvSpPr>
            <p:cNvPr id="101" name="Rectangle 100">
              <a:extLst>
                <a:ext uri="{FF2B5EF4-FFF2-40B4-BE49-F238E27FC236}">
                  <a16:creationId xmlns:a16="http://schemas.microsoft.com/office/drawing/2014/main" id="{A11E6302-0FD7-403F-A635-B32F19B9EDB8}"/>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2" name="Rectangle 101">
              <a:extLst>
                <a:ext uri="{FF2B5EF4-FFF2-40B4-BE49-F238E27FC236}">
                  <a16:creationId xmlns:a16="http://schemas.microsoft.com/office/drawing/2014/main" id="{DD5C7E18-5003-4E68-BAAA-01AC32136C2D}"/>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3" name="Groupe 102">
            <a:extLst>
              <a:ext uri="{FF2B5EF4-FFF2-40B4-BE49-F238E27FC236}">
                <a16:creationId xmlns:a16="http://schemas.microsoft.com/office/drawing/2014/main" id="{2C5BF4C6-D97D-46D1-A066-C59AD05B9624}"/>
              </a:ext>
            </a:extLst>
          </p:cNvPr>
          <p:cNvGrpSpPr/>
          <p:nvPr/>
        </p:nvGrpSpPr>
        <p:grpSpPr>
          <a:xfrm>
            <a:off x="10336836" y="1388917"/>
            <a:ext cx="1184252" cy="1589392"/>
            <a:chOff x="8750424" y="170895"/>
            <a:chExt cx="2361459" cy="3169328"/>
          </a:xfrm>
        </p:grpSpPr>
        <p:sp>
          <p:nvSpPr>
            <p:cNvPr id="104" name="Rectangle 103">
              <a:extLst>
                <a:ext uri="{FF2B5EF4-FFF2-40B4-BE49-F238E27FC236}">
                  <a16:creationId xmlns:a16="http://schemas.microsoft.com/office/drawing/2014/main" id="{AD920750-5141-4B10-BFF9-101065D3CD3D}"/>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5" name="Rectangle 104">
              <a:extLst>
                <a:ext uri="{FF2B5EF4-FFF2-40B4-BE49-F238E27FC236}">
                  <a16:creationId xmlns:a16="http://schemas.microsoft.com/office/drawing/2014/main" id="{E0208BA8-BBBA-4094-97A8-43B6146AEF0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sp>
        <p:nvSpPr>
          <p:cNvPr id="106" name="Flèche : bas 105">
            <a:extLst>
              <a:ext uri="{FF2B5EF4-FFF2-40B4-BE49-F238E27FC236}">
                <a16:creationId xmlns:a16="http://schemas.microsoft.com/office/drawing/2014/main" id="{9E594F78-42F5-4CDE-9ED9-ABC044B17C7E}"/>
              </a:ext>
            </a:extLst>
          </p:cNvPr>
          <p:cNvSpPr/>
          <p:nvPr/>
        </p:nvSpPr>
        <p:spPr>
          <a:xfrm rot="19730618">
            <a:off x="9443340" y="3038715"/>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lèche : bas 106">
            <a:extLst>
              <a:ext uri="{FF2B5EF4-FFF2-40B4-BE49-F238E27FC236}">
                <a16:creationId xmlns:a16="http://schemas.microsoft.com/office/drawing/2014/main" id="{2CE91EC3-E2CD-4826-99D5-0F70033FD868}"/>
              </a:ext>
            </a:extLst>
          </p:cNvPr>
          <p:cNvSpPr/>
          <p:nvPr/>
        </p:nvSpPr>
        <p:spPr>
          <a:xfrm rot="1483052">
            <a:off x="10351133" y="3055687"/>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831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NIVEAUX DE DIFFICULTÉ</a:t>
            </a:r>
          </a:p>
        </p:txBody>
      </p:sp>
      <p:sp>
        <p:nvSpPr>
          <p:cNvPr id="36" name="ZoneTexte 35">
            <a:extLst>
              <a:ext uri="{FF2B5EF4-FFF2-40B4-BE49-F238E27FC236}">
                <a16:creationId xmlns:a16="http://schemas.microsoft.com/office/drawing/2014/main" id="{77A8C286-0103-4E75-86B2-02A5BB523BB0}"/>
              </a:ext>
            </a:extLst>
          </p:cNvPr>
          <p:cNvSpPr txBox="1"/>
          <p:nvPr/>
        </p:nvSpPr>
        <p:spPr>
          <a:xfrm>
            <a:off x="634608"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une équipe débutante à </a:t>
            </a:r>
            <a:r>
              <a:rPr lang="fr-FR" sz="1400" b="1" dirty="0"/>
              <a:t>💪ROBUSTEAM</a:t>
            </a:r>
            <a:r>
              <a:rPr lang="fr-FR" sz="1400" b="0" dirty="0"/>
              <a:t>, ce niveau est idéal pour apprendre à jouer sans prendre trop de risques.</a:t>
            </a:r>
            <a:endParaRPr lang="fr-FR" sz="1400" dirty="0"/>
          </a:p>
        </p:txBody>
      </p:sp>
      <p:sp>
        <p:nvSpPr>
          <p:cNvPr id="37" name="ZoneTexte 36">
            <a:extLst>
              <a:ext uri="{FF2B5EF4-FFF2-40B4-BE49-F238E27FC236}">
                <a16:creationId xmlns:a16="http://schemas.microsoft.com/office/drawing/2014/main" id="{81FABDB2-5F36-43A0-A4BA-857C00FB157E}"/>
              </a:ext>
            </a:extLst>
          </p:cNvPr>
          <p:cNvSpPr txBox="1"/>
          <p:nvPr/>
        </p:nvSpPr>
        <p:spPr>
          <a:xfrm>
            <a:off x="4428632"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endParaRPr lang="fr-FR" sz="1400" dirty="0"/>
          </a:p>
          <a:p>
            <a:pPr algn="ctr"/>
            <a:r>
              <a:rPr lang="fr-FR" sz="1400" dirty="0"/>
              <a:t>Vous avez déjà un peu joué et êtes prêts à affronter le niveau de crises pour lequel </a:t>
            </a:r>
            <a:r>
              <a:rPr lang="fr-FR" sz="1400" b="1" dirty="0"/>
              <a:t>💪ROBUSTEAM</a:t>
            </a:r>
            <a:r>
              <a:rPr lang="fr-FR" sz="1400" b="0" dirty="0"/>
              <a:t> a été créé.</a:t>
            </a:r>
            <a:endParaRPr lang="fr-FR" sz="1400" dirty="0"/>
          </a:p>
        </p:txBody>
      </p:sp>
      <p:sp>
        <p:nvSpPr>
          <p:cNvPr id="84" name="ZoneTexte 83">
            <a:extLst>
              <a:ext uri="{FF2B5EF4-FFF2-40B4-BE49-F238E27FC236}">
                <a16:creationId xmlns:a16="http://schemas.microsoft.com/office/drawing/2014/main" id="{9BFDFA05-3831-4908-815A-F5DB2675E36D}"/>
              </a:ext>
            </a:extLst>
          </p:cNvPr>
          <p:cNvSpPr txBox="1"/>
          <p:nvPr/>
        </p:nvSpPr>
        <p:spPr>
          <a:xfrm>
            <a:off x="8655152" y="5390570"/>
            <a:ext cx="2880000" cy="1384995"/>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déjà rôdés, solidaires, dotés d’une force morale incroyable. On aurait pu nommer le jeu </a:t>
            </a:r>
            <a:r>
              <a:rPr lang="fr-FR" sz="1400" b="1" dirty="0"/>
              <a:t>💪ROBUSTEAM </a:t>
            </a:r>
            <a:r>
              <a:rPr lang="fr-FR" sz="1400" dirty="0"/>
              <a:t>autrement : par votre nom d’équipe exemplaire.</a:t>
            </a:r>
          </a:p>
        </p:txBody>
      </p:sp>
      <p:sp>
        <p:nvSpPr>
          <p:cNvPr id="80" name="Rectangle 79">
            <a:extLst>
              <a:ext uri="{FF2B5EF4-FFF2-40B4-BE49-F238E27FC236}">
                <a16:creationId xmlns:a16="http://schemas.microsoft.com/office/drawing/2014/main" id="{01729CE5-31C7-49CC-8CF4-DB3A2C070F2B}"/>
              </a:ext>
            </a:extLst>
          </p:cNvPr>
          <p:cNvSpPr/>
          <p:nvPr/>
        </p:nvSpPr>
        <p:spPr>
          <a:xfrm>
            <a:off x="8362321"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grpSp>
        <p:nvGrpSpPr>
          <p:cNvPr id="3" name="Groupe 2">
            <a:extLst>
              <a:ext uri="{FF2B5EF4-FFF2-40B4-BE49-F238E27FC236}">
                <a16:creationId xmlns:a16="http://schemas.microsoft.com/office/drawing/2014/main" id="{1FD0D91E-5445-43FE-B493-D92F58AB3CD2}"/>
              </a:ext>
            </a:extLst>
          </p:cNvPr>
          <p:cNvGrpSpPr/>
          <p:nvPr/>
        </p:nvGrpSpPr>
        <p:grpSpPr>
          <a:xfrm>
            <a:off x="241861" y="1848098"/>
            <a:ext cx="3580056" cy="3135079"/>
            <a:chOff x="-171310" y="1616185"/>
            <a:chExt cx="4094094" cy="3585224"/>
          </a:xfrm>
        </p:grpSpPr>
        <p:sp>
          <p:nvSpPr>
            <p:cNvPr id="78" name="Rectangle 77">
              <a:extLst>
                <a:ext uri="{FF2B5EF4-FFF2-40B4-BE49-F238E27FC236}">
                  <a16:creationId xmlns:a16="http://schemas.microsoft.com/office/drawing/2014/main" id="{7B343433-A7D8-410F-BCE5-E033FCDA911A}"/>
                </a:ext>
              </a:extLst>
            </p:cNvPr>
            <p:cNvSpPr/>
            <p:nvPr/>
          </p:nvSpPr>
          <p:spPr>
            <a:xfrm>
              <a:off x="-171310" y="1616185"/>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sp>
          <p:nvSpPr>
            <p:cNvPr id="88" name="Rectangle 87">
              <a:extLst>
                <a:ext uri="{FF2B5EF4-FFF2-40B4-BE49-F238E27FC236}">
                  <a16:creationId xmlns:a16="http://schemas.microsoft.com/office/drawing/2014/main" id="{BA185F27-5CAD-4CD2-899A-9E7B8DA0B510}"/>
                </a:ext>
              </a:extLst>
            </p:cNvPr>
            <p:cNvSpPr/>
            <p:nvPr/>
          </p:nvSpPr>
          <p:spPr>
            <a:xfrm>
              <a:off x="1561325" y="2032081"/>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89" name="Rectangle 88">
              <a:extLst>
                <a:ext uri="{FF2B5EF4-FFF2-40B4-BE49-F238E27FC236}">
                  <a16:creationId xmlns:a16="http://schemas.microsoft.com/office/drawing/2014/main" id="{3BC9AE56-2AD9-4703-8AAE-095371545FDC}"/>
                </a:ext>
              </a:extLst>
            </p:cNvPr>
            <p:cNvSpPr/>
            <p:nvPr/>
          </p:nvSpPr>
          <p:spPr>
            <a:xfrm>
              <a:off x="1757374" y="220741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rgbClr val="ED7D31"/>
                  </a:solidFill>
                </a:rPr>
                <a:t>{MEMBRE} </a:t>
              </a:r>
              <a:r>
                <a:rPr lang="fr-FR" sz="1100" dirty="0">
                  <a:solidFill>
                    <a:srgbClr val="FF0000"/>
                  </a:solidFill>
                </a:rPr>
                <a:t>a gagné à la loterie et décide de partir pour une année de voyages dans un trimestre maximum.</a:t>
              </a:r>
            </a:p>
            <a:p>
              <a:pPr algn="ctr"/>
              <a:endParaRPr lang="fr-FR" sz="1100" dirty="0">
                <a:solidFill>
                  <a:srgbClr val="FF0000"/>
                </a:solidFill>
              </a:endParaRPr>
            </a:p>
            <a:p>
              <a:pPr algn="ctr"/>
              <a:r>
                <a:rPr lang="fr-FR" sz="1100" dirty="0">
                  <a:solidFill>
                    <a:srgbClr val="FF0000"/>
                  </a:solidFill>
                </a:rPr>
                <a:t>Qu’allez-vous faire ? </a:t>
              </a:r>
            </a:p>
          </p:txBody>
        </p:sp>
        <p:pic>
          <p:nvPicPr>
            <p:cNvPr id="90" name="Image 89">
              <a:extLst>
                <a:ext uri="{FF2B5EF4-FFF2-40B4-BE49-F238E27FC236}">
                  <a16:creationId xmlns:a16="http://schemas.microsoft.com/office/drawing/2014/main" id="{940477D0-E694-4D4B-9508-3FE5AC0B3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199" y="4728509"/>
              <a:ext cx="285360" cy="275373"/>
            </a:xfrm>
            <a:prstGeom prst="rect">
              <a:avLst/>
            </a:prstGeom>
          </p:spPr>
        </p:pic>
      </p:grpSp>
      <p:grpSp>
        <p:nvGrpSpPr>
          <p:cNvPr id="6" name="Groupe 5">
            <a:extLst>
              <a:ext uri="{FF2B5EF4-FFF2-40B4-BE49-F238E27FC236}">
                <a16:creationId xmlns:a16="http://schemas.microsoft.com/office/drawing/2014/main" id="{39ABA58F-D440-484A-BE17-1B44E5C237E4}"/>
              </a:ext>
            </a:extLst>
          </p:cNvPr>
          <p:cNvGrpSpPr/>
          <p:nvPr/>
        </p:nvGrpSpPr>
        <p:grpSpPr>
          <a:xfrm>
            <a:off x="4211355" y="1848098"/>
            <a:ext cx="3632349" cy="3135079"/>
            <a:chOff x="4211355" y="1848098"/>
            <a:chExt cx="3632349" cy="3135079"/>
          </a:xfrm>
        </p:grpSpPr>
        <p:sp>
          <p:nvSpPr>
            <p:cNvPr id="79" name="Rectangle 78">
              <a:extLst>
                <a:ext uri="{FF2B5EF4-FFF2-40B4-BE49-F238E27FC236}">
                  <a16:creationId xmlns:a16="http://schemas.microsoft.com/office/drawing/2014/main" id="{BEEB47F6-548C-4D11-9B4E-CC52727B5533}"/>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grpSp>
          <p:nvGrpSpPr>
            <p:cNvPr id="4" name="Groupe 3">
              <a:extLst>
                <a:ext uri="{FF2B5EF4-FFF2-40B4-BE49-F238E27FC236}">
                  <a16:creationId xmlns:a16="http://schemas.microsoft.com/office/drawing/2014/main" id="{E854BA20-0684-4EED-AEC8-07165CC4AD5A}"/>
                </a:ext>
              </a:extLst>
            </p:cNvPr>
            <p:cNvGrpSpPr/>
            <p:nvPr/>
          </p:nvGrpSpPr>
          <p:grpSpPr>
            <a:xfrm>
              <a:off x="5778740" y="2211776"/>
              <a:ext cx="2064964" cy="2771401"/>
              <a:chOff x="6240524" y="2017450"/>
              <a:chExt cx="2361459" cy="3169328"/>
            </a:xfrm>
          </p:grpSpPr>
          <p:sp>
            <p:nvSpPr>
              <p:cNvPr id="108" name="Rectangle 107">
                <a:extLst>
                  <a:ext uri="{FF2B5EF4-FFF2-40B4-BE49-F238E27FC236}">
                    <a16:creationId xmlns:a16="http://schemas.microsoft.com/office/drawing/2014/main" id="{68E4D738-501B-4EA8-ACBE-F9F364ACFC3A}"/>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9" name="Rectangle 108">
                <a:extLst>
                  <a:ext uri="{FF2B5EF4-FFF2-40B4-BE49-F238E27FC236}">
                    <a16:creationId xmlns:a16="http://schemas.microsoft.com/office/drawing/2014/main" id="{A946C071-2C06-42FB-B621-5BFC4F8BE1D5}"/>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10" name="Image 109">
                <a:extLst>
                  <a:ext uri="{FF2B5EF4-FFF2-40B4-BE49-F238E27FC236}">
                    <a16:creationId xmlns:a16="http://schemas.microsoft.com/office/drawing/2014/main" id="{D10BC1FC-A338-4282-8F2C-414E742B5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5" name="Groupe 4">
            <a:extLst>
              <a:ext uri="{FF2B5EF4-FFF2-40B4-BE49-F238E27FC236}">
                <a16:creationId xmlns:a16="http://schemas.microsoft.com/office/drawing/2014/main" id="{170A61FB-A03C-4B6B-BB17-4D9865995599}"/>
              </a:ext>
            </a:extLst>
          </p:cNvPr>
          <p:cNvGrpSpPr/>
          <p:nvPr/>
        </p:nvGrpSpPr>
        <p:grpSpPr>
          <a:xfrm>
            <a:off x="9953703" y="2211625"/>
            <a:ext cx="2064689" cy="2771031"/>
            <a:chOff x="9109427" y="1364813"/>
            <a:chExt cx="2361459" cy="3169328"/>
          </a:xfrm>
        </p:grpSpPr>
        <p:sp>
          <p:nvSpPr>
            <p:cNvPr id="113" name="Rectangle 112">
              <a:extLst>
                <a:ext uri="{FF2B5EF4-FFF2-40B4-BE49-F238E27FC236}">
                  <a16:creationId xmlns:a16="http://schemas.microsoft.com/office/drawing/2014/main" id="{55EC1C6B-DDCC-4068-B5B2-8ABFD33CE51E}"/>
                </a:ext>
              </a:extLst>
            </p:cNvPr>
            <p:cNvSpPr/>
            <p:nvPr/>
          </p:nvSpPr>
          <p:spPr>
            <a:xfrm>
              <a:off x="9109427" y="1364813"/>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114" name="Rectangle 113">
              <a:extLst>
                <a:ext uri="{FF2B5EF4-FFF2-40B4-BE49-F238E27FC236}">
                  <a16:creationId xmlns:a16="http://schemas.microsoft.com/office/drawing/2014/main" id="{647A18A5-77CB-46BC-8B27-9515D73A2A44}"/>
                </a:ext>
              </a:extLst>
            </p:cNvPr>
            <p:cNvSpPr/>
            <p:nvPr/>
          </p:nvSpPr>
          <p:spPr>
            <a:xfrm>
              <a:off x="9305475" y="1540147"/>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chemeClr val="tx1"/>
                  </a:solidFill>
                </a:rPr>
                <a:t>{PARTIE PRENANTE} </a:t>
              </a:r>
              <a:r>
                <a:rPr lang="fr-FR" sz="1100" dirty="0">
                  <a:solidFill>
                    <a:srgbClr val="FF0000"/>
                  </a:solidFill>
                </a:rPr>
                <a:t>est déçu des performances de </a:t>
              </a:r>
              <a:r>
                <a:rPr lang="fr-FR" sz="1100" b="1" dirty="0">
                  <a:solidFill>
                    <a:srgbClr val="ED7D31"/>
                  </a:solidFill>
                </a:rPr>
                <a:t>{MEMBRE} </a:t>
              </a:r>
              <a:r>
                <a:rPr lang="fr-FR" sz="1100" dirty="0">
                  <a:solidFill>
                    <a:srgbClr val="FF0000"/>
                  </a:solidFill>
                </a:rPr>
                <a:t>et en parle à </a:t>
              </a:r>
              <a:r>
                <a:rPr lang="fr-FR" sz="1100" b="1" dirty="0">
                  <a:solidFill>
                    <a:srgbClr val="ED7D31"/>
                  </a:solidFill>
                </a:rPr>
                <a:t>{MEMBRE}</a:t>
              </a:r>
              <a:r>
                <a:rPr lang="fr-FR" sz="1100" dirty="0">
                  <a:solidFill>
                    <a:srgbClr val="FF0000"/>
                  </a:solidFill>
                </a:rPr>
                <a:t> en privé, en demandant de garder confidentiel car il/elle souhaite le/la sortir de l’équipe.</a:t>
              </a:r>
            </a:p>
            <a:p>
              <a:pPr algn="ctr"/>
              <a:r>
                <a:rPr lang="fr-FR" sz="1100" dirty="0">
                  <a:solidFill>
                    <a:srgbClr val="FF0000"/>
                  </a:solidFill>
                </a:rPr>
                <a:t>Qu’allez-vous faire ? </a:t>
              </a:r>
            </a:p>
          </p:txBody>
        </p:sp>
        <p:pic>
          <p:nvPicPr>
            <p:cNvPr id="115" name="Image 114">
              <a:extLst>
                <a:ext uri="{FF2B5EF4-FFF2-40B4-BE49-F238E27FC236}">
                  <a16:creationId xmlns:a16="http://schemas.microsoft.com/office/drawing/2014/main" id="{3E30DCB7-7ED6-4DBA-BF01-40B2A0B76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9300" y="4061241"/>
              <a:ext cx="285360" cy="275372"/>
            </a:xfrm>
            <a:prstGeom prst="rect">
              <a:avLst/>
            </a:prstGeom>
          </p:spPr>
        </p:pic>
      </p:grpSp>
    </p:spTree>
    <p:extLst>
      <p:ext uri="{BB962C8B-B14F-4D97-AF65-F5344CB8AC3E}">
        <p14:creationId xmlns:p14="http://schemas.microsoft.com/office/powerpoint/2010/main" val="421555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Graphique 150" descr="Utilisateur avec un remplissage uni">
            <a:extLst>
              <a:ext uri="{FF2B5EF4-FFF2-40B4-BE49-F238E27FC236}">
                <a16:creationId xmlns:a16="http://schemas.microsoft.com/office/drawing/2014/main" id="{3173A4FB-DCAD-42A5-A925-1AFF13B7B8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2514600"/>
            <a:ext cx="914400" cy="914400"/>
          </a:xfrm>
          <a:prstGeom prst="rect">
            <a:avLst/>
          </a:prstGeom>
        </p:spPr>
      </p:pic>
      <p:pic>
        <p:nvPicPr>
          <p:cNvPr id="147" name="Graphique 146" descr="Utilisateur avec un remplissage uni">
            <a:extLst>
              <a:ext uri="{FF2B5EF4-FFF2-40B4-BE49-F238E27FC236}">
                <a16:creationId xmlns:a16="http://schemas.microsoft.com/office/drawing/2014/main" id="{89640760-25E1-438A-9748-CDEF19EA1F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46820" y="1782682"/>
            <a:ext cx="914400" cy="914400"/>
          </a:xfrm>
          <a:prstGeom prst="rect">
            <a:avLst/>
          </a:prstGeom>
        </p:spPr>
      </p:pic>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a:xfrm>
            <a:off x="678051" y="461038"/>
            <a:ext cx="10515600" cy="888008"/>
          </a:xfrm>
        </p:spPr>
        <p:txBody>
          <a:bodyPr/>
          <a:lstStyle/>
          <a:p>
            <a:r>
              <a:rPr lang="en-US" b="1" dirty="0"/>
              <a:t>DÉROULEMENT D’UN TOUR</a:t>
            </a:r>
          </a:p>
        </p:txBody>
      </p:sp>
      <p:pic>
        <p:nvPicPr>
          <p:cNvPr id="10" name="Graphique 9" descr="Utilisateur avec un remplissage uni">
            <a:extLst>
              <a:ext uri="{FF2B5EF4-FFF2-40B4-BE49-F238E27FC236}">
                <a16:creationId xmlns:a16="http://schemas.microsoft.com/office/drawing/2014/main" id="{924AD043-292E-4162-9D9B-4C9BD25B19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877" y="1340851"/>
            <a:ext cx="914400" cy="914400"/>
          </a:xfrm>
          <a:prstGeom prst="rect">
            <a:avLst/>
          </a:prstGeom>
        </p:spPr>
      </p:pic>
      <p:pic>
        <p:nvPicPr>
          <p:cNvPr id="11" name="Graphique 10" descr="Utilisateur avec un remplissage uni">
            <a:extLst>
              <a:ext uri="{FF2B5EF4-FFF2-40B4-BE49-F238E27FC236}">
                <a16:creationId xmlns:a16="http://schemas.microsoft.com/office/drawing/2014/main" id="{BEB5E509-0891-433D-8173-AF994DC04E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810" y="2107895"/>
            <a:ext cx="914400" cy="914400"/>
          </a:xfrm>
          <a:prstGeom prst="rect">
            <a:avLst/>
          </a:prstGeom>
        </p:spPr>
      </p:pic>
      <p:pic>
        <p:nvPicPr>
          <p:cNvPr id="12" name="Graphique 11" descr="Utilisateur avec un remplissage uni">
            <a:extLst>
              <a:ext uri="{FF2B5EF4-FFF2-40B4-BE49-F238E27FC236}">
                <a16:creationId xmlns:a16="http://schemas.microsoft.com/office/drawing/2014/main" id="{18902F96-2DD2-4CB2-BCA2-67F15486F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7824" y="2143581"/>
            <a:ext cx="914400" cy="914400"/>
          </a:xfrm>
          <a:prstGeom prst="rect">
            <a:avLst/>
          </a:prstGeom>
        </p:spPr>
      </p:pic>
      <p:pic>
        <p:nvPicPr>
          <p:cNvPr id="13" name="Graphique 12" descr="Utilisateur avec un remplissage uni">
            <a:extLst>
              <a:ext uri="{FF2B5EF4-FFF2-40B4-BE49-F238E27FC236}">
                <a16:creationId xmlns:a16="http://schemas.microsoft.com/office/drawing/2014/main" id="{B13369FA-1D30-4B4E-8033-3C5C5D5BC9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4960" y="1313681"/>
            <a:ext cx="914400" cy="914400"/>
          </a:xfrm>
          <a:prstGeom prst="rect">
            <a:avLst/>
          </a:prstGeom>
        </p:spPr>
      </p:pic>
      <p:pic>
        <p:nvPicPr>
          <p:cNvPr id="14" name="Graphique 13" descr="Utilisateur avec un remplissage uni">
            <a:extLst>
              <a:ext uri="{FF2B5EF4-FFF2-40B4-BE49-F238E27FC236}">
                <a16:creationId xmlns:a16="http://schemas.microsoft.com/office/drawing/2014/main" id="{0C276F22-0096-4EA0-AC2B-9CA601E380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1107989"/>
            <a:ext cx="914400" cy="914400"/>
          </a:xfrm>
          <a:prstGeom prst="rect">
            <a:avLst/>
          </a:prstGeom>
        </p:spPr>
      </p:pic>
      <p:pic>
        <p:nvPicPr>
          <p:cNvPr id="15" name="Graphique 14" descr="Utilisateur avec un remplissage uni">
            <a:extLst>
              <a:ext uri="{FF2B5EF4-FFF2-40B4-BE49-F238E27FC236}">
                <a16:creationId xmlns:a16="http://schemas.microsoft.com/office/drawing/2014/main" id="{AF97AAF0-2C8E-4884-AEB1-BE064ED739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562" y="3005905"/>
            <a:ext cx="914400" cy="914400"/>
          </a:xfrm>
          <a:prstGeom prst="rect">
            <a:avLst/>
          </a:prstGeom>
        </p:spPr>
      </p:pic>
      <p:pic>
        <p:nvPicPr>
          <p:cNvPr id="16" name="Graphique 15" descr="Utilisateur avec un remplissage uni">
            <a:extLst>
              <a:ext uri="{FF2B5EF4-FFF2-40B4-BE49-F238E27FC236}">
                <a16:creationId xmlns:a16="http://schemas.microsoft.com/office/drawing/2014/main" id="{6E363234-BCBF-4C81-845A-B63375FF1C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4163" y="3012562"/>
            <a:ext cx="914400" cy="914400"/>
          </a:xfrm>
          <a:prstGeom prst="rect">
            <a:avLst/>
          </a:prstGeom>
        </p:spPr>
      </p:pic>
      <p:pic>
        <p:nvPicPr>
          <p:cNvPr id="17" name="Graphique 16" descr="Utilisateur avec un remplissage uni">
            <a:extLst>
              <a:ext uri="{FF2B5EF4-FFF2-40B4-BE49-F238E27FC236}">
                <a16:creationId xmlns:a16="http://schemas.microsoft.com/office/drawing/2014/main" id="{A99B5732-A1A2-4102-ADAF-D45DC948EE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448" y="3631501"/>
            <a:ext cx="914400" cy="914400"/>
          </a:xfrm>
          <a:prstGeom prst="rect">
            <a:avLst/>
          </a:prstGeom>
        </p:spPr>
      </p:pic>
      <p:sp>
        <p:nvSpPr>
          <p:cNvPr id="84" name="ZoneTexte 83">
            <a:extLst>
              <a:ext uri="{FF2B5EF4-FFF2-40B4-BE49-F238E27FC236}">
                <a16:creationId xmlns:a16="http://schemas.microsoft.com/office/drawing/2014/main" id="{9BFDFA05-3831-4908-815A-F5DB2675E36D}"/>
              </a:ext>
            </a:extLst>
          </p:cNvPr>
          <p:cNvSpPr txBox="1"/>
          <p:nvPr/>
        </p:nvSpPr>
        <p:spPr>
          <a:xfrm>
            <a:off x="3097272" y="4675249"/>
            <a:ext cx="2529208" cy="1815882"/>
          </a:xfrm>
          <a:prstGeom prst="rect">
            <a:avLst/>
          </a:prstGeom>
          <a:solidFill>
            <a:schemeClr val="bg1">
              <a:lumMod val="95000"/>
            </a:schemeClr>
          </a:solidFill>
        </p:spPr>
        <p:txBody>
          <a:bodyPr wrap="square" rtlCol="0">
            <a:spAutoFit/>
          </a:bodyPr>
          <a:lstStyle/>
          <a:p>
            <a:pPr algn="ctr"/>
            <a:r>
              <a:rPr lang="fr-FR" sz="1400" dirty="0"/>
              <a:t>2. Les joueurs </a:t>
            </a:r>
            <a:r>
              <a:rPr lang="fr-FR" sz="1400" b="1" dirty="0">
                <a:solidFill>
                  <a:srgbClr val="0683AA"/>
                </a:solidFill>
              </a:rPr>
              <a:t>⚖️DESTIN</a:t>
            </a:r>
            <a:r>
              <a:rPr lang="fr-FR" sz="1400" dirty="0"/>
              <a:t> piochent une carte </a:t>
            </a:r>
            <a:r>
              <a:rPr lang="fr-FR" sz="1400" b="1" dirty="0">
                <a:solidFill>
                  <a:srgbClr val="FF0000"/>
                </a:solidFill>
              </a:rPr>
              <a:t>🔥CRISE🔥 </a:t>
            </a:r>
            <a:r>
              <a:rPr lang="fr-FR" sz="1400" dirty="0"/>
              <a:t>au hasard</a:t>
            </a:r>
            <a:endParaRPr lang="fr-FR" sz="1400" b="1" dirty="0">
              <a:solidFill>
                <a:srgbClr val="FF0000"/>
              </a:solidFill>
            </a:endParaRPr>
          </a:p>
          <a:p>
            <a:pPr algn="ctr"/>
            <a:endParaRPr lang="fr-FR" sz="1400" b="1" dirty="0">
              <a:solidFill>
                <a:srgbClr val="FF0000"/>
              </a:solidFill>
            </a:endParaRPr>
          </a:p>
          <a:p>
            <a:pPr algn="ctr"/>
            <a:r>
              <a:rPr lang="fr-FR" sz="1400" dirty="0"/>
              <a:t>Si requis dans le scénario, ils choisissent (face visible) aussi des cartes </a:t>
            </a:r>
            <a:r>
              <a:rPr lang="fr-FR" sz="1400" b="1" dirty="0">
                <a:solidFill>
                  <a:srgbClr val="ED7D31"/>
                </a:solidFill>
              </a:rPr>
              <a:t>MEMBRE</a:t>
            </a:r>
            <a:r>
              <a:rPr lang="fr-FR" sz="1400" dirty="0"/>
              <a:t> et/ou </a:t>
            </a:r>
            <a:r>
              <a:rPr lang="fr-FR" sz="1400" b="1" dirty="0"/>
              <a:t>PARTIE PRENANTE</a:t>
            </a:r>
            <a:r>
              <a:rPr lang="fr-FR" sz="1400" dirty="0"/>
              <a:t>.</a:t>
            </a:r>
          </a:p>
        </p:txBody>
      </p:sp>
      <p:grpSp>
        <p:nvGrpSpPr>
          <p:cNvPr id="79" name="Groupe 78">
            <a:extLst>
              <a:ext uri="{FF2B5EF4-FFF2-40B4-BE49-F238E27FC236}">
                <a16:creationId xmlns:a16="http://schemas.microsoft.com/office/drawing/2014/main" id="{E3296F0B-E3AE-4ECA-BB68-FF32C69DCD34}"/>
              </a:ext>
            </a:extLst>
          </p:cNvPr>
          <p:cNvGrpSpPr/>
          <p:nvPr/>
        </p:nvGrpSpPr>
        <p:grpSpPr>
          <a:xfrm>
            <a:off x="1717510" y="1754486"/>
            <a:ext cx="365138" cy="490055"/>
            <a:chOff x="8750424" y="170895"/>
            <a:chExt cx="2361459" cy="3169328"/>
          </a:xfrm>
        </p:grpSpPr>
        <p:sp>
          <p:nvSpPr>
            <p:cNvPr id="80" name="Rectangle 79">
              <a:extLst>
                <a:ext uri="{FF2B5EF4-FFF2-40B4-BE49-F238E27FC236}">
                  <a16:creationId xmlns:a16="http://schemas.microsoft.com/office/drawing/2014/main" id="{5F19B679-21B9-4305-93AA-E33513C8D6C1}"/>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81" name="Rectangle 80">
              <a:extLst>
                <a:ext uri="{FF2B5EF4-FFF2-40B4-BE49-F238E27FC236}">
                  <a16:creationId xmlns:a16="http://schemas.microsoft.com/office/drawing/2014/main" id="{DDDDF21F-49DD-4F59-987F-B1BA436865E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sp>
        <p:nvSpPr>
          <p:cNvPr id="94" name="ZoneTexte 93">
            <a:extLst>
              <a:ext uri="{FF2B5EF4-FFF2-40B4-BE49-F238E27FC236}">
                <a16:creationId xmlns:a16="http://schemas.microsoft.com/office/drawing/2014/main" id="{7162BCED-CEAE-4F46-8328-82C9150F3817}"/>
              </a:ext>
            </a:extLst>
          </p:cNvPr>
          <p:cNvSpPr txBox="1"/>
          <p:nvPr/>
        </p:nvSpPr>
        <p:spPr>
          <a:xfrm>
            <a:off x="208990" y="4667093"/>
            <a:ext cx="2529207" cy="1815882"/>
          </a:xfrm>
          <a:prstGeom prst="rect">
            <a:avLst/>
          </a:prstGeom>
          <a:solidFill>
            <a:schemeClr val="bg1">
              <a:lumMod val="95000"/>
            </a:schemeClr>
          </a:solidFill>
        </p:spPr>
        <p:txBody>
          <a:bodyPr wrap="square" rtlCol="0">
            <a:spAutoFit/>
          </a:bodyPr>
          <a:lstStyle/>
          <a:p>
            <a:pPr marL="342900" indent="-342900" algn="ctr">
              <a:buAutoNum type="arabicPeriod"/>
            </a:pPr>
            <a:r>
              <a:rPr lang="fr-FR" sz="1400" dirty="0"/>
              <a:t>Après avoir mélangé les cartes </a:t>
            </a:r>
            <a:r>
              <a:rPr lang="fr-FR" sz="1400" b="1" dirty="0">
                <a:solidFill>
                  <a:srgbClr val="0683AA"/>
                </a:solidFill>
              </a:rPr>
              <a:t>RÔLES, </a:t>
            </a:r>
            <a:r>
              <a:rPr lang="fr-FR" sz="1400" dirty="0"/>
              <a:t>chacun en pioche une et découvre son rôle pour ce tour</a:t>
            </a:r>
          </a:p>
          <a:p>
            <a:pPr marL="342900" indent="-342900" algn="ctr">
              <a:buAutoNum type="arabicPeriod"/>
            </a:pPr>
            <a:endParaRPr lang="fr-FR" sz="1400" dirty="0"/>
          </a:p>
          <a:p>
            <a:pPr algn="ctr"/>
            <a:r>
              <a:rPr lang="fr-FR" sz="1400" b="1" dirty="0">
                <a:solidFill>
                  <a:srgbClr val="0683AA"/>
                </a:solidFill>
              </a:rPr>
              <a:t>⚖️DESTIN </a:t>
            </a:r>
            <a:r>
              <a:rPr lang="fr-FR" sz="1400" dirty="0"/>
              <a:t>vous serez maîtres du scénario. </a:t>
            </a:r>
            <a:r>
              <a:rPr lang="fr-FR" sz="1400" b="0" dirty="0">
                <a:solidFill>
                  <a:srgbClr val="0683AA"/>
                </a:solidFill>
              </a:rPr>
              <a:t>💪</a:t>
            </a:r>
            <a:r>
              <a:rPr lang="fr-FR" sz="1400" b="1" dirty="0">
                <a:solidFill>
                  <a:srgbClr val="0683AA"/>
                </a:solidFill>
              </a:rPr>
              <a:t>ROBUSTEAM</a:t>
            </a:r>
            <a:r>
              <a:rPr lang="fr-FR" sz="1400" b="1" dirty="0"/>
              <a:t> </a:t>
            </a:r>
            <a:r>
              <a:rPr lang="fr-FR" sz="1400" dirty="0"/>
              <a:t>à vous de jouer dans ce scénario. </a:t>
            </a:r>
          </a:p>
        </p:txBody>
      </p:sp>
      <p:grpSp>
        <p:nvGrpSpPr>
          <p:cNvPr id="95" name="Groupe 94">
            <a:extLst>
              <a:ext uri="{FF2B5EF4-FFF2-40B4-BE49-F238E27FC236}">
                <a16:creationId xmlns:a16="http://schemas.microsoft.com/office/drawing/2014/main" id="{AD6A3043-9F07-4EE7-B950-743AA096B818}"/>
              </a:ext>
            </a:extLst>
          </p:cNvPr>
          <p:cNvGrpSpPr/>
          <p:nvPr/>
        </p:nvGrpSpPr>
        <p:grpSpPr>
          <a:xfrm>
            <a:off x="1640900" y="3307193"/>
            <a:ext cx="365138" cy="490055"/>
            <a:chOff x="8750424" y="170895"/>
            <a:chExt cx="2361459" cy="3169328"/>
          </a:xfrm>
        </p:grpSpPr>
        <p:sp>
          <p:nvSpPr>
            <p:cNvPr id="96" name="Rectangle 95">
              <a:extLst>
                <a:ext uri="{FF2B5EF4-FFF2-40B4-BE49-F238E27FC236}">
                  <a16:creationId xmlns:a16="http://schemas.microsoft.com/office/drawing/2014/main" id="{9315E7AF-781E-4223-958E-2E1929DD793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97" name="Rectangle 96">
              <a:extLst>
                <a:ext uri="{FF2B5EF4-FFF2-40B4-BE49-F238E27FC236}">
                  <a16:creationId xmlns:a16="http://schemas.microsoft.com/office/drawing/2014/main" id="{B9EE9674-EDA5-47DA-88D3-47D4C39747B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98" name="Groupe 97">
            <a:extLst>
              <a:ext uri="{FF2B5EF4-FFF2-40B4-BE49-F238E27FC236}">
                <a16:creationId xmlns:a16="http://schemas.microsoft.com/office/drawing/2014/main" id="{82E8847A-7F01-4CD1-9110-97B50C5E36E3}"/>
              </a:ext>
            </a:extLst>
          </p:cNvPr>
          <p:cNvGrpSpPr/>
          <p:nvPr/>
        </p:nvGrpSpPr>
        <p:grpSpPr>
          <a:xfrm>
            <a:off x="675058" y="3350787"/>
            <a:ext cx="365138" cy="490055"/>
            <a:chOff x="8750424" y="170895"/>
            <a:chExt cx="2361459" cy="3169328"/>
          </a:xfrm>
        </p:grpSpPr>
        <p:sp>
          <p:nvSpPr>
            <p:cNvPr id="99" name="Rectangle 98">
              <a:extLst>
                <a:ext uri="{FF2B5EF4-FFF2-40B4-BE49-F238E27FC236}">
                  <a16:creationId xmlns:a16="http://schemas.microsoft.com/office/drawing/2014/main" id="{A171DF16-30B1-4787-9E98-76B99048AFD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0" name="Rectangle 99">
              <a:extLst>
                <a:ext uri="{FF2B5EF4-FFF2-40B4-BE49-F238E27FC236}">
                  <a16:creationId xmlns:a16="http://schemas.microsoft.com/office/drawing/2014/main" id="{B07A721F-7B6C-4550-B969-0051A9C496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1" name="Groupe 100">
            <a:extLst>
              <a:ext uri="{FF2B5EF4-FFF2-40B4-BE49-F238E27FC236}">
                <a16:creationId xmlns:a16="http://schemas.microsoft.com/office/drawing/2014/main" id="{161070B4-4FC9-4743-9D20-392943CEB206}"/>
              </a:ext>
            </a:extLst>
          </p:cNvPr>
          <p:cNvGrpSpPr/>
          <p:nvPr/>
        </p:nvGrpSpPr>
        <p:grpSpPr>
          <a:xfrm>
            <a:off x="706812" y="2424236"/>
            <a:ext cx="365138" cy="490055"/>
            <a:chOff x="8750424" y="170895"/>
            <a:chExt cx="2361459" cy="3169328"/>
          </a:xfrm>
        </p:grpSpPr>
        <p:sp>
          <p:nvSpPr>
            <p:cNvPr id="102" name="Rectangle 101">
              <a:extLst>
                <a:ext uri="{FF2B5EF4-FFF2-40B4-BE49-F238E27FC236}">
                  <a16:creationId xmlns:a16="http://schemas.microsoft.com/office/drawing/2014/main" id="{8B7E1245-C51D-4021-AF9F-8B22B3F4B5C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3" name="Rectangle 102">
              <a:extLst>
                <a:ext uri="{FF2B5EF4-FFF2-40B4-BE49-F238E27FC236}">
                  <a16:creationId xmlns:a16="http://schemas.microsoft.com/office/drawing/2014/main" id="{F1091DC9-1907-4A2C-9E2F-C0FCDD075A0A}"/>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4" name="Groupe 103">
            <a:extLst>
              <a:ext uri="{FF2B5EF4-FFF2-40B4-BE49-F238E27FC236}">
                <a16:creationId xmlns:a16="http://schemas.microsoft.com/office/drawing/2014/main" id="{03058B4D-0263-406A-A81D-72EE70B89133}"/>
              </a:ext>
            </a:extLst>
          </p:cNvPr>
          <p:cNvGrpSpPr/>
          <p:nvPr/>
        </p:nvGrpSpPr>
        <p:grpSpPr>
          <a:xfrm>
            <a:off x="1133608" y="1685415"/>
            <a:ext cx="365138" cy="490055"/>
            <a:chOff x="8750424" y="170895"/>
            <a:chExt cx="2361459" cy="3169328"/>
          </a:xfrm>
        </p:grpSpPr>
        <p:sp>
          <p:nvSpPr>
            <p:cNvPr id="105" name="Rectangle 104">
              <a:extLst>
                <a:ext uri="{FF2B5EF4-FFF2-40B4-BE49-F238E27FC236}">
                  <a16:creationId xmlns:a16="http://schemas.microsoft.com/office/drawing/2014/main" id="{5434CE1F-6063-41BC-A59A-63F0F9830CD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6" name="Rectangle 105">
              <a:extLst>
                <a:ext uri="{FF2B5EF4-FFF2-40B4-BE49-F238E27FC236}">
                  <a16:creationId xmlns:a16="http://schemas.microsoft.com/office/drawing/2014/main" id="{CAFC4017-776D-4EB7-9354-5D196370699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07" name="Groupe 106">
            <a:extLst>
              <a:ext uri="{FF2B5EF4-FFF2-40B4-BE49-F238E27FC236}">
                <a16:creationId xmlns:a16="http://schemas.microsoft.com/office/drawing/2014/main" id="{4F40927D-9C54-40C9-ADEC-B0D3C008E5D7}"/>
              </a:ext>
            </a:extLst>
          </p:cNvPr>
          <p:cNvGrpSpPr/>
          <p:nvPr/>
        </p:nvGrpSpPr>
        <p:grpSpPr>
          <a:xfrm>
            <a:off x="697139" y="1760097"/>
            <a:ext cx="365138" cy="490055"/>
            <a:chOff x="8750424" y="170895"/>
            <a:chExt cx="2361459" cy="3169328"/>
          </a:xfrm>
        </p:grpSpPr>
        <p:sp>
          <p:nvSpPr>
            <p:cNvPr id="108" name="Rectangle 107">
              <a:extLst>
                <a:ext uri="{FF2B5EF4-FFF2-40B4-BE49-F238E27FC236}">
                  <a16:creationId xmlns:a16="http://schemas.microsoft.com/office/drawing/2014/main" id="{1D64BB4C-2AA5-4C79-B00D-E44B33E3E74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9" name="Rectangle 108">
              <a:extLst>
                <a:ext uri="{FF2B5EF4-FFF2-40B4-BE49-F238E27FC236}">
                  <a16:creationId xmlns:a16="http://schemas.microsoft.com/office/drawing/2014/main" id="{1688E7AB-DEE8-479F-997B-C211DA85EC85}"/>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0" name="Groupe 109">
            <a:extLst>
              <a:ext uri="{FF2B5EF4-FFF2-40B4-BE49-F238E27FC236}">
                <a16:creationId xmlns:a16="http://schemas.microsoft.com/office/drawing/2014/main" id="{25495C05-E3C1-4265-82D1-20B15E51AD2B}"/>
              </a:ext>
            </a:extLst>
          </p:cNvPr>
          <p:cNvGrpSpPr/>
          <p:nvPr/>
        </p:nvGrpSpPr>
        <p:grpSpPr>
          <a:xfrm>
            <a:off x="1697521" y="2475167"/>
            <a:ext cx="365138" cy="490055"/>
            <a:chOff x="8750424" y="170895"/>
            <a:chExt cx="2361459" cy="3169328"/>
          </a:xfrm>
        </p:grpSpPr>
        <p:sp>
          <p:nvSpPr>
            <p:cNvPr id="111" name="Rectangle 110">
              <a:extLst>
                <a:ext uri="{FF2B5EF4-FFF2-40B4-BE49-F238E27FC236}">
                  <a16:creationId xmlns:a16="http://schemas.microsoft.com/office/drawing/2014/main" id="{12EEE902-4BEB-4A68-919B-519E4CD9C15B}"/>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2" name="Rectangle 111">
              <a:extLst>
                <a:ext uri="{FF2B5EF4-FFF2-40B4-BE49-F238E27FC236}">
                  <a16:creationId xmlns:a16="http://schemas.microsoft.com/office/drawing/2014/main" id="{22B1E7E4-9F12-48CC-AA6D-3867782D8DB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3" name="Groupe 112">
            <a:extLst>
              <a:ext uri="{FF2B5EF4-FFF2-40B4-BE49-F238E27FC236}">
                <a16:creationId xmlns:a16="http://schemas.microsoft.com/office/drawing/2014/main" id="{76589CD4-58F5-4A18-BE0E-BE1BF417DF8A}"/>
              </a:ext>
            </a:extLst>
          </p:cNvPr>
          <p:cNvGrpSpPr/>
          <p:nvPr/>
        </p:nvGrpSpPr>
        <p:grpSpPr>
          <a:xfrm>
            <a:off x="887436" y="3990391"/>
            <a:ext cx="365138" cy="490055"/>
            <a:chOff x="8750424" y="170895"/>
            <a:chExt cx="2361459" cy="3169328"/>
          </a:xfrm>
        </p:grpSpPr>
        <p:sp>
          <p:nvSpPr>
            <p:cNvPr id="114" name="Rectangle 113">
              <a:extLst>
                <a:ext uri="{FF2B5EF4-FFF2-40B4-BE49-F238E27FC236}">
                  <a16:creationId xmlns:a16="http://schemas.microsoft.com/office/drawing/2014/main" id="{D9126F1C-4341-4A4D-B042-F7D7CC779E5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5" name="Rectangle 114">
              <a:extLst>
                <a:ext uri="{FF2B5EF4-FFF2-40B4-BE49-F238E27FC236}">
                  <a16:creationId xmlns:a16="http://schemas.microsoft.com/office/drawing/2014/main" id="{6B7B1A42-2EA6-4758-96FC-AD88592478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16" name="Rectangle 115">
            <a:extLst>
              <a:ext uri="{FF2B5EF4-FFF2-40B4-BE49-F238E27FC236}">
                <a16:creationId xmlns:a16="http://schemas.microsoft.com/office/drawing/2014/main" id="{9B8A1FE8-A78A-412B-80AF-669B66C8D3A7}"/>
              </a:ext>
            </a:extLst>
          </p:cNvPr>
          <p:cNvSpPr/>
          <p:nvPr/>
        </p:nvSpPr>
        <p:spPr>
          <a:xfrm>
            <a:off x="3010297" y="345876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7" name="Rectangle 116">
            <a:extLst>
              <a:ext uri="{FF2B5EF4-FFF2-40B4-BE49-F238E27FC236}">
                <a16:creationId xmlns:a16="http://schemas.microsoft.com/office/drawing/2014/main" id="{01A32F56-95E3-4FF5-BB12-4DDEFDD672C6}"/>
              </a:ext>
            </a:extLst>
          </p:cNvPr>
          <p:cNvSpPr/>
          <p:nvPr/>
        </p:nvSpPr>
        <p:spPr>
          <a:xfrm>
            <a:off x="3051724" y="3502729"/>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8" name="Rectangle 117">
            <a:extLst>
              <a:ext uri="{FF2B5EF4-FFF2-40B4-BE49-F238E27FC236}">
                <a16:creationId xmlns:a16="http://schemas.microsoft.com/office/drawing/2014/main" id="{36808E55-7214-4341-9D48-4E8AFD6041ED}"/>
              </a:ext>
            </a:extLst>
          </p:cNvPr>
          <p:cNvSpPr/>
          <p:nvPr/>
        </p:nvSpPr>
        <p:spPr>
          <a:xfrm>
            <a:off x="3097272" y="3558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9" name="Rectangle 118">
            <a:extLst>
              <a:ext uri="{FF2B5EF4-FFF2-40B4-BE49-F238E27FC236}">
                <a16:creationId xmlns:a16="http://schemas.microsoft.com/office/drawing/2014/main" id="{75DCD56D-3344-47A6-B47F-A963C5440C94}"/>
              </a:ext>
            </a:extLst>
          </p:cNvPr>
          <p:cNvSpPr/>
          <p:nvPr/>
        </p:nvSpPr>
        <p:spPr>
          <a:xfrm>
            <a:off x="3137826" y="3604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0" name="Rectangle 119">
            <a:extLst>
              <a:ext uri="{FF2B5EF4-FFF2-40B4-BE49-F238E27FC236}">
                <a16:creationId xmlns:a16="http://schemas.microsoft.com/office/drawing/2014/main" id="{25F11F7F-985F-4F55-AD04-B1A794EEC32C}"/>
              </a:ext>
            </a:extLst>
          </p:cNvPr>
          <p:cNvSpPr/>
          <p:nvPr/>
        </p:nvSpPr>
        <p:spPr>
          <a:xfrm>
            <a:off x="3182086" y="3674305"/>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2" name="Flèche : bas 121">
            <a:extLst>
              <a:ext uri="{FF2B5EF4-FFF2-40B4-BE49-F238E27FC236}">
                <a16:creationId xmlns:a16="http://schemas.microsoft.com/office/drawing/2014/main" id="{84A8247A-083C-4218-B66B-5BD2704E5491}"/>
              </a:ext>
            </a:extLst>
          </p:cNvPr>
          <p:cNvSpPr/>
          <p:nvPr/>
        </p:nvSpPr>
        <p:spPr>
          <a:xfrm rot="10800000">
            <a:off x="3245096" y="3110443"/>
            <a:ext cx="377595" cy="302324"/>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3" name="Flèche : bas 122">
            <a:extLst>
              <a:ext uri="{FF2B5EF4-FFF2-40B4-BE49-F238E27FC236}">
                <a16:creationId xmlns:a16="http://schemas.microsoft.com/office/drawing/2014/main" id="{9680EC2D-B7D1-4733-B46D-7589EF385057}"/>
              </a:ext>
            </a:extLst>
          </p:cNvPr>
          <p:cNvSpPr/>
          <p:nvPr/>
        </p:nvSpPr>
        <p:spPr>
          <a:xfrm rot="10800000">
            <a:off x="4086331" y="3131868"/>
            <a:ext cx="377595" cy="302324"/>
          </a:xfrm>
          <a:prstGeom prst="down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4" name="Flèche : bas 123">
            <a:extLst>
              <a:ext uri="{FF2B5EF4-FFF2-40B4-BE49-F238E27FC236}">
                <a16:creationId xmlns:a16="http://schemas.microsoft.com/office/drawing/2014/main" id="{45DACBA4-F365-4C5E-9987-718176C5859E}"/>
              </a:ext>
            </a:extLst>
          </p:cNvPr>
          <p:cNvSpPr/>
          <p:nvPr/>
        </p:nvSpPr>
        <p:spPr>
          <a:xfrm rot="10800000">
            <a:off x="5061005" y="3131868"/>
            <a:ext cx="377595" cy="30232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5" name="ZoneTexte 124">
            <a:extLst>
              <a:ext uri="{FF2B5EF4-FFF2-40B4-BE49-F238E27FC236}">
                <a16:creationId xmlns:a16="http://schemas.microsoft.com/office/drawing/2014/main" id="{1F5F0B69-45A2-408F-8717-06A19670A01C}"/>
              </a:ext>
            </a:extLst>
          </p:cNvPr>
          <p:cNvSpPr txBox="1"/>
          <p:nvPr/>
        </p:nvSpPr>
        <p:spPr>
          <a:xfrm>
            <a:off x="6344630" y="4667781"/>
            <a:ext cx="2529208" cy="2031325"/>
          </a:xfrm>
          <a:prstGeom prst="rect">
            <a:avLst/>
          </a:prstGeom>
          <a:solidFill>
            <a:schemeClr val="bg1">
              <a:lumMod val="95000"/>
            </a:schemeClr>
          </a:solidFill>
        </p:spPr>
        <p:txBody>
          <a:bodyPr wrap="square" rtlCol="0">
            <a:spAutoFit/>
          </a:bodyPr>
          <a:lstStyle/>
          <a:p>
            <a:pPr algn="ctr"/>
            <a:r>
              <a:rPr lang="fr-FR" sz="1400" dirty="0"/>
              <a:t>3. Les joueurs </a:t>
            </a:r>
            <a:r>
              <a:rPr lang="fr-FR" sz="1400" b="0" dirty="0">
                <a:solidFill>
                  <a:srgbClr val="0683AA"/>
                </a:solidFill>
              </a:rPr>
              <a:t>💪</a:t>
            </a:r>
            <a:r>
              <a:rPr lang="fr-FR" sz="1400" b="1" dirty="0">
                <a:solidFill>
                  <a:srgbClr val="0683AA"/>
                </a:solidFill>
              </a:rPr>
              <a:t>ROBUSTEAM</a:t>
            </a:r>
          </a:p>
          <a:p>
            <a:pPr algn="ctr"/>
            <a:r>
              <a:rPr lang="fr-FR" sz="1400" dirty="0"/>
              <a:t>ont 4 minutes maximum pour réfléchir  ensemble à une solution à la </a:t>
            </a:r>
            <a:r>
              <a:rPr lang="fr-FR" sz="1400" b="1" dirty="0">
                <a:solidFill>
                  <a:srgbClr val="FF0000"/>
                </a:solidFill>
              </a:rPr>
              <a:t>🔥CRISE🔥</a:t>
            </a:r>
            <a:r>
              <a:rPr lang="fr-FR" sz="1400" dirty="0"/>
              <a:t>. </a:t>
            </a:r>
          </a:p>
          <a:p>
            <a:pPr algn="ctr"/>
            <a:endParaRPr lang="fr-FR" sz="1400" dirty="0"/>
          </a:p>
          <a:p>
            <a:pPr algn="ctr"/>
            <a:r>
              <a:rPr lang="fr-FR" sz="1400" dirty="0"/>
              <a:t>Ils la présentent ensuite</a:t>
            </a:r>
            <a:r>
              <a:rPr lang="fr-FR" sz="1400" b="1" dirty="0">
                <a:solidFill>
                  <a:schemeClr val="bg1"/>
                </a:solidFill>
              </a:rPr>
              <a:t> </a:t>
            </a:r>
            <a:r>
              <a:rPr lang="fr-FR" sz="1400" dirty="0"/>
              <a:t>aux joueurs</a:t>
            </a:r>
            <a:r>
              <a:rPr lang="fr-FR" sz="1400" b="1" dirty="0">
                <a:solidFill>
                  <a:srgbClr val="0683AA"/>
                </a:solidFill>
              </a:rPr>
              <a:t>⚖️DESTIN</a:t>
            </a:r>
            <a:r>
              <a:rPr lang="fr-FR" sz="1400" dirty="0"/>
              <a:t>, qui auront pris les 4 minutes pour discuter des critères de vote.</a:t>
            </a:r>
          </a:p>
        </p:txBody>
      </p:sp>
      <p:pic>
        <p:nvPicPr>
          <p:cNvPr id="126" name="Graphique 125" descr="Utilisateur avec un remplissage uni">
            <a:extLst>
              <a:ext uri="{FF2B5EF4-FFF2-40B4-BE49-F238E27FC236}">
                <a16:creationId xmlns:a16="http://schemas.microsoft.com/office/drawing/2014/main" id="{45FBB70C-D425-428C-AF18-78601B226D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1018" y="2752110"/>
            <a:ext cx="914400" cy="914400"/>
          </a:xfrm>
          <a:prstGeom prst="rect">
            <a:avLst/>
          </a:prstGeom>
        </p:spPr>
      </p:pic>
      <p:pic>
        <p:nvPicPr>
          <p:cNvPr id="127" name="Graphique 126" descr="Utilisateur avec un remplissage uni">
            <a:extLst>
              <a:ext uri="{FF2B5EF4-FFF2-40B4-BE49-F238E27FC236}">
                <a16:creationId xmlns:a16="http://schemas.microsoft.com/office/drawing/2014/main" id="{D5B081D8-09A9-4344-A885-162D68D6D8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7496" y="3354553"/>
            <a:ext cx="914400" cy="914400"/>
          </a:xfrm>
          <a:prstGeom prst="rect">
            <a:avLst/>
          </a:prstGeom>
        </p:spPr>
      </p:pic>
      <p:pic>
        <p:nvPicPr>
          <p:cNvPr id="128" name="Graphique 127" descr="Utilisateur avec un remplissage uni">
            <a:extLst>
              <a:ext uri="{FF2B5EF4-FFF2-40B4-BE49-F238E27FC236}">
                <a16:creationId xmlns:a16="http://schemas.microsoft.com/office/drawing/2014/main" id="{77FA673B-3E99-49E3-9622-54641C7D25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29429" y="2422703"/>
            <a:ext cx="914400" cy="914400"/>
          </a:xfrm>
          <a:prstGeom prst="rect">
            <a:avLst/>
          </a:prstGeom>
        </p:spPr>
      </p:pic>
      <p:pic>
        <p:nvPicPr>
          <p:cNvPr id="129" name="Graphique 128" descr="Utilisateur avec un remplissage uni">
            <a:extLst>
              <a:ext uri="{FF2B5EF4-FFF2-40B4-BE49-F238E27FC236}">
                <a16:creationId xmlns:a16="http://schemas.microsoft.com/office/drawing/2014/main" id="{0F7DEEC0-F758-430A-B1E6-21E4F43360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9610" y="3546843"/>
            <a:ext cx="914400" cy="914400"/>
          </a:xfrm>
          <a:prstGeom prst="rect">
            <a:avLst/>
          </a:prstGeom>
        </p:spPr>
      </p:pic>
      <p:grpSp>
        <p:nvGrpSpPr>
          <p:cNvPr id="130" name="Groupe 129">
            <a:extLst>
              <a:ext uri="{FF2B5EF4-FFF2-40B4-BE49-F238E27FC236}">
                <a16:creationId xmlns:a16="http://schemas.microsoft.com/office/drawing/2014/main" id="{FC36B6AC-0453-44A5-862E-6F5F7E1A2446}"/>
              </a:ext>
            </a:extLst>
          </p:cNvPr>
          <p:cNvGrpSpPr/>
          <p:nvPr/>
        </p:nvGrpSpPr>
        <p:grpSpPr>
          <a:xfrm>
            <a:off x="7502703" y="3000129"/>
            <a:ext cx="365138" cy="490055"/>
            <a:chOff x="8750424" y="170895"/>
            <a:chExt cx="2361459" cy="3169328"/>
          </a:xfrm>
        </p:grpSpPr>
        <p:sp>
          <p:nvSpPr>
            <p:cNvPr id="131" name="Rectangle 130">
              <a:extLst>
                <a:ext uri="{FF2B5EF4-FFF2-40B4-BE49-F238E27FC236}">
                  <a16:creationId xmlns:a16="http://schemas.microsoft.com/office/drawing/2014/main" id="{6BAEEA9C-F351-4842-8AF3-29DBC30E10D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2" name="Rectangle 131">
              <a:extLst>
                <a:ext uri="{FF2B5EF4-FFF2-40B4-BE49-F238E27FC236}">
                  <a16:creationId xmlns:a16="http://schemas.microsoft.com/office/drawing/2014/main" id="{A321F267-2DAF-4423-946D-666EEB15BAF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3" name="Groupe 132">
            <a:extLst>
              <a:ext uri="{FF2B5EF4-FFF2-40B4-BE49-F238E27FC236}">
                <a16:creationId xmlns:a16="http://schemas.microsoft.com/office/drawing/2014/main" id="{9CD30EC0-9298-432F-9BEF-D24C000095E7}"/>
              </a:ext>
            </a:extLst>
          </p:cNvPr>
          <p:cNvGrpSpPr/>
          <p:nvPr/>
        </p:nvGrpSpPr>
        <p:grpSpPr>
          <a:xfrm>
            <a:off x="7050280" y="3171356"/>
            <a:ext cx="365138" cy="490055"/>
            <a:chOff x="8750424" y="170895"/>
            <a:chExt cx="2361459" cy="3169328"/>
          </a:xfrm>
        </p:grpSpPr>
        <p:sp>
          <p:nvSpPr>
            <p:cNvPr id="134" name="Rectangle 133">
              <a:extLst>
                <a:ext uri="{FF2B5EF4-FFF2-40B4-BE49-F238E27FC236}">
                  <a16:creationId xmlns:a16="http://schemas.microsoft.com/office/drawing/2014/main" id="{06B4BD17-EAF5-40F8-AFB4-3051030542B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5" name="Rectangle 134">
              <a:extLst>
                <a:ext uri="{FF2B5EF4-FFF2-40B4-BE49-F238E27FC236}">
                  <a16:creationId xmlns:a16="http://schemas.microsoft.com/office/drawing/2014/main" id="{AA1DB1C4-D31B-4DB1-A606-5DDDA316E017}"/>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6" name="Groupe 135">
            <a:extLst>
              <a:ext uri="{FF2B5EF4-FFF2-40B4-BE49-F238E27FC236}">
                <a16:creationId xmlns:a16="http://schemas.microsoft.com/office/drawing/2014/main" id="{0FA046E4-720C-4E72-AC5C-6EB4E9D5508B}"/>
              </a:ext>
            </a:extLst>
          </p:cNvPr>
          <p:cNvGrpSpPr/>
          <p:nvPr/>
        </p:nvGrpSpPr>
        <p:grpSpPr>
          <a:xfrm>
            <a:off x="7477193" y="3686139"/>
            <a:ext cx="365138" cy="490055"/>
            <a:chOff x="8750424" y="170895"/>
            <a:chExt cx="2361459" cy="3169328"/>
          </a:xfrm>
        </p:grpSpPr>
        <p:sp>
          <p:nvSpPr>
            <p:cNvPr id="137" name="Rectangle 136">
              <a:extLst>
                <a:ext uri="{FF2B5EF4-FFF2-40B4-BE49-F238E27FC236}">
                  <a16:creationId xmlns:a16="http://schemas.microsoft.com/office/drawing/2014/main" id="{0C1F3FB7-2EBE-4D3C-9C11-3832E3CFD2C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8" name="Rectangle 137">
              <a:extLst>
                <a:ext uri="{FF2B5EF4-FFF2-40B4-BE49-F238E27FC236}">
                  <a16:creationId xmlns:a16="http://schemas.microsoft.com/office/drawing/2014/main" id="{DF71801B-47A3-429B-B1D4-CA80371CCC4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9" name="Groupe 138">
            <a:extLst>
              <a:ext uri="{FF2B5EF4-FFF2-40B4-BE49-F238E27FC236}">
                <a16:creationId xmlns:a16="http://schemas.microsoft.com/office/drawing/2014/main" id="{A938DAD4-D552-49E0-84DC-FFAA9056DC83}"/>
              </a:ext>
            </a:extLst>
          </p:cNvPr>
          <p:cNvGrpSpPr/>
          <p:nvPr/>
        </p:nvGrpSpPr>
        <p:grpSpPr>
          <a:xfrm>
            <a:off x="7028569" y="3969553"/>
            <a:ext cx="365138" cy="490055"/>
            <a:chOff x="8750424" y="170895"/>
            <a:chExt cx="2361459" cy="3169328"/>
          </a:xfrm>
        </p:grpSpPr>
        <p:sp>
          <p:nvSpPr>
            <p:cNvPr id="140" name="Rectangle 139">
              <a:extLst>
                <a:ext uri="{FF2B5EF4-FFF2-40B4-BE49-F238E27FC236}">
                  <a16:creationId xmlns:a16="http://schemas.microsoft.com/office/drawing/2014/main" id="{1761916E-2E46-4B33-AD14-EDF7B3F2975F}"/>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1" name="Rectangle 140">
              <a:extLst>
                <a:ext uri="{FF2B5EF4-FFF2-40B4-BE49-F238E27FC236}">
                  <a16:creationId xmlns:a16="http://schemas.microsoft.com/office/drawing/2014/main" id="{56181E0E-3112-41DE-B24C-D1DE36D02A5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42" name="ZoneTexte 141">
            <a:extLst>
              <a:ext uri="{FF2B5EF4-FFF2-40B4-BE49-F238E27FC236}">
                <a16:creationId xmlns:a16="http://schemas.microsoft.com/office/drawing/2014/main" id="{EAE0A177-6F84-42BB-90E7-04210BBB04B0}"/>
              </a:ext>
            </a:extLst>
          </p:cNvPr>
          <p:cNvSpPr txBox="1"/>
          <p:nvPr/>
        </p:nvSpPr>
        <p:spPr>
          <a:xfrm>
            <a:off x="9179843" y="4652062"/>
            <a:ext cx="2733991" cy="2031325"/>
          </a:xfrm>
          <a:prstGeom prst="rect">
            <a:avLst/>
          </a:prstGeom>
          <a:solidFill>
            <a:schemeClr val="bg1">
              <a:lumMod val="95000"/>
            </a:schemeClr>
          </a:solidFill>
        </p:spPr>
        <p:txBody>
          <a:bodyPr wrap="square" rtlCol="0">
            <a:spAutoFit/>
          </a:bodyPr>
          <a:lstStyle/>
          <a:p>
            <a:pPr algn="ctr"/>
            <a:r>
              <a:rPr lang="fr-FR" sz="1400" dirty="0"/>
              <a:t>4. Les joueurs </a:t>
            </a:r>
            <a:r>
              <a:rPr lang="fr-FR" sz="1400" b="1" dirty="0">
                <a:solidFill>
                  <a:srgbClr val="0683AA"/>
                </a:solidFill>
              </a:rPr>
              <a:t>⚖️DESTIN </a:t>
            </a:r>
            <a:r>
              <a:rPr lang="fr-FR" sz="1400" dirty="0"/>
              <a:t>votent chacun </a:t>
            </a:r>
            <a:r>
              <a:rPr lang="fr-FR" sz="1400" b="0" dirty="0"/>
              <a:t>👍ou👎 s’ils sont convaincus ou non de la solution et expliquent pourquoi. </a:t>
            </a:r>
          </a:p>
          <a:p>
            <a:pPr algn="ctr"/>
            <a:endParaRPr lang="fr-FR" sz="1400" dirty="0"/>
          </a:p>
          <a:p>
            <a:pPr algn="ctr"/>
            <a:r>
              <a:rPr lang="fr-FR" sz="1400" b="0" dirty="0"/>
              <a:t>Si une majorité (ou égalité) a voté 👍, chaque joueur </a:t>
            </a:r>
            <a:r>
              <a:rPr lang="fr-FR" sz="1400" b="0" dirty="0">
                <a:solidFill>
                  <a:srgbClr val="0683AA"/>
                </a:solidFill>
              </a:rPr>
              <a:t>💪</a:t>
            </a:r>
            <a:r>
              <a:rPr lang="fr-FR" sz="1400" b="1" dirty="0">
                <a:solidFill>
                  <a:srgbClr val="0683AA"/>
                </a:solidFill>
              </a:rPr>
              <a:t>ROBUSTEAM </a:t>
            </a:r>
            <a:r>
              <a:rPr lang="fr-FR" sz="1400" dirty="0"/>
              <a:t>marque un point par</a:t>
            </a:r>
            <a:r>
              <a:rPr lang="fr-FR" sz="1400" b="1" dirty="0">
                <a:solidFill>
                  <a:srgbClr val="FF0000"/>
                </a:solidFill>
              </a:rPr>
              <a:t> 🔥 </a:t>
            </a:r>
            <a:r>
              <a:rPr lang="fr-FR" sz="1400" dirty="0"/>
              <a:t>sur la carte</a:t>
            </a:r>
            <a:r>
              <a:rPr lang="fr-FR" sz="1400" b="1" dirty="0">
                <a:solidFill>
                  <a:srgbClr val="FF0000"/>
                </a:solidFill>
              </a:rPr>
              <a:t> 🔥 CRISE 🔥</a:t>
            </a:r>
            <a:r>
              <a:rPr lang="fr-FR" sz="1400" dirty="0"/>
              <a:t>.</a:t>
            </a:r>
          </a:p>
        </p:txBody>
      </p:sp>
      <p:sp>
        <p:nvSpPr>
          <p:cNvPr id="6" name="Bulle narrative : ronde 5">
            <a:extLst>
              <a:ext uri="{FF2B5EF4-FFF2-40B4-BE49-F238E27FC236}">
                <a16:creationId xmlns:a16="http://schemas.microsoft.com/office/drawing/2014/main" id="{44DCFF08-A5C2-48D5-9FFD-73D456A0B763}"/>
              </a:ext>
            </a:extLst>
          </p:cNvPr>
          <p:cNvSpPr/>
          <p:nvPr/>
        </p:nvSpPr>
        <p:spPr>
          <a:xfrm>
            <a:off x="7564107" y="1744590"/>
            <a:ext cx="1615736" cy="632373"/>
          </a:xfrm>
          <a:prstGeom prst="wedgeEllipseCallout">
            <a:avLst>
              <a:gd name="adj1" fmla="val -29624"/>
              <a:gd name="adj2" fmla="val 7666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pic>
        <p:nvPicPr>
          <p:cNvPr id="143" name="Graphique 142" descr="Utilisateur avec un remplissage uni">
            <a:extLst>
              <a:ext uri="{FF2B5EF4-FFF2-40B4-BE49-F238E27FC236}">
                <a16:creationId xmlns:a16="http://schemas.microsoft.com/office/drawing/2014/main" id="{029142EA-42CA-41D4-B254-1F3957BC76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0720" y="1088004"/>
            <a:ext cx="914400" cy="914400"/>
          </a:xfrm>
          <a:prstGeom prst="rect">
            <a:avLst/>
          </a:prstGeom>
        </p:spPr>
      </p:pic>
      <p:grpSp>
        <p:nvGrpSpPr>
          <p:cNvPr id="144" name="Groupe 143">
            <a:extLst>
              <a:ext uri="{FF2B5EF4-FFF2-40B4-BE49-F238E27FC236}">
                <a16:creationId xmlns:a16="http://schemas.microsoft.com/office/drawing/2014/main" id="{8965AF54-D6BA-45CE-801F-97EE5F8EF766}"/>
              </a:ext>
            </a:extLst>
          </p:cNvPr>
          <p:cNvGrpSpPr/>
          <p:nvPr/>
        </p:nvGrpSpPr>
        <p:grpSpPr>
          <a:xfrm>
            <a:off x="10332741" y="1570647"/>
            <a:ext cx="365138" cy="490055"/>
            <a:chOff x="8750424" y="170895"/>
            <a:chExt cx="2361459" cy="3169328"/>
          </a:xfrm>
        </p:grpSpPr>
        <p:sp>
          <p:nvSpPr>
            <p:cNvPr id="145" name="Rectangle 144">
              <a:extLst>
                <a:ext uri="{FF2B5EF4-FFF2-40B4-BE49-F238E27FC236}">
                  <a16:creationId xmlns:a16="http://schemas.microsoft.com/office/drawing/2014/main" id="{9FEBB78C-91C4-42C0-BB01-8DB16C1E7C7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6" name="Rectangle 145">
              <a:extLst>
                <a:ext uri="{FF2B5EF4-FFF2-40B4-BE49-F238E27FC236}">
                  <a16:creationId xmlns:a16="http://schemas.microsoft.com/office/drawing/2014/main" id="{8903366C-2A94-44B2-9914-B589A4D060E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48" name="Groupe 147">
            <a:extLst>
              <a:ext uri="{FF2B5EF4-FFF2-40B4-BE49-F238E27FC236}">
                <a16:creationId xmlns:a16="http://schemas.microsoft.com/office/drawing/2014/main" id="{B66B7FB9-B493-470D-B40D-F3CEE31312CD}"/>
              </a:ext>
            </a:extLst>
          </p:cNvPr>
          <p:cNvGrpSpPr/>
          <p:nvPr/>
        </p:nvGrpSpPr>
        <p:grpSpPr>
          <a:xfrm>
            <a:off x="10373413" y="2264639"/>
            <a:ext cx="365138" cy="490055"/>
            <a:chOff x="8750424" y="170895"/>
            <a:chExt cx="2361459" cy="3169328"/>
          </a:xfrm>
        </p:grpSpPr>
        <p:sp>
          <p:nvSpPr>
            <p:cNvPr id="149" name="Rectangle 148">
              <a:extLst>
                <a:ext uri="{FF2B5EF4-FFF2-40B4-BE49-F238E27FC236}">
                  <a16:creationId xmlns:a16="http://schemas.microsoft.com/office/drawing/2014/main" id="{9A557BEC-59CA-41F4-A047-1EDBBF970E5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0" name="Rectangle 149">
              <a:extLst>
                <a:ext uri="{FF2B5EF4-FFF2-40B4-BE49-F238E27FC236}">
                  <a16:creationId xmlns:a16="http://schemas.microsoft.com/office/drawing/2014/main" id="{4B53AD53-53ED-4424-8D67-EEF2D7B6F2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52" name="Groupe 151">
            <a:extLst>
              <a:ext uri="{FF2B5EF4-FFF2-40B4-BE49-F238E27FC236}">
                <a16:creationId xmlns:a16="http://schemas.microsoft.com/office/drawing/2014/main" id="{74CC0D27-61BC-419C-ACB1-B1062F6C83B5}"/>
              </a:ext>
            </a:extLst>
          </p:cNvPr>
          <p:cNvGrpSpPr/>
          <p:nvPr/>
        </p:nvGrpSpPr>
        <p:grpSpPr>
          <a:xfrm>
            <a:off x="10402272" y="2997243"/>
            <a:ext cx="365138" cy="490055"/>
            <a:chOff x="8750424" y="170895"/>
            <a:chExt cx="2361459" cy="3169328"/>
          </a:xfrm>
        </p:grpSpPr>
        <p:sp>
          <p:nvSpPr>
            <p:cNvPr id="153" name="Rectangle 152">
              <a:extLst>
                <a:ext uri="{FF2B5EF4-FFF2-40B4-BE49-F238E27FC236}">
                  <a16:creationId xmlns:a16="http://schemas.microsoft.com/office/drawing/2014/main" id="{A6A679D0-5BB0-47C6-A2A2-9565AC7EA247}"/>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4" name="Rectangle 153">
              <a:extLst>
                <a:ext uri="{FF2B5EF4-FFF2-40B4-BE49-F238E27FC236}">
                  <a16:creationId xmlns:a16="http://schemas.microsoft.com/office/drawing/2014/main" id="{B4C84200-5E12-49AD-858A-67410107A06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155" name="Graphique 154" descr="Utilisateur avec un remplissage uni">
            <a:extLst>
              <a:ext uri="{FF2B5EF4-FFF2-40B4-BE49-F238E27FC236}">
                <a16:creationId xmlns:a16="http://schemas.microsoft.com/office/drawing/2014/main" id="{68A6A51F-F84E-46BA-AE00-6EE90EA7DF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3327287"/>
            <a:ext cx="914400" cy="914400"/>
          </a:xfrm>
          <a:prstGeom prst="rect">
            <a:avLst/>
          </a:prstGeom>
        </p:spPr>
      </p:pic>
      <p:grpSp>
        <p:nvGrpSpPr>
          <p:cNvPr id="156" name="Groupe 155">
            <a:extLst>
              <a:ext uri="{FF2B5EF4-FFF2-40B4-BE49-F238E27FC236}">
                <a16:creationId xmlns:a16="http://schemas.microsoft.com/office/drawing/2014/main" id="{61ADF97B-19E1-4D92-835F-980E121D0CB5}"/>
              </a:ext>
            </a:extLst>
          </p:cNvPr>
          <p:cNvGrpSpPr/>
          <p:nvPr/>
        </p:nvGrpSpPr>
        <p:grpSpPr>
          <a:xfrm>
            <a:off x="10402272" y="3809930"/>
            <a:ext cx="365138" cy="490055"/>
            <a:chOff x="8750424" y="170895"/>
            <a:chExt cx="2361459" cy="3169328"/>
          </a:xfrm>
        </p:grpSpPr>
        <p:sp>
          <p:nvSpPr>
            <p:cNvPr id="157" name="Rectangle 156">
              <a:extLst>
                <a:ext uri="{FF2B5EF4-FFF2-40B4-BE49-F238E27FC236}">
                  <a16:creationId xmlns:a16="http://schemas.microsoft.com/office/drawing/2014/main" id="{751BD5A2-D5E8-4054-9849-FC35BD6A1F0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8" name="Rectangle 157">
              <a:extLst>
                <a:ext uri="{FF2B5EF4-FFF2-40B4-BE49-F238E27FC236}">
                  <a16:creationId xmlns:a16="http://schemas.microsoft.com/office/drawing/2014/main" id="{8EA22F90-1102-4C55-9E55-57CF79D8D91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8" name="Graphique 7" descr="Signe pouce en haut avec un remplissage uni">
            <a:extLst>
              <a:ext uri="{FF2B5EF4-FFF2-40B4-BE49-F238E27FC236}">
                <a16:creationId xmlns:a16="http://schemas.microsoft.com/office/drawing/2014/main" id="{0840909C-5B14-46F6-8B26-A5A5D45E551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467588" y="1296764"/>
            <a:ext cx="394586" cy="612098"/>
          </a:xfrm>
          <a:prstGeom prst="rect">
            <a:avLst/>
          </a:prstGeom>
        </p:spPr>
      </p:pic>
      <p:pic>
        <p:nvPicPr>
          <p:cNvPr id="159" name="Graphique 158" descr="Signe pouce en haut avec un remplissage uni">
            <a:extLst>
              <a:ext uri="{FF2B5EF4-FFF2-40B4-BE49-F238E27FC236}">
                <a16:creationId xmlns:a16="http://schemas.microsoft.com/office/drawing/2014/main" id="{404CD2A2-A490-40D1-B35C-822F5B2C3E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2760365"/>
            <a:ext cx="394586" cy="612098"/>
          </a:xfrm>
          <a:prstGeom prst="rect">
            <a:avLst/>
          </a:prstGeom>
        </p:spPr>
      </p:pic>
      <p:pic>
        <p:nvPicPr>
          <p:cNvPr id="160" name="Graphique 159" descr="Signe pouce en haut avec un remplissage uni">
            <a:extLst>
              <a:ext uri="{FF2B5EF4-FFF2-40B4-BE49-F238E27FC236}">
                <a16:creationId xmlns:a16="http://schemas.microsoft.com/office/drawing/2014/main" id="{9462D686-063E-4302-9A4A-3BEDBF5487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flipV="1">
            <a:off x="9476825" y="2137075"/>
            <a:ext cx="394586" cy="559321"/>
          </a:xfrm>
          <a:prstGeom prst="rect">
            <a:avLst/>
          </a:prstGeom>
        </p:spPr>
      </p:pic>
      <p:pic>
        <p:nvPicPr>
          <p:cNvPr id="161" name="Graphique 160" descr="Signe pouce en haut avec un remplissage uni">
            <a:extLst>
              <a:ext uri="{FF2B5EF4-FFF2-40B4-BE49-F238E27FC236}">
                <a16:creationId xmlns:a16="http://schemas.microsoft.com/office/drawing/2014/main" id="{BCAC1738-0193-4D18-BB49-31C2ECADFB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3582589"/>
            <a:ext cx="394586" cy="612098"/>
          </a:xfrm>
          <a:prstGeom prst="rect">
            <a:avLst/>
          </a:prstGeom>
        </p:spPr>
      </p:pic>
      <p:grpSp>
        <p:nvGrpSpPr>
          <p:cNvPr id="9" name="Groupe 8">
            <a:extLst>
              <a:ext uri="{FF2B5EF4-FFF2-40B4-BE49-F238E27FC236}">
                <a16:creationId xmlns:a16="http://schemas.microsoft.com/office/drawing/2014/main" id="{AFECF432-F723-496E-9DA2-33247EC32EF7}"/>
              </a:ext>
            </a:extLst>
          </p:cNvPr>
          <p:cNvGrpSpPr/>
          <p:nvPr/>
        </p:nvGrpSpPr>
        <p:grpSpPr>
          <a:xfrm>
            <a:off x="2980072" y="1784912"/>
            <a:ext cx="875102" cy="1174480"/>
            <a:chOff x="6193655" y="170895"/>
            <a:chExt cx="2361459" cy="3169328"/>
          </a:xfrm>
        </p:grpSpPr>
        <p:sp>
          <p:nvSpPr>
            <p:cNvPr id="162" name="Rectangle 161">
              <a:extLst>
                <a:ext uri="{FF2B5EF4-FFF2-40B4-BE49-F238E27FC236}">
                  <a16:creationId xmlns:a16="http://schemas.microsoft.com/office/drawing/2014/main" id="{FBCD891D-9466-4C14-AEB6-6EF105960311}"/>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163" name="Rectangle 162">
              <a:extLst>
                <a:ext uri="{FF2B5EF4-FFF2-40B4-BE49-F238E27FC236}">
                  <a16:creationId xmlns:a16="http://schemas.microsoft.com/office/drawing/2014/main" id="{45D7B89C-CDD0-4653-A58A-E3F417EF09E0}"/>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900" b="1" dirty="0">
                  <a:solidFill>
                    <a:srgbClr val="FF0000"/>
                  </a:solidFill>
                </a:rPr>
                <a:t>CRISE</a:t>
              </a:r>
            </a:p>
            <a:p>
              <a:pPr algn="ctr"/>
              <a:r>
                <a:rPr lang="fr-FR" sz="900" b="1" dirty="0">
                  <a:solidFill>
                    <a:srgbClr val="FF0000"/>
                  </a:solidFill>
                </a:rPr>
                <a:t>🔥 🔥 🔥</a:t>
              </a:r>
            </a:p>
            <a:p>
              <a:pPr algn="ctr"/>
              <a:r>
                <a:rPr lang="fr-FR" sz="400" b="1" dirty="0">
                  <a:solidFill>
                    <a:schemeClr val="tx1"/>
                  </a:solidFill>
                </a:rPr>
                <a:t>{PARTIE PRENANTE} </a:t>
              </a:r>
              <a:r>
                <a:rPr lang="fr-FR" sz="400" dirty="0">
                  <a:solidFill>
                    <a:srgbClr val="FF0000"/>
                  </a:solidFill>
                </a:rPr>
                <a:t>s’est fortement brouillée avec </a:t>
              </a:r>
              <a:r>
                <a:rPr lang="fr-FR" sz="400" b="1" dirty="0">
                  <a:solidFill>
                    <a:srgbClr val="ED7D31"/>
                  </a:solidFill>
                </a:rPr>
                <a:t>{MEMBRE} </a:t>
              </a:r>
              <a:r>
                <a:rPr lang="fr-FR" sz="400" dirty="0">
                  <a:solidFill>
                    <a:srgbClr val="FF0000"/>
                  </a:solidFill>
                </a:rPr>
                <a:t>et souhaite ne plus collaborer avec du tout, quitte à réduire ses relations avec votre équipe.</a:t>
              </a:r>
            </a:p>
            <a:p>
              <a:pPr algn="ctr"/>
              <a:endParaRPr lang="fr-FR" sz="400" dirty="0">
                <a:solidFill>
                  <a:srgbClr val="FF0000"/>
                </a:solidFill>
              </a:endParaRPr>
            </a:p>
            <a:p>
              <a:pPr algn="ctr"/>
              <a:r>
                <a:rPr lang="fr-FR" sz="400" dirty="0">
                  <a:solidFill>
                    <a:srgbClr val="FF0000"/>
                  </a:solidFill>
                </a:rPr>
                <a:t>Qu’allez-vous faire ?</a:t>
              </a:r>
            </a:p>
          </p:txBody>
        </p:sp>
      </p:grpSp>
      <p:grpSp>
        <p:nvGrpSpPr>
          <p:cNvPr id="165" name="Groupe 164">
            <a:extLst>
              <a:ext uri="{FF2B5EF4-FFF2-40B4-BE49-F238E27FC236}">
                <a16:creationId xmlns:a16="http://schemas.microsoft.com/office/drawing/2014/main" id="{48D21410-8403-42F0-ADE4-20A011523F22}"/>
              </a:ext>
            </a:extLst>
          </p:cNvPr>
          <p:cNvGrpSpPr/>
          <p:nvPr/>
        </p:nvGrpSpPr>
        <p:grpSpPr>
          <a:xfrm>
            <a:off x="3935494" y="1791441"/>
            <a:ext cx="875101" cy="1174478"/>
            <a:chOff x="3240719" y="1666878"/>
            <a:chExt cx="1180729" cy="1584663"/>
          </a:xfrm>
        </p:grpSpPr>
        <p:grpSp>
          <p:nvGrpSpPr>
            <p:cNvPr id="166" name="Groupe 165">
              <a:extLst>
                <a:ext uri="{FF2B5EF4-FFF2-40B4-BE49-F238E27FC236}">
                  <a16:creationId xmlns:a16="http://schemas.microsoft.com/office/drawing/2014/main" id="{F9CF3B6A-EEF3-429D-A13D-C9C593B6DDF4}"/>
                </a:ext>
              </a:extLst>
            </p:cNvPr>
            <p:cNvGrpSpPr/>
            <p:nvPr/>
          </p:nvGrpSpPr>
          <p:grpSpPr>
            <a:xfrm>
              <a:off x="3240719" y="1666878"/>
              <a:ext cx="1180729" cy="1584663"/>
              <a:chOff x="3640213" y="1580574"/>
              <a:chExt cx="2361459" cy="3169328"/>
            </a:xfrm>
          </p:grpSpPr>
          <p:sp>
            <p:nvSpPr>
              <p:cNvPr id="168" name="Rectangle 167">
                <a:extLst>
                  <a:ext uri="{FF2B5EF4-FFF2-40B4-BE49-F238E27FC236}">
                    <a16:creationId xmlns:a16="http://schemas.microsoft.com/office/drawing/2014/main" id="{59977F31-6CD0-436A-86E0-F08AE2F4AE4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69" name="Rectangle 168">
                <a:extLst>
                  <a:ext uri="{FF2B5EF4-FFF2-40B4-BE49-F238E27FC236}">
                    <a16:creationId xmlns:a16="http://schemas.microsoft.com/office/drawing/2014/main" id="{5474F938-387C-48D8-B41C-BD00ED3A15FC}"/>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67" name="ZoneTexte 166">
              <a:extLst>
                <a:ext uri="{FF2B5EF4-FFF2-40B4-BE49-F238E27FC236}">
                  <a16:creationId xmlns:a16="http://schemas.microsoft.com/office/drawing/2014/main" id="{4D12EC54-1C82-45DA-B232-AE19AD50881F}"/>
                </a:ext>
              </a:extLst>
            </p:cNvPr>
            <p:cNvSpPr txBox="1"/>
            <p:nvPr/>
          </p:nvSpPr>
          <p:spPr>
            <a:xfrm>
              <a:off x="3522041" y="2083900"/>
              <a:ext cx="663215" cy="476563"/>
            </a:xfrm>
            <a:prstGeom prst="rect">
              <a:avLst/>
            </a:prstGeom>
            <a:noFill/>
          </p:spPr>
          <p:txBody>
            <a:bodyPr wrap="none" rtlCol="0">
              <a:spAutoFit/>
            </a:bodyPr>
            <a:lstStyle/>
            <a:p>
              <a:r>
                <a:rPr lang="en-US" sz="1400" dirty="0">
                  <a:latin typeface="Freestyle Script" panose="030804020302050B0404" pitchFamily="66" charset="0"/>
                </a:rPr>
                <a:t>Katia</a:t>
              </a:r>
            </a:p>
          </p:txBody>
        </p:sp>
      </p:grpSp>
      <p:grpSp>
        <p:nvGrpSpPr>
          <p:cNvPr id="170" name="Groupe 169">
            <a:extLst>
              <a:ext uri="{FF2B5EF4-FFF2-40B4-BE49-F238E27FC236}">
                <a16:creationId xmlns:a16="http://schemas.microsoft.com/office/drawing/2014/main" id="{EFFF0D6B-4CE7-4652-98DF-0AC0A2F337AC}"/>
              </a:ext>
            </a:extLst>
          </p:cNvPr>
          <p:cNvGrpSpPr/>
          <p:nvPr/>
        </p:nvGrpSpPr>
        <p:grpSpPr>
          <a:xfrm>
            <a:off x="4902672" y="1791441"/>
            <a:ext cx="893872" cy="1199671"/>
            <a:chOff x="6459745" y="2018306"/>
            <a:chExt cx="1114393" cy="1495634"/>
          </a:xfrm>
        </p:grpSpPr>
        <p:grpSp>
          <p:nvGrpSpPr>
            <p:cNvPr id="171" name="Groupe 170">
              <a:extLst>
                <a:ext uri="{FF2B5EF4-FFF2-40B4-BE49-F238E27FC236}">
                  <a16:creationId xmlns:a16="http://schemas.microsoft.com/office/drawing/2014/main" id="{A8883A62-C5E8-4218-8A21-B3507049EBBD}"/>
                </a:ext>
              </a:extLst>
            </p:cNvPr>
            <p:cNvGrpSpPr/>
            <p:nvPr/>
          </p:nvGrpSpPr>
          <p:grpSpPr>
            <a:xfrm>
              <a:off x="6459745" y="2018306"/>
              <a:ext cx="1114393" cy="1495634"/>
              <a:chOff x="6063954" y="1259012"/>
              <a:chExt cx="2361459" cy="3169328"/>
            </a:xfrm>
          </p:grpSpPr>
          <p:sp>
            <p:nvSpPr>
              <p:cNvPr id="173" name="Rectangle 172">
                <a:extLst>
                  <a:ext uri="{FF2B5EF4-FFF2-40B4-BE49-F238E27FC236}">
                    <a16:creationId xmlns:a16="http://schemas.microsoft.com/office/drawing/2014/main" id="{D9AEBA16-2555-42EE-AE2C-BEFC3C6D20C3}"/>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174" name="Rectangle 173">
                <a:extLst>
                  <a:ext uri="{FF2B5EF4-FFF2-40B4-BE49-F238E27FC236}">
                    <a16:creationId xmlns:a16="http://schemas.microsoft.com/office/drawing/2014/main" id="{32F868EF-BEC6-430C-83AD-F8274B6BD6C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172" name="ZoneTexte 171">
              <a:extLst>
                <a:ext uri="{FF2B5EF4-FFF2-40B4-BE49-F238E27FC236}">
                  <a16:creationId xmlns:a16="http://schemas.microsoft.com/office/drawing/2014/main" id="{0C4AEEDD-F7CF-48DB-845A-E92C60AF8D06}"/>
                </a:ext>
              </a:extLst>
            </p:cNvPr>
            <p:cNvSpPr txBox="1"/>
            <p:nvPr/>
          </p:nvSpPr>
          <p:spPr>
            <a:xfrm>
              <a:off x="6564962" y="2582347"/>
              <a:ext cx="913323" cy="306965"/>
            </a:xfrm>
            <a:prstGeom prst="rect">
              <a:avLst/>
            </a:prstGeom>
            <a:noFill/>
          </p:spPr>
          <p:txBody>
            <a:bodyPr wrap="square" rtlCol="0">
              <a:spAutoFit/>
            </a:bodyPr>
            <a:lstStyle/>
            <a:p>
              <a:pPr algn="ctr"/>
              <a:r>
                <a:rPr lang="fr-FR" sz="1000" dirty="0">
                  <a:latin typeface="Freestyle Script" panose="030804020302050B0404" pitchFamily="66" charset="0"/>
                </a:rPr>
                <a:t>Pierre-Alain E.</a:t>
              </a:r>
            </a:p>
          </p:txBody>
        </p:sp>
      </p:grpSp>
      <p:grpSp>
        <p:nvGrpSpPr>
          <p:cNvPr id="121" name="Groupe 120">
            <a:extLst>
              <a:ext uri="{FF2B5EF4-FFF2-40B4-BE49-F238E27FC236}">
                <a16:creationId xmlns:a16="http://schemas.microsoft.com/office/drawing/2014/main" id="{F526D971-7434-43B8-A7E8-3D5F2D2D6C96}"/>
              </a:ext>
            </a:extLst>
          </p:cNvPr>
          <p:cNvGrpSpPr/>
          <p:nvPr/>
        </p:nvGrpSpPr>
        <p:grpSpPr>
          <a:xfrm>
            <a:off x="3946943" y="3469762"/>
            <a:ext cx="753572" cy="1011373"/>
            <a:chOff x="3240719" y="1666878"/>
            <a:chExt cx="1180729" cy="1584663"/>
          </a:xfrm>
        </p:grpSpPr>
        <p:grpSp>
          <p:nvGrpSpPr>
            <p:cNvPr id="164" name="Groupe 163">
              <a:extLst>
                <a:ext uri="{FF2B5EF4-FFF2-40B4-BE49-F238E27FC236}">
                  <a16:creationId xmlns:a16="http://schemas.microsoft.com/office/drawing/2014/main" id="{52CAD904-4F44-4614-AAA5-914ED21CD617}"/>
                </a:ext>
              </a:extLst>
            </p:cNvPr>
            <p:cNvGrpSpPr/>
            <p:nvPr/>
          </p:nvGrpSpPr>
          <p:grpSpPr>
            <a:xfrm>
              <a:off x="3240719" y="1666878"/>
              <a:ext cx="1180729" cy="1584663"/>
              <a:chOff x="3640213" y="1580574"/>
              <a:chExt cx="2361459" cy="3169328"/>
            </a:xfrm>
          </p:grpSpPr>
          <p:sp>
            <p:nvSpPr>
              <p:cNvPr id="176" name="Rectangle 175">
                <a:extLst>
                  <a:ext uri="{FF2B5EF4-FFF2-40B4-BE49-F238E27FC236}">
                    <a16:creationId xmlns:a16="http://schemas.microsoft.com/office/drawing/2014/main" id="{09E68943-688A-41B4-9E21-0DF318698EC7}"/>
                  </a:ext>
                </a:extLst>
              </p:cNvPr>
              <p:cNvSpPr/>
              <p:nvPr/>
            </p:nvSpPr>
            <p:spPr>
              <a:xfrm>
                <a:off x="3640213" y="1580574"/>
                <a:ext cx="2361459" cy="3169328"/>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77" name="Rectangle 176">
                <a:extLst>
                  <a:ext uri="{FF2B5EF4-FFF2-40B4-BE49-F238E27FC236}">
                    <a16:creationId xmlns:a16="http://schemas.microsoft.com/office/drawing/2014/main" id="{D4EF1B77-D7B7-47E5-9DEB-69FDBE146FAD}"/>
                  </a:ext>
                </a:extLst>
              </p:cNvPr>
              <p:cNvSpPr/>
              <p:nvPr/>
            </p:nvSpPr>
            <p:spPr>
              <a:xfrm>
                <a:off x="3861415" y="1755908"/>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75" name="ZoneTexte 174">
              <a:extLst>
                <a:ext uri="{FF2B5EF4-FFF2-40B4-BE49-F238E27FC236}">
                  <a16:creationId xmlns:a16="http://schemas.microsoft.com/office/drawing/2014/main" id="{7B2E3915-3C1D-48D5-8F86-F8A3F3D9E3B3}"/>
                </a:ext>
              </a:extLst>
            </p:cNvPr>
            <p:cNvSpPr txBox="1"/>
            <p:nvPr/>
          </p:nvSpPr>
          <p:spPr>
            <a:xfrm>
              <a:off x="3522041" y="2083900"/>
              <a:ext cx="663215" cy="476563"/>
            </a:xfrm>
            <a:prstGeom prst="rect">
              <a:avLst/>
            </a:prstGeom>
            <a:noFill/>
            <a:ln>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78" name="Groupe 177">
            <a:extLst>
              <a:ext uri="{FF2B5EF4-FFF2-40B4-BE49-F238E27FC236}">
                <a16:creationId xmlns:a16="http://schemas.microsoft.com/office/drawing/2014/main" id="{AF9458C6-F008-4A91-8846-81883B8E4950}"/>
              </a:ext>
            </a:extLst>
          </p:cNvPr>
          <p:cNvGrpSpPr/>
          <p:nvPr/>
        </p:nvGrpSpPr>
        <p:grpSpPr>
          <a:xfrm>
            <a:off x="3992388" y="3502729"/>
            <a:ext cx="753572" cy="1011373"/>
            <a:chOff x="3240719" y="1666878"/>
            <a:chExt cx="1180729" cy="1584663"/>
          </a:xfrm>
        </p:grpSpPr>
        <p:grpSp>
          <p:nvGrpSpPr>
            <p:cNvPr id="179" name="Groupe 178">
              <a:extLst>
                <a:ext uri="{FF2B5EF4-FFF2-40B4-BE49-F238E27FC236}">
                  <a16:creationId xmlns:a16="http://schemas.microsoft.com/office/drawing/2014/main" id="{BBF6639B-B0F7-43EF-A2E8-153802AF2475}"/>
                </a:ext>
              </a:extLst>
            </p:cNvPr>
            <p:cNvGrpSpPr/>
            <p:nvPr/>
          </p:nvGrpSpPr>
          <p:grpSpPr>
            <a:xfrm>
              <a:off x="3240719" y="1666878"/>
              <a:ext cx="1180729" cy="1584663"/>
              <a:chOff x="3640213" y="1580574"/>
              <a:chExt cx="2361459" cy="3169328"/>
            </a:xfrm>
          </p:grpSpPr>
          <p:sp>
            <p:nvSpPr>
              <p:cNvPr id="181" name="Rectangle 180">
                <a:extLst>
                  <a:ext uri="{FF2B5EF4-FFF2-40B4-BE49-F238E27FC236}">
                    <a16:creationId xmlns:a16="http://schemas.microsoft.com/office/drawing/2014/main" id="{17FC0710-C0C6-4B56-ADE7-E179CADD3882}"/>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2" name="Rectangle 181">
                <a:extLst>
                  <a:ext uri="{FF2B5EF4-FFF2-40B4-BE49-F238E27FC236}">
                    <a16:creationId xmlns:a16="http://schemas.microsoft.com/office/drawing/2014/main" id="{787B17E2-6F40-4C59-96DE-C783F59F47CA}"/>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0" name="ZoneTexte 179">
              <a:extLst>
                <a:ext uri="{FF2B5EF4-FFF2-40B4-BE49-F238E27FC236}">
                  <a16:creationId xmlns:a16="http://schemas.microsoft.com/office/drawing/2014/main" id="{0241BDFF-6201-442D-A029-CA41BA388F3E}"/>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3" name="Groupe 182">
            <a:extLst>
              <a:ext uri="{FF2B5EF4-FFF2-40B4-BE49-F238E27FC236}">
                <a16:creationId xmlns:a16="http://schemas.microsoft.com/office/drawing/2014/main" id="{E5D555C2-1DE5-48EB-A688-83C9DAFCDDE1}"/>
              </a:ext>
            </a:extLst>
          </p:cNvPr>
          <p:cNvGrpSpPr/>
          <p:nvPr/>
        </p:nvGrpSpPr>
        <p:grpSpPr>
          <a:xfrm>
            <a:off x="4027807" y="3537633"/>
            <a:ext cx="753572" cy="1011373"/>
            <a:chOff x="3240719" y="1666878"/>
            <a:chExt cx="1180729" cy="1584663"/>
          </a:xfrm>
        </p:grpSpPr>
        <p:grpSp>
          <p:nvGrpSpPr>
            <p:cNvPr id="184" name="Groupe 183">
              <a:extLst>
                <a:ext uri="{FF2B5EF4-FFF2-40B4-BE49-F238E27FC236}">
                  <a16:creationId xmlns:a16="http://schemas.microsoft.com/office/drawing/2014/main" id="{BFFF8F67-C255-44BC-AC82-AF35AF371191}"/>
                </a:ext>
              </a:extLst>
            </p:cNvPr>
            <p:cNvGrpSpPr/>
            <p:nvPr/>
          </p:nvGrpSpPr>
          <p:grpSpPr>
            <a:xfrm>
              <a:off x="3240719" y="1666878"/>
              <a:ext cx="1180729" cy="1584663"/>
              <a:chOff x="3640213" y="1580574"/>
              <a:chExt cx="2361459" cy="3169328"/>
            </a:xfrm>
          </p:grpSpPr>
          <p:sp>
            <p:nvSpPr>
              <p:cNvPr id="186" name="Rectangle 185">
                <a:extLst>
                  <a:ext uri="{FF2B5EF4-FFF2-40B4-BE49-F238E27FC236}">
                    <a16:creationId xmlns:a16="http://schemas.microsoft.com/office/drawing/2014/main" id="{78E2A0EE-8549-47E3-87BD-2D55A1272A6E}"/>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7" name="Rectangle 186">
                <a:extLst>
                  <a:ext uri="{FF2B5EF4-FFF2-40B4-BE49-F238E27FC236}">
                    <a16:creationId xmlns:a16="http://schemas.microsoft.com/office/drawing/2014/main" id="{B1EBC288-8F87-45F3-B9F4-5B720E3CF32B}"/>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5" name="ZoneTexte 184">
              <a:extLst>
                <a:ext uri="{FF2B5EF4-FFF2-40B4-BE49-F238E27FC236}">
                  <a16:creationId xmlns:a16="http://schemas.microsoft.com/office/drawing/2014/main" id="{F8E9C939-CF52-4647-9CD3-17EF7CC5AC34}"/>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8" name="Groupe 187">
            <a:extLst>
              <a:ext uri="{FF2B5EF4-FFF2-40B4-BE49-F238E27FC236}">
                <a16:creationId xmlns:a16="http://schemas.microsoft.com/office/drawing/2014/main" id="{DD957A35-2387-4B6F-927E-875623593E3C}"/>
              </a:ext>
            </a:extLst>
          </p:cNvPr>
          <p:cNvGrpSpPr/>
          <p:nvPr/>
        </p:nvGrpSpPr>
        <p:grpSpPr>
          <a:xfrm>
            <a:off x="4072577" y="3580448"/>
            <a:ext cx="753572" cy="1011373"/>
            <a:chOff x="3240719" y="1666878"/>
            <a:chExt cx="1180729" cy="1584663"/>
          </a:xfrm>
        </p:grpSpPr>
        <p:grpSp>
          <p:nvGrpSpPr>
            <p:cNvPr id="189" name="Groupe 188">
              <a:extLst>
                <a:ext uri="{FF2B5EF4-FFF2-40B4-BE49-F238E27FC236}">
                  <a16:creationId xmlns:a16="http://schemas.microsoft.com/office/drawing/2014/main" id="{4E199F1E-AE30-4C3A-9415-C25BCAA87430}"/>
                </a:ext>
              </a:extLst>
            </p:cNvPr>
            <p:cNvGrpSpPr/>
            <p:nvPr/>
          </p:nvGrpSpPr>
          <p:grpSpPr>
            <a:xfrm>
              <a:off x="3240719" y="1666878"/>
              <a:ext cx="1180729" cy="1584663"/>
              <a:chOff x="3640213" y="1580574"/>
              <a:chExt cx="2361459" cy="3169328"/>
            </a:xfrm>
          </p:grpSpPr>
          <p:sp>
            <p:nvSpPr>
              <p:cNvPr id="191" name="Rectangle 190">
                <a:extLst>
                  <a:ext uri="{FF2B5EF4-FFF2-40B4-BE49-F238E27FC236}">
                    <a16:creationId xmlns:a16="http://schemas.microsoft.com/office/drawing/2014/main" id="{A4951974-1144-4A87-A9D7-8669CE72CF07}"/>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2" name="Rectangle 191">
                <a:extLst>
                  <a:ext uri="{FF2B5EF4-FFF2-40B4-BE49-F238E27FC236}">
                    <a16:creationId xmlns:a16="http://schemas.microsoft.com/office/drawing/2014/main" id="{351B8136-174B-43B4-A65C-032FE4B5C7E6}"/>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0" name="ZoneTexte 189">
              <a:extLst>
                <a:ext uri="{FF2B5EF4-FFF2-40B4-BE49-F238E27FC236}">
                  <a16:creationId xmlns:a16="http://schemas.microsoft.com/office/drawing/2014/main" id="{4606E9B6-2880-4482-8A42-02D95F8B7811}"/>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93" name="Groupe 192">
            <a:extLst>
              <a:ext uri="{FF2B5EF4-FFF2-40B4-BE49-F238E27FC236}">
                <a16:creationId xmlns:a16="http://schemas.microsoft.com/office/drawing/2014/main" id="{76FDD15C-5FB5-4440-B898-474AD7616544}"/>
              </a:ext>
            </a:extLst>
          </p:cNvPr>
          <p:cNvGrpSpPr/>
          <p:nvPr/>
        </p:nvGrpSpPr>
        <p:grpSpPr>
          <a:xfrm>
            <a:off x="4114974" y="3608344"/>
            <a:ext cx="753572" cy="1011373"/>
            <a:chOff x="3240719" y="1666878"/>
            <a:chExt cx="1180729" cy="1584663"/>
          </a:xfrm>
        </p:grpSpPr>
        <p:grpSp>
          <p:nvGrpSpPr>
            <p:cNvPr id="194" name="Groupe 193">
              <a:extLst>
                <a:ext uri="{FF2B5EF4-FFF2-40B4-BE49-F238E27FC236}">
                  <a16:creationId xmlns:a16="http://schemas.microsoft.com/office/drawing/2014/main" id="{A5756BDA-D843-42D9-974B-66C052FEDD0E}"/>
                </a:ext>
              </a:extLst>
            </p:cNvPr>
            <p:cNvGrpSpPr/>
            <p:nvPr/>
          </p:nvGrpSpPr>
          <p:grpSpPr>
            <a:xfrm>
              <a:off x="3240719" y="1666878"/>
              <a:ext cx="1180729" cy="1584663"/>
              <a:chOff x="3640213" y="1580574"/>
              <a:chExt cx="2361459" cy="3169328"/>
            </a:xfrm>
          </p:grpSpPr>
          <p:sp>
            <p:nvSpPr>
              <p:cNvPr id="196" name="Rectangle 195">
                <a:extLst>
                  <a:ext uri="{FF2B5EF4-FFF2-40B4-BE49-F238E27FC236}">
                    <a16:creationId xmlns:a16="http://schemas.microsoft.com/office/drawing/2014/main" id="{4D21BD5C-A46B-4A1F-B4F0-CACC0AC05178}"/>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7" name="Rectangle 196">
                <a:extLst>
                  <a:ext uri="{FF2B5EF4-FFF2-40B4-BE49-F238E27FC236}">
                    <a16:creationId xmlns:a16="http://schemas.microsoft.com/office/drawing/2014/main" id="{B9890599-1D21-4E4A-96EC-896058EE4AC3}"/>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5" name="ZoneTexte 194">
              <a:extLst>
                <a:ext uri="{FF2B5EF4-FFF2-40B4-BE49-F238E27FC236}">
                  <a16:creationId xmlns:a16="http://schemas.microsoft.com/office/drawing/2014/main" id="{490D5739-46C1-438B-B474-4940AD7F3479}"/>
                </a:ext>
              </a:extLst>
            </p:cNvPr>
            <p:cNvSpPr txBox="1"/>
            <p:nvPr/>
          </p:nvSpPr>
          <p:spPr>
            <a:xfrm>
              <a:off x="3522041" y="2083900"/>
              <a:ext cx="663215" cy="476563"/>
            </a:xfrm>
            <a:prstGeom prst="rect">
              <a:avLst/>
            </a:prstGeom>
            <a:noFill/>
            <a:ln w="3175">
              <a:noFill/>
            </a:ln>
          </p:spPr>
          <p:txBody>
            <a:bodyPr wrap="none" rtlCol="0">
              <a:spAutoFit/>
            </a:bodyPr>
            <a:lstStyle/>
            <a:p>
              <a:r>
                <a:rPr lang="en-US" sz="1400" dirty="0">
                  <a:latin typeface="Freestyle Script" panose="030804020302050B0404" pitchFamily="66" charset="0"/>
                </a:rPr>
                <a:t>Katia</a:t>
              </a:r>
            </a:p>
          </p:txBody>
        </p:sp>
      </p:grpSp>
      <p:grpSp>
        <p:nvGrpSpPr>
          <p:cNvPr id="198" name="Groupe 197">
            <a:extLst>
              <a:ext uri="{FF2B5EF4-FFF2-40B4-BE49-F238E27FC236}">
                <a16:creationId xmlns:a16="http://schemas.microsoft.com/office/drawing/2014/main" id="{EF9252F6-FCBF-4817-8797-45F7AA89A6CC}"/>
              </a:ext>
            </a:extLst>
          </p:cNvPr>
          <p:cNvGrpSpPr/>
          <p:nvPr/>
        </p:nvGrpSpPr>
        <p:grpSpPr>
          <a:xfrm>
            <a:off x="4935578" y="3462435"/>
            <a:ext cx="786758" cy="1055912"/>
            <a:chOff x="6459745" y="2018306"/>
            <a:chExt cx="1114393" cy="1495634"/>
          </a:xfrm>
        </p:grpSpPr>
        <p:grpSp>
          <p:nvGrpSpPr>
            <p:cNvPr id="199" name="Groupe 198">
              <a:extLst>
                <a:ext uri="{FF2B5EF4-FFF2-40B4-BE49-F238E27FC236}">
                  <a16:creationId xmlns:a16="http://schemas.microsoft.com/office/drawing/2014/main" id="{34854CF3-B009-41C8-8698-91B4143447A9}"/>
                </a:ext>
              </a:extLst>
            </p:cNvPr>
            <p:cNvGrpSpPr/>
            <p:nvPr/>
          </p:nvGrpSpPr>
          <p:grpSpPr>
            <a:xfrm>
              <a:off x="6459745" y="2018306"/>
              <a:ext cx="1114393" cy="1495634"/>
              <a:chOff x="6063954" y="1259012"/>
              <a:chExt cx="2361459" cy="3169328"/>
            </a:xfrm>
          </p:grpSpPr>
          <p:sp>
            <p:nvSpPr>
              <p:cNvPr id="201" name="Rectangle 200">
                <a:extLst>
                  <a:ext uri="{FF2B5EF4-FFF2-40B4-BE49-F238E27FC236}">
                    <a16:creationId xmlns:a16="http://schemas.microsoft.com/office/drawing/2014/main" id="{CA062C29-6452-4118-9B6B-9BFCBB601F2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02" name="Rectangle 201">
                <a:extLst>
                  <a:ext uri="{FF2B5EF4-FFF2-40B4-BE49-F238E27FC236}">
                    <a16:creationId xmlns:a16="http://schemas.microsoft.com/office/drawing/2014/main" id="{BF212B56-31AA-444A-B2EC-95DF54ADAB26}"/>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00" name="ZoneTexte 199">
              <a:extLst>
                <a:ext uri="{FF2B5EF4-FFF2-40B4-BE49-F238E27FC236}">
                  <a16:creationId xmlns:a16="http://schemas.microsoft.com/office/drawing/2014/main" id="{8C809E6E-60F2-4CD1-9F25-D70866038CDC}"/>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08" name="Groupe 207">
            <a:extLst>
              <a:ext uri="{FF2B5EF4-FFF2-40B4-BE49-F238E27FC236}">
                <a16:creationId xmlns:a16="http://schemas.microsoft.com/office/drawing/2014/main" id="{3E6A9D38-7A7B-4623-A5DD-96EC1C5A8A9C}"/>
              </a:ext>
            </a:extLst>
          </p:cNvPr>
          <p:cNvGrpSpPr/>
          <p:nvPr/>
        </p:nvGrpSpPr>
        <p:grpSpPr>
          <a:xfrm>
            <a:off x="4963470" y="3479929"/>
            <a:ext cx="786758" cy="1055912"/>
            <a:chOff x="6459745" y="2018306"/>
            <a:chExt cx="1114393" cy="1495634"/>
          </a:xfrm>
        </p:grpSpPr>
        <p:grpSp>
          <p:nvGrpSpPr>
            <p:cNvPr id="209" name="Groupe 208">
              <a:extLst>
                <a:ext uri="{FF2B5EF4-FFF2-40B4-BE49-F238E27FC236}">
                  <a16:creationId xmlns:a16="http://schemas.microsoft.com/office/drawing/2014/main" id="{968B17CC-5FD4-499E-8BC0-FE3C6A0A43DA}"/>
                </a:ext>
              </a:extLst>
            </p:cNvPr>
            <p:cNvGrpSpPr/>
            <p:nvPr/>
          </p:nvGrpSpPr>
          <p:grpSpPr>
            <a:xfrm>
              <a:off x="6459745" y="2018306"/>
              <a:ext cx="1114393" cy="1495634"/>
              <a:chOff x="6063954" y="1259012"/>
              <a:chExt cx="2361459" cy="3169328"/>
            </a:xfrm>
          </p:grpSpPr>
          <p:sp>
            <p:nvSpPr>
              <p:cNvPr id="211" name="Rectangle 210">
                <a:extLst>
                  <a:ext uri="{FF2B5EF4-FFF2-40B4-BE49-F238E27FC236}">
                    <a16:creationId xmlns:a16="http://schemas.microsoft.com/office/drawing/2014/main" id="{9CDDFD63-A38B-468D-8238-95F406B59D6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2" name="Rectangle 211">
                <a:extLst>
                  <a:ext uri="{FF2B5EF4-FFF2-40B4-BE49-F238E27FC236}">
                    <a16:creationId xmlns:a16="http://schemas.microsoft.com/office/drawing/2014/main" id="{DCE26738-B0EE-4D92-B9A9-1173831837AB}"/>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0" name="ZoneTexte 209">
              <a:extLst>
                <a:ext uri="{FF2B5EF4-FFF2-40B4-BE49-F238E27FC236}">
                  <a16:creationId xmlns:a16="http://schemas.microsoft.com/office/drawing/2014/main" id="{26A186D4-ABC8-44BB-8E7F-232772323995}"/>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3" name="Groupe 212">
            <a:extLst>
              <a:ext uri="{FF2B5EF4-FFF2-40B4-BE49-F238E27FC236}">
                <a16:creationId xmlns:a16="http://schemas.microsoft.com/office/drawing/2014/main" id="{A9DA9C79-517E-4A49-B742-05FBA6ED06F6}"/>
              </a:ext>
            </a:extLst>
          </p:cNvPr>
          <p:cNvGrpSpPr/>
          <p:nvPr/>
        </p:nvGrpSpPr>
        <p:grpSpPr>
          <a:xfrm>
            <a:off x="5005697" y="3517967"/>
            <a:ext cx="786758" cy="1055912"/>
            <a:chOff x="6459745" y="2018306"/>
            <a:chExt cx="1114393" cy="1495634"/>
          </a:xfrm>
        </p:grpSpPr>
        <p:grpSp>
          <p:nvGrpSpPr>
            <p:cNvPr id="214" name="Groupe 213">
              <a:extLst>
                <a:ext uri="{FF2B5EF4-FFF2-40B4-BE49-F238E27FC236}">
                  <a16:creationId xmlns:a16="http://schemas.microsoft.com/office/drawing/2014/main" id="{D7FAE9E2-B315-4552-8058-7B44E2CE1EDB}"/>
                </a:ext>
              </a:extLst>
            </p:cNvPr>
            <p:cNvGrpSpPr/>
            <p:nvPr/>
          </p:nvGrpSpPr>
          <p:grpSpPr>
            <a:xfrm>
              <a:off x="6459745" y="2018306"/>
              <a:ext cx="1114393" cy="1495634"/>
              <a:chOff x="6063954" y="1259012"/>
              <a:chExt cx="2361459" cy="3169328"/>
            </a:xfrm>
          </p:grpSpPr>
          <p:sp>
            <p:nvSpPr>
              <p:cNvPr id="216" name="Rectangle 215">
                <a:extLst>
                  <a:ext uri="{FF2B5EF4-FFF2-40B4-BE49-F238E27FC236}">
                    <a16:creationId xmlns:a16="http://schemas.microsoft.com/office/drawing/2014/main" id="{B2FE7538-433A-47B3-A97F-9DA4E49BF63F}"/>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7" name="Rectangle 216">
                <a:extLst>
                  <a:ext uri="{FF2B5EF4-FFF2-40B4-BE49-F238E27FC236}">
                    <a16:creationId xmlns:a16="http://schemas.microsoft.com/office/drawing/2014/main" id="{490BF97D-F9A2-4DD5-A0F6-C2321A7D591D}"/>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5" name="ZoneTexte 214">
              <a:extLst>
                <a:ext uri="{FF2B5EF4-FFF2-40B4-BE49-F238E27FC236}">
                  <a16:creationId xmlns:a16="http://schemas.microsoft.com/office/drawing/2014/main" id="{B17C0FC1-F034-463F-9D18-677FF051BE99}"/>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8" name="Groupe 217">
            <a:extLst>
              <a:ext uri="{FF2B5EF4-FFF2-40B4-BE49-F238E27FC236}">
                <a16:creationId xmlns:a16="http://schemas.microsoft.com/office/drawing/2014/main" id="{9CF3CB51-F381-4AE5-BE6D-00C04CA55D1E}"/>
              </a:ext>
            </a:extLst>
          </p:cNvPr>
          <p:cNvGrpSpPr/>
          <p:nvPr/>
        </p:nvGrpSpPr>
        <p:grpSpPr>
          <a:xfrm>
            <a:off x="5048730" y="3553527"/>
            <a:ext cx="786758" cy="1055912"/>
            <a:chOff x="6459745" y="2018306"/>
            <a:chExt cx="1114393" cy="1495634"/>
          </a:xfrm>
        </p:grpSpPr>
        <p:grpSp>
          <p:nvGrpSpPr>
            <p:cNvPr id="219" name="Groupe 218">
              <a:extLst>
                <a:ext uri="{FF2B5EF4-FFF2-40B4-BE49-F238E27FC236}">
                  <a16:creationId xmlns:a16="http://schemas.microsoft.com/office/drawing/2014/main" id="{2EC59909-5D2D-4CC6-A671-D903EE67940E}"/>
                </a:ext>
              </a:extLst>
            </p:cNvPr>
            <p:cNvGrpSpPr/>
            <p:nvPr/>
          </p:nvGrpSpPr>
          <p:grpSpPr>
            <a:xfrm>
              <a:off x="6459745" y="2018306"/>
              <a:ext cx="1114393" cy="1495634"/>
              <a:chOff x="6063954" y="1259012"/>
              <a:chExt cx="2361459" cy="3169328"/>
            </a:xfrm>
          </p:grpSpPr>
          <p:sp>
            <p:nvSpPr>
              <p:cNvPr id="221" name="Rectangle 220">
                <a:extLst>
                  <a:ext uri="{FF2B5EF4-FFF2-40B4-BE49-F238E27FC236}">
                    <a16:creationId xmlns:a16="http://schemas.microsoft.com/office/drawing/2014/main" id="{D88879D7-D261-48CE-A09B-6F1122642C3A}"/>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2" name="Rectangle 221">
                <a:extLst>
                  <a:ext uri="{FF2B5EF4-FFF2-40B4-BE49-F238E27FC236}">
                    <a16:creationId xmlns:a16="http://schemas.microsoft.com/office/drawing/2014/main" id="{CD709C4D-B985-49D7-B9AB-74F3565459B5}"/>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0" name="ZoneTexte 219">
              <a:extLst>
                <a:ext uri="{FF2B5EF4-FFF2-40B4-BE49-F238E27FC236}">
                  <a16:creationId xmlns:a16="http://schemas.microsoft.com/office/drawing/2014/main" id="{9CA75CDD-6D81-4D2E-AE04-24A12480A4F3}"/>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23" name="Groupe 222">
            <a:extLst>
              <a:ext uri="{FF2B5EF4-FFF2-40B4-BE49-F238E27FC236}">
                <a16:creationId xmlns:a16="http://schemas.microsoft.com/office/drawing/2014/main" id="{7A4BE73A-BE38-43C3-A4F6-640B5F2DF79B}"/>
              </a:ext>
            </a:extLst>
          </p:cNvPr>
          <p:cNvGrpSpPr/>
          <p:nvPr/>
        </p:nvGrpSpPr>
        <p:grpSpPr>
          <a:xfrm>
            <a:off x="5092474" y="3605981"/>
            <a:ext cx="786758" cy="1055912"/>
            <a:chOff x="6459745" y="2018306"/>
            <a:chExt cx="1114393" cy="1495634"/>
          </a:xfrm>
        </p:grpSpPr>
        <p:grpSp>
          <p:nvGrpSpPr>
            <p:cNvPr id="224" name="Groupe 223">
              <a:extLst>
                <a:ext uri="{FF2B5EF4-FFF2-40B4-BE49-F238E27FC236}">
                  <a16:creationId xmlns:a16="http://schemas.microsoft.com/office/drawing/2014/main" id="{77005A4E-356E-4010-8F65-802E1F60B9E7}"/>
                </a:ext>
              </a:extLst>
            </p:cNvPr>
            <p:cNvGrpSpPr/>
            <p:nvPr/>
          </p:nvGrpSpPr>
          <p:grpSpPr>
            <a:xfrm>
              <a:off x="6459745" y="2018306"/>
              <a:ext cx="1114393" cy="1495634"/>
              <a:chOff x="6063954" y="1259012"/>
              <a:chExt cx="2361459" cy="3169328"/>
            </a:xfrm>
          </p:grpSpPr>
          <p:sp>
            <p:nvSpPr>
              <p:cNvPr id="226" name="Rectangle 225">
                <a:extLst>
                  <a:ext uri="{FF2B5EF4-FFF2-40B4-BE49-F238E27FC236}">
                    <a16:creationId xmlns:a16="http://schemas.microsoft.com/office/drawing/2014/main" id="{7E5EB80C-A6CB-41C0-9F31-BF2DB1C027C8}"/>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7" name="Rectangle 226">
                <a:extLst>
                  <a:ext uri="{FF2B5EF4-FFF2-40B4-BE49-F238E27FC236}">
                    <a16:creationId xmlns:a16="http://schemas.microsoft.com/office/drawing/2014/main" id="{77946769-E7C8-48A9-B65B-0E2AD5AAC707}"/>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5" name="ZoneTexte 224">
              <a:extLst>
                <a:ext uri="{FF2B5EF4-FFF2-40B4-BE49-F238E27FC236}">
                  <a16:creationId xmlns:a16="http://schemas.microsoft.com/office/drawing/2014/main" id="{7F0F4394-1544-4A5F-8D2A-2823B9D7CF61}"/>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spTree>
    <p:extLst>
      <p:ext uri="{BB962C8B-B14F-4D97-AF65-F5344CB8AC3E}">
        <p14:creationId xmlns:p14="http://schemas.microsoft.com/office/powerpoint/2010/main" val="231222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fr-FR" b="1" dirty="0"/>
              <a:t>GRILLE DE SCORE</a:t>
            </a:r>
            <a:br>
              <a:rPr lang="fr-FR" b="1" dirty="0"/>
            </a:br>
            <a:r>
              <a:rPr lang="fr-FR" b="1" dirty="0"/>
              <a:t>Renseignez les points dans les cases</a:t>
            </a:r>
          </a:p>
        </p:txBody>
      </p:sp>
      <p:graphicFrame>
        <p:nvGraphicFramePr>
          <p:cNvPr id="3" name="Tableau 3">
            <a:extLst>
              <a:ext uri="{FF2B5EF4-FFF2-40B4-BE49-F238E27FC236}">
                <a16:creationId xmlns:a16="http://schemas.microsoft.com/office/drawing/2014/main" id="{59466F71-427F-42F8-9EDA-9B2799957984}"/>
              </a:ext>
            </a:extLst>
          </p:cNvPr>
          <p:cNvGraphicFramePr>
            <a:graphicFrameLocks noGrp="1"/>
          </p:cNvGraphicFramePr>
          <p:nvPr>
            <p:extLst>
              <p:ext uri="{D42A27DB-BD31-4B8C-83A1-F6EECF244321}">
                <p14:modId xmlns:p14="http://schemas.microsoft.com/office/powerpoint/2010/main" val="3862263764"/>
              </p:ext>
            </p:extLst>
          </p:nvPr>
        </p:nvGraphicFramePr>
        <p:xfrm>
          <a:off x="204185" y="1690688"/>
          <a:ext cx="11869440" cy="4878783"/>
        </p:xfrm>
        <a:graphic>
          <a:graphicData uri="http://schemas.openxmlformats.org/drawingml/2006/table">
            <a:tbl>
              <a:tblPr firstRow="1" firstCol="1" lastRow="1" bandRow="1">
                <a:tableStyleId>{5C22544A-7EE6-4342-B048-85BDC9FD1C3A}</a:tableStyleId>
              </a:tblPr>
              <a:tblGrid>
                <a:gridCol w="1079040">
                  <a:extLst>
                    <a:ext uri="{9D8B030D-6E8A-4147-A177-3AD203B41FA5}">
                      <a16:colId xmlns:a16="http://schemas.microsoft.com/office/drawing/2014/main" val="3169602503"/>
                    </a:ext>
                  </a:extLst>
                </a:gridCol>
                <a:gridCol w="1079040">
                  <a:extLst>
                    <a:ext uri="{9D8B030D-6E8A-4147-A177-3AD203B41FA5}">
                      <a16:colId xmlns:a16="http://schemas.microsoft.com/office/drawing/2014/main" val="4289770715"/>
                    </a:ext>
                  </a:extLst>
                </a:gridCol>
                <a:gridCol w="1079040">
                  <a:extLst>
                    <a:ext uri="{9D8B030D-6E8A-4147-A177-3AD203B41FA5}">
                      <a16:colId xmlns:a16="http://schemas.microsoft.com/office/drawing/2014/main" val="2466040237"/>
                    </a:ext>
                  </a:extLst>
                </a:gridCol>
                <a:gridCol w="1079040">
                  <a:extLst>
                    <a:ext uri="{9D8B030D-6E8A-4147-A177-3AD203B41FA5}">
                      <a16:colId xmlns:a16="http://schemas.microsoft.com/office/drawing/2014/main" val="1100866873"/>
                    </a:ext>
                  </a:extLst>
                </a:gridCol>
                <a:gridCol w="1079040">
                  <a:extLst>
                    <a:ext uri="{9D8B030D-6E8A-4147-A177-3AD203B41FA5}">
                      <a16:colId xmlns:a16="http://schemas.microsoft.com/office/drawing/2014/main" val="4092072704"/>
                    </a:ext>
                  </a:extLst>
                </a:gridCol>
                <a:gridCol w="1079040">
                  <a:extLst>
                    <a:ext uri="{9D8B030D-6E8A-4147-A177-3AD203B41FA5}">
                      <a16:colId xmlns:a16="http://schemas.microsoft.com/office/drawing/2014/main" val="2723461478"/>
                    </a:ext>
                  </a:extLst>
                </a:gridCol>
                <a:gridCol w="1079040">
                  <a:extLst>
                    <a:ext uri="{9D8B030D-6E8A-4147-A177-3AD203B41FA5}">
                      <a16:colId xmlns:a16="http://schemas.microsoft.com/office/drawing/2014/main" val="3564291959"/>
                    </a:ext>
                  </a:extLst>
                </a:gridCol>
                <a:gridCol w="1079040">
                  <a:extLst>
                    <a:ext uri="{9D8B030D-6E8A-4147-A177-3AD203B41FA5}">
                      <a16:colId xmlns:a16="http://schemas.microsoft.com/office/drawing/2014/main" val="1953514274"/>
                    </a:ext>
                  </a:extLst>
                </a:gridCol>
                <a:gridCol w="1079040">
                  <a:extLst>
                    <a:ext uri="{9D8B030D-6E8A-4147-A177-3AD203B41FA5}">
                      <a16:colId xmlns:a16="http://schemas.microsoft.com/office/drawing/2014/main" val="2317504147"/>
                    </a:ext>
                  </a:extLst>
                </a:gridCol>
                <a:gridCol w="1079040">
                  <a:extLst>
                    <a:ext uri="{9D8B030D-6E8A-4147-A177-3AD203B41FA5}">
                      <a16:colId xmlns:a16="http://schemas.microsoft.com/office/drawing/2014/main" val="2995311112"/>
                    </a:ext>
                  </a:extLst>
                </a:gridCol>
                <a:gridCol w="1079040">
                  <a:extLst>
                    <a:ext uri="{9D8B030D-6E8A-4147-A177-3AD203B41FA5}">
                      <a16:colId xmlns:a16="http://schemas.microsoft.com/office/drawing/2014/main" val="4261541372"/>
                    </a:ext>
                  </a:extLst>
                </a:gridCol>
              </a:tblGrid>
              <a:tr h="1758561">
                <a:tc>
                  <a:txBody>
                    <a:bodyPr/>
                    <a:lstStyle/>
                    <a:p>
                      <a:r>
                        <a:rPr lang="fr-FR" noProof="0" dirty="0"/>
                        <a:t>Ecrire ici le nom du joueur</a:t>
                      </a:r>
                    </a:p>
                    <a:p>
                      <a:r>
                        <a:rPr lang="fr-FR" noProof="0" dirty="0">
                          <a:sym typeface="Wingdings" panose="05000000000000000000" pitchFamily="2" charset="2"/>
                        </a:rPr>
                        <a:t></a:t>
                      </a:r>
                      <a:endParaRPr lang="fr-FR" noProof="0" dirty="0"/>
                    </a:p>
                  </a:txBody>
                  <a:tcPr/>
                </a:tc>
                <a:tc>
                  <a:txBody>
                    <a:bodyPr/>
                    <a:lstStyle/>
                    <a:p>
                      <a:pPr algn="ctr"/>
                      <a:r>
                        <a:rPr lang="fr-FR" noProof="0" dirty="0">
                          <a:solidFill>
                            <a:schemeClr val="bg1"/>
                          </a:solidFill>
                        </a:rPr>
                        <a:t>……..</a:t>
                      </a:r>
                      <a:endParaRPr lang="fr-FR" noProof="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extLst>
                  <a:ext uri="{0D108BD9-81ED-4DB2-BD59-A6C34878D82A}">
                    <a16:rowId xmlns:a16="http://schemas.microsoft.com/office/drawing/2014/main" val="669568592"/>
                  </a:ext>
                </a:extLst>
              </a:tr>
              <a:tr h="445746">
                <a:tc>
                  <a:txBody>
                    <a:bodyPr/>
                    <a:lstStyle/>
                    <a:p>
                      <a:r>
                        <a:rPr lang="fr-FR" noProof="0" dirty="0"/>
                        <a:t>Crise 1</a:t>
                      </a:r>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19557992"/>
                  </a:ext>
                </a:extLst>
              </a:tr>
              <a:tr h="445746">
                <a:tc>
                  <a:txBody>
                    <a:bodyPr/>
                    <a:lstStyle/>
                    <a:p>
                      <a:r>
                        <a:rPr lang="fr-FR" noProof="0" dirty="0"/>
                        <a:t>Crise 2</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extLst>
                  <a:ext uri="{0D108BD9-81ED-4DB2-BD59-A6C34878D82A}">
                    <a16:rowId xmlns:a16="http://schemas.microsoft.com/office/drawing/2014/main" val="797317368"/>
                  </a:ext>
                </a:extLst>
              </a:tr>
              <a:tr h="445746">
                <a:tc>
                  <a:txBody>
                    <a:bodyPr/>
                    <a:lstStyle/>
                    <a:p>
                      <a:r>
                        <a:rPr lang="fr-FR" noProof="0" dirty="0"/>
                        <a:t>Crise 3</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extLst>
                  <a:ext uri="{0D108BD9-81ED-4DB2-BD59-A6C34878D82A}">
                    <a16:rowId xmlns:a16="http://schemas.microsoft.com/office/drawing/2014/main" val="3684247895"/>
                  </a:ext>
                </a:extLst>
              </a:tr>
              <a:tr h="445746">
                <a:tc>
                  <a:txBody>
                    <a:bodyPr/>
                    <a:lstStyle/>
                    <a:p>
                      <a:r>
                        <a:rPr lang="fr-FR" noProof="0" dirty="0"/>
                        <a:t>Crise 4</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8427999"/>
                  </a:ext>
                </a:extLst>
              </a:tr>
              <a:tr h="445746">
                <a:tc>
                  <a:txBody>
                    <a:bodyPr/>
                    <a:lstStyle/>
                    <a:p>
                      <a:r>
                        <a:rPr lang="fr-FR" noProof="0" dirty="0"/>
                        <a:t>Crise 5</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32680261"/>
                  </a:ext>
                </a:extLst>
              </a:tr>
              <a:tr h="445746">
                <a:tc>
                  <a:txBody>
                    <a:bodyPr/>
                    <a:lstStyle/>
                    <a:p>
                      <a:r>
                        <a:rPr lang="fr-FR" noProof="0" dirty="0"/>
                        <a:t>Crise 6</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455446388"/>
                  </a:ext>
                </a:extLst>
              </a:tr>
              <a:tr h="445746">
                <a:tc>
                  <a:txBody>
                    <a:bodyPr/>
                    <a:lstStyle/>
                    <a:p>
                      <a:r>
                        <a:rPr lang="fr-FR" noProof="0" dirty="0"/>
                        <a:t>Total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noProof="0" dirty="0">
                          <a:solidFill>
                            <a:schemeClr val="bg1"/>
                          </a:solidFill>
                        </a:rPr>
                        <a:t>……..</a:t>
                      </a:r>
                      <a:r>
                        <a:rPr lang="fr-FR" sz="1800" b="1" dirty="0">
                          <a:solidFill>
                            <a:schemeClr val="bg1"/>
                          </a:solidFill>
                        </a:rPr>
                        <a:t> 🔥</a:t>
                      </a:r>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extLst>
                  <a:ext uri="{0D108BD9-81ED-4DB2-BD59-A6C34878D82A}">
                    <a16:rowId xmlns:a16="http://schemas.microsoft.com/office/drawing/2014/main" val="2346143208"/>
                  </a:ext>
                </a:extLst>
              </a:tr>
            </a:tbl>
          </a:graphicData>
        </a:graphic>
      </p:graphicFrame>
    </p:spTree>
    <p:extLst>
      <p:ext uri="{BB962C8B-B14F-4D97-AF65-F5344CB8AC3E}">
        <p14:creationId xmlns:p14="http://schemas.microsoft.com/office/powerpoint/2010/main" val="321107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Détail: Déroulement de </a:t>
            </a:r>
            <a:r>
              <a:rPr lang="fr-FR" sz="4400" b="0" dirty="0"/>
              <a:t>💪ROBUSTEAM</a:t>
            </a:r>
            <a:endParaRPr lang="fr-FR" dirty="0"/>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788252046"/>
              </p:ext>
            </p:extLst>
          </p:nvPr>
        </p:nvGraphicFramePr>
        <p:xfrm>
          <a:off x="217646" y="1603540"/>
          <a:ext cx="10421855" cy="5204460"/>
        </p:xfrm>
        <a:graphic>
          <a:graphicData uri="http://schemas.openxmlformats.org/drawingml/2006/table">
            <a:tbl>
              <a:tblPr firstRow="1" bandRow="1">
                <a:tableStyleId>{5C22544A-7EE6-4342-B048-85BDC9FD1C3A}</a:tableStyleId>
              </a:tblPr>
              <a:tblGrid>
                <a:gridCol w="1531255">
                  <a:extLst>
                    <a:ext uri="{9D8B030D-6E8A-4147-A177-3AD203B41FA5}">
                      <a16:colId xmlns:a16="http://schemas.microsoft.com/office/drawing/2014/main" val="1302591909"/>
                    </a:ext>
                  </a:extLst>
                </a:gridCol>
                <a:gridCol w="2672179">
                  <a:extLst>
                    <a:ext uri="{9D8B030D-6E8A-4147-A177-3AD203B41FA5}">
                      <a16:colId xmlns:a16="http://schemas.microsoft.com/office/drawing/2014/main" val="1572267126"/>
                    </a:ext>
                  </a:extLst>
                </a:gridCol>
                <a:gridCol w="4500978">
                  <a:extLst>
                    <a:ext uri="{9D8B030D-6E8A-4147-A177-3AD203B41FA5}">
                      <a16:colId xmlns:a16="http://schemas.microsoft.com/office/drawing/2014/main" val="455740196"/>
                    </a:ext>
                  </a:extLst>
                </a:gridCol>
                <a:gridCol w="1717443">
                  <a:extLst>
                    <a:ext uri="{9D8B030D-6E8A-4147-A177-3AD203B41FA5}">
                      <a16:colId xmlns:a16="http://schemas.microsoft.com/office/drawing/2014/main" val="4222483745"/>
                    </a:ext>
                  </a:extLst>
                </a:gridCol>
              </a:tblGrid>
              <a:tr h="473011">
                <a:tc>
                  <a:txBody>
                    <a:bodyPr/>
                    <a:lstStyle/>
                    <a:p>
                      <a:pPr algn="ctr"/>
                      <a:r>
                        <a:rPr lang="fr-FR" sz="1400" dirty="0"/>
                        <a:t>Ouverture : </a:t>
                      </a:r>
                    </a:p>
                    <a:p>
                      <a:pPr algn="ctr"/>
                      <a:r>
                        <a:rPr lang="fr-FR" sz="1400" dirty="0"/>
                        <a:t>Accueil, Intro, Icebreaker, …</a:t>
                      </a:r>
                    </a:p>
                    <a:p>
                      <a:pPr algn="ctr"/>
                      <a:r>
                        <a:rPr lang="fr-FR" sz="1400" dirty="0"/>
                        <a:t>5 min</a:t>
                      </a:r>
                    </a:p>
                  </a:txBody>
                  <a:tcPr/>
                </a:tc>
                <a:tc gridSpan="2">
                  <a:txBody>
                    <a:bodyPr/>
                    <a:lstStyle/>
                    <a:p>
                      <a:pPr algn="ctr"/>
                      <a:r>
                        <a:rPr lang="fr-FR" sz="1400" dirty="0"/>
                        <a:t>Déroulement</a:t>
                      </a:r>
                    </a:p>
                    <a:p>
                      <a:pPr algn="ctr"/>
                      <a:r>
                        <a:rPr lang="fr-FR" sz="1400" dirty="0"/>
                        <a:t>Règles du jeu, Narratif</a:t>
                      </a:r>
                    </a:p>
                    <a:p>
                      <a:pPr algn="ctr"/>
                      <a:r>
                        <a:rPr lang="fr-FR" sz="1400" dirty="0"/>
                        <a:t>(45 min)</a:t>
                      </a:r>
                    </a:p>
                  </a:txBody>
                  <a:tcPr/>
                </a:tc>
                <a:tc hMerge="1">
                  <a:txBody>
                    <a:bodyPr/>
                    <a:lstStyle/>
                    <a:p>
                      <a:pPr algn="ctr"/>
                      <a:endParaRPr lang="fr-FR" sz="1400" dirty="0"/>
                    </a:p>
                  </a:txBody>
                  <a:tcPr/>
                </a:tc>
                <a:tc>
                  <a:txBody>
                    <a:bodyPr/>
                    <a:lstStyle/>
                    <a:p>
                      <a:pPr algn="ctr"/>
                      <a:r>
                        <a:rPr lang="fr-FR" sz="1400" dirty="0"/>
                        <a:t>Clôture :</a:t>
                      </a:r>
                    </a:p>
                    <a:p>
                      <a:pPr algn="ctr"/>
                      <a:r>
                        <a:rPr lang="fr-FR" sz="1400" dirty="0"/>
                        <a:t>Debriefing, Remerciements, …</a:t>
                      </a:r>
                    </a:p>
                    <a:p>
                      <a:pPr algn="ctr"/>
                      <a:r>
                        <a:rPr lang="fr-FR" sz="1400" dirty="0"/>
                        <a:t>(10 min)</a:t>
                      </a:r>
                    </a:p>
                  </a:txBody>
                  <a:tcPr/>
                </a:tc>
                <a:extLst>
                  <a:ext uri="{0D108BD9-81ED-4DB2-BD59-A6C34878D82A}">
                    <a16:rowId xmlns:a16="http://schemas.microsoft.com/office/drawing/2014/main" val="1724558119"/>
                  </a:ext>
                </a:extLst>
              </a:tr>
              <a:tr h="3521451">
                <a:tc>
                  <a:txBody>
                    <a:bodyPr/>
                    <a:lstStyle/>
                    <a:p>
                      <a:r>
                        <a:rPr lang="fr-FR" sz="1100" b="1" dirty="0"/>
                        <a:t>Introduction du jeu </a:t>
                      </a:r>
                    </a:p>
                    <a:p>
                      <a:endParaRPr lang="fr-FR" sz="1100" b="1" dirty="0"/>
                    </a:p>
                    <a:p>
                      <a:r>
                        <a:rPr lang="fr-FR" sz="1100" dirty="0"/>
                        <a:t>Présentation des objectifs pédagogiques</a:t>
                      </a:r>
                    </a:p>
                    <a:p>
                      <a:endParaRPr lang="fr-FR" sz="1100" dirty="0"/>
                    </a:p>
                    <a:p>
                      <a:r>
                        <a:rPr lang="fr-FR" sz="1100" dirty="0"/>
                        <a:t>Présentation du concept de Créativité Opérationnelle</a:t>
                      </a:r>
                    </a:p>
                  </a:txBody>
                  <a:tcPr>
                    <a:solidFill>
                      <a:schemeClr val="bg1">
                        <a:lumMod val="95000"/>
                      </a:schemeClr>
                    </a:solidFill>
                  </a:tcPr>
                </a:tc>
                <a:tc>
                  <a:txBody>
                    <a:bodyPr/>
                    <a:lstStyle/>
                    <a:p>
                      <a:pPr algn="ctr"/>
                      <a:r>
                        <a:rPr lang="fr-FR" sz="1100" b="1" dirty="0"/>
                        <a:t>Préparation de jeu </a:t>
                      </a:r>
                      <a:r>
                        <a:rPr lang="fr-FR" sz="1100" dirty="0"/>
                        <a:t>(5 min)</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050" dirty="0"/>
                        <a:t>Les joueurs créent sur des cartes « </a:t>
                      </a:r>
                      <a:r>
                        <a:rPr lang="fr-FR" sz="1050" b="1" dirty="0">
                          <a:solidFill>
                            <a:schemeClr val="accent2"/>
                          </a:solidFill>
                        </a:rPr>
                        <a:t>MEMBRES</a:t>
                      </a:r>
                      <a:r>
                        <a:rPr lang="fr-FR" sz="1050" dirty="0"/>
                        <a:t> » qui correspondent aux membres de l’équipe. 1 carte = 1 prénom joueur. Vous pouvez utiliser des post-</a:t>
                      </a:r>
                      <a:r>
                        <a:rPr lang="fr-FR" sz="1050" dirty="0" err="1"/>
                        <a:t>its</a:t>
                      </a:r>
                      <a:r>
                        <a:rPr lang="fr-FR" sz="1050" dirty="0"/>
                        <a:t> ou bien des cartes vides prêtes. </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endParaRPr lang="fr-FR" sz="1050" dirty="0"/>
                    </a:p>
                    <a:p>
                      <a:pPr marL="285750" indent="-285750">
                        <a:buFont typeface="+mj-lt"/>
                        <a:buAutoNum type="arabicPeriod"/>
                      </a:pPr>
                      <a:r>
                        <a:rPr lang="fr-FR" sz="1050" dirty="0"/>
                        <a:t>Les joueurs créent sur des post-</a:t>
                      </a:r>
                      <a:r>
                        <a:rPr lang="fr-FR" sz="1050" dirty="0" err="1"/>
                        <a:t>its</a:t>
                      </a:r>
                      <a:r>
                        <a:rPr lang="fr-FR" sz="1050" dirty="0"/>
                        <a:t> des cartes « </a:t>
                      </a:r>
                      <a:r>
                        <a:rPr lang="fr-FR" sz="1050" b="1" dirty="0"/>
                        <a:t>PARTIES PRENANTES</a:t>
                      </a:r>
                      <a:r>
                        <a:rPr lang="fr-FR" sz="1050" dirty="0"/>
                        <a:t> » qui correspondent aux personnes avec qui l’équipe a l’habitude de travailler (fournisseurs, clients, partenaires, autres équipes, …). 1 carte = 1 personne. </a:t>
                      </a:r>
                    </a:p>
                    <a:p>
                      <a:pPr marL="285750" indent="-285750">
                        <a:buFont typeface="+mj-lt"/>
                        <a:buAutoNum type="arabicPeriod"/>
                      </a:pPr>
                      <a:endParaRPr lang="fr-FR" sz="1050" dirty="0"/>
                    </a:p>
                    <a:p>
                      <a:pPr marL="285750" indent="-285750">
                        <a:buFont typeface="+mj-lt"/>
                        <a:buAutoNum type="arabicPeriod"/>
                      </a:pPr>
                      <a:r>
                        <a:rPr lang="fr-FR" sz="1050" dirty="0"/>
                        <a:t>Faites un paquet de cartes </a:t>
                      </a:r>
                      <a:r>
                        <a:rPr lang="fr-FR" sz="1050" b="1" dirty="0">
                          <a:solidFill>
                            <a:schemeClr val="accent1"/>
                          </a:solidFill>
                        </a:rPr>
                        <a:t>RÔLES</a:t>
                      </a:r>
                      <a:r>
                        <a:rPr lang="fr-FR" sz="1050" dirty="0"/>
                        <a:t> (autant que de joueurs), en ayant autant de rôles ⚖️</a:t>
                      </a:r>
                      <a:r>
                        <a:rPr lang="fr-FR" sz="1050" b="1" dirty="0">
                          <a:solidFill>
                            <a:schemeClr val="accent1"/>
                          </a:solidFill>
                        </a:rPr>
                        <a:t>DESTIN</a:t>
                      </a:r>
                      <a:r>
                        <a:rPr lang="fr-FR" sz="1050" dirty="0"/>
                        <a:t> que de rôles 💪</a:t>
                      </a:r>
                      <a:r>
                        <a:rPr lang="fr-FR" sz="1050" b="1" dirty="0">
                          <a:solidFill>
                            <a:schemeClr val="accent1"/>
                          </a:solidFill>
                        </a:rPr>
                        <a:t>ROBUSTEAM</a:t>
                      </a:r>
                      <a:r>
                        <a:rPr lang="fr-FR" sz="1050" dirty="0"/>
                        <a:t>. Si le nombre de joueurs est impair, utilisez une carte ⚖️</a:t>
                      </a:r>
                      <a:r>
                        <a:rPr lang="fr-FR" sz="1050" b="1" dirty="0">
                          <a:solidFill>
                            <a:schemeClr val="accent1"/>
                          </a:solidFill>
                        </a:rPr>
                        <a:t>DESTIN </a:t>
                      </a:r>
                      <a:r>
                        <a:rPr lang="fr-FR" sz="1050" b="0" dirty="0">
                          <a:solidFill>
                            <a:schemeClr val="tx1"/>
                          </a:solidFill>
                        </a:rPr>
                        <a:t>pour compléter. </a:t>
                      </a:r>
                      <a:endParaRPr lang="fr-FR" sz="1050" b="1" dirty="0">
                        <a:solidFill>
                          <a:schemeClr val="accent1"/>
                        </a:solidFill>
                      </a:endParaRPr>
                    </a:p>
                  </a:txBody>
                  <a:tcPr>
                    <a:solidFill>
                      <a:schemeClr val="bg1">
                        <a:lumMod val="95000"/>
                      </a:schemeClr>
                    </a:solidFill>
                  </a:tcPr>
                </a:tc>
                <a:tc>
                  <a:txBody>
                    <a:bodyPr/>
                    <a:lstStyle/>
                    <a:p>
                      <a:pPr algn="ctr"/>
                      <a:r>
                        <a:rPr lang="fr-FR" sz="1100" b="1" dirty="0"/>
                        <a:t>Déroulement d’un tour (10 min)</a:t>
                      </a:r>
                    </a:p>
                    <a:p>
                      <a:pPr marL="228600" indent="-228600">
                        <a:buFont typeface="+mj-lt"/>
                        <a:buAutoNum type="arabicPeriod"/>
                      </a:pPr>
                      <a:r>
                        <a:rPr lang="fr-FR" sz="1050" b="1" dirty="0"/>
                        <a:t>Distribution des rôles : </a:t>
                      </a:r>
                      <a:r>
                        <a:rPr lang="fr-FR" sz="1050" dirty="0"/>
                        <a:t>Les cartes </a:t>
                      </a:r>
                      <a:r>
                        <a:rPr lang="fr-FR" sz="1050" b="1" dirty="0">
                          <a:solidFill>
                            <a:srgbClr val="0683AA"/>
                          </a:solidFill>
                        </a:rPr>
                        <a:t>RÔLES</a:t>
                      </a:r>
                      <a:r>
                        <a:rPr lang="fr-FR" sz="1050" dirty="0"/>
                        <a:t> sont mélangées et posées sur une pile face cachée. De même, faites une pile </a:t>
                      </a:r>
                      <a:r>
                        <a:rPr lang="fr-FR" sz="1050" b="1" dirty="0">
                          <a:solidFill>
                            <a:srgbClr val="ED7D31"/>
                          </a:solidFill>
                        </a:rPr>
                        <a:t>MEMBRES</a:t>
                      </a:r>
                      <a:r>
                        <a:rPr lang="fr-FR" sz="1050" dirty="0"/>
                        <a:t> et une pile </a:t>
                      </a:r>
                      <a:r>
                        <a:rPr lang="fr-FR" sz="1050" b="1" dirty="0"/>
                        <a:t>PARTIES PRENANTES</a:t>
                      </a:r>
                      <a:r>
                        <a:rPr lang="fr-FR" sz="1050" dirty="0"/>
                        <a:t> (mélangées face cachée). Chaque joueur pioche une carte </a:t>
                      </a:r>
                      <a:r>
                        <a:rPr lang="fr-FR" sz="1050" b="1" dirty="0">
                          <a:solidFill>
                            <a:srgbClr val="0683AA"/>
                          </a:solidFill>
                        </a:rPr>
                        <a:t>RÔLES</a:t>
                      </a:r>
                      <a:r>
                        <a:rPr lang="fr-FR" sz="1050" dirty="0"/>
                        <a:t> et fait donc ou bien partie de 💪</a:t>
                      </a:r>
                      <a:r>
                        <a:rPr lang="fr-FR" sz="1050" b="1" dirty="0">
                          <a:solidFill>
                            <a:srgbClr val="0683AA"/>
                          </a:solidFill>
                        </a:rPr>
                        <a:t>ROBUSTEAM</a:t>
                      </a:r>
                      <a:r>
                        <a:rPr lang="fr-FR" sz="1050" dirty="0"/>
                        <a:t> ou de ⚖️</a:t>
                      </a:r>
                      <a:r>
                        <a:rPr lang="fr-FR" sz="1050" b="1" dirty="0">
                          <a:solidFill>
                            <a:srgbClr val="0683AA"/>
                          </a:solidFill>
                        </a:rPr>
                        <a:t>DESTIN</a:t>
                      </a:r>
                      <a:r>
                        <a:rPr lang="fr-FR" sz="1050" dirty="0"/>
                        <a:t>. </a:t>
                      </a:r>
                    </a:p>
                    <a:p>
                      <a:pPr marL="228600" indent="-228600">
                        <a:buFont typeface="+mj-lt"/>
                        <a:buAutoNum type="arabicPeriod"/>
                      </a:pPr>
                      <a:endParaRPr lang="fr-FR" sz="1050" dirty="0"/>
                    </a:p>
                    <a:p>
                      <a:pPr marL="228600" indent="-228600">
                        <a:buFont typeface="+mj-lt"/>
                        <a:buAutoNum type="arabicPeriod"/>
                      </a:pPr>
                      <a:r>
                        <a:rPr lang="fr-FR" sz="1050" b="1" dirty="0"/>
                        <a:t>Découverte de la crise :</a:t>
                      </a:r>
                      <a:r>
                        <a:rPr lang="fr-FR" sz="1050" dirty="0"/>
                        <a:t> Les joueurs de ⚖️</a:t>
                      </a:r>
                      <a:r>
                        <a:rPr lang="fr-FR" sz="1050" b="1" dirty="0">
                          <a:solidFill>
                            <a:srgbClr val="0683AA"/>
                          </a:solidFill>
                        </a:rPr>
                        <a:t>DESTIN</a:t>
                      </a:r>
                      <a:r>
                        <a:rPr lang="fr-FR" sz="1050" dirty="0"/>
                        <a:t> piochent au hasard une carte 🔥</a:t>
                      </a:r>
                      <a:r>
                        <a:rPr lang="fr-FR" sz="1050" b="1" dirty="0">
                          <a:solidFill>
                            <a:srgbClr val="FF0000"/>
                          </a:solidFill>
                        </a:rPr>
                        <a:t>CRISE🔥</a:t>
                      </a:r>
                      <a:r>
                        <a:rPr lang="fr-FR" sz="1050" dirty="0"/>
                        <a:t>. Si la carte crise  requiert des cartes </a:t>
                      </a:r>
                      <a:r>
                        <a:rPr lang="fr-FR" sz="1050" b="1" dirty="0">
                          <a:solidFill>
                            <a:srgbClr val="ED7D31"/>
                          </a:solidFill>
                        </a:rPr>
                        <a:t>MEMBRES</a:t>
                      </a:r>
                      <a:r>
                        <a:rPr lang="fr-FR" sz="1050" dirty="0"/>
                        <a:t> ou des cartes </a:t>
                      </a:r>
                      <a:r>
                        <a:rPr lang="fr-FR" sz="1050" b="1" dirty="0"/>
                        <a:t>PARTIES, </a:t>
                      </a:r>
                      <a:r>
                        <a:rPr lang="fr-FR" sz="1050" b="0" dirty="0"/>
                        <a:t>choisissez</a:t>
                      </a:r>
                      <a:r>
                        <a:rPr lang="fr-FR" sz="1050" b="1" dirty="0"/>
                        <a:t> </a:t>
                      </a:r>
                      <a:r>
                        <a:rPr lang="fr-FR" sz="1050" b="0" dirty="0"/>
                        <a:t>en autant que demandées. Ils exposent alors la situation de crise aux joueurs 💪</a:t>
                      </a:r>
                      <a:r>
                        <a:rPr lang="fr-FR" sz="1050" b="1" dirty="0">
                          <a:solidFill>
                            <a:srgbClr val="0683AA"/>
                          </a:solidFill>
                        </a:rPr>
                        <a:t>ROBUSTEAM</a:t>
                      </a:r>
                      <a:r>
                        <a:rPr lang="fr-FR" sz="1050" b="0" dirty="0"/>
                        <a:t>.</a:t>
                      </a:r>
                    </a:p>
                    <a:p>
                      <a:pPr marL="228600" indent="-228600">
                        <a:buFont typeface="+mj-lt"/>
                        <a:buAutoNum type="arabicPeriod"/>
                      </a:pPr>
                      <a:endParaRPr lang="fr-FR" sz="1050" b="0" dirty="0"/>
                    </a:p>
                    <a:p>
                      <a:pPr marL="228600" indent="-228600">
                        <a:buFont typeface="+mj-lt"/>
                        <a:buAutoNum type="arabicPeriod"/>
                      </a:pPr>
                      <a:r>
                        <a:rPr lang="fr-FR" sz="1050" b="1" dirty="0"/>
                        <a:t>Brainstorming</a:t>
                      </a:r>
                      <a:r>
                        <a:rPr lang="fr-FR" sz="1050" b="0" dirty="0"/>
                        <a:t> : Les joueurs 💪</a:t>
                      </a:r>
                      <a:r>
                        <a:rPr lang="fr-FR" sz="1050" b="1" kern="1200" dirty="0">
                          <a:solidFill>
                            <a:srgbClr val="0683AA"/>
                          </a:solidFill>
                          <a:latin typeface="+mn-lt"/>
                          <a:ea typeface="+mn-ea"/>
                          <a:cs typeface="+mn-cs"/>
                        </a:rPr>
                        <a:t>ROBUSTEAM</a:t>
                      </a:r>
                      <a:r>
                        <a:rPr lang="fr-FR" sz="1050" b="0" dirty="0"/>
                        <a:t> ont alors </a:t>
                      </a:r>
                      <a:r>
                        <a:rPr lang="fr-FR" sz="1050" b="0" u="sng" dirty="0"/>
                        <a:t>4 minutes maximum</a:t>
                      </a:r>
                      <a:r>
                        <a:rPr lang="fr-FR" sz="1050" b="0" dirty="0"/>
                        <a:t> pour décider ensemble d’une stratégie pour répondre à la CRISE. Ils peuvent imaginer ce qu’ils souhaitent comme interventions de l’ensemble de l’équipe réelle (même ceux qui sont ⚖️</a:t>
                      </a:r>
                      <a:r>
                        <a:rPr lang="fr-FR" sz="1050" b="1" dirty="0">
                          <a:solidFill>
                            <a:srgbClr val="0683AA"/>
                          </a:solidFill>
                        </a:rPr>
                        <a:t>DESTIN</a:t>
                      </a:r>
                      <a:r>
                        <a:rPr lang="fr-FR" sz="1050" b="0" dirty="0"/>
                        <a:t>  à ce tour). </a:t>
                      </a:r>
                      <a:r>
                        <a:rPr lang="fr-FR" sz="1050" b="0" u="sng" dirty="0"/>
                        <a:t>Pas de moyens extraordinaires pour gérer la crise, juste de la créativité</a:t>
                      </a:r>
                      <a:r>
                        <a:rPr lang="fr-FR" sz="1050" b="0" dirty="0"/>
                        <a:t>. A la fin de ces 4 minutes, ils exposent leur solution aux joueurs ⚖️</a:t>
                      </a:r>
                      <a:r>
                        <a:rPr lang="fr-FR" sz="1050" b="1" dirty="0">
                          <a:solidFill>
                            <a:srgbClr val="0683AA"/>
                          </a:solidFill>
                        </a:rPr>
                        <a:t>DESTIN</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1" dirty="0"/>
                        <a:t>Vote du destin </a:t>
                      </a:r>
                      <a:r>
                        <a:rPr lang="fr-FR" sz="1050" b="0" dirty="0"/>
                        <a:t>: Les joueurs ⚖️</a:t>
                      </a:r>
                      <a:r>
                        <a:rPr lang="fr-FR" sz="1050" b="1" dirty="0">
                          <a:solidFill>
                            <a:srgbClr val="0683AA"/>
                          </a:solidFill>
                        </a:rPr>
                        <a:t>DESTIN</a:t>
                      </a:r>
                      <a:r>
                        <a:rPr lang="fr-FR" sz="1050" b="0" dirty="0"/>
                        <a:t> votent chacun à pouce levé👍 ou pouce baissé👎 de la validité de la solution présente. Est-elle convaincante ? Ou pas assez ? Ils expliquent chacun le pourquoi de leur vote en une phrase. Si une majorité de joueurs ont un pouce levé, chaque joueur de 💪</a:t>
                      </a:r>
                      <a:r>
                        <a:rPr lang="fr-FR" sz="1050" b="1" kern="1200" dirty="0">
                          <a:solidFill>
                            <a:srgbClr val="0683AA"/>
                          </a:solidFill>
                          <a:latin typeface="+mn-lt"/>
                          <a:ea typeface="+mn-ea"/>
                          <a:cs typeface="+mn-cs"/>
                        </a:rPr>
                        <a:t>ROBUSTEAM</a:t>
                      </a:r>
                      <a:r>
                        <a:rPr lang="fr-FR" sz="1050" b="0" dirty="0"/>
                        <a:t>  marque un point par </a:t>
                      </a:r>
                      <a:r>
                        <a:rPr lang="fr-FR" sz="1050" b="1" dirty="0">
                          <a:solidFill>
                            <a:srgbClr val="FF0000"/>
                          </a:solidFill>
                        </a:rPr>
                        <a:t>🔥 </a:t>
                      </a:r>
                      <a:r>
                        <a:rPr lang="fr-FR" sz="1050" b="0" dirty="0">
                          <a:solidFill>
                            <a:schemeClr val="tx1"/>
                          </a:solidFill>
                        </a:rPr>
                        <a:t>sur la carte</a:t>
                      </a:r>
                      <a:r>
                        <a:rPr lang="fr-FR" sz="1050" b="1" dirty="0">
                          <a:solidFill>
                            <a:srgbClr val="FF0000"/>
                          </a:solidFill>
                        </a:rPr>
                        <a:t> 🔥CRISE🔥</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0" dirty="0"/>
                        <a:t>Recommencez un nouveau tour en redistribuant les rôles au hasard et avec une nouvelle crise. Faites 4 ou 5 tours max pour une partie.</a:t>
                      </a:r>
                      <a:endParaRPr lang="fr-FR" sz="1100" dirty="0"/>
                    </a:p>
                  </a:txBody>
                  <a:tcPr>
                    <a:solidFill>
                      <a:schemeClr val="bg1">
                        <a:lumMod val="95000"/>
                      </a:schemeClr>
                    </a:solidFill>
                  </a:tcPr>
                </a:tc>
                <a:tc>
                  <a:txBody>
                    <a:bodyPr/>
                    <a:lstStyle/>
                    <a:p>
                      <a:pPr algn="ctr"/>
                      <a:r>
                        <a:rPr lang="fr-FR" sz="1100" b="1" dirty="0"/>
                        <a:t>Question de Debriefing</a:t>
                      </a:r>
                    </a:p>
                    <a:p>
                      <a:pPr algn="ctr"/>
                      <a:endParaRPr lang="fr-FR" sz="1100" dirty="0"/>
                    </a:p>
                    <a:p>
                      <a:pPr marL="228600" indent="-228600" algn="l">
                        <a:buFont typeface="+mj-lt"/>
                        <a:buAutoNum type="arabicPeriod"/>
                      </a:pPr>
                      <a:r>
                        <a:rPr lang="fr-FR" sz="1100" dirty="0"/>
                        <a:t>Comment avez-vous vécu le jeu ? </a:t>
                      </a:r>
                    </a:p>
                    <a:p>
                      <a:pPr marL="228600" indent="-228600" algn="l">
                        <a:buFont typeface="+mj-lt"/>
                        <a:buAutoNum type="arabicPeriod"/>
                      </a:pPr>
                      <a:r>
                        <a:rPr lang="fr-FR" sz="1100" dirty="0"/>
                        <a:t>Qu’avez-vous appris sur vous-même ? </a:t>
                      </a:r>
                    </a:p>
                    <a:p>
                      <a:pPr marL="228600" indent="-228600" algn="l">
                        <a:buFont typeface="+mj-lt"/>
                        <a:buAutoNum type="arabicPeriod"/>
                      </a:pPr>
                      <a:r>
                        <a:rPr lang="fr-FR" sz="1100" dirty="0"/>
                        <a:t>Quelles crises vous ont paru simples ou difficiles ?</a:t>
                      </a:r>
                    </a:p>
                    <a:p>
                      <a:pPr marL="228600" indent="-228600" algn="l">
                        <a:buFont typeface="+mj-lt"/>
                        <a:buAutoNum type="arabicPeriod"/>
                      </a:pPr>
                      <a:endParaRPr lang="fr-FR" sz="1100" dirty="0"/>
                    </a:p>
                    <a:p>
                      <a:pPr algn="ctr"/>
                      <a:endParaRPr lang="fr-FR" sz="1100" dirty="0"/>
                    </a:p>
                    <a:p>
                      <a:pPr algn="ctr"/>
                      <a:endParaRPr lang="fr-FR" sz="1100" dirty="0"/>
                    </a:p>
                  </a:txBody>
                  <a:tcPr>
                    <a:solidFill>
                      <a:schemeClr val="bg1">
                        <a:lumMod val="95000"/>
                      </a:schemeClr>
                    </a:solidFill>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Font typeface="Arial" panose="020B0604020202020204" pitchFamily="34" charset="0"/>
              <a:buNone/>
            </a:pPr>
            <a:r>
              <a:rPr lang="fr-FR" sz="2000" b="1" dirty="0">
                <a:solidFill>
                  <a:srgbClr val="000000"/>
                </a:solidFill>
                <a:cs typeface="Calibri"/>
              </a:rPr>
              <a:t>1h </a:t>
            </a:r>
          </a:p>
        </p:txBody>
      </p:sp>
      <p:grpSp>
        <p:nvGrpSpPr>
          <p:cNvPr id="18" name="Groupe 17">
            <a:extLst>
              <a:ext uri="{FF2B5EF4-FFF2-40B4-BE49-F238E27FC236}">
                <a16:creationId xmlns:a16="http://schemas.microsoft.com/office/drawing/2014/main" id="{1279F920-5091-45C5-8D88-20DB6AAE903F}"/>
              </a:ext>
            </a:extLst>
          </p:cNvPr>
          <p:cNvGrpSpPr/>
          <p:nvPr/>
        </p:nvGrpSpPr>
        <p:grpSpPr>
          <a:xfrm>
            <a:off x="11042409" y="694872"/>
            <a:ext cx="1149591" cy="1016630"/>
            <a:chOff x="3239584" y="4265153"/>
            <a:chExt cx="944022" cy="834837"/>
          </a:xfrm>
        </p:grpSpPr>
        <p:grpSp>
          <p:nvGrpSpPr>
            <p:cNvPr id="19" name="Groupe 18">
              <a:extLst>
                <a:ext uri="{FF2B5EF4-FFF2-40B4-BE49-F238E27FC236}">
                  <a16:creationId xmlns:a16="http://schemas.microsoft.com/office/drawing/2014/main" id="{9A4B4687-3BE1-4402-88E8-F632A12C6A92}"/>
                </a:ext>
              </a:extLst>
            </p:cNvPr>
            <p:cNvGrpSpPr/>
            <p:nvPr/>
          </p:nvGrpSpPr>
          <p:grpSpPr>
            <a:xfrm>
              <a:off x="3239584" y="4265153"/>
              <a:ext cx="944022" cy="834837"/>
              <a:chOff x="3239584" y="4265153"/>
              <a:chExt cx="944022" cy="834837"/>
            </a:xfrm>
          </p:grpSpPr>
          <p:pic>
            <p:nvPicPr>
              <p:cNvPr id="21" name="Graphique 20" descr="Personne confuse avec un remplissage uni">
                <a:extLst>
                  <a:ext uri="{FF2B5EF4-FFF2-40B4-BE49-F238E27FC236}">
                    <a16:creationId xmlns:a16="http://schemas.microsoft.com/office/drawing/2014/main" id="{54C1086A-F2CE-49B8-AAAB-A12617C321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22" name="Graphique 21" descr="Calendrier journalier avec un remplissage uni">
                <a:extLst>
                  <a:ext uri="{FF2B5EF4-FFF2-40B4-BE49-F238E27FC236}">
                    <a16:creationId xmlns:a16="http://schemas.microsoft.com/office/drawing/2014/main" id="{CD74C65C-CEE1-420A-ACA1-8F375A7C68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20" name="Image 19">
              <a:extLst>
                <a:ext uri="{FF2B5EF4-FFF2-40B4-BE49-F238E27FC236}">
                  <a16:creationId xmlns:a16="http://schemas.microsoft.com/office/drawing/2014/main" id="{3948CC98-0FE4-4CE5-B5A7-526E28DBA0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Tree>
    <p:extLst>
      <p:ext uri="{BB962C8B-B14F-4D97-AF65-F5344CB8AC3E}">
        <p14:creationId xmlns:p14="http://schemas.microsoft.com/office/powerpoint/2010/main" val="4289724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3 : Organisation de </a:t>
            </a:r>
            <a:r>
              <a:rPr lang="fr-FR" sz="4400" b="0" dirty="0"/>
              <a:t>💪ROBUSTEAM</a:t>
            </a:r>
            <a:endParaRPr lang="fr-FR" dirty="0"/>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le sujet sur des situations de crise dans l’équipe</a:t>
            </a:r>
          </a:p>
          <a:p>
            <a:pPr marL="0" indent="0">
              <a:buFont typeface="Arial" panose="020B0604020202020204" pitchFamily="34" charset="0"/>
              <a:buNone/>
            </a:pPr>
            <a:r>
              <a:rPr lang="fr-FR" sz="1200" dirty="0"/>
              <a:t>Entraîner la créativité opérationnelle (capacité à créer un chemin d’action dans une situation) collective de l’équipe</a:t>
            </a:r>
          </a:p>
          <a:p>
            <a:pPr marL="0" indent="0">
              <a:buFont typeface="Arial" panose="020B0604020202020204" pitchFamily="34" charset="0"/>
              <a:buNone/>
            </a:pPr>
            <a:endParaRPr lang="fr-FR" sz="1200" dirty="0"/>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de futures discussions sur la robustesse de l’équipe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4 à 12 personnes d’une même équipe</a:t>
            </a:r>
          </a:p>
          <a:p>
            <a:pPr marL="0" indent="0">
              <a:buNone/>
            </a:pPr>
            <a:r>
              <a:rPr lang="fr-FR" sz="1200" dirty="0"/>
              <a:t>Les participants doivent faire partie d’une même équipe, d’un même groupe, et avoir déjà de l’expérience ensemble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L’équipe XYZ existe depuis maintenant 9 mois et semble déjà rôdée, elle aborde bientôt une nouvelle phase de projet où elle rencontrera des problèmes plus diversifiés que jusque maintenant. Cette période charnière est aussi le moment des premiers départs dans l’équipe.</a:t>
            </a:r>
          </a:p>
          <a:p>
            <a:pPr marL="0" indent="0">
              <a:buNone/>
            </a:pPr>
            <a:r>
              <a:rPr lang="fr-FR" sz="1200" dirty="0"/>
              <a:t>Leur manager décide de les faire jouer à Robusteam pour se préparer de manière ludique et sans danger.</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formations d’équipe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Séance globale de 1h pour Installation + 4 tours + Debriefing</a:t>
            </a:r>
          </a:p>
          <a:p>
            <a:pPr marL="0" indent="0">
              <a:buFont typeface="Arial" panose="020B0604020202020204" pitchFamily="34" charset="0"/>
              <a:buNone/>
            </a:pPr>
            <a:r>
              <a:rPr lang="fr-FR" sz="1200" dirty="0"/>
              <a:t>Cartes en </a:t>
            </a:r>
            <a:r>
              <a:rPr lang="fr-FR" sz="1200" dirty="0" err="1"/>
              <a:t>Print</a:t>
            </a:r>
            <a:r>
              <a:rPr lang="fr-FR" sz="1200" dirty="0"/>
              <a:t> &amp; Play ou utilisables sur des murs virtuels (Klaxoon, Miro, Mural, …)</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Atelier pour définir des règles d’équipe</a:t>
            </a:r>
          </a:p>
          <a:p>
            <a:pPr marL="0" indent="0">
              <a:buNone/>
            </a:pPr>
            <a:r>
              <a:rPr lang="fr-FR" sz="1200" dirty="0"/>
              <a:t>Rétrospective agile d’équipe</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L’équipe fonctionne très bien dans les conditions actuelles, mais que se passerait-il en cas de 🚨crise🚨 ? » </a:t>
            </a:r>
          </a:p>
          <a:p>
            <a:pPr marL="0" indent="0">
              <a:buNone/>
            </a:pPr>
            <a:r>
              <a:rPr lang="fr-FR" sz="1200" dirty="0"/>
              <a:t>Robusteam est un mini-suite de simulations de crises à travers lesquelles votre équipe jouera à trouver des solutions en temps limité.</a:t>
            </a:r>
          </a:p>
          <a:p>
            <a:pPr marL="0" indent="0">
              <a:buNone/>
            </a:pPr>
            <a:r>
              <a:rPr lang="fr-FR" sz="1200" dirty="0"/>
              <a:t>Saurez-vous faire preuve de robustesse ?</a:t>
            </a:r>
          </a:p>
          <a:p>
            <a:pPr marL="0" indent="0">
              <a:buNone/>
            </a:pPr>
            <a:endParaRPr lang="fr-FR" sz="1200" dirty="0"/>
          </a:p>
        </p:txBody>
      </p:sp>
      <p:grpSp>
        <p:nvGrpSpPr>
          <p:cNvPr id="36" name="Groupe 35">
            <a:extLst>
              <a:ext uri="{FF2B5EF4-FFF2-40B4-BE49-F238E27FC236}">
                <a16:creationId xmlns:a16="http://schemas.microsoft.com/office/drawing/2014/main" id="{C9ACD80C-1E84-4FDE-96A6-3F4DE0A7734D}"/>
              </a:ext>
            </a:extLst>
          </p:cNvPr>
          <p:cNvGrpSpPr/>
          <p:nvPr/>
        </p:nvGrpSpPr>
        <p:grpSpPr>
          <a:xfrm>
            <a:off x="10879216" y="626812"/>
            <a:ext cx="1191184" cy="1126443"/>
            <a:chOff x="4763560" y="3762738"/>
            <a:chExt cx="978178" cy="925014"/>
          </a:xfrm>
        </p:grpSpPr>
        <p:grpSp>
          <p:nvGrpSpPr>
            <p:cNvPr id="37" name="Groupe 36">
              <a:extLst>
                <a:ext uri="{FF2B5EF4-FFF2-40B4-BE49-F238E27FC236}">
                  <a16:creationId xmlns:a16="http://schemas.microsoft.com/office/drawing/2014/main" id="{6CEBA75A-1E32-4373-B9E3-ED155A039839}"/>
                </a:ext>
              </a:extLst>
            </p:cNvPr>
            <p:cNvGrpSpPr/>
            <p:nvPr/>
          </p:nvGrpSpPr>
          <p:grpSpPr>
            <a:xfrm flipH="1">
              <a:off x="4766064" y="3762738"/>
              <a:ext cx="975674" cy="925014"/>
              <a:chOff x="4716415" y="3792004"/>
              <a:chExt cx="1009529" cy="925014"/>
            </a:xfrm>
          </p:grpSpPr>
          <p:pic>
            <p:nvPicPr>
              <p:cNvPr id="40" name="Graphique 39" descr="Mégaphone1 avec un remplissage uni">
                <a:extLst>
                  <a:ext uri="{FF2B5EF4-FFF2-40B4-BE49-F238E27FC236}">
                    <a16:creationId xmlns:a16="http://schemas.microsoft.com/office/drawing/2014/main" id="{0842FA63-4630-4CED-9FE7-9239A9334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41" name="Groupe 40">
                <a:extLst>
                  <a:ext uri="{FF2B5EF4-FFF2-40B4-BE49-F238E27FC236}">
                    <a16:creationId xmlns:a16="http://schemas.microsoft.com/office/drawing/2014/main" id="{64A71056-49A1-4CF0-954A-C432C3E65409}"/>
                  </a:ext>
                </a:extLst>
              </p:cNvPr>
              <p:cNvGrpSpPr/>
              <p:nvPr/>
            </p:nvGrpSpPr>
            <p:grpSpPr>
              <a:xfrm>
                <a:off x="5048496" y="3886444"/>
                <a:ext cx="633086" cy="830574"/>
                <a:chOff x="5018285" y="3873291"/>
                <a:chExt cx="696980" cy="914400"/>
              </a:xfrm>
            </p:grpSpPr>
            <p:pic>
              <p:nvPicPr>
                <p:cNvPr id="44" name="Graphique 43" descr="Personne confuse avec un remplissage uni">
                  <a:extLst>
                    <a:ext uri="{FF2B5EF4-FFF2-40B4-BE49-F238E27FC236}">
                      <a16:creationId xmlns:a16="http://schemas.microsoft.com/office/drawing/2014/main" id="{4E09E38C-D150-41D1-A497-D25C26EC67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7C11CF48-E866-4ABB-ACEA-4112C032635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 name="Graphique 41" descr="Balance de la justice avec un remplissage uni">
                <a:extLst>
                  <a:ext uri="{FF2B5EF4-FFF2-40B4-BE49-F238E27FC236}">
                    <a16:creationId xmlns:a16="http://schemas.microsoft.com/office/drawing/2014/main" id="{17A47002-8187-45BB-B897-B72C7B9C9EB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43" name="Image 42">
                <a:extLst>
                  <a:ext uri="{FF2B5EF4-FFF2-40B4-BE49-F238E27FC236}">
                    <a16:creationId xmlns:a16="http://schemas.microsoft.com/office/drawing/2014/main" id="{FEDD3CD2-DA6C-4327-A03B-A185BAA82A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38" name="Graphique 37" descr="Balance de la justice avec un remplissage uni">
              <a:extLst>
                <a:ext uri="{FF2B5EF4-FFF2-40B4-BE49-F238E27FC236}">
                  <a16:creationId xmlns:a16="http://schemas.microsoft.com/office/drawing/2014/main" id="{C45B5E57-FFAF-4B00-8BFF-6214A25F6AE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39" name="Graphique 38" descr="Balance de la justice avec un remplissage uni">
              <a:extLst>
                <a:ext uri="{FF2B5EF4-FFF2-40B4-BE49-F238E27FC236}">
                  <a16:creationId xmlns:a16="http://schemas.microsoft.com/office/drawing/2014/main" id="{84276851-4E90-409C-A939-4E6362073574}"/>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47139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4 : </a:t>
            </a:r>
            <a:r>
              <a:rPr lang="fr-FR" dirty="0" err="1"/>
              <a:t>Co-animation</a:t>
            </a:r>
            <a:r>
              <a:rPr lang="fr-FR" dirty="0"/>
              <a:t> de </a:t>
            </a:r>
            <a:r>
              <a:rPr lang="fr-FR" sz="4400" b="0" dirty="0"/>
              <a:t>💪ROBUSTEAM</a:t>
            </a:r>
            <a:endParaRPr lang="fr-FR" dirty="0"/>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3237690804"/>
              </p:ext>
            </p:extLst>
          </p:nvPr>
        </p:nvGraphicFramePr>
        <p:xfrm>
          <a:off x="838200" y="2345604"/>
          <a:ext cx="9296376" cy="29898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Co-animateur(-</a:t>
                      </a:r>
                      <a:r>
                        <a:rPr lang="fr-FR" sz="1200" noProof="0" dirty="0" err="1"/>
                        <a:t>trice</a:t>
                      </a:r>
                      <a:r>
                        <a:rPr lang="fr-FR" sz="1200" noProof="0" dirty="0"/>
                        <a:t>)</a:t>
                      </a:r>
                    </a:p>
                  </a:txBody>
                  <a:tcPr>
                    <a:solidFill>
                      <a:srgbClr val="0683AA"/>
                    </a:solidFill>
                  </a:tcPr>
                </a:tc>
                <a:tc>
                  <a:txBody>
                    <a:bodyPr/>
                    <a:lstStyle/>
                    <a:p>
                      <a:pPr algn="ctr"/>
                      <a:r>
                        <a:rPr lang="fr-FR" sz="1200" noProof="0" dirty="0"/>
                        <a:t>Niv 5</a:t>
                      </a:r>
                    </a:p>
                    <a:p>
                      <a:pPr algn="ctr"/>
                      <a:r>
                        <a:rPr lang="fr-FR" sz="1200" noProof="0" dirty="0"/>
                        <a:t>Lead Animateur(-</a:t>
                      </a:r>
                      <a:r>
                        <a:rPr lang="fr-FR" sz="1200" noProof="0" dirty="0" err="1"/>
                        <a:t>trice</a:t>
                      </a:r>
                      <a:r>
                        <a:rPr lang="fr-FR" sz="1200" noProof="0" dirty="0"/>
                        <a:t>)</a:t>
                      </a:r>
                    </a:p>
                  </a:txBody>
                  <a:tcPr>
                    <a:solidFill>
                      <a:srgbClr val="0683AA"/>
                    </a:solidFill>
                  </a:tcPr>
                </a:tc>
                <a:extLst>
                  <a:ext uri="{0D108BD9-81ED-4DB2-BD59-A6C34878D82A}">
                    <a16:rowId xmlns:a16="http://schemas.microsoft.com/office/drawing/2014/main" val="1531808552"/>
                  </a:ext>
                </a:extLst>
              </a:tr>
              <a:tr h="208025">
                <a:tc>
                  <a:txBody>
                    <a:bodyPr/>
                    <a:lstStyle/>
                    <a:p>
                      <a:r>
                        <a:rPr lang="fr-FR" sz="1000" noProof="0" dirty="0"/>
                        <a:t>Intro – Accueil – Ouverture</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346642793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de l’intérêt (objectifs pédagogiques ou opérationnels du jeu)</a:t>
                      </a:r>
                    </a:p>
                  </a:txBody>
                  <a:tcPr>
                    <a:solidFill>
                      <a:srgbClr val="0683AA"/>
                    </a:solidFill>
                  </a:tcPr>
                </a:tc>
                <a:tc>
                  <a:txBody>
                    <a:bodyPr/>
                    <a:lstStyle/>
                    <a:p>
                      <a:pPr algn="ctr"/>
                      <a:endParaRPr lang="fr-FR" sz="1000" noProof="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Montrer un Tour à blanc</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1881446753"/>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Ajouter des règles pour cadrer le jeu</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129043609"/>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Rappeler les règles et l’état d’esprit</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499224249"/>
                  </a:ext>
                </a:extLst>
              </a:tr>
              <a:tr h="208025">
                <a:tc>
                  <a:txBody>
                    <a:bodyPr/>
                    <a:lstStyle/>
                    <a:p>
                      <a:r>
                        <a:rPr lang="fr-FR" sz="1000" noProof="0" dirty="0"/>
                        <a:t>Debriefing</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513039241"/>
                  </a:ext>
                </a:extLst>
              </a:tr>
              <a:tr h="208025">
                <a:tc>
                  <a:txBody>
                    <a:bodyPr/>
                    <a:lstStyle/>
                    <a:p>
                      <a:r>
                        <a:rPr lang="fr-FR" sz="1000" noProof="0" dirty="0"/>
                        <a:t>Fermeture</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2460667773"/>
                  </a:ext>
                </a:extLst>
              </a:tr>
              <a:tr h="208025">
                <a:tc>
                  <a:txBody>
                    <a:bodyPr/>
                    <a:lstStyle/>
                    <a:p>
                      <a:r>
                        <a:rPr lang="fr-FR" sz="1000" noProof="0" dirty="0"/>
                        <a:t>Facilitation – Gestion du temps</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3978756449"/>
                  </a:ext>
                </a:extLst>
              </a:tr>
              <a:tr h="208025">
                <a:tc>
                  <a:txBody>
                    <a:bodyPr/>
                    <a:lstStyle/>
                    <a:p>
                      <a:r>
                        <a:rPr lang="fr-FR" sz="1000" noProof="0" dirty="0"/>
                        <a:t>Facilitation – Prise de notes</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2030757097"/>
                  </a:ext>
                </a:extLst>
              </a:tr>
              <a:tr h="208025">
                <a:tc>
                  <a:txBody>
                    <a:bodyPr/>
                    <a:lstStyle/>
                    <a:p>
                      <a:r>
                        <a:rPr lang="fr-FR" sz="1000" noProof="0" dirty="0"/>
                        <a:t>…</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1291689408"/>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grpSp>
        <p:nvGrpSpPr>
          <p:cNvPr id="37" name="Groupe 36">
            <a:extLst>
              <a:ext uri="{FF2B5EF4-FFF2-40B4-BE49-F238E27FC236}">
                <a16:creationId xmlns:a16="http://schemas.microsoft.com/office/drawing/2014/main" id="{4F6B6283-E8D1-4AA2-999B-128E435EEA77}"/>
              </a:ext>
            </a:extLst>
          </p:cNvPr>
          <p:cNvGrpSpPr/>
          <p:nvPr/>
        </p:nvGrpSpPr>
        <p:grpSpPr>
          <a:xfrm>
            <a:off x="11042867" y="436351"/>
            <a:ext cx="997813" cy="1075614"/>
            <a:chOff x="6060465" y="3463636"/>
            <a:chExt cx="819385" cy="883274"/>
          </a:xfrm>
          <a:solidFill>
            <a:srgbClr val="ED7D31"/>
          </a:solidFill>
        </p:grpSpPr>
        <p:pic>
          <p:nvPicPr>
            <p:cNvPr id="38" name="Graphique 37" descr="Presse-papiers mixte avec un remplissage uni">
              <a:extLst>
                <a:ext uri="{FF2B5EF4-FFF2-40B4-BE49-F238E27FC236}">
                  <a16:creationId xmlns:a16="http://schemas.microsoft.com/office/drawing/2014/main" id="{591A3FE1-C3E9-4C01-8A86-AEF72A81B0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39" name="Groupe 38">
              <a:extLst>
                <a:ext uri="{FF2B5EF4-FFF2-40B4-BE49-F238E27FC236}">
                  <a16:creationId xmlns:a16="http://schemas.microsoft.com/office/drawing/2014/main" id="{224D028F-E227-4EEF-A3B6-8AC1E08015BE}"/>
                </a:ext>
              </a:extLst>
            </p:cNvPr>
            <p:cNvGrpSpPr/>
            <p:nvPr/>
          </p:nvGrpSpPr>
          <p:grpSpPr>
            <a:xfrm>
              <a:off x="6132133" y="3463636"/>
              <a:ext cx="612923" cy="883274"/>
              <a:chOff x="6132133" y="3463636"/>
              <a:chExt cx="612923" cy="883274"/>
            </a:xfrm>
            <a:grpFill/>
          </p:grpSpPr>
          <p:pic>
            <p:nvPicPr>
              <p:cNvPr id="42" name="Graphique 41" descr="Centre d’appels avec un remplissage uni">
                <a:extLst>
                  <a:ext uri="{FF2B5EF4-FFF2-40B4-BE49-F238E27FC236}">
                    <a16:creationId xmlns:a16="http://schemas.microsoft.com/office/drawing/2014/main" id="{76352421-EEAD-4B0C-A817-F2CA5DF55E7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61" name="Groupe 60">
                <a:extLst>
                  <a:ext uri="{FF2B5EF4-FFF2-40B4-BE49-F238E27FC236}">
                    <a16:creationId xmlns:a16="http://schemas.microsoft.com/office/drawing/2014/main" id="{A986EF49-D389-47C8-BF9D-9AC1E1AE23EA}"/>
                  </a:ext>
                </a:extLst>
              </p:cNvPr>
              <p:cNvGrpSpPr/>
              <p:nvPr/>
            </p:nvGrpSpPr>
            <p:grpSpPr>
              <a:xfrm flipH="1">
                <a:off x="6132133" y="3682042"/>
                <a:ext cx="611857" cy="664868"/>
                <a:chOff x="5018285" y="4055721"/>
                <a:chExt cx="696982" cy="731970"/>
              </a:xfrm>
              <a:grpFill/>
            </p:grpSpPr>
            <p:pic>
              <p:nvPicPr>
                <p:cNvPr id="62" name="Graphique 61" descr="Personne confuse avec un remplissage uni">
                  <a:extLst>
                    <a:ext uri="{FF2B5EF4-FFF2-40B4-BE49-F238E27FC236}">
                      <a16:creationId xmlns:a16="http://schemas.microsoft.com/office/drawing/2014/main" id="{B753610C-AF27-43DE-82F0-9C558653E36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63" name="Rectangle : coins arrondis 62">
                  <a:extLst>
                    <a:ext uri="{FF2B5EF4-FFF2-40B4-BE49-F238E27FC236}">
                      <a16:creationId xmlns:a16="http://schemas.microsoft.com/office/drawing/2014/main" id="{FFCBF727-901F-4FD2-BAF0-49B7B204401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0" name="Image 39">
              <a:extLst>
                <a:ext uri="{FF2B5EF4-FFF2-40B4-BE49-F238E27FC236}">
                  <a16:creationId xmlns:a16="http://schemas.microsoft.com/office/drawing/2014/main" id="{E3DBA32F-AD5A-451D-9853-F123B246E902}"/>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1" name="Graphique 40" descr="Chronomètre avec un remplissage uni">
              <a:extLst>
                <a:ext uri="{FF2B5EF4-FFF2-40B4-BE49-F238E27FC236}">
                  <a16:creationId xmlns:a16="http://schemas.microsoft.com/office/drawing/2014/main" id="{0586DAFB-6288-4573-B244-22C8999A3E4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5 : Animation de </a:t>
            </a:r>
            <a:r>
              <a:rPr lang="fr-FR" sz="4400" b="0" dirty="0"/>
              <a:t>💪ROBUSTEAM</a:t>
            </a:r>
            <a:endParaRPr lang="fr-FR" dirty="0"/>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17277" y="2100177"/>
            <a:ext cx="2404138" cy="4540637"/>
          </a:xfrm>
        </p:spPr>
        <p:txBody>
          <a:bodyPr/>
          <a:lstStyle/>
          <a:p>
            <a:r>
              <a:rPr lang="fr-FR" sz="1100" dirty="0"/>
              <a:t>Rassurer sur le fait que toutes les crises dans le jeu sont des crises fictives écrites dans le jeu. Toute ressemblance à la réalité de l’équipe ne serait que le fruit du hasard. </a:t>
            </a:r>
          </a:p>
          <a:p>
            <a:endParaRPr lang="fr-FR" sz="1100" dirty="0"/>
          </a:p>
          <a:p>
            <a:r>
              <a:rPr lang="fr-FR" sz="1100" dirty="0"/>
              <a:t>Dans ce jeu, il est important de continuer à croire en l’équipe, même si les joueurs ⚖️ </a:t>
            </a:r>
            <a:r>
              <a:rPr lang="fr-FR" sz="1100" b="1" dirty="0">
                <a:solidFill>
                  <a:srgbClr val="0683AA"/>
                </a:solidFill>
              </a:rPr>
              <a:t>DESTIN </a:t>
            </a:r>
            <a:r>
              <a:rPr lang="fr-FR" sz="1100" dirty="0"/>
              <a:t>peuvent être durs en jugement. On peut utiliser leur sévérité pour souligner qu’ils ont une idée de la qualité des solutions. </a:t>
            </a:r>
          </a:p>
          <a:p>
            <a:endParaRPr lang="fr-FR" sz="11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09339" y="159694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386284" y="2099859"/>
            <a:ext cx="3811278" cy="4540637"/>
          </a:xfrm>
        </p:spPr>
        <p:txBody>
          <a:bodyPr/>
          <a:lstStyle/>
          <a:p>
            <a:pPr marL="285750" indent="-285750">
              <a:buFont typeface="Arial" panose="020B0604020202020204" pitchFamily="34" charset="0"/>
              <a:buChar char="•"/>
            </a:pPr>
            <a:r>
              <a:rPr lang="fr-FR" sz="1100" dirty="0"/>
              <a:t>Le jeu est fait pour être rapide, et qu’il y ait beaucoup de tours plutôt que des tours très longs. Limitez la durée des tours, voire réduisez la pour augmenter le stress de gestion de crise.</a:t>
            </a:r>
          </a:p>
          <a:p>
            <a:pPr marL="285750" indent="-285750">
              <a:buFont typeface="Arial" panose="020B0604020202020204" pitchFamily="34" charset="0"/>
              <a:buChar char="•"/>
            </a:pPr>
            <a:r>
              <a:rPr lang="fr-FR" sz="1100" dirty="0"/>
              <a:t>Autant que possible, laisser les joueurs de </a:t>
            </a:r>
            <a:r>
              <a:rPr lang="fr-FR" sz="1100" b="0" dirty="0"/>
              <a:t>💪 </a:t>
            </a:r>
            <a:r>
              <a:rPr lang="fr-FR" sz="1100" b="1" dirty="0">
                <a:solidFill>
                  <a:srgbClr val="0683AA"/>
                </a:solidFill>
              </a:rPr>
              <a:t>ROBUSTEAM</a:t>
            </a:r>
            <a:r>
              <a:rPr lang="fr-FR" sz="1100" dirty="0"/>
              <a:t> trouver des solutions par eux-mêmes, ne pas les aider dans l’imagination. </a:t>
            </a:r>
          </a:p>
          <a:p>
            <a:pPr marL="285750" indent="-285750">
              <a:buFont typeface="Arial" panose="020B0604020202020204" pitchFamily="34" charset="0"/>
              <a:buChar char="•"/>
            </a:pPr>
            <a:r>
              <a:rPr lang="fr-FR" sz="1100" dirty="0"/>
              <a:t>Mettre en avant que les crises sont des situations qui peuvent arriver à n’importe quel moment. L’entraînement</a:t>
            </a:r>
          </a:p>
          <a:p>
            <a:pPr marL="285750" indent="-285750">
              <a:buFont typeface="Arial" panose="020B0604020202020204" pitchFamily="34" charset="0"/>
              <a:buChar char="•"/>
            </a:pPr>
            <a:r>
              <a:rPr lang="fr-FR" sz="1100" dirty="0"/>
              <a:t>Faire garder en tête que la distribution des rôles </a:t>
            </a:r>
            <a:r>
              <a:rPr lang="fr-FR" sz="1100" b="0" dirty="0"/>
              <a:t>💪 </a:t>
            </a:r>
            <a:r>
              <a:rPr lang="fr-FR" sz="1100" b="1" dirty="0">
                <a:solidFill>
                  <a:srgbClr val="0683AA"/>
                </a:solidFill>
              </a:rPr>
              <a:t>ROBUSTEAM </a:t>
            </a:r>
            <a:r>
              <a:rPr lang="fr-FR" sz="1100" dirty="0"/>
              <a:t>et</a:t>
            </a:r>
            <a:r>
              <a:rPr lang="fr-FR" sz="1100" b="1" dirty="0">
                <a:solidFill>
                  <a:srgbClr val="0683AA"/>
                </a:solidFill>
              </a:rPr>
              <a:t> </a:t>
            </a:r>
            <a:r>
              <a:rPr lang="fr-FR" sz="1100" dirty="0"/>
              <a:t>⚖️ </a:t>
            </a:r>
            <a:r>
              <a:rPr lang="fr-FR" sz="1100" b="1" dirty="0">
                <a:solidFill>
                  <a:srgbClr val="0683AA"/>
                </a:solidFill>
              </a:rPr>
              <a:t>DESTIN </a:t>
            </a:r>
            <a:r>
              <a:rPr lang="fr-FR" sz="1100" dirty="0"/>
              <a:t>sont le fruit du hasard de chaque tour.</a:t>
            </a:r>
          </a:p>
          <a:p>
            <a:pPr marL="285750" indent="-285750">
              <a:buFont typeface="Arial" panose="020B0604020202020204" pitchFamily="34" charset="0"/>
              <a:buChar char="•"/>
            </a:pPr>
            <a:r>
              <a:rPr lang="fr-FR" sz="1100" dirty="0"/>
              <a:t>Pendant les </a:t>
            </a:r>
            <a:r>
              <a:rPr lang="fr-FR" sz="1100" u="sng" dirty="0"/>
              <a:t>4 minutes </a:t>
            </a:r>
            <a:r>
              <a:rPr lang="fr-FR" sz="1100" dirty="0"/>
              <a:t>où les joueurs </a:t>
            </a:r>
            <a:r>
              <a:rPr lang="fr-FR" sz="1100" b="0" dirty="0"/>
              <a:t>💪 </a:t>
            </a:r>
            <a:r>
              <a:rPr lang="fr-FR" sz="1100" b="1" dirty="0">
                <a:solidFill>
                  <a:srgbClr val="0683AA"/>
                </a:solidFill>
              </a:rPr>
              <a:t>ROBUSTEAM  </a:t>
            </a:r>
            <a:r>
              <a:rPr lang="fr-FR" sz="1100" dirty="0"/>
              <a:t>se concertent sur une solution, les joueurs ⚖️ </a:t>
            </a:r>
            <a:r>
              <a:rPr lang="fr-FR" sz="1100" b="1" dirty="0">
                <a:solidFill>
                  <a:srgbClr val="0683AA"/>
                </a:solidFill>
              </a:rPr>
              <a:t>DESTIN </a:t>
            </a:r>
            <a:r>
              <a:rPr lang="fr-FR" sz="1100" dirty="0"/>
              <a:t>peuvent discuter des critères de vote</a:t>
            </a:r>
            <a:r>
              <a:rPr lang="fr-FR" sz="1100" b="1" dirty="0">
                <a:solidFill>
                  <a:srgbClr val="0683AA"/>
                </a:solidFill>
              </a:rPr>
              <a:t>.</a:t>
            </a:r>
            <a:endParaRPr lang="fr-FR" sz="1100" dirty="0"/>
          </a:p>
          <a:p>
            <a:pPr marL="285750" indent="-285750">
              <a:buFont typeface="Arial" panose="020B0604020202020204" pitchFamily="34" charset="0"/>
              <a:buChar char="•"/>
            </a:pPr>
            <a:r>
              <a:rPr lang="fr-FR" sz="1100" dirty="0"/>
              <a:t>Si vous souhaitez, filtrez les crises qui s’appliquent à l’équipe en amont de la partie</a:t>
            </a:r>
          </a:p>
          <a:p>
            <a:pPr marL="285750" indent="-285750">
              <a:buFont typeface="Arial" panose="020B0604020202020204" pitchFamily="34" charset="0"/>
              <a:buChar char="•"/>
            </a:pPr>
            <a:r>
              <a:rPr lang="fr-FR" sz="1100" dirty="0"/>
              <a:t>Il est important que la narration des crises soit basée sur le contexte réel, avec les bons </a:t>
            </a:r>
            <a:r>
              <a:rPr lang="fr-FR" sz="1100" b="1" dirty="0">
                <a:solidFill>
                  <a:srgbClr val="ED7D31"/>
                </a:solidFill>
              </a:rPr>
              <a:t>MEMBRES</a:t>
            </a:r>
            <a:r>
              <a:rPr lang="fr-FR" sz="1100" dirty="0"/>
              <a:t> et </a:t>
            </a:r>
            <a:r>
              <a:rPr lang="fr-FR" sz="1100" b="1" dirty="0"/>
              <a:t>PARTIES PRENANTES</a:t>
            </a:r>
          </a:p>
          <a:p>
            <a:pPr marL="285750" indent="-285750">
              <a:buFont typeface="Arial" panose="020B0604020202020204" pitchFamily="34" charset="0"/>
              <a:buChar char="•"/>
            </a:pPr>
            <a:r>
              <a:rPr lang="fr-FR" sz="1100" dirty="0"/>
              <a:t>Pas de moyens extraordinaires signifie : pas le droit d’inventer un budget magique de dernier moment, des soutiens soudains qui n’ont pas de sens, tout doit reposer sur la créativité de l’équipe en l’état.</a:t>
            </a:r>
          </a:p>
          <a:p>
            <a:endParaRPr lang="fr-FR" sz="11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386285" y="1596622"/>
            <a:ext cx="3819216"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7370371" y="2099859"/>
            <a:ext cx="3946630" cy="4540637"/>
          </a:xfrm>
        </p:spPr>
        <p:txBody>
          <a:bodyPr/>
          <a:lstStyle/>
          <a:p>
            <a:r>
              <a:rPr lang="fr-FR" sz="1100" dirty="0"/>
              <a:t>Si vous souhaitez creuser le Debriefing plus loin que le sujet direct du jeu</a:t>
            </a:r>
          </a:p>
          <a:p>
            <a:r>
              <a:rPr lang="fr-FR" sz="1100" b="0" dirty="0"/>
              <a:t>💪 </a:t>
            </a:r>
            <a:r>
              <a:rPr lang="fr-FR" sz="1100" b="1" dirty="0">
                <a:solidFill>
                  <a:srgbClr val="0683AA"/>
                </a:solidFill>
              </a:rPr>
              <a:t>ROBUSTEAM</a:t>
            </a:r>
            <a:r>
              <a:rPr lang="fr-FR" sz="1100" dirty="0"/>
              <a:t> : </a:t>
            </a:r>
          </a:p>
          <a:p>
            <a:pPr marL="285750" indent="-285750">
              <a:buFont typeface="Arial" panose="020B0604020202020204" pitchFamily="34" charset="0"/>
              <a:buChar char="•"/>
            </a:pPr>
            <a:r>
              <a:rPr lang="fr-FR" sz="1100" dirty="0"/>
              <a:t>Vers qui vous tourniez vous pour des idées ? </a:t>
            </a:r>
          </a:p>
          <a:p>
            <a:pPr marL="285750" indent="-285750">
              <a:buFont typeface="Arial" panose="020B0604020202020204" pitchFamily="34" charset="0"/>
              <a:buChar char="•"/>
            </a:pPr>
            <a:r>
              <a:rPr lang="fr-FR" sz="1100" dirty="0"/>
              <a:t>Qui a beaucoup mené l’établissement de solutions ? Qui était plus en recul ? </a:t>
            </a:r>
          </a:p>
          <a:p>
            <a:pPr marL="285750" indent="-285750">
              <a:buFont typeface="Arial" panose="020B0604020202020204" pitchFamily="34" charset="0"/>
              <a:buChar char="•"/>
            </a:pPr>
            <a:r>
              <a:rPr lang="fr-FR" sz="1100" dirty="0"/>
              <a:t>Comment se passaient les décisions ? Comment avez-vous vécu les décisions ? Que pourriez-vous améliorer ?</a:t>
            </a:r>
          </a:p>
          <a:p>
            <a:pPr marL="285750" indent="-285750">
              <a:buFont typeface="Arial" panose="020B0604020202020204" pitchFamily="34" charset="0"/>
              <a:buChar char="•"/>
            </a:pPr>
            <a:r>
              <a:rPr lang="fr-FR" sz="1100" dirty="0"/>
              <a:t>Avec quels types de crises étiez vous le plus à l’aise ? Le moins ? </a:t>
            </a:r>
          </a:p>
          <a:p>
            <a:pPr marL="285750" indent="-285750">
              <a:buFont typeface="Arial" panose="020B0604020202020204" pitchFamily="34" charset="0"/>
              <a:buChar char="•"/>
            </a:pPr>
            <a:r>
              <a:rPr lang="fr-FR" sz="1100" dirty="0"/>
              <a:t>Proposez vous systématiquement le même type de solutions ? </a:t>
            </a:r>
          </a:p>
          <a:p>
            <a:r>
              <a:rPr lang="fr-FR" sz="1100" dirty="0"/>
              <a:t>⚖️ </a:t>
            </a:r>
            <a:r>
              <a:rPr lang="fr-FR" sz="1100" b="1" dirty="0">
                <a:solidFill>
                  <a:srgbClr val="0683AA"/>
                </a:solidFill>
              </a:rPr>
              <a:t>DESTIN </a:t>
            </a:r>
            <a:endParaRPr lang="fr-FR" sz="1100" dirty="0"/>
          </a:p>
          <a:p>
            <a:pPr marL="171450" indent="-171450">
              <a:buFont typeface="Arial" panose="020B0604020202020204" pitchFamily="34" charset="0"/>
              <a:buChar char="•"/>
            </a:pPr>
            <a:r>
              <a:rPr lang="fr-FR" sz="1100" dirty="0"/>
              <a:t>Quels types de solutions trouvez-vous souvent convaincantes ? Peu convaincantes ?</a:t>
            </a:r>
          </a:p>
          <a:p>
            <a:pPr marL="171450" indent="-171450">
              <a:buFont typeface="Arial" panose="020B0604020202020204" pitchFamily="34" charset="0"/>
              <a:buChar char="•"/>
            </a:pPr>
            <a:r>
              <a:rPr lang="fr-FR" sz="1100" dirty="0"/>
              <a:t>Quels biais pensez vous avoir sur les jugements ? </a:t>
            </a:r>
          </a:p>
          <a:p>
            <a:pPr marL="171450" indent="-171450">
              <a:buFont typeface="Arial" panose="020B0604020202020204" pitchFamily="34" charset="0"/>
              <a:buChar char="•"/>
            </a:pPr>
            <a:r>
              <a:rPr lang="fr-FR" sz="1100" dirty="0"/>
              <a:t>Quelles crises auriez vous bien aimé voir jouées ? Quelles crises auriez vous aimé éviter ? </a:t>
            </a:r>
          </a:p>
          <a:p>
            <a:endParaRPr lang="fr-FR" sz="11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7362431" y="1596622"/>
            <a:ext cx="3954570" cy="503237"/>
          </a:xfrm>
        </p:spPr>
        <p:txBody>
          <a:bodyPr>
            <a:normAutofit/>
          </a:bodyPr>
          <a:lstStyle/>
          <a:p>
            <a:r>
              <a:rPr lang="fr-FR" sz="1400" dirty="0"/>
              <a:t>🙋Debriefing avancé</a:t>
            </a:r>
          </a:p>
        </p:txBody>
      </p:sp>
      <p:grpSp>
        <p:nvGrpSpPr>
          <p:cNvPr id="18" name="Groupe 17">
            <a:extLst>
              <a:ext uri="{FF2B5EF4-FFF2-40B4-BE49-F238E27FC236}">
                <a16:creationId xmlns:a16="http://schemas.microsoft.com/office/drawing/2014/main" id="{2E8A99D3-881C-473D-8C88-61FF5A709A2C}"/>
              </a:ext>
            </a:extLst>
          </p:cNvPr>
          <p:cNvGrpSpPr/>
          <p:nvPr/>
        </p:nvGrpSpPr>
        <p:grpSpPr>
          <a:xfrm>
            <a:off x="10755855" y="301638"/>
            <a:ext cx="1195890" cy="1294984"/>
            <a:chOff x="7560150" y="2879049"/>
            <a:chExt cx="982042" cy="1063416"/>
          </a:xfrm>
          <a:solidFill>
            <a:srgbClr val="ED7D31"/>
          </a:solidFill>
        </p:grpSpPr>
        <p:grpSp>
          <p:nvGrpSpPr>
            <p:cNvPr id="19" name="Groupe 18">
              <a:extLst>
                <a:ext uri="{FF2B5EF4-FFF2-40B4-BE49-F238E27FC236}">
                  <a16:creationId xmlns:a16="http://schemas.microsoft.com/office/drawing/2014/main" id="{748D07DC-692B-42C2-96E5-A7666CE67E1C}"/>
                </a:ext>
              </a:extLst>
            </p:cNvPr>
            <p:cNvGrpSpPr/>
            <p:nvPr/>
          </p:nvGrpSpPr>
          <p:grpSpPr>
            <a:xfrm>
              <a:off x="7798849" y="2879049"/>
              <a:ext cx="743343" cy="1063416"/>
              <a:chOff x="6391015" y="3260296"/>
              <a:chExt cx="743343" cy="1063416"/>
            </a:xfrm>
            <a:grpFill/>
          </p:grpSpPr>
          <p:grpSp>
            <p:nvGrpSpPr>
              <p:cNvPr id="21" name="Groupe 20">
                <a:extLst>
                  <a:ext uri="{FF2B5EF4-FFF2-40B4-BE49-F238E27FC236}">
                    <a16:creationId xmlns:a16="http://schemas.microsoft.com/office/drawing/2014/main" id="{47509340-076C-43E0-8EBB-E76BFB56AD6F}"/>
                  </a:ext>
                </a:extLst>
              </p:cNvPr>
              <p:cNvGrpSpPr/>
              <p:nvPr/>
            </p:nvGrpSpPr>
            <p:grpSpPr>
              <a:xfrm>
                <a:off x="6391015" y="3260296"/>
                <a:ext cx="743343" cy="1063416"/>
                <a:chOff x="6298348" y="3168316"/>
                <a:chExt cx="867130" cy="1240504"/>
              </a:xfrm>
              <a:grpFill/>
            </p:grpSpPr>
            <p:pic>
              <p:nvPicPr>
                <p:cNvPr id="32" name="Graphique 31" descr="Enseignant avec un remplissage uni">
                  <a:extLst>
                    <a:ext uri="{FF2B5EF4-FFF2-40B4-BE49-F238E27FC236}">
                      <a16:creationId xmlns:a16="http://schemas.microsoft.com/office/drawing/2014/main" id="{DA2003F3-7670-4D04-BEE9-BA1DAFD0F9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33" name="Graphique 32" descr="Personne confuse avec un remplissage uni">
                  <a:extLst>
                    <a:ext uri="{FF2B5EF4-FFF2-40B4-BE49-F238E27FC236}">
                      <a16:creationId xmlns:a16="http://schemas.microsoft.com/office/drawing/2014/main" id="{0D8E3AA3-AB9D-494E-A75F-E12F4A6DA1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34" name="Rectangle : coins arrondis 33">
                  <a:extLst>
                    <a:ext uri="{FF2B5EF4-FFF2-40B4-BE49-F238E27FC236}">
                      <a16:creationId xmlns:a16="http://schemas.microsoft.com/office/drawing/2014/main" id="{0BEF0C8E-10FD-4D44-B046-0A4F461F76B8}"/>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1" name="Image 30">
                <a:extLst>
                  <a:ext uri="{FF2B5EF4-FFF2-40B4-BE49-F238E27FC236}">
                    <a16:creationId xmlns:a16="http://schemas.microsoft.com/office/drawing/2014/main" id="{6993DC63-10D8-4821-9351-8E19B82893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0" name="Graphique 19" descr="Presse-papiers mixte avec un remplissage uni">
              <a:extLst>
                <a:ext uri="{FF2B5EF4-FFF2-40B4-BE49-F238E27FC236}">
                  <a16:creationId xmlns:a16="http://schemas.microsoft.com/office/drawing/2014/main" id="{89F63B45-CE1C-4B01-8377-2137543C05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42703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6 : Adaptation de </a:t>
            </a:r>
            <a:r>
              <a:rPr lang="fr-FR" sz="4400" b="0" dirty="0"/>
              <a:t>💪ROBUSTEAM</a:t>
            </a:r>
            <a:endParaRPr lang="fr-FR" dirty="0"/>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196145695"/>
              </p:ext>
            </p:extLst>
          </p:nvPr>
        </p:nvGraphicFramePr>
        <p:xfrm>
          <a:off x="6961023" y="1821540"/>
          <a:ext cx="4740676" cy="4453998"/>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602832">
                <a:tc>
                  <a:txBody>
                    <a:bodyPr/>
                    <a:lstStyle/>
                    <a:p>
                      <a:r>
                        <a:rPr lang="fr-FR" sz="1100" b="1" dirty="0">
                          <a:solidFill>
                            <a:srgbClr val="7030A0"/>
                          </a:solidFill>
                          <a:cs typeface="Calibri"/>
                        </a:rPr>
                        <a:t>OUTILS</a:t>
                      </a:r>
                      <a:endParaRPr lang="fr-FR" sz="1100" b="1" dirty="0">
                        <a:solidFill>
                          <a:srgbClr val="7030A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Au même titre que les cartes </a:t>
                      </a:r>
                      <a:r>
                        <a:rPr lang="fr-FR" sz="1100" b="1">
                          <a:solidFill>
                            <a:srgbClr val="ED7D31"/>
                          </a:solidFill>
                        </a:rPr>
                        <a:t>MEMBRES</a:t>
                      </a:r>
                      <a:r>
                        <a:rPr lang="fr-FR" sz="1100"/>
                        <a:t> et </a:t>
                      </a:r>
                      <a:r>
                        <a:rPr lang="fr-FR" sz="1100" b="1"/>
                        <a:t>PARTIES PRENANTES, </a:t>
                      </a:r>
                      <a:r>
                        <a:rPr lang="fr-FR" sz="1100"/>
                        <a:t>les cartes </a:t>
                      </a:r>
                      <a:r>
                        <a:rPr lang="fr-FR" sz="1100" b="1">
                          <a:solidFill>
                            <a:srgbClr val="7030A0"/>
                          </a:solidFill>
                          <a:cs typeface="Calibri"/>
                        </a:rPr>
                        <a:t>OUTILS</a:t>
                      </a:r>
                      <a:r>
                        <a:rPr lang="fr-FR" sz="1100"/>
                        <a:t> pourraient représenter des outils utilisés par l’équipe (logiciels, machines, …) sur lesquels diverses crises peuvent avoir lieu : </a:t>
                      </a:r>
                      <a:r>
                        <a:rPr lang="fr-FR" sz="1100" i="1"/>
                        <a:t>Panne, perte d’accès, nouvelles mises à jour déroutantes, perte de données, …</a:t>
                      </a:r>
                      <a:endParaRPr lang="fr-FR" sz="1100" i="1" dirty="0"/>
                    </a:p>
                  </a:txBody>
                  <a:tcPr/>
                </a:tc>
                <a:extLst>
                  <a:ext uri="{0D108BD9-81ED-4DB2-BD59-A6C34878D82A}">
                    <a16:rowId xmlns:a16="http://schemas.microsoft.com/office/drawing/2014/main" val="4249539521"/>
                  </a:ext>
                </a:extLst>
              </a:tr>
              <a:tr h="396301">
                <a:tc>
                  <a:txBody>
                    <a:bodyPr/>
                    <a:lstStyle/>
                    <a:p>
                      <a:r>
                        <a:rPr lang="fr-FR" sz="1100" b="1" dirty="0">
                          <a:solidFill>
                            <a:schemeClr val="accent6"/>
                          </a:solidFill>
                        </a:rPr>
                        <a:t>ÉVÉNEMENTS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Au même titre que les cartes </a:t>
                      </a:r>
                      <a:r>
                        <a:rPr lang="fr-FR" sz="1100" b="1" dirty="0">
                          <a:solidFill>
                            <a:srgbClr val="ED7D31"/>
                          </a:solidFill>
                        </a:rPr>
                        <a:t>MEMBRES</a:t>
                      </a:r>
                      <a:r>
                        <a:rPr lang="fr-FR" sz="1100" dirty="0"/>
                        <a:t> et </a:t>
                      </a:r>
                      <a:r>
                        <a:rPr lang="fr-FR" sz="1100" b="1" dirty="0"/>
                        <a:t>PARTIES PRENANTES, </a:t>
                      </a:r>
                      <a:r>
                        <a:rPr lang="fr-FR" sz="1100" dirty="0"/>
                        <a:t>les cartes </a:t>
                      </a:r>
                      <a:r>
                        <a:rPr lang="fr-FR" sz="1100" b="1" dirty="0">
                          <a:solidFill>
                            <a:schemeClr val="accent6"/>
                          </a:solidFill>
                        </a:rPr>
                        <a:t>ÉVÉNEMENTS</a:t>
                      </a:r>
                      <a:r>
                        <a:rPr lang="fr-FR" sz="1100" dirty="0"/>
                        <a:t> peuvent représenter des événements réguliers de l’équipe (réunions récurrentes, sorties, célébrations, …) sur lesquels diverses crises peuvent avoir lieu : </a:t>
                      </a:r>
                      <a:r>
                        <a:rPr lang="fr-FR" sz="1100" i="1" dirty="0"/>
                        <a:t>malaises, conflits, décalages, accidents, …</a:t>
                      </a:r>
                    </a:p>
                  </a:txBody>
                  <a:tcPr/>
                </a:tc>
                <a:extLst>
                  <a:ext uri="{0D108BD9-81ED-4DB2-BD59-A6C34878D82A}">
                    <a16:rowId xmlns:a16="http://schemas.microsoft.com/office/drawing/2014/main" val="1824107877"/>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1035027814"/>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391855077"/>
              </p:ext>
            </p:extLst>
          </p:nvPr>
        </p:nvGraphicFramePr>
        <p:xfrm>
          <a:off x="362762" y="1821540"/>
          <a:ext cx="6191648" cy="30327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CC-BY-3.0</a:t>
                      </a:r>
                    </a:p>
                  </a:txBody>
                  <a:tcPr/>
                </a:tc>
                <a:tc>
                  <a:txBody>
                    <a:bodyPr/>
                    <a:lstStyle/>
                    <a:p>
                      <a:r>
                        <a:rPr lang="fr-FR" sz="1200" dirty="0"/>
                        <a:t>Version de départ</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Alexandre QUACH</a:t>
                      </a:r>
                    </a:p>
                    <a:p>
                      <a:r>
                        <a:rPr lang="fr-FR" sz="1200"/>
                        <a:t>Michael OLIERIC</a:t>
                      </a:r>
                      <a:endParaRPr lang="fr-FR" sz="1200" dirty="0"/>
                    </a:p>
                    <a:p>
                      <a:r>
                        <a:rPr lang="fr-FR" sz="1200" dirty="0"/>
                        <a:t>Bruno CHASSAGNE</a:t>
                      </a:r>
                    </a:p>
                  </a:txBody>
                  <a:tcPr/>
                </a:tc>
                <a:tc>
                  <a:txBody>
                    <a:bodyPr/>
                    <a:lstStyle/>
                    <a:p>
                      <a:r>
                        <a:rPr lang="fr-FR" sz="1200" dirty="0"/>
                        <a:t>CC-BY-3.0</a:t>
                      </a:r>
                    </a:p>
                  </a:txBody>
                  <a:tcPr/>
                </a:tc>
                <a:tc>
                  <a:txBody>
                    <a:bodyPr/>
                    <a:lstStyle/>
                    <a:p>
                      <a:r>
                        <a:rPr lang="fr-FR" sz="1200" dirty="0"/>
                        <a:t>Ajout des cartes et crises </a:t>
                      </a:r>
                      <a:r>
                        <a:rPr lang="fr-FR" sz="1200" b="1" dirty="0">
                          <a:solidFill>
                            <a:srgbClr val="7030A0"/>
                          </a:solidFill>
                          <a:cs typeface="Calibri"/>
                        </a:rPr>
                        <a:t>OUTILS</a:t>
                      </a:r>
                      <a:r>
                        <a:rPr lang="fr-FR" sz="1200" dirty="0"/>
                        <a:t> et </a:t>
                      </a:r>
                      <a:r>
                        <a:rPr lang="fr-FR" sz="1200" b="1" dirty="0">
                          <a:solidFill>
                            <a:schemeClr val="accent6"/>
                          </a:solidFill>
                        </a:rPr>
                        <a:t>ÉVÉNEMENTS</a:t>
                      </a:r>
                      <a:endParaRPr lang="fr-FR" sz="1200" dirty="0"/>
                    </a:p>
                  </a:txBody>
                  <a:tcPr/>
                </a:tc>
                <a:extLst>
                  <a:ext uri="{0D108BD9-81ED-4DB2-BD59-A6C34878D82A}">
                    <a16:rowId xmlns:a16="http://schemas.microsoft.com/office/drawing/2014/main" val="3565347869"/>
                  </a:ext>
                </a:extLst>
              </a:tr>
              <a:tr h="370840">
                <a:tc>
                  <a:txBody>
                    <a:bodyPr/>
                    <a:lstStyle/>
                    <a:p>
                      <a:r>
                        <a:rPr lang="fr-FR" sz="1200" dirty="0"/>
                        <a:t>1.2</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CC-BY-3.0</a:t>
                      </a:r>
                    </a:p>
                    <a:p>
                      <a:endParaRPr lang="fr-FR" sz="1200" dirty="0"/>
                    </a:p>
                  </a:txBody>
                  <a:tcPr/>
                </a:tc>
                <a:tc>
                  <a:txBody>
                    <a:bodyPr/>
                    <a:lstStyle/>
                    <a:p>
                      <a:r>
                        <a:rPr lang="fr-FR" sz="1200" dirty="0"/>
                        <a:t>Améliorations mineures, corrections</a:t>
                      </a:r>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437" y="643466"/>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1988598" y="5891367"/>
            <a:ext cx="7572652" cy="646331"/>
          </a:xfrm>
          <a:prstGeom prst="rect">
            <a:avLst/>
          </a:prstGeom>
          <a:noFill/>
        </p:spPr>
        <p:txBody>
          <a:bodyPr wrap="square" rtlCol="0">
            <a:spAutoFit/>
          </a:bodyPr>
          <a:lstStyle/>
          <a:p>
            <a:pPr algn="ctr"/>
            <a:r>
              <a:rPr lang="fr-FR" sz="3600" b="1" i="1" dirty="0">
                <a:solidFill>
                  <a:srgbClr val="0683AA"/>
                </a:solidFill>
              </a:rPr>
              <a:t>A vous de jouer, à vous de transmettre</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b="0" dirty="0"/>
              <a:t>💪ROBUSTEAM</a:t>
            </a:r>
            <a:br>
              <a:rPr lang="fr-FR" sz="3200" dirty="0"/>
            </a:br>
            <a:r>
              <a:rPr lang="fr-FR" sz="3200" dirty="0"/>
              <a:t>Jeu de base</a:t>
            </a:r>
            <a:br>
              <a:rPr lang="fr-FR" sz="3200" dirty="0"/>
            </a:br>
            <a:r>
              <a:rPr lang="fr-FR" sz="3200" dirty="0"/>
              <a:t>Cartes à imprimer ou à extraire en images</a:t>
            </a:r>
          </a:p>
        </p:txBody>
      </p:sp>
    </p:spTree>
    <p:extLst>
      <p:ext uri="{BB962C8B-B14F-4D97-AF65-F5344CB8AC3E}">
        <p14:creationId xmlns:p14="http://schemas.microsoft.com/office/powerpoint/2010/main" val="4029630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908831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doit s’absenter dès demain pour une durée de 5 semaines, sans pouvoir être contacté(e).</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Une pandémie mondiale rend euphorique (rire incontrôlable non létal) pendant 40 minutes après 20 minutes de réunion. </a:t>
            </a:r>
            <a:r>
              <a:rPr lang="fr-FR" sz="1200" b="1" dirty="0">
                <a:solidFill>
                  <a:srgbClr val="ED7D31"/>
                </a:solidFill>
              </a:rPr>
              <a:t>{MEMBRE} </a:t>
            </a:r>
            <a:r>
              <a:rPr lang="fr-FR" sz="1200" dirty="0">
                <a:solidFill>
                  <a:srgbClr val="FF0000"/>
                </a:solidFill>
              </a:rPr>
              <a:t>est seul(e) dans l’équipe à être immunisé. </a:t>
            </a:r>
          </a:p>
          <a:p>
            <a:pPr algn="ctr"/>
            <a:endParaRPr lang="fr-FR" sz="1200" dirty="0">
              <a:solidFill>
                <a:srgbClr val="FF0000"/>
              </a:solidFill>
            </a:endParaRP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gagné à la loterie et décide de partir pour une année de voyages dans un trimestre maximum.</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{MEMBRE} </a:t>
            </a:r>
            <a:r>
              <a:rPr lang="fr-FR" sz="1200" dirty="0">
                <a:solidFill>
                  <a:srgbClr val="FF0000"/>
                </a:solidFill>
              </a:rPr>
              <a:t>et </a:t>
            </a:r>
            <a:r>
              <a:rPr lang="fr-FR" sz="1200" b="1" dirty="0">
                <a:solidFill>
                  <a:srgbClr val="ED7D31"/>
                </a:solidFill>
              </a:rPr>
              <a:t>{MEMBRE}</a:t>
            </a:r>
            <a:r>
              <a:rPr lang="fr-FR" sz="1200" dirty="0">
                <a:solidFill>
                  <a:srgbClr val="FF0000"/>
                </a:solidFill>
              </a:rPr>
              <a:t> sont désormais à mi-temps pour 6 mois. Vos objectifs d’équipe ne changent pas et personne ne prend en compte ce fait. </a:t>
            </a:r>
          </a:p>
          <a:p>
            <a:pPr algn="ctr"/>
            <a:endParaRPr lang="fr-FR" sz="1200" dirty="0">
              <a:solidFill>
                <a:srgbClr val="FF0000"/>
              </a:solidFill>
            </a:endParaRP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très mécontent(e) et tendu vis-à-vis de l’équipe, mais semble avoir décidé de ne pas l’exprimer officiellement et de durcir les contacts.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Heureux événement, </a:t>
            </a:r>
            <a:r>
              <a:rPr lang="fr-FR" sz="1200" b="1" dirty="0">
                <a:solidFill>
                  <a:srgbClr val="ED7D31"/>
                </a:solidFill>
              </a:rPr>
              <a:t>{MEMBRE} </a:t>
            </a:r>
            <a:r>
              <a:rPr lang="fr-FR" sz="1200" dirty="0">
                <a:solidFill>
                  <a:srgbClr val="FF0000"/>
                </a:solidFill>
              </a:rPr>
              <a:t>a eu des quadruplés et risque d’être BEAUCOUP moins en forme pour au moins quelques années.</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Les priorités de </a:t>
            </a:r>
            <a:r>
              <a:rPr lang="fr-FR" sz="1200" b="1" dirty="0">
                <a:solidFill>
                  <a:schemeClr val="tx1"/>
                </a:solidFill>
              </a:rPr>
              <a:t>{PARTIE PRENANTE} </a:t>
            </a:r>
            <a:r>
              <a:rPr lang="fr-FR" sz="1200" dirty="0">
                <a:solidFill>
                  <a:srgbClr val="FF0000"/>
                </a:solidFill>
              </a:rPr>
              <a:t>ont changé du tout au tout du jour au lendemain. Tous les travaux commencé n’ont plus de soutien, ni de demande, et sont même mal vus. </a:t>
            </a: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nouvel homologue de  </a:t>
            </a:r>
            <a:r>
              <a:rPr lang="fr-FR" sz="1200" b="1" dirty="0">
                <a:solidFill>
                  <a:schemeClr val="tx1"/>
                </a:solidFill>
              </a:rPr>
              <a:t>{PARTIE PRENANTE} </a:t>
            </a:r>
            <a:r>
              <a:rPr lang="fr-FR" sz="1200" dirty="0">
                <a:solidFill>
                  <a:srgbClr val="FF0000"/>
                </a:solidFill>
              </a:rPr>
              <a:t>(qui a la même fonction ou rôle) doit intégrer l’équipe et travailler avec vous au quotidien.</a:t>
            </a:r>
          </a:p>
          <a:p>
            <a:pPr algn="ctr"/>
            <a:r>
              <a:rPr lang="fr-FR" sz="1200" dirty="0">
                <a:solidFill>
                  <a:srgbClr val="FF0000"/>
                </a:solidFill>
              </a:rPr>
              <a:t> </a:t>
            </a:r>
          </a:p>
          <a:p>
            <a:pPr algn="ctr"/>
            <a:r>
              <a:rPr lang="fr-FR" sz="1200" dirty="0">
                <a:solidFill>
                  <a:srgbClr val="FF0000"/>
                </a:solidFill>
              </a:rPr>
              <a:t>Qu’allez-vous faire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6B241340-6C02-40DF-8197-FFF66EE39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015E275-A420-4053-880F-82E64E58F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A5A63091-6866-48D9-802A-D891C94000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473670AF-0039-4CB2-9CA1-6C2E1A34C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FBDFEEE9-CEF8-4F69-AB1D-E9E240CF5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F9B76C52-2496-4CAE-AB94-A71AD5B3F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F576D668-D56D-4D0B-84AA-23DCA821E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29E07024-6384-4174-BE1C-6887C918D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143862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339583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a décidé de partir du jour au lendemain pour aller s’installer élever des chèvres loin de tout, sans répondre aux messages et ne pouvant répondre qu’au téléphone fixe.</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a crié sur</a:t>
            </a:r>
            <a:r>
              <a:rPr lang="fr-FR" sz="1200" b="1" dirty="0">
                <a:solidFill>
                  <a:srgbClr val="ED7D31"/>
                </a:solidFill>
              </a:rPr>
              <a:t> {MEMBRE}</a:t>
            </a:r>
            <a:r>
              <a:rPr lang="fr-FR" sz="1200" dirty="0">
                <a:solidFill>
                  <a:srgbClr val="FF0000"/>
                </a:solidFill>
              </a:rPr>
              <a:t> en réunion. Ce(-</a:t>
            </a:r>
            <a:r>
              <a:rPr lang="fr-FR" sz="1200" dirty="0" err="1">
                <a:solidFill>
                  <a:srgbClr val="FF0000"/>
                </a:solidFill>
              </a:rPr>
              <a:t>tte</a:t>
            </a:r>
            <a:r>
              <a:rPr lang="fr-FR" sz="1200" dirty="0">
                <a:solidFill>
                  <a:srgbClr val="FF0000"/>
                </a:solidFill>
              </a:rPr>
              <a:t>) dernier(-ère) ne souhaite pas risquer la confrontation mais semble très mal à l’aise au quotidien depuis 2 semaines.</a:t>
            </a: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fortement brouillée avec </a:t>
            </a:r>
            <a:r>
              <a:rPr lang="fr-FR" sz="1200" b="1" dirty="0">
                <a:solidFill>
                  <a:schemeClr val="tx1"/>
                </a:solidFill>
              </a:rPr>
              <a:t>{PARTIE PRENANTE} </a:t>
            </a:r>
            <a:r>
              <a:rPr lang="fr-FR" sz="1200" dirty="0">
                <a:solidFill>
                  <a:srgbClr val="FF0000"/>
                </a:solidFill>
              </a:rPr>
              <a:t>et souhaite ne plus collaborer avec, quitte à réduire ses relations avec votre équipe.</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réunion en ligne sur un sujet confidentiel, </a:t>
            </a:r>
            <a:r>
              <a:rPr lang="fr-FR" sz="1200" b="1" dirty="0">
                <a:solidFill>
                  <a:schemeClr val="tx1"/>
                </a:solidFill>
              </a:rPr>
              <a:t>{PARTIE PRENANTE} </a:t>
            </a:r>
            <a:r>
              <a:rPr lang="fr-FR" sz="1200" dirty="0">
                <a:solidFill>
                  <a:srgbClr val="FF0000"/>
                </a:solidFill>
              </a:rPr>
              <a:t>n’a pas allumé sa vidéo. Sa voix et son comportement semblent différents de d’habitude, si bien que </a:t>
            </a:r>
            <a:r>
              <a:rPr lang="fr-FR" sz="1200" b="1" dirty="0">
                <a:solidFill>
                  <a:srgbClr val="ED7D31"/>
                </a:solidFill>
              </a:rPr>
              <a:t>{MEMBRE}</a:t>
            </a:r>
            <a:r>
              <a:rPr lang="fr-FR" sz="1200" dirty="0">
                <a:solidFill>
                  <a:srgbClr val="FF0000"/>
                </a:solidFill>
              </a:rPr>
              <a:t> doute de son identité.</a:t>
            </a:r>
          </a:p>
          <a:p>
            <a:pPr algn="ctr"/>
            <a:r>
              <a:rPr lang="fr-FR" sz="1200" dirty="0">
                <a:solidFill>
                  <a:srgbClr val="FF0000"/>
                </a:solidFill>
              </a:rPr>
              <a:t> 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En pleine visioconférence d’équipe, vous assistez à un malaise de </a:t>
            </a:r>
            <a:r>
              <a:rPr lang="fr-FR" sz="1200" b="1" dirty="0">
                <a:solidFill>
                  <a:srgbClr val="ED7D31"/>
                </a:solidFill>
              </a:rPr>
              <a:t>{MEMBRE} </a:t>
            </a:r>
            <a:r>
              <a:rPr lang="fr-FR" sz="1200" dirty="0">
                <a:solidFill>
                  <a:srgbClr val="FF0000"/>
                </a:solidFill>
              </a:rPr>
              <a:t>en direct, qui s’évanouit. A votre connaissance, il/elle est seul(e) chez lui/elle aujourd’hui.</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Tous les jours, à peu près au même moment de la journée, les toilettes HOMMES de l’étage sont bouchées et inutilisables. Cela fait plusieurs semaines que cela dure et rend difficile le quotidien.</a:t>
            </a:r>
          </a:p>
          <a:p>
            <a:pPr algn="ctr"/>
            <a:r>
              <a:rPr lang="fr-FR" sz="1200" dirty="0">
                <a:solidFill>
                  <a:srgbClr val="FF0000"/>
                </a:solidFill>
              </a:rPr>
              <a:t> 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un problème aux yeux et ne peut pas regarder l’écran plus de 3h par jour (temps pro) pendant quelques semaines. Pas d’arrêts maladie possible. </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bureau, depuis 2 semaines, </a:t>
            </a:r>
            <a:r>
              <a:rPr lang="fr-FR" sz="1200" b="1" dirty="0">
                <a:solidFill>
                  <a:srgbClr val="ED7D31"/>
                </a:solidFill>
              </a:rPr>
              <a:t>{MEMBRE}</a:t>
            </a:r>
            <a:r>
              <a:rPr lang="fr-FR" sz="1200" dirty="0">
                <a:solidFill>
                  <a:srgbClr val="FF0000"/>
                </a:solidFill>
              </a:rPr>
              <a:t> semble avoir une odeur très forte qui met en incapacité toutes les personnes aux alentours. On ne sait pas à quel point il/elle s’en rend compte.</a:t>
            </a:r>
          </a:p>
          <a:p>
            <a:pPr algn="ctr"/>
            <a:r>
              <a:rPr lang="fr-FR" sz="1200" dirty="0">
                <a:solidFill>
                  <a:srgbClr val="FF0000"/>
                </a:solidFill>
              </a:rPr>
              <a:t> 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89802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2994520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vient systématiquement en retard à une réunion importante (non reprogrammable) et cela vous met en difficulté devant </a:t>
            </a:r>
            <a:r>
              <a:rPr lang="fr-FR" sz="1200" b="1" dirty="0">
                <a:solidFill>
                  <a:schemeClr val="tx1"/>
                </a:solidFill>
              </a:rPr>
              <a:t>{PARTIE PRENANTE}.</a:t>
            </a: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club libertin contacte </a:t>
            </a:r>
            <a:r>
              <a:rPr lang="fr-FR" sz="1200" b="1" dirty="0">
                <a:solidFill>
                  <a:srgbClr val="ED7D31"/>
                </a:solidFill>
              </a:rPr>
              <a:t>{MEMBRE}</a:t>
            </a:r>
            <a:r>
              <a:rPr lang="fr-FR" sz="1200" dirty="0">
                <a:solidFill>
                  <a:srgbClr val="FF0000"/>
                </a:solidFill>
              </a:rPr>
              <a:t> en signalant qu’ils ont retrouvé le téléphone professionnel de </a:t>
            </a:r>
            <a:r>
              <a:rPr lang="fr-FR" sz="1200" b="1" dirty="0">
                <a:solidFill>
                  <a:srgbClr val="ED7D31"/>
                </a:solidFill>
              </a:rPr>
              <a:t>{MEMBRE}</a:t>
            </a:r>
            <a:r>
              <a:rPr lang="fr-FR" sz="1200" dirty="0">
                <a:solidFill>
                  <a:srgbClr val="FF0000"/>
                </a:solidFill>
              </a:rPr>
              <a:t>, que vous ne semblez pas pouvoir appeler depuis quelques jours.</a:t>
            </a: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Vous communiquez à </a:t>
            </a:r>
            <a:r>
              <a:rPr lang="fr-FR" sz="1200" b="1" dirty="0">
                <a:solidFill>
                  <a:schemeClr val="tx1"/>
                </a:solidFill>
              </a:rPr>
              <a:t>{PARTIE PRENANTE}</a:t>
            </a:r>
            <a:r>
              <a:rPr lang="fr-FR" sz="1200" dirty="0">
                <a:solidFill>
                  <a:srgbClr val="FF0000"/>
                </a:solidFill>
              </a:rPr>
              <a:t> un risque de sécurité (qui n’est pas de votre fait). Il/elle s’énerve sur vous, messagers de la mauvaise nouvelle, et menace de vous sanctionner.</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revient de voyage professionnel à New York, avec un dépassement de 10 000€ en forfait d’usage de données.</a:t>
            </a:r>
          </a:p>
          <a:p>
            <a:pPr algn="ctr"/>
            <a:endParaRPr lang="fr-FR" sz="1200" dirty="0">
              <a:solidFill>
                <a:srgbClr val="FF0000"/>
              </a:solidFill>
            </a:endParaRP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publiquement engagée au nom de votre équipe à des promesses pour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viennent, très contents, vous demander des comptes.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Après une dure semaine, vous vous retrouvez coincés ensemble dans l’ascenseur pendant plusieurs heures ! </a:t>
            </a:r>
            <a:r>
              <a:rPr lang="fr-FR" sz="1200" b="1" dirty="0">
                <a:solidFill>
                  <a:srgbClr val="ED7D31"/>
                </a:solidFill>
              </a:rPr>
              <a:t>{MEMBRE} </a:t>
            </a:r>
            <a:r>
              <a:rPr lang="fr-FR" sz="1200" dirty="0">
                <a:solidFill>
                  <a:srgbClr val="FF0000"/>
                </a:solidFill>
              </a:rPr>
              <a:t>a besoin de parler beaucoup pour déstresser et </a:t>
            </a:r>
            <a:r>
              <a:rPr lang="fr-FR" sz="1200" b="1" dirty="0">
                <a:solidFill>
                  <a:srgbClr val="ED7D31"/>
                </a:solidFill>
              </a:rPr>
              <a:t>{MEMBRE} </a:t>
            </a:r>
            <a:r>
              <a:rPr lang="fr-FR" sz="1200" dirty="0">
                <a:solidFill>
                  <a:srgbClr val="FF0000"/>
                </a:solidFill>
              </a:rPr>
              <a:t>a besoin de calme pour rester calme. 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remarquez que </a:t>
            </a:r>
            <a:r>
              <a:rPr lang="fr-FR" sz="1200" b="1" dirty="0">
                <a:solidFill>
                  <a:schemeClr val="tx1"/>
                </a:solidFill>
              </a:rPr>
              <a:t>{PARTIE PRENANTE} </a:t>
            </a:r>
            <a:r>
              <a:rPr lang="fr-FR" sz="1200" dirty="0">
                <a:solidFill>
                  <a:srgbClr val="FF0000"/>
                </a:solidFill>
              </a:rPr>
              <a:t>ne s’implique plus et passe ses journées à se divertir, ce qui vous met en difficulté pour avancer. </a:t>
            </a:r>
            <a:r>
              <a:rPr lang="fr-FR" sz="1200" b="1" dirty="0">
                <a:solidFill>
                  <a:srgbClr val="ED7D31"/>
                </a:solidFill>
              </a:rPr>
              <a:t>{MEMBRE} </a:t>
            </a:r>
            <a:r>
              <a:rPr lang="fr-FR" sz="1200" dirty="0">
                <a:solidFill>
                  <a:srgbClr val="FF0000"/>
                </a:solidFill>
              </a:rPr>
              <a:t>n’en peut plus de la surcharge que cela lui créé. 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Par inadvertance, </a:t>
            </a:r>
            <a:r>
              <a:rPr lang="fr-FR" sz="1200" b="1" dirty="0">
                <a:solidFill>
                  <a:srgbClr val="ED7D31"/>
                </a:solidFill>
              </a:rPr>
              <a:t>{MEMBRE} </a:t>
            </a:r>
            <a:r>
              <a:rPr lang="fr-FR" sz="1200" dirty="0">
                <a:solidFill>
                  <a:srgbClr val="FF0000"/>
                </a:solidFill>
              </a:rPr>
              <a:t>a marché sur le pied de</a:t>
            </a:r>
            <a:r>
              <a:rPr lang="fr-FR" sz="1200" b="1" dirty="0">
                <a:solidFill>
                  <a:schemeClr val="tx1"/>
                </a:solidFill>
              </a:rPr>
              <a:t> {PARTIE PRENANTE}  </a:t>
            </a:r>
            <a:r>
              <a:rPr lang="fr-FR" sz="1200" dirty="0">
                <a:solidFill>
                  <a:srgbClr val="FF0000"/>
                </a:solidFill>
              </a:rPr>
              <a:t>qui  sursaute de douleur, roule dans l’escalier, </a:t>
            </a:r>
            <a:r>
              <a:rPr lang="fr-FR" sz="1200">
                <a:solidFill>
                  <a:srgbClr val="FF0000"/>
                </a:solidFill>
              </a:rPr>
              <a:t>s’écrase contre </a:t>
            </a:r>
            <a:r>
              <a:rPr lang="fr-FR" sz="1200" dirty="0">
                <a:solidFill>
                  <a:srgbClr val="FF0000"/>
                </a:solidFill>
              </a:rPr>
              <a:t>sur une bibliothèque et les livres lui tombent dessus.</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321249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006138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envoyé des fichiers presque confidentiels à son/sa conjoint(e), que vous connaissez très bien et que vous appréciez, mais qui travaille chez la concurrence.</a:t>
            </a:r>
          </a:p>
          <a:p>
            <a:pPr algn="ctr"/>
            <a:r>
              <a:rPr lang="fr-FR" sz="1200" dirty="0">
                <a:solidFill>
                  <a:srgbClr val="FF0000"/>
                </a:solidFill>
              </a:rPr>
              <a:t> 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vraiment très mal dans sa peau personnellement même si professionnellement tout continue de bien fonctionner.</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est déçu des performances de </a:t>
            </a:r>
            <a:r>
              <a:rPr lang="fr-FR" sz="1200" b="1" dirty="0">
                <a:solidFill>
                  <a:srgbClr val="ED7D31"/>
                </a:solidFill>
              </a:rPr>
              <a:t>{MEMBRE} </a:t>
            </a:r>
            <a:r>
              <a:rPr lang="fr-FR" sz="1200" dirty="0">
                <a:solidFill>
                  <a:srgbClr val="FF0000"/>
                </a:solidFill>
              </a:rPr>
              <a:t>et en parle à </a:t>
            </a:r>
            <a:r>
              <a:rPr lang="fr-FR" sz="1200" b="1" dirty="0">
                <a:solidFill>
                  <a:srgbClr val="ED7D31"/>
                </a:solidFill>
              </a:rPr>
              <a:t>{MEMBRE}</a:t>
            </a:r>
            <a:r>
              <a:rPr lang="fr-FR" sz="1200" dirty="0">
                <a:solidFill>
                  <a:srgbClr val="FF0000"/>
                </a:solidFill>
              </a:rPr>
              <a:t> en privé, en demandant de garder confidentiel car il/elle souhaite le/la sortir de l’équipe.</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une partie de</a:t>
            </a:r>
            <a:r>
              <a:rPr lang="fr-FR" sz="1200" b="1" dirty="0">
                <a:solidFill>
                  <a:srgbClr val="0683AA"/>
                </a:solidFill>
              </a:rPr>
              <a:t>💪ROBUSTEAM </a:t>
            </a:r>
            <a:r>
              <a:rPr lang="fr-FR" sz="1200" dirty="0">
                <a:solidFill>
                  <a:srgbClr val="FF0000"/>
                </a:solidFill>
              </a:rPr>
              <a:t>qui semble avoir mal tourné,</a:t>
            </a:r>
            <a:r>
              <a:rPr lang="fr-FR" sz="1200" b="1" dirty="0">
                <a:solidFill>
                  <a:srgbClr val="FF0000"/>
                </a:solidFill>
              </a:rPr>
              <a:t>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sont en froid et ne se parlent presque plus.</a:t>
            </a:r>
          </a:p>
          <a:p>
            <a:pPr algn="ctr"/>
            <a:endParaRPr lang="fr-FR" sz="1200" dirty="0">
              <a:solidFill>
                <a:srgbClr val="FF0000"/>
              </a:solidFill>
            </a:endParaRP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fortement brouillée avec </a:t>
            </a:r>
            <a:r>
              <a:rPr lang="fr-FR" sz="1200" b="1" dirty="0">
                <a:solidFill>
                  <a:srgbClr val="ED7D31"/>
                </a:solidFill>
              </a:rPr>
              <a:t>{MEMBRE} </a:t>
            </a:r>
            <a:r>
              <a:rPr lang="fr-FR" sz="1200" dirty="0">
                <a:solidFill>
                  <a:srgbClr val="FF0000"/>
                </a:solidFill>
              </a:rPr>
              <a:t>et souhaite ne plus collaborer avec du tout, quitte à réduire ses relations avec votre équipe.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des réticences à transmettre ses connaissances à </a:t>
            </a:r>
            <a:r>
              <a:rPr lang="fr-FR" sz="1200" b="1" dirty="0">
                <a:solidFill>
                  <a:srgbClr val="ED7D31"/>
                </a:solidFill>
              </a:rPr>
              <a:t>{MEMBRE} </a:t>
            </a:r>
            <a:r>
              <a:rPr lang="fr-FR" sz="1200" dirty="0">
                <a:solidFill>
                  <a:srgbClr val="FF0000"/>
                </a:solidFill>
              </a:rPr>
              <a:t>après l’annonce d’une réorganisation des périmètres de chacun.</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réunion vidéo sur un sujet important avec beaucoup de monde, </a:t>
            </a:r>
            <a:r>
              <a:rPr lang="fr-FR" sz="1200" b="1" dirty="0">
                <a:solidFill>
                  <a:schemeClr val="tx1"/>
                </a:solidFill>
              </a:rPr>
              <a:t>{PARTIE PRENANTE}</a:t>
            </a:r>
            <a:r>
              <a:rPr lang="fr-FR" sz="1200" dirty="0">
                <a:solidFill>
                  <a:srgbClr val="FF0000"/>
                </a:solidFill>
              </a:rPr>
              <a:t> a mis en arrière-plan une photo gênante de lui/elle-même sur la plage.</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Sans être vus, vous assistez à un vol de matériel (cher) de la part de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sont en ce moment essentiels pour la suite de votre projet.</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8BEAB892-5DCF-47CD-91B7-13C46C1DF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37FF0387-7151-454D-B422-59D2E6EF4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FC6ABD3F-509F-43FC-9849-39817A9F1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A249DCE0-7F4B-4C46-BD82-DF120AAA5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75F9199F-6B63-492A-BC9C-D25727F68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C177EC33-080A-48EA-8DE3-8581C11ECE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9EE0DF44-D22D-42B1-B20A-FD70A2A58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174FDF9C-B4EB-4AEB-BCF3-D258783D3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4270942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189190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pic>
        <p:nvPicPr>
          <p:cNvPr id="18" name="Image 17">
            <a:extLst>
              <a:ext uri="{FF2B5EF4-FFF2-40B4-BE49-F238E27FC236}">
                <a16:creationId xmlns:a16="http://schemas.microsoft.com/office/drawing/2014/main" id="{09676DA4-5CCA-40F1-AC14-C6B397A2D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E68C9CB1-C4E5-4151-97F4-CAA52F002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72F33178-F9A8-4B8F-9F4D-4B47E8958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2FFB66D6-F33E-4699-AD42-041BB8C38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0D94ACE2-7CB8-4CF5-9BB4-6C328628A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BA214611-E3E9-4BB4-8A3D-0FB4FDF16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031BB90-E13C-48D0-A25A-1307062B8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B5F5FF39-5F2F-4E2A-AE60-A0257922B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696496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711920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pic>
        <p:nvPicPr>
          <p:cNvPr id="18" name="Image 17">
            <a:extLst>
              <a:ext uri="{FF2B5EF4-FFF2-40B4-BE49-F238E27FC236}">
                <a16:creationId xmlns:a16="http://schemas.microsoft.com/office/drawing/2014/main" id="{A030F7FE-29D4-4845-A215-8B23F804C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A03A9D3A-3B0D-481E-9BC6-BAF4484F9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F04E4539-EB48-456B-9AC5-E59A2CCD2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5DEFA4FD-0CD8-48B5-AFE6-36CFB6038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E2BECAF9-00A6-43AA-B087-B4278E0FD7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D07DE49B-6D15-4523-BB3D-025F5AD8A7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E36DF20-2DDD-40CA-B214-2178F9277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7A3843C8-FCAD-426B-A9F7-C6364C3E6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776845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Tree>
    <p:extLst>
      <p:ext uri="{BB962C8B-B14F-4D97-AF65-F5344CB8AC3E}">
        <p14:creationId xmlns:p14="http://schemas.microsoft.com/office/powerpoint/2010/main" val="3423386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3" name="Rectangle 12">
            <a:extLst>
              <a:ext uri="{FF2B5EF4-FFF2-40B4-BE49-F238E27FC236}">
                <a16:creationId xmlns:a16="http://schemas.microsoft.com/office/drawing/2014/main" id="{9748BCBA-407A-477B-AF7A-98F4806EDE58}"/>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4" name="Rectangle 13">
            <a:extLst>
              <a:ext uri="{FF2B5EF4-FFF2-40B4-BE49-F238E27FC236}">
                <a16:creationId xmlns:a16="http://schemas.microsoft.com/office/drawing/2014/main" id="{FF539580-5CBB-4244-96D8-5B93CAA99056}"/>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5" name="Rectangle 14">
            <a:extLst>
              <a:ext uri="{FF2B5EF4-FFF2-40B4-BE49-F238E27FC236}">
                <a16:creationId xmlns:a16="http://schemas.microsoft.com/office/drawing/2014/main" id="{FF4D6188-64C6-402D-8604-91B76C3D92E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6" name="Rectangle 15">
            <a:extLst>
              <a:ext uri="{FF2B5EF4-FFF2-40B4-BE49-F238E27FC236}">
                <a16:creationId xmlns:a16="http://schemas.microsoft.com/office/drawing/2014/main" id="{90928F47-B07B-4C12-811B-469DE2664234}"/>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7" name="Rectangle 16">
            <a:extLst>
              <a:ext uri="{FF2B5EF4-FFF2-40B4-BE49-F238E27FC236}">
                <a16:creationId xmlns:a16="http://schemas.microsoft.com/office/drawing/2014/main" id="{9BDBC3F6-824F-4395-B8C9-BE044B78EEB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8" name="Rectangle 17">
            <a:extLst>
              <a:ext uri="{FF2B5EF4-FFF2-40B4-BE49-F238E27FC236}">
                <a16:creationId xmlns:a16="http://schemas.microsoft.com/office/drawing/2014/main" id="{6A06F217-6DE4-48E2-A995-1070977BF11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9" name="Rectangle 18">
            <a:extLst>
              <a:ext uri="{FF2B5EF4-FFF2-40B4-BE49-F238E27FC236}">
                <a16:creationId xmlns:a16="http://schemas.microsoft.com/office/drawing/2014/main" id="{4AD8801F-4405-4E8E-AC66-00DAAA82E8B2}"/>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20" name="Rectangle 19">
            <a:extLst>
              <a:ext uri="{FF2B5EF4-FFF2-40B4-BE49-F238E27FC236}">
                <a16:creationId xmlns:a16="http://schemas.microsoft.com/office/drawing/2014/main" id="{488D8D06-895C-4B1D-9DEA-71ADF5A9FA09}"/>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pic>
        <p:nvPicPr>
          <p:cNvPr id="21" name="Image 20">
            <a:extLst>
              <a:ext uri="{FF2B5EF4-FFF2-40B4-BE49-F238E27FC236}">
                <a16:creationId xmlns:a16="http://schemas.microsoft.com/office/drawing/2014/main" id="{5C0BEBF5-D39D-4D37-80AC-3F91F3C92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2267E608-0021-4D56-B3A9-67A5EBB46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0A048F29-D62C-485F-8A6B-987616715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4E204C4-7697-4D78-B355-15F4ED277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084D5C0-AB47-4FA6-90FE-3A8F388DB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2B0BBB5-8BB6-46E3-9C16-89D065894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A974C3B-D28A-4338-B789-1253E0AAD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BB85DEF2-53AB-41F3-9714-7AA6E9EBA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18801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Tree>
    <p:extLst>
      <p:ext uri="{BB962C8B-B14F-4D97-AF65-F5344CB8AC3E}">
        <p14:creationId xmlns:p14="http://schemas.microsoft.com/office/powerpoint/2010/main" val="188699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21" name="Rectangle 20">
            <a:extLst>
              <a:ext uri="{FF2B5EF4-FFF2-40B4-BE49-F238E27FC236}">
                <a16:creationId xmlns:a16="http://schemas.microsoft.com/office/drawing/2014/main" id="{6C56BC87-1DC6-4D8F-8A50-0374A550566F}"/>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2" name="Rectangle 21">
            <a:extLst>
              <a:ext uri="{FF2B5EF4-FFF2-40B4-BE49-F238E27FC236}">
                <a16:creationId xmlns:a16="http://schemas.microsoft.com/office/drawing/2014/main" id="{9F89C087-6D06-4836-90A2-05716CC31839}"/>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3" name="Rectangle 22">
            <a:extLst>
              <a:ext uri="{FF2B5EF4-FFF2-40B4-BE49-F238E27FC236}">
                <a16:creationId xmlns:a16="http://schemas.microsoft.com/office/drawing/2014/main" id="{C7C66249-C32A-440C-BFD9-2AC92B2A2F0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4" name="Rectangle 23">
            <a:extLst>
              <a:ext uri="{FF2B5EF4-FFF2-40B4-BE49-F238E27FC236}">
                <a16:creationId xmlns:a16="http://schemas.microsoft.com/office/drawing/2014/main" id="{395DAFB4-FC96-4972-BBED-E193FDA17431}"/>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5" name="Rectangle 24">
            <a:extLst>
              <a:ext uri="{FF2B5EF4-FFF2-40B4-BE49-F238E27FC236}">
                <a16:creationId xmlns:a16="http://schemas.microsoft.com/office/drawing/2014/main" id="{EE86D13D-D0BB-4851-9E9A-4F90E36B7CEF}"/>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6" name="Rectangle 25">
            <a:extLst>
              <a:ext uri="{FF2B5EF4-FFF2-40B4-BE49-F238E27FC236}">
                <a16:creationId xmlns:a16="http://schemas.microsoft.com/office/drawing/2014/main" id="{2955E394-4901-4855-AC66-F31BDC2A21A2}"/>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7" name="Rectangle 26">
            <a:extLst>
              <a:ext uri="{FF2B5EF4-FFF2-40B4-BE49-F238E27FC236}">
                <a16:creationId xmlns:a16="http://schemas.microsoft.com/office/drawing/2014/main" id="{2492D662-0B06-43B2-A878-607D47DFE52F}"/>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8" name="Rectangle 27">
            <a:extLst>
              <a:ext uri="{FF2B5EF4-FFF2-40B4-BE49-F238E27FC236}">
                <a16:creationId xmlns:a16="http://schemas.microsoft.com/office/drawing/2014/main" id="{7B3FCEBB-73B2-4F4E-8837-D8023EB0757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Tree>
    <p:extLst>
      <p:ext uri="{BB962C8B-B14F-4D97-AF65-F5344CB8AC3E}">
        <p14:creationId xmlns:p14="http://schemas.microsoft.com/office/powerpoint/2010/main" val="2411064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t>EXTENSIONS </a:t>
            </a:r>
            <a:br>
              <a:rPr lang="fr-FR" sz="4800" dirty="0"/>
            </a:br>
            <a:r>
              <a:rPr lang="fr-FR" sz="4800" dirty="0">
                <a:solidFill>
                  <a:srgbClr val="7030A0"/>
                </a:solidFill>
              </a:rPr>
              <a:t>🛠</a:t>
            </a:r>
            <a:br>
              <a:rPr lang="fr-FR" sz="4800" dirty="0">
                <a:solidFill>
                  <a:srgbClr val="7030A0"/>
                </a:solidFill>
              </a:rPr>
            </a:br>
            <a:r>
              <a:rPr lang="fr-FR" sz="4800" dirty="0">
                <a:solidFill>
                  <a:srgbClr val="7030A0"/>
                </a:solidFill>
              </a:rPr>
              <a:t>OUTIL</a:t>
            </a:r>
            <a:br>
              <a:rPr lang="en-US" sz="3200" b="1" dirty="0">
                <a:solidFill>
                  <a:schemeClr val="bg1"/>
                </a:solidFill>
              </a:rPr>
            </a:br>
            <a:r>
              <a:rPr lang="fr-FR" sz="3200" dirty="0"/>
              <a:t>Cartes à imprimer ou à extraire en images</a:t>
            </a:r>
          </a:p>
        </p:txBody>
      </p:sp>
    </p:spTree>
    <p:extLst>
      <p:ext uri="{BB962C8B-B14F-4D97-AF65-F5344CB8AC3E}">
        <p14:creationId xmlns:p14="http://schemas.microsoft.com/office/powerpoint/2010/main" val="2503506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Tree>
    <p:extLst>
      <p:ext uri="{BB962C8B-B14F-4D97-AF65-F5344CB8AC3E}">
        <p14:creationId xmlns:p14="http://schemas.microsoft.com/office/powerpoint/2010/main" val="311573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3" name="Rectangle 12">
            <a:extLst>
              <a:ext uri="{FF2B5EF4-FFF2-40B4-BE49-F238E27FC236}">
                <a16:creationId xmlns:a16="http://schemas.microsoft.com/office/drawing/2014/main" id="{14861DAA-1397-4229-9007-19FDAE4AE24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4" name="Rectangle 13">
            <a:extLst>
              <a:ext uri="{FF2B5EF4-FFF2-40B4-BE49-F238E27FC236}">
                <a16:creationId xmlns:a16="http://schemas.microsoft.com/office/drawing/2014/main" id="{599E3EBC-5BD6-47E6-AA13-4F85D7303655}"/>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5" name="Rectangle 14">
            <a:extLst>
              <a:ext uri="{FF2B5EF4-FFF2-40B4-BE49-F238E27FC236}">
                <a16:creationId xmlns:a16="http://schemas.microsoft.com/office/drawing/2014/main" id="{E7280A74-FFC2-4CC1-953C-349DD577DF8F}"/>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6" name="Rectangle 15">
            <a:extLst>
              <a:ext uri="{FF2B5EF4-FFF2-40B4-BE49-F238E27FC236}">
                <a16:creationId xmlns:a16="http://schemas.microsoft.com/office/drawing/2014/main" id="{B0540130-549C-4EF3-A6EE-7F5199F20FED}"/>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7" name="Rectangle 16">
            <a:extLst>
              <a:ext uri="{FF2B5EF4-FFF2-40B4-BE49-F238E27FC236}">
                <a16:creationId xmlns:a16="http://schemas.microsoft.com/office/drawing/2014/main" id="{F59F0B16-C95E-40B1-923E-7FA3D7ED386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8" name="Rectangle 17">
            <a:extLst>
              <a:ext uri="{FF2B5EF4-FFF2-40B4-BE49-F238E27FC236}">
                <a16:creationId xmlns:a16="http://schemas.microsoft.com/office/drawing/2014/main" id="{D2D45D6C-1923-43C3-98A5-5506ED611D45}"/>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9" name="Rectangle 18">
            <a:extLst>
              <a:ext uri="{FF2B5EF4-FFF2-40B4-BE49-F238E27FC236}">
                <a16:creationId xmlns:a16="http://schemas.microsoft.com/office/drawing/2014/main" id="{2217F177-4CF3-4B64-B089-AA2B42CF5AB6}"/>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20" name="Rectangle 19">
            <a:extLst>
              <a:ext uri="{FF2B5EF4-FFF2-40B4-BE49-F238E27FC236}">
                <a16:creationId xmlns:a16="http://schemas.microsoft.com/office/drawing/2014/main" id="{45B68114-5BBA-4A11-81C0-138997BE5DA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pic>
        <p:nvPicPr>
          <p:cNvPr id="21" name="Image 20">
            <a:extLst>
              <a:ext uri="{FF2B5EF4-FFF2-40B4-BE49-F238E27FC236}">
                <a16:creationId xmlns:a16="http://schemas.microsoft.com/office/drawing/2014/main" id="{360042EE-E47F-4BBA-895D-01F9F3F26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3693DDD-D4C1-48EC-BFDC-ECAFCB7B1F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9CBBAE80-B704-42A5-A610-89D581A6E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E3475CB-9E8B-474C-B1B5-726EB7E9B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160073D1-5138-462B-A7D6-895D760BA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0354B71B-372C-44CF-BF54-F5C98EEA3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76FD7E37-EE32-4D4A-BFBF-4EC009502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6B1EA5B2-7860-4FC7-BF01-571266D54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3392867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095634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Pendant les 2 prochaines semaines,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n’ont plus accès à </a:t>
            </a:r>
            <a:r>
              <a:rPr lang="fr-FR" sz="1200" b="1" dirty="0">
                <a:solidFill>
                  <a:srgbClr val="7030A0"/>
                </a:solidFill>
              </a:rPr>
              <a:t>{OUTIL}. </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 l’occasion de la semaine du handicap, sur le mois prochain, </a:t>
            </a:r>
            <a:r>
              <a:rPr lang="fr-FR" sz="1200" b="1" dirty="0">
                <a:solidFill>
                  <a:srgbClr val="7030A0"/>
                </a:solidFill>
              </a:rPr>
              <a:t>{OUTIL} </a:t>
            </a:r>
            <a:r>
              <a:rPr lang="fr-FR" sz="1200" dirty="0">
                <a:solidFill>
                  <a:srgbClr val="FF0000"/>
                </a:solidFill>
              </a:rPr>
              <a:t>sera sans aucun visuel (aucun texte ou icône lisible), mais avec audiodescriptions et numéros (façon boîte vocale)</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bug sur </a:t>
            </a:r>
            <a:r>
              <a:rPr lang="fr-FR" sz="1200" b="1" dirty="0">
                <a:solidFill>
                  <a:srgbClr val="7030A0"/>
                </a:solidFill>
              </a:rPr>
              <a:t>{OUTIL} </a:t>
            </a:r>
            <a:r>
              <a:rPr lang="fr-FR" sz="1200" dirty="0">
                <a:solidFill>
                  <a:srgbClr val="FF0000"/>
                </a:solidFill>
              </a:rPr>
              <a:t>déclenche, à des moments aléatoires en cours d’usage, l’ouverture de sites adultes en plein écran, sans autres problèmes de sécurité a priori (garanti).</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apprenez dans les médias que l’entreprise à l’origine d’</a:t>
            </a:r>
            <a:r>
              <a:rPr lang="fr-FR" sz="1200" b="1" dirty="0">
                <a:solidFill>
                  <a:srgbClr val="7030A0"/>
                </a:solidFill>
              </a:rPr>
              <a:t>{OUTIL}</a:t>
            </a:r>
            <a:r>
              <a:rPr lang="fr-FR" sz="1200" dirty="0">
                <a:solidFill>
                  <a:srgbClr val="FF0000"/>
                </a:solidFill>
              </a:rPr>
              <a:t> a des pratiques très contraires à votre éthique dans l’équipe, ce qui a particulièrement touché </a:t>
            </a:r>
            <a:r>
              <a:rPr lang="fr-FR" sz="1200" b="1" dirty="0">
                <a:solidFill>
                  <a:srgbClr val="ED7D31"/>
                </a:solidFill>
              </a:rPr>
              <a:t>{MEMBRE}</a:t>
            </a:r>
            <a:r>
              <a:rPr lang="fr-FR" sz="1200" dirty="0">
                <a:solidFill>
                  <a:srgbClr val="FF0000"/>
                </a:solidFill>
              </a:rPr>
              <a:t>, sensible à ce sujet.</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 rachat,</a:t>
            </a:r>
            <a:r>
              <a:rPr lang="fr-FR" sz="1200" b="1" dirty="0">
                <a:solidFill>
                  <a:srgbClr val="7030A0"/>
                </a:solidFill>
              </a:rPr>
              <a:t> {OUTIL}</a:t>
            </a:r>
            <a:r>
              <a:rPr lang="fr-FR" sz="1200" b="1" dirty="0">
                <a:solidFill>
                  <a:srgbClr val="FF0000"/>
                </a:solidFill>
              </a:rPr>
              <a:t> </a:t>
            </a:r>
            <a:r>
              <a:rPr lang="fr-FR" sz="1200" dirty="0">
                <a:solidFill>
                  <a:srgbClr val="FF0000"/>
                </a:solidFill>
              </a:rPr>
              <a:t>n’est désormais disponible qu’en roumain. </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a:t>
            </a:r>
            <a:r>
              <a:rPr lang="fr-FR" sz="1200" dirty="0">
                <a:solidFill>
                  <a:srgbClr val="FF0000"/>
                </a:solidFill>
              </a:rPr>
              <a:t> a un bug récent qui fait que le son de votre appareil n’est pas contrôlable et très fort. Le bug déclenche aussi un bruit corporel différent (gargouillis, …) toutes les 5 minutes d’usage.</a:t>
            </a:r>
          </a:p>
          <a:p>
            <a:pPr algn="ctr"/>
            <a:r>
              <a:rPr lang="fr-FR" sz="1200" dirty="0">
                <a:solidFill>
                  <a:srgbClr val="FF0000"/>
                </a:solidFill>
              </a:rPr>
              <a:t>Qu’allez-vous faire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n’a plus que vous pour demander de l’assistance sur l’usage de</a:t>
            </a:r>
            <a:r>
              <a:rPr lang="fr-FR" sz="1200" b="1" dirty="0">
                <a:solidFill>
                  <a:srgbClr val="7030A0"/>
                </a:solidFill>
              </a:rPr>
              <a:t> {OUTIL}</a:t>
            </a:r>
            <a:r>
              <a:rPr lang="fr-FR" sz="1200" b="1" dirty="0">
                <a:solidFill>
                  <a:srgbClr val="FF0000"/>
                </a:solidFill>
              </a:rPr>
              <a:t> </a:t>
            </a:r>
            <a:r>
              <a:rPr lang="fr-FR" sz="1200" dirty="0">
                <a:solidFill>
                  <a:srgbClr val="FF0000"/>
                </a:solidFill>
              </a:rPr>
              <a:t>et commence à vous solliciter très fréquemment, sur des points parfois simples, à la manière de grand parents.</a:t>
            </a: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visioconférence, un bug sur </a:t>
            </a:r>
            <a:r>
              <a:rPr lang="fr-FR" sz="1200" b="1" dirty="0">
                <a:solidFill>
                  <a:srgbClr val="7030A0"/>
                </a:solidFill>
              </a:rPr>
              <a:t>{OUTIL}</a:t>
            </a:r>
            <a:r>
              <a:rPr lang="fr-FR" sz="1200" dirty="0">
                <a:solidFill>
                  <a:srgbClr val="FF0000"/>
                </a:solidFill>
              </a:rPr>
              <a:t> qui ne touche que </a:t>
            </a:r>
            <a:r>
              <a:rPr lang="fr-FR" sz="1200" b="1" dirty="0">
                <a:solidFill>
                  <a:schemeClr val="tx1"/>
                </a:solidFill>
              </a:rPr>
              <a:t>{PARTIE PRENANTE} </a:t>
            </a:r>
            <a:r>
              <a:rPr lang="fr-FR" sz="1200" dirty="0">
                <a:solidFill>
                  <a:srgbClr val="FF0000"/>
                </a:solidFill>
              </a:rPr>
              <a:t>l’affuble d’un nez de clown à des moments aléatoires, sans que lui/elle même s’en rende compte. </a:t>
            </a:r>
          </a:p>
          <a:p>
            <a:pPr algn="ctr"/>
            <a:r>
              <a:rPr lang="fr-FR" sz="1200" dirty="0">
                <a:solidFill>
                  <a:srgbClr val="FF0000"/>
                </a:solidFill>
              </a:rPr>
              <a:t>Qu’allez-vous faire ?</a:t>
            </a:r>
          </a:p>
        </p:txBody>
      </p:sp>
      <p:pic>
        <p:nvPicPr>
          <p:cNvPr id="21" name="Image 20">
            <a:extLst>
              <a:ext uri="{FF2B5EF4-FFF2-40B4-BE49-F238E27FC236}">
                <a16:creationId xmlns:a16="http://schemas.microsoft.com/office/drawing/2014/main" id="{42A27B44-1F32-4728-A533-7C793934A3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B0EC910A-3A55-4944-B5CC-E0613AD6F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5DC51F0B-230F-458C-BAEB-F92BEF078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66D1538E-FB41-400C-BB24-2842845E56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9B8ECEBC-C072-4BA9-A51E-1C786220A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A04C2F33-E72A-462A-AEFC-4DF32399CB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67D9BF6-B40F-407B-8BFF-5795DAA86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6716B862-F7F6-4C58-86BE-233C84949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3362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107395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Toute l’équipe vient de perdre ses données des 3 dernières semaines sur </a:t>
            </a:r>
            <a:r>
              <a:rPr lang="fr-FR" sz="1200" b="1" dirty="0">
                <a:solidFill>
                  <a:srgbClr val="7030A0"/>
                </a:solidFill>
              </a:rPr>
              <a:t>{OUTIL}</a:t>
            </a:r>
            <a:r>
              <a:rPr lang="fr-FR" sz="1200" dirty="0">
                <a:solidFill>
                  <a:srgbClr val="FF0000"/>
                </a:solidFill>
              </a:rPr>
              <a:t>. Elles ne sont pas récupérables (effacées définitivement).</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bug sur </a:t>
            </a:r>
            <a:r>
              <a:rPr lang="fr-FR" sz="1200" b="1" dirty="0">
                <a:solidFill>
                  <a:srgbClr val="7030A0"/>
                </a:solidFill>
              </a:rPr>
              <a:t>{OUTIL} </a:t>
            </a:r>
            <a:r>
              <a:rPr lang="fr-FR" sz="1200" dirty="0">
                <a:solidFill>
                  <a:srgbClr val="FF0000"/>
                </a:solidFill>
              </a:rPr>
              <a:t>vous permet d’accéder à des données cruciales de la concurrence directe, qui utilise aussi cet outil, a priori sans que vous soyez traçable (mais pas de certitude à ce propos).</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Vous découvrez dans la presse un scandale financier sur le fournisseur de</a:t>
            </a:r>
            <a:r>
              <a:rPr lang="fr-FR" sz="1200" b="1" dirty="0">
                <a:solidFill>
                  <a:srgbClr val="7030A0"/>
                </a:solidFill>
              </a:rPr>
              <a:t> {OUTIL}</a:t>
            </a:r>
            <a:r>
              <a:rPr lang="fr-FR" sz="1200" dirty="0">
                <a:solidFill>
                  <a:srgbClr val="FF0000"/>
                </a:solidFill>
              </a:rPr>
              <a:t>, et un risque fort qu’il mette la clé sous la porte dans moins d’un trimestre.</a:t>
            </a:r>
            <a:r>
              <a:rPr lang="fr-FR" sz="1200" b="1" dirty="0">
                <a:solidFill>
                  <a:srgbClr val="FF0000"/>
                </a:solidFill>
              </a:rPr>
              <a:t> </a:t>
            </a: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Des problèmes de surcharge font qu’</a:t>
            </a:r>
            <a:r>
              <a:rPr lang="fr-FR" sz="1200" b="1" dirty="0">
                <a:solidFill>
                  <a:srgbClr val="7030A0"/>
                </a:solidFill>
              </a:rPr>
              <a:t>{OUTIL}</a:t>
            </a:r>
            <a:r>
              <a:rPr lang="fr-FR" sz="1200" dirty="0">
                <a:solidFill>
                  <a:srgbClr val="FF0000"/>
                </a:solidFill>
              </a:rPr>
              <a:t>, ne devient utilisable qu’en dehors des heures de travail habituelles, et ce pour 3 mois. </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 </a:t>
            </a:r>
            <a:r>
              <a:rPr lang="fr-FR" sz="1200" b="1" dirty="0">
                <a:solidFill>
                  <a:srgbClr val="7030A0"/>
                </a:solidFill>
              </a:rPr>
              <a:t>{OUTIL} </a:t>
            </a:r>
            <a:r>
              <a:rPr lang="fr-FR" sz="1200" dirty="0">
                <a:solidFill>
                  <a:srgbClr val="FF0000"/>
                </a:solidFill>
              </a:rPr>
              <a:t>semble très défaillant cette semaine et n’est utilisable que quelques minutes (une dizaine max) par jour, par une personne par équipe à la fois.</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rgbClr val="7030A0"/>
                </a:solidFill>
              </a:rPr>
              <a:t>{OUTIL}</a:t>
            </a:r>
            <a:r>
              <a:rPr lang="fr-FR" sz="1200" b="1" dirty="0">
                <a:solidFill>
                  <a:srgbClr val="FF0000"/>
                </a:solidFill>
              </a:rPr>
              <a:t> </a:t>
            </a:r>
            <a:r>
              <a:rPr lang="fr-FR" sz="1200" dirty="0">
                <a:solidFill>
                  <a:srgbClr val="FF0000"/>
                </a:solidFill>
              </a:rPr>
              <a:t>doit faire une mise à jour cruciale à la date de votre choix et avant la fin de l’année, ce qui le rendra indisponible pendant 3 semaines complètes consécutives.</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Suite à une renégociation des prix de </a:t>
            </a:r>
            <a:r>
              <a:rPr lang="fr-FR" sz="1200" b="1" dirty="0">
                <a:solidFill>
                  <a:srgbClr val="7030A0"/>
                </a:solidFill>
              </a:rPr>
              <a:t>{OUTIL}</a:t>
            </a:r>
            <a:r>
              <a:rPr lang="fr-FR" sz="1200" dirty="0">
                <a:solidFill>
                  <a:srgbClr val="FF0000"/>
                </a:solidFill>
              </a:rPr>
              <a:t>, une seule personne de l’équipe (de votre choix) pourra y avoir désormais accès. Cette restriction s’appliquera au moins pour les 6 prochains mois.</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insiste pour que vous utilisiez tous </a:t>
            </a:r>
            <a:r>
              <a:rPr lang="fr-FR" sz="1200" b="1" dirty="0">
                <a:solidFill>
                  <a:srgbClr val="7030A0"/>
                </a:solidFill>
              </a:rPr>
              <a:t>{OUTIL}</a:t>
            </a:r>
            <a:r>
              <a:rPr lang="fr-FR" sz="1200" dirty="0">
                <a:solidFill>
                  <a:srgbClr val="FF0000"/>
                </a:solidFill>
              </a:rPr>
              <a:t> dans l’équipe,</a:t>
            </a:r>
            <a:r>
              <a:rPr lang="fr-FR" sz="1200" b="1" dirty="0">
                <a:solidFill>
                  <a:srgbClr val="FF0000"/>
                </a:solidFill>
              </a:rPr>
              <a:t> </a:t>
            </a:r>
            <a:r>
              <a:rPr lang="fr-FR" sz="1200" dirty="0">
                <a:solidFill>
                  <a:srgbClr val="FF0000"/>
                </a:solidFill>
              </a:rPr>
              <a:t>alors que </a:t>
            </a:r>
            <a:r>
              <a:rPr lang="fr-FR" sz="1200" b="1" dirty="0">
                <a:solidFill>
                  <a:schemeClr val="tx1"/>
                </a:solidFill>
              </a:rPr>
              <a:t>{PARTIE PRENANTE}</a:t>
            </a:r>
            <a:r>
              <a:rPr lang="fr-FR" sz="1200" dirty="0">
                <a:solidFill>
                  <a:srgbClr val="FF0000"/>
                </a:solidFill>
              </a:rPr>
              <a:t> refuse et propose un outil concurrent.</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702D2646-A1C6-42CC-A861-799DB6CB5E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E38DA5D6-3BD5-4200-ABCA-7170257B4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15141620-DACB-4B67-9337-02F321BFC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8BF74E77-99E7-4A8D-A3E3-B2EEEC4EC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76F2F4D0-137C-4735-B10B-DCF7DFEB1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8CD2A540-F57C-4F10-8C75-F8998F948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3EFC85C-E432-4DD4-8427-48B54ED0F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0174E375-8DAD-4BB9-8359-796E3B341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421830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087957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n’avez pas respecté les protocoles de sécurité sur </a:t>
            </a:r>
            <a:r>
              <a:rPr lang="fr-FR" sz="1200" b="1" dirty="0">
                <a:solidFill>
                  <a:srgbClr val="7030A0"/>
                </a:solidFill>
              </a:rPr>
              <a:t>{OUTIL}</a:t>
            </a:r>
            <a:r>
              <a:rPr lang="fr-FR" sz="1200" dirty="0">
                <a:solidFill>
                  <a:srgbClr val="FF0000"/>
                </a:solidFill>
              </a:rPr>
              <a:t>,</a:t>
            </a:r>
            <a:r>
              <a:rPr lang="fr-FR" sz="1200" b="1" dirty="0">
                <a:solidFill>
                  <a:srgbClr val="7030A0"/>
                </a:solidFill>
              </a:rPr>
              <a:t> </a:t>
            </a:r>
            <a:r>
              <a:rPr lang="fr-FR" sz="1200" dirty="0">
                <a:solidFill>
                  <a:srgbClr val="FF0000"/>
                </a:solidFill>
              </a:rPr>
              <a:t>et suite à une faille, vos données ont été diffusées au grand public. Vous recevez un appel de </a:t>
            </a:r>
            <a:r>
              <a:rPr lang="fr-FR" sz="1200" b="1" dirty="0">
                <a:solidFill>
                  <a:schemeClr val="tx1"/>
                </a:solidFill>
              </a:rPr>
              <a:t>{PARTIE PRENANTE} </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avez eu vent que </a:t>
            </a:r>
            <a:r>
              <a:rPr lang="fr-FR" sz="1200" b="1" dirty="0">
                <a:solidFill>
                  <a:schemeClr val="tx1"/>
                </a:solidFill>
              </a:rPr>
              <a:t>{PARTIE PRENANTE} </a:t>
            </a:r>
            <a:r>
              <a:rPr lang="fr-FR" sz="1200" dirty="0">
                <a:solidFill>
                  <a:srgbClr val="FF0000"/>
                </a:solidFill>
              </a:rPr>
              <a:t>a récemment eu de fortes difficultés dans sa vie personnelle, et s’est mis  à être très colérique, dur(e), exigeant(e), déraisonnable vis-à-vis d’</a:t>
            </a:r>
            <a:r>
              <a:rPr lang="fr-FR" sz="1200" b="1" dirty="0">
                <a:solidFill>
                  <a:srgbClr val="7030A0"/>
                </a:solidFill>
              </a:rPr>
              <a:t>{OUTIL}</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a:t>
            </a:r>
            <a:r>
              <a:rPr lang="fr-FR" sz="1200" dirty="0">
                <a:solidFill>
                  <a:srgbClr val="FF0000"/>
                </a:solidFill>
              </a:rPr>
              <a:t>, </a:t>
            </a:r>
            <a:r>
              <a:rPr lang="fr-FR" sz="1200" b="1" dirty="0">
                <a:solidFill>
                  <a:srgbClr val="7030A0"/>
                </a:solidFill>
              </a:rPr>
              <a:t>{OUTIL}</a:t>
            </a:r>
            <a:r>
              <a:rPr lang="fr-FR" sz="1200" dirty="0">
                <a:solidFill>
                  <a:srgbClr val="FF0000"/>
                </a:solidFill>
              </a:rPr>
              <a:t>,</a:t>
            </a:r>
            <a:r>
              <a:rPr lang="fr-FR" sz="1200" b="1" dirty="0">
                <a:solidFill>
                  <a:srgbClr val="7030A0"/>
                </a:solidFill>
              </a:rPr>
              <a:t> </a:t>
            </a:r>
            <a:r>
              <a:rPr lang="fr-FR" sz="1200" dirty="0">
                <a:solidFill>
                  <a:srgbClr val="FF0000"/>
                </a:solidFill>
              </a:rPr>
              <a:t>et</a:t>
            </a:r>
            <a:r>
              <a:rPr lang="fr-FR" sz="1200" b="1" dirty="0">
                <a:solidFill>
                  <a:srgbClr val="7030A0"/>
                </a:solidFill>
              </a:rPr>
              <a:t> {OUTIL}</a:t>
            </a:r>
            <a:r>
              <a:rPr lang="fr-FR" sz="1200" b="1" dirty="0">
                <a:solidFill>
                  <a:srgbClr val="FF0000"/>
                </a:solidFill>
              </a:rPr>
              <a:t> </a:t>
            </a:r>
            <a:r>
              <a:rPr lang="fr-FR" sz="1200" dirty="0">
                <a:solidFill>
                  <a:srgbClr val="FF0000"/>
                </a:solidFill>
              </a:rPr>
              <a:t>sont simultanément indisponibles pour le mois à venir.</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semblent avoir un passif conflictuel, qui a transformé la simple question de mise à jour d’</a:t>
            </a:r>
            <a:r>
              <a:rPr lang="fr-FR" sz="1200" b="1" dirty="0">
                <a:solidFill>
                  <a:srgbClr val="7030A0"/>
                </a:solidFill>
              </a:rPr>
              <a:t>{OUTIL} </a:t>
            </a:r>
            <a:r>
              <a:rPr lang="fr-FR" sz="1200" dirty="0">
                <a:solidFill>
                  <a:srgbClr val="FF0000"/>
                </a:solidFill>
              </a:rPr>
              <a:t>en un débat houleux, symbolique, avec votre équipe au centre. </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quitte l’équipe dans 1 mois et ne peut rien extraire d</a:t>
            </a:r>
            <a:r>
              <a:rPr lang="fr-FR" sz="1200" b="1" dirty="0">
                <a:solidFill>
                  <a:srgbClr val="7030A0"/>
                </a:solidFill>
              </a:rPr>
              <a:t>’{OUTIL}</a:t>
            </a:r>
            <a:r>
              <a:rPr lang="fr-FR" sz="1200" dirty="0">
                <a:solidFill>
                  <a:srgbClr val="FF0000"/>
                </a:solidFill>
              </a:rPr>
              <a:t>. Son seul choix est de partager son mot de passe avec tout le département, mais c’est le même qu’il utilise ailleurs en perso. </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 </a:t>
            </a:r>
            <a:r>
              <a:rPr lang="fr-FR" sz="1200" dirty="0">
                <a:solidFill>
                  <a:srgbClr val="FF0000"/>
                </a:solidFill>
              </a:rPr>
              <a:t>a été mis à jour pour </a:t>
            </a:r>
            <a:r>
              <a:rPr lang="fr-FR" sz="1200" b="1" dirty="0">
                <a:solidFill>
                  <a:srgbClr val="ED7D31"/>
                </a:solidFill>
              </a:rPr>
              <a:t>{MEMBRE} </a:t>
            </a:r>
            <a:r>
              <a:rPr lang="fr-FR" sz="1200" dirty="0">
                <a:solidFill>
                  <a:srgbClr val="FF0000"/>
                </a:solidFill>
              </a:rPr>
              <a:t>et </a:t>
            </a:r>
            <a:r>
              <a:rPr lang="fr-FR" sz="1200" b="1" dirty="0">
                <a:solidFill>
                  <a:srgbClr val="ED7D31"/>
                </a:solidFill>
              </a:rPr>
              <a:t>{MEMBRE}</a:t>
            </a:r>
            <a:r>
              <a:rPr lang="fr-FR" sz="1200" dirty="0">
                <a:solidFill>
                  <a:srgbClr val="FF0000"/>
                </a:solidFill>
              </a:rPr>
              <a:t>, mais pas pour </a:t>
            </a:r>
            <a:r>
              <a:rPr lang="fr-FR" sz="1200" dirty="0">
                <a:solidFill>
                  <a:srgbClr val="ED7D31"/>
                </a:solidFill>
              </a:rPr>
              <a:t>[MEMBRE}</a:t>
            </a:r>
            <a:r>
              <a:rPr lang="fr-FR" sz="1200" dirty="0">
                <a:solidFill>
                  <a:srgbClr val="FF0000"/>
                </a:solidFill>
              </a:rPr>
              <a:t> et </a:t>
            </a:r>
            <a:r>
              <a:rPr lang="fr-FR" sz="1200" b="1" dirty="0">
                <a:solidFill>
                  <a:srgbClr val="ED7D31"/>
                </a:solidFill>
              </a:rPr>
              <a:t>{MEMBRE}</a:t>
            </a:r>
            <a:r>
              <a:rPr lang="fr-FR" sz="1200" dirty="0">
                <a:solidFill>
                  <a:srgbClr val="FF0000"/>
                </a:solidFill>
              </a:rPr>
              <a:t>.  {MEMBRE}, lui/elle, a eu une ancienne version ! Les versions ne fonctionnent pas entre elles.</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une mise à jour d’</a:t>
            </a:r>
            <a:r>
              <a:rPr lang="fr-FR" sz="1200" b="1" dirty="0">
                <a:solidFill>
                  <a:srgbClr val="7030A0"/>
                </a:solidFill>
              </a:rPr>
              <a:t>{OUTIL}</a:t>
            </a:r>
            <a:r>
              <a:rPr lang="fr-FR" sz="1200" dirty="0">
                <a:solidFill>
                  <a:srgbClr val="FF0000"/>
                </a:solidFill>
              </a:rPr>
              <a:t>, une conversation privée entre </a:t>
            </a:r>
            <a:r>
              <a:rPr lang="fr-FR" sz="1200" b="1" dirty="0">
                <a:solidFill>
                  <a:srgbClr val="ED7D31"/>
                </a:solidFill>
              </a:rPr>
              <a:t>{MEMBRE} </a:t>
            </a:r>
            <a:r>
              <a:rPr lang="fr-FR" sz="1200" dirty="0">
                <a:solidFill>
                  <a:srgbClr val="FF0000"/>
                </a:solidFill>
              </a:rPr>
              <a:t>et </a:t>
            </a:r>
            <a:r>
              <a:rPr lang="fr-FR" sz="1200" b="1" dirty="0">
                <a:solidFill>
                  <a:srgbClr val="ED7D31"/>
                </a:solidFill>
              </a:rPr>
              <a:t>{MEMBRE}</a:t>
            </a:r>
            <a:r>
              <a:rPr lang="fr-FR" sz="1200" dirty="0">
                <a:solidFill>
                  <a:srgbClr val="FF0000"/>
                </a:solidFill>
              </a:rPr>
              <a:t>, dans laquelle </a:t>
            </a:r>
            <a:r>
              <a:rPr lang="fr-FR" sz="1200" b="1" dirty="0">
                <a:solidFill>
                  <a:schemeClr val="tx1"/>
                </a:solidFill>
              </a:rPr>
              <a:t>{PARTIE PRENANTE}</a:t>
            </a:r>
            <a:r>
              <a:rPr lang="fr-FR" sz="1200" dirty="0">
                <a:solidFill>
                  <a:srgbClr val="FF0000"/>
                </a:solidFill>
              </a:rPr>
              <a:t> était critiquée fortement, lui a été envoyée.</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 (PARTIE PRENANTE) </a:t>
            </a:r>
            <a:r>
              <a:rPr lang="fr-FR" sz="1200" dirty="0">
                <a:solidFill>
                  <a:srgbClr val="FF0000"/>
                </a:solidFill>
              </a:rPr>
              <a:t>vous demande de tripler votre activité sur </a:t>
            </a:r>
            <a:r>
              <a:rPr lang="fr-FR" sz="1200" b="1" dirty="0">
                <a:solidFill>
                  <a:srgbClr val="7030A0"/>
                </a:solidFill>
              </a:rPr>
              <a:t>{OUTIL} </a:t>
            </a:r>
            <a:r>
              <a:rPr lang="fr-FR" sz="1200" dirty="0">
                <a:solidFill>
                  <a:srgbClr val="FF0000"/>
                </a:solidFill>
              </a:rPr>
              <a:t>car il/elle veut que vous y traciez tout, et surveillera tous les jours votre activité. Vos objectifs d’équipe actuels restent les mêmes.</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9B145934-83BE-467C-AAE8-2F3C3A9BA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51AD545D-E76F-4D78-8E38-82C555810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D0DCCBD2-6542-48FA-B4CC-1EE1C7155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77F92C81-46FD-450C-AC68-74F881607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A5DBB3F5-8DB6-4045-9520-4ECEA4958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4FA86CF5-6EA8-437D-94F3-1C401F08A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CE96CE08-5278-4B47-B950-92CEBCEAC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3D19D51F-942F-4666-ADE9-5A7CBBA12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80409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t>EXTENSIONS </a:t>
            </a:r>
            <a:br>
              <a:rPr lang="fr-FR" sz="4800" dirty="0"/>
            </a:br>
            <a:r>
              <a:rPr lang="fr-FR" sz="4800" dirty="0">
                <a:solidFill>
                  <a:srgbClr val="7030A0"/>
                </a:solidFill>
              </a:rPr>
              <a:t>📅</a:t>
            </a:r>
            <a:br>
              <a:rPr lang="fr-FR" sz="4800" dirty="0">
                <a:solidFill>
                  <a:srgbClr val="7030A0"/>
                </a:solidFill>
              </a:rPr>
            </a:br>
            <a:r>
              <a:rPr lang="fr-FR" sz="4800" b="1" dirty="0">
                <a:solidFill>
                  <a:schemeClr val="accent6"/>
                </a:solidFill>
              </a:rPr>
              <a:t>ÉVÉNEMENTS</a:t>
            </a:r>
            <a:br>
              <a:rPr lang="en-US" sz="3200" b="1" dirty="0">
                <a:solidFill>
                  <a:schemeClr val="bg1"/>
                </a:solidFill>
              </a:rPr>
            </a:br>
            <a:r>
              <a:rPr lang="fr-FR" sz="3200" dirty="0"/>
              <a:t>Cartes à imprimer ou à extraire en images</a:t>
            </a:r>
          </a:p>
        </p:txBody>
      </p:sp>
    </p:spTree>
    <p:extLst>
      <p:ext uri="{BB962C8B-B14F-4D97-AF65-F5344CB8AC3E}">
        <p14:creationId xmlns:p14="http://schemas.microsoft.com/office/powerpoint/2010/main" val="789523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Tree>
    <p:extLst>
      <p:ext uri="{BB962C8B-B14F-4D97-AF65-F5344CB8AC3E}">
        <p14:creationId xmlns:p14="http://schemas.microsoft.com/office/powerpoint/2010/main" val="2688393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AA0CC3EA-E7D0-4008-BBBB-431918962D2B}"/>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4" name="Rectangle 13">
            <a:extLst>
              <a:ext uri="{FF2B5EF4-FFF2-40B4-BE49-F238E27FC236}">
                <a16:creationId xmlns:a16="http://schemas.microsoft.com/office/drawing/2014/main" id="{1BBBA912-FC84-4BDA-8C9B-EFADE5A4809D}"/>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5" name="Rectangle 14">
            <a:extLst>
              <a:ext uri="{FF2B5EF4-FFF2-40B4-BE49-F238E27FC236}">
                <a16:creationId xmlns:a16="http://schemas.microsoft.com/office/drawing/2014/main" id="{3076F000-C97C-498A-8F65-B7C4B7D363DE}"/>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6" name="Rectangle 15">
            <a:extLst>
              <a:ext uri="{FF2B5EF4-FFF2-40B4-BE49-F238E27FC236}">
                <a16:creationId xmlns:a16="http://schemas.microsoft.com/office/drawing/2014/main" id="{F17712C0-89C2-4ACE-97AC-6512EF24718B}"/>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7" name="Rectangle 16">
            <a:extLst>
              <a:ext uri="{FF2B5EF4-FFF2-40B4-BE49-F238E27FC236}">
                <a16:creationId xmlns:a16="http://schemas.microsoft.com/office/drawing/2014/main" id="{4B17BDF9-B002-48FC-98CF-6897F0CA350D}"/>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8" name="Rectangle 17">
            <a:extLst>
              <a:ext uri="{FF2B5EF4-FFF2-40B4-BE49-F238E27FC236}">
                <a16:creationId xmlns:a16="http://schemas.microsoft.com/office/drawing/2014/main" id="{AC3AF7B8-906F-4A26-BC08-2810BE96FEE3}"/>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9" name="Rectangle 18">
            <a:extLst>
              <a:ext uri="{FF2B5EF4-FFF2-40B4-BE49-F238E27FC236}">
                <a16:creationId xmlns:a16="http://schemas.microsoft.com/office/drawing/2014/main" id="{AE6951D9-BADD-4FC4-89E1-5B710749BA2D}"/>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20" name="Rectangle 19">
            <a:extLst>
              <a:ext uri="{FF2B5EF4-FFF2-40B4-BE49-F238E27FC236}">
                <a16:creationId xmlns:a16="http://schemas.microsoft.com/office/drawing/2014/main" id="{056BC7E3-65E6-45DD-9427-1274B696202E}"/>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pic>
        <p:nvPicPr>
          <p:cNvPr id="21" name="Image 20">
            <a:extLst>
              <a:ext uri="{FF2B5EF4-FFF2-40B4-BE49-F238E27FC236}">
                <a16:creationId xmlns:a16="http://schemas.microsoft.com/office/drawing/2014/main" id="{55D54EA1-299F-43BE-8275-76396DE26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412E98D2-F2E1-47ED-815E-04AA1842C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4085E21-3A5C-47A2-8C11-1FA4273B9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79DD27B3-4AB1-4328-994D-FE433859B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BB513CD7-A261-48F0-8ABA-CBE241E45F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98EF035-7F5F-4278-85BD-008785DE8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BE27ED6-A90E-4662-B49F-C1ABC4058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A7913F90-CF4B-4F58-9E10-02CDBF1F7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71059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952613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de son intervention à </a:t>
            </a:r>
            <a:r>
              <a:rPr lang="fr-FR" sz="1200" b="1" dirty="0">
                <a:solidFill>
                  <a:srgbClr val="00B050"/>
                </a:solidFill>
              </a:rPr>
              <a:t>{EVENEMENT} </a:t>
            </a:r>
            <a:r>
              <a:rPr lang="fr-FR" sz="1200" dirty="0">
                <a:solidFill>
                  <a:srgbClr val="FF0000"/>
                </a:solidFill>
              </a:rPr>
              <a:t>devant tous, </a:t>
            </a:r>
            <a:r>
              <a:rPr lang="fr-FR" sz="1200" b="1" dirty="0">
                <a:solidFill>
                  <a:srgbClr val="ED7D31"/>
                </a:solidFill>
              </a:rPr>
              <a:t>{MEMBRE} </a:t>
            </a:r>
            <a:r>
              <a:rPr lang="fr-FR" sz="1200" dirty="0">
                <a:solidFill>
                  <a:srgbClr val="FF0000"/>
                </a:solidFill>
              </a:rPr>
              <a:t>ne parvient pas à retenir un énorme rot.</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10 minutes après le démarrage d’</a:t>
            </a:r>
            <a:r>
              <a:rPr lang="fr-FR" sz="1200" b="1" dirty="0">
                <a:solidFill>
                  <a:srgbClr val="00B050"/>
                </a:solidFill>
              </a:rPr>
              <a:t>{EVENEMENT}</a:t>
            </a:r>
            <a:r>
              <a:rPr lang="fr-FR" sz="1200" dirty="0">
                <a:solidFill>
                  <a:srgbClr val="FF0000"/>
                </a:solidFill>
              </a:rPr>
              <a:t>,</a:t>
            </a:r>
            <a:r>
              <a:rPr lang="fr-FR" sz="1200" b="1" dirty="0">
                <a:solidFill>
                  <a:srgbClr val="00B050"/>
                </a:solidFill>
              </a:rPr>
              <a:t> </a:t>
            </a:r>
            <a:r>
              <a:rPr lang="fr-FR" sz="1200" dirty="0">
                <a:solidFill>
                  <a:srgbClr val="FF0000"/>
                </a:solidFill>
              </a:rPr>
              <a:t>une odeur persistante et intense de fromage envahit l’ensemble de la salle.</a:t>
            </a:r>
          </a:p>
          <a:p>
            <a:pPr algn="ctr"/>
            <a:endParaRPr lang="fr-FR" sz="1200" dirty="0">
              <a:solidFill>
                <a:srgbClr val="FF0000"/>
              </a:solidFill>
            </a:endParaRP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Tous en chemin vers </a:t>
            </a:r>
            <a:r>
              <a:rPr lang="fr-FR" sz="1200" b="1" dirty="0">
                <a:solidFill>
                  <a:srgbClr val="00B050"/>
                </a:solidFill>
              </a:rPr>
              <a:t>{EVENEMENT}</a:t>
            </a:r>
            <a:r>
              <a:rPr lang="fr-FR" sz="1200" dirty="0">
                <a:solidFill>
                  <a:srgbClr val="FF0000"/>
                </a:solidFill>
              </a:rPr>
              <a:t>, vous réalisez qu’un groupe de sosies a usurpé vos identités et volé vos affaires.</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deviennent très critiques à l’égard d’</a:t>
            </a:r>
            <a:r>
              <a:rPr lang="fr-FR" sz="1200" b="1" dirty="0">
                <a:solidFill>
                  <a:srgbClr val="00B050"/>
                </a:solidFill>
              </a:rPr>
              <a:t>{EVENEMENT}</a:t>
            </a:r>
            <a:r>
              <a:rPr lang="fr-FR" sz="1200" dirty="0">
                <a:solidFill>
                  <a:srgbClr val="FF0000"/>
                </a:solidFill>
              </a:rPr>
              <a:t>,</a:t>
            </a:r>
            <a:r>
              <a:rPr lang="fr-FR" sz="1200" b="1" dirty="0">
                <a:solidFill>
                  <a:srgbClr val="00B050"/>
                </a:solidFill>
              </a:rPr>
              <a:t> </a:t>
            </a:r>
            <a:r>
              <a:rPr lang="fr-FR" sz="1200" dirty="0">
                <a:solidFill>
                  <a:srgbClr val="FF0000"/>
                </a:solidFill>
              </a:rPr>
              <a:t>et expriment l’impression d’inutilité de ce moment, qui leur prend du temps alors qu’ils en ont peu.</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Cela fait plus de 10 fois qu’</a:t>
            </a:r>
            <a:r>
              <a:rPr lang="fr-FR" sz="1200" b="1" dirty="0">
                <a:solidFill>
                  <a:srgbClr val="00B050"/>
                </a:solidFill>
              </a:rPr>
              <a:t>{EVENEMENT} </a:t>
            </a:r>
            <a:r>
              <a:rPr lang="fr-FR" sz="1200" dirty="0">
                <a:solidFill>
                  <a:srgbClr val="FF0000"/>
                </a:solidFill>
              </a:rPr>
              <a:t>est annulé pour des conditions extérieures (coïncidences d’absences imprévues, intempéries fortes, alarmes incendies, extinction de l’électricité, séisme…)</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00B050"/>
                </a:solidFill>
              </a:rPr>
              <a:t>{EVENEMENT}</a:t>
            </a:r>
            <a:r>
              <a:rPr lang="fr-FR" sz="1200" b="1" dirty="0">
                <a:solidFill>
                  <a:srgbClr val="FF0000"/>
                </a:solidFill>
              </a:rPr>
              <a:t> </a:t>
            </a:r>
            <a:r>
              <a:rPr lang="fr-FR" sz="1200" dirty="0">
                <a:solidFill>
                  <a:srgbClr val="FF0000"/>
                </a:solidFill>
              </a:rPr>
              <a:t>a lieu dans un chalet isolé cette année. En plein milieu de la soirée, l’électricité est coupée, vous n’avez avec vous que du matériel de bureau. Des animaux sauvages affamés cognent fortement la porte.</a:t>
            </a: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de </a:t>
            </a:r>
            <a:r>
              <a:rPr lang="fr-FR" sz="1200" b="1" dirty="0">
                <a:solidFill>
                  <a:srgbClr val="00B050"/>
                </a:solidFill>
              </a:rPr>
              <a:t>{EVENEMENT}</a:t>
            </a:r>
            <a:r>
              <a:rPr lang="fr-FR" sz="1200" dirty="0">
                <a:solidFill>
                  <a:srgbClr val="FF0000"/>
                </a:solidFill>
              </a:rPr>
              <a:t>, un problème sonore général arrive 1 minute avant l’intervention de </a:t>
            </a:r>
            <a:r>
              <a:rPr lang="fr-FR" sz="1200" b="1" dirty="0">
                <a:solidFill>
                  <a:srgbClr val="ED7D31"/>
                </a:solidFill>
              </a:rPr>
              <a:t>{MEMBRE}</a:t>
            </a:r>
            <a:r>
              <a:rPr lang="fr-FR" sz="1200" dirty="0">
                <a:solidFill>
                  <a:srgbClr val="FF0000"/>
                </a:solidFill>
              </a:rPr>
              <a:t>. Tout est inaudible mais la caméra fonctionne encore et très bien.</a:t>
            </a:r>
          </a:p>
          <a:p>
            <a:pPr algn="ctr"/>
            <a:r>
              <a:rPr lang="fr-FR" sz="1200" dirty="0">
                <a:solidFill>
                  <a:srgbClr val="FF0000"/>
                </a:solidFill>
              </a:rPr>
              <a:t>Qu’allez-vous faire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Durant </a:t>
            </a:r>
            <a:r>
              <a:rPr lang="fr-FR" sz="1200" b="1" dirty="0">
                <a:solidFill>
                  <a:srgbClr val="00B050"/>
                </a:solidFill>
              </a:rPr>
              <a:t>{EVENEMENT}</a:t>
            </a:r>
            <a:r>
              <a:rPr lang="fr-FR" sz="1200" dirty="0">
                <a:solidFill>
                  <a:srgbClr val="FF0000"/>
                </a:solidFill>
              </a:rPr>
              <a:t>, qui a lieu le jour de l’anniversaire de </a:t>
            </a:r>
            <a:r>
              <a:rPr lang="fr-FR" sz="1200" b="1" dirty="0">
                <a:solidFill>
                  <a:srgbClr val="ED7D31"/>
                </a:solidFill>
              </a:rPr>
              <a:t>{MEMBRE}</a:t>
            </a:r>
            <a:r>
              <a:rPr lang="fr-FR" sz="1200" dirty="0">
                <a:solidFill>
                  <a:srgbClr val="FF0000"/>
                </a:solidFill>
              </a:rPr>
              <a:t>, 30 musiciens, jongleurs, mimes arrivent, à la surprise de tous, pour faire un mini spectacle d’1/2h, maintenant ou jamais.</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DF9D0EE6-5CF7-4048-A589-F89DC7FBA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E9DF829E-7D62-47AA-832E-34726415A9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CC681CE9-3701-49B1-8D1E-F3E6FC965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C8C3FDF1-D204-43BF-A3E4-12E771E1F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C9D9DEC7-3645-430C-9A14-213517393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CCBD37D5-F217-4E08-B224-C1998D44A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931733C-EE14-42AF-98D3-CC84AF2B87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4B412DB5-BC9A-4EF1-B3E6-B4FAA180F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464627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528426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ivre pendant son intervention à </a:t>
            </a:r>
            <a:r>
              <a:rPr lang="fr-FR" sz="1200" b="1" dirty="0">
                <a:solidFill>
                  <a:srgbClr val="00B050"/>
                </a:solidFill>
              </a:rPr>
              <a:t>{EVENEMENT}</a:t>
            </a:r>
            <a:r>
              <a:rPr lang="fr-FR" sz="1200" dirty="0">
                <a:solidFill>
                  <a:srgbClr val="FF0000"/>
                </a:solidFill>
              </a:rPr>
              <a:t>, et ses propos sont à la frontière de l’embarrassant ou gênant, mais pas encore choquants.</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En plein </a:t>
            </a:r>
            <a:r>
              <a:rPr lang="fr-FR" sz="1200" b="1" dirty="0">
                <a:solidFill>
                  <a:srgbClr val="00B050"/>
                </a:solidFill>
              </a:rPr>
              <a:t>{EVENEMENT}</a:t>
            </a:r>
            <a:r>
              <a:rPr lang="fr-FR" sz="1200" dirty="0">
                <a:solidFill>
                  <a:srgbClr val="FF0000"/>
                </a:solidFill>
              </a:rPr>
              <a:t>, </a:t>
            </a:r>
            <a:r>
              <a:rPr lang="fr-FR" sz="1200" b="1" dirty="0">
                <a:solidFill>
                  <a:srgbClr val="7030A0"/>
                </a:solidFill>
              </a:rPr>
              <a:t>{OUTIL} </a:t>
            </a:r>
            <a:r>
              <a:rPr lang="fr-FR" sz="1200" dirty="0">
                <a:solidFill>
                  <a:srgbClr val="FF0000"/>
                </a:solidFill>
              </a:rPr>
              <a:t>devient soudainement indisponible. Un message affiche qu’il sera rétabli dans environ 45 minutes.</a:t>
            </a:r>
          </a:p>
          <a:p>
            <a:pPr algn="ctr"/>
            <a:endParaRPr lang="fr-FR" sz="1200" dirty="0">
              <a:solidFill>
                <a:srgbClr val="FF0000"/>
              </a:solidFill>
            </a:endParaRPr>
          </a:p>
          <a:p>
            <a:pPr algn="ctr"/>
            <a:r>
              <a:rPr lang="fr-FR" sz="1200" dirty="0">
                <a:solidFill>
                  <a:srgbClr val="FF0000"/>
                </a:solidFill>
              </a:rPr>
              <a:t>Qu’allez-vous faire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Pendant </a:t>
            </a:r>
            <a:r>
              <a:rPr lang="fr-FR" sz="1200" b="1" dirty="0">
                <a:solidFill>
                  <a:srgbClr val="00B050"/>
                </a:solidFill>
              </a:rPr>
              <a:t>{EVENEMENT} </a:t>
            </a:r>
            <a:r>
              <a:rPr lang="fr-FR" sz="1200" dirty="0">
                <a:solidFill>
                  <a:srgbClr val="FF0000"/>
                </a:solidFill>
              </a:rPr>
              <a:t>en ligne, </a:t>
            </a:r>
            <a:r>
              <a:rPr lang="fr-FR" sz="1200" b="1" dirty="0">
                <a:solidFill>
                  <a:schemeClr val="tx1"/>
                </a:solidFill>
              </a:rPr>
              <a:t>{PARTIE PRENANTE} </a:t>
            </a:r>
            <a:r>
              <a:rPr lang="fr-FR" sz="1200" dirty="0">
                <a:solidFill>
                  <a:srgbClr val="FF0000"/>
                </a:solidFill>
              </a:rPr>
              <a:t>fait un discours important pour tous. Quelqu’un qui n’a pas éteint son micro le/la critique en s’adressant à quelqu’un d’autre chez lui. A son insu, tous l’entendent.</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ont décidé de boycotter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insistent pour que vous les fassiez venir.</a:t>
            </a:r>
          </a:p>
          <a:p>
            <a:pPr algn="ctr"/>
            <a:r>
              <a:rPr lang="fr-FR" sz="1200" dirty="0">
                <a:solidFill>
                  <a:srgbClr val="FF0000"/>
                </a:solidFill>
              </a:rPr>
              <a:t>Qu’allez-vous faire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Nous sommes à 1h d’</a:t>
            </a:r>
            <a:r>
              <a:rPr lang="fr-FR" sz="1200" b="1" dirty="0">
                <a:solidFill>
                  <a:srgbClr val="00B050"/>
                </a:solidFill>
              </a:rPr>
              <a:t>{EVENEMENT} </a:t>
            </a:r>
            <a:r>
              <a:rPr lang="fr-FR" sz="1200" dirty="0">
                <a:solidFill>
                  <a:srgbClr val="FF0000"/>
                </a:solidFill>
              </a:rPr>
              <a:t>et </a:t>
            </a:r>
            <a:r>
              <a:rPr lang="fr-FR" sz="1200" b="1" dirty="0">
                <a:solidFill>
                  <a:srgbClr val="7030A0"/>
                </a:solidFill>
              </a:rPr>
              <a:t>{OUTIL} </a:t>
            </a:r>
            <a:r>
              <a:rPr lang="fr-FR" sz="1200" dirty="0">
                <a:solidFill>
                  <a:srgbClr val="FF0000"/>
                </a:solidFill>
              </a:rPr>
              <a:t>est soudainement indisponible, a priori pour une durée indéterminée.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Après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 </a:t>
            </a:r>
            <a:r>
              <a:rPr lang="fr-FR" sz="1200" dirty="0">
                <a:solidFill>
                  <a:srgbClr val="FF0000"/>
                </a:solidFill>
              </a:rPr>
              <a:t>vous fait part d’une rumeur grandissante comme quoi </a:t>
            </a:r>
            <a:r>
              <a:rPr lang="fr-FR" sz="1200" b="1" dirty="0">
                <a:solidFill>
                  <a:schemeClr val="tx1"/>
                </a:solidFill>
              </a:rPr>
              <a:t>{PARTIE PRENANTE} </a:t>
            </a:r>
            <a:r>
              <a:rPr lang="fr-FR" sz="1200" dirty="0">
                <a:solidFill>
                  <a:srgbClr val="FF0000"/>
                </a:solidFill>
              </a:rPr>
              <a:t>en aurait été volontairement exclu(e), ce qui peut créer un problème diplomatique. </a:t>
            </a: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Pendant son intervention à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a:t>
            </a:r>
            <a:r>
              <a:rPr lang="fr-FR" sz="1200" b="1" dirty="0">
                <a:solidFill>
                  <a:srgbClr val="FF0000"/>
                </a:solidFill>
              </a:rPr>
              <a:t> </a:t>
            </a:r>
            <a:r>
              <a:rPr lang="fr-FR" sz="1200" dirty="0">
                <a:solidFill>
                  <a:srgbClr val="FF0000"/>
                </a:solidFill>
              </a:rPr>
              <a:t>vient de révéler, dans un acte de courage, un détail très personnel et intime, ce qui met mal à l’aise une grande partie de l’assistance.</a:t>
            </a:r>
          </a:p>
          <a:p>
            <a:pPr algn="ctr"/>
            <a:r>
              <a:rPr lang="fr-FR" sz="1200" dirty="0">
                <a:solidFill>
                  <a:srgbClr val="FF0000"/>
                </a:solidFill>
              </a:rPr>
              <a:t>Qu’allez-vous faire ?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a:t>
            </a:r>
            <a:r>
              <a:rPr lang="fr-FR" sz="1200" dirty="0">
                <a:solidFill>
                  <a:srgbClr val="FF0000"/>
                </a:solidFill>
              </a:rPr>
              <a:t>,</a:t>
            </a:r>
            <a:r>
              <a:rPr lang="fr-FR" sz="1200" b="1" dirty="0">
                <a:solidFill>
                  <a:schemeClr val="tx1"/>
                </a:solidFill>
              </a:rPr>
              <a:t> {PARTIE PRENANTE} </a:t>
            </a:r>
            <a:r>
              <a:rPr lang="fr-FR" sz="1200" dirty="0">
                <a:solidFill>
                  <a:srgbClr val="FF0000"/>
                </a:solidFill>
              </a:rPr>
              <a:t>et</a:t>
            </a:r>
            <a:r>
              <a:rPr lang="fr-FR" sz="1200" b="1" dirty="0">
                <a:solidFill>
                  <a:schemeClr val="tx1"/>
                </a:solidFill>
              </a:rPr>
              <a:t> </a:t>
            </a:r>
            <a:r>
              <a:rPr lang="fr-FR" sz="1200" dirty="0">
                <a:solidFill>
                  <a:srgbClr val="FF0000"/>
                </a:solidFill>
              </a:rPr>
              <a:t> </a:t>
            </a:r>
            <a:r>
              <a:rPr lang="fr-FR" sz="1200" b="1" dirty="0">
                <a:solidFill>
                  <a:schemeClr val="tx1"/>
                </a:solidFill>
              </a:rPr>
              <a:t>{PARTIE PRENANTE} </a:t>
            </a:r>
            <a:r>
              <a:rPr lang="fr-FR" sz="1200" dirty="0">
                <a:solidFill>
                  <a:srgbClr val="FF0000"/>
                </a:solidFill>
              </a:rPr>
              <a:t>ont respectivement contacté </a:t>
            </a:r>
            <a:r>
              <a:rPr lang="fr-FR" sz="1200" b="1" dirty="0">
                <a:solidFill>
                  <a:srgbClr val="ED7D31"/>
                </a:solidFill>
              </a:rPr>
              <a:t>{MEMBRE}</a:t>
            </a:r>
            <a:r>
              <a:rPr lang="fr-FR" sz="1200" dirty="0">
                <a:solidFill>
                  <a:srgbClr val="FF0000"/>
                </a:solidFill>
              </a:rPr>
              <a:t>, </a:t>
            </a:r>
            <a:r>
              <a:rPr lang="fr-FR" sz="1200" b="1" dirty="0">
                <a:solidFill>
                  <a:srgbClr val="ED7D31"/>
                </a:solidFill>
              </a:rPr>
              <a:t>{MEMBRE}</a:t>
            </a:r>
            <a:r>
              <a:rPr lang="fr-FR" sz="1200" dirty="0">
                <a:solidFill>
                  <a:srgbClr val="FF0000"/>
                </a:solidFill>
              </a:rPr>
              <a:t> et </a:t>
            </a:r>
            <a:r>
              <a:rPr lang="fr-FR" sz="1200" b="1" dirty="0">
                <a:solidFill>
                  <a:srgbClr val="ED7D31"/>
                </a:solidFill>
              </a:rPr>
              <a:t>{MEMBRE}</a:t>
            </a:r>
            <a:r>
              <a:rPr lang="fr-FR" sz="1200" dirty="0">
                <a:solidFill>
                  <a:srgbClr val="FF0000"/>
                </a:solidFill>
              </a:rPr>
              <a:t> qui ont, sans coordination, promis à chacun la place principale. </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EBC379C3-BCB2-431A-A65D-C5830B5E7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CE5596DD-109C-413F-9375-8A4ACDD61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488F0A07-1524-4298-B891-342F772AE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6226E13D-6130-481B-BABB-18D627958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D2B36317-DC6E-43EC-99D9-2A4644E78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4799C6CF-1607-41B1-97EC-33B1A894E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6F5A1641-E170-4387-A504-771950F78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3A883AB4-0B11-4201-86E6-E0ABE751F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516637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893239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une dispute éclate entre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en viennent aux mains devant </a:t>
            </a:r>
            <a:r>
              <a:rPr lang="fr-FR" sz="1200" b="1" dirty="0">
                <a:solidFill>
                  <a:schemeClr val="tx1"/>
                </a:solidFill>
              </a:rPr>
              <a:t>{PARTIE PRENANTE}</a:t>
            </a:r>
            <a:r>
              <a:rPr lang="fr-FR" sz="1200" dirty="0">
                <a:solidFill>
                  <a:srgbClr val="FF0000"/>
                </a:solidFill>
              </a:rPr>
              <a:t>.</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Il vous semble que </a:t>
            </a:r>
            <a:r>
              <a:rPr lang="fr-FR" sz="1200" b="1" dirty="0">
                <a:solidFill>
                  <a:schemeClr val="tx1"/>
                </a:solidFill>
              </a:rPr>
              <a:t>{PARTIE PRENANTE} </a:t>
            </a:r>
            <a:r>
              <a:rPr lang="fr-FR" sz="1200" dirty="0">
                <a:solidFill>
                  <a:srgbClr val="FF0000"/>
                </a:solidFill>
              </a:rPr>
              <a:t>prend plaisir à être désagréable de</a:t>
            </a:r>
            <a:r>
              <a:rPr lang="fr-FR" sz="1200" b="1" dirty="0">
                <a:solidFill>
                  <a:schemeClr val="tx1"/>
                </a:solidFill>
              </a:rPr>
              <a:t> {PARTIE PRENANTE}</a:t>
            </a:r>
            <a:r>
              <a:rPr lang="fr-FR" sz="1200" dirty="0">
                <a:solidFill>
                  <a:srgbClr val="FF0000"/>
                </a:solidFill>
              </a:rPr>
              <a:t> à chaque </a:t>
            </a:r>
            <a:r>
              <a:rPr lang="fr-FR" sz="1200" b="1" dirty="0">
                <a:solidFill>
                  <a:srgbClr val="00B050"/>
                </a:solidFill>
              </a:rPr>
              <a:t>{EVENEMENT}</a:t>
            </a:r>
            <a:r>
              <a:rPr lang="fr-FR" sz="1200" dirty="0">
                <a:solidFill>
                  <a:srgbClr val="FF0000"/>
                </a:solidFill>
              </a:rPr>
              <a:t>. Vous ne connaissez pas leur relation, mais cela semble désagréable.</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et à votre grande surprise, </a:t>
            </a:r>
            <a:r>
              <a:rPr lang="fr-FR" sz="1200" b="1" dirty="0">
                <a:solidFill>
                  <a:schemeClr val="tx1"/>
                </a:solidFill>
              </a:rPr>
              <a:t>{PARTIE PRENANTE} </a:t>
            </a:r>
            <a:r>
              <a:rPr lang="fr-FR" sz="1200" dirty="0">
                <a:solidFill>
                  <a:srgbClr val="FF0000"/>
                </a:solidFill>
              </a:rPr>
              <a:t>annonce la dissolution de votre équipe, suivie des acquiescements de l’assistance. </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avec votre équipe, </a:t>
            </a:r>
            <a:r>
              <a:rPr lang="fr-FR" sz="1200" b="1" dirty="0">
                <a:solidFill>
                  <a:schemeClr val="tx1"/>
                </a:solidFill>
              </a:rPr>
              <a:t>{PARTIE PRENANTE} </a:t>
            </a:r>
            <a:r>
              <a:rPr lang="fr-FR" sz="1200" dirty="0">
                <a:solidFill>
                  <a:srgbClr val="FF0000"/>
                </a:solidFill>
              </a:rPr>
              <a:t>dit à </a:t>
            </a:r>
            <a:r>
              <a:rPr lang="fr-FR" sz="1200" b="1" dirty="0">
                <a:solidFill>
                  <a:srgbClr val="ED7D31"/>
                </a:solidFill>
              </a:rPr>
              <a:t>{MEMBRE} </a:t>
            </a:r>
            <a:r>
              <a:rPr lang="fr-FR" sz="1200" dirty="0">
                <a:solidFill>
                  <a:srgbClr val="FF0000"/>
                </a:solidFill>
              </a:rPr>
              <a:t>avoir perdu son collier en or posé sur la table. Seuls </a:t>
            </a:r>
            <a:r>
              <a:rPr lang="fr-FR" sz="1200" b="1" dirty="0">
                <a:solidFill>
                  <a:schemeClr val="tx1"/>
                </a:solidFill>
              </a:rPr>
              <a:t>{PARTIE PRENANTE}</a:t>
            </a:r>
            <a:r>
              <a:rPr lang="fr-FR" sz="1200" dirty="0">
                <a:solidFill>
                  <a:srgbClr val="FF0000"/>
                </a:solidFill>
              </a:rPr>
              <a:t>, </a:t>
            </a:r>
            <a:r>
              <a:rPr lang="fr-FR" sz="1200" b="1" dirty="0">
                <a:solidFill>
                  <a:schemeClr val="tx1"/>
                </a:solidFill>
              </a:rPr>
              <a:t>{PARTIE PRENANTE}</a:t>
            </a:r>
            <a:r>
              <a:rPr lang="fr-FR" sz="1200" dirty="0">
                <a:solidFill>
                  <a:srgbClr val="FF0000"/>
                </a:solidFill>
              </a:rPr>
              <a:t>, </a:t>
            </a:r>
            <a:r>
              <a:rPr lang="fr-FR" sz="1200" b="1" dirty="0">
                <a:solidFill>
                  <a:schemeClr val="tx1"/>
                </a:solidFill>
              </a:rPr>
              <a:t>{PARTIE PRENANTE} </a:t>
            </a:r>
            <a:r>
              <a:rPr lang="fr-FR" sz="1200" dirty="0">
                <a:solidFill>
                  <a:srgbClr val="FF0000"/>
                </a:solidFill>
              </a:rPr>
              <a:t>sont là.</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vous apprenez à votre grande surprise par </a:t>
            </a:r>
            <a:r>
              <a:rPr lang="fr-FR" sz="1200" b="1" dirty="0">
                <a:solidFill>
                  <a:schemeClr val="tx1"/>
                </a:solidFill>
              </a:rPr>
              <a:t>{PARTIE PRENANTE}</a:t>
            </a:r>
            <a:r>
              <a:rPr lang="fr-FR" sz="1200" dirty="0">
                <a:solidFill>
                  <a:srgbClr val="FF0000"/>
                </a:solidFill>
              </a:rPr>
              <a:t> que </a:t>
            </a:r>
            <a:r>
              <a:rPr lang="fr-FR" sz="1200" b="1" dirty="0">
                <a:solidFill>
                  <a:srgbClr val="ED7D31"/>
                </a:solidFill>
              </a:rPr>
              <a:t>{MEMBRE} </a:t>
            </a:r>
            <a:r>
              <a:rPr lang="fr-FR" sz="1200" dirty="0">
                <a:solidFill>
                  <a:srgbClr val="FF0000"/>
                </a:solidFill>
              </a:rPr>
              <a:t>va être sorti de l’équipe. Il/elle l’apprend en même temps que vous et devait intervenir juste après.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2 jours après </a:t>
            </a:r>
            <a:r>
              <a:rPr lang="fr-FR" sz="1200" b="1" dirty="0">
                <a:solidFill>
                  <a:srgbClr val="00B050"/>
                </a:solidFill>
              </a:rPr>
              <a:t>{EVENEMENT}, </a:t>
            </a:r>
            <a:r>
              <a:rPr lang="fr-FR" sz="1200" b="1" dirty="0">
                <a:solidFill>
                  <a:schemeClr val="tx1"/>
                </a:solidFill>
              </a:rPr>
              <a:t>{PARTIE PRENANTE}</a:t>
            </a:r>
            <a:r>
              <a:rPr lang="fr-FR" sz="1200" dirty="0">
                <a:solidFill>
                  <a:srgbClr val="FF0000"/>
                </a:solidFill>
              </a:rPr>
              <a:t> confie à </a:t>
            </a:r>
            <a:r>
              <a:rPr lang="fr-FR" sz="1200" b="1" dirty="0">
                <a:solidFill>
                  <a:srgbClr val="ED7D31"/>
                </a:solidFill>
              </a:rPr>
              <a:t>{MEMBRE}</a:t>
            </a:r>
            <a:r>
              <a:rPr lang="fr-FR" sz="1200" dirty="0">
                <a:solidFill>
                  <a:srgbClr val="FF0000"/>
                </a:solidFill>
              </a:rPr>
              <a:t> que </a:t>
            </a:r>
            <a:r>
              <a:rPr lang="fr-FR" sz="1200" b="1" dirty="0">
                <a:solidFill>
                  <a:schemeClr val="tx1"/>
                </a:solidFill>
              </a:rPr>
              <a:t>{PARTIE PRENANTE}</a:t>
            </a:r>
            <a:r>
              <a:rPr lang="fr-FR" sz="1200" dirty="0">
                <a:solidFill>
                  <a:srgbClr val="FF0000"/>
                </a:solidFill>
              </a:rPr>
              <a:t> l’y a agressé, mais n’ose pas s’exprimer et demande de garder le secret pour ne pas faire de vagues en son nom.</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espion infiltré pendant </a:t>
            </a:r>
            <a:r>
              <a:rPr lang="fr-FR" sz="1200" b="1" dirty="0">
                <a:solidFill>
                  <a:srgbClr val="00B050"/>
                </a:solidFill>
              </a:rPr>
              <a:t>{EVENEMENT}</a:t>
            </a:r>
            <a:r>
              <a:rPr lang="fr-FR" sz="1200" dirty="0">
                <a:solidFill>
                  <a:srgbClr val="FF0000"/>
                </a:solidFill>
              </a:rPr>
              <a:t>, a dévoilé des images dans les médias sociaux, en déformant les propos et en vous diffamant avec de nombreuses accusations, qui commencent à être suivies.</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La police vient chercher toute votre équipe, il semble qu’</a:t>
            </a:r>
            <a:r>
              <a:rPr lang="fr-FR" sz="1200" b="1" dirty="0">
                <a:solidFill>
                  <a:srgbClr val="00B050"/>
                </a:solidFill>
              </a:rPr>
              <a:t>{EVENEMENT}</a:t>
            </a:r>
            <a:r>
              <a:rPr lang="fr-FR" sz="1200" dirty="0">
                <a:solidFill>
                  <a:srgbClr val="FF0000"/>
                </a:solidFill>
              </a:rPr>
              <a:t> ait été l’occasion d’échanges de stupéfiants depuis plusieurs mois, et vous êtes tous accusés d’en être les instigateurs.</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0F3B24CD-079F-481B-B3EE-04400C4DD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EF70695-7675-444C-B2EA-743F1829B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311705A6-FF2A-429A-88E1-217820CC4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B2E5E1C7-5761-4DDD-9E53-C84BCF4CF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B13EA777-21E8-490A-AD0C-56929F84C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E3D44E61-0956-4601-A5D4-109F68921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08D7836-3AF8-461C-A647-32BE77F21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86653729-7BC7-4DAA-A942-BE0A1CFCA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043777226"/>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2837</TotalTime>
  <Words>7425</Words>
  <Application>Microsoft Office PowerPoint</Application>
  <PresentationFormat>Grand écran</PresentationFormat>
  <Paragraphs>1485</Paragraphs>
  <Slides>47</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47</vt:i4>
      </vt:variant>
    </vt:vector>
  </HeadingPairs>
  <TitlesOfParts>
    <vt:vector size="54" baseType="lpstr">
      <vt:lpstr>Arial</vt:lpstr>
      <vt:lpstr>Calibri</vt:lpstr>
      <vt:lpstr>Calibri Light</vt:lpstr>
      <vt:lpstr>Freestyle Script</vt:lpstr>
      <vt:lpstr>Rockwell</vt:lpstr>
      <vt:lpstr>Wingdings</vt:lpstr>
      <vt:lpstr>Thème Office</vt:lpstr>
      <vt:lpstr>Présentation PowerPoint</vt:lpstr>
      <vt:lpstr>Niveau 1 : 💪ROBUSTEAM en bref</vt:lpstr>
      <vt:lpstr>PRÉPARATION DU JEU</vt:lpstr>
      <vt:lpstr>NIVEAUX DE DIFFICULTÉ</vt:lpstr>
      <vt:lpstr>DÉROULEMENT D’UN TOUR</vt:lpstr>
      <vt:lpstr>GRILLE DE SCORE Renseignez les points dans les cases</vt:lpstr>
      <vt:lpstr>Détail: Déroulement de 💪ROBUSTEAM</vt:lpstr>
      <vt:lpstr>Niveau 3 : Organisation de 💪ROBUSTEAM</vt:lpstr>
      <vt:lpstr>Niveau 4 : Co-animation de 💪ROBUSTEAM</vt:lpstr>
      <vt:lpstr>Niveau 5 : Animation de 💪ROBUSTEAM</vt:lpstr>
      <vt:lpstr>Niveau 6 : Adaptation de 💪ROBUSTEAM</vt:lpstr>
      <vt:lpstr>Présentation PowerPoint</vt:lpstr>
      <vt:lpstr>💪ROBUSTEAM Jeu de base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EXTENSIONS  🛠 OUTIL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EXTENSIONS  📅 ÉVÉNEMENTS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244</cp:revision>
  <dcterms:created xsi:type="dcterms:W3CDTF">2021-02-02T23:16:24Z</dcterms:created>
  <dcterms:modified xsi:type="dcterms:W3CDTF">2021-12-17T20:48:42Z</dcterms:modified>
</cp:coreProperties>
</file>