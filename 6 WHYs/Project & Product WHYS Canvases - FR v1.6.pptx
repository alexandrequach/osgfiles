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7"/>
  </p:notesMasterIdLst>
  <p:sldIdLst>
    <p:sldId id="414" r:id="rId5"/>
    <p:sldId id="437" r:id="rId6"/>
    <p:sldId id="439" r:id="rId7"/>
    <p:sldId id="424" r:id="rId8"/>
    <p:sldId id="435" r:id="rId9"/>
    <p:sldId id="401" r:id="rId10"/>
    <p:sldId id="417" r:id="rId11"/>
    <p:sldId id="436" r:id="rId12"/>
    <p:sldId id="434" r:id="rId13"/>
    <p:sldId id="462" r:id="rId14"/>
    <p:sldId id="440" r:id="rId15"/>
    <p:sldId id="425" r:id="rId16"/>
    <p:sldId id="385" r:id="rId17"/>
    <p:sldId id="426" r:id="rId18"/>
    <p:sldId id="378" r:id="rId19"/>
    <p:sldId id="411" r:id="rId20"/>
    <p:sldId id="458" r:id="rId21"/>
    <p:sldId id="441" r:id="rId22"/>
    <p:sldId id="427" r:id="rId23"/>
    <p:sldId id="393" r:id="rId24"/>
    <p:sldId id="399" r:id="rId25"/>
    <p:sldId id="409" r:id="rId26"/>
    <p:sldId id="419" r:id="rId27"/>
    <p:sldId id="420" r:id="rId28"/>
    <p:sldId id="421" r:id="rId29"/>
    <p:sldId id="422" r:id="rId30"/>
    <p:sldId id="459" r:id="rId31"/>
    <p:sldId id="442" r:id="rId32"/>
    <p:sldId id="428" r:id="rId33"/>
    <p:sldId id="396" r:id="rId34"/>
    <p:sldId id="397" r:id="rId35"/>
    <p:sldId id="410" r:id="rId36"/>
    <p:sldId id="443" r:id="rId37"/>
    <p:sldId id="429" r:id="rId38"/>
    <p:sldId id="395" r:id="rId39"/>
    <p:sldId id="432" r:id="rId40"/>
    <p:sldId id="400" r:id="rId41"/>
    <p:sldId id="403" r:id="rId42"/>
    <p:sldId id="471" r:id="rId43"/>
    <p:sldId id="444" r:id="rId44"/>
    <p:sldId id="430" r:id="rId45"/>
    <p:sldId id="405" r:id="rId46"/>
    <p:sldId id="433" r:id="rId47"/>
    <p:sldId id="407" r:id="rId48"/>
    <p:sldId id="445" r:id="rId49"/>
    <p:sldId id="431" r:id="rId50"/>
    <p:sldId id="412" r:id="rId51"/>
    <p:sldId id="415" r:id="rId52"/>
    <p:sldId id="416" r:id="rId53"/>
    <p:sldId id="446" r:id="rId54"/>
    <p:sldId id="447" r:id="rId55"/>
    <p:sldId id="449" r:id="rId56"/>
    <p:sldId id="463" r:id="rId57"/>
    <p:sldId id="450" r:id="rId58"/>
    <p:sldId id="451" r:id="rId59"/>
    <p:sldId id="452" r:id="rId60"/>
    <p:sldId id="453" r:id="rId61"/>
    <p:sldId id="454" r:id="rId62"/>
    <p:sldId id="455" r:id="rId63"/>
    <p:sldId id="464" r:id="rId64"/>
    <p:sldId id="448" r:id="rId65"/>
    <p:sldId id="457" r:id="rId66"/>
    <p:sldId id="413" r:id="rId67"/>
    <p:sldId id="392" r:id="rId68"/>
    <p:sldId id="380" r:id="rId69"/>
    <p:sldId id="398" r:id="rId70"/>
    <p:sldId id="381" r:id="rId71"/>
    <p:sldId id="408" r:id="rId72"/>
    <p:sldId id="418" r:id="rId73"/>
    <p:sldId id="460" r:id="rId74"/>
    <p:sldId id="461" r:id="rId75"/>
    <p:sldId id="465" r:id="rId76"/>
    <p:sldId id="466" r:id="rId77"/>
    <p:sldId id="467" r:id="rId78"/>
    <p:sldId id="468" r:id="rId79"/>
    <p:sldId id="470" r:id="rId80"/>
    <p:sldId id="469" r:id="rId81"/>
    <p:sldId id="472" r:id="rId82"/>
    <p:sldId id="473" r:id="rId83"/>
    <p:sldId id="492" r:id="rId84"/>
    <p:sldId id="491" r:id="rId85"/>
    <p:sldId id="496" r:id="rId86"/>
    <p:sldId id="493" r:id="rId87"/>
    <p:sldId id="494" r:id="rId88"/>
    <p:sldId id="495" r:id="rId89"/>
    <p:sldId id="497" r:id="rId90"/>
    <p:sldId id="438" r:id="rId91"/>
    <p:sldId id="371" r:id="rId92"/>
    <p:sldId id="372" r:id="rId93"/>
    <p:sldId id="373" r:id="rId94"/>
    <p:sldId id="374" r:id="rId95"/>
    <p:sldId id="456" r:id="rId96"/>
    <p:sldId id="377" r:id="rId97"/>
    <p:sldId id="482" r:id="rId98"/>
    <p:sldId id="483" r:id="rId99"/>
    <p:sldId id="484" r:id="rId100"/>
    <p:sldId id="485" r:id="rId101"/>
    <p:sldId id="486" r:id="rId102"/>
    <p:sldId id="487" r:id="rId103"/>
    <p:sldId id="488" r:id="rId104"/>
    <p:sldId id="489" r:id="rId105"/>
    <p:sldId id="368" r:id="rId10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DB06794-3271-4EA1-8EC7-BE20A928F995}">
          <p14:sldIdLst>
            <p14:sldId id="414"/>
            <p14:sldId id="437"/>
          </p14:sldIdLst>
        </p14:section>
        <p14:section name="0. Concept : Alignment and WHYS" id="{D5A56379-4148-49C2-AA85-C0B06D307D65}">
          <p14:sldIdLst>
            <p14:sldId id="439"/>
            <p14:sldId id="424"/>
            <p14:sldId id="435"/>
            <p14:sldId id="401"/>
            <p14:sldId id="417"/>
            <p14:sldId id="436"/>
            <p14:sldId id="434"/>
            <p14:sldId id="462"/>
          </p14:sldIdLst>
        </p14:section>
        <p14:section name="1. WHY" id="{B66AB95F-9191-4BE2-B4D9-900189BFE448}">
          <p14:sldIdLst>
            <p14:sldId id="440"/>
            <p14:sldId id="425"/>
            <p14:sldId id="385"/>
            <p14:sldId id="426"/>
            <p14:sldId id="378"/>
            <p14:sldId id="411"/>
            <p14:sldId id="458"/>
          </p14:sldIdLst>
        </p14:section>
        <p14:section name="2. WHY US" id="{C253BAA7-5595-44F5-9309-0C5EE199B5C8}">
          <p14:sldIdLst>
            <p14:sldId id="441"/>
            <p14:sldId id="427"/>
            <p14:sldId id="393"/>
            <p14:sldId id="399"/>
            <p14:sldId id="409"/>
            <p14:sldId id="419"/>
            <p14:sldId id="420"/>
            <p14:sldId id="421"/>
            <p14:sldId id="422"/>
            <p14:sldId id="459"/>
          </p14:sldIdLst>
        </p14:section>
        <p14:section name="3. WHY NOW" id="{4060EAED-506E-4DE4-9BA1-F732DF7B6B61}">
          <p14:sldIdLst>
            <p14:sldId id="442"/>
            <p14:sldId id="428"/>
            <p14:sldId id="396"/>
            <p14:sldId id="397"/>
            <p14:sldId id="410"/>
          </p14:sldIdLst>
        </p14:section>
        <p14:section name="4. WHY HERE" id="{2B7A4A53-A698-483E-8C3C-618F94507D58}">
          <p14:sldIdLst>
            <p14:sldId id="443"/>
            <p14:sldId id="429"/>
            <p14:sldId id="395"/>
            <p14:sldId id="432"/>
            <p14:sldId id="400"/>
            <p14:sldId id="403"/>
            <p14:sldId id="471"/>
          </p14:sldIdLst>
        </p14:section>
        <p14:section name="5. WHY THIS" id="{34E62DC7-B96A-4D7E-BDC2-68180B6AA228}">
          <p14:sldIdLst>
            <p14:sldId id="444"/>
            <p14:sldId id="430"/>
            <p14:sldId id="405"/>
            <p14:sldId id="433"/>
            <p14:sldId id="407"/>
          </p14:sldIdLst>
        </p14:section>
        <p14:section name="6. WHY NOT" id="{1944C853-FCCF-4556-B988-0D91A1B1B297}">
          <p14:sldIdLst>
            <p14:sldId id="445"/>
            <p14:sldId id="431"/>
            <p14:sldId id="412"/>
            <p14:sldId id="415"/>
            <p14:sldId id="416"/>
          </p14:sldIdLst>
        </p14:section>
        <p14:section name="When and how can you use WHYS Canvases" id="{DF7E9499-E917-4A95-9F75-66AD70515DD2}">
          <p14:sldIdLst>
            <p14:sldId id="446"/>
            <p14:sldId id="447"/>
            <p14:sldId id="449"/>
            <p14:sldId id="463"/>
            <p14:sldId id="450"/>
            <p14:sldId id="451"/>
            <p14:sldId id="452"/>
            <p14:sldId id="453"/>
            <p14:sldId id="454"/>
            <p14:sldId id="455"/>
            <p14:sldId id="464"/>
          </p14:sldIdLst>
        </p14:section>
        <p14:section name="Using other formats" id="{F88245C0-80C8-4441-BAFE-5F4631497535}">
          <p14:sldIdLst>
            <p14:sldId id="448"/>
            <p14:sldId id="457"/>
            <p14:sldId id="413"/>
            <p14:sldId id="392"/>
            <p14:sldId id="380"/>
            <p14:sldId id="398"/>
            <p14:sldId id="381"/>
            <p14:sldId id="408"/>
            <p14:sldId id="418"/>
          </p14:sldIdLst>
        </p14:section>
        <p14:section name="Example end-to-End 6 WHYS Use Cases" id="{78634B14-0A15-413E-9C27-D75B04913F58}">
          <p14:sldIdLst>
            <p14:sldId id="460"/>
            <p14:sldId id="461"/>
            <p14:sldId id="465"/>
            <p14:sldId id="466"/>
            <p14:sldId id="467"/>
            <p14:sldId id="468"/>
            <p14:sldId id="470"/>
            <p14:sldId id="469"/>
            <p14:sldId id="472"/>
            <p14:sldId id="473"/>
            <p14:sldId id="492"/>
            <p14:sldId id="491"/>
            <p14:sldId id="496"/>
            <p14:sldId id="493"/>
            <p14:sldId id="494"/>
            <p14:sldId id="495"/>
            <p14:sldId id="497"/>
          </p14:sldIdLst>
        </p14:section>
        <p14:section name="Using 6 WHYS as a workshop" id="{4A600B86-7D56-4ADA-8F72-BB5795C2E74F}">
          <p14:sldIdLst>
            <p14:sldId id="438"/>
            <p14:sldId id="371"/>
            <p14:sldId id="372"/>
            <p14:sldId id="373"/>
            <p14:sldId id="374"/>
          </p14:sldIdLst>
        </p14:section>
        <p14:section name="Appendix" id="{B60A463E-9401-4CDC-81C8-0510EB0A3AF1}">
          <p14:sldIdLst>
            <p14:sldId id="456"/>
            <p14:sldId id="377"/>
            <p14:sldId id="482"/>
            <p14:sldId id="483"/>
            <p14:sldId id="484"/>
            <p14:sldId id="485"/>
            <p14:sldId id="486"/>
            <p14:sldId id="487"/>
            <p14:sldId id="488"/>
            <p14:sldId id="489"/>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ED7D31"/>
    <a:srgbClr val="0683AA"/>
    <a:srgbClr val="BFBFBF"/>
    <a:srgbClr val="9DC3E6"/>
    <a:srgbClr val="A9D18E"/>
    <a:srgbClr val="8FAADC"/>
    <a:srgbClr val="FFFFFF"/>
    <a:srgbClr val="A5A5A5"/>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DEC62A-77CC-465D-903D-8E72C1B35C72}" v="2" dt="2023-02-06T10:56:51.17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5" autoAdjust="0"/>
    <p:restoredTop sz="94660"/>
  </p:normalViewPr>
  <p:slideViewPr>
    <p:cSldViewPr snapToGrid="0">
      <p:cViewPr>
        <p:scale>
          <a:sx n="100" d="100"/>
          <a:sy n="100" d="100"/>
        </p:scale>
        <p:origin x="1110" y="18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6/11/relationships/changesInfo" Target="changesInfos/changesInfo1.xml"/><Relationship Id="rId16" Type="http://schemas.openxmlformats.org/officeDocument/2006/relationships/slide" Target="slides/slide12.xml"/><Relationship Id="rId107" Type="http://schemas.openxmlformats.org/officeDocument/2006/relationships/notesMaster" Target="notesMasters/notesMaster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microsoft.com/office/2015/10/relationships/revisionInfo" Target="revisionInfo.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viewProps" Target="view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Froment" userId="4d47d833-7bbe-4dd6-859d-dcdc79e00258" providerId="ADAL" clId="{910D4F7F-9FFD-4784-8B0C-FE6800705A38}"/>
    <pc:docChg chg="undo redo custSel addSld delSld modSld sldOrd modSection">
      <pc:chgData name="Thomas Froment" userId="4d47d833-7bbe-4dd6-859d-dcdc79e00258" providerId="ADAL" clId="{910D4F7F-9FFD-4784-8B0C-FE6800705A38}" dt="2022-12-08T17:02:30.158" v="3675" actId="1076"/>
      <pc:docMkLst>
        <pc:docMk/>
      </pc:docMkLst>
      <pc:sldChg chg="modSp mod">
        <pc:chgData name="Thomas Froment" userId="4d47d833-7bbe-4dd6-859d-dcdc79e00258" providerId="ADAL" clId="{910D4F7F-9FFD-4784-8B0C-FE6800705A38}" dt="2022-12-06T16:51:06.975" v="34" actId="313"/>
        <pc:sldMkLst>
          <pc:docMk/>
          <pc:sldMk cId="471399303" sldId="373"/>
        </pc:sldMkLst>
        <pc:spChg chg="mod">
          <ac:chgData name="Thomas Froment" userId="4d47d833-7bbe-4dd6-859d-dcdc79e00258" providerId="ADAL" clId="{910D4F7F-9FFD-4784-8B0C-FE6800705A38}" dt="2022-12-06T16:50:59.500" v="31" actId="313"/>
          <ac:spMkLst>
            <pc:docMk/>
            <pc:sldMk cId="471399303" sldId="373"/>
            <ac:spMk id="23" creationId="{4F2EA91F-0720-4EB9-8886-AA180CEFDDC1}"/>
          </ac:spMkLst>
        </pc:spChg>
        <pc:spChg chg="mod">
          <ac:chgData name="Thomas Froment" userId="4d47d833-7bbe-4dd6-859d-dcdc79e00258" providerId="ADAL" clId="{910D4F7F-9FFD-4784-8B0C-FE6800705A38}" dt="2022-12-06T16:51:03.513" v="32" actId="313"/>
          <ac:spMkLst>
            <pc:docMk/>
            <pc:sldMk cId="471399303" sldId="373"/>
            <ac:spMk id="25" creationId="{358E1BF9-5E40-437B-9E38-38063C963CED}"/>
          </ac:spMkLst>
        </pc:spChg>
        <pc:spChg chg="mod">
          <ac:chgData name="Thomas Froment" userId="4d47d833-7bbe-4dd6-859d-dcdc79e00258" providerId="ADAL" clId="{910D4F7F-9FFD-4784-8B0C-FE6800705A38}" dt="2022-12-06T16:51:04.855" v="33" actId="313"/>
          <ac:spMkLst>
            <pc:docMk/>
            <pc:sldMk cId="471399303" sldId="373"/>
            <ac:spMk id="27" creationId="{807B6C4A-0B30-40EB-8A67-9150BE6EDE0C}"/>
          </ac:spMkLst>
        </pc:spChg>
        <pc:spChg chg="mod">
          <ac:chgData name="Thomas Froment" userId="4d47d833-7bbe-4dd6-859d-dcdc79e00258" providerId="ADAL" clId="{910D4F7F-9FFD-4784-8B0C-FE6800705A38}" dt="2022-12-06T16:51:06.975" v="34" actId="313"/>
          <ac:spMkLst>
            <pc:docMk/>
            <pc:sldMk cId="471399303" sldId="373"/>
            <ac:spMk id="35" creationId="{67B0F38D-F1AC-4920-A67C-30199D2FB73D}"/>
          </ac:spMkLst>
        </pc:spChg>
      </pc:sldChg>
      <pc:sldChg chg="modSp mod">
        <pc:chgData name="Thomas Froment" userId="4d47d833-7bbe-4dd6-859d-dcdc79e00258" providerId="ADAL" clId="{910D4F7F-9FFD-4784-8B0C-FE6800705A38}" dt="2022-12-06T16:47:34.176" v="24" actId="313"/>
        <pc:sldMkLst>
          <pc:docMk/>
          <pc:sldMk cId="427037604" sldId="374"/>
        </pc:sldMkLst>
        <pc:spChg chg="mod">
          <ac:chgData name="Thomas Froment" userId="4d47d833-7bbe-4dd6-859d-dcdc79e00258" providerId="ADAL" clId="{910D4F7F-9FFD-4784-8B0C-FE6800705A38}" dt="2022-12-06T16:47:34.176" v="24" actId="313"/>
          <ac:spMkLst>
            <pc:docMk/>
            <pc:sldMk cId="427037604" sldId="374"/>
            <ac:spMk id="39" creationId="{5433BB7F-90C0-406F-936A-62E085E3EA91}"/>
          </ac:spMkLst>
        </pc:spChg>
      </pc:sldChg>
      <pc:sldChg chg="modSp mod">
        <pc:chgData name="Thomas Froment" userId="4d47d833-7bbe-4dd6-859d-dcdc79e00258" providerId="ADAL" clId="{910D4F7F-9FFD-4784-8B0C-FE6800705A38}" dt="2022-12-06T16:50:54.318" v="30" actId="313"/>
        <pc:sldMkLst>
          <pc:docMk/>
          <pc:sldMk cId="2607133345" sldId="393"/>
        </pc:sldMkLst>
        <pc:spChg chg="mod">
          <ac:chgData name="Thomas Froment" userId="4d47d833-7bbe-4dd6-859d-dcdc79e00258" providerId="ADAL" clId="{910D4F7F-9FFD-4784-8B0C-FE6800705A38}" dt="2022-12-06T16:50:54.318" v="30" actId="313"/>
          <ac:spMkLst>
            <pc:docMk/>
            <pc:sldMk cId="2607133345" sldId="393"/>
            <ac:spMk id="252" creationId="{42BAE5F9-7E7E-4181-89CE-3D9C5DC880A7}"/>
          </ac:spMkLst>
        </pc:spChg>
      </pc:sldChg>
      <pc:sldChg chg="modSp mod">
        <pc:chgData name="Thomas Froment" userId="4d47d833-7bbe-4dd6-859d-dcdc79e00258" providerId="ADAL" clId="{910D4F7F-9FFD-4784-8B0C-FE6800705A38}" dt="2022-12-06T16:46:55.124" v="23" actId="20577"/>
        <pc:sldMkLst>
          <pc:docMk/>
          <pc:sldMk cId="1874237925" sldId="401"/>
        </pc:sldMkLst>
        <pc:spChg chg="mod">
          <ac:chgData name="Thomas Froment" userId="4d47d833-7bbe-4dd6-859d-dcdc79e00258" providerId="ADAL" clId="{910D4F7F-9FFD-4784-8B0C-FE6800705A38}" dt="2022-12-06T16:46:23.504" v="0" actId="20577"/>
          <ac:spMkLst>
            <pc:docMk/>
            <pc:sldMk cId="1874237925" sldId="401"/>
            <ac:spMk id="183" creationId="{ABFBEC17-2C98-486C-801B-0392178A06BA}"/>
          </ac:spMkLst>
        </pc:spChg>
        <pc:spChg chg="mod">
          <ac:chgData name="Thomas Froment" userId="4d47d833-7bbe-4dd6-859d-dcdc79e00258" providerId="ADAL" clId="{910D4F7F-9FFD-4784-8B0C-FE6800705A38}" dt="2022-12-06T16:46:55.124" v="23" actId="20577"/>
          <ac:spMkLst>
            <pc:docMk/>
            <pc:sldMk cId="1874237925" sldId="401"/>
            <ac:spMk id="185" creationId="{7C0701B0-6A32-4967-B891-50888B09595C}"/>
          </ac:spMkLst>
        </pc:spChg>
      </pc:sldChg>
      <pc:sldChg chg="modSp mod">
        <pc:chgData name="Thomas Froment" userId="4d47d833-7bbe-4dd6-859d-dcdc79e00258" providerId="ADAL" clId="{910D4F7F-9FFD-4784-8B0C-FE6800705A38}" dt="2022-12-06T16:47:54.774" v="29" actId="20577"/>
        <pc:sldMkLst>
          <pc:docMk/>
          <pc:sldMk cId="2557196869" sldId="413"/>
        </pc:sldMkLst>
        <pc:graphicFrameChg chg="modGraphic">
          <ac:chgData name="Thomas Froment" userId="4d47d833-7bbe-4dd6-859d-dcdc79e00258" providerId="ADAL" clId="{910D4F7F-9FFD-4784-8B0C-FE6800705A38}" dt="2022-12-06T16:47:54.774" v="29" actId="20577"/>
          <ac:graphicFrameMkLst>
            <pc:docMk/>
            <pc:sldMk cId="2557196869" sldId="413"/>
            <ac:graphicFrameMk id="4" creationId="{A26FED53-CE8B-4A5C-AD4F-4FB3B0A64553}"/>
          </ac:graphicFrameMkLst>
        </pc:graphicFrameChg>
      </pc:sldChg>
      <pc:sldChg chg="modSp mod">
        <pc:chgData name="Thomas Froment" userId="4d47d833-7bbe-4dd6-859d-dcdc79e00258" providerId="ADAL" clId="{910D4F7F-9FFD-4784-8B0C-FE6800705A38}" dt="2022-12-08T16:17:03.272" v="456" actId="20577"/>
        <pc:sldMkLst>
          <pc:docMk/>
          <pc:sldMk cId="3038443621" sldId="414"/>
        </pc:sldMkLst>
        <pc:spChg chg="mod">
          <ac:chgData name="Thomas Froment" userId="4d47d833-7bbe-4dd6-859d-dcdc79e00258" providerId="ADAL" clId="{910D4F7F-9FFD-4784-8B0C-FE6800705A38}" dt="2022-12-08T16:17:03.272" v="456" actId="20577"/>
          <ac:spMkLst>
            <pc:docMk/>
            <pc:sldMk cId="3038443621" sldId="414"/>
            <ac:spMk id="33" creationId="{CC659D1E-70C9-47BC-8377-632F08CFA179}"/>
          </ac:spMkLst>
        </pc:spChg>
      </pc:sldChg>
      <pc:sldChg chg="modSp mod">
        <pc:chgData name="Thomas Froment" userId="4d47d833-7bbe-4dd6-859d-dcdc79e00258" providerId="ADAL" clId="{910D4F7F-9FFD-4784-8B0C-FE6800705A38}" dt="2022-12-06T16:52:03.457" v="38" actId="20577"/>
        <pc:sldMkLst>
          <pc:docMk/>
          <pc:sldMk cId="2277729768" sldId="461"/>
        </pc:sldMkLst>
        <pc:spChg chg="mod">
          <ac:chgData name="Thomas Froment" userId="4d47d833-7bbe-4dd6-859d-dcdc79e00258" providerId="ADAL" clId="{910D4F7F-9FFD-4784-8B0C-FE6800705A38}" dt="2022-12-06T16:52:03.457" v="38" actId="20577"/>
          <ac:spMkLst>
            <pc:docMk/>
            <pc:sldMk cId="2277729768" sldId="461"/>
            <ac:spMk id="5" creationId="{88E9EC13-37B9-231F-A7D5-D558D25989ED}"/>
          </ac:spMkLst>
        </pc:spChg>
      </pc:sldChg>
      <pc:sldChg chg="new del">
        <pc:chgData name="Thomas Froment" userId="4d47d833-7bbe-4dd6-859d-dcdc79e00258" providerId="ADAL" clId="{910D4F7F-9FFD-4784-8B0C-FE6800705A38}" dt="2022-12-06T16:52:40.052" v="42" actId="47"/>
        <pc:sldMkLst>
          <pc:docMk/>
          <pc:sldMk cId="380590255" sldId="490"/>
        </pc:sldMkLst>
      </pc:sldChg>
      <pc:sldChg chg="addSp delSp modSp add mod">
        <pc:chgData name="Thomas Froment" userId="4d47d833-7bbe-4dd6-859d-dcdc79e00258" providerId="ADAL" clId="{910D4F7F-9FFD-4784-8B0C-FE6800705A38}" dt="2022-12-06T17:14:50.837" v="454" actId="1076"/>
        <pc:sldMkLst>
          <pc:docMk/>
          <pc:sldMk cId="4221110295" sldId="491"/>
        </pc:sldMkLst>
        <pc:spChg chg="del">
          <ac:chgData name="Thomas Froment" userId="4d47d833-7bbe-4dd6-859d-dcdc79e00258" providerId="ADAL" clId="{910D4F7F-9FFD-4784-8B0C-FE6800705A38}" dt="2022-12-06T17:08:49.601" v="438" actId="478"/>
          <ac:spMkLst>
            <pc:docMk/>
            <pc:sldMk cId="4221110295" sldId="491"/>
            <ac:spMk id="2" creationId="{1AB40900-59F3-4B76-9D7B-14F8489569E4}"/>
          </ac:spMkLst>
        </pc:spChg>
        <pc:spChg chg="add del mod">
          <ac:chgData name="Thomas Froment" userId="4d47d833-7bbe-4dd6-859d-dcdc79e00258" providerId="ADAL" clId="{910D4F7F-9FFD-4784-8B0C-FE6800705A38}" dt="2022-12-06T17:08:52.255" v="441" actId="478"/>
          <ac:spMkLst>
            <pc:docMk/>
            <pc:sldMk cId="4221110295" sldId="491"/>
            <ac:spMk id="7" creationId="{CE0F367C-54BD-37D7-4100-EC03C1924CD5}"/>
          </ac:spMkLst>
        </pc:spChg>
        <pc:spChg chg="add del mod">
          <ac:chgData name="Thomas Froment" userId="4d47d833-7bbe-4dd6-859d-dcdc79e00258" providerId="ADAL" clId="{910D4F7F-9FFD-4784-8B0C-FE6800705A38}" dt="2022-12-06T17:08:50.951" v="440"/>
          <ac:spMkLst>
            <pc:docMk/>
            <pc:sldMk cId="4221110295" sldId="491"/>
            <ac:spMk id="9" creationId="{0C72932F-C26C-3FC4-13E6-23F3D72B5483}"/>
          </ac:spMkLst>
        </pc:spChg>
        <pc:spChg chg="add mod">
          <ac:chgData name="Thomas Froment" userId="4d47d833-7bbe-4dd6-859d-dcdc79e00258" providerId="ADAL" clId="{910D4F7F-9FFD-4784-8B0C-FE6800705A38}" dt="2022-12-06T17:08:56.223" v="443" actId="1076"/>
          <ac:spMkLst>
            <pc:docMk/>
            <pc:sldMk cId="4221110295" sldId="491"/>
            <ac:spMk id="11" creationId="{77EBB4B7-7DD3-81D9-63A2-0C8C9EAE26F3}"/>
          </ac:spMkLst>
        </pc:spChg>
        <pc:spChg chg="mod">
          <ac:chgData name="Thomas Froment" userId="4d47d833-7bbe-4dd6-859d-dcdc79e00258" providerId="ADAL" clId="{910D4F7F-9FFD-4784-8B0C-FE6800705A38}" dt="2022-12-06T17:09:15.414" v="447" actId="6549"/>
          <ac:spMkLst>
            <pc:docMk/>
            <pc:sldMk cId="4221110295" sldId="491"/>
            <ac:spMk id="37" creationId="{59140D95-A43B-4263-B551-DD98CAA4AFFA}"/>
          </ac:spMkLst>
        </pc:spChg>
        <pc:spChg chg="mod">
          <ac:chgData name="Thomas Froment" userId="4d47d833-7bbe-4dd6-859d-dcdc79e00258" providerId="ADAL" clId="{910D4F7F-9FFD-4784-8B0C-FE6800705A38}" dt="2022-12-06T17:14:30.652" v="450" actId="1076"/>
          <ac:spMkLst>
            <pc:docMk/>
            <pc:sldMk cId="4221110295" sldId="491"/>
            <ac:spMk id="43" creationId="{85CE9BC5-E6C8-4FE1-A874-45B2A994EB0E}"/>
          </ac:spMkLst>
        </pc:spChg>
        <pc:spChg chg="mod">
          <ac:chgData name="Thomas Froment" userId="4d47d833-7bbe-4dd6-859d-dcdc79e00258" providerId="ADAL" clId="{910D4F7F-9FFD-4784-8B0C-FE6800705A38}" dt="2022-12-06T17:14:38.998" v="452" actId="1076"/>
          <ac:spMkLst>
            <pc:docMk/>
            <pc:sldMk cId="4221110295" sldId="491"/>
            <ac:spMk id="44" creationId="{271544CF-27B6-49ED-B757-486D558A6BD9}"/>
          </ac:spMkLst>
        </pc:spChg>
        <pc:spChg chg="mod">
          <ac:chgData name="Thomas Froment" userId="4d47d833-7bbe-4dd6-859d-dcdc79e00258" providerId="ADAL" clId="{910D4F7F-9FFD-4784-8B0C-FE6800705A38}" dt="2022-12-06T17:14:50.837" v="454" actId="1076"/>
          <ac:spMkLst>
            <pc:docMk/>
            <pc:sldMk cId="4221110295" sldId="491"/>
            <ac:spMk id="45" creationId="{D43A0727-9E23-429C-92B1-B12657F0FB77}"/>
          </ac:spMkLst>
        </pc:spChg>
        <pc:picChg chg="mod">
          <ac:chgData name="Thomas Froment" userId="4d47d833-7bbe-4dd6-859d-dcdc79e00258" providerId="ADAL" clId="{910D4F7F-9FFD-4784-8B0C-FE6800705A38}" dt="2022-12-06T17:09:20.841" v="449" actId="14100"/>
          <ac:picMkLst>
            <pc:docMk/>
            <pc:sldMk cId="4221110295" sldId="491"/>
            <ac:picMk id="4" creationId="{7FF09E1B-A3C0-7255-DAC3-5CA201609524}"/>
          </ac:picMkLst>
        </pc:picChg>
      </pc:sldChg>
      <pc:sldChg chg="addSp delSp modSp add mod">
        <pc:chgData name="Thomas Froment" userId="4d47d833-7bbe-4dd6-859d-dcdc79e00258" providerId="ADAL" clId="{910D4F7F-9FFD-4784-8B0C-FE6800705A38}" dt="2022-12-06T17:09:10.002" v="446" actId="478"/>
        <pc:sldMkLst>
          <pc:docMk/>
          <pc:sldMk cId="3473109585" sldId="492"/>
        </pc:sldMkLst>
        <pc:spChg chg="del mod">
          <ac:chgData name="Thomas Froment" userId="4d47d833-7bbe-4dd6-859d-dcdc79e00258" providerId="ADAL" clId="{910D4F7F-9FFD-4784-8B0C-FE6800705A38}" dt="2022-12-06T17:09:06.267" v="444" actId="478"/>
          <ac:spMkLst>
            <pc:docMk/>
            <pc:sldMk cId="3473109585" sldId="492"/>
            <ac:spMk id="2" creationId="{280E14BE-C37C-A3DB-D136-5619272E1368}"/>
          </ac:spMkLst>
        </pc:spChg>
        <pc:spChg chg="mod">
          <ac:chgData name="Thomas Froment" userId="4d47d833-7bbe-4dd6-859d-dcdc79e00258" providerId="ADAL" clId="{910D4F7F-9FFD-4784-8B0C-FE6800705A38}" dt="2022-12-06T16:57:42.489" v="435" actId="6549"/>
          <ac:spMkLst>
            <pc:docMk/>
            <pc:sldMk cId="3473109585" sldId="492"/>
            <ac:spMk id="3" creationId="{183CCA1B-1322-6A04-3870-54B01A18F55F}"/>
          </ac:spMkLst>
        </pc:spChg>
        <pc:spChg chg="add del mod">
          <ac:chgData name="Thomas Froment" userId="4d47d833-7bbe-4dd6-859d-dcdc79e00258" providerId="ADAL" clId="{910D4F7F-9FFD-4784-8B0C-FE6800705A38}" dt="2022-12-06T17:09:10.002" v="446" actId="478"/>
          <ac:spMkLst>
            <pc:docMk/>
            <pc:sldMk cId="3473109585" sldId="492"/>
            <ac:spMk id="7" creationId="{C4332870-1CA6-743A-32C3-40A25ED3D0CA}"/>
          </ac:spMkLst>
        </pc:spChg>
        <pc:spChg chg="add mod">
          <ac:chgData name="Thomas Froment" userId="4d47d833-7bbe-4dd6-859d-dcdc79e00258" providerId="ADAL" clId="{910D4F7F-9FFD-4784-8B0C-FE6800705A38}" dt="2022-12-06T17:09:06.645" v="445"/>
          <ac:spMkLst>
            <pc:docMk/>
            <pc:sldMk cId="3473109585" sldId="492"/>
            <ac:spMk id="8" creationId="{2F015651-2D66-492C-84CC-5737E7B4DC93}"/>
          </ac:spMkLst>
        </pc:spChg>
        <pc:picChg chg="del">
          <ac:chgData name="Thomas Froment" userId="4d47d833-7bbe-4dd6-859d-dcdc79e00258" providerId="ADAL" clId="{910D4F7F-9FFD-4784-8B0C-FE6800705A38}" dt="2022-12-06T16:54:09.429" v="71" actId="478"/>
          <ac:picMkLst>
            <pc:docMk/>
            <pc:sldMk cId="3473109585" sldId="492"/>
            <ac:picMk id="4" creationId="{C33D1E72-B382-B2AC-ABFE-EE801D9938CD}"/>
          </ac:picMkLst>
        </pc:picChg>
        <pc:picChg chg="add mod">
          <ac:chgData name="Thomas Froment" userId="4d47d833-7bbe-4dd6-859d-dcdc79e00258" providerId="ADAL" clId="{910D4F7F-9FFD-4784-8B0C-FE6800705A38}" dt="2022-12-06T16:54:18.778" v="75" actId="1076"/>
          <ac:picMkLst>
            <pc:docMk/>
            <pc:sldMk cId="3473109585" sldId="492"/>
            <ac:picMk id="5" creationId="{B05B1533-DE26-7BC1-8A7F-8E9544A7DACA}"/>
          </ac:picMkLst>
        </pc:picChg>
      </pc:sldChg>
      <pc:sldChg chg="addSp delSp modSp add mod">
        <pc:chgData name="Thomas Froment" userId="4d47d833-7bbe-4dd6-859d-dcdc79e00258" providerId="ADAL" clId="{910D4F7F-9FFD-4784-8B0C-FE6800705A38}" dt="2022-12-08T17:01:31.294" v="3670" actId="20577"/>
        <pc:sldMkLst>
          <pc:docMk/>
          <pc:sldMk cId="3276825493" sldId="493"/>
        </pc:sldMkLst>
        <pc:spChg chg="del">
          <ac:chgData name="Thomas Froment" userId="4d47d833-7bbe-4dd6-859d-dcdc79e00258" providerId="ADAL" clId="{910D4F7F-9FFD-4784-8B0C-FE6800705A38}" dt="2022-12-08T16:19:03.083" v="460" actId="478"/>
          <ac:spMkLst>
            <pc:docMk/>
            <pc:sldMk cId="3276825493" sldId="493"/>
            <ac:spMk id="2" creationId="{0857A69A-87CF-437D-9979-708C56BD16A2}"/>
          </ac:spMkLst>
        </pc:spChg>
        <pc:spChg chg="add del mod">
          <ac:chgData name="Thomas Froment" userId="4d47d833-7bbe-4dd6-859d-dcdc79e00258" providerId="ADAL" clId="{910D4F7F-9FFD-4784-8B0C-FE6800705A38}" dt="2022-12-08T16:19:01.386" v="459"/>
          <ac:spMkLst>
            <pc:docMk/>
            <pc:sldMk cId="3276825493" sldId="493"/>
            <ac:spMk id="4" creationId="{67336A1D-C6C0-92B9-11C7-10CD2B9A117F}"/>
          </ac:spMkLst>
        </pc:spChg>
        <pc:spChg chg="add del mod">
          <ac:chgData name="Thomas Froment" userId="4d47d833-7bbe-4dd6-859d-dcdc79e00258" providerId="ADAL" clId="{910D4F7F-9FFD-4784-8B0C-FE6800705A38}" dt="2022-12-08T16:19:05.505" v="462" actId="478"/>
          <ac:spMkLst>
            <pc:docMk/>
            <pc:sldMk cId="3276825493" sldId="493"/>
            <ac:spMk id="6" creationId="{FD6252C5-A259-E6C4-D5D0-BF6D658DD135}"/>
          </ac:spMkLst>
        </pc:spChg>
        <pc:spChg chg="add mod">
          <ac:chgData name="Thomas Froment" userId="4d47d833-7bbe-4dd6-859d-dcdc79e00258" providerId="ADAL" clId="{910D4F7F-9FFD-4784-8B0C-FE6800705A38}" dt="2022-12-08T16:19:03.404" v="461"/>
          <ac:spMkLst>
            <pc:docMk/>
            <pc:sldMk cId="3276825493" sldId="493"/>
            <ac:spMk id="7" creationId="{EF69A68F-A1BC-26E1-65C0-653FB1F95A20}"/>
          </ac:spMkLst>
        </pc:spChg>
        <pc:spChg chg="add mod">
          <ac:chgData name="Thomas Froment" userId="4d47d833-7bbe-4dd6-859d-dcdc79e00258" providerId="ADAL" clId="{910D4F7F-9FFD-4784-8B0C-FE6800705A38}" dt="2022-12-08T17:01:31.294" v="3670" actId="20577"/>
          <ac:spMkLst>
            <pc:docMk/>
            <pc:sldMk cId="3276825493" sldId="493"/>
            <ac:spMk id="9" creationId="{3FAF9F8A-32A1-4D00-329F-82CFCBC07D3B}"/>
          </ac:spMkLst>
        </pc:spChg>
        <pc:spChg chg="mod">
          <ac:chgData name="Thomas Froment" userId="4d47d833-7bbe-4dd6-859d-dcdc79e00258" providerId="ADAL" clId="{910D4F7F-9FFD-4784-8B0C-FE6800705A38}" dt="2022-12-08T16:49:46.985" v="3049" actId="404"/>
          <ac:spMkLst>
            <pc:docMk/>
            <pc:sldMk cId="3276825493" sldId="493"/>
            <ac:spMk id="144" creationId="{8E439821-F18F-6062-9541-F47E8F337B2A}"/>
          </ac:spMkLst>
        </pc:spChg>
        <pc:spChg chg="mod">
          <ac:chgData name="Thomas Froment" userId="4d47d833-7bbe-4dd6-859d-dcdc79e00258" providerId="ADAL" clId="{910D4F7F-9FFD-4784-8B0C-FE6800705A38}" dt="2022-12-08T16:50:28.679" v="3103" actId="404"/>
          <ac:spMkLst>
            <pc:docMk/>
            <pc:sldMk cId="3276825493" sldId="493"/>
            <ac:spMk id="145" creationId="{A8B881CC-529D-F497-33C6-ADE4480B2D63}"/>
          </ac:spMkLst>
        </pc:spChg>
        <pc:spChg chg="mod">
          <ac:chgData name="Thomas Froment" userId="4d47d833-7bbe-4dd6-859d-dcdc79e00258" providerId="ADAL" clId="{910D4F7F-9FFD-4784-8B0C-FE6800705A38}" dt="2022-12-08T16:53:49.261" v="3362" actId="404"/>
          <ac:spMkLst>
            <pc:docMk/>
            <pc:sldMk cId="3276825493" sldId="493"/>
            <ac:spMk id="146" creationId="{724A418B-5059-164D-41A6-7FE63A4905B5}"/>
          </ac:spMkLst>
        </pc:spChg>
        <pc:spChg chg="mod">
          <ac:chgData name="Thomas Froment" userId="4d47d833-7bbe-4dd6-859d-dcdc79e00258" providerId="ADAL" clId="{910D4F7F-9FFD-4784-8B0C-FE6800705A38}" dt="2022-12-08T16:47:22.584" v="2863" actId="404"/>
          <ac:spMkLst>
            <pc:docMk/>
            <pc:sldMk cId="3276825493" sldId="493"/>
            <ac:spMk id="147" creationId="{91865901-C4CF-7F60-F06D-92150F21578B}"/>
          </ac:spMkLst>
        </pc:spChg>
        <pc:spChg chg="mod">
          <ac:chgData name="Thomas Froment" userId="4d47d833-7bbe-4dd6-859d-dcdc79e00258" providerId="ADAL" clId="{910D4F7F-9FFD-4784-8B0C-FE6800705A38}" dt="2022-12-08T16:51:10.935" v="3139" actId="20577"/>
          <ac:spMkLst>
            <pc:docMk/>
            <pc:sldMk cId="3276825493" sldId="493"/>
            <ac:spMk id="148" creationId="{71AAB50D-D527-9216-1E5E-2C769BEF5B17}"/>
          </ac:spMkLst>
        </pc:spChg>
        <pc:spChg chg="mod">
          <ac:chgData name="Thomas Froment" userId="4d47d833-7bbe-4dd6-859d-dcdc79e00258" providerId="ADAL" clId="{910D4F7F-9FFD-4784-8B0C-FE6800705A38}" dt="2022-12-08T16:49:07.780" v="3012" actId="20577"/>
          <ac:spMkLst>
            <pc:docMk/>
            <pc:sldMk cId="3276825493" sldId="493"/>
            <ac:spMk id="149" creationId="{5B96AB65-3FF6-DF6E-C672-9B94A47B0588}"/>
          </ac:spMkLst>
        </pc:spChg>
        <pc:spChg chg="mod">
          <ac:chgData name="Thomas Froment" userId="4d47d833-7bbe-4dd6-859d-dcdc79e00258" providerId="ADAL" clId="{910D4F7F-9FFD-4784-8B0C-FE6800705A38}" dt="2022-12-08T16:48:33.338" v="2998" actId="20577"/>
          <ac:spMkLst>
            <pc:docMk/>
            <pc:sldMk cId="3276825493" sldId="493"/>
            <ac:spMk id="150" creationId="{F788770E-9301-2649-7094-44601F10BD1A}"/>
          </ac:spMkLst>
        </pc:spChg>
        <pc:spChg chg="mod">
          <ac:chgData name="Thomas Froment" userId="4d47d833-7bbe-4dd6-859d-dcdc79e00258" providerId="ADAL" clId="{910D4F7F-9FFD-4784-8B0C-FE6800705A38}" dt="2022-12-08T16:54:08.801" v="3366" actId="20577"/>
          <ac:spMkLst>
            <pc:docMk/>
            <pc:sldMk cId="3276825493" sldId="493"/>
            <ac:spMk id="151" creationId="{FD922A47-02D8-054A-4E77-AD3056FE25B9}"/>
          </ac:spMkLst>
        </pc:spChg>
        <pc:spChg chg="mod">
          <ac:chgData name="Thomas Froment" userId="4d47d833-7bbe-4dd6-859d-dcdc79e00258" providerId="ADAL" clId="{910D4F7F-9FFD-4784-8B0C-FE6800705A38}" dt="2022-12-08T16:55:06.107" v="3430" actId="20577"/>
          <ac:spMkLst>
            <pc:docMk/>
            <pc:sldMk cId="3276825493" sldId="493"/>
            <ac:spMk id="152" creationId="{85DB2762-232A-EB14-C6EB-9DFAE7DC6D1B}"/>
          </ac:spMkLst>
        </pc:spChg>
        <pc:spChg chg="mod">
          <ac:chgData name="Thomas Froment" userId="4d47d833-7bbe-4dd6-859d-dcdc79e00258" providerId="ADAL" clId="{910D4F7F-9FFD-4784-8B0C-FE6800705A38}" dt="2022-12-08T16:56:53.650" v="3649" actId="20577"/>
          <ac:spMkLst>
            <pc:docMk/>
            <pc:sldMk cId="3276825493" sldId="493"/>
            <ac:spMk id="153" creationId="{2F569E41-FF31-372A-024C-A9461C867577}"/>
          </ac:spMkLst>
        </pc:spChg>
        <pc:spChg chg="mod">
          <ac:chgData name="Thomas Froment" userId="4d47d833-7bbe-4dd6-859d-dcdc79e00258" providerId="ADAL" clId="{910D4F7F-9FFD-4784-8B0C-FE6800705A38}" dt="2022-12-08T16:56:17.543" v="3526" actId="20577"/>
          <ac:spMkLst>
            <pc:docMk/>
            <pc:sldMk cId="3276825493" sldId="493"/>
            <ac:spMk id="154" creationId="{94279BBE-3133-D938-32FE-5C26D5F5480E}"/>
          </ac:spMkLst>
        </pc:spChg>
        <pc:spChg chg="mod">
          <ac:chgData name="Thomas Froment" userId="4d47d833-7bbe-4dd6-859d-dcdc79e00258" providerId="ADAL" clId="{910D4F7F-9FFD-4784-8B0C-FE6800705A38}" dt="2022-12-08T16:55:24.246" v="3447" actId="20577"/>
          <ac:spMkLst>
            <pc:docMk/>
            <pc:sldMk cId="3276825493" sldId="493"/>
            <ac:spMk id="155" creationId="{C5E6FFAE-195A-7C5D-3D42-7F32B55471D6}"/>
          </ac:spMkLst>
        </pc:spChg>
        <pc:spChg chg="mod">
          <ac:chgData name="Thomas Froment" userId="4d47d833-7bbe-4dd6-859d-dcdc79e00258" providerId="ADAL" clId="{910D4F7F-9FFD-4784-8B0C-FE6800705A38}" dt="2022-12-08T16:56:35.850" v="3592" actId="20577"/>
          <ac:spMkLst>
            <pc:docMk/>
            <pc:sldMk cId="3276825493" sldId="493"/>
            <ac:spMk id="156" creationId="{0C13209B-913B-B7AD-F245-BE13A9CCFC8A}"/>
          </ac:spMkLst>
        </pc:spChg>
        <pc:spChg chg="del">
          <ac:chgData name="Thomas Froment" userId="4d47d833-7bbe-4dd6-859d-dcdc79e00258" providerId="ADAL" clId="{910D4F7F-9FFD-4784-8B0C-FE6800705A38}" dt="2022-12-08T16:43:30.343" v="2569" actId="478"/>
          <ac:spMkLst>
            <pc:docMk/>
            <pc:sldMk cId="3276825493" sldId="493"/>
            <ac:spMk id="158" creationId="{60552458-892E-3F34-9337-4229E8A32160}"/>
          </ac:spMkLst>
        </pc:spChg>
        <pc:picChg chg="add mod">
          <ac:chgData name="Thomas Froment" userId="4d47d833-7bbe-4dd6-859d-dcdc79e00258" providerId="ADAL" clId="{910D4F7F-9FFD-4784-8B0C-FE6800705A38}" dt="2022-12-08T16:21:09.541" v="484"/>
          <ac:picMkLst>
            <pc:docMk/>
            <pc:sldMk cId="3276825493" sldId="493"/>
            <ac:picMk id="8" creationId="{A3E0E32E-3265-6E4D-E9DC-CB54FB36787E}"/>
          </ac:picMkLst>
        </pc:picChg>
      </pc:sldChg>
      <pc:sldChg chg="addSp delSp modSp add mod">
        <pc:chgData name="Thomas Froment" userId="4d47d833-7bbe-4dd6-859d-dcdc79e00258" providerId="ADAL" clId="{910D4F7F-9FFD-4784-8B0C-FE6800705A38}" dt="2022-12-08T16:42:15.345" v="2568" actId="6549"/>
        <pc:sldMkLst>
          <pc:docMk/>
          <pc:sldMk cId="4194201550" sldId="494"/>
        </pc:sldMkLst>
        <pc:spChg chg="del">
          <ac:chgData name="Thomas Froment" userId="4d47d833-7bbe-4dd6-859d-dcdc79e00258" providerId="ADAL" clId="{910D4F7F-9FFD-4784-8B0C-FE6800705A38}" dt="2022-12-08T16:19:09.711" v="463" actId="478"/>
          <ac:spMkLst>
            <pc:docMk/>
            <pc:sldMk cId="4194201550" sldId="494"/>
            <ac:spMk id="2" creationId="{1A9A9840-127B-1BE3-B39A-28456D9D01F5}"/>
          </ac:spMkLst>
        </pc:spChg>
        <pc:spChg chg="add del mod">
          <ac:chgData name="Thomas Froment" userId="4d47d833-7bbe-4dd6-859d-dcdc79e00258" providerId="ADAL" clId="{910D4F7F-9FFD-4784-8B0C-FE6800705A38}" dt="2022-12-08T16:19:12.372" v="464" actId="478"/>
          <ac:spMkLst>
            <pc:docMk/>
            <pc:sldMk cId="4194201550" sldId="494"/>
            <ac:spMk id="4" creationId="{0F78DC0E-7E85-6648-7F29-2EFDD3608FAC}"/>
          </ac:spMkLst>
        </pc:spChg>
        <pc:spChg chg="add mod">
          <ac:chgData name="Thomas Froment" userId="4d47d833-7bbe-4dd6-859d-dcdc79e00258" providerId="ADAL" clId="{910D4F7F-9FFD-4784-8B0C-FE6800705A38}" dt="2022-12-08T16:19:12.596" v="465"/>
          <ac:spMkLst>
            <pc:docMk/>
            <pc:sldMk cId="4194201550" sldId="494"/>
            <ac:spMk id="5" creationId="{C60E50DA-CA2B-D6C3-D223-BB0CFD5442B0}"/>
          </ac:spMkLst>
        </pc:spChg>
        <pc:spChg chg="mod">
          <ac:chgData name="Thomas Froment" userId="4d47d833-7bbe-4dd6-859d-dcdc79e00258" providerId="ADAL" clId="{910D4F7F-9FFD-4784-8B0C-FE6800705A38}" dt="2022-12-08T16:34:15.860" v="1514" actId="20577"/>
          <ac:spMkLst>
            <pc:docMk/>
            <pc:sldMk cId="4194201550" sldId="494"/>
            <ac:spMk id="16" creationId="{E67DB36E-F593-C5F4-6DB8-AEB96EB2DD7A}"/>
          </ac:spMkLst>
        </pc:spChg>
        <pc:spChg chg="mod">
          <ac:chgData name="Thomas Froment" userId="4d47d833-7bbe-4dd6-859d-dcdc79e00258" providerId="ADAL" clId="{910D4F7F-9FFD-4784-8B0C-FE6800705A38}" dt="2022-12-08T16:35:37.476" v="1791" actId="404"/>
          <ac:spMkLst>
            <pc:docMk/>
            <pc:sldMk cId="4194201550" sldId="494"/>
            <ac:spMk id="17" creationId="{E6FFB597-BA97-4CA8-A415-B609C6036641}"/>
          </ac:spMkLst>
        </pc:spChg>
        <pc:spChg chg="mod">
          <ac:chgData name="Thomas Froment" userId="4d47d833-7bbe-4dd6-859d-dcdc79e00258" providerId="ADAL" clId="{910D4F7F-9FFD-4784-8B0C-FE6800705A38}" dt="2022-12-08T16:36:31.512" v="1948" actId="20577"/>
          <ac:spMkLst>
            <pc:docMk/>
            <pc:sldMk cId="4194201550" sldId="494"/>
            <ac:spMk id="18" creationId="{AB3335A9-BA06-F564-865B-05511A68DC42}"/>
          </ac:spMkLst>
        </pc:spChg>
        <pc:spChg chg="mod">
          <ac:chgData name="Thomas Froment" userId="4d47d833-7bbe-4dd6-859d-dcdc79e00258" providerId="ADAL" clId="{910D4F7F-9FFD-4784-8B0C-FE6800705A38}" dt="2022-12-08T16:35:11.104" v="1723" actId="20577"/>
          <ac:spMkLst>
            <pc:docMk/>
            <pc:sldMk cId="4194201550" sldId="494"/>
            <ac:spMk id="19" creationId="{E0569BAE-A862-F5BF-0510-F3E10AE91112}"/>
          </ac:spMkLst>
        </pc:spChg>
        <pc:spChg chg="mod">
          <ac:chgData name="Thomas Froment" userId="4d47d833-7bbe-4dd6-859d-dcdc79e00258" providerId="ADAL" clId="{910D4F7F-9FFD-4784-8B0C-FE6800705A38}" dt="2022-12-08T16:36:09.691" v="1878" actId="1076"/>
          <ac:spMkLst>
            <pc:docMk/>
            <pc:sldMk cId="4194201550" sldId="494"/>
            <ac:spMk id="20" creationId="{3329E95A-C430-88A1-8AF6-711B3094F9A3}"/>
          </ac:spMkLst>
        </pc:spChg>
        <pc:spChg chg="mod">
          <ac:chgData name="Thomas Froment" userId="4d47d833-7bbe-4dd6-859d-dcdc79e00258" providerId="ADAL" clId="{910D4F7F-9FFD-4784-8B0C-FE6800705A38}" dt="2022-12-08T16:38:44.043" v="2212" actId="1076"/>
          <ac:spMkLst>
            <pc:docMk/>
            <pc:sldMk cId="4194201550" sldId="494"/>
            <ac:spMk id="21" creationId="{52D531BF-E6CD-0BE6-362A-B99C7ECE068E}"/>
          </ac:spMkLst>
        </pc:spChg>
        <pc:spChg chg="mod">
          <ac:chgData name="Thomas Froment" userId="4d47d833-7bbe-4dd6-859d-dcdc79e00258" providerId="ADAL" clId="{910D4F7F-9FFD-4784-8B0C-FE6800705A38}" dt="2022-12-08T16:37:06.195" v="2038" actId="20577"/>
          <ac:spMkLst>
            <pc:docMk/>
            <pc:sldMk cId="4194201550" sldId="494"/>
            <ac:spMk id="22" creationId="{DB16DF44-DD8E-380F-0D09-B7A3C02688C1}"/>
          </ac:spMkLst>
        </pc:spChg>
        <pc:spChg chg="mod">
          <ac:chgData name="Thomas Froment" userId="4d47d833-7bbe-4dd6-859d-dcdc79e00258" providerId="ADAL" clId="{910D4F7F-9FFD-4784-8B0C-FE6800705A38}" dt="2022-12-08T16:40:36.540" v="2403" actId="404"/>
          <ac:spMkLst>
            <pc:docMk/>
            <pc:sldMk cId="4194201550" sldId="494"/>
            <ac:spMk id="23" creationId="{3F153535-2DC8-9F07-364B-AC9D8827417E}"/>
          </ac:spMkLst>
        </pc:spChg>
        <pc:spChg chg="mod">
          <ac:chgData name="Thomas Froment" userId="4d47d833-7bbe-4dd6-859d-dcdc79e00258" providerId="ADAL" clId="{910D4F7F-9FFD-4784-8B0C-FE6800705A38}" dt="2022-12-08T16:36:54.090" v="2026" actId="404"/>
          <ac:spMkLst>
            <pc:docMk/>
            <pc:sldMk cId="4194201550" sldId="494"/>
            <ac:spMk id="24" creationId="{4FAC6B43-F123-77E2-7D72-BECCCEAD7952}"/>
          </ac:spMkLst>
        </pc:spChg>
        <pc:spChg chg="mod">
          <ac:chgData name="Thomas Froment" userId="4d47d833-7bbe-4dd6-859d-dcdc79e00258" providerId="ADAL" clId="{910D4F7F-9FFD-4784-8B0C-FE6800705A38}" dt="2022-12-08T16:38:37.060" v="2211" actId="404"/>
          <ac:spMkLst>
            <pc:docMk/>
            <pc:sldMk cId="4194201550" sldId="494"/>
            <ac:spMk id="25" creationId="{5F60151E-9A7A-1E86-90F7-38DE962505CC}"/>
          </ac:spMkLst>
        </pc:spChg>
        <pc:spChg chg="mod">
          <ac:chgData name="Thomas Froment" userId="4d47d833-7bbe-4dd6-859d-dcdc79e00258" providerId="ADAL" clId="{910D4F7F-9FFD-4784-8B0C-FE6800705A38}" dt="2022-12-08T16:42:15.345" v="2568" actId="6549"/>
          <ac:spMkLst>
            <pc:docMk/>
            <pc:sldMk cId="4194201550" sldId="494"/>
            <ac:spMk id="26" creationId="{A79E8508-BE26-2254-54ED-B32C0ADB3208}"/>
          </ac:spMkLst>
        </pc:spChg>
        <pc:spChg chg="mod">
          <ac:chgData name="Thomas Froment" userId="4d47d833-7bbe-4dd6-859d-dcdc79e00258" providerId="ADAL" clId="{910D4F7F-9FFD-4784-8B0C-FE6800705A38}" dt="2022-12-08T16:41:53.497" v="2567" actId="20577"/>
          <ac:spMkLst>
            <pc:docMk/>
            <pc:sldMk cId="4194201550" sldId="494"/>
            <ac:spMk id="27" creationId="{4D8D303A-7040-63F8-11E3-A6256010D94E}"/>
          </ac:spMkLst>
        </pc:spChg>
        <pc:picChg chg="add mod">
          <ac:chgData name="Thomas Froment" userId="4d47d833-7bbe-4dd6-859d-dcdc79e00258" providerId="ADAL" clId="{910D4F7F-9FFD-4784-8B0C-FE6800705A38}" dt="2022-12-08T16:21:23.875" v="486" actId="1076"/>
          <ac:picMkLst>
            <pc:docMk/>
            <pc:sldMk cId="4194201550" sldId="494"/>
            <ac:picMk id="6" creationId="{30C2A7B3-7683-CC85-9C80-7830CF9DABF9}"/>
          </ac:picMkLst>
        </pc:picChg>
      </pc:sldChg>
      <pc:sldChg chg="addSp delSp modSp add mod">
        <pc:chgData name="Thomas Froment" userId="4d47d833-7bbe-4dd6-859d-dcdc79e00258" providerId="ADAL" clId="{910D4F7F-9FFD-4784-8B0C-FE6800705A38}" dt="2022-12-08T17:02:30.158" v="3675" actId="1076"/>
        <pc:sldMkLst>
          <pc:docMk/>
          <pc:sldMk cId="3918005588" sldId="495"/>
        </pc:sldMkLst>
        <pc:spChg chg="add del mod">
          <ac:chgData name="Thomas Froment" userId="4d47d833-7bbe-4dd6-859d-dcdc79e00258" providerId="ADAL" clId="{910D4F7F-9FFD-4784-8B0C-FE6800705A38}" dt="2022-12-08T16:19:19.395" v="467" actId="478"/>
          <ac:spMkLst>
            <pc:docMk/>
            <pc:sldMk cId="3918005588" sldId="495"/>
            <ac:spMk id="4" creationId="{1DD7D5A3-4062-F59F-B009-8BD6665C523C}"/>
          </ac:spMkLst>
        </pc:spChg>
        <pc:spChg chg="add mod">
          <ac:chgData name="Thomas Froment" userId="4d47d833-7bbe-4dd6-859d-dcdc79e00258" providerId="ADAL" clId="{910D4F7F-9FFD-4784-8B0C-FE6800705A38}" dt="2022-12-08T16:19:19.561" v="468"/>
          <ac:spMkLst>
            <pc:docMk/>
            <pc:sldMk cId="3918005588" sldId="495"/>
            <ac:spMk id="5" creationId="{08B10783-FA04-000D-CA63-EC4003F185D6}"/>
          </ac:spMkLst>
        </pc:spChg>
        <pc:spChg chg="add mod">
          <ac:chgData name="Thomas Froment" userId="4d47d833-7bbe-4dd6-859d-dcdc79e00258" providerId="ADAL" clId="{910D4F7F-9FFD-4784-8B0C-FE6800705A38}" dt="2022-12-08T17:02:30.158" v="3675" actId="1076"/>
          <ac:spMkLst>
            <pc:docMk/>
            <pc:sldMk cId="3918005588" sldId="495"/>
            <ac:spMk id="8" creationId="{DDA30D83-06BA-26A9-3BA8-E9991F6115B4}"/>
          </ac:spMkLst>
        </pc:spChg>
        <pc:spChg chg="del">
          <ac:chgData name="Thomas Froment" userId="4d47d833-7bbe-4dd6-859d-dcdc79e00258" providerId="ADAL" clId="{910D4F7F-9FFD-4784-8B0C-FE6800705A38}" dt="2022-12-08T16:19:17.262" v="466" actId="478"/>
          <ac:spMkLst>
            <pc:docMk/>
            <pc:sldMk cId="3918005588" sldId="495"/>
            <ac:spMk id="13" creationId="{6EAEBC99-93D9-4D07-AE06-CC637108CB65}"/>
          </ac:spMkLst>
        </pc:spChg>
        <pc:picChg chg="add mod">
          <ac:chgData name="Thomas Froment" userId="4d47d833-7bbe-4dd6-859d-dcdc79e00258" providerId="ADAL" clId="{910D4F7F-9FFD-4784-8B0C-FE6800705A38}" dt="2022-12-08T16:21:28.019" v="488" actId="1076"/>
          <ac:picMkLst>
            <pc:docMk/>
            <pc:sldMk cId="3918005588" sldId="495"/>
            <ac:picMk id="6" creationId="{49568DB8-DB3E-225A-7CE6-7A776A7A12DB}"/>
          </ac:picMkLst>
        </pc:picChg>
      </pc:sldChg>
      <pc:sldChg chg="addSp delSp modSp add mod ord">
        <pc:chgData name="Thomas Froment" userId="4d47d833-7bbe-4dd6-859d-dcdc79e00258" providerId="ADAL" clId="{910D4F7F-9FFD-4784-8B0C-FE6800705A38}" dt="2022-12-08T16:33:07.332" v="1423"/>
        <pc:sldMkLst>
          <pc:docMk/>
          <pc:sldMk cId="2010251033" sldId="496"/>
        </pc:sldMkLst>
        <pc:spChg chg="del">
          <ac:chgData name="Thomas Froment" userId="4d47d833-7bbe-4dd6-859d-dcdc79e00258" providerId="ADAL" clId="{910D4F7F-9FFD-4784-8B0C-FE6800705A38}" dt="2022-12-08T16:19:24.225" v="469" actId="478"/>
          <ac:spMkLst>
            <pc:docMk/>
            <pc:sldMk cId="2010251033" sldId="496"/>
            <ac:spMk id="2" creationId="{1A9A9840-127B-1BE3-B39A-28456D9D01F5}"/>
          </ac:spMkLst>
        </pc:spChg>
        <pc:spChg chg="mod">
          <ac:chgData name="Thomas Froment" userId="4d47d833-7bbe-4dd6-859d-dcdc79e00258" providerId="ADAL" clId="{910D4F7F-9FFD-4784-8B0C-FE6800705A38}" dt="2022-12-08T16:31:39.085" v="1256" actId="404"/>
          <ac:spMkLst>
            <pc:docMk/>
            <pc:sldMk cId="2010251033" sldId="496"/>
            <ac:spMk id="4" creationId="{E2CB23ED-4051-B325-EB53-FDB3B1BD4D68}"/>
          </ac:spMkLst>
        </pc:spChg>
        <pc:spChg chg="mod">
          <ac:chgData name="Thomas Froment" userId="4d47d833-7bbe-4dd6-859d-dcdc79e00258" providerId="ADAL" clId="{910D4F7F-9FFD-4784-8B0C-FE6800705A38}" dt="2022-12-08T16:28:31.467" v="955" actId="20577"/>
          <ac:spMkLst>
            <pc:docMk/>
            <pc:sldMk cId="2010251033" sldId="496"/>
            <ac:spMk id="5" creationId="{BE8B0128-3107-BD27-E3E5-FB5812AFF0D9}"/>
          </ac:spMkLst>
        </pc:spChg>
        <pc:spChg chg="mod">
          <ac:chgData name="Thomas Froment" userId="4d47d833-7bbe-4dd6-859d-dcdc79e00258" providerId="ADAL" clId="{910D4F7F-9FFD-4784-8B0C-FE6800705A38}" dt="2022-12-08T16:29:00.027" v="1021" actId="20577"/>
          <ac:spMkLst>
            <pc:docMk/>
            <pc:sldMk cId="2010251033" sldId="496"/>
            <ac:spMk id="6" creationId="{04690D8A-9AC6-7FB5-79E9-69D840863F5F}"/>
          </ac:spMkLst>
        </pc:spChg>
        <pc:spChg chg="mod">
          <ac:chgData name="Thomas Froment" userId="4d47d833-7bbe-4dd6-859d-dcdc79e00258" providerId="ADAL" clId="{910D4F7F-9FFD-4784-8B0C-FE6800705A38}" dt="2022-12-08T16:25:09.791" v="552" actId="20577"/>
          <ac:spMkLst>
            <pc:docMk/>
            <pc:sldMk cId="2010251033" sldId="496"/>
            <ac:spMk id="7" creationId="{E8E4E29D-F3EB-FAF3-AF69-D000DFA1F074}"/>
          </ac:spMkLst>
        </pc:spChg>
        <pc:spChg chg="mod">
          <ac:chgData name="Thomas Froment" userId="4d47d833-7bbe-4dd6-859d-dcdc79e00258" providerId="ADAL" clId="{910D4F7F-9FFD-4784-8B0C-FE6800705A38}" dt="2022-12-08T16:25:49.771" v="648" actId="20577"/>
          <ac:spMkLst>
            <pc:docMk/>
            <pc:sldMk cId="2010251033" sldId="496"/>
            <ac:spMk id="8" creationId="{EDF9AA84-2EB7-6A39-0C20-4D6F631F5E6E}"/>
          </ac:spMkLst>
        </pc:spChg>
        <pc:spChg chg="mod">
          <ac:chgData name="Thomas Froment" userId="4d47d833-7bbe-4dd6-859d-dcdc79e00258" providerId="ADAL" clId="{910D4F7F-9FFD-4784-8B0C-FE6800705A38}" dt="2022-12-08T16:32:23.310" v="1421" actId="207"/>
          <ac:spMkLst>
            <pc:docMk/>
            <pc:sldMk cId="2010251033" sldId="496"/>
            <ac:spMk id="9" creationId="{B0663352-BF71-9B90-C460-4FD1963BBB49}"/>
          </ac:spMkLst>
        </pc:spChg>
        <pc:spChg chg="mod">
          <ac:chgData name="Thomas Froment" userId="4d47d833-7bbe-4dd6-859d-dcdc79e00258" providerId="ADAL" clId="{910D4F7F-9FFD-4784-8B0C-FE6800705A38}" dt="2022-12-08T16:29:33.415" v="1074" actId="20577"/>
          <ac:spMkLst>
            <pc:docMk/>
            <pc:sldMk cId="2010251033" sldId="496"/>
            <ac:spMk id="10" creationId="{58ADD2EC-71C7-620E-C4C1-03289FCA9B47}"/>
          </ac:spMkLst>
        </pc:spChg>
        <pc:spChg chg="add del mod">
          <ac:chgData name="Thomas Froment" userId="4d47d833-7bbe-4dd6-859d-dcdc79e00258" providerId="ADAL" clId="{910D4F7F-9FFD-4784-8B0C-FE6800705A38}" dt="2022-12-08T16:19:43.182" v="470" actId="478"/>
          <ac:spMkLst>
            <pc:docMk/>
            <pc:sldMk cId="2010251033" sldId="496"/>
            <ac:spMk id="12" creationId="{827DE94F-425E-93B8-C41A-527EE7998076}"/>
          </ac:spMkLst>
        </pc:spChg>
        <pc:spChg chg="add mod">
          <ac:chgData name="Thomas Froment" userId="4d47d833-7bbe-4dd6-859d-dcdc79e00258" providerId="ADAL" clId="{910D4F7F-9FFD-4784-8B0C-FE6800705A38}" dt="2022-12-08T16:19:43.465" v="471"/>
          <ac:spMkLst>
            <pc:docMk/>
            <pc:sldMk cId="2010251033" sldId="496"/>
            <ac:spMk id="13" creationId="{F01530FD-5667-F7DD-E92D-1EE34FDC57A1}"/>
          </ac:spMkLst>
        </pc:spChg>
        <pc:spChg chg="add mod">
          <ac:chgData name="Thomas Froment" userId="4d47d833-7bbe-4dd6-859d-dcdc79e00258" providerId="ADAL" clId="{910D4F7F-9FFD-4784-8B0C-FE6800705A38}" dt="2022-12-08T16:31:13.552" v="1212" actId="20577"/>
          <ac:spMkLst>
            <pc:docMk/>
            <pc:sldMk cId="2010251033" sldId="496"/>
            <ac:spMk id="16" creationId="{3315DD8B-BE85-AF82-CAD7-CABEBBC06A4A}"/>
          </ac:spMkLst>
        </pc:spChg>
        <pc:spChg chg="mod">
          <ac:chgData name="Thomas Froment" userId="4d47d833-7bbe-4dd6-859d-dcdc79e00258" providerId="ADAL" clId="{910D4F7F-9FFD-4784-8B0C-FE6800705A38}" dt="2022-12-08T16:27:57.958" v="899" actId="20577"/>
          <ac:spMkLst>
            <pc:docMk/>
            <pc:sldMk cId="2010251033" sldId="496"/>
            <ac:spMk id="28" creationId="{D09DE783-6751-21B0-C272-C393A8DC7FDA}"/>
          </ac:spMkLst>
        </pc:spChg>
        <pc:spChg chg="mod">
          <ac:chgData name="Thomas Froment" userId="4d47d833-7bbe-4dd6-859d-dcdc79e00258" providerId="ADAL" clId="{910D4F7F-9FFD-4784-8B0C-FE6800705A38}" dt="2022-12-08T16:30:26.704" v="1171" actId="20577"/>
          <ac:spMkLst>
            <pc:docMk/>
            <pc:sldMk cId="2010251033" sldId="496"/>
            <ac:spMk id="29" creationId="{BEB3CF1B-FD7E-68D3-D0A0-00C47D37FF23}"/>
          </ac:spMkLst>
        </pc:spChg>
        <pc:spChg chg="mod">
          <ac:chgData name="Thomas Froment" userId="4d47d833-7bbe-4dd6-859d-dcdc79e00258" providerId="ADAL" clId="{910D4F7F-9FFD-4784-8B0C-FE6800705A38}" dt="2022-12-08T16:22:32.400" v="494" actId="1076"/>
          <ac:spMkLst>
            <pc:docMk/>
            <pc:sldMk cId="2010251033" sldId="496"/>
            <ac:spMk id="33" creationId="{B8AEFDB6-F058-332B-F67D-77F5C9CD4CA3}"/>
          </ac:spMkLst>
        </pc:spChg>
        <pc:spChg chg="mod">
          <ac:chgData name="Thomas Froment" userId="4d47d833-7bbe-4dd6-859d-dcdc79e00258" providerId="ADAL" clId="{910D4F7F-9FFD-4784-8B0C-FE6800705A38}" dt="2022-12-08T16:22:29.378" v="493" actId="1076"/>
          <ac:spMkLst>
            <pc:docMk/>
            <pc:sldMk cId="2010251033" sldId="496"/>
            <ac:spMk id="35" creationId="{E12D446B-6709-7F41-0F56-D4EB419F7215}"/>
          </ac:spMkLst>
        </pc:spChg>
        <pc:picChg chg="add mod">
          <ac:chgData name="Thomas Froment" userId="4d47d833-7bbe-4dd6-859d-dcdc79e00258" providerId="ADAL" clId="{910D4F7F-9FFD-4784-8B0C-FE6800705A38}" dt="2022-12-08T16:21:32.480" v="490" actId="1076"/>
          <ac:picMkLst>
            <pc:docMk/>
            <pc:sldMk cId="2010251033" sldId="496"/>
            <ac:picMk id="14" creationId="{DBD9F21C-A8F5-A3A0-41F4-AE3C421AF857}"/>
          </ac:picMkLst>
        </pc:picChg>
        <pc:picChg chg="add mod">
          <ac:chgData name="Thomas Froment" userId="4d47d833-7bbe-4dd6-859d-dcdc79e00258" providerId="ADAL" clId="{910D4F7F-9FFD-4784-8B0C-FE6800705A38}" dt="2022-12-08T16:23:14.432" v="498" actId="1076"/>
          <ac:picMkLst>
            <pc:docMk/>
            <pc:sldMk cId="2010251033" sldId="496"/>
            <ac:picMk id="15" creationId="{43B6539F-887D-FDCF-99A1-7B0564420E33}"/>
          </ac:picMkLst>
        </pc:picChg>
        <pc:picChg chg="add mod">
          <ac:chgData name="Thomas Froment" userId="4d47d833-7bbe-4dd6-859d-dcdc79e00258" providerId="ADAL" clId="{910D4F7F-9FFD-4784-8B0C-FE6800705A38}" dt="2022-12-08T16:24:40.368" v="520" actId="1076"/>
          <ac:picMkLst>
            <pc:docMk/>
            <pc:sldMk cId="2010251033" sldId="496"/>
            <ac:picMk id="17" creationId="{E75B0D77-AF6A-62F7-826E-E46F61E0988E}"/>
          </ac:picMkLst>
        </pc:picChg>
      </pc:sldChg>
      <pc:sldChg chg="addSp delSp modSp add mod">
        <pc:chgData name="Thomas Froment" userId="4d47d833-7bbe-4dd6-859d-dcdc79e00258" providerId="ADAL" clId="{910D4F7F-9FFD-4784-8B0C-FE6800705A38}" dt="2022-12-08T16:21:37.953" v="492" actId="1076"/>
        <pc:sldMkLst>
          <pc:docMk/>
          <pc:sldMk cId="2187319793" sldId="497"/>
        </pc:sldMkLst>
        <pc:spChg chg="add mod">
          <ac:chgData name="Thomas Froment" userId="4d47d833-7bbe-4dd6-859d-dcdc79e00258" providerId="ADAL" clId="{910D4F7F-9FFD-4784-8B0C-FE6800705A38}" dt="2022-12-08T16:20:27.133" v="479" actId="20577"/>
          <ac:spMkLst>
            <pc:docMk/>
            <pc:sldMk cId="2187319793" sldId="497"/>
            <ac:spMk id="3" creationId="{A464510B-5F62-4D88-F6B4-3F3A19D4AE7E}"/>
          </ac:spMkLst>
        </pc:spChg>
        <pc:spChg chg="mod">
          <ac:chgData name="Thomas Froment" userId="4d47d833-7bbe-4dd6-859d-dcdc79e00258" providerId="ADAL" clId="{910D4F7F-9FFD-4784-8B0C-FE6800705A38}" dt="2022-12-08T16:20:52.599" v="483" actId="1076"/>
          <ac:spMkLst>
            <pc:docMk/>
            <pc:sldMk cId="2187319793" sldId="497"/>
            <ac:spMk id="24" creationId="{24BAB7B8-4BC0-8943-594B-C8AD3EDBCBF7}"/>
          </ac:spMkLst>
        </pc:spChg>
        <pc:spChg chg="del mod">
          <ac:chgData name="Thomas Froment" userId="4d47d833-7bbe-4dd6-859d-dcdc79e00258" providerId="ADAL" clId="{910D4F7F-9FFD-4784-8B0C-FE6800705A38}" dt="2022-12-08T16:20:13.975" v="474" actId="478"/>
          <ac:spMkLst>
            <pc:docMk/>
            <pc:sldMk cId="2187319793" sldId="497"/>
            <ac:spMk id="54" creationId="{3A5C2EB8-77CE-47CC-A392-E0B0C6D07634}"/>
          </ac:spMkLst>
        </pc:spChg>
        <pc:picChg chg="add mod">
          <ac:chgData name="Thomas Froment" userId="4d47d833-7bbe-4dd6-859d-dcdc79e00258" providerId="ADAL" clId="{910D4F7F-9FFD-4784-8B0C-FE6800705A38}" dt="2022-12-08T16:21:37.953" v="492" actId="1076"/>
          <ac:picMkLst>
            <pc:docMk/>
            <pc:sldMk cId="2187319793" sldId="497"/>
            <ac:picMk id="4" creationId="{3A19541D-CECA-22FE-CB41-1B13A3C060D4}"/>
          </ac:picMkLst>
        </pc:picChg>
      </pc:sldChg>
    </pc:docChg>
  </pc:docChgLst>
  <pc:docChgLst>
    <pc:chgData name="Thomas Froment" userId="4d47d833-7bbe-4dd6-859d-dcdc79e00258" providerId="ADAL" clId="{35DFD8AC-8FE9-4665-9CC0-27675F32C506}"/>
    <pc:docChg chg="modSld">
      <pc:chgData name="Thomas Froment" userId="4d47d833-7bbe-4dd6-859d-dcdc79e00258" providerId="ADAL" clId="{35DFD8AC-8FE9-4665-9CC0-27675F32C506}" dt="2022-12-05T10:07:00.500" v="10" actId="20577"/>
      <pc:docMkLst>
        <pc:docMk/>
      </pc:docMkLst>
      <pc:sldChg chg="modSp mod">
        <pc:chgData name="Thomas Froment" userId="4d47d833-7bbe-4dd6-859d-dcdc79e00258" providerId="ADAL" clId="{35DFD8AC-8FE9-4665-9CC0-27675F32C506}" dt="2022-12-05T10:07:00.500" v="10" actId="20577"/>
        <pc:sldMkLst>
          <pc:docMk/>
          <pc:sldMk cId="1874237925" sldId="401"/>
        </pc:sldMkLst>
        <pc:spChg chg="mod">
          <ac:chgData name="Thomas Froment" userId="4d47d833-7bbe-4dd6-859d-dcdc79e00258" providerId="ADAL" clId="{35DFD8AC-8FE9-4665-9CC0-27675F32C506}" dt="2022-12-05T10:07:00.500" v="10" actId="20577"/>
          <ac:spMkLst>
            <pc:docMk/>
            <pc:sldMk cId="1874237925" sldId="401"/>
            <ac:spMk id="180" creationId="{DDA1A4E1-96B5-42AD-B469-802EE7E61B72}"/>
          </ac:spMkLst>
        </pc:spChg>
      </pc:sldChg>
    </pc:docChg>
  </pc:docChgLst>
  <pc:docChgLst>
    <pc:chgData name="Alexandre Quach" userId="03a3b9a4-365b-425e-bba9-a77346403bac" providerId="ADAL" clId="{9363BDF6-D07A-4A6B-8BCC-862969E08744}"/>
    <pc:docChg chg="custSel modSld">
      <pc:chgData name="Alexandre Quach" userId="03a3b9a4-365b-425e-bba9-a77346403bac" providerId="ADAL" clId="{9363BDF6-D07A-4A6B-8BCC-862969E08744}" dt="2022-12-09T08:17:59.602" v="2477" actId="20577"/>
      <pc:docMkLst>
        <pc:docMk/>
      </pc:docMkLst>
      <pc:sldChg chg="modSp mod">
        <pc:chgData name="Alexandre Quach" userId="03a3b9a4-365b-425e-bba9-a77346403bac" providerId="ADAL" clId="{9363BDF6-D07A-4A6B-8BCC-862969E08744}" dt="2022-12-09T08:08:27.075" v="1130" actId="1076"/>
        <pc:sldMkLst>
          <pc:docMk/>
          <pc:sldMk cId="3918005588" sldId="495"/>
        </pc:sldMkLst>
        <pc:spChg chg="mod">
          <ac:chgData name="Alexandre Quach" userId="03a3b9a4-365b-425e-bba9-a77346403bac" providerId="ADAL" clId="{9363BDF6-D07A-4A6B-8BCC-862969E08744}" dt="2022-12-09T08:04:59.447" v="611" actId="790"/>
          <ac:spMkLst>
            <pc:docMk/>
            <pc:sldMk cId="3918005588" sldId="495"/>
            <ac:spMk id="3" creationId="{D47C2E49-F37F-8646-7212-4F07F51CA7AA}"/>
          </ac:spMkLst>
        </pc:spChg>
        <pc:spChg chg="mod">
          <ac:chgData name="Alexandre Quach" userId="03a3b9a4-365b-425e-bba9-a77346403bac" providerId="ADAL" clId="{9363BDF6-D07A-4A6B-8BCC-862969E08744}" dt="2022-12-09T08:04:59.447" v="611" actId="790"/>
          <ac:spMkLst>
            <pc:docMk/>
            <pc:sldMk cId="3918005588" sldId="495"/>
            <ac:spMk id="5" creationId="{08B10783-FA04-000D-CA63-EC4003F185D6}"/>
          </ac:spMkLst>
        </pc:spChg>
        <pc:spChg chg="mod">
          <ac:chgData name="Alexandre Quach" userId="03a3b9a4-365b-425e-bba9-a77346403bac" providerId="ADAL" clId="{9363BDF6-D07A-4A6B-8BCC-862969E08744}" dt="2022-12-09T08:04:59.447" v="611" actId="790"/>
          <ac:spMkLst>
            <pc:docMk/>
            <pc:sldMk cId="3918005588" sldId="495"/>
            <ac:spMk id="8" creationId="{DDA30D83-06BA-26A9-3BA8-E9991F6115B4}"/>
          </ac:spMkLst>
        </pc:spChg>
        <pc:spChg chg="mod">
          <ac:chgData name="Alexandre Quach" userId="03a3b9a4-365b-425e-bba9-a77346403bac" providerId="ADAL" clId="{9363BDF6-D07A-4A6B-8BCC-862969E08744}" dt="2022-12-09T08:04:59.447" v="611" actId="790"/>
          <ac:spMkLst>
            <pc:docMk/>
            <pc:sldMk cId="3918005588" sldId="495"/>
            <ac:spMk id="9" creationId="{C8B58C40-E6ED-4393-9EB4-FC5F99B2C0E3}"/>
          </ac:spMkLst>
        </pc:spChg>
        <pc:spChg chg="mod">
          <ac:chgData name="Alexandre Quach" userId="03a3b9a4-365b-425e-bba9-a77346403bac" providerId="ADAL" clId="{9363BDF6-D07A-4A6B-8BCC-862969E08744}" dt="2022-12-09T08:04:59.447" v="611" actId="790"/>
          <ac:spMkLst>
            <pc:docMk/>
            <pc:sldMk cId="3918005588" sldId="495"/>
            <ac:spMk id="14" creationId="{3376A5AA-3D43-4817-B088-99450E083A21}"/>
          </ac:spMkLst>
        </pc:spChg>
        <pc:spChg chg="mod">
          <ac:chgData name="Alexandre Quach" userId="03a3b9a4-365b-425e-bba9-a77346403bac" providerId="ADAL" clId="{9363BDF6-D07A-4A6B-8BCC-862969E08744}" dt="2022-12-09T08:04:59.447" v="611" actId="790"/>
          <ac:spMkLst>
            <pc:docMk/>
            <pc:sldMk cId="3918005588" sldId="495"/>
            <ac:spMk id="15" creationId="{5C9ABFA4-A687-4145-A31C-105B1C20D9AF}"/>
          </ac:spMkLst>
        </pc:spChg>
        <pc:spChg chg="mod">
          <ac:chgData name="Alexandre Quach" userId="03a3b9a4-365b-425e-bba9-a77346403bac" providerId="ADAL" clId="{9363BDF6-D07A-4A6B-8BCC-862969E08744}" dt="2022-12-09T08:04:59.447" v="611" actId="790"/>
          <ac:spMkLst>
            <pc:docMk/>
            <pc:sldMk cId="3918005588" sldId="495"/>
            <ac:spMk id="18" creationId="{8590B99E-8D90-46E0-A048-4F0FAE841974}"/>
          </ac:spMkLst>
        </pc:spChg>
        <pc:spChg chg="mod">
          <ac:chgData name="Alexandre Quach" userId="03a3b9a4-365b-425e-bba9-a77346403bac" providerId="ADAL" clId="{9363BDF6-D07A-4A6B-8BCC-862969E08744}" dt="2022-12-09T08:04:59.447" v="611" actId="790"/>
          <ac:spMkLst>
            <pc:docMk/>
            <pc:sldMk cId="3918005588" sldId="495"/>
            <ac:spMk id="23" creationId="{AFBBC7D3-B091-431A-8BCA-83F21BE57352}"/>
          </ac:spMkLst>
        </pc:spChg>
        <pc:spChg chg="mod">
          <ac:chgData name="Alexandre Quach" userId="03a3b9a4-365b-425e-bba9-a77346403bac" providerId="ADAL" clId="{9363BDF6-D07A-4A6B-8BCC-862969E08744}" dt="2022-12-09T08:04:59.447" v="611" actId="790"/>
          <ac:spMkLst>
            <pc:docMk/>
            <pc:sldMk cId="3918005588" sldId="495"/>
            <ac:spMk id="24" creationId="{EFF0DE9B-E02C-473A-8B24-A7B6892A878E}"/>
          </ac:spMkLst>
        </pc:spChg>
        <pc:spChg chg="mod">
          <ac:chgData name="Alexandre Quach" userId="03a3b9a4-365b-425e-bba9-a77346403bac" providerId="ADAL" clId="{9363BDF6-D07A-4A6B-8BCC-862969E08744}" dt="2022-12-09T08:04:59.447" v="611" actId="790"/>
          <ac:spMkLst>
            <pc:docMk/>
            <pc:sldMk cId="3918005588" sldId="495"/>
            <ac:spMk id="26" creationId="{2BA9B966-1DB6-4C70-88F5-D46881927A8B}"/>
          </ac:spMkLst>
        </pc:spChg>
        <pc:spChg chg="mod">
          <ac:chgData name="Alexandre Quach" userId="03a3b9a4-365b-425e-bba9-a77346403bac" providerId="ADAL" clId="{9363BDF6-D07A-4A6B-8BCC-862969E08744}" dt="2022-12-09T08:04:59.447" v="611" actId="790"/>
          <ac:spMkLst>
            <pc:docMk/>
            <pc:sldMk cId="3918005588" sldId="495"/>
            <ac:spMk id="29" creationId="{F906E31D-56B1-D1BA-37EE-860BB320DB19}"/>
          </ac:spMkLst>
        </pc:spChg>
        <pc:spChg chg="mod">
          <ac:chgData name="Alexandre Quach" userId="03a3b9a4-365b-425e-bba9-a77346403bac" providerId="ADAL" clId="{9363BDF6-D07A-4A6B-8BCC-862969E08744}" dt="2022-12-09T08:04:59.447" v="611" actId="790"/>
          <ac:spMkLst>
            <pc:docMk/>
            <pc:sldMk cId="3918005588" sldId="495"/>
            <ac:spMk id="69" creationId="{DCBD84C2-5A1A-6E8B-1F58-A4DFB25777BA}"/>
          </ac:spMkLst>
        </pc:spChg>
        <pc:spChg chg="mod">
          <ac:chgData name="Alexandre Quach" userId="03a3b9a4-365b-425e-bba9-a77346403bac" providerId="ADAL" clId="{9363BDF6-D07A-4A6B-8BCC-862969E08744}" dt="2022-12-09T08:04:59.447" v="611" actId="790"/>
          <ac:spMkLst>
            <pc:docMk/>
            <pc:sldMk cId="3918005588" sldId="495"/>
            <ac:spMk id="70" creationId="{A44CBF9F-C632-9939-F255-08DD6589939D}"/>
          </ac:spMkLst>
        </pc:spChg>
        <pc:spChg chg="mod">
          <ac:chgData name="Alexandre Quach" userId="03a3b9a4-365b-425e-bba9-a77346403bac" providerId="ADAL" clId="{9363BDF6-D07A-4A6B-8BCC-862969E08744}" dt="2022-12-09T08:04:59.447" v="611" actId="790"/>
          <ac:spMkLst>
            <pc:docMk/>
            <pc:sldMk cId="3918005588" sldId="495"/>
            <ac:spMk id="71" creationId="{F6A35664-79F7-67A9-496B-425A4AD94157}"/>
          </ac:spMkLst>
        </pc:spChg>
        <pc:spChg chg="mod">
          <ac:chgData name="Alexandre Quach" userId="03a3b9a4-365b-425e-bba9-a77346403bac" providerId="ADAL" clId="{9363BDF6-D07A-4A6B-8BCC-862969E08744}" dt="2022-12-09T08:06:20.693" v="796"/>
          <ac:spMkLst>
            <pc:docMk/>
            <pc:sldMk cId="3918005588" sldId="495"/>
            <ac:spMk id="72" creationId="{933C98CD-019E-CD6D-8BDD-6C6AE1008237}"/>
          </ac:spMkLst>
        </pc:spChg>
        <pc:spChg chg="mod">
          <ac:chgData name="Alexandre Quach" userId="03a3b9a4-365b-425e-bba9-a77346403bac" providerId="ADAL" clId="{9363BDF6-D07A-4A6B-8BCC-862969E08744}" dt="2022-12-09T08:04:59.447" v="611" actId="790"/>
          <ac:spMkLst>
            <pc:docMk/>
            <pc:sldMk cId="3918005588" sldId="495"/>
            <ac:spMk id="73" creationId="{E4776DEF-73E7-B547-7BD9-AAA7F365370D}"/>
          </ac:spMkLst>
        </pc:spChg>
        <pc:spChg chg="mod">
          <ac:chgData name="Alexandre Quach" userId="03a3b9a4-365b-425e-bba9-a77346403bac" providerId="ADAL" clId="{9363BDF6-D07A-4A6B-8BCC-862969E08744}" dt="2022-12-09T08:06:50.705" v="874" actId="20577"/>
          <ac:spMkLst>
            <pc:docMk/>
            <pc:sldMk cId="3918005588" sldId="495"/>
            <ac:spMk id="74" creationId="{E333E9A4-D42C-E955-D343-7D6FD5FE67AC}"/>
          </ac:spMkLst>
        </pc:spChg>
        <pc:spChg chg="mod">
          <ac:chgData name="Alexandre Quach" userId="03a3b9a4-365b-425e-bba9-a77346403bac" providerId="ADAL" clId="{9363BDF6-D07A-4A6B-8BCC-862969E08744}" dt="2022-12-09T08:08:27.075" v="1130" actId="1076"/>
          <ac:spMkLst>
            <pc:docMk/>
            <pc:sldMk cId="3918005588" sldId="495"/>
            <ac:spMk id="75" creationId="{690D9923-7D32-A6E0-B634-E9C8D4403967}"/>
          </ac:spMkLst>
        </pc:spChg>
        <pc:spChg chg="mod">
          <ac:chgData name="Alexandre Quach" userId="03a3b9a4-365b-425e-bba9-a77346403bac" providerId="ADAL" clId="{9363BDF6-D07A-4A6B-8BCC-862969E08744}" dt="2022-12-09T08:06:53.876" v="875" actId="1076"/>
          <ac:spMkLst>
            <pc:docMk/>
            <pc:sldMk cId="3918005588" sldId="495"/>
            <ac:spMk id="76" creationId="{D8C1C1DD-0DEF-E1A9-508C-54559A44A606}"/>
          </ac:spMkLst>
        </pc:spChg>
        <pc:spChg chg="mod">
          <ac:chgData name="Alexandre Quach" userId="03a3b9a4-365b-425e-bba9-a77346403bac" providerId="ADAL" clId="{9363BDF6-D07A-4A6B-8BCC-862969E08744}" dt="2022-12-09T08:04:59.447" v="611" actId="790"/>
          <ac:spMkLst>
            <pc:docMk/>
            <pc:sldMk cId="3918005588" sldId="495"/>
            <ac:spMk id="77" creationId="{0A1E6499-CCAA-10E1-B12C-58936C6AE353}"/>
          </ac:spMkLst>
        </pc:spChg>
        <pc:spChg chg="mod">
          <ac:chgData name="Alexandre Quach" userId="03a3b9a4-365b-425e-bba9-a77346403bac" providerId="ADAL" clId="{9363BDF6-D07A-4A6B-8BCC-862969E08744}" dt="2022-12-09T08:08:13.272" v="1082" actId="20577"/>
          <ac:spMkLst>
            <pc:docMk/>
            <pc:sldMk cId="3918005588" sldId="495"/>
            <ac:spMk id="78" creationId="{73011C7A-14CE-5B07-96F1-88ED415F3A73}"/>
          </ac:spMkLst>
        </pc:spChg>
        <pc:spChg chg="mod">
          <ac:chgData name="Alexandre Quach" userId="03a3b9a4-365b-425e-bba9-a77346403bac" providerId="ADAL" clId="{9363BDF6-D07A-4A6B-8BCC-862969E08744}" dt="2022-12-09T08:04:59.447" v="611" actId="790"/>
          <ac:spMkLst>
            <pc:docMk/>
            <pc:sldMk cId="3918005588" sldId="495"/>
            <ac:spMk id="79" creationId="{C28B012F-8F53-69EB-2719-4A67C9CF4D75}"/>
          </ac:spMkLst>
        </pc:spChg>
        <pc:spChg chg="mod">
          <ac:chgData name="Alexandre Quach" userId="03a3b9a4-365b-425e-bba9-a77346403bac" providerId="ADAL" clId="{9363BDF6-D07A-4A6B-8BCC-862969E08744}" dt="2022-12-09T08:06:37.364" v="799" actId="1076"/>
          <ac:spMkLst>
            <pc:docMk/>
            <pc:sldMk cId="3918005588" sldId="495"/>
            <ac:spMk id="80" creationId="{51C623CD-F296-E82D-95D7-0595F7D67018}"/>
          </ac:spMkLst>
        </pc:spChg>
        <pc:spChg chg="mod">
          <ac:chgData name="Alexandre Quach" userId="03a3b9a4-365b-425e-bba9-a77346403bac" providerId="ADAL" clId="{9363BDF6-D07A-4A6B-8BCC-862969E08744}" dt="2022-12-09T08:07:17.002" v="920" actId="20577"/>
          <ac:spMkLst>
            <pc:docMk/>
            <pc:sldMk cId="3918005588" sldId="495"/>
            <ac:spMk id="81" creationId="{F57B21A7-19BB-AE48-B1EA-32171514CE47}"/>
          </ac:spMkLst>
        </pc:spChg>
        <pc:spChg chg="mod">
          <ac:chgData name="Alexandre Quach" userId="03a3b9a4-365b-425e-bba9-a77346403bac" providerId="ADAL" clId="{9363BDF6-D07A-4A6B-8BCC-862969E08744}" dt="2022-12-09T08:04:59.447" v="611" actId="790"/>
          <ac:spMkLst>
            <pc:docMk/>
            <pc:sldMk cId="3918005588" sldId="495"/>
            <ac:spMk id="82" creationId="{D1E51439-804C-0915-DD8A-1C099D816809}"/>
          </ac:spMkLst>
        </pc:spChg>
        <pc:spChg chg="mod">
          <ac:chgData name="Alexandre Quach" userId="03a3b9a4-365b-425e-bba9-a77346403bac" providerId="ADAL" clId="{9363BDF6-D07A-4A6B-8BCC-862969E08744}" dt="2022-12-09T08:06:33.285" v="798" actId="1076"/>
          <ac:spMkLst>
            <pc:docMk/>
            <pc:sldMk cId="3918005588" sldId="495"/>
            <ac:spMk id="83" creationId="{B6EF4AE5-40B5-3427-D0EB-C15BCFD17329}"/>
          </ac:spMkLst>
        </pc:spChg>
        <pc:spChg chg="mod">
          <ac:chgData name="Alexandre Quach" userId="03a3b9a4-365b-425e-bba9-a77346403bac" providerId="ADAL" clId="{9363BDF6-D07A-4A6B-8BCC-862969E08744}" dt="2022-12-09T08:04:59.447" v="611" actId="790"/>
          <ac:spMkLst>
            <pc:docMk/>
            <pc:sldMk cId="3918005588" sldId="495"/>
            <ac:spMk id="84" creationId="{40EC5243-41A3-276E-2E92-861600FD97FB}"/>
          </ac:spMkLst>
        </pc:spChg>
        <pc:spChg chg="mod">
          <ac:chgData name="Alexandre Quach" userId="03a3b9a4-365b-425e-bba9-a77346403bac" providerId="ADAL" clId="{9363BDF6-D07A-4A6B-8BCC-862969E08744}" dt="2022-12-09T08:04:59.447" v="611" actId="790"/>
          <ac:spMkLst>
            <pc:docMk/>
            <pc:sldMk cId="3918005588" sldId="495"/>
            <ac:spMk id="85" creationId="{762D299A-4519-7630-C474-BC6BF35BC3D2}"/>
          </ac:spMkLst>
        </pc:spChg>
        <pc:spChg chg="mod">
          <ac:chgData name="Alexandre Quach" userId="03a3b9a4-365b-425e-bba9-a77346403bac" providerId="ADAL" clId="{9363BDF6-D07A-4A6B-8BCC-862969E08744}" dt="2022-12-09T08:06:37.364" v="799" actId="1076"/>
          <ac:spMkLst>
            <pc:docMk/>
            <pc:sldMk cId="3918005588" sldId="495"/>
            <ac:spMk id="86" creationId="{93F1416C-9545-7573-1270-6A728AE6DF9B}"/>
          </ac:spMkLst>
        </pc:spChg>
      </pc:sldChg>
      <pc:sldChg chg="modSp mod">
        <pc:chgData name="Alexandre Quach" userId="03a3b9a4-365b-425e-bba9-a77346403bac" providerId="ADAL" clId="{9363BDF6-D07A-4A6B-8BCC-862969E08744}" dt="2022-12-09T08:17:59.602" v="2477" actId="20577"/>
        <pc:sldMkLst>
          <pc:docMk/>
          <pc:sldMk cId="2187319793" sldId="497"/>
        </pc:sldMkLst>
        <pc:spChg chg="mod">
          <ac:chgData name="Alexandre Quach" userId="03a3b9a4-365b-425e-bba9-a77346403bac" providerId="ADAL" clId="{9363BDF6-D07A-4A6B-8BCC-862969E08744}" dt="2022-12-09T08:10:30.674" v="1364" actId="790"/>
          <ac:spMkLst>
            <pc:docMk/>
            <pc:sldMk cId="2187319793" sldId="497"/>
            <ac:spMk id="2" creationId="{E0A9F8A1-9178-4444-8BA7-D32DCBFAEF9E}"/>
          </ac:spMkLst>
        </pc:spChg>
        <pc:spChg chg="mod">
          <ac:chgData name="Alexandre Quach" userId="03a3b9a4-365b-425e-bba9-a77346403bac" providerId="ADAL" clId="{9363BDF6-D07A-4A6B-8BCC-862969E08744}" dt="2022-12-09T08:10:30.674" v="1364" actId="790"/>
          <ac:spMkLst>
            <pc:docMk/>
            <pc:sldMk cId="2187319793" sldId="497"/>
            <ac:spMk id="3" creationId="{A464510B-5F62-4D88-F6B4-3F3A19D4AE7E}"/>
          </ac:spMkLst>
        </pc:spChg>
        <pc:spChg chg="mod">
          <ac:chgData name="Alexandre Quach" userId="03a3b9a4-365b-425e-bba9-a77346403bac" providerId="ADAL" clId="{9363BDF6-D07A-4A6B-8BCC-862969E08744}" dt="2022-12-09T08:10:30.674" v="1364" actId="790"/>
          <ac:spMkLst>
            <pc:docMk/>
            <pc:sldMk cId="2187319793" sldId="497"/>
            <ac:spMk id="6" creationId="{5B2DEFE8-6EC9-3666-0078-CB9A4552989C}"/>
          </ac:spMkLst>
        </pc:spChg>
        <pc:spChg chg="mod">
          <ac:chgData name="Alexandre Quach" userId="03a3b9a4-365b-425e-bba9-a77346403bac" providerId="ADAL" clId="{9363BDF6-D07A-4A6B-8BCC-862969E08744}" dt="2022-12-09T08:10:30.674" v="1364" actId="790"/>
          <ac:spMkLst>
            <pc:docMk/>
            <pc:sldMk cId="2187319793" sldId="497"/>
            <ac:spMk id="7" creationId="{8BBD3EE4-A57A-4AAE-954B-B34DFD9EA2E3}"/>
          </ac:spMkLst>
        </pc:spChg>
        <pc:spChg chg="mod">
          <ac:chgData name="Alexandre Quach" userId="03a3b9a4-365b-425e-bba9-a77346403bac" providerId="ADAL" clId="{9363BDF6-D07A-4A6B-8BCC-862969E08744}" dt="2022-12-09T08:10:30.674" v="1364" actId="790"/>
          <ac:spMkLst>
            <pc:docMk/>
            <pc:sldMk cId="2187319793" sldId="497"/>
            <ac:spMk id="8" creationId="{C4AD232C-B7A0-4EE8-A68D-AE49854B1C5F}"/>
          </ac:spMkLst>
        </pc:spChg>
        <pc:spChg chg="mod">
          <ac:chgData name="Alexandre Quach" userId="03a3b9a4-365b-425e-bba9-a77346403bac" providerId="ADAL" clId="{9363BDF6-D07A-4A6B-8BCC-862969E08744}" dt="2022-12-09T08:12:32.034" v="1607" actId="20577"/>
          <ac:spMkLst>
            <pc:docMk/>
            <pc:sldMk cId="2187319793" sldId="497"/>
            <ac:spMk id="9" creationId="{78E9E3B0-B347-49E8-87F1-4CB5C2EFB561}"/>
          </ac:spMkLst>
        </pc:spChg>
        <pc:spChg chg="mod">
          <ac:chgData name="Alexandre Quach" userId="03a3b9a4-365b-425e-bba9-a77346403bac" providerId="ADAL" clId="{9363BDF6-D07A-4A6B-8BCC-862969E08744}" dt="2022-12-09T08:12:17.584" v="1559" actId="20577"/>
          <ac:spMkLst>
            <pc:docMk/>
            <pc:sldMk cId="2187319793" sldId="497"/>
            <ac:spMk id="10" creationId="{78B8CD5E-B9CB-494F-B964-6B0FEE9E7AC6}"/>
          </ac:spMkLst>
        </pc:spChg>
        <pc:spChg chg="mod">
          <ac:chgData name="Alexandre Quach" userId="03a3b9a4-365b-425e-bba9-a77346403bac" providerId="ADAL" clId="{9363BDF6-D07A-4A6B-8BCC-862969E08744}" dt="2022-12-09T08:10:30.674" v="1364" actId="790"/>
          <ac:spMkLst>
            <pc:docMk/>
            <pc:sldMk cId="2187319793" sldId="497"/>
            <ac:spMk id="11" creationId="{C251BD9A-6908-BA96-2B6B-AA42DE11484D}"/>
          </ac:spMkLst>
        </pc:spChg>
        <pc:spChg chg="mod">
          <ac:chgData name="Alexandre Quach" userId="03a3b9a4-365b-425e-bba9-a77346403bac" providerId="ADAL" clId="{9363BDF6-D07A-4A6B-8BCC-862969E08744}" dt="2022-12-09T08:10:49.150" v="1400" actId="1076"/>
          <ac:spMkLst>
            <pc:docMk/>
            <pc:sldMk cId="2187319793" sldId="497"/>
            <ac:spMk id="12" creationId="{E2453913-7934-46BD-8B4B-808BE69D022B}"/>
          </ac:spMkLst>
        </pc:spChg>
        <pc:spChg chg="mod">
          <ac:chgData name="Alexandre Quach" userId="03a3b9a4-365b-425e-bba9-a77346403bac" providerId="ADAL" clId="{9363BDF6-D07A-4A6B-8BCC-862969E08744}" dt="2022-12-09T08:10:30.674" v="1364" actId="790"/>
          <ac:spMkLst>
            <pc:docMk/>
            <pc:sldMk cId="2187319793" sldId="497"/>
            <ac:spMk id="13" creationId="{DF863E33-35DE-48A1-8061-866DF2A58EE4}"/>
          </ac:spMkLst>
        </pc:spChg>
        <pc:spChg chg="mod">
          <ac:chgData name="Alexandre Quach" userId="03a3b9a4-365b-425e-bba9-a77346403bac" providerId="ADAL" clId="{9363BDF6-D07A-4A6B-8BCC-862969E08744}" dt="2022-12-09T08:14:24.300" v="1908" actId="313"/>
          <ac:spMkLst>
            <pc:docMk/>
            <pc:sldMk cId="2187319793" sldId="497"/>
            <ac:spMk id="14" creationId="{0DC7688F-4500-40DC-973F-FB8D489404DB}"/>
          </ac:spMkLst>
        </pc:spChg>
        <pc:spChg chg="mod">
          <ac:chgData name="Alexandre Quach" userId="03a3b9a4-365b-425e-bba9-a77346403bac" providerId="ADAL" clId="{9363BDF6-D07A-4A6B-8BCC-862969E08744}" dt="2022-12-09T08:14:37.922" v="1963" actId="20577"/>
          <ac:spMkLst>
            <pc:docMk/>
            <pc:sldMk cId="2187319793" sldId="497"/>
            <ac:spMk id="15" creationId="{C830FD39-8721-4708-A014-2FD97F26EDFD}"/>
          </ac:spMkLst>
        </pc:spChg>
        <pc:spChg chg="mod">
          <ac:chgData name="Alexandre Quach" userId="03a3b9a4-365b-425e-bba9-a77346403bac" providerId="ADAL" clId="{9363BDF6-D07A-4A6B-8BCC-862969E08744}" dt="2022-12-09T08:10:30.674" v="1364" actId="790"/>
          <ac:spMkLst>
            <pc:docMk/>
            <pc:sldMk cId="2187319793" sldId="497"/>
            <ac:spMk id="16" creationId="{A26CD0A8-686E-0225-ED5C-58681CFE58B4}"/>
          </ac:spMkLst>
        </pc:spChg>
        <pc:spChg chg="mod">
          <ac:chgData name="Alexandre Quach" userId="03a3b9a4-365b-425e-bba9-a77346403bac" providerId="ADAL" clId="{9363BDF6-D07A-4A6B-8BCC-862969E08744}" dt="2022-12-09T08:10:30.674" v="1364" actId="790"/>
          <ac:spMkLst>
            <pc:docMk/>
            <pc:sldMk cId="2187319793" sldId="497"/>
            <ac:spMk id="18" creationId="{F53604D8-E692-7F96-F3BC-2F40E1A71B7E}"/>
          </ac:spMkLst>
        </pc:spChg>
        <pc:spChg chg="mod">
          <ac:chgData name="Alexandre Quach" userId="03a3b9a4-365b-425e-bba9-a77346403bac" providerId="ADAL" clId="{9363BDF6-D07A-4A6B-8BCC-862969E08744}" dt="2022-12-09T08:17:19.483" v="2366" actId="6549"/>
          <ac:spMkLst>
            <pc:docMk/>
            <pc:sldMk cId="2187319793" sldId="497"/>
            <ac:spMk id="20" creationId="{26408BAC-151A-4937-8139-07370AEB2B17}"/>
          </ac:spMkLst>
        </pc:spChg>
        <pc:spChg chg="mod">
          <ac:chgData name="Alexandre Quach" userId="03a3b9a4-365b-425e-bba9-a77346403bac" providerId="ADAL" clId="{9363BDF6-D07A-4A6B-8BCC-862969E08744}" dt="2022-12-09T08:16:58.683" v="2325" actId="20577"/>
          <ac:spMkLst>
            <pc:docMk/>
            <pc:sldMk cId="2187319793" sldId="497"/>
            <ac:spMk id="21" creationId="{7E9AE98B-7633-42CE-A257-E818C048CA39}"/>
          </ac:spMkLst>
        </pc:spChg>
        <pc:spChg chg="mod">
          <ac:chgData name="Alexandre Quach" userId="03a3b9a4-365b-425e-bba9-a77346403bac" providerId="ADAL" clId="{9363BDF6-D07A-4A6B-8BCC-862969E08744}" dt="2022-12-09T08:16:40.546" v="2286" actId="20577"/>
          <ac:spMkLst>
            <pc:docMk/>
            <pc:sldMk cId="2187319793" sldId="497"/>
            <ac:spMk id="22" creationId="{36A1ECE8-8195-4A03-AD66-226F04A71916}"/>
          </ac:spMkLst>
        </pc:spChg>
        <pc:spChg chg="mod">
          <ac:chgData name="Alexandre Quach" userId="03a3b9a4-365b-425e-bba9-a77346403bac" providerId="ADAL" clId="{9363BDF6-D07A-4A6B-8BCC-862969E08744}" dt="2022-12-09T08:17:59.602" v="2477" actId="20577"/>
          <ac:spMkLst>
            <pc:docMk/>
            <pc:sldMk cId="2187319793" sldId="497"/>
            <ac:spMk id="23" creationId="{FF7A1404-6DD8-43DE-B941-FEE5C6190112}"/>
          </ac:spMkLst>
        </pc:spChg>
        <pc:spChg chg="mod">
          <ac:chgData name="Alexandre Quach" userId="03a3b9a4-365b-425e-bba9-a77346403bac" providerId="ADAL" clId="{9363BDF6-D07A-4A6B-8BCC-862969E08744}" dt="2022-12-09T08:10:30.674" v="1364" actId="790"/>
          <ac:spMkLst>
            <pc:docMk/>
            <pc:sldMk cId="2187319793" sldId="497"/>
            <ac:spMk id="24" creationId="{24BAB7B8-4BC0-8943-594B-C8AD3EDBCBF7}"/>
          </ac:spMkLst>
        </pc:spChg>
        <pc:spChg chg="mod">
          <ac:chgData name="Alexandre Quach" userId="03a3b9a4-365b-425e-bba9-a77346403bac" providerId="ADAL" clId="{9363BDF6-D07A-4A6B-8BCC-862969E08744}" dt="2022-12-09T08:10:30.674" v="1364" actId="790"/>
          <ac:spMkLst>
            <pc:docMk/>
            <pc:sldMk cId="2187319793" sldId="497"/>
            <ac:spMk id="25" creationId="{7B686E76-2AF2-4BD3-A649-D17B01A6FA4A}"/>
          </ac:spMkLst>
        </pc:spChg>
        <pc:spChg chg="mod">
          <ac:chgData name="Alexandre Quach" userId="03a3b9a4-365b-425e-bba9-a77346403bac" providerId="ADAL" clId="{9363BDF6-D07A-4A6B-8BCC-862969E08744}" dt="2022-12-09T08:16:29.393" v="2241" actId="20577"/>
          <ac:spMkLst>
            <pc:docMk/>
            <pc:sldMk cId="2187319793" sldId="497"/>
            <ac:spMk id="68" creationId="{9D43EC3D-3287-4D7D-8D69-BDA79A92F59A}"/>
          </ac:spMkLst>
        </pc:spChg>
        <pc:spChg chg="mod">
          <ac:chgData name="Alexandre Quach" userId="03a3b9a4-365b-425e-bba9-a77346403bac" providerId="ADAL" clId="{9363BDF6-D07A-4A6B-8BCC-862969E08744}" dt="2022-12-09T08:12:44.694" v="1636" actId="20577"/>
          <ac:spMkLst>
            <pc:docMk/>
            <pc:sldMk cId="2187319793" sldId="497"/>
            <ac:spMk id="74" creationId="{0FDD4B90-B669-42E2-90CF-2EEBF116A170}"/>
          </ac:spMkLst>
        </pc:spChg>
        <pc:spChg chg="mod">
          <ac:chgData name="Alexandre Quach" userId="03a3b9a4-365b-425e-bba9-a77346403bac" providerId="ADAL" clId="{9363BDF6-D07A-4A6B-8BCC-862969E08744}" dt="2022-12-09T08:15:15.163" v="2036" actId="20577"/>
          <ac:spMkLst>
            <pc:docMk/>
            <pc:sldMk cId="2187319793" sldId="497"/>
            <ac:spMk id="82" creationId="{8D3286E4-41F7-460E-97AA-0FCE0C32F972}"/>
          </ac:spMkLst>
        </pc:spChg>
        <pc:cxnChg chg="mod">
          <ac:chgData name="Alexandre Quach" userId="03a3b9a4-365b-425e-bba9-a77346403bac" providerId="ADAL" clId="{9363BDF6-D07A-4A6B-8BCC-862969E08744}" dt="2022-12-09T08:10:58.701" v="1432" actId="14100"/>
          <ac:cxnSpMkLst>
            <pc:docMk/>
            <pc:sldMk cId="2187319793" sldId="497"/>
            <ac:cxnSpMk id="27" creationId="{33D85ABA-102A-450E-8B61-BCB4F34CB347}"/>
          </ac:cxnSpMkLst>
        </pc:cxnChg>
        <pc:cxnChg chg="mod">
          <ac:chgData name="Alexandre Quach" userId="03a3b9a4-365b-425e-bba9-a77346403bac" providerId="ADAL" clId="{9363BDF6-D07A-4A6B-8BCC-862969E08744}" dt="2022-12-09T08:10:49.150" v="1400" actId="1076"/>
          <ac:cxnSpMkLst>
            <pc:docMk/>
            <pc:sldMk cId="2187319793" sldId="497"/>
            <ac:cxnSpMk id="32" creationId="{C8F6108F-CEC8-4441-8475-51EC07DD415D}"/>
          </ac:cxnSpMkLst>
        </pc:cxnChg>
        <pc:cxnChg chg="mod">
          <ac:chgData name="Alexandre Quach" userId="03a3b9a4-365b-425e-bba9-a77346403bac" providerId="ADAL" clId="{9363BDF6-D07A-4A6B-8BCC-862969E08744}" dt="2022-12-09T08:10:58.701" v="1432" actId="14100"/>
          <ac:cxnSpMkLst>
            <pc:docMk/>
            <pc:sldMk cId="2187319793" sldId="497"/>
            <ac:cxnSpMk id="41" creationId="{0642B801-FA5B-41CA-8028-CCD50B5FCF61}"/>
          </ac:cxnSpMkLst>
        </pc:cxnChg>
        <pc:cxnChg chg="mod">
          <ac:chgData name="Alexandre Quach" userId="03a3b9a4-365b-425e-bba9-a77346403bac" providerId="ADAL" clId="{9363BDF6-D07A-4A6B-8BCC-862969E08744}" dt="2022-12-09T08:13:03.013" v="1690" actId="14100"/>
          <ac:cxnSpMkLst>
            <pc:docMk/>
            <pc:sldMk cId="2187319793" sldId="497"/>
            <ac:cxnSpMk id="44" creationId="{BA50A2F4-EAF1-47CD-88EB-4B215BD488F5}"/>
          </ac:cxnSpMkLst>
        </pc:cxnChg>
        <pc:cxnChg chg="mod">
          <ac:chgData name="Alexandre Quach" userId="03a3b9a4-365b-425e-bba9-a77346403bac" providerId="ADAL" clId="{9363BDF6-D07A-4A6B-8BCC-862969E08744}" dt="2022-12-09T08:13:03.013" v="1690" actId="14100"/>
          <ac:cxnSpMkLst>
            <pc:docMk/>
            <pc:sldMk cId="2187319793" sldId="497"/>
            <ac:cxnSpMk id="48" creationId="{038C3B39-285C-4E36-8BBD-2A2E60F7C292}"/>
          </ac:cxnSpMkLst>
        </pc:cxnChg>
        <pc:cxnChg chg="mod">
          <ac:chgData name="Alexandre Quach" userId="03a3b9a4-365b-425e-bba9-a77346403bac" providerId="ADAL" clId="{9363BDF6-D07A-4A6B-8BCC-862969E08744}" dt="2022-12-09T08:15:24.660" v="2038" actId="1076"/>
          <ac:cxnSpMkLst>
            <pc:docMk/>
            <pc:sldMk cId="2187319793" sldId="497"/>
            <ac:cxnSpMk id="55" creationId="{18DCCA77-3293-46CF-AB97-A0D2EF2AA15A}"/>
          </ac:cxnSpMkLst>
        </pc:cxnChg>
        <pc:cxnChg chg="mod">
          <ac:chgData name="Alexandre Quach" userId="03a3b9a4-365b-425e-bba9-a77346403bac" providerId="ADAL" clId="{9363BDF6-D07A-4A6B-8BCC-862969E08744}" dt="2022-12-09T08:15:24.660" v="2038" actId="1076"/>
          <ac:cxnSpMkLst>
            <pc:docMk/>
            <pc:sldMk cId="2187319793" sldId="497"/>
            <ac:cxnSpMk id="58" creationId="{E145D4DD-F79E-41A1-BE66-EA7886340BD6}"/>
          </ac:cxnSpMkLst>
        </pc:cxnChg>
        <pc:cxnChg chg="mod">
          <ac:chgData name="Alexandre Quach" userId="03a3b9a4-365b-425e-bba9-a77346403bac" providerId="ADAL" clId="{9363BDF6-D07A-4A6B-8BCC-862969E08744}" dt="2022-12-09T08:15:24.660" v="2038" actId="1076"/>
          <ac:cxnSpMkLst>
            <pc:docMk/>
            <pc:sldMk cId="2187319793" sldId="497"/>
            <ac:cxnSpMk id="69" creationId="{424AA819-A39B-4455-8714-B1E0BD96D471}"/>
          </ac:cxnSpMkLst>
        </pc:cxnChg>
        <pc:cxnChg chg="mod">
          <ac:chgData name="Alexandre Quach" userId="03a3b9a4-365b-425e-bba9-a77346403bac" providerId="ADAL" clId="{9363BDF6-D07A-4A6B-8BCC-862969E08744}" dt="2022-12-09T08:10:58.701" v="1432" actId="14100"/>
          <ac:cxnSpMkLst>
            <pc:docMk/>
            <pc:sldMk cId="2187319793" sldId="497"/>
            <ac:cxnSpMk id="76" creationId="{24338649-8076-4BFC-AA63-FA414A60B5DA}"/>
          </ac:cxnSpMkLst>
        </pc:cxnChg>
      </pc:sldChg>
    </pc:docChg>
  </pc:docChgLst>
  <pc:docChgLst>
    <pc:chgData name="Thomas Froment" userId="4d47d833-7bbe-4dd6-859d-dcdc79e00258" providerId="ADAL" clId="{06A4A3F5-8D03-4299-A5D1-0A6B6EA110F3}"/>
    <pc:docChg chg="custSel modSld modMainMaster">
      <pc:chgData name="Thomas Froment" userId="4d47d833-7bbe-4dd6-859d-dcdc79e00258" providerId="ADAL" clId="{06A4A3F5-8D03-4299-A5D1-0A6B6EA110F3}" dt="2023-01-26T14:28:36.731" v="202" actId="1076"/>
      <pc:docMkLst>
        <pc:docMk/>
      </pc:docMkLst>
      <pc:sldChg chg="modSp mod">
        <pc:chgData name="Thomas Froment" userId="4d47d833-7bbe-4dd6-859d-dcdc79e00258" providerId="ADAL" clId="{06A4A3F5-8D03-4299-A5D1-0A6B6EA110F3}" dt="2023-01-26T14:24:26.890" v="6" actId="1076"/>
        <pc:sldMkLst>
          <pc:docMk/>
          <pc:sldMk cId="471399303" sldId="373"/>
        </pc:sldMkLst>
        <pc:spChg chg="mod">
          <ac:chgData name="Thomas Froment" userId="4d47d833-7bbe-4dd6-859d-dcdc79e00258" providerId="ADAL" clId="{06A4A3F5-8D03-4299-A5D1-0A6B6EA110F3}" dt="2023-01-26T14:24:26.890" v="6" actId="1076"/>
          <ac:spMkLst>
            <pc:docMk/>
            <pc:sldMk cId="471399303" sldId="373"/>
            <ac:spMk id="28" creationId="{B390B424-EFD7-4CBA-9402-E7D75B769A03}"/>
          </ac:spMkLst>
        </pc:spChg>
        <pc:spChg chg="mod">
          <ac:chgData name="Thomas Froment" userId="4d47d833-7bbe-4dd6-859d-dcdc79e00258" providerId="ADAL" clId="{06A4A3F5-8D03-4299-A5D1-0A6B6EA110F3}" dt="2023-01-26T14:24:26.890" v="6" actId="1076"/>
          <ac:spMkLst>
            <pc:docMk/>
            <pc:sldMk cId="471399303" sldId="373"/>
            <ac:spMk id="29" creationId="{D7130EBC-B9CE-4EEE-B949-C9025E797D68}"/>
          </ac:spMkLst>
        </pc:spChg>
        <pc:spChg chg="mod">
          <ac:chgData name="Thomas Froment" userId="4d47d833-7bbe-4dd6-859d-dcdc79e00258" providerId="ADAL" clId="{06A4A3F5-8D03-4299-A5D1-0A6B6EA110F3}" dt="2023-01-26T14:24:26.890" v="6" actId="1076"/>
          <ac:spMkLst>
            <pc:docMk/>
            <pc:sldMk cId="471399303" sldId="373"/>
            <ac:spMk id="30" creationId="{F610BC8C-9DED-4B21-A11C-8F147E8E741A}"/>
          </ac:spMkLst>
        </pc:spChg>
        <pc:spChg chg="mod">
          <ac:chgData name="Thomas Froment" userId="4d47d833-7bbe-4dd6-859d-dcdc79e00258" providerId="ADAL" clId="{06A4A3F5-8D03-4299-A5D1-0A6B6EA110F3}" dt="2023-01-26T14:24:26.890" v="6" actId="1076"/>
          <ac:spMkLst>
            <pc:docMk/>
            <pc:sldMk cId="471399303" sldId="373"/>
            <ac:spMk id="31" creationId="{D2E68CD3-30C8-4477-96F6-39CEEE9FC5CD}"/>
          </ac:spMkLst>
        </pc:spChg>
        <pc:spChg chg="mod">
          <ac:chgData name="Thomas Froment" userId="4d47d833-7bbe-4dd6-859d-dcdc79e00258" providerId="ADAL" clId="{06A4A3F5-8D03-4299-A5D1-0A6B6EA110F3}" dt="2023-01-26T14:24:26.890" v="6" actId="1076"/>
          <ac:spMkLst>
            <pc:docMk/>
            <pc:sldMk cId="471399303" sldId="373"/>
            <ac:spMk id="32" creationId="{B3CDC92E-C27D-4DF4-9944-2E60887541FB}"/>
          </ac:spMkLst>
        </pc:spChg>
        <pc:spChg chg="mod">
          <ac:chgData name="Thomas Froment" userId="4d47d833-7bbe-4dd6-859d-dcdc79e00258" providerId="ADAL" clId="{06A4A3F5-8D03-4299-A5D1-0A6B6EA110F3}" dt="2023-01-26T14:24:26.890" v="6" actId="1076"/>
          <ac:spMkLst>
            <pc:docMk/>
            <pc:sldMk cId="471399303" sldId="373"/>
            <ac:spMk id="33" creationId="{12DBC631-96B9-49EC-A408-018C730BA38F}"/>
          </ac:spMkLst>
        </pc:spChg>
        <pc:spChg chg="mod">
          <ac:chgData name="Thomas Froment" userId="4d47d833-7bbe-4dd6-859d-dcdc79e00258" providerId="ADAL" clId="{06A4A3F5-8D03-4299-A5D1-0A6B6EA110F3}" dt="2023-01-26T14:24:26.890" v="6" actId="1076"/>
          <ac:spMkLst>
            <pc:docMk/>
            <pc:sldMk cId="471399303" sldId="373"/>
            <ac:spMk id="34" creationId="{C323340E-60D7-47A6-B24C-8D2DD89D7A16}"/>
          </ac:spMkLst>
        </pc:spChg>
        <pc:spChg chg="mod">
          <ac:chgData name="Thomas Froment" userId="4d47d833-7bbe-4dd6-859d-dcdc79e00258" providerId="ADAL" clId="{06A4A3F5-8D03-4299-A5D1-0A6B6EA110F3}" dt="2023-01-26T14:24:26.890" v="6" actId="1076"/>
          <ac:spMkLst>
            <pc:docMk/>
            <pc:sldMk cId="471399303" sldId="373"/>
            <ac:spMk id="35" creationId="{67B0F38D-F1AC-4920-A67C-30199D2FB73D}"/>
          </ac:spMkLst>
        </pc:spChg>
      </pc:sldChg>
      <pc:sldChg chg="modSp mod">
        <pc:chgData name="Thomas Froment" userId="4d47d833-7bbe-4dd6-859d-dcdc79e00258" providerId="ADAL" clId="{06A4A3F5-8D03-4299-A5D1-0A6B6EA110F3}" dt="2023-01-26T14:26:01.001" v="182" actId="6549"/>
        <pc:sldMkLst>
          <pc:docMk/>
          <pc:sldMk cId="2545377066" sldId="377"/>
        </pc:sldMkLst>
        <pc:graphicFrameChg chg="mod modGraphic">
          <ac:chgData name="Thomas Froment" userId="4d47d833-7bbe-4dd6-859d-dcdc79e00258" providerId="ADAL" clId="{06A4A3F5-8D03-4299-A5D1-0A6B6EA110F3}" dt="2023-01-26T14:26:01.001" v="182" actId="6549"/>
          <ac:graphicFrameMkLst>
            <pc:docMk/>
            <pc:sldMk cId="2545377066" sldId="377"/>
            <ac:graphicFrameMk id="47" creationId="{E532220D-FB7A-4D58-94AD-62D5519F5AAE}"/>
          </ac:graphicFrameMkLst>
        </pc:graphicFrameChg>
      </pc:sldChg>
      <pc:sldChg chg="modSp mod">
        <pc:chgData name="Thomas Froment" userId="4d47d833-7bbe-4dd6-859d-dcdc79e00258" providerId="ADAL" clId="{06A4A3F5-8D03-4299-A5D1-0A6B6EA110F3}" dt="2023-01-26T14:26:45.144" v="186" actId="1076"/>
        <pc:sldMkLst>
          <pc:docMk/>
          <pc:sldMk cId="1170425949" sldId="378"/>
        </pc:sldMkLst>
        <pc:grpChg chg="mod">
          <ac:chgData name="Thomas Froment" userId="4d47d833-7bbe-4dd6-859d-dcdc79e00258" providerId="ADAL" clId="{06A4A3F5-8D03-4299-A5D1-0A6B6EA110F3}" dt="2023-01-26T14:26:45.144" v="186" actId="1076"/>
          <ac:grpSpMkLst>
            <pc:docMk/>
            <pc:sldMk cId="1170425949" sldId="378"/>
            <ac:grpSpMk id="22" creationId="{4C6A6531-BC17-45C2-ACEE-E0D68875DE67}"/>
          </ac:grpSpMkLst>
        </pc:grpChg>
      </pc:sldChg>
      <pc:sldChg chg="modSp mod">
        <pc:chgData name="Thomas Froment" userId="4d47d833-7bbe-4dd6-859d-dcdc79e00258" providerId="ADAL" clId="{06A4A3F5-8D03-4299-A5D1-0A6B6EA110F3}" dt="2023-01-26T14:27:32.423" v="189" actId="1076"/>
        <pc:sldMkLst>
          <pc:docMk/>
          <pc:sldMk cId="2357621763" sldId="381"/>
        </pc:sldMkLst>
        <pc:graphicFrameChg chg="mod">
          <ac:chgData name="Thomas Froment" userId="4d47d833-7bbe-4dd6-859d-dcdc79e00258" providerId="ADAL" clId="{06A4A3F5-8D03-4299-A5D1-0A6B6EA110F3}" dt="2023-01-26T14:27:32.423" v="189" actId="1076"/>
          <ac:graphicFrameMkLst>
            <pc:docMk/>
            <pc:sldMk cId="2357621763" sldId="381"/>
            <ac:graphicFrameMk id="4" creationId="{23A74072-D9F0-4488-892D-BD11F8F76D0E}"/>
          </ac:graphicFrameMkLst>
        </pc:graphicFrameChg>
      </pc:sldChg>
      <pc:sldChg chg="modSp mod">
        <pc:chgData name="Thomas Froment" userId="4d47d833-7bbe-4dd6-859d-dcdc79e00258" providerId="ADAL" clId="{06A4A3F5-8D03-4299-A5D1-0A6B6EA110F3}" dt="2023-01-26T14:27:55.831" v="197" actId="1076"/>
        <pc:sldMkLst>
          <pc:docMk/>
          <pc:sldMk cId="914278064" sldId="408"/>
        </pc:sldMkLst>
        <pc:graphicFrameChg chg="mod modGraphic">
          <ac:chgData name="Thomas Froment" userId="4d47d833-7bbe-4dd6-859d-dcdc79e00258" providerId="ADAL" clId="{06A4A3F5-8D03-4299-A5D1-0A6B6EA110F3}" dt="2023-01-26T14:27:55.831" v="197" actId="1076"/>
          <ac:graphicFrameMkLst>
            <pc:docMk/>
            <pc:sldMk cId="914278064" sldId="408"/>
            <ac:graphicFrameMk id="4" creationId="{3CCBA50E-CE70-4BAE-B841-81479971DA91}"/>
          </ac:graphicFrameMkLst>
        </pc:graphicFrameChg>
      </pc:sldChg>
      <pc:sldChg chg="modSp mod">
        <pc:chgData name="Thomas Froment" userId="4d47d833-7bbe-4dd6-859d-dcdc79e00258" providerId="ADAL" clId="{06A4A3F5-8D03-4299-A5D1-0A6B6EA110F3}" dt="2023-01-26T14:26:56.401" v="187" actId="1076"/>
        <pc:sldMkLst>
          <pc:docMk/>
          <pc:sldMk cId="3732627575" sldId="411"/>
        </pc:sldMkLst>
        <pc:spChg chg="mod">
          <ac:chgData name="Thomas Froment" userId="4d47d833-7bbe-4dd6-859d-dcdc79e00258" providerId="ADAL" clId="{06A4A3F5-8D03-4299-A5D1-0A6B6EA110F3}" dt="2023-01-26T14:26:56.401" v="187" actId="1076"/>
          <ac:spMkLst>
            <pc:docMk/>
            <pc:sldMk cId="3732627575" sldId="411"/>
            <ac:spMk id="15" creationId="{931ED3A0-3A92-4E8E-89BD-2F150AD7B50C}"/>
          </ac:spMkLst>
        </pc:spChg>
        <pc:spChg chg="mod">
          <ac:chgData name="Thomas Froment" userId="4d47d833-7bbe-4dd6-859d-dcdc79e00258" providerId="ADAL" clId="{06A4A3F5-8D03-4299-A5D1-0A6B6EA110F3}" dt="2023-01-26T14:26:56.401" v="187" actId="1076"/>
          <ac:spMkLst>
            <pc:docMk/>
            <pc:sldMk cId="3732627575" sldId="411"/>
            <ac:spMk id="28" creationId="{CBB1940F-0E89-4402-9806-4C947E946E25}"/>
          </ac:spMkLst>
        </pc:spChg>
        <pc:spChg chg="mod">
          <ac:chgData name="Thomas Froment" userId="4d47d833-7bbe-4dd6-859d-dcdc79e00258" providerId="ADAL" clId="{06A4A3F5-8D03-4299-A5D1-0A6B6EA110F3}" dt="2023-01-26T14:26:56.401" v="187" actId="1076"/>
          <ac:spMkLst>
            <pc:docMk/>
            <pc:sldMk cId="3732627575" sldId="411"/>
            <ac:spMk id="29" creationId="{67D74174-932B-4B33-8C34-BE9AA86A7D9E}"/>
          </ac:spMkLst>
        </pc:spChg>
        <pc:spChg chg="mod">
          <ac:chgData name="Thomas Froment" userId="4d47d833-7bbe-4dd6-859d-dcdc79e00258" providerId="ADAL" clId="{06A4A3F5-8D03-4299-A5D1-0A6B6EA110F3}" dt="2023-01-26T14:26:56.401" v="187" actId="1076"/>
          <ac:spMkLst>
            <pc:docMk/>
            <pc:sldMk cId="3732627575" sldId="411"/>
            <ac:spMk id="30" creationId="{BA6503F8-DAA3-42FD-A7B0-B777EB79B58A}"/>
          </ac:spMkLst>
        </pc:spChg>
        <pc:spChg chg="mod">
          <ac:chgData name="Thomas Froment" userId="4d47d833-7bbe-4dd6-859d-dcdc79e00258" providerId="ADAL" clId="{06A4A3F5-8D03-4299-A5D1-0A6B6EA110F3}" dt="2023-01-26T14:26:56.401" v="187" actId="1076"/>
          <ac:spMkLst>
            <pc:docMk/>
            <pc:sldMk cId="3732627575" sldId="411"/>
            <ac:spMk id="34" creationId="{E44D38C6-FBBC-4DF7-9F62-A1F30B410673}"/>
          </ac:spMkLst>
        </pc:spChg>
        <pc:spChg chg="mod">
          <ac:chgData name="Thomas Froment" userId="4d47d833-7bbe-4dd6-859d-dcdc79e00258" providerId="ADAL" clId="{06A4A3F5-8D03-4299-A5D1-0A6B6EA110F3}" dt="2023-01-26T14:26:56.401" v="187" actId="1076"/>
          <ac:spMkLst>
            <pc:docMk/>
            <pc:sldMk cId="3732627575" sldId="411"/>
            <ac:spMk id="35" creationId="{F9B632FC-22D0-48C9-ABCB-B775849179BA}"/>
          </ac:spMkLst>
        </pc:spChg>
        <pc:spChg chg="mod">
          <ac:chgData name="Thomas Froment" userId="4d47d833-7bbe-4dd6-859d-dcdc79e00258" providerId="ADAL" clId="{06A4A3F5-8D03-4299-A5D1-0A6B6EA110F3}" dt="2023-01-26T14:26:56.401" v="187" actId="1076"/>
          <ac:spMkLst>
            <pc:docMk/>
            <pc:sldMk cId="3732627575" sldId="411"/>
            <ac:spMk id="36" creationId="{4FF508ED-1802-40CA-9D67-BB9767775C0C}"/>
          </ac:spMkLst>
        </pc:spChg>
        <pc:spChg chg="mod">
          <ac:chgData name="Thomas Froment" userId="4d47d833-7bbe-4dd6-859d-dcdc79e00258" providerId="ADAL" clId="{06A4A3F5-8D03-4299-A5D1-0A6B6EA110F3}" dt="2023-01-26T14:26:56.401" v="187" actId="1076"/>
          <ac:spMkLst>
            <pc:docMk/>
            <pc:sldMk cId="3732627575" sldId="411"/>
            <ac:spMk id="37" creationId="{59140D95-A43B-4263-B551-DD98CAA4AFFA}"/>
          </ac:spMkLst>
        </pc:spChg>
        <pc:spChg chg="mod">
          <ac:chgData name="Thomas Froment" userId="4d47d833-7bbe-4dd6-859d-dcdc79e00258" providerId="ADAL" clId="{06A4A3F5-8D03-4299-A5D1-0A6B6EA110F3}" dt="2023-01-26T14:26:56.401" v="187" actId="1076"/>
          <ac:spMkLst>
            <pc:docMk/>
            <pc:sldMk cId="3732627575" sldId="411"/>
            <ac:spMk id="41" creationId="{2FB037F4-EB3E-4E62-8889-F3A58A7C9334}"/>
          </ac:spMkLst>
        </pc:spChg>
        <pc:spChg chg="mod">
          <ac:chgData name="Thomas Froment" userId="4d47d833-7bbe-4dd6-859d-dcdc79e00258" providerId="ADAL" clId="{06A4A3F5-8D03-4299-A5D1-0A6B6EA110F3}" dt="2023-01-26T14:26:56.401" v="187" actId="1076"/>
          <ac:spMkLst>
            <pc:docMk/>
            <pc:sldMk cId="3732627575" sldId="411"/>
            <ac:spMk id="42" creationId="{326E550F-74C8-4805-9768-68069607E52F}"/>
          </ac:spMkLst>
        </pc:spChg>
        <pc:spChg chg="mod">
          <ac:chgData name="Thomas Froment" userId="4d47d833-7bbe-4dd6-859d-dcdc79e00258" providerId="ADAL" clId="{06A4A3F5-8D03-4299-A5D1-0A6B6EA110F3}" dt="2023-01-26T14:26:56.401" v="187" actId="1076"/>
          <ac:spMkLst>
            <pc:docMk/>
            <pc:sldMk cId="3732627575" sldId="411"/>
            <ac:spMk id="43" creationId="{85CE9BC5-E6C8-4FE1-A874-45B2A994EB0E}"/>
          </ac:spMkLst>
        </pc:spChg>
        <pc:spChg chg="mod">
          <ac:chgData name="Thomas Froment" userId="4d47d833-7bbe-4dd6-859d-dcdc79e00258" providerId="ADAL" clId="{06A4A3F5-8D03-4299-A5D1-0A6B6EA110F3}" dt="2023-01-26T14:26:56.401" v="187" actId="1076"/>
          <ac:spMkLst>
            <pc:docMk/>
            <pc:sldMk cId="3732627575" sldId="411"/>
            <ac:spMk id="44" creationId="{271544CF-27B6-49ED-B757-486D558A6BD9}"/>
          </ac:spMkLst>
        </pc:spChg>
        <pc:spChg chg="mod">
          <ac:chgData name="Thomas Froment" userId="4d47d833-7bbe-4dd6-859d-dcdc79e00258" providerId="ADAL" clId="{06A4A3F5-8D03-4299-A5D1-0A6B6EA110F3}" dt="2023-01-26T14:26:56.401" v="187" actId="1076"/>
          <ac:spMkLst>
            <pc:docMk/>
            <pc:sldMk cId="3732627575" sldId="411"/>
            <ac:spMk id="45" creationId="{D43A0727-9E23-429C-92B1-B12657F0FB77}"/>
          </ac:spMkLst>
        </pc:spChg>
        <pc:spChg chg="mod">
          <ac:chgData name="Thomas Froment" userId="4d47d833-7bbe-4dd6-859d-dcdc79e00258" providerId="ADAL" clId="{06A4A3F5-8D03-4299-A5D1-0A6B6EA110F3}" dt="2023-01-26T14:26:56.401" v="187" actId="1076"/>
          <ac:spMkLst>
            <pc:docMk/>
            <pc:sldMk cId="3732627575" sldId="411"/>
            <ac:spMk id="46" creationId="{25ADDED6-A855-462A-8F8D-69EA2075746D}"/>
          </ac:spMkLst>
        </pc:spChg>
        <pc:spChg chg="mod">
          <ac:chgData name="Thomas Froment" userId="4d47d833-7bbe-4dd6-859d-dcdc79e00258" providerId="ADAL" clId="{06A4A3F5-8D03-4299-A5D1-0A6B6EA110F3}" dt="2023-01-26T14:26:56.401" v="187" actId="1076"/>
          <ac:spMkLst>
            <pc:docMk/>
            <pc:sldMk cId="3732627575" sldId="411"/>
            <ac:spMk id="47" creationId="{8BEB797D-1D73-407C-AD48-9DE77FAA1522}"/>
          </ac:spMkLst>
        </pc:spChg>
        <pc:grpChg chg="mod">
          <ac:chgData name="Thomas Froment" userId="4d47d833-7bbe-4dd6-859d-dcdc79e00258" providerId="ADAL" clId="{06A4A3F5-8D03-4299-A5D1-0A6B6EA110F3}" dt="2023-01-26T14:26:56.401" v="187" actId="1076"/>
          <ac:grpSpMkLst>
            <pc:docMk/>
            <pc:sldMk cId="3732627575" sldId="411"/>
            <ac:grpSpMk id="22" creationId="{4C6A6531-BC17-45C2-ACEE-E0D68875DE67}"/>
          </ac:grpSpMkLst>
        </pc:grpChg>
        <pc:picChg chg="mod">
          <ac:chgData name="Thomas Froment" userId="4d47d833-7bbe-4dd6-859d-dcdc79e00258" providerId="ADAL" clId="{06A4A3F5-8D03-4299-A5D1-0A6B6EA110F3}" dt="2023-01-26T14:26:56.401" v="187" actId="1076"/>
          <ac:picMkLst>
            <pc:docMk/>
            <pc:sldMk cId="3732627575" sldId="411"/>
            <ac:picMk id="4" creationId="{FB82FF41-C971-B54D-A60E-6C641D9A35E6}"/>
          </ac:picMkLst>
        </pc:picChg>
      </pc:sldChg>
      <pc:sldChg chg="modSp mod">
        <pc:chgData name="Thomas Froment" userId="4d47d833-7bbe-4dd6-859d-dcdc79e00258" providerId="ADAL" clId="{06A4A3F5-8D03-4299-A5D1-0A6B6EA110F3}" dt="2023-01-26T14:27:03.311" v="188" actId="1076"/>
        <pc:sldMkLst>
          <pc:docMk/>
          <pc:sldMk cId="3274939345" sldId="458"/>
        </pc:sldMkLst>
        <pc:spChg chg="mod">
          <ac:chgData name="Thomas Froment" userId="4d47d833-7bbe-4dd6-859d-dcdc79e00258" providerId="ADAL" clId="{06A4A3F5-8D03-4299-A5D1-0A6B6EA110F3}" dt="2023-01-26T14:27:03.311" v="188" actId="1076"/>
          <ac:spMkLst>
            <pc:docMk/>
            <pc:sldMk cId="3274939345" sldId="458"/>
            <ac:spMk id="15" creationId="{931ED3A0-3A92-4E8E-89BD-2F150AD7B50C}"/>
          </ac:spMkLst>
        </pc:spChg>
        <pc:spChg chg="mod">
          <ac:chgData name="Thomas Froment" userId="4d47d833-7bbe-4dd6-859d-dcdc79e00258" providerId="ADAL" clId="{06A4A3F5-8D03-4299-A5D1-0A6B6EA110F3}" dt="2023-01-26T14:27:03.311" v="188" actId="1076"/>
          <ac:spMkLst>
            <pc:docMk/>
            <pc:sldMk cId="3274939345" sldId="458"/>
            <ac:spMk id="28" creationId="{CBB1940F-0E89-4402-9806-4C947E946E25}"/>
          </ac:spMkLst>
        </pc:spChg>
        <pc:spChg chg="mod">
          <ac:chgData name="Thomas Froment" userId="4d47d833-7bbe-4dd6-859d-dcdc79e00258" providerId="ADAL" clId="{06A4A3F5-8D03-4299-A5D1-0A6B6EA110F3}" dt="2023-01-26T14:27:03.311" v="188" actId="1076"/>
          <ac:spMkLst>
            <pc:docMk/>
            <pc:sldMk cId="3274939345" sldId="458"/>
            <ac:spMk id="29" creationId="{67D74174-932B-4B33-8C34-BE9AA86A7D9E}"/>
          </ac:spMkLst>
        </pc:spChg>
        <pc:spChg chg="mod">
          <ac:chgData name="Thomas Froment" userId="4d47d833-7bbe-4dd6-859d-dcdc79e00258" providerId="ADAL" clId="{06A4A3F5-8D03-4299-A5D1-0A6B6EA110F3}" dt="2023-01-26T14:27:03.311" v="188" actId="1076"/>
          <ac:spMkLst>
            <pc:docMk/>
            <pc:sldMk cId="3274939345" sldId="458"/>
            <ac:spMk id="34" creationId="{E44D38C6-FBBC-4DF7-9F62-A1F30B410673}"/>
          </ac:spMkLst>
        </pc:spChg>
        <pc:spChg chg="mod">
          <ac:chgData name="Thomas Froment" userId="4d47d833-7bbe-4dd6-859d-dcdc79e00258" providerId="ADAL" clId="{06A4A3F5-8D03-4299-A5D1-0A6B6EA110F3}" dt="2023-01-26T14:27:03.311" v="188" actId="1076"/>
          <ac:spMkLst>
            <pc:docMk/>
            <pc:sldMk cId="3274939345" sldId="458"/>
            <ac:spMk id="35" creationId="{F9B632FC-22D0-48C9-ABCB-B775849179BA}"/>
          </ac:spMkLst>
        </pc:spChg>
        <pc:spChg chg="mod">
          <ac:chgData name="Thomas Froment" userId="4d47d833-7bbe-4dd6-859d-dcdc79e00258" providerId="ADAL" clId="{06A4A3F5-8D03-4299-A5D1-0A6B6EA110F3}" dt="2023-01-26T14:27:03.311" v="188" actId="1076"/>
          <ac:spMkLst>
            <pc:docMk/>
            <pc:sldMk cId="3274939345" sldId="458"/>
            <ac:spMk id="36" creationId="{4FF508ED-1802-40CA-9D67-BB9767775C0C}"/>
          </ac:spMkLst>
        </pc:spChg>
        <pc:spChg chg="mod">
          <ac:chgData name="Thomas Froment" userId="4d47d833-7bbe-4dd6-859d-dcdc79e00258" providerId="ADAL" clId="{06A4A3F5-8D03-4299-A5D1-0A6B6EA110F3}" dt="2023-01-26T14:27:03.311" v="188" actId="1076"/>
          <ac:spMkLst>
            <pc:docMk/>
            <pc:sldMk cId="3274939345" sldId="458"/>
            <ac:spMk id="37" creationId="{59140D95-A43B-4263-B551-DD98CAA4AFFA}"/>
          </ac:spMkLst>
        </pc:spChg>
        <pc:spChg chg="mod">
          <ac:chgData name="Thomas Froment" userId="4d47d833-7bbe-4dd6-859d-dcdc79e00258" providerId="ADAL" clId="{06A4A3F5-8D03-4299-A5D1-0A6B6EA110F3}" dt="2023-01-26T14:27:03.311" v="188" actId="1076"/>
          <ac:spMkLst>
            <pc:docMk/>
            <pc:sldMk cId="3274939345" sldId="458"/>
            <ac:spMk id="41" creationId="{2FB037F4-EB3E-4E62-8889-F3A58A7C9334}"/>
          </ac:spMkLst>
        </pc:spChg>
        <pc:spChg chg="mod">
          <ac:chgData name="Thomas Froment" userId="4d47d833-7bbe-4dd6-859d-dcdc79e00258" providerId="ADAL" clId="{06A4A3F5-8D03-4299-A5D1-0A6B6EA110F3}" dt="2023-01-26T14:27:03.311" v="188" actId="1076"/>
          <ac:spMkLst>
            <pc:docMk/>
            <pc:sldMk cId="3274939345" sldId="458"/>
            <ac:spMk id="43" creationId="{85CE9BC5-E6C8-4FE1-A874-45B2A994EB0E}"/>
          </ac:spMkLst>
        </pc:spChg>
        <pc:spChg chg="mod">
          <ac:chgData name="Thomas Froment" userId="4d47d833-7bbe-4dd6-859d-dcdc79e00258" providerId="ADAL" clId="{06A4A3F5-8D03-4299-A5D1-0A6B6EA110F3}" dt="2023-01-26T14:27:03.311" v="188" actId="1076"/>
          <ac:spMkLst>
            <pc:docMk/>
            <pc:sldMk cId="3274939345" sldId="458"/>
            <ac:spMk id="44" creationId="{271544CF-27B6-49ED-B757-486D558A6BD9}"/>
          </ac:spMkLst>
        </pc:spChg>
        <pc:spChg chg="mod">
          <ac:chgData name="Thomas Froment" userId="4d47d833-7bbe-4dd6-859d-dcdc79e00258" providerId="ADAL" clId="{06A4A3F5-8D03-4299-A5D1-0A6B6EA110F3}" dt="2023-01-26T14:27:03.311" v="188" actId="1076"/>
          <ac:spMkLst>
            <pc:docMk/>
            <pc:sldMk cId="3274939345" sldId="458"/>
            <ac:spMk id="45" creationId="{D43A0727-9E23-429C-92B1-B12657F0FB77}"/>
          </ac:spMkLst>
        </pc:spChg>
        <pc:spChg chg="mod">
          <ac:chgData name="Thomas Froment" userId="4d47d833-7bbe-4dd6-859d-dcdc79e00258" providerId="ADAL" clId="{06A4A3F5-8D03-4299-A5D1-0A6B6EA110F3}" dt="2023-01-26T14:27:03.311" v="188" actId="1076"/>
          <ac:spMkLst>
            <pc:docMk/>
            <pc:sldMk cId="3274939345" sldId="458"/>
            <ac:spMk id="46" creationId="{25ADDED6-A855-462A-8F8D-69EA2075746D}"/>
          </ac:spMkLst>
        </pc:spChg>
        <pc:spChg chg="mod">
          <ac:chgData name="Thomas Froment" userId="4d47d833-7bbe-4dd6-859d-dcdc79e00258" providerId="ADAL" clId="{06A4A3F5-8D03-4299-A5D1-0A6B6EA110F3}" dt="2023-01-26T14:27:03.311" v="188" actId="1076"/>
          <ac:spMkLst>
            <pc:docMk/>
            <pc:sldMk cId="3274939345" sldId="458"/>
            <ac:spMk id="47" creationId="{8BEB797D-1D73-407C-AD48-9DE77FAA1522}"/>
          </ac:spMkLst>
        </pc:spChg>
        <pc:grpChg chg="mod">
          <ac:chgData name="Thomas Froment" userId="4d47d833-7bbe-4dd6-859d-dcdc79e00258" providerId="ADAL" clId="{06A4A3F5-8D03-4299-A5D1-0A6B6EA110F3}" dt="2023-01-26T14:27:03.311" v="188" actId="1076"/>
          <ac:grpSpMkLst>
            <pc:docMk/>
            <pc:sldMk cId="3274939345" sldId="458"/>
            <ac:grpSpMk id="22" creationId="{4C6A6531-BC17-45C2-ACEE-E0D68875DE67}"/>
          </ac:grpSpMkLst>
        </pc:grpChg>
        <pc:picChg chg="mod">
          <ac:chgData name="Thomas Froment" userId="4d47d833-7bbe-4dd6-859d-dcdc79e00258" providerId="ADAL" clId="{06A4A3F5-8D03-4299-A5D1-0A6B6EA110F3}" dt="2023-01-26T14:27:03.311" v="188" actId="1076"/>
          <ac:picMkLst>
            <pc:docMk/>
            <pc:sldMk cId="3274939345" sldId="458"/>
            <ac:picMk id="4" creationId="{7FF09E1B-A3C0-7255-DAC3-5CA201609524}"/>
          </ac:picMkLst>
        </pc:picChg>
      </pc:sldChg>
      <pc:sldChg chg="modSp mod">
        <pc:chgData name="Thomas Froment" userId="4d47d833-7bbe-4dd6-859d-dcdc79e00258" providerId="ADAL" clId="{06A4A3F5-8D03-4299-A5D1-0A6B6EA110F3}" dt="2023-01-26T14:26:28.201" v="184" actId="1076"/>
        <pc:sldMkLst>
          <pc:docMk/>
          <pc:sldMk cId="3080513647" sldId="462"/>
        </pc:sldMkLst>
        <pc:spChg chg="mod">
          <ac:chgData name="Thomas Froment" userId="4d47d833-7bbe-4dd6-859d-dcdc79e00258" providerId="ADAL" clId="{06A4A3F5-8D03-4299-A5D1-0A6B6EA110F3}" dt="2023-01-26T14:26:28.201" v="184" actId="1076"/>
          <ac:spMkLst>
            <pc:docMk/>
            <pc:sldMk cId="3080513647" sldId="462"/>
            <ac:spMk id="99" creationId="{7FC69C80-1A51-41C7-F280-BD3DF7C2C445}"/>
          </ac:spMkLst>
        </pc:spChg>
        <pc:spChg chg="mod">
          <ac:chgData name="Thomas Froment" userId="4d47d833-7bbe-4dd6-859d-dcdc79e00258" providerId="ADAL" clId="{06A4A3F5-8D03-4299-A5D1-0A6B6EA110F3}" dt="2023-01-26T14:26:28.201" v="184" actId="1076"/>
          <ac:spMkLst>
            <pc:docMk/>
            <pc:sldMk cId="3080513647" sldId="462"/>
            <ac:spMk id="100" creationId="{C271CFC9-D1B2-0B92-46D9-8992764704A3}"/>
          </ac:spMkLst>
        </pc:spChg>
        <pc:spChg chg="mod">
          <ac:chgData name="Thomas Froment" userId="4d47d833-7bbe-4dd6-859d-dcdc79e00258" providerId="ADAL" clId="{06A4A3F5-8D03-4299-A5D1-0A6B6EA110F3}" dt="2023-01-26T14:26:28.201" v="184" actId="1076"/>
          <ac:spMkLst>
            <pc:docMk/>
            <pc:sldMk cId="3080513647" sldId="462"/>
            <ac:spMk id="101" creationId="{84237C3E-7F7A-728E-1F9D-155D32E2E856}"/>
          </ac:spMkLst>
        </pc:spChg>
        <pc:spChg chg="mod">
          <ac:chgData name="Thomas Froment" userId="4d47d833-7bbe-4dd6-859d-dcdc79e00258" providerId="ADAL" clId="{06A4A3F5-8D03-4299-A5D1-0A6B6EA110F3}" dt="2023-01-26T14:26:28.201" v="184" actId="1076"/>
          <ac:spMkLst>
            <pc:docMk/>
            <pc:sldMk cId="3080513647" sldId="462"/>
            <ac:spMk id="102" creationId="{1D87ED9D-8A8F-549E-34AB-EEDFB05460BD}"/>
          </ac:spMkLst>
        </pc:spChg>
        <pc:spChg chg="mod">
          <ac:chgData name="Thomas Froment" userId="4d47d833-7bbe-4dd6-859d-dcdc79e00258" providerId="ADAL" clId="{06A4A3F5-8D03-4299-A5D1-0A6B6EA110F3}" dt="2023-01-26T14:26:28.201" v="184" actId="1076"/>
          <ac:spMkLst>
            <pc:docMk/>
            <pc:sldMk cId="3080513647" sldId="462"/>
            <ac:spMk id="103" creationId="{27B89EE8-0912-7AE9-3F0A-CC50891CFA77}"/>
          </ac:spMkLst>
        </pc:spChg>
        <pc:spChg chg="mod">
          <ac:chgData name="Thomas Froment" userId="4d47d833-7bbe-4dd6-859d-dcdc79e00258" providerId="ADAL" clId="{06A4A3F5-8D03-4299-A5D1-0A6B6EA110F3}" dt="2023-01-26T14:26:28.201" v="184" actId="1076"/>
          <ac:spMkLst>
            <pc:docMk/>
            <pc:sldMk cId="3080513647" sldId="462"/>
            <ac:spMk id="106" creationId="{F012DAC8-1868-72C3-6034-7E62FEA0BA46}"/>
          </ac:spMkLst>
        </pc:spChg>
        <pc:spChg chg="mod">
          <ac:chgData name="Thomas Froment" userId="4d47d833-7bbe-4dd6-859d-dcdc79e00258" providerId="ADAL" clId="{06A4A3F5-8D03-4299-A5D1-0A6B6EA110F3}" dt="2023-01-26T14:26:22.011" v="183" actId="1076"/>
          <ac:spMkLst>
            <pc:docMk/>
            <pc:sldMk cId="3080513647" sldId="462"/>
            <ac:spMk id="109" creationId="{010D54A4-5F4A-02B0-21D1-C2C41A3BBA33}"/>
          </ac:spMkLst>
        </pc:spChg>
        <pc:spChg chg="mod">
          <ac:chgData name="Thomas Froment" userId="4d47d833-7bbe-4dd6-859d-dcdc79e00258" providerId="ADAL" clId="{06A4A3F5-8D03-4299-A5D1-0A6B6EA110F3}" dt="2023-01-26T14:26:22.011" v="183" actId="1076"/>
          <ac:spMkLst>
            <pc:docMk/>
            <pc:sldMk cId="3080513647" sldId="462"/>
            <ac:spMk id="110" creationId="{65BD3B6C-E0A2-9F0C-4289-8DA1A0BAAA80}"/>
          </ac:spMkLst>
        </pc:spChg>
        <pc:spChg chg="mod">
          <ac:chgData name="Thomas Froment" userId="4d47d833-7bbe-4dd6-859d-dcdc79e00258" providerId="ADAL" clId="{06A4A3F5-8D03-4299-A5D1-0A6B6EA110F3}" dt="2023-01-26T14:26:22.011" v="183" actId="1076"/>
          <ac:spMkLst>
            <pc:docMk/>
            <pc:sldMk cId="3080513647" sldId="462"/>
            <ac:spMk id="111" creationId="{5D54A409-6C7D-8F01-F7C3-E83A22A70455}"/>
          </ac:spMkLst>
        </pc:spChg>
        <pc:spChg chg="mod">
          <ac:chgData name="Thomas Froment" userId="4d47d833-7bbe-4dd6-859d-dcdc79e00258" providerId="ADAL" clId="{06A4A3F5-8D03-4299-A5D1-0A6B6EA110F3}" dt="2023-01-26T14:26:22.011" v="183" actId="1076"/>
          <ac:spMkLst>
            <pc:docMk/>
            <pc:sldMk cId="3080513647" sldId="462"/>
            <ac:spMk id="112" creationId="{509E1B3C-F4F8-1959-3612-6BB4DBE15268}"/>
          </ac:spMkLst>
        </pc:spChg>
        <pc:spChg chg="mod">
          <ac:chgData name="Thomas Froment" userId="4d47d833-7bbe-4dd6-859d-dcdc79e00258" providerId="ADAL" clId="{06A4A3F5-8D03-4299-A5D1-0A6B6EA110F3}" dt="2023-01-26T14:26:22.011" v="183" actId="1076"/>
          <ac:spMkLst>
            <pc:docMk/>
            <pc:sldMk cId="3080513647" sldId="462"/>
            <ac:spMk id="113" creationId="{526DDE0F-8A18-4267-2B36-8ACE68C6FA72}"/>
          </ac:spMkLst>
        </pc:spChg>
        <pc:spChg chg="mod">
          <ac:chgData name="Thomas Froment" userId="4d47d833-7bbe-4dd6-859d-dcdc79e00258" providerId="ADAL" clId="{06A4A3F5-8D03-4299-A5D1-0A6B6EA110F3}" dt="2023-01-26T14:26:28.201" v="184" actId="1076"/>
          <ac:spMkLst>
            <pc:docMk/>
            <pc:sldMk cId="3080513647" sldId="462"/>
            <ac:spMk id="114" creationId="{273263D4-7091-BEB7-56DD-4157122628DB}"/>
          </ac:spMkLst>
        </pc:spChg>
        <pc:spChg chg="mod">
          <ac:chgData name="Thomas Froment" userId="4d47d833-7bbe-4dd6-859d-dcdc79e00258" providerId="ADAL" clId="{06A4A3F5-8D03-4299-A5D1-0A6B6EA110F3}" dt="2023-01-26T14:26:28.201" v="184" actId="1076"/>
          <ac:spMkLst>
            <pc:docMk/>
            <pc:sldMk cId="3080513647" sldId="462"/>
            <ac:spMk id="115" creationId="{2F2EFC45-46D9-865F-8AAA-5680BD899A11}"/>
          </ac:spMkLst>
        </pc:spChg>
        <pc:spChg chg="mod">
          <ac:chgData name="Thomas Froment" userId="4d47d833-7bbe-4dd6-859d-dcdc79e00258" providerId="ADAL" clId="{06A4A3F5-8D03-4299-A5D1-0A6B6EA110F3}" dt="2023-01-26T14:26:28.201" v="184" actId="1076"/>
          <ac:spMkLst>
            <pc:docMk/>
            <pc:sldMk cId="3080513647" sldId="462"/>
            <ac:spMk id="116" creationId="{37D56E08-B226-26A3-3C36-80C936B42556}"/>
          </ac:spMkLst>
        </pc:spChg>
        <pc:spChg chg="mod">
          <ac:chgData name="Thomas Froment" userId="4d47d833-7bbe-4dd6-859d-dcdc79e00258" providerId="ADAL" clId="{06A4A3F5-8D03-4299-A5D1-0A6B6EA110F3}" dt="2023-01-26T14:26:28.201" v="184" actId="1076"/>
          <ac:spMkLst>
            <pc:docMk/>
            <pc:sldMk cId="3080513647" sldId="462"/>
            <ac:spMk id="117" creationId="{1DC99254-3923-386A-0D02-9642AF7C5E61}"/>
          </ac:spMkLst>
        </pc:spChg>
        <pc:spChg chg="mod">
          <ac:chgData name="Thomas Froment" userId="4d47d833-7bbe-4dd6-859d-dcdc79e00258" providerId="ADAL" clId="{06A4A3F5-8D03-4299-A5D1-0A6B6EA110F3}" dt="2023-01-26T14:26:22.011" v="183" actId="1076"/>
          <ac:spMkLst>
            <pc:docMk/>
            <pc:sldMk cId="3080513647" sldId="462"/>
            <ac:spMk id="118" creationId="{1C74F15F-EC96-9827-0DB4-6A53A51C71A9}"/>
          </ac:spMkLst>
        </pc:spChg>
        <pc:spChg chg="mod">
          <ac:chgData name="Thomas Froment" userId="4d47d833-7bbe-4dd6-859d-dcdc79e00258" providerId="ADAL" clId="{06A4A3F5-8D03-4299-A5D1-0A6B6EA110F3}" dt="2023-01-26T14:26:22.011" v="183" actId="1076"/>
          <ac:spMkLst>
            <pc:docMk/>
            <pc:sldMk cId="3080513647" sldId="462"/>
            <ac:spMk id="119" creationId="{C9DB2DF5-EB8B-1C0A-C5F0-3576F26A477B}"/>
          </ac:spMkLst>
        </pc:spChg>
        <pc:spChg chg="mod">
          <ac:chgData name="Thomas Froment" userId="4d47d833-7bbe-4dd6-859d-dcdc79e00258" providerId="ADAL" clId="{06A4A3F5-8D03-4299-A5D1-0A6B6EA110F3}" dt="2023-01-26T14:26:22.011" v="183" actId="1076"/>
          <ac:spMkLst>
            <pc:docMk/>
            <pc:sldMk cId="3080513647" sldId="462"/>
            <ac:spMk id="120" creationId="{A67FAFBA-9284-C932-5CF4-86FC05F0859B}"/>
          </ac:spMkLst>
        </pc:spChg>
        <pc:spChg chg="mod">
          <ac:chgData name="Thomas Froment" userId="4d47d833-7bbe-4dd6-859d-dcdc79e00258" providerId="ADAL" clId="{06A4A3F5-8D03-4299-A5D1-0A6B6EA110F3}" dt="2023-01-26T14:26:22.011" v="183" actId="1076"/>
          <ac:spMkLst>
            <pc:docMk/>
            <pc:sldMk cId="3080513647" sldId="462"/>
            <ac:spMk id="121" creationId="{D6D24629-BE83-251F-48AF-5FBBE8376147}"/>
          </ac:spMkLst>
        </pc:spChg>
        <pc:picChg chg="mod">
          <ac:chgData name="Thomas Froment" userId="4d47d833-7bbe-4dd6-859d-dcdc79e00258" providerId="ADAL" clId="{06A4A3F5-8D03-4299-A5D1-0A6B6EA110F3}" dt="2023-01-26T14:26:28.201" v="184" actId="1076"/>
          <ac:picMkLst>
            <pc:docMk/>
            <pc:sldMk cId="3080513647" sldId="462"/>
            <ac:picMk id="122" creationId="{8065EEC8-BA64-5A0B-AB57-7B013A6B22B4}"/>
          </ac:picMkLst>
        </pc:picChg>
        <pc:picChg chg="mod">
          <ac:chgData name="Thomas Froment" userId="4d47d833-7bbe-4dd6-859d-dcdc79e00258" providerId="ADAL" clId="{06A4A3F5-8D03-4299-A5D1-0A6B6EA110F3}" dt="2023-01-26T14:26:22.011" v="183" actId="1076"/>
          <ac:picMkLst>
            <pc:docMk/>
            <pc:sldMk cId="3080513647" sldId="462"/>
            <ac:picMk id="123" creationId="{D413AA63-0814-B5CF-6574-6F81F964865F}"/>
          </ac:picMkLst>
        </pc:picChg>
        <pc:picChg chg="mod">
          <ac:chgData name="Thomas Froment" userId="4d47d833-7bbe-4dd6-859d-dcdc79e00258" providerId="ADAL" clId="{06A4A3F5-8D03-4299-A5D1-0A6B6EA110F3}" dt="2023-01-26T14:26:22.011" v="183" actId="1076"/>
          <ac:picMkLst>
            <pc:docMk/>
            <pc:sldMk cId="3080513647" sldId="462"/>
            <ac:picMk id="124" creationId="{40ECF5F4-6B4D-4F7F-4473-EBBDB69D8979}"/>
          </ac:picMkLst>
        </pc:picChg>
        <pc:picChg chg="mod">
          <ac:chgData name="Thomas Froment" userId="4d47d833-7bbe-4dd6-859d-dcdc79e00258" providerId="ADAL" clId="{06A4A3F5-8D03-4299-A5D1-0A6B6EA110F3}" dt="2023-01-26T14:26:22.011" v="183" actId="1076"/>
          <ac:picMkLst>
            <pc:docMk/>
            <pc:sldMk cId="3080513647" sldId="462"/>
            <ac:picMk id="125" creationId="{85AD0735-008D-C134-A01E-0E8B765BD876}"/>
          </ac:picMkLst>
        </pc:picChg>
        <pc:picChg chg="mod">
          <ac:chgData name="Thomas Froment" userId="4d47d833-7bbe-4dd6-859d-dcdc79e00258" providerId="ADAL" clId="{06A4A3F5-8D03-4299-A5D1-0A6B6EA110F3}" dt="2023-01-26T14:26:22.011" v="183" actId="1076"/>
          <ac:picMkLst>
            <pc:docMk/>
            <pc:sldMk cId="3080513647" sldId="462"/>
            <ac:picMk id="126" creationId="{B4F14C6E-4CED-68E0-505B-F22850E8F7D7}"/>
          </ac:picMkLst>
        </pc:picChg>
        <pc:picChg chg="mod">
          <ac:chgData name="Thomas Froment" userId="4d47d833-7bbe-4dd6-859d-dcdc79e00258" providerId="ADAL" clId="{06A4A3F5-8D03-4299-A5D1-0A6B6EA110F3}" dt="2023-01-26T14:26:28.201" v="184" actId="1076"/>
          <ac:picMkLst>
            <pc:docMk/>
            <pc:sldMk cId="3080513647" sldId="462"/>
            <ac:picMk id="128" creationId="{410CAE4B-BEAA-DFB3-BE5A-4765CFF82775}"/>
          </ac:picMkLst>
        </pc:picChg>
        <pc:picChg chg="mod">
          <ac:chgData name="Thomas Froment" userId="4d47d833-7bbe-4dd6-859d-dcdc79e00258" providerId="ADAL" clId="{06A4A3F5-8D03-4299-A5D1-0A6B6EA110F3}" dt="2023-01-26T14:26:28.201" v="184" actId="1076"/>
          <ac:picMkLst>
            <pc:docMk/>
            <pc:sldMk cId="3080513647" sldId="462"/>
            <ac:picMk id="130" creationId="{46455194-3CF4-815B-CDB6-9E7D22058B4A}"/>
          </ac:picMkLst>
        </pc:picChg>
        <pc:picChg chg="mod">
          <ac:chgData name="Thomas Froment" userId="4d47d833-7bbe-4dd6-859d-dcdc79e00258" providerId="ADAL" clId="{06A4A3F5-8D03-4299-A5D1-0A6B6EA110F3}" dt="2023-01-26T14:26:28.201" v="184" actId="1076"/>
          <ac:picMkLst>
            <pc:docMk/>
            <pc:sldMk cId="3080513647" sldId="462"/>
            <ac:picMk id="132" creationId="{22FE474B-F1B6-E914-111C-1E402822A3EC}"/>
          </ac:picMkLst>
        </pc:picChg>
      </pc:sldChg>
      <pc:sldChg chg="modSp mod">
        <pc:chgData name="Thomas Froment" userId="4d47d833-7bbe-4dd6-859d-dcdc79e00258" providerId="ADAL" clId="{06A4A3F5-8D03-4299-A5D1-0A6B6EA110F3}" dt="2023-01-26T14:28:14.042" v="199" actId="14100"/>
        <pc:sldMkLst>
          <pc:docMk/>
          <pc:sldMk cId="376646610" sldId="466"/>
        </pc:sldMkLst>
        <pc:spChg chg="mod">
          <ac:chgData name="Thomas Froment" userId="4d47d833-7bbe-4dd6-859d-dcdc79e00258" providerId="ADAL" clId="{06A4A3F5-8D03-4299-A5D1-0A6B6EA110F3}" dt="2023-01-26T14:28:07.134" v="198" actId="1076"/>
          <ac:spMkLst>
            <pc:docMk/>
            <pc:sldMk cId="376646610" sldId="466"/>
            <ac:spMk id="14" creationId="{0C9C1022-0DE7-8696-A96A-076EFBD478AF}"/>
          </ac:spMkLst>
        </pc:spChg>
        <pc:spChg chg="mod">
          <ac:chgData name="Thomas Froment" userId="4d47d833-7bbe-4dd6-859d-dcdc79e00258" providerId="ADAL" clId="{06A4A3F5-8D03-4299-A5D1-0A6B6EA110F3}" dt="2023-01-26T14:28:07.134" v="198" actId="1076"/>
          <ac:spMkLst>
            <pc:docMk/>
            <pc:sldMk cId="376646610" sldId="466"/>
            <ac:spMk id="15" creationId="{6E6F345B-6DCD-50EF-F1A9-26CAC11737EB}"/>
          </ac:spMkLst>
        </pc:spChg>
        <pc:spChg chg="mod">
          <ac:chgData name="Thomas Froment" userId="4d47d833-7bbe-4dd6-859d-dcdc79e00258" providerId="ADAL" clId="{06A4A3F5-8D03-4299-A5D1-0A6B6EA110F3}" dt="2023-01-26T14:28:07.134" v="198" actId="1076"/>
          <ac:spMkLst>
            <pc:docMk/>
            <pc:sldMk cId="376646610" sldId="466"/>
            <ac:spMk id="16" creationId="{F80ACB5E-B37C-7627-7191-1D566805FED0}"/>
          </ac:spMkLst>
        </pc:spChg>
        <pc:spChg chg="mod">
          <ac:chgData name="Thomas Froment" userId="4d47d833-7bbe-4dd6-859d-dcdc79e00258" providerId="ADAL" clId="{06A4A3F5-8D03-4299-A5D1-0A6B6EA110F3}" dt="2023-01-26T14:28:07.134" v="198" actId="1076"/>
          <ac:spMkLst>
            <pc:docMk/>
            <pc:sldMk cId="376646610" sldId="466"/>
            <ac:spMk id="17" creationId="{610D3F24-1886-E0EC-9F55-5B97ADADF9B3}"/>
          </ac:spMkLst>
        </pc:spChg>
        <pc:spChg chg="mod">
          <ac:chgData name="Thomas Froment" userId="4d47d833-7bbe-4dd6-859d-dcdc79e00258" providerId="ADAL" clId="{06A4A3F5-8D03-4299-A5D1-0A6B6EA110F3}" dt="2023-01-26T14:28:07.134" v="198" actId="1076"/>
          <ac:spMkLst>
            <pc:docMk/>
            <pc:sldMk cId="376646610" sldId="466"/>
            <ac:spMk id="18" creationId="{BB875FC2-A145-94C0-9D02-143A3F4DA95D}"/>
          </ac:spMkLst>
        </pc:spChg>
        <pc:spChg chg="mod">
          <ac:chgData name="Thomas Froment" userId="4d47d833-7bbe-4dd6-859d-dcdc79e00258" providerId="ADAL" clId="{06A4A3F5-8D03-4299-A5D1-0A6B6EA110F3}" dt="2023-01-26T14:28:07.134" v="198" actId="1076"/>
          <ac:spMkLst>
            <pc:docMk/>
            <pc:sldMk cId="376646610" sldId="466"/>
            <ac:spMk id="19" creationId="{0DED5BCE-08B1-4609-AFD5-64D9E8BA4B7F}"/>
          </ac:spMkLst>
        </pc:spChg>
        <pc:spChg chg="mod">
          <ac:chgData name="Thomas Froment" userId="4d47d833-7bbe-4dd6-859d-dcdc79e00258" providerId="ADAL" clId="{06A4A3F5-8D03-4299-A5D1-0A6B6EA110F3}" dt="2023-01-26T14:28:07.134" v="198" actId="1076"/>
          <ac:spMkLst>
            <pc:docMk/>
            <pc:sldMk cId="376646610" sldId="466"/>
            <ac:spMk id="20" creationId="{DF8A93A8-88B8-5717-2C76-EBD9A628054E}"/>
          </ac:spMkLst>
        </pc:spChg>
        <pc:spChg chg="mod">
          <ac:chgData name="Thomas Froment" userId="4d47d833-7bbe-4dd6-859d-dcdc79e00258" providerId="ADAL" clId="{06A4A3F5-8D03-4299-A5D1-0A6B6EA110F3}" dt="2023-01-26T14:28:07.134" v="198" actId="1076"/>
          <ac:spMkLst>
            <pc:docMk/>
            <pc:sldMk cId="376646610" sldId="466"/>
            <ac:spMk id="21" creationId="{3E3B3F1D-BBB1-B9DE-C5BE-D600192AC036}"/>
          </ac:spMkLst>
        </pc:spChg>
        <pc:spChg chg="mod">
          <ac:chgData name="Thomas Froment" userId="4d47d833-7bbe-4dd6-859d-dcdc79e00258" providerId="ADAL" clId="{06A4A3F5-8D03-4299-A5D1-0A6B6EA110F3}" dt="2023-01-26T14:28:07.134" v="198" actId="1076"/>
          <ac:spMkLst>
            <pc:docMk/>
            <pc:sldMk cId="376646610" sldId="466"/>
            <ac:spMk id="22" creationId="{85AB6746-0B71-EBE3-5B6B-662D20C8B7A4}"/>
          </ac:spMkLst>
        </pc:spChg>
        <pc:spChg chg="mod">
          <ac:chgData name="Thomas Froment" userId="4d47d833-7bbe-4dd6-859d-dcdc79e00258" providerId="ADAL" clId="{06A4A3F5-8D03-4299-A5D1-0A6B6EA110F3}" dt="2023-01-26T14:28:07.134" v="198" actId="1076"/>
          <ac:spMkLst>
            <pc:docMk/>
            <pc:sldMk cId="376646610" sldId="466"/>
            <ac:spMk id="23" creationId="{0945901D-965F-6869-1B77-C2470B6CC4F8}"/>
          </ac:spMkLst>
        </pc:spChg>
        <pc:spChg chg="mod">
          <ac:chgData name="Thomas Froment" userId="4d47d833-7bbe-4dd6-859d-dcdc79e00258" providerId="ADAL" clId="{06A4A3F5-8D03-4299-A5D1-0A6B6EA110F3}" dt="2023-01-26T14:28:07.134" v="198" actId="1076"/>
          <ac:spMkLst>
            <pc:docMk/>
            <pc:sldMk cId="376646610" sldId="466"/>
            <ac:spMk id="24" creationId="{5E09F7BB-A6C4-FEDA-BFE0-0410137A9D77}"/>
          </ac:spMkLst>
        </pc:spChg>
        <pc:spChg chg="mod">
          <ac:chgData name="Thomas Froment" userId="4d47d833-7bbe-4dd6-859d-dcdc79e00258" providerId="ADAL" clId="{06A4A3F5-8D03-4299-A5D1-0A6B6EA110F3}" dt="2023-01-26T14:28:07.134" v="198" actId="1076"/>
          <ac:spMkLst>
            <pc:docMk/>
            <pc:sldMk cId="376646610" sldId="466"/>
            <ac:spMk id="25" creationId="{7A210150-DAFD-B35F-1699-ED99BF44DA91}"/>
          </ac:spMkLst>
        </pc:spChg>
        <pc:spChg chg="mod">
          <ac:chgData name="Thomas Froment" userId="4d47d833-7bbe-4dd6-859d-dcdc79e00258" providerId="ADAL" clId="{06A4A3F5-8D03-4299-A5D1-0A6B6EA110F3}" dt="2023-01-26T14:28:07.134" v="198" actId="1076"/>
          <ac:spMkLst>
            <pc:docMk/>
            <pc:sldMk cId="376646610" sldId="466"/>
            <ac:spMk id="26" creationId="{977CAA77-C72B-6592-8192-80317BDE2175}"/>
          </ac:spMkLst>
        </pc:spChg>
        <pc:spChg chg="mod">
          <ac:chgData name="Thomas Froment" userId="4d47d833-7bbe-4dd6-859d-dcdc79e00258" providerId="ADAL" clId="{06A4A3F5-8D03-4299-A5D1-0A6B6EA110F3}" dt="2023-01-26T14:28:07.134" v="198" actId="1076"/>
          <ac:spMkLst>
            <pc:docMk/>
            <pc:sldMk cId="376646610" sldId="466"/>
            <ac:spMk id="27" creationId="{C2FCD5E4-BD5A-D6F7-1A9C-843A6B796EA3}"/>
          </ac:spMkLst>
        </pc:spChg>
        <pc:grpChg chg="mod">
          <ac:chgData name="Thomas Froment" userId="4d47d833-7bbe-4dd6-859d-dcdc79e00258" providerId="ADAL" clId="{06A4A3F5-8D03-4299-A5D1-0A6B6EA110F3}" dt="2023-01-26T14:28:14.042" v="199" actId="14100"/>
          <ac:grpSpMkLst>
            <pc:docMk/>
            <pc:sldMk cId="376646610" sldId="466"/>
            <ac:grpSpMk id="4" creationId="{77F6A546-105B-C08A-DEDB-DEA89D02F534}"/>
          </ac:grpSpMkLst>
        </pc:grpChg>
        <pc:picChg chg="mod">
          <ac:chgData name="Thomas Froment" userId="4d47d833-7bbe-4dd6-859d-dcdc79e00258" providerId="ADAL" clId="{06A4A3F5-8D03-4299-A5D1-0A6B6EA110F3}" dt="2023-01-26T14:28:07.134" v="198" actId="1076"/>
          <ac:picMkLst>
            <pc:docMk/>
            <pc:sldMk cId="376646610" sldId="466"/>
            <ac:picMk id="29" creationId="{B208581F-0839-40A1-9B2B-ECBB85BEC403}"/>
          </ac:picMkLst>
        </pc:picChg>
      </pc:sldChg>
      <pc:sldChg chg="modSp mod">
        <pc:chgData name="Thomas Froment" userId="4d47d833-7bbe-4dd6-859d-dcdc79e00258" providerId="ADAL" clId="{06A4A3F5-8D03-4299-A5D1-0A6B6EA110F3}" dt="2023-01-26T14:24:05.833" v="4" actId="14100"/>
        <pc:sldMkLst>
          <pc:docMk/>
          <pc:sldMk cId="1641553802" sldId="483"/>
        </pc:sldMkLst>
        <pc:grpChg chg="mod">
          <ac:chgData name="Thomas Froment" userId="4d47d833-7bbe-4dd6-859d-dcdc79e00258" providerId="ADAL" clId="{06A4A3F5-8D03-4299-A5D1-0A6B6EA110F3}" dt="2023-01-26T14:24:05.833" v="4" actId="14100"/>
          <ac:grpSpMkLst>
            <pc:docMk/>
            <pc:sldMk cId="1641553802" sldId="483"/>
            <ac:grpSpMk id="4" creationId="{77F6A546-105B-C08A-DEDB-DEA89D02F534}"/>
          </ac:grpSpMkLst>
        </pc:grpChg>
      </pc:sldChg>
      <pc:sldChg chg="modSp mod">
        <pc:chgData name="Thomas Froment" userId="4d47d833-7bbe-4dd6-859d-dcdc79e00258" providerId="ADAL" clId="{06A4A3F5-8D03-4299-A5D1-0A6B6EA110F3}" dt="2023-01-26T14:24:13.248" v="5" actId="1076"/>
        <pc:sldMkLst>
          <pc:docMk/>
          <pc:sldMk cId="144998551" sldId="484"/>
        </pc:sldMkLst>
        <pc:spChg chg="mod">
          <ac:chgData name="Thomas Froment" userId="4d47d833-7bbe-4dd6-859d-dcdc79e00258" providerId="ADAL" clId="{06A4A3F5-8D03-4299-A5D1-0A6B6EA110F3}" dt="2023-01-26T14:24:13.248" v="5" actId="1076"/>
          <ac:spMkLst>
            <pc:docMk/>
            <pc:sldMk cId="144998551" sldId="484"/>
            <ac:spMk id="153" creationId="{2F569E41-FF31-372A-024C-A9461C867577}"/>
          </ac:spMkLst>
        </pc:spChg>
      </pc:sldChg>
      <pc:sldChg chg="modSp mod">
        <pc:chgData name="Thomas Froment" userId="4d47d833-7bbe-4dd6-859d-dcdc79e00258" providerId="ADAL" clId="{06A4A3F5-8D03-4299-A5D1-0A6B6EA110F3}" dt="2023-01-26T14:28:36.731" v="202" actId="1076"/>
        <pc:sldMkLst>
          <pc:docMk/>
          <pc:sldMk cId="4221110295" sldId="491"/>
        </pc:sldMkLst>
        <pc:spChg chg="mod">
          <ac:chgData name="Thomas Froment" userId="4d47d833-7bbe-4dd6-859d-dcdc79e00258" providerId="ADAL" clId="{06A4A3F5-8D03-4299-A5D1-0A6B6EA110F3}" dt="2023-01-26T14:28:31.226" v="201" actId="1076"/>
          <ac:spMkLst>
            <pc:docMk/>
            <pc:sldMk cId="4221110295" sldId="491"/>
            <ac:spMk id="46" creationId="{25ADDED6-A855-462A-8F8D-69EA2075746D}"/>
          </ac:spMkLst>
        </pc:spChg>
        <pc:spChg chg="mod">
          <ac:chgData name="Thomas Froment" userId="4d47d833-7bbe-4dd6-859d-dcdc79e00258" providerId="ADAL" clId="{06A4A3F5-8D03-4299-A5D1-0A6B6EA110F3}" dt="2023-01-26T14:28:36.731" v="202" actId="1076"/>
          <ac:spMkLst>
            <pc:docMk/>
            <pc:sldMk cId="4221110295" sldId="491"/>
            <ac:spMk id="47" creationId="{8BEB797D-1D73-407C-AD48-9DE77FAA1522}"/>
          </ac:spMkLst>
        </pc:spChg>
        <pc:grpChg chg="mod">
          <ac:chgData name="Thomas Froment" userId="4d47d833-7bbe-4dd6-859d-dcdc79e00258" providerId="ADAL" clId="{06A4A3F5-8D03-4299-A5D1-0A6B6EA110F3}" dt="2023-01-26T14:28:27.282" v="200" actId="14100"/>
          <ac:grpSpMkLst>
            <pc:docMk/>
            <pc:sldMk cId="4221110295" sldId="491"/>
            <ac:grpSpMk id="22" creationId="{4C6A6531-BC17-45C2-ACEE-E0D68875DE67}"/>
          </ac:grpSpMkLst>
        </pc:grpChg>
      </pc:sldChg>
      <pc:sldMasterChg chg="addSp delSp modSp mod">
        <pc:chgData name="Thomas Froment" userId="4d47d833-7bbe-4dd6-859d-dcdc79e00258" providerId="ADAL" clId="{06A4A3F5-8D03-4299-A5D1-0A6B6EA110F3}" dt="2023-01-26T14:23:52.900" v="3"/>
        <pc:sldMasterMkLst>
          <pc:docMk/>
          <pc:sldMasterMk cId="2469071416" sldId="2147483648"/>
        </pc:sldMasterMkLst>
        <pc:spChg chg="del">
          <ac:chgData name="Thomas Froment" userId="4d47d833-7bbe-4dd6-859d-dcdc79e00258" providerId="ADAL" clId="{06A4A3F5-8D03-4299-A5D1-0A6B6EA110F3}" dt="2023-01-26T14:23:28.957" v="0" actId="478"/>
          <ac:spMkLst>
            <pc:docMk/>
            <pc:sldMasterMk cId="2469071416" sldId="2147483648"/>
            <ac:spMk id="4" creationId="{60AD8632-AF3B-4F7C-A2DA-A4F0278E2032}"/>
          </ac:spMkLst>
        </pc:spChg>
        <pc:spChg chg="del">
          <ac:chgData name="Thomas Froment" userId="4d47d833-7bbe-4dd6-859d-dcdc79e00258" providerId="ADAL" clId="{06A4A3F5-8D03-4299-A5D1-0A6B6EA110F3}" dt="2023-01-26T14:23:29.757" v="1" actId="478"/>
          <ac:spMkLst>
            <pc:docMk/>
            <pc:sldMasterMk cId="2469071416" sldId="2147483648"/>
            <ac:spMk id="5" creationId="{A9719DEF-3A99-45A4-8595-267FAE0A202F}"/>
          </ac:spMkLst>
        </pc:spChg>
        <pc:spChg chg="del">
          <ac:chgData name="Thomas Froment" userId="4d47d833-7bbe-4dd6-859d-dcdc79e00258" providerId="ADAL" clId="{06A4A3F5-8D03-4299-A5D1-0A6B6EA110F3}" dt="2023-01-26T14:23:30.981" v="2" actId="478"/>
          <ac:spMkLst>
            <pc:docMk/>
            <pc:sldMasterMk cId="2469071416" sldId="2147483648"/>
            <ac:spMk id="6" creationId="{7B1FB13C-4CB2-4D44-B791-DE40B8A97520}"/>
          </ac:spMkLst>
        </pc:spChg>
        <pc:picChg chg="add mod">
          <ac:chgData name="Thomas Froment" userId="4d47d833-7bbe-4dd6-859d-dcdc79e00258" providerId="ADAL" clId="{06A4A3F5-8D03-4299-A5D1-0A6B6EA110F3}" dt="2023-01-26T14:23:52.900" v="3"/>
          <ac:picMkLst>
            <pc:docMk/>
            <pc:sldMasterMk cId="2469071416" sldId="2147483648"/>
            <ac:picMk id="4" creationId="{06CA5127-003E-5E69-32D8-542FCCA2D24E}"/>
          </ac:picMkLst>
        </pc:picChg>
        <pc:picChg chg="add mod">
          <ac:chgData name="Thomas Froment" userId="4d47d833-7bbe-4dd6-859d-dcdc79e00258" providerId="ADAL" clId="{06A4A3F5-8D03-4299-A5D1-0A6B6EA110F3}" dt="2023-01-26T14:23:52.900" v="3"/>
          <ac:picMkLst>
            <pc:docMk/>
            <pc:sldMasterMk cId="2469071416" sldId="2147483648"/>
            <ac:picMk id="5" creationId="{AC26E29C-3299-39A0-DAE6-EFEC727EA390}"/>
          </ac:picMkLst>
        </pc:picChg>
        <pc:picChg chg="add mod">
          <ac:chgData name="Thomas Froment" userId="4d47d833-7bbe-4dd6-859d-dcdc79e00258" providerId="ADAL" clId="{06A4A3F5-8D03-4299-A5D1-0A6B6EA110F3}" dt="2023-01-26T14:23:52.900" v="3"/>
          <ac:picMkLst>
            <pc:docMk/>
            <pc:sldMasterMk cId="2469071416" sldId="2147483648"/>
            <ac:picMk id="6" creationId="{215922B1-4925-666C-3AEC-02B3B5E46448}"/>
          </ac:picMkLst>
        </pc:picChg>
      </pc:sldMasterChg>
    </pc:docChg>
  </pc:docChgLst>
  <pc:docChgLst>
    <pc:chgData name="Alexandre Quach" userId="03a3b9a4-365b-425e-bba9-a77346403bac" providerId="ADAL" clId="{8CDEC62A-77CC-465D-903D-8E72C1B35C72}"/>
    <pc:docChg chg="undo custSel modSld">
      <pc:chgData name="Alexandre Quach" userId="03a3b9a4-365b-425e-bba9-a77346403bac" providerId="ADAL" clId="{8CDEC62A-77CC-465D-903D-8E72C1B35C72}" dt="2023-02-06T11:21:03.635" v="42" actId="20577"/>
      <pc:docMkLst>
        <pc:docMk/>
      </pc:docMkLst>
      <pc:sldChg chg="modSp mod">
        <pc:chgData name="Alexandre Quach" userId="03a3b9a4-365b-425e-bba9-a77346403bac" providerId="ADAL" clId="{8CDEC62A-77CC-465D-903D-8E72C1B35C72}" dt="2023-02-06T11:20:03.174" v="29" actId="20577"/>
        <pc:sldMkLst>
          <pc:docMk/>
          <pc:sldMk cId="471399303" sldId="373"/>
        </pc:sldMkLst>
        <pc:spChg chg="mod">
          <ac:chgData name="Alexandre Quach" userId="03a3b9a4-365b-425e-bba9-a77346403bac" providerId="ADAL" clId="{8CDEC62A-77CC-465D-903D-8E72C1B35C72}" dt="2023-02-06T11:20:03.174" v="29" actId="20577"/>
          <ac:spMkLst>
            <pc:docMk/>
            <pc:sldMk cId="471399303" sldId="373"/>
            <ac:spMk id="33" creationId="{12DBC631-96B9-49EC-A408-018C730BA38F}"/>
          </ac:spMkLst>
        </pc:spChg>
      </pc:sldChg>
      <pc:sldChg chg="modSp mod">
        <pc:chgData name="Alexandre Quach" userId="03a3b9a4-365b-425e-bba9-a77346403bac" providerId="ADAL" clId="{8CDEC62A-77CC-465D-903D-8E72C1B35C72}" dt="2023-02-06T11:21:03.635" v="42" actId="20577"/>
        <pc:sldMkLst>
          <pc:docMk/>
          <pc:sldMk cId="427037604" sldId="374"/>
        </pc:sldMkLst>
        <pc:spChg chg="mod">
          <ac:chgData name="Alexandre Quach" userId="03a3b9a4-365b-425e-bba9-a77346403bac" providerId="ADAL" clId="{8CDEC62A-77CC-465D-903D-8E72C1B35C72}" dt="2023-02-06T11:21:03.635" v="42" actId="20577"/>
          <ac:spMkLst>
            <pc:docMk/>
            <pc:sldMk cId="427037604" sldId="374"/>
            <ac:spMk id="39" creationId="{5433BB7F-90C0-406F-936A-62E085E3EA91}"/>
          </ac:spMkLst>
        </pc:spChg>
      </pc:sldChg>
      <pc:sldChg chg="addSp delSp modSp mod">
        <pc:chgData name="Alexandre Quach" userId="03a3b9a4-365b-425e-bba9-a77346403bac" providerId="ADAL" clId="{8CDEC62A-77CC-465D-903D-8E72C1B35C72}" dt="2023-02-06T10:57:02.488" v="23" actId="478"/>
        <pc:sldMkLst>
          <pc:docMk/>
          <pc:sldMk cId="3038443621" sldId="414"/>
        </pc:sldMkLst>
        <pc:spChg chg="mod">
          <ac:chgData name="Alexandre Quach" userId="03a3b9a4-365b-425e-bba9-a77346403bac" providerId="ADAL" clId="{8CDEC62A-77CC-465D-903D-8E72C1B35C72}" dt="2023-02-06T10:56:51.175" v="20" actId="165"/>
          <ac:spMkLst>
            <pc:docMk/>
            <pc:sldMk cId="3038443621" sldId="414"/>
            <ac:spMk id="9" creationId="{14439BE1-C489-0164-C49A-42F923C44D0F}"/>
          </ac:spMkLst>
        </pc:spChg>
        <pc:spChg chg="mod">
          <ac:chgData name="Alexandre Quach" userId="03a3b9a4-365b-425e-bba9-a77346403bac" providerId="ADAL" clId="{8CDEC62A-77CC-465D-903D-8E72C1B35C72}" dt="2023-02-06T10:56:51.175" v="20" actId="165"/>
          <ac:spMkLst>
            <pc:docMk/>
            <pc:sldMk cId="3038443621" sldId="414"/>
            <ac:spMk id="10" creationId="{6AF72B22-D3E9-374C-6A2D-252B1E9D91C7}"/>
          </ac:spMkLst>
        </pc:spChg>
        <pc:spChg chg="mod">
          <ac:chgData name="Alexandre Quach" userId="03a3b9a4-365b-425e-bba9-a77346403bac" providerId="ADAL" clId="{8CDEC62A-77CC-465D-903D-8E72C1B35C72}" dt="2023-02-06T10:56:51.175" v="20" actId="165"/>
          <ac:spMkLst>
            <pc:docMk/>
            <pc:sldMk cId="3038443621" sldId="414"/>
            <ac:spMk id="11" creationId="{1114E0D4-1506-B249-79CF-BBF86DC84C18}"/>
          </ac:spMkLst>
        </pc:spChg>
        <pc:spChg chg="mod">
          <ac:chgData name="Alexandre Quach" userId="03a3b9a4-365b-425e-bba9-a77346403bac" providerId="ADAL" clId="{8CDEC62A-77CC-465D-903D-8E72C1B35C72}" dt="2023-02-06T10:56:51.175" v="20" actId="165"/>
          <ac:spMkLst>
            <pc:docMk/>
            <pc:sldMk cId="3038443621" sldId="414"/>
            <ac:spMk id="12" creationId="{841A2053-75D2-B7A1-130D-C45A398C8C44}"/>
          </ac:spMkLst>
        </pc:spChg>
        <pc:spChg chg="mod">
          <ac:chgData name="Alexandre Quach" userId="03a3b9a4-365b-425e-bba9-a77346403bac" providerId="ADAL" clId="{8CDEC62A-77CC-465D-903D-8E72C1B35C72}" dt="2023-02-06T10:56:51.175" v="20" actId="165"/>
          <ac:spMkLst>
            <pc:docMk/>
            <pc:sldMk cId="3038443621" sldId="414"/>
            <ac:spMk id="13" creationId="{37E17A40-82A7-8DAF-4E87-4D6CA15474F5}"/>
          </ac:spMkLst>
        </pc:spChg>
        <pc:spChg chg="mod">
          <ac:chgData name="Alexandre Quach" userId="03a3b9a4-365b-425e-bba9-a77346403bac" providerId="ADAL" clId="{8CDEC62A-77CC-465D-903D-8E72C1B35C72}" dt="2023-02-06T10:56:51.175" v="20" actId="165"/>
          <ac:spMkLst>
            <pc:docMk/>
            <pc:sldMk cId="3038443621" sldId="414"/>
            <ac:spMk id="14" creationId="{8C4540D9-0A5D-72F3-9941-B21C1AA0A9C2}"/>
          </ac:spMkLst>
        </pc:spChg>
        <pc:spChg chg="mod">
          <ac:chgData name="Alexandre Quach" userId="03a3b9a4-365b-425e-bba9-a77346403bac" providerId="ADAL" clId="{8CDEC62A-77CC-465D-903D-8E72C1B35C72}" dt="2023-02-06T10:56:51.175" v="20" actId="165"/>
          <ac:spMkLst>
            <pc:docMk/>
            <pc:sldMk cId="3038443621" sldId="414"/>
            <ac:spMk id="15" creationId="{8933EBB1-1292-DDDC-7246-39A51885C3F9}"/>
          </ac:spMkLst>
        </pc:spChg>
        <pc:spChg chg="mod">
          <ac:chgData name="Alexandre Quach" userId="03a3b9a4-365b-425e-bba9-a77346403bac" providerId="ADAL" clId="{8CDEC62A-77CC-465D-903D-8E72C1B35C72}" dt="2023-02-06T10:56:51.175" v="20" actId="165"/>
          <ac:spMkLst>
            <pc:docMk/>
            <pc:sldMk cId="3038443621" sldId="414"/>
            <ac:spMk id="16" creationId="{CA43225F-65A7-84BC-7412-CFA52AD3B428}"/>
          </ac:spMkLst>
        </pc:spChg>
        <pc:spChg chg="mod">
          <ac:chgData name="Alexandre Quach" userId="03a3b9a4-365b-425e-bba9-a77346403bac" providerId="ADAL" clId="{8CDEC62A-77CC-465D-903D-8E72C1B35C72}" dt="2023-02-06T10:56:51.175" v="20" actId="165"/>
          <ac:spMkLst>
            <pc:docMk/>
            <pc:sldMk cId="3038443621" sldId="414"/>
            <ac:spMk id="17" creationId="{E285F699-51FC-6758-E414-E62D8E88E9FD}"/>
          </ac:spMkLst>
        </pc:spChg>
        <pc:spChg chg="mod">
          <ac:chgData name="Alexandre Quach" userId="03a3b9a4-365b-425e-bba9-a77346403bac" providerId="ADAL" clId="{8CDEC62A-77CC-465D-903D-8E72C1B35C72}" dt="2023-02-06T10:56:51.175" v="20" actId="165"/>
          <ac:spMkLst>
            <pc:docMk/>
            <pc:sldMk cId="3038443621" sldId="414"/>
            <ac:spMk id="18" creationId="{D7A45BEC-F17D-C2A7-1C14-25012E6E86A6}"/>
          </ac:spMkLst>
        </pc:spChg>
        <pc:spChg chg="mod">
          <ac:chgData name="Alexandre Quach" userId="03a3b9a4-365b-425e-bba9-a77346403bac" providerId="ADAL" clId="{8CDEC62A-77CC-465D-903D-8E72C1B35C72}" dt="2023-02-06T10:56:51.175" v="20" actId="165"/>
          <ac:spMkLst>
            <pc:docMk/>
            <pc:sldMk cId="3038443621" sldId="414"/>
            <ac:spMk id="19" creationId="{F9A49300-A78F-E71F-2014-784B1C865A64}"/>
          </ac:spMkLst>
        </pc:spChg>
        <pc:spChg chg="mod">
          <ac:chgData name="Alexandre Quach" userId="03a3b9a4-365b-425e-bba9-a77346403bac" providerId="ADAL" clId="{8CDEC62A-77CC-465D-903D-8E72C1B35C72}" dt="2023-02-06T10:56:51.175" v="20" actId="165"/>
          <ac:spMkLst>
            <pc:docMk/>
            <pc:sldMk cId="3038443621" sldId="414"/>
            <ac:spMk id="34" creationId="{F6173ADC-1252-6E03-5539-93103E9C5A5F}"/>
          </ac:spMkLst>
        </pc:spChg>
        <pc:spChg chg="mod">
          <ac:chgData name="Alexandre Quach" userId="03a3b9a4-365b-425e-bba9-a77346403bac" providerId="ADAL" clId="{8CDEC62A-77CC-465D-903D-8E72C1B35C72}" dt="2023-02-06T10:56:51.175" v="20" actId="165"/>
          <ac:spMkLst>
            <pc:docMk/>
            <pc:sldMk cId="3038443621" sldId="414"/>
            <ac:spMk id="35" creationId="{5AA0A05E-FB42-60F9-37E0-AEE6D6CAEDC6}"/>
          </ac:spMkLst>
        </pc:spChg>
        <pc:spChg chg="mod">
          <ac:chgData name="Alexandre Quach" userId="03a3b9a4-365b-425e-bba9-a77346403bac" providerId="ADAL" clId="{8CDEC62A-77CC-465D-903D-8E72C1B35C72}" dt="2023-02-06T10:56:51.175" v="20" actId="165"/>
          <ac:spMkLst>
            <pc:docMk/>
            <pc:sldMk cId="3038443621" sldId="414"/>
            <ac:spMk id="49" creationId="{9FB041E1-2092-FDFE-95F6-97B15E769B1A}"/>
          </ac:spMkLst>
        </pc:spChg>
        <pc:spChg chg="mod">
          <ac:chgData name="Alexandre Quach" userId="03a3b9a4-365b-425e-bba9-a77346403bac" providerId="ADAL" clId="{8CDEC62A-77CC-465D-903D-8E72C1B35C72}" dt="2023-02-06T10:56:51.175" v="20" actId="165"/>
          <ac:spMkLst>
            <pc:docMk/>
            <pc:sldMk cId="3038443621" sldId="414"/>
            <ac:spMk id="51" creationId="{E1AA8E8F-38B4-235E-D1B0-9EFC6C9B7CC4}"/>
          </ac:spMkLst>
        </pc:spChg>
        <pc:spChg chg="mod">
          <ac:chgData name="Alexandre Quach" userId="03a3b9a4-365b-425e-bba9-a77346403bac" providerId="ADAL" clId="{8CDEC62A-77CC-465D-903D-8E72C1B35C72}" dt="2023-02-06T10:56:51.175" v="20" actId="165"/>
          <ac:spMkLst>
            <pc:docMk/>
            <pc:sldMk cId="3038443621" sldId="414"/>
            <ac:spMk id="53" creationId="{7D962899-440B-6DDF-CB50-A4CDA00962CD}"/>
          </ac:spMkLst>
        </pc:spChg>
        <pc:spChg chg="mod">
          <ac:chgData name="Alexandre Quach" userId="03a3b9a4-365b-425e-bba9-a77346403bac" providerId="ADAL" clId="{8CDEC62A-77CC-465D-903D-8E72C1B35C72}" dt="2023-02-06T10:56:51.175" v="20" actId="165"/>
          <ac:spMkLst>
            <pc:docMk/>
            <pc:sldMk cId="3038443621" sldId="414"/>
            <ac:spMk id="63" creationId="{ACB94306-A458-8CD2-607E-5BF3B2D1CAE7}"/>
          </ac:spMkLst>
        </pc:spChg>
        <pc:spChg chg="mod">
          <ac:chgData name="Alexandre Quach" userId="03a3b9a4-365b-425e-bba9-a77346403bac" providerId="ADAL" clId="{8CDEC62A-77CC-465D-903D-8E72C1B35C72}" dt="2023-02-06T10:56:51.175" v="20" actId="165"/>
          <ac:spMkLst>
            <pc:docMk/>
            <pc:sldMk cId="3038443621" sldId="414"/>
            <ac:spMk id="64" creationId="{B92DB923-AFF3-96A8-01E6-37926E6E1158}"/>
          </ac:spMkLst>
        </pc:spChg>
        <pc:spChg chg="mod">
          <ac:chgData name="Alexandre Quach" userId="03a3b9a4-365b-425e-bba9-a77346403bac" providerId="ADAL" clId="{8CDEC62A-77CC-465D-903D-8E72C1B35C72}" dt="2023-02-06T10:56:51.175" v="20" actId="165"/>
          <ac:spMkLst>
            <pc:docMk/>
            <pc:sldMk cId="3038443621" sldId="414"/>
            <ac:spMk id="65" creationId="{41710A7C-F338-45FD-283A-068E38B4C697}"/>
          </ac:spMkLst>
        </pc:spChg>
        <pc:spChg chg="mod">
          <ac:chgData name="Alexandre Quach" userId="03a3b9a4-365b-425e-bba9-a77346403bac" providerId="ADAL" clId="{8CDEC62A-77CC-465D-903D-8E72C1B35C72}" dt="2023-02-06T10:56:51.175" v="20" actId="165"/>
          <ac:spMkLst>
            <pc:docMk/>
            <pc:sldMk cId="3038443621" sldId="414"/>
            <ac:spMk id="66" creationId="{36B41A4B-DAE5-349F-2A01-1C1A40CC49AC}"/>
          </ac:spMkLst>
        </pc:spChg>
        <pc:spChg chg="mod">
          <ac:chgData name="Alexandre Quach" userId="03a3b9a4-365b-425e-bba9-a77346403bac" providerId="ADAL" clId="{8CDEC62A-77CC-465D-903D-8E72C1B35C72}" dt="2023-02-06T10:56:51.175" v="20" actId="165"/>
          <ac:spMkLst>
            <pc:docMk/>
            <pc:sldMk cId="3038443621" sldId="414"/>
            <ac:spMk id="67" creationId="{C8679369-1D4F-22C2-AB3B-75346A77D501}"/>
          </ac:spMkLst>
        </pc:spChg>
        <pc:spChg chg="mod">
          <ac:chgData name="Alexandre Quach" userId="03a3b9a4-365b-425e-bba9-a77346403bac" providerId="ADAL" clId="{8CDEC62A-77CC-465D-903D-8E72C1B35C72}" dt="2023-02-06T10:56:51.175" v="20" actId="165"/>
          <ac:spMkLst>
            <pc:docMk/>
            <pc:sldMk cId="3038443621" sldId="414"/>
            <ac:spMk id="68" creationId="{2563D4FB-2514-E70F-6390-2D280064FA54}"/>
          </ac:spMkLst>
        </pc:spChg>
        <pc:spChg chg="mod">
          <ac:chgData name="Alexandre Quach" userId="03a3b9a4-365b-425e-bba9-a77346403bac" providerId="ADAL" clId="{8CDEC62A-77CC-465D-903D-8E72C1B35C72}" dt="2023-02-06T10:56:51.175" v="20" actId="165"/>
          <ac:spMkLst>
            <pc:docMk/>
            <pc:sldMk cId="3038443621" sldId="414"/>
            <ac:spMk id="69" creationId="{C096FCCA-EA96-CFF2-6E0C-BFBF1B3EFAA9}"/>
          </ac:spMkLst>
        </pc:spChg>
        <pc:spChg chg="mod">
          <ac:chgData name="Alexandre Quach" userId="03a3b9a4-365b-425e-bba9-a77346403bac" providerId="ADAL" clId="{8CDEC62A-77CC-465D-903D-8E72C1B35C72}" dt="2023-02-06T10:56:51.175" v="20" actId="165"/>
          <ac:spMkLst>
            <pc:docMk/>
            <pc:sldMk cId="3038443621" sldId="414"/>
            <ac:spMk id="70" creationId="{412F9410-6AC2-BC49-13A7-04B0D49D7CF3}"/>
          </ac:spMkLst>
        </pc:spChg>
        <pc:spChg chg="mod">
          <ac:chgData name="Alexandre Quach" userId="03a3b9a4-365b-425e-bba9-a77346403bac" providerId="ADAL" clId="{8CDEC62A-77CC-465D-903D-8E72C1B35C72}" dt="2023-02-06T10:56:51.175" v="20" actId="165"/>
          <ac:spMkLst>
            <pc:docMk/>
            <pc:sldMk cId="3038443621" sldId="414"/>
            <ac:spMk id="71" creationId="{B0DD3667-7A5C-043C-2E54-9D74FDB1C1F1}"/>
          </ac:spMkLst>
        </pc:spChg>
        <pc:spChg chg="mod">
          <ac:chgData name="Alexandre Quach" userId="03a3b9a4-365b-425e-bba9-a77346403bac" providerId="ADAL" clId="{8CDEC62A-77CC-465D-903D-8E72C1B35C72}" dt="2023-02-06T10:56:51.175" v="20" actId="165"/>
          <ac:spMkLst>
            <pc:docMk/>
            <pc:sldMk cId="3038443621" sldId="414"/>
            <ac:spMk id="75" creationId="{AFD3658B-1FF0-0970-167F-C013AF64A24B}"/>
          </ac:spMkLst>
        </pc:spChg>
        <pc:spChg chg="mod">
          <ac:chgData name="Alexandre Quach" userId="03a3b9a4-365b-425e-bba9-a77346403bac" providerId="ADAL" clId="{8CDEC62A-77CC-465D-903D-8E72C1B35C72}" dt="2023-02-06T10:56:51.175" v="20" actId="165"/>
          <ac:spMkLst>
            <pc:docMk/>
            <pc:sldMk cId="3038443621" sldId="414"/>
            <ac:spMk id="77" creationId="{0ED13250-6F37-CB50-1263-398AD76E7B56}"/>
          </ac:spMkLst>
        </pc:spChg>
        <pc:spChg chg="mod">
          <ac:chgData name="Alexandre Quach" userId="03a3b9a4-365b-425e-bba9-a77346403bac" providerId="ADAL" clId="{8CDEC62A-77CC-465D-903D-8E72C1B35C72}" dt="2023-02-06T10:56:51.175" v="20" actId="165"/>
          <ac:spMkLst>
            <pc:docMk/>
            <pc:sldMk cId="3038443621" sldId="414"/>
            <ac:spMk id="79" creationId="{AD74AB1F-E026-F94B-7659-B0A49960E15F}"/>
          </ac:spMkLst>
        </pc:spChg>
        <pc:spChg chg="mod">
          <ac:chgData name="Alexandre Quach" userId="03a3b9a4-365b-425e-bba9-a77346403bac" providerId="ADAL" clId="{8CDEC62A-77CC-465D-903D-8E72C1B35C72}" dt="2023-02-06T10:56:51.175" v="20" actId="165"/>
          <ac:spMkLst>
            <pc:docMk/>
            <pc:sldMk cId="3038443621" sldId="414"/>
            <ac:spMk id="81" creationId="{A182BD32-0C3C-F61D-EBB5-6F172CA3EBF9}"/>
          </ac:spMkLst>
        </pc:spChg>
        <pc:spChg chg="mod">
          <ac:chgData name="Alexandre Quach" userId="03a3b9a4-365b-425e-bba9-a77346403bac" providerId="ADAL" clId="{8CDEC62A-77CC-465D-903D-8E72C1B35C72}" dt="2023-02-06T10:56:51.175" v="20" actId="165"/>
          <ac:spMkLst>
            <pc:docMk/>
            <pc:sldMk cId="3038443621" sldId="414"/>
            <ac:spMk id="83" creationId="{4424075A-74E2-222D-270F-5EC950DED811}"/>
          </ac:spMkLst>
        </pc:spChg>
        <pc:spChg chg="mod">
          <ac:chgData name="Alexandre Quach" userId="03a3b9a4-365b-425e-bba9-a77346403bac" providerId="ADAL" clId="{8CDEC62A-77CC-465D-903D-8E72C1B35C72}" dt="2023-02-06T10:56:51.175" v="20" actId="165"/>
          <ac:spMkLst>
            <pc:docMk/>
            <pc:sldMk cId="3038443621" sldId="414"/>
            <ac:spMk id="85" creationId="{CA171D5B-AC67-9351-5F45-C0994EDBB293}"/>
          </ac:spMkLst>
        </pc:spChg>
        <pc:spChg chg="mod">
          <ac:chgData name="Alexandre Quach" userId="03a3b9a4-365b-425e-bba9-a77346403bac" providerId="ADAL" clId="{8CDEC62A-77CC-465D-903D-8E72C1B35C72}" dt="2023-02-06T10:56:51.175" v="20" actId="165"/>
          <ac:spMkLst>
            <pc:docMk/>
            <pc:sldMk cId="3038443621" sldId="414"/>
            <ac:spMk id="88" creationId="{83BF5AE7-C1F4-5E0C-EDA3-D23FD4FF520E}"/>
          </ac:spMkLst>
        </pc:spChg>
        <pc:spChg chg="mod">
          <ac:chgData name="Alexandre Quach" userId="03a3b9a4-365b-425e-bba9-a77346403bac" providerId="ADAL" clId="{8CDEC62A-77CC-465D-903D-8E72C1B35C72}" dt="2023-02-06T10:56:51.175" v="20" actId="165"/>
          <ac:spMkLst>
            <pc:docMk/>
            <pc:sldMk cId="3038443621" sldId="414"/>
            <ac:spMk id="89" creationId="{6D18B313-25D4-8125-222B-23F78BC5F6DF}"/>
          </ac:spMkLst>
        </pc:spChg>
        <pc:spChg chg="mod">
          <ac:chgData name="Alexandre Quach" userId="03a3b9a4-365b-425e-bba9-a77346403bac" providerId="ADAL" clId="{8CDEC62A-77CC-465D-903D-8E72C1B35C72}" dt="2023-02-06T10:56:51.175" v="20" actId="165"/>
          <ac:spMkLst>
            <pc:docMk/>
            <pc:sldMk cId="3038443621" sldId="414"/>
            <ac:spMk id="90" creationId="{000F8819-4795-48DB-1401-CD50F95E5700}"/>
          </ac:spMkLst>
        </pc:spChg>
        <pc:spChg chg="mod">
          <ac:chgData name="Alexandre Quach" userId="03a3b9a4-365b-425e-bba9-a77346403bac" providerId="ADAL" clId="{8CDEC62A-77CC-465D-903D-8E72C1B35C72}" dt="2023-02-06T10:56:51.175" v="20" actId="165"/>
          <ac:spMkLst>
            <pc:docMk/>
            <pc:sldMk cId="3038443621" sldId="414"/>
            <ac:spMk id="91" creationId="{23CE808B-65C5-5ADB-0068-3965E0CE459A}"/>
          </ac:spMkLst>
        </pc:spChg>
        <pc:spChg chg="mod">
          <ac:chgData name="Alexandre Quach" userId="03a3b9a4-365b-425e-bba9-a77346403bac" providerId="ADAL" clId="{8CDEC62A-77CC-465D-903D-8E72C1B35C72}" dt="2023-02-06T10:56:51.175" v="20" actId="165"/>
          <ac:spMkLst>
            <pc:docMk/>
            <pc:sldMk cId="3038443621" sldId="414"/>
            <ac:spMk id="92" creationId="{BFA33733-EB48-5853-4A37-A16D929A626A}"/>
          </ac:spMkLst>
        </pc:spChg>
        <pc:spChg chg="mod">
          <ac:chgData name="Alexandre Quach" userId="03a3b9a4-365b-425e-bba9-a77346403bac" providerId="ADAL" clId="{8CDEC62A-77CC-465D-903D-8E72C1B35C72}" dt="2023-02-06T10:56:51.175" v="20" actId="165"/>
          <ac:spMkLst>
            <pc:docMk/>
            <pc:sldMk cId="3038443621" sldId="414"/>
            <ac:spMk id="93" creationId="{87DB9E3E-1F3B-8C9B-AC79-22232ED19235}"/>
          </ac:spMkLst>
        </pc:spChg>
        <pc:spChg chg="mod">
          <ac:chgData name="Alexandre Quach" userId="03a3b9a4-365b-425e-bba9-a77346403bac" providerId="ADAL" clId="{8CDEC62A-77CC-465D-903D-8E72C1B35C72}" dt="2023-02-06T10:56:51.175" v="20" actId="165"/>
          <ac:spMkLst>
            <pc:docMk/>
            <pc:sldMk cId="3038443621" sldId="414"/>
            <ac:spMk id="94" creationId="{8309E036-B7C2-4034-C65D-DD031590BC31}"/>
          </ac:spMkLst>
        </pc:spChg>
        <pc:spChg chg="mod">
          <ac:chgData name="Alexandre Quach" userId="03a3b9a4-365b-425e-bba9-a77346403bac" providerId="ADAL" clId="{8CDEC62A-77CC-465D-903D-8E72C1B35C72}" dt="2023-02-06T10:56:51.175" v="20" actId="165"/>
          <ac:spMkLst>
            <pc:docMk/>
            <pc:sldMk cId="3038443621" sldId="414"/>
            <ac:spMk id="95" creationId="{73F16ED8-D9CC-83F4-1CED-C914DD426556}"/>
          </ac:spMkLst>
        </pc:spChg>
        <pc:spChg chg="mod">
          <ac:chgData name="Alexandre Quach" userId="03a3b9a4-365b-425e-bba9-a77346403bac" providerId="ADAL" clId="{8CDEC62A-77CC-465D-903D-8E72C1B35C72}" dt="2023-02-06T10:56:51.175" v="20" actId="165"/>
          <ac:spMkLst>
            <pc:docMk/>
            <pc:sldMk cId="3038443621" sldId="414"/>
            <ac:spMk id="96" creationId="{23D72321-3DBD-4DE8-C5F0-52022EA002B4}"/>
          </ac:spMkLst>
        </pc:spChg>
        <pc:spChg chg="mod">
          <ac:chgData name="Alexandre Quach" userId="03a3b9a4-365b-425e-bba9-a77346403bac" providerId="ADAL" clId="{8CDEC62A-77CC-465D-903D-8E72C1B35C72}" dt="2023-02-06T10:56:51.175" v="20" actId="165"/>
          <ac:spMkLst>
            <pc:docMk/>
            <pc:sldMk cId="3038443621" sldId="414"/>
            <ac:spMk id="97" creationId="{091B1DFD-9055-EA6A-BD72-FEB8FCE26E01}"/>
          </ac:spMkLst>
        </pc:spChg>
        <pc:spChg chg="mod">
          <ac:chgData name="Alexandre Quach" userId="03a3b9a4-365b-425e-bba9-a77346403bac" providerId="ADAL" clId="{8CDEC62A-77CC-465D-903D-8E72C1B35C72}" dt="2023-02-06T10:56:51.175" v="20" actId="165"/>
          <ac:spMkLst>
            <pc:docMk/>
            <pc:sldMk cId="3038443621" sldId="414"/>
            <ac:spMk id="98" creationId="{A41E76EC-C7B5-70EE-FC43-6034935DA1E0}"/>
          </ac:spMkLst>
        </pc:spChg>
        <pc:spChg chg="mod">
          <ac:chgData name="Alexandre Quach" userId="03a3b9a4-365b-425e-bba9-a77346403bac" providerId="ADAL" clId="{8CDEC62A-77CC-465D-903D-8E72C1B35C72}" dt="2023-02-06T10:56:51.175" v="20" actId="165"/>
          <ac:spMkLst>
            <pc:docMk/>
            <pc:sldMk cId="3038443621" sldId="414"/>
            <ac:spMk id="99" creationId="{9AFFB6EA-BEEC-8985-A5FB-A0E57713804E}"/>
          </ac:spMkLst>
        </pc:spChg>
        <pc:spChg chg="mod">
          <ac:chgData name="Alexandre Quach" userId="03a3b9a4-365b-425e-bba9-a77346403bac" providerId="ADAL" clId="{8CDEC62A-77CC-465D-903D-8E72C1B35C72}" dt="2023-02-06T10:56:51.175" v="20" actId="165"/>
          <ac:spMkLst>
            <pc:docMk/>
            <pc:sldMk cId="3038443621" sldId="414"/>
            <ac:spMk id="100" creationId="{4B461AE2-9390-C358-AFE1-8E623E4CC91D}"/>
          </ac:spMkLst>
        </pc:spChg>
        <pc:spChg chg="mod">
          <ac:chgData name="Alexandre Quach" userId="03a3b9a4-365b-425e-bba9-a77346403bac" providerId="ADAL" clId="{8CDEC62A-77CC-465D-903D-8E72C1B35C72}" dt="2023-02-06T10:56:51.175" v="20" actId="165"/>
          <ac:spMkLst>
            <pc:docMk/>
            <pc:sldMk cId="3038443621" sldId="414"/>
            <ac:spMk id="101" creationId="{636FE22A-87E1-9DDB-B2B7-80CDA0326858}"/>
          </ac:spMkLst>
        </pc:spChg>
        <pc:spChg chg="mod">
          <ac:chgData name="Alexandre Quach" userId="03a3b9a4-365b-425e-bba9-a77346403bac" providerId="ADAL" clId="{8CDEC62A-77CC-465D-903D-8E72C1B35C72}" dt="2023-02-06T10:56:51.175" v="20" actId="165"/>
          <ac:spMkLst>
            <pc:docMk/>
            <pc:sldMk cId="3038443621" sldId="414"/>
            <ac:spMk id="106" creationId="{5880AB4D-F431-E085-D4AE-C4F45B2CC3E5}"/>
          </ac:spMkLst>
        </pc:spChg>
        <pc:spChg chg="mod">
          <ac:chgData name="Alexandre Quach" userId="03a3b9a4-365b-425e-bba9-a77346403bac" providerId="ADAL" clId="{8CDEC62A-77CC-465D-903D-8E72C1B35C72}" dt="2023-02-06T10:56:51.175" v="20" actId="165"/>
          <ac:spMkLst>
            <pc:docMk/>
            <pc:sldMk cId="3038443621" sldId="414"/>
            <ac:spMk id="107" creationId="{375D6BC5-8FCD-8068-B221-D32D4146A966}"/>
          </ac:spMkLst>
        </pc:spChg>
        <pc:spChg chg="mod">
          <ac:chgData name="Alexandre Quach" userId="03a3b9a4-365b-425e-bba9-a77346403bac" providerId="ADAL" clId="{8CDEC62A-77CC-465D-903D-8E72C1B35C72}" dt="2023-02-06T10:56:51.175" v="20" actId="165"/>
          <ac:spMkLst>
            <pc:docMk/>
            <pc:sldMk cId="3038443621" sldId="414"/>
            <ac:spMk id="108" creationId="{0F8D0FC1-BF8B-7B67-1F26-F07A5A64A5C4}"/>
          </ac:spMkLst>
        </pc:spChg>
        <pc:spChg chg="mod">
          <ac:chgData name="Alexandre Quach" userId="03a3b9a4-365b-425e-bba9-a77346403bac" providerId="ADAL" clId="{8CDEC62A-77CC-465D-903D-8E72C1B35C72}" dt="2023-02-06T10:56:51.175" v="20" actId="165"/>
          <ac:spMkLst>
            <pc:docMk/>
            <pc:sldMk cId="3038443621" sldId="414"/>
            <ac:spMk id="109" creationId="{CFCDB55B-0285-77BE-5A50-B6D384FC24BD}"/>
          </ac:spMkLst>
        </pc:spChg>
        <pc:spChg chg="mod">
          <ac:chgData name="Alexandre Quach" userId="03a3b9a4-365b-425e-bba9-a77346403bac" providerId="ADAL" clId="{8CDEC62A-77CC-465D-903D-8E72C1B35C72}" dt="2023-02-06T10:56:51.175" v="20" actId="165"/>
          <ac:spMkLst>
            <pc:docMk/>
            <pc:sldMk cId="3038443621" sldId="414"/>
            <ac:spMk id="110" creationId="{E49D4E00-FEB2-508C-C1D8-5D5B23A3C115}"/>
          </ac:spMkLst>
        </pc:spChg>
        <pc:spChg chg="mod">
          <ac:chgData name="Alexandre Quach" userId="03a3b9a4-365b-425e-bba9-a77346403bac" providerId="ADAL" clId="{8CDEC62A-77CC-465D-903D-8E72C1B35C72}" dt="2023-02-06T10:56:51.175" v="20" actId="165"/>
          <ac:spMkLst>
            <pc:docMk/>
            <pc:sldMk cId="3038443621" sldId="414"/>
            <ac:spMk id="111" creationId="{9DF28699-76CD-B50F-5488-0FC0A92A5A08}"/>
          </ac:spMkLst>
        </pc:spChg>
        <pc:spChg chg="mod">
          <ac:chgData name="Alexandre Quach" userId="03a3b9a4-365b-425e-bba9-a77346403bac" providerId="ADAL" clId="{8CDEC62A-77CC-465D-903D-8E72C1B35C72}" dt="2023-02-06T10:56:51.175" v="20" actId="165"/>
          <ac:spMkLst>
            <pc:docMk/>
            <pc:sldMk cId="3038443621" sldId="414"/>
            <ac:spMk id="112" creationId="{AA1EEB1B-5C99-A860-52D8-0B82C7BB8FDE}"/>
          </ac:spMkLst>
        </pc:spChg>
        <pc:spChg chg="mod">
          <ac:chgData name="Alexandre Quach" userId="03a3b9a4-365b-425e-bba9-a77346403bac" providerId="ADAL" clId="{8CDEC62A-77CC-465D-903D-8E72C1B35C72}" dt="2023-02-06T10:56:51.175" v="20" actId="165"/>
          <ac:spMkLst>
            <pc:docMk/>
            <pc:sldMk cId="3038443621" sldId="414"/>
            <ac:spMk id="113" creationId="{E00CFA9D-068A-B703-B3F4-58AE30B022BE}"/>
          </ac:spMkLst>
        </pc:spChg>
        <pc:spChg chg="mod">
          <ac:chgData name="Alexandre Quach" userId="03a3b9a4-365b-425e-bba9-a77346403bac" providerId="ADAL" clId="{8CDEC62A-77CC-465D-903D-8E72C1B35C72}" dt="2023-02-06T10:56:51.175" v="20" actId="165"/>
          <ac:spMkLst>
            <pc:docMk/>
            <pc:sldMk cId="3038443621" sldId="414"/>
            <ac:spMk id="114" creationId="{A3B0B2ED-1750-4911-B365-FA0F844525EA}"/>
          </ac:spMkLst>
        </pc:spChg>
        <pc:spChg chg="mod">
          <ac:chgData name="Alexandre Quach" userId="03a3b9a4-365b-425e-bba9-a77346403bac" providerId="ADAL" clId="{8CDEC62A-77CC-465D-903D-8E72C1B35C72}" dt="2023-02-06T10:56:51.175" v="20" actId="165"/>
          <ac:spMkLst>
            <pc:docMk/>
            <pc:sldMk cId="3038443621" sldId="414"/>
            <ac:spMk id="115" creationId="{F20CCCE3-C34F-09B6-977F-B4066E2A62A3}"/>
          </ac:spMkLst>
        </pc:spChg>
        <pc:spChg chg="mod">
          <ac:chgData name="Alexandre Quach" userId="03a3b9a4-365b-425e-bba9-a77346403bac" providerId="ADAL" clId="{8CDEC62A-77CC-465D-903D-8E72C1B35C72}" dt="2023-02-06T10:56:51.175" v="20" actId="165"/>
          <ac:spMkLst>
            <pc:docMk/>
            <pc:sldMk cId="3038443621" sldId="414"/>
            <ac:spMk id="116" creationId="{3FBA844A-44FC-D909-2866-29C2CB6B751E}"/>
          </ac:spMkLst>
        </pc:spChg>
        <pc:spChg chg="mod">
          <ac:chgData name="Alexandre Quach" userId="03a3b9a4-365b-425e-bba9-a77346403bac" providerId="ADAL" clId="{8CDEC62A-77CC-465D-903D-8E72C1B35C72}" dt="2023-02-06T10:56:51.175" v="20" actId="165"/>
          <ac:spMkLst>
            <pc:docMk/>
            <pc:sldMk cId="3038443621" sldId="414"/>
            <ac:spMk id="117" creationId="{4D09E13F-8CC1-AD3D-7A9D-6A939FD73BD3}"/>
          </ac:spMkLst>
        </pc:spChg>
        <pc:spChg chg="mod">
          <ac:chgData name="Alexandre Quach" userId="03a3b9a4-365b-425e-bba9-a77346403bac" providerId="ADAL" clId="{8CDEC62A-77CC-465D-903D-8E72C1B35C72}" dt="2023-02-06T10:56:51.175" v="20" actId="165"/>
          <ac:spMkLst>
            <pc:docMk/>
            <pc:sldMk cId="3038443621" sldId="414"/>
            <ac:spMk id="122" creationId="{C6E0F15E-80AA-486B-0877-2FE2047CB577}"/>
          </ac:spMkLst>
        </pc:spChg>
        <pc:spChg chg="mod">
          <ac:chgData name="Alexandre Quach" userId="03a3b9a4-365b-425e-bba9-a77346403bac" providerId="ADAL" clId="{8CDEC62A-77CC-465D-903D-8E72C1B35C72}" dt="2023-02-06T10:56:51.175" v="20" actId="165"/>
          <ac:spMkLst>
            <pc:docMk/>
            <pc:sldMk cId="3038443621" sldId="414"/>
            <ac:spMk id="124" creationId="{2090BAFE-40D7-9FC3-49BF-63580343D39C}"/>
          </ac:spMkLst>
        </pc:spChg>
        <pc:spChg chg="mod">
          <ac:chgData name="Alexandre Quach" userId="03a3b9a4-365b-425e-bba9-a77346403bac" providerId="ADAL" clId="{8CDEC62A-77CC-465D-903D-8E72C1B35C72}" dt="2023-02-06T10:56:51.175" v="20" actId="165"/>
          <ac:spMkLst>
            <pc:docMk/>
            <pc:sldMk cId="3038443621" sldId="414"/>
            <ac:spMk id="125" creationId="{242A66F7-FDCF-BE0A-B71A-0E2724BDA840}"/>
          </ac:spMkLst>
        </pc:spChg>
        <pc:spChg chg="mod">
          <ac:chgData name="Alexandre Quach" userId="03a3b9a4-365b-425e-bba9-a77346403bac" providerId="ADAL" clId="{8CDEC62A-77CC-465D-903D-8E72C1B35C72}" dt="2023-02-06T10:56:51.175" v="20" actId="165"/>
          <ac:spMkLst>
            <pc:docMk/>
            <pc:sldMk cId="3038443621" sldId="414"/>
            <ac:spMk id="126" creationId="{17620E2F-6A2A-71A8-43A2-68A7F8EEA8F3}"/>
          </ac:spMkLst>
        </pc:spChg>
        <pc:spChg chg="mod">
          <ac:chgData name="Alexandre Quach" userId="03a3b9a4-365b-425e-bba9-a77346403bac" providerId="ADAL" clId="{8CDEC62A-77CC-465D-903D-8E72C1B35C72}" dt="2023-02-06T10:56:51.175" v="20" actId="165"/>
          <ac:spMkLst>
            <pc:docMk/>
            <pc:sldMk cId="3038443621" sldId="414"/>
            <ac:spMk id="127" creationId="{35E0D9D1-AAD4-E7F4-0DEC-4568B947FF3C}"/>
          </ac:spMkLst>
        </pc:spChg>
        <pc:spChg chg="mod">
          <ac:chgData name="Alexandre Quach" userId="03a3b9a4-365b-425e-bba9-a77346403bac" providerId="ADAL" clId="{8CDEC62A-77CC-465D-903D-8E72C1B35C72}" dt="2023-02-06T10:56:51.175" v="20" actId="165"/>
          <ac:spMkLst>
            <pc:docMk/>
            <pc:sldMk cId="3038443621" sldId="414"/>
            <ac:spMk id="128" creationId="{B43319D3-C391-47DB-4B77-29C8D19FDF5F}"/>
          </ac:spMkLst>
        </pc:spChg>
        <pc:spChg chg="mod">
          <ac:chgData name="Alexandre Quach" userId="03a3b9a4-365b-425e-bba9-a77346403bac" providerId="ADAL" clId="{8CDEC62A-77CC-465D-903D-8E72C1B35C72}" dt="2023-02-06T10:56:51.175" v="20" actId="165"/>
          <ac:spMkLst>
            <pc:docMk/>
            <pc:sldMk cId="3038443621" sldId="414"/>
            <ac:spMk id="129" creationId="{CCEC641D-B6E9-9F19-C7BC-54607E0EB5BA}"/>
          </ac:spMkLst>
        </pc:spChg>
        <pc:spChg chg="mod">
          <ac:chgData name="Alexandre Quach" userId="03a3b9a4-365b-425e-bba9-a77346403bac" providerId="ADAL" clId="{8CDEC62A-77CC-465D-903D-8E72C1B35C72}" dt="2023-02-06T10:56:51.175" v="20" actId="165"/>
          <ac:spMkLst>
            <pc:docMk/>
            <pc:sldMk cId="3038443621" sldId="414"/>
            <ac:spMk id="130" creationId="{4F2D721A-7C1A-83A4-C1AC-4B25E8B8BB00}"/>
          </ac:spMkLst>
        </pc:spChg>
        <pc:spChg chg="mod">
          <ac:chgData name="Alexandre Quach" userId="03a3b9a4-365b-425e-bba9-a77346403bac" providerId="ADAL" clId="{8CDEC62A-77CC-465D-903D-8E72C1B35C72}" dt="2023-02-06T10:56:51.175" v="20" actId="165"/>
          <ac:spMkLst>
            <pc:docMk/>
            <pc:sldMk cId="3038443621" sldId="414"/>
            <ac:spMk id="131" creationId="{708ED341-9FF4-63A2-5E2E-7AB2E5028825}"/>
          </ac:spMkLst>
        </pc:spChg>
        <pc:spChg chg="mod">
          <ac:chgData name="Alexandre Quach" userId="03a3b9a4-365b-425e-bba9-a77346403bac" providerId="ADAL" clId="{8CDEC62A-77CC-465D-903D-8E72C1B35C72}" dt="2023-02-06T10:56:51.175" v="20" actId="165"/>
          <ac:spMkLst>
            <pc:docMk/>
            <pc:sldMk cId="3038443621" sldId="414"/>
            <ac:spMk id="132" creationId="{FAD9EB8F-AEC1-6C41-14A6-F07993D2CE42}"/>
          </ac:spMkLst>
        </pc:spChg>
        <pc:spChg chg="mod">
          <ac:chgData name="Alexandre Quach" userId="03a3b9a4-365b-425e-bba9-a77346403bac" providerId="ADAL" clId="{8CDEC62A-77CC-465D-903D-8E72C1B35C72}" dt="2023-02-06T10:56:51.175" v="20" actId="165"/>
          <ac:spMkLst>
            <pc:docMk/>
            <pc:sldMk cId="3038443621" sldId="414"/>
            <ac:spMk id="133" creationId="{CCFE26A0-ACF5-A6E9-BE00-C1F45337F8B3}"/>
          </ac:spMkLst>
        </pc:spChg>
        <pc:spChg chg="mod">
          <ac:chgData name="Alexandre Quach" userId="03a3b9a4-365b-425e-bba9-a77346403bac" providerId="ADAL" clId="{8CDEC62A-77CC-465D-903D-8E72C1B35C72}" dt="2023-02-06T10:56:51.175" v="20" actId="165"/>
          <ac:spMkLst>
            <pc:docMk/>
            <pc:sldMk cId="3038443621" sldId="414"/>
            <ac:spMk id="134" creationId="{7239A835-D2E4-3267-B40A-9BC370F95082}"/>
          </ac:spMkLst>
        </pc:spChg>
        <pc:spChg chg="mod">
          <ac:chgData name="Alexandre Quach" userId="03a3b9a4-365b-425e-bba9-a77346403bac" providerId="ADAL" clId="{8CDEC62A-77CC-465D-903D-8E72C1B35C72}" dt="2023-02-06T10:56:51.175" v="20" actId="165"/>
          <ac:spMkLst>
            <pc:docMk/>
            <pc:sldMk cId="3038443621" sldId="414"/>
            <ac:spMk id="135" creationId="{8F12B104-1F51-2A9A-7B43-FC3F5B195CA7}"/>
          </ac:spMkLst>
        </pc:spChg>
        <pc:spChg chg="mod">
          <ac:chgData name="Alexandre Quach" userId="03a3b9a4-365b-425e-bba9-a77346403bac" providerId="ADAL" clId="{8CDEC62A-77CC-465D-903D-8E72C1B35C72}" dt="2023-02-06T10:56:51.175" v="20" actId="165"/>
          <ac:spMkLst>
            <pc:docMk/>
            <pc:sldMk cId="3038443621" sldId="414"/>
            <ac:spMk id="136" creationId="{680DD96E-C086-3CFB-58E4-40462F662429}"/>
          </ac:spMkLst>
        </pc:spChg>
        <pc:spChg chg="mod">
          <ac:chgData name="Alexandre Quach" userId="03a3b9a4-365b-425e-bba9-a77346403bac" providerId="ADAL" clId="{8CDEC62A-77CC-465D-903D-8E72C1B35C72}" dt="2023-02-06T10:56:51.175" v="20" actId="165"/>
          <ac:spMkLst>
            <pc:docMk/>
            <pc:sldMk cId="3038443621" sldId="414"/>
            <ac:spMk id="137" creationId="{9B4C55C3-EA04-673B-15EA-680C43842663}"/>
          </ac:spMkLst>
        </pc:spChg>
        <pc:spChg chg="mod">
          <ac:chgData name="Alexandre Quach" userId="03a3b9a4-365b-425e-bba9-a77346403bac" providerId="ADAL" clId="{8CDEC62A-77CC-465D-903D-8E72C1B35C72}" dt="2023-02-06T10:56:51.175" v="20" actId="165"/>
          <ac:spMkLst>
            <pc:docMk/>
            <pc:sldMk cId="3038443621" sldId="414"/>
            <ac:spMk id="138" creationId="{F07BA182-7880-D6A2-13F7-07EE170CD1DD}"/>
          </ac:spMkLst>
        </pc:spChg>
        <pc:spChg chg="mod">
          <ac:chgData name="Alexandre Quach" userId="03a3b9a4-365b-425e-bba9-a77346403bac" providerId="ADAL" clId="{8CDEC62A-77CC-465D-903D-8E72C1B35C72}" dt="2023-02-06T10:56:51.175" v="20" actId="165"/>
          <ac:spMkLst>
            <pc:docMk/>
            <pc:sldMk cId="3038443621" sldId="414"/>
            <ac:spMk id="139" creationId="{E693B55F-62C8-8284-C2C2-EF8C84108DE2}"/>
          </ac:spMkLst>
        </pc:spChg>
        <pc:spChg chg="mod">
          <ac:chgData name="Alexandre Quach" userId="03a3b9a4-365b-425e-bba9-a77346403bac" providerId="ADAL" clId="{8CDEC62A-77CC-465D-903D-8E72C1B35C72}" dt="2023-02-06T10:56:51.175" v="20" actId="165"/>
          <ac:spMkLst>
            <pc:docMk/>
            <pc:sldMk cId="3038443621" sldId="414"/>
            <ac:spMk id="140" creationId="{A8D39AA6-8467-DC70-F54F-932B95E91A95}"/>
          </ac:spMkLst>
        </pc:spChg>
        <pc:spChg chg="mod">
          <ac:chgData name="Alexandre Quach" userId="03a3b9a4-365b-425e-bba9-a77346403bac" providerId="ADAL" clId="{8CDEC62A-77CC-465D-903D-8E72C1B35C72}" dt="2023-02-06T10:56:51.175" v="20" actId="165"/>
          <ac:spMkLst>
            <pc:docMk/>
            <pc:sldMk cId="3038443621" sldId="414"/>
            <ac:spMk id="141" creationId="{58CFF509-D193-CFBD-48ED-38D01209B485}"/>
          </ac:spMkLst>
        </pc:spChg>
        <pc:spChg chg="mod">
          <ac:chgData name="Alexandre Quach" userId="03a3b9a4-365b-425e-bba9-a77346403bac" providerId="ADAL" clId="{8CDEC62A-77CC-465D-903D-8E72C1B35C72}" dt="2023-02-06T10:56:51.175" v="20" actId="165"/>
          <ac:spMkLst>
            <pc:docMk/>
            <pc:sldMk cId="3038443621" sldId="414"/>
            <ac:spMk id="142" creationId="{FA2F9630-4FCC-B14D-B642-FEFC1C2872B0}"/>
          </ac:spMkLst>
        </pc:spChg>
        <pc:spChg chg="mod">
          <ac:chgData name="Alexandre Quach" userId="03a3b9a4-365b-425e-bba9-a77346403bac" providerId="ADAL" clId="{8CDEC62A-77CC-465D-903D-8E72C1B35C72}" dt="2023-02-06T10:56:51.175" v="20" actId="165"/>
          <ac:spMkLst>
            <pc:docMk/>
            <pc:sldMk cId="3038443621" sldId="414"/>
            <ac:spMk id="143" creationId="{6D94734C-CC37-66E7-428C-BD7B889E4172}"/>
          </ac:spMkLst>
        </pc:spChg>
        <pc:spChg chg="mod">
          <ac:chgData name="Alexandre Quach" userId="03a3b9a4-365b-425e-bba9-a77346403bac" providerId="ADAL" clId="{8CDEC62A-77CC-465D-903D-8E72C1B35C72}" dt="2023-02-06T10:56:51.175" v="20" actId="165"/>
          <ac:spMkLst>
            <pc:docMk/>
            <pc:sldMk cId="3038443621" sldId="414"/>
            <ac:spMk id="144" creationId="{72F92F36-C136-2083-69D1-0003D613AD53}"/>
          </ac:spMkLst>
        </pc:spChg>
        <pc:spChg chg="mod">
          <ac:chgData name="Alexandre Quach" userId="03a3b9a4-365b-425e-bba9-a77346403bac" providerId="ADAL" clId="{8CDEC62A-77CC-465D-903D-8E72C1B35C72}" dt="2023-02-06T10:56:51.175" v="20" actId="165"/>
          <ac:spMkLst>
            <pc:docMk/>
            <pc:sldMk cId="3038443621" sldId="414"/>
            <ac:spMk id="145" creationId="{BD3B63B6-6356-C7E4-FC8C-0D486BBD3A6F}"/>
          </ac:spMkLst>
        </pc:spChg>
        <pc:spChg chg="mod">
          <ac:chgData name="Alexandre Quach" userId="03a3b9a4-365b-425e-bba9-a77346403bac" providerId="ADAL" clId="{8CDEC62A-77CC-465D-903D-8E72C1B35C72}" dt="2023-02-06T10:56:51.175" v="20" actId="165"/>
          <ac:spMkLst>
            <pc:docMk/>
            <pc:sldMk cId="3038443621" sldId="414"/>
            <ac:spMk id="146" creationId="{C492C1B0-40C1-1FE1-75D7-6CA1BCEC777B}"/>
          </ac:spMkLst>
        </pc:spChg>
        <pc:spChg chg="mod">
          <ac:chgData name="Alexandre Quach" userId="03a3b9a4-365b-425e-bba9-a77346403bac" providerId="ADAL" clId="{8CDEC62A-77CC-465D-903D-8E72C1B35C72}" dt="2023-02-06T10:56:51.175" v="20" actId="165"/>
          <ac:spMkLst>
            <pc:docMk/>
            <pc:sldMk cId="3038443621" sldId="414"/>
            <ac:spMk id="147" creationId="{08DA2A7C-9FDF-A50E-1768-BAF9FE11B527}"/>
          </ac:spMkLst>
        </pc:spChg>
        <pc:spChg chg="mod">
          <ac:chgData name="Alexandre Quach" userId="03a3b9a4-365b-425e-bba9-a77346403bac" providerId="ADAL" clId="{8CDEC62A-77CC-465D-903D-8E72C1B35C72}" dt="2023-02-06T10:56:51.175" v="20" actId="165"/>
          <ac:spMkLst>
            <pc:docMk/>
            <pc:sldMk cId="3038443621" sldId="414"/>
            <ac:spMk id="148" creationId="{6980C0CC-F9A1-4861-85EF-C64EB1EE2102}"/>
          </ac:spMkLst>
        </pc:spChg>
        <pc:spChg chg="mod">
          <ac:chgData name="Alexandre Quach" userId="03a3b9a4-365b-425e-bba9-a77346403bac" providerId="ADAL" clId="{8CDEC62A-77CC-465D-903D-8E72C1B35C72}" dt="2023-02-06T10:56:51.175" v="20" actId="165"/>
          <ac:spMkLst>
            <pc:docMk/>
            <pc:sldMk cId="3038443621" sldId="414"/>
            <ac:spMk id="149" creationId="{22478F43-A205-3C70-D1B6-DA4082243BC3}"/>
          </ac:spMkLst>
        </pc:spChg>
        <pc:spChg chg="mod">
          <ac:chgData name="Alexandre Quach" userId="03a3b9a4-365b-425e-bba9-a77346403bac" providerId="ADAL" clId="{8CDEC62A-77CC-465D-903D-8E72C1B35C72}" dt="2023-02-06T10:56:51.175" v="20" actId="165"/>
          <ac:spMkLst>
            <pc:docMk/>
            <pc:sldMk cId="3038443621" sldId="414"/>
            <ac:spMk id="150" creationId="{A94CFF27-A51B-E037-29B7-3E801F32A195}"/>
          </ac:spMkLst>
        </pc:spChg>
        <pc:spChg chg="mod">
          <ac:chgData name="Alexandre Quach" userId="03a3b9a4-365b-425e-bba9-a77346403bac" providerId="ADAL" clId="{8CDEC62A-77CC-465D-903D-8E72C1B35C72}" dt="2023-02-06T10:56:51.175" v="20" actId="165"/>
          <ac:spMkLst>
            <pc:docMk/>
            <pc:sldMk cId="3038443621" sldId="414"/>
            <ac:spMk id="151" creationId="{AB556F02-2809-41C8-1722-05F59ADB3C6D}"/>
          </ac:spMkLst>
        </pc:spChg>
        <pc:spChg chg="mod">
          <ac:chgData name="Alexandre Quach" userId="03a3b9a4-365b-425e-bba9-a77346403bac" providerId="ADAL" clId="{8CDEC62A-77CC-465D-903D-8E72C1B35C72}" dt="2023-02-06T10:56:51.175" v="20" actId="165"/>
          <ac:spMkLst>
            <pc:docMk/>
            <pc:sldMk cId="3038443621" sldId="414"/>
            <ac:spMk id="152" creationId="{4E388862-4E05-137C-FD8A-26E290E10E3F}"/>
          </ac:spMkLst>
        </pc:spChg>
        <pc:spChg chg="mod">
          <ac:chgData name="Alexandre Quach" userId="03a3b9a4-365b-425e-bba9-a77346403bac" providerId="ADAL" clId="{8CDEC62A-77CC-465D-903D-8E72C1B35C72}" dt="2023-02-06T10:56:51.175" v="20" actId="165"/>
          <ac:spMkLst>
            <pc:docMk/>
            <pc:sldMk cId="3038443621" sldId="414"/>
            <ac:spMk id="153" creationId="{6F47529A-596F-5902-4E9B-6DCB4FF49F7C}"/>
          </ac:spMkLst>
        </pc:spChg>
        <pc:spChg chg="mod">
          <ac:chgData name="Alexandre Quach" userId="03a3b9a4-365b-425e-bba9-a77346403bac" providerId="ADAL" clId="{8CDEC62A-77CC-465D-903D-8E72C1B35C72}" dt="2023-02-06T10:56:51.175" v="20" actId="165"/>
          <ac:spMkLst>
            <pc:docMk/>
            <pc:sldMk cId="3038443621" sldId="414"/>
            <ac:spMk id="154" creationId="{EFB385DE-95D2-26DC-E55D-F948BEACD8CC}"/>
          </ac:spMkLst>
        </pc:spChg>
        <pc:spChg chg="mod">
          <ac:chgData name="Alexandre Quach" userId="03a3b9a4-365b-425e-bba9-a77346403bac" providerId="ADAL" clId="{8CDEC62A-77CC-465D-903D-8E72C1B35C72}" dt="2023-02-06T10:56:51.175" v="20" actId="165"/>
          <ac:spMkLst>
            <pc:docMk/>
            <pc:sldMk cId="3038443621" sldId="414"/>
            <ac:spMk id="155" creationId="{BCDD7EA5-2FDE-7785-4DFF-82F192E6D91A}"/>
          </ac:spMkLst>
        </pc:spChg>
        <pc:spChg chg="mod">
          <ac:chgData name="Alexandre Quach" userId="03a3b9a4-365b-425e-bba9-a77346403bac" providerId="ADAL" clId="{8CDEC62A-77CC-465D-903D-8E72C1B35C72}" dt="2023-02-06T10:56:51.175" v="20" actId="165"/>
          <ac:spMkLst>
            <pc:docMk/>
            <pc:sldMk cId="3038443621" sldId="414"/>
            <ac:spMk id="156" creationId="{0847C416-5602-D0A7-5B14-3AB4952EC272}"/>
          </ac:spMkLst>
        </pc:spChg>
        <pc:spChg chg="mod">
          <ac:chgData name="Alexandre Quach" userId="03a3b9a4-365b-425e-bba9-a77346403bac" providerId="ADAL" clId="{8CDEC62A-77CC-465D-903D-8E72C1B35C72}" dt="2023-02-06T10:56:51.175" v="20" actId="165"/>
          <ac:spMkLst>
            <pc:docMk/>
            <pc:sldMk cId="3038443621" sldId="414"/>
            <ac:spMk id="157" creationId="{832A0E88-DC45-37B9-A290-2BF0D0F02460}"/>
          </ac:spMkLst>
        </pc:spChg>
        <pc:spChg chg="mod">
          <ac:chgData name="Alexandre Quach" userId="03a3b9a4-365b-425e-bba9-a77346403bac" providerId="ADAL" clId="{8CDEC62A-77CC-465D-903D-8E72C1B35C72}" dt="2023-02-06T10:56:51.175" v="20" actId="165"/>
          <ac:spMkLst>
            <pc:docMk/>
            <pc:sldMk cId="3038443621" sldId="414"/>
            <ac:spMk id="158" creationId="{6A7E269C-2AA4-9A01-E269-5D7B288BA138}"/>
          </ac:spMkLst>
        </pc:spChg>
        <pc:spChg chg="mod">
          <ac:chgData name="Alexandre Quach" userId="03a3b9a4-365b-425e-bba9-a77346403bac" providerId="ADAL" clId="{8CDEC62A-77CC-465D-903D-8E72C1B35C72}" dt="2023-02-06T10:56:51.175" v="20" actId="165"/>
          <ac:spMkLst>
            <pc:docMk/>
            <pc:sldMk cId="3038443621" sldId="414"/>
            <ac:spMk id="159" creationId="{F5C70C33-9E17-B613-8FD4-E63526F4716E}"/>
          </ac:spMkLst>
        </pc:spChg>
        <pc:spChg chg="mod">
          <ac:chgData name="Alexandre Quach" userId="03a3b9a4-365b-425e-bba9-a77346403bac" providerId="ADAL" clId="{8CDEC62A-77CC-465D-903D-8E72C1B35C72}" dt="2023-02-06T10:56:51.175" v="20" actId="165"/>
          <ac:spMkLst>
            <pc:docMk/>
            <pc:sldMk cId="3038443621" sldId="414"/>
            <ac:spMk id="160" creationId="{B497F0D5-0FF1-5738-1FD1-DDE1F868AF02}"/>
          </ac:spMkLst>
        </pc:spChg>
        <pc:spChg chg="mod">
          <ac:chgData name="Alexandre Quach" userId="03a3b9a4-365b-425e-bba9-a77346403bac" providerId="ADAL" clId="{8CDEC62A-77CC-465D-903D-8E72C1B35C72}" dt="2023-02-06T10:56:51.175" v="20" actId="165"/>
          <ac:spMkLst>
            <pc:docMk/>
            <pc:sldMk cId="3038443621" sldId="414"/>
            <ac:spMk id="161" creationId="{EA8562FD-7549-188D-9786-D2C804E9CAD7}"/>
          </ac:spMkLst>
        </pc:spChg>
        <pc:spChg chg="mod">
          <ac:chgData name="Alexandre Quach" userId="03a3b9a4-365b-425e-bba9-a77346403bac" providerId="ADAL" clId="{8CDEC62A-77CC-465D-903D-8E72C1B35C72}" dt="2023-02-06T10:56:51.175" v="20" actId="165"/>
          <ac:spMkLst>
            <pc:docMk/>
            <pc:sldMk cId="3038443621" sldId="414"/>
            <ac:spMk id="162" creationId="{7E30CD67-A6EC-FCB6-D55D-07A8BFB3500D}"/>
          </ac:spMkLst>
        </pc:spChg>
        <pc:spChg chg="mod">
          <ac:chgData name="Alexandre Quach" userId="03a3b9a4-365b-425e-bba9-a77346403bac" providerId="ADAL" clId="{8CDEC62A-77CC-465D-903D-8E72C1B35C72}" dt="2023-02-06T10:56:51.175" v="20" actId="165"/>
          <ac:spMkLst>
            <pc:docMk/>
            <pc:sldMk cId="3038443621" sldId="414"/>
            <ac:spMk id="163" creationId="{B3B9F312-EE29-706F-A4E2-97ECE599FA68}"/>
          </ac:spMkLst>
        </pc:spChg>
        <pc:spChg chg="mod">
          <ac:chgData name="Alexandre Quach" userId="03a3b9a4-365b-425e-bba9-a77346403bac" providerId="ADAL" clId="{8CDEC62A-77CC-465D-903D-8E72C1B35C72}" dt="2023-02-06T10:56:51.175" v="20" actId="165"/>
          <ac:spMkLst>
            <pc:docMk/>
            <pc:sldMk cId="3038443621" sldId="414"/>
            <ac:spMk id="164" creationId="{03D969EB-73C9-3C67-B997-BAFF10EA3B4F}"/>
          </ac:spMkLst>
        </pc:spChg>
        <pc:spChg chg="mod">
          <ac:chgData name="Alexandre Quach" userId="03a3b9a4-365b-425e-bba9-a77346403bac" providerId="ADAL" clId="{8CDEC62A-77CC-465D-903D-8E72C1B35C72}" dt="2023-02-06T10:56:51.175" v="20" actId="165"/>
          <ac:spMkLst>
            <pc:docMk/>
            <pc:sldMk cId="3038443621" sldId="414"/>
            <ac:spMk id="165" creationId="{04F73FA7-EDC3-A5E9-EB6F-C6593DEA2FD1}"/>
          </ac:spMkLst>
        </pc:spChg>
        <pc:spChg chg="mod">
          <ac:chgData name="Alexandre Quach" userId="03a3b9a4-365b-425e-bba9-a77346403bac" providerId="ADAL" clId="{8CDEC62A-77CC-465D-903D-8E72C1B35C72}" dt="2023-02-06T10:56:51.175" v="20" actId="165"/>
          <ac:spMkLst>
            <pc:docMk/>
            <pc:sldMk cId="3038443621" sldId="414"/>
            <ac:spMk id="166" creationId="{9091DB35-E02F-09A9-8F48-C9295D64AF66}"/>
          </ac:spMkLst>
        </pc:spChg>
        <pc:spChg chg="mod">
          <ac:chgData name="Alexandre Quach" userId="03a3b9a4-365b-425e-bba9-a77346403bac" providerId="ADAL" clId="{8CDEC62A-77CC-465D-903D-8E72C1B35C72}" dt="2023-02-06T10:56:51.175" v="20" actId="165"/>
          <ac:spMkLst>
            <pc:docMk/>
            <pc:sldMk cId="3038443621" sldId="414"/>
            <ac:spMk id="167" creationId="{C050C0F3-395B-77AA-7F06-96DA058A9BF5}"/>
          </ac:spMkLst>
        </pc:spChg>
        <pc:spChg chg="mod">
          <ac:chgData name="Alexandre Quach" userId="03a3b9a4-365b-425e-bba9-a77346403bac" providerId="ADAL" clId="{8CDEC62A-77CC-465D-903D-8E72C1B35C72}" dt="2023-02-06T10:56:51.175" v="20" actId="165"/>
          <ac:spMkLst>
            <pc:docMk/>
            <pc:sldMk cId="3038443621" sldId="414"/>
            <ac:spMk id="168" creationId="{2F9960A6-05CC-0CC7-3D92-DE931D49F814}"/>
          </ac:spMkLst>
        </pc:spChg>
        <pc:spChg chg="mod">
          <ac:chgData name="Alexandre Quach" userId="03a3b9a4-365b-425e-bba9-a77346403bac" providerId="ADAL" clId="{8CDEC62A-77CC-465D-903D-8E72C1B35C72}" dt="2023-02-06T10:56:51.175" v="20" actId="165"/>
          <ac:spMkLst>
            <pc:docMk/>
            <pc:sldMk cId="3038443621" sldId="414"/>
            <ac:spMk id="169" creationId="{91A2B7E8-E761-D711-3EE0-508F1F279126}"/>
          </ac:spMkLst>
        </pc:spChg>
        <pc:spChg chg="mod">
          <ac:chgData name="Alexandre Quach" userId="03a3b9a4-365b-425e-bba9-a77346403bac" providerId="ADAL" clId="{8CDEC62A-77CC-465D-903D-8E72C1B35C72}" dt="2023-02-06T10:56:51.175" v="20" actId="165"/>
          <ac:spMkLst>
            <pc:docMk/>
            <pc:sldMk cId="3038443621" sldId="414"/>
            <ac:spMk id="170" creationId="{4751D60D-71A5-4AA1-689E-961724794F5F}"/>
          </ac:spMkLst>
        </pc:spChg>
        <pc:spChg chg="mod">
          <ac:chgData name="Alexandre Quach" userId="03a3b9a4-365b-425e-bba9-a77346403bac" providerId="ADAL" clId="{8CDEC62A-77CC-465D-903D-8E72C1B35C72}" dt="2023-02-06T10:56:51.175" v="20" actId="165"/>
          <ac:spMkLst>
            <pc:docMk/>
            <pc:sldMk cId="3038443621" sldId="414"/>
            <ac:spMk id="171" creationId="{EFC0F986-D41F-71F0-5252-60670893609D}"/>
          </ac:spMkLst>
        </pc:spChg>
        <pc:spChg chg="mod">
          <ac:chgData name="Alexandre Quach" userId="03a3b9a4-365b-425e-bba9-a77346403bac" providerId="ADAL" clId="{8CDEC62A-77CC-465D-903D-8E72C1B35C72}" dt="2023-02-06T10:56:51.175" v="20" actId="165"/>
          <ac:spMkLst>
            <pc:docMk/>
            <pc:sldMk cId="3038443621" sldId="414"/>
            <ac:spMk id="172" creationId="{DFE8A582-6C8E-0478-2302-71EA71CB1877}"/>
          </ac:spMkLst>
        </pc:spChg>
        <pc:spChg chg="mod">
          <ac:chgData name="Alexandre Quach" userId="03a3b9a4-365b-425e-bba9-a77346403bac" providerId="ADAL" clId="{8CDEC62A-77CC-465D-903D-8E72C1B35C72}" dt="2023-02-06T10:56:51.175" v="20" actId="165"/>
          <ac:spMkLst>
            <pc:docMk/>
            <pc:sldMk cId="3038443621" sldId="414"/>
            <ac:spMk id="173" creationId="{EF191AB3-A97C-FBF0-8D66-992522466079}"/>
          </ac:spMkLst>
        </pc:spChg>
        <pc:spChg chg="mod">
          <ac:chgData name="Alexandre Quach" userId="03a3b9a4-365b-425e-bba9-a77346403bac" providerId="ADAL" clId="{8CDEC62A-77CC-465D-903D-8E72C1B35C72}" dt="2023-02-06T10:56:51.175" v="20" actId="165"/>
          <ac:spMkLst>
            <pc:docMk/>
            <pc:sldMk cId="3038443621" sldId="414"/>
            <ac:spMk id="174" creationId="{14D94ED9-6CB5-522B-AA43-6A2BBA18CAFF}"/>
          </ac:spMkLst>
        </pc:spChg>
        <pc:spChg chg="mod">
          <ac:chgData name="Alexandre Quach" userId="03a3b9a4-365b-425e-bba9-a77346403bac" providerId="ADAL" clId="{8CDEC62A-77CC-465D-903D-8E72C1B35C72}" dt="2023-02-06T10:56:51.175" v="20" actId="165"/>
          <ac:spMkLst>
            <pc:docMk/>
            <pc:sldMk cId="3038443621" sldId="414"/>
            <ac:spMk id="175" creationId="{E717AA19-7997-3E1E-1967-2D81E8467771}"/>
          </ac:spMkLst>
        </pc:spChg>
        <pc:spChg chg="mod">
          <ac:chgData name="Alexandre Quach" userId="03a3b9a4-365b-425e-bba9-a77346403bac" providerId="ADAL" clId="{8CDEC62A-77CC-465D-903D-8E72C1B35C72}" dt="2023-02-06T10:56:51.175" v="20" actId="165"/>
          <ac:spMkLst>
            <pc:docMk/>
            <pc:sldMk cId="3038443621" sldId="414"/>
            <ac:spMk id="176" creationId="{B68980F8-0C1E-B0A9-A51D-95685AB16A52}"/>
          </ac:spMkLst>
        </pc:spChg>
        <pc:spChg chg="mod">
          <ac:chgData name="Alexandre Quach" userId="03a3b9a4-365b-425e-bba9-a77346403bac" providerId="ADAL" clId="{8CDEC62A-77CC-465D-903D-8E72C1B35C72}" dt="2023-02-06T10:56:51.175" v="20" actId="165"/>
          <ac:spMkLst>
            <pc:docMk/>
            <pc:sldMk cId="3038443621" sldId="414"/>
            <ac:spMk id="177" creationId="{3DF59C8D-DC8E-6ED7-27D8-37FBCC99B02D}"/>
          </ac:spMkLst>
        </pc:spChg>
        <pc:spChg chg="mod">
          <ac:chgData name="Alexandre Quach" userId="03a3b9a4-365b-425e-bba9-a77346403bac" providerId="ADAL" clId="{8CDEC62A-77CC-465D-903D-8E72C1B35C72}" dt="2023-02-06T10:56:51.175" v="20" actId="165"/>
          <ac:spMkLst>
            <pc:docMk/>
            <pc:sldMk cId="3038443621" sldId="414"/>
            <ac:spMk id="178" creationId="{2BA429E9-F3A7-6611-664E-0FD14EF72693}"/>
          </ac:spMkLst>
        </pc:spChg>
        <pc:spChg chg="mod">
          <ac:chgData name="Alexandre Quach" userId="03a3b9a4-365b-425e-bba9-a77346403bac" providerId="ADAL" clId="{8CDEC62A-77CC-465D-903D-8E72C1B35C72}" dt="2023-02-06T10:56:51.175" v="20" actId="165"/>
          <ac:spMkLst>
            <pc:docMk/>
            <pc:sldMk cId="3038443621" sldId="414"/>
            <ac:spMk id="179" creationId="{7F9BBB76-8BAC-C892-18E7-646EDEBFDADE}"/>
          </ac:spMkLst>
        </pc:spChg>
        <pc:spChg chg="mod">
          <ac:chgData name="Alexandre Quach" userId="03a3b9a4-365b-425e-bba9-a77346403bac" providerId="ADAL" clId="{8CDEC62A-77CC-465D-903D-8E72C1B35C72}" dt="2023-02-06T10:56:51.175" v="20" actId="165"/>
          <ac:spMkLst>
            <pc:docMk/>
            <pc:sldMk cId="3038443621" sldId="414"/>
            <ac:spMk id="180" creationId="{97793D36-7C36-3DA2-74D7-EC9E0D0EF99A}"/>
          </ac:spMkLst>
        </pc:spChg>
        <pc:spChg chg="mod">
          <ac:chgData name="Alexandre Quach" userId="03a3b9a4-365b-425e-bba9-a77346403bac" providerId="ADAL" clId="{8CDEC62A-77CC-465D-903D-8E72C1B35C72}" dt="2023-02-06T10:56:51.175" v="20" actId="165"/>
          <ac:spMkLst>
            <pc:docMk/>
            <pc:sldMk cId="3038443621" sldId="414"/>
            <ac:spMk id="181" creationId="{715DD86B-86D8-EF33-040B-1B0A1DF0923C}"/>
          </ac:spMkLst>
        </pc:spChg>
        <pc:spChg chg="mod">
          <ac:chgData name="Alexandre Quach" userId="03a3b9a4-365b-425e-bba9-a77346403bac" providerId="ADAL" clId="{8CDEC62A-77CC-465D-903D-8E72C1B35C72}" dt="2023-02-06T10:56:51.175" v="20" actId="165"/>
          <ac:spMkLst>
            <pc:docMk/>
            <pc:sldMk cId="3038443621" sldId="414"/>
            <ac:spMk id="182" creationId="{FAF1402A-3CE4-2D82-186B-D3422D86C42D}"/>
          </ac:spMkLst>
        </pc:spChg>
        <pc:spChg chg="mod">
          <ac:chgData name="Alexandre Quach" userId="03a3b9a4-365b-425e-bba9-a77346403bac" providerId="ADAL" clId="{8CDEC62A-77CC-465D-903D-8E72C1B35C72}" dt="2023-02-06T10:56:51.175" v="20" actId="165"/>
          <ac:spMkLst>
            <pc:docMk/>
            <pc:sldMk cId="3038443621" sldId="414"/>
            <ac:spMk id="183" creationId="{6372BED1-83A1-BCD1-66CD-69E9461C39B1}"/>
          </ac:spMkLst>
        </pc:spChg>
        <pc:spChg chg="mod">
          <ac:chgData name="Alexandre Quach" userId="03a3b9a4-365b-425e-bba9-a77346403bac" providerId="ADAL" clId="{8CDEC62A-77CC-465D-903D-8E72C1B35C72}" dt="2023-02-06T10:56:51.175" v="20" actId="165"/>
          <ac:spMkLst>
            <pc:docMk/>
            <pc:sldMk cId="3038443621" sldId="414"/>
            <ac:spMk id="184" creationId="{7E6D7B20-661F-3B07-3102-DA7DEA88B3F9}"/>
          </ac:spMkLst>
        </pc:spChg>
        <pc:spChg chg="mod">
          <ac:chgData name="Alexandre Quach" userId="03a3b9a4-365b-425e-bba9-a77346403bac" providerId="ADAL" clId="{8CDEC62A-77CC-465D-903D-8E72C1B35C72}" dt="2023-02-06T10:56:51.175" v="20" actId="165"/>
          <ac:spMkLst>
            <pc:docMk/>
            <pc:sldMk cId="3038443621" sldId="414"/>
            <ac:spMk id="185" creationId="{616AF73B-FD7D-9EC0-2599-051C4D5B9630}"/>
          </ac:spMkLst>
        </pc:spChg>
        <pc:spChg chg="mod">
          <ac:chgData name="Alexandre Quach" userId="03a3b9a4-365b-425e-bba9-a77346403bac" providerId="ADAL" clId="{8CDEC62A-77CC-465D-903D-8E72C1B35C72}" dt="2023-02-06T10:56:51.175" v="20" actId="165"/>
          <ac:spMkLst>
            <pc:docMk/>
            <pc:sldMk cId="3038443621" sldId="414"/>
            <ac:spMk id="186" creationId="{1358D414-A796-EA18-794B-414D582D8814}"/>
          </ac:spMkLst>
        </pc:spChg>
        <pc:spChg chg="mod">
          <ac:chgData name="Alexandre Quach" userId="03a3b9a4-365b-425e-bba9-a77346403bac" providerId="ADAL" clId="{8CDEC62A-77CC-465D-903D-8E72C1B35C72}" dt="2023-02-06T10:56:51.175" v="20" actId="165"/>
          <ac:spMkLst>
            <pc:docMk/>
            <pc:sldMk cId="3038443621" sldId="414"/>
            <ac:spMk id="187" creationId="{BE106F50-5DBC-B78D-BF83-38EB06E69224}"/>
          </ac:spMkLst>
        </pc:spChg>
        <pc:spChg chg="mod">
          <ac:chgData name="Alexandre Quach" userId="03a3b9a4-365b-425e-bba9-a77346403bac" providerId="ADAL" clId="{8CDEC62A-77CC-465D-903D-8E72C1B35C72}" dt="2023-02-06T10:56:51.175" v="20" actId="165"/>
          <ac:spMkLst>
            <pc:docMk/>
            <pc:sldMk cId="3038443621" sldId="414"/>
            <ac:spMk id="189" creationId="{C7BB2FB9-8BE9-141B-B90D-8A7C231F3DA3}"/>
          </ac:spMkLst>
        </pc:spChg>
        <pc:spChg chg="mod">
          <ac:chgData name="Alexandre Quach" userId="03a3b9a4-365b-425e-bba9-a77346403bac" providerId="ADAL" clId="{8CDEC62A-77CC-465D-903D-8E72C1B35C72}" dt="2023-02-06T10:56:51.175" v="20" actId="165"/>
          <ac:spMkLst>
            <pc:docMk/>
            <pc:sldMk cId="3038443621" sldId="414"/>
            <ac:spMk id="190" creationId="{FF317DFE-4EA6-3A42-6D2A-80ADC64B5CAA}"/>
          </ac:spMkLst>
        </pc:spChg>
        <pc:spChg chg="mod">
          <ac:chgData name="Alexandre Quach" userId="03a3b9a4-365b-425e-bba9-a77346403bac" providerId="ADAL" clId="{8CDEC62A-77CC-465D-903D-8E72C1B35C72}" dt="2023-02-06T10:56:51.175" v="20" actId="165"/>
          <ac:spMkLst>
            <pc:docMk/>
            <pc:sldMk cId="3038443621" sldId="414"/>
            <ac:spMk id="191" creationId="{FD555E27-6DAC-E325-3F39-9897EAAA09FC}"/>
          </ac:spMkLst>
        </pc:spChg>
        <pc:spChg chg="mod">
          <ac:chgData name="Alexandre Quach" userId="03a3b9a4-365b-425e-bba9-a77346403bac" providerId="ADAL" clId="{8CDEC62A-77CC-465D-903D-8E72C1B35C72}" dt="2023-02-06T10:56:51.175" v="20" actId="165"/>
          <ac:spMkLst>
            <pc:docMk/>
            <pc:sldMk cId="3038443621" sldId="414"/>
            <ac:spMk id="192" creationId="{78305A09-3290-118A-026C-237211C623C6}"/>
          </ac:spMkLst>
        </pc:spChg>
        <pc:spChg chg="mod">
          <ac:chgData name="Alexandre Quach" userId="03a3b9a4-365b-425e-bba9-a77346403bac" providerId="ADAL" clId="{8CDEC62A-77CC-465D-903D-8E72C1B35C72}" dt="2023-02-06T10:56:51.175" v="20" actId="165"/>
          <ac:spMkLst>
            <pc:docMk/>
            <pc:sldMk cId="3038443621" sldId="414"/>
            <ac:spMk id="193" creationId="{FD8BD7A0-1CA7-BD28-106D-2859CF1B7143}"/>
          </ac:spMkLst>
        </pc:spChg>
        <pc:spChg chg="mod">
          <ac:chgData name="Alexandre Quach" userId="03a3b9a4-365b-425e-bba9-a77346403bac" providerId="ADAL" clId="{8CDEC62A-77CC-465D-903D-8E72C1B35C72}" dt="2023-02-06T10:56:51.175" v="20" actId="165"/>
          <ac:spMkLst>
            <pc:docMk/>
            <pc:sldMk cId="3038443621" sldId="414"/>
            <ac:spMk id="194" creationId="{1FD6A22D-DCB8-B90D-77E4-A3B809BC3E36}"/>
          </ac:spMkLst>
        </pc:spChg>
        <pc:grpChg chg="add del mod">
          <ac:chgData name="Alexandre Quach" userId="03a3b9a4-365b-425e-bba9-a77346403bac" providerId="ADAL" clId="{8CDEC62A-77CC-465D-903D-8E72C1B35C72}" dt="2023-02-06T10:56:51.175" v="20" actId="165"/>
          <ac:grpSpMkLst>
            <pc:docMk/>
            <pc:sldMk cId="3038443621" sldId="414"/>
            <ac:grpSpMk id="2" creationId="{07087D0B-9B13-57B5-F9CD-F8226D54AEA2}"/>
          </ac:grpSpMkLst>
        </pc:grpChg>
        <pc:grpChg chg="mod topLvl">
          <ac:chgData name="Alexandre Quach" userId="03a3b9a4-365b-425e-bba9-a77346403bac" providerId="ADAL" clId="{8CDEC62A-77CC-465D-903D-8E72C1B35C72}" dt="2023-02-06T10:56:51.175" v="20" actId="165"/>
          <ac:grpSpMkLst>
            <pc:docMk/>
            <pc:sldMk cId="3038443621" sldId="414"/>
            <ac:grpSpMk id="3" creationId="{B488A01D-7C1F-4B2F-16D4-DB732F36B12D}"/>
          </ac:grpSpMkLst>
        </pc:grpChg>
        <pc:grpChg chg="del mod topLvl">
          <ac:chgData name="Alexandre Quach" userId="03a3b9a4-365b-425e-bba9-a77346403bac" providerId="ADAL" clId="{8CDEC62A-77CC-465D-903D-8E72C1B35C72}" dt="2023-02-06T10:57:02.488" v="23" actId="478"/>
          <ac:grpSpMkLst>
            <pc:docMk/>
            <pc:sldMk cId="3038443621" sldId="414"/>
            <ac:grpSpMk id="4" creationId="{EEF1592F-310E-336A-6943-11F4F69109FB}"/>
          </ac:grpSpMkLst>
        </pc:grpChg>
        <pc:grpChg chg="mod topLvl">
          <ac:chgData name="Alexandre Quach" userId="03a3b9a4-365b-425e-bba9-a77346403bac" providerId="ADAL" clId="{8CDEC62A-77CC-465D-903D-8E72C1B35C72}" dt="2023-02-06T10:56:59.647" v="22" actId="1076"/>
          <ac:grpSpMkLst>
            <pc:docMk/>
            <pc:sldMk cId="3038443621" sldId="414"/>
            <ac:grpSpMk id="5" creationId="{FEC903ED-6BFF-D97A-AF6E-9491E24A6622}"/>
          </ac:grpSpMkLst>
        </pc:grpChg>
        <pc:grpChg chg="del mod topLvl">
          <ac:chgData name="Alexandre Quach" userId="03a3b9a4-365b-425e-bba9-a77346403bac" providerId="ADAL" clId="{8CDEC62A-77CC-465D-903D-8E72C1B35C72}" dt="2023-02-06T10:57:02.488" v="23" actId="478"/>
          <ac:grpSpMkLst>
            <pc:docMk/>
            <pc:sldMk cId="3038443621" sldId="414"/>
            <ac:grpSpMk id="6" creationId="{9C6D7FCF-D17A-3334-31A8-42B0834D96FD}"/>
          </ac:grpSpMkLst>
        </pc:grpChg>
        <pc:grpChg chg="mod topLvl">
          <ac:chgData name="Alexandre Quach" userId="03a3b9a4-365b-425e-bba9-a77346403bac" providerId="ADAL" clId="{8CDEC62A-77CC-465D-903D-8E72C1B35C72}" dt="2023-02-06T10:56:57.107" v="21" actId="1076"/>
          <ac:grpSpMkLst>
            <pc:docMk/>
            <pc:sldMk cId="3038443621" sldId="414"/>
            <ac:grpSpMk id="7" creationId="{5795EDFA-342B-84AE-2373-AA7D8EB190B5}"/>
          </ac:grpSpMkLst>
        </pc:grpChg>
        <pc:grpChg chg="del mod topLvl">
          <ac:chgData name="Alexandre Quach" userId="03a3b9a4-365b-425e-bba9-a77346403bac" providerId="ADAL" clId="{8CDEC62A-77CC-465D-903D-8E72C1B35C72}" dt="2023-02-06T10:57:02.488" v="23" actId="478"/>
          <ac:grpSpMkLst>
            <pc:docMk/>
            <pc:sldMk cId="3038443621" sldId="414"/>
            <ac:grpSpMk id="8" creationId="{94EA1E4B-242E-B5E3-EF90-B83354EB3C17}"/>
          </ac:grpSpMkLst>
        </pc:grpChg>
        <pc:grpChg chg="mod">
          <ac:chgData name="Alexandre Quach" userId="03a3b9a4-365b-425e-bba9-a77346403bac" providerId="ADAL" clId="{8CDEC62A-77CC-465D-903D-8E72C1B35C72}" dt="2023-02-06T10:56:51.175" v="20" actId="165"/>
          <ac:grpSpMkLst>
            <pc:docMk/>
            <pc:sldMk cId="3038443621" sldId="414"/>
            <ac:grpSpMk id="55" creationId="{0BCE20E9-F8B7-4D61-89EC-29744F42B196}"/>
          </ac:grpSpMkLst>
        </pc:grpChg>
        <pc:grpChg chg="mod">
          <ac:chgData name="Alexandre Quach" userId="03a3b9a4-365b-425e-bba9-a77346403bac" providerId="ADAL" clId="{8CDEC62A-77CC-465D-903D-8E72C1B35C72}" dt="2023-02-06T10:56:51.175" v="20" actId="165"/>
          <ac:grpSpMkLst>
            <pc:docMk/>
            <pc:sldMk cId="3038443621" sldId="414"/>
            <ac:grpSpMk id="56" creationId="{D5C62B7B-D13B-9AC4-C0DD-5A8B9A9DAD19}"/>
          </ac:grpSpMkLst>
        </pc:grpChg>
        <pc:grpChg chg="mod">
          <ac:chgData name="Alexandre Quach" userId="03a3b9a4-365b-425e-bba9-a77346403bac" providerId="ADAL" clId="{8CDEC62A-77CC-465D-903D-8E72C1B35C72}" dt="2023-02-06T10:56:51.175" v="20" actId="165"/>
          <ac:grpSpMkLst>
            <pc:docMk/>
            <pc:sldMk cId="3038443621" sldId="414"/>
            <ac:grpSpMk id="57" creationId="{3E136D5A-BFCE-76F0-3DEF-F465B7711637}"/>
          </ac:grpSpMkLst>
        </pc:grpChg>
        <pc:grpChg chg="mod">
          <ac:chgData name="Alexandre Quach" userId="03a3b9a4-365b-425e-bba9-a77346403bac" providerId="ADAL" clId="{8CDEC62A-77CC-465D-903D-8E72C1B35C72}" dt="2023-02-06T10:56:51.175" v="20" actId="165"/>
          <ac:grpSpMkLst>
            <pc:docMk/>
            <pc:sldMk cId="3038443621" sldId="414"/>
            <ac:grpSpMk id="58" creationId="{79366625-05DE-1542-C126-11CE8D867F34}"/>
          </ac:grpSpMkLst>
        </pc:grpChg>
        <pc:grpChg chg="mod">
          <ac:chgData name="Alexandre Quach" userId="03a3b9a4-365b-425e-bba9-a77346403bac" providerId="ADAL" clId="{8CDEC62A-77CC-465D-903D-8E72C1B35C72}" dt="2023-02-06T10:56:51.175" v="20" actId="165"/>
          <ac:grpSpMkLst>
            <pc:docMk/>
            <pc:sldMk cId="3038443621" sldId="414"/>
            <ac:grpSpMk id="59" creationId="{298BBDEF-D9B4-72EC-D171-8BFA0BC4E1FA}"/>
          </ac:grpSpMkLst>
        </pc:grpChg>
        <pc:grpChg chg="mod">
          <ac:chgData name="Alexandre Quach" userId="03a3b9a4-365b-425e-bba9-a77346403bac" providerId="ADAL" clId="{8CDEC62A-77CC-465D-903D-8E72C1B35C72}" dt="2023-02-06T10:56:51.175" v="20" actId="165"/>
          <ac:grpSpMkLst>
            <pc:docMk/>
            <pc:sldMk cId="3038443621" sldId="414"/>
            <ac:grpSpMk id="61" creationId="{D39E6BE2-ECC2-BFA8-E509-33584A3D79B8}"/>
          </ac:grpSpMkLst>
        </pc:grpChg>
        <pc:grpChg chg="mod">
          <ac:chgData name="Alexandre Quach" userId="03a3b9a4-365b-425e-bba9-a77346403bac" providerId="ADAL" clId="{8CDEC62A-77CC-465D-903D-8E72C1B35C72}" dt="2023-02-06T10:56:51.175" v="20" actId="165"/>
          <ac:grpSpMkLst>
            <pc:docMk/>
            <pc:sldMk cId="3038443621" sldId="414"/>
            <ac:grpSpMk id="102" creationId="{636BA081-24FC-F9CE-7E0E-A4BF4947BF7D}"/>
          </ac:grpSpMkLst>
        </pc:grpChg>
        <pc:grpChg chg="mod">
          <ac:chgData name="Alexandre Quach" userId="03a3b9a4-365b-425e-bba9-a77346403bac" providerId="ADAL" clId="{8CDEC62A-77CC-465D-903D-8E72C1B35C72}" dt="2023-02-06T10:56:51.175" v="20" actId="165"/>
          <ac:grpSpMkLst>
            <pc:docMk/>
            <pc:sldMk cId="3038443621" sldId="414"/>
            <ac:grpSpMk id="103" creationId="{4830DB24-6F98-704C-C2CC-B0E678AF01FD}"/>
          </ac:grpSpMkLst>
        </pc:grpChg>
        <pc:grpChg chg="mod">
          <ac:chgData name="Alexandre Quach" userId="03a3b9a4-365b-425e-bba9-a77346403bac" providerId="ADAL" clId="{8CDEC62A-77CC-465D-903D-8E72C1B35C72}" dt="2023-02-06T10:56:51.175" v="20" actId="165"/>
          <ac:grpSpMkLst>
            <pc:docMk/>
            <pc:sldMk cId="3038443621" sldId="414"/>
            <ac:grpSpMk id="104" creationId="{71E2AB09-B847-2B84-4793-0D09DC071BC0}"/>
          </ac:grpSpMkLst>
        </pc:grpChg>
        <pc:grpChg chg="mod">
          <ac:chgData name="Alexandre Quach" userId="03a3b9a4-365b-425e-bba9-a77346403bac" providerId="ADAL" clId="{8CDEC62A-77CC-465D-903D-8E72C1B35C72}" dt="2023-02-06T10:56:51.175" v="20" actId="165"/>
          <ac:grpSpMkLst>
            <pc:docMk/>
            <pc:sldMk cId="3038443621" sldId="414"/>
            <ac:grpSpMk id="118" creationId="{372A5D7D-1A4A-4145-8E05-EB198939C6A9}"/>
          </ac:grpSpMkLst>
        </pc:grpChg>
        <pc:grpChg chg="mod">
          <ac:chgData name="Alexandre Quach" userId="03a3b9a4-365b-425e-bba9-a77346403bac" providerId="ADAL" clId="{8CDEC62A-77CC-465D-903D-8E72C1B35C72}" dt="2023-02-06T10:56:51.175" v="20" actId="165"/>
          <ac:grpSpMkLst>
            <pc:docMk/>
            <pc:sldMk cId="3038443621" sldId="414"/>
            <ac:grpSpMk id="188" creationId="{46566184-3543-41A2-6E69-898B0693A649}"/>
          </ac:grpSpMkLst>
        </pc:grpChg>
        <pc:picChg chg="mod">
          <ac:chgData name="Alexandre Quach" userId="03a3b9a4-365b-425e-bba9-a77346403bac" providerId="ADAL" clId="{8CDEC62A-77CC-465D-903D-8E72C1B35C72}" dt="2023-02-06T10:56:51.175" v="20" actId="165"/>
          <ac:picMkLst>
            <pc:docMk/>
            <pc:sldMk cId="3038443621" sldId="414"/>
            <ac:picMk id="54" creationId="{BC87D652-9043-CB79-DE4F-DE4AC2C3E86D}"/>
          </ac:picMkLst>
        </pc:picChg>
        <pc:picChg chg="mod">
          <ac:chgData name="Alexandre Quach" userId="03a3b9a4-365b-425e-bba9-a77346403bac" providerId="ADAL" clId="{8CDEC62A-77CC-465D-903D-8E72C1B35C72}" dt="2023-02-06T10:56:51.175" v="20" actId="165"/>
          <ac:picMkLst>
            <pc:docMk/>
            <pc:sldMk cId="3038443621" sldId="414"/>
            <ac:picMk id="60" creationId="{149B8395-C429-1BD2-955F-557AB35616FE}"/>
          </ac:picMkLst>
        </pc:picChg>
        <pc:picChg chg="mod">
          <ac:chgData name="Alexandre Quach" userId="03a3b9a4-365b-425e-bba9-a77346403bac" providerId="ADAL" clId="{8CDEC62A-77CC-465D-903D-8E72C1B35C72}" dt="2023-02-06T10:56:51.175" v="20" actId="165"/>
          <ac:picMkLst>
            <pc:docMk/>
            <pc:sldMk cId="3038443621" sldId="414"/>
            <ac:picMk id="62" creationId="{5E6C2916-4A19-2603-18C1-EDB569E0FC5B}"/>
          </ac:picMkLst>
        </pc:picChg>
        <pc:picChg chg="mod">
          <ac:chgData name="Alexandre Quach" userId="03a3b9a4-365b-425e-bba9-a77346403bac" providerId="ADAL" clId="{8CDEC62A-77CC-465D-903D-8E72C1B35C72}" dt="2023-02-06T10:56:51.175" v="20" actId="165"/>
          <ac:picMkLst>
            <pc:docMk/>
            <pc:sldMk cId="3038443621" sldId="414"/>
            <ac:picMk id="72" creationId="{17CB8281-B549-DDD2-EDEC-9DD9F9E0C515}"/>
          </ac:picMkLst>
        </pc:picChg>
        <pc:picChg chg="mod">
          <ac:chgData name="Alexandre Quach" userId="03a3b9a4-365b-425e-bba9-a77346403bac" providerId="ADAL" clId="{8CDEC62A-77CC-465D-903D-8E72C1B35C72}" dt="2023-02-06T10:56:51.175" v="20" actId="165"/>
          <ac:picMkLst>
            <pc:docMk/>
            <pc:sldMk cId="3038443621" sldId="414"/>
            <ac:picMk id="73" creationId="{9378894A-5015-5BB7-8C27-68B0295332D6}"/>
          </ac:picMkLst>
        </pc:picChg>
        <pc:picChg chg="mod">
          <ac:chgData name="Alexandre Quach" userId="03a3b9a4-365b-425e-bba9-a77346403bac" providerId="ADAL" clId="{8CDEC62A-77CC-465D-903D-8E72C1B35C72}" dt="2023-02-06T10:56:51.175" v="20" actId="165"/>
          <ac:picMkLst>
            <pc:docMk/>
            <pc:sldMk cId="3038443621" sldId="414"/>
            <ac:picMk id="74" creationId="{63191A23-F107-BD62-A10B-3B498E6635BC}"/>
          </ac:picMkLst>
        </pc:picChg>
        <pc:picChg chg="mod">
          <ac:chgData name="Alexandre Quach" userId="03a3b9a4-365b-425e-bba9-a77346403bac" providerId="ADAL" clId="{8CDEC62A-77CC-465D-903D-8E72C1B35C72}" dt="2023-02-06T10:56:51.175" v="20" actId="165"/>
          <ac:picMkLst>
            <pc:docMk/>
            <pc:sldMk cId="3038443621" sldId="414"/>
            <ac:picMk id="76" creationId="{A5B4B522-E5AF-9AAB-8094-9E4590D10ADF}"/>
          </ac:picMkLst>
        </pc:picChg>
        <pc:picChg chg="mod">
          <ac:chgData name="Alexandre Quach" userId="03a3b9a4-365b-425e-bba9-a77346403bac" providerId="ADAL" clId="{8CDEC62A-77CC-465D-903D-8E72C1B35C72}" dt="2023-02-06T10:56:51.175" v="20" actId="165"/>
          <ac:picMkLst>
            <pc:docMk/>
            <pc:sldMk cId="3038443621" sldId="414"/>
            <ac:picMk id="78" creationId="{C33FC28B-E3DA-9541-321B-5A59AA7B3053}"/>
          </ac:picMkLst>
        </pc:picChg>
        <pc:picChg chg="mod">
          <ac:chgData name="Alexandre Quach" userId="03a3b9a4-365b-425e-bba9-a77346403bac" providerId="ADAL" clId="{8CDEC62A-77CC-465D-903D-8E72C1B35C72}" dt="2023-02-06T10:56:51.175" v="20" actId="165"/>
          <ac:picMkLst>
            <pc:docMk/>
            <pc:sldMk cId="3038443621" sldId="414"/>
            <ac:picMk id="80" creationId="{600E1952-FCBB-65A5-1A7A-D85B27C67903}"/>
          </ac:picMkLst>
        </pc:picChg>
        <pc:picChg chg="mod">
          <ac:chgData name="Alexandre Quach" userId="03a3b9a4-365b-425e-bba9-a77346403bac" providerId="ADAL" clId="{8CDEC62A-77CC-465D-903D-8E72C1B35C72}" dt="2023-02-06T10:56:51.175" v="20" actId="165"/>
          <ac:picMkLst>
            <pc:docMk/>
            <pc:sldMk cId="3038443621" sldId="414"/>
            <ac:picMk id="82" creationId="{BF7FE173-3A38-7B02-AA24-27B936E85805}"/>
          </ac:picMkLst>
        </pc:picChg>
        <pc:picChg chg="mod">
          <ac:chgData name="Alexandre Quach" userId="03a3b9a4-365b-425e-bba9-a77346403bac" providerId="ADAL" clId="{8CDEC62A-77CC-465D-903D-8E72C1B35C72}" dt="2023-02-06T10:56:51.175" v="20" actId="165"/>
          <ac:picMkLst>
            <pc:docMk/>
            <pc:sldMk cId="3038443621" sldId="414"/>
            <ac:picMk id="84" creationId="{3AB8E9AF-6293-A7E4-4BD1-D8C6B7549D8B}"/>
          </ac:picMkLst>
        </pc:picChg>
        <pc:picChg chg="mod">
          <ac:chgData name="Alexandre Quach" userId="03a3b9a4-365b-425e-bba9-a77346403bac" providerId="ADAL" clId="{8CDEC62A-77CC-465D-903D-8E72C1B35C72}" dt="2023-02-06T10:56:51.175" v="20" actId="165"/>
          <ac:picMkLst>
            <pc:docMk/>
            <pc:sldMk cId="3038443621" sldId="414"/>
            <ac:picMk id="86" creationId="{0E403D6F-215B-A514-FDE0-248ECE92D841}"/>
          </ac:picMkLst>
        </pc:picChg>
        <pc:picChg chg="mod">
          <ac:chgData name="Alexandre Quach" userId="03a3b9a4-365b-425e-bba9-a77346403bac" providerId="ADAL" clId="{8CDEC62A-77CC-465D-903D-8E72C1B35C72}" dt="2023-02-06T10:56:51.175" v="20" actId="165"/>
          <ac:picMkLst>
            <pc:docMk/>
            <pc:sldMk cId="3038443621" sldId="414"/>
            <ac:picMk id="87" creationId="{E84489B3-693D-6427-DCD5-AEBFC71E3C08}"/>
          </ac:picMkLst>
        </pc:picChg>
        <pc:picChg chg="mod">
          <ac:chgData name="Alexandre Quach" userId="03a3b9a4-365b-425e-bba9-a77346403bac" providerId="ADAL" clId="{8CDEC62A-77CC-465D-903D-8E72C1B35C72}" dt="2023-02-06T10:56:51.175" v="20" actId="165"/>
          <ac:picMkLst>
            <pc:docMk/>
            <pc:sldMk cId="3038443621" sldId="414"/>
            <ac:picMk id="105" creationId="{4E02EF8A-F54D-E6DB-2448-4AD86CC75F80}"/>
          </ac:picMkLst>
        </pc:picChg>
        <pc:picChg chg="mod">
          <ac:chgData name="Alexandre Quach" userId="03a3b9a4-365b-425e-bba9-a77346403bac" providerId="ADAL" clId="{8CDEC62A-77CC-465D-903D-8E72C1B35C72}" dt="2023-02-06T10:56:51.175" v="20" actId="165"/>
          <ac:picMkLst>
            <pc:docMk/>
            <pc:sldMk cId="3038443621" sldId="414"/>
            <ac:picMk id="119" creationId="{3AA39237-849B-463C-912B-6875138C3D75}"/>
          </ac:picMkLst>
        </pc:picChg>
        <pc:picChg chg="mod">
          <ac:chgData name="Alexandre Quach" userId="03a3b9a4-365b-425e-bba9-a77346403bac" providerId="ADAL" clId="{8CDEC62A-77CC-465D-903D-8E72C1B35C72}" dt="2023-02-06T10:56:51.175" v="20" actId="165"/>
          <ac:picMkLst>
            <pc:docMk/>
            <pc:sldMk cId="3038443621" sldId="414"/>
            <ac:picMk id="120" creationId="{3D41E86E-5298-6C84-B6F9-4938F356A078}"/>
          </ac:picMkLst>
        </pc:picChg>
        <pc:picChg chg="mod">
          <ac:chgData name="Alexandre Quach" userId="03a3b9a4-365b-425e-bba9-a77346403bac" providerId="ADAL" clId="{8CDEC62A-77CC-465D-903D-8E72C1B35C72}" dt="2023-02-06T10:56:51.175" v="20" actId="165"/>
          <ac:picMkLst>
            <pc:docMk/>
            <pc:sldMk cId="3038443621" sldId="414"/>
            <ac:picMk id="121" creationId="{8AB92D94-FA37-6635-F283-BC5F7708CCB1}"/>
          </ac:picMkLst>
        </pc:picChg>
        <pc:picChg chg="mod">
          <ac:chgData name="Alexandre Quach" userId="03a3b9a4-365b-425e-bba9-a77346403bac" providerId="ADAL" clId="{8CDEC62A-77CC-465D-903D-8E72C1B35C72}" dt="2023-02-06T10:56:51.175" v="20" actId="165"/>
          <ac:picMkLst>
            <pc:docMk/>
            <pc:sldMk cId="3038443621" sldId="414"/>
            <ac:picMk id="123" creationId="{A9D62342-BEB6-C92B-15A0-1776B0FFE6F7}"/>
          </ac:picMkLst>
        </pc:picChg>
        <pc:cxnChg chg="mod">
          <ac:chgData name="Alexandre Quach" userId="03a3b9a4-365b-425e-bba9-a77346403bac" providerId="ADAL" clId="{8CDEC62A-77CC-465D-903D-8E72C1B35C72}" dt="2023-02-06T10:57:02.488" v="23" actId="478"/>
          <ac:cxnSpMkLst>
            <pc:docMk/>
            <pc:sldMk cId="3038443621" sldId="414"/>
            <ac:cxnSpMk id="36" creationId="{ACCDAEE2-58DC-10CA-5BA8-5D3B04324FEE}"/>
          </ac:cxnSpMkLst>
        </pc:cxnChg>
        <pc:cxnChg chg="mod">
          <ac:chgData name="Alexandre Quach" userId="03a3b9a4-365b-425e-bba9-a77346403bac" providerId="ADAL" clId="{8CDEC62A-77CC-465D-903D-8E72C1B35C72}" dt="2023-02-06T10:57:02.488" v="23" actId="478"/>
          <ac:cxnSpMkLst>
            <pc:docMk/>
            <pc:sldMk cId="3038443621" sldId="414"/>
            <ac:cxnSpMk id="37" creationId="{F6BE7B02-410B-BB69-8051-B5EC1E461C7F}"/>
          </ac:cxnSpMkLst>
        </pc:cxnChg>
        <pc:cxnChg chg="mod">
          <ac:chgData name="Alexandre Quach" userId="03a3b9a4-365b-425e-bba9-a77346403bac" providerId="ADAL" clId="{8CDEC62A-77CC-465D-903D-8E72C1B35C72}" dt="2023-02-06T10:57:02.488" v="23" actId="478"/>
          <ac:cxnSpMkLst>
            <pc:docMk/>
            <pc:sldMk cId="3038443621" sldId="414"/>
            <ac:cxnSpMk id="38" creationId="{86EF18D4-3E7F-B7FF-8E62-7E8144C79EBF}"/>
          </ac:cxnSpMkLst>
        </pc:cxnChg>
        <pc:cxnChg chg="mod">
          <ac:chgData name="Alexandre Quach" userId="03a3b9a4-365b-425e-bba9-a77346403bac" providerId="ADAL" clId="{8CDEC62A-77CC-465D-903D-8E72C1B35C72}" dt="2023-02-06T10:57:02.488" v="23" actId="478"/>
          <ac:cxnSpMkLst>
            <pc:docMk/>
            <pc:sldMk cId="3038443621" sldId="414"/>
            <ac:cxnSpMk id="39" creationId="{B5D8B2CA-DCF3-F953-F18E-330B22BECEBB}"/>
          </ac:cxnSpMkLst>
        </pc:cxnChg>
        <pc:cxnChg chg="mod">
          <ac:chgData name="Alexandre Quach" userId="03a3b9a4-365b-425e-bba9-a77346403bac" providerId="ADAL" clId="{8CDEC62A-77CC-465D-903D-8E72C1B35C72}" dt="2023-02-06T10:57:02.488" v="23" actId="478"/>
          <ac:cxnSpMkLst>
            <pc:docMk/>
            <pc:sldMk cId="3038443621" sldId="414"/>
            <ac:cxnSpMk id="40" creationId="{2B44E6DB-8E7B-D0EC-08BB-D2BF4859D2C5}"/>
          </ac:cxnSpMkLst>
        </pc:cxnChg>
        <pc:cxnChg chg="mod">
          <ac:chgData name="Alexandre Quach" userId="03a3b9a4-365b-425e-bba9-a77346403bac" providerId="ADAL" clId="{8CDEC62A-77CC-465D-903D-8E72C1B35C72}" dt="2023-02-06T10:57:02.488" v="23" actId="478"/>
          <ac:cxnSpMkLst>
            <pc:docMk/>
            <pc:sldMk cId="3038443621" sldId="414"/>
            <ac:cxnSpMk id="41" creationId="{B0BD8321-F0A6-0571-FA95-5A65060DC1AD}"/>
          </ac:cxnSpMkLst>
        </pc:cxnChg>
        <pc:cxnChg chg="mod">
          <ac:chgData name="Alexandre Quach" userId="03a3b9a4-365b-425e-bba9-a77346403bac" providerId="ADAL" clId="{8CDEC62A-77CC-465D-903D-8E72C1B35C72}" dt="2023-02-06T10:57:02.488" v="23" actId="478"/>
          <ac:cxnSpMkLst>
            <pc:docMk/>
            <pc:sldMk cId="3038443621" sldId="414"/>
            <ac:cxnSpMk id="42" creationId="{669CB765-7003-953A-E349-59A4113AAC08}"/>
          </ac:cxnSpMkLst>
        </pc:cxnChg>
        <pc:cxnChg chg="mod">
          <ac:chgData name="Alexandre Quach" userId="03a3b9a4-365b-425e-bba9-a77346403bac" providerId="ADAL" clId="{8CDEC62A-77CC-465D-903D-8E72C1B35C72}" dt="2023-02-06T10:57:02.488" v="23" actId="478"/>
          <ac:cxnSpMkLst>
            <pc:docMk/>
            <pc:sldMk cId="3038443621" sldId="414"/>
            <ac:cxnSpMk id="43" creationId="{29320352-226B-B8D4-8FEE-B21463CF4455}"/>
          </ac:cxnSpMkLst>
        </pc:cxnChg>
        <pc:cxnChg chg="mod">
          <ac:chgData name="Alexandre Quach" userId="03a3b9a4-365b-425e-bba9-a77346403bac" providerId="ADAL" clId="{8CDEC62A-77CC-465D-903D-8E72C1B35C72}" dt="2023-02-06T10:57:02.488" v="23" actId="478"/>
          <ac:cxnSpMkLst>
            <pc:docMk/>
            <pc:sldMk cId="3038443621" sldId="414"/>
            <ac:cxnSpMk id="44" creationId="{9CD5DDAB-BC96-92E3-0066-98E709769D1C}"/>
          </ac:cxnSpMkLst>
        </pc:cxnChg>
        <pc:cxnChg chg="mod">
          <ac:chgData name="Alexandre Quach" userId="03a3b9a4-365b-425e-bba9-a77346403bac" providerId="ADAL" clId="{8CDEC62A-77CC-465D-903D-8E72C1B35C72}" dt="2023-02-06T10:57:02.488" v="23" actId="478"/>
          <ac:cxnSpMkLst>
            <pc:docMk/>
            <pc:sldMk cId="3038443621" sldId="414"/>
            <ac:cxnSpMk id="45" creationId="{F68ACD7D-3A1D-454F-D8E8-ABDCC9D216E4}"/>
          </ac:cxnSpMkLst>
        </pc:cxnChg>
        <pc:cxnChg chg="mod">
          <ac:chgData name="Alexandre Quach" userId="03a3b9a4-365b-425e-bba9-a77346403bac" providerId="ADAL" clId="{8CDEC62A-77CC-465D-903D-8E72C1B35C72}" dt="2023-02-06T10:57:02.488" v="23" actId="478"/>
          <ac:cxnSpMkLst>
            <pc:docMk/>
            <pc:sldMk cId="3038443621" sldId="414"/>
            <ac:cxnSpMk id="46" creationId="{45239F4D-A646-BB15-8CD8-6BC98B40606D}"/>
          </ac:cxnSpMkLst>
        </pc:cxnChg>
        <pc:cxnChg chg="mod">
          <ac:chgData name="Alexandre Quach" userId="03a3b9a4-365b-425e-bba9-a77346403bac" providerId="ADAL" clId="{8CDEC62A-77CC-465D-903D-8E72C1B35C72}" dt="2023-02-06T10:57:02.488" v="23" actId="478"/>
          <ac:cxnSpMkLst>
            <pc:docMk/>
            <pc:sldMk cId="3038443621" sldId="414"/>
            <ac:cxnSpMk id="47" creationId="{CAEF0311-B497-69D8-B209-D2DCD1E18000}"/>
          </ac:cxnSpMkLst>
        </pc:cxnChg>
        <pc:cxnChg chg="mod">
          <ac:chgData name="Alexandre Quach" userId="03a3b9a4-365b-425e-bba9-a77346403bac" providerId="ADAL" clId="{8CDEC62A-77CC-465D-903D-8E72C1B35C72}" dt="2023-02-06T10:57:02.488" v="23" actId="478"/>
          <ac:cxnSpMkLst>
            <pc:docMk/>
            <pc:sldMk cId="3038443621" sldId="414"/>
            <ac:cxnSpMk id="48" creationId="{DFF26DCC-7C58-2434-D4BC-1387586D141D}"/>
          </ac:cxnSpMkLst>
        </pc:cxnChg>
        <pc:cxnChg chg="mod">
          <ac:chgData name="Alexandre Quach" userId="03a3b9a4-365b-425e-bba9-a77346403bac" providerId="ADAL" clId="{8CDEC62A-77CC-465D-903D-8E72C1B35C72}" dt="2023-02-06T10:57:02.488" v="23" actId="478"/>
          <ac:cxnSpMkLst>
            <pc:docMk/>
            <pc:sldMk cId="3038443621" sldId="414"/>
            <ac:cxnSpMk id="50" creationId="{34395576-F323-B4EA-840F-C242E02C2A5E}"/>
          </ac:cxnSpMkLst>
        </pc:cxnChg>
        <pc:cxnChg chg="mod">
          <ac:chgData name="Alexandre Quach" userId="03a3b9a4-365b-425e-bba9-a77346403bac" providerId="ADAL" clId="{8CDEC62A-77CC-465D-903D-8E72C1B35C72}" dt="2023-02-06T10:57:02.488" v="23" actId="478"/>
          <ac:cxnSpMkLst>
            <pc:docMk/>
            <pc:sldMk cId="3038443621" sldId="414"/>
            <ac:cxnSpMk id="52" creationId="{EC307B75-88E9-804E-DC37-0D04B6BC9BB3}"/>
          </ac:cxnSpMkLst>
        </pc:cxnChg>
      </pc:sldChg>
      <pc:sldChg chg="modSp mod">
        <pc:chgData name="Alexandre Quach" userId="03a3b9a4-365b-425e-bba9-a77346403bac" providerId="ADAL" clId="{8CDEC62A-77CC-465D-903D-8E72C1B35C72}" dt="2023-02-06T10:55:59.996" v="17" actId="20577"/>
        <pc:sldMkLst>
          <pc:docMk/>
          <pc:sldMk cId="1586157781" sldId="435"/>
        </pc:sldMkLst>
        <pc:spChg chg="mod">
          <ac:chgData name="Alexandre Quach" userId="03a3b9a4-365b-425e-bba9-a77346403bac" providerId="ADAL" clId="{8CDEC62A-77CC-465D-903D-8E72C1B35C72}" dt="2023-02-06T10:55:59.996" v="17" actId="20577"/>
          <ac:spMkLst>
            <pc:docMk/>
            <pc:sldMk cId="1586157781" sldId="435"/>
            <ac:spMk id="3" creationId="{2799DF39-24AC-F201-F116-87E86D6EE6A2}"/>
          </ac:spMkLst>
        </pc:spChg>
      </pc:sldChg>
    </pc:docChg>
  </pc:docChgLst>
  <pc:docChgLst>
    <pc:chgData name="Thomas Froment" userId="4d47d833-7bbe-4dd6-859d-dcdc79e00258" providerId="ADAL" clId="{2631CF1C-468A-4DF5-9326-63C08A348529}"/>
    <pc:docChg chg="custSel modSld">
      <pc:chgData name="Thomas Froment" userId="4d47d833-7bbe-4dd6-859d-dcdc79e00258" providerId="ADAL" clId="{2631CF1C-468A-4DF5-9326-63C08A348529}" dt="2022-12-01T20:41:04.244" v="183" actId="404"/>
      <pc:docMkLst>
        <pc:docMk/>
      </pc:docMkLst>
      <pc:sldChg chg="modSp mod">
        <pc:chgData name="Thomas Froment" userId="4d47d833-7bbe-4dd6-859d-dcdc79e00258" providerId="ADAL" clId="{2631CF1C-468A-4DF5-9326-63C08A348529}" dt="2022-12-01T19:55:19.319" v="94" actId="20577"/>
        <pc:sldMkLst>
          <pc:docMk/>
          <pc:sldMk cId="348297184" sldId="371"/>
        </pc:sldMkLst>
        <pc:spChg chg="mod">
          <ac:chgData name="Thomas Froment" userId="4d47d833-7bbe-4dd6-859d-dcdc79e00258" providerId="ADAL" clId="{2631CF1C-468A-4DF5-9326-63C08A348529}" dt="2022-12-01T19:55:19.319" v="94" actId="20577"/>
          <ac:spMkLst>
            <pc:docMk/>
            <pc:sldMk cId="348297184" sldId="371"/>
            <ac:spMk id="2" creationId="{74FD8270-C5BD-4C95-919E-846BFBD95020}"/>
          </ac:spMkLst>
        </pc:spChg>
      </pc:sldChg>
      <pc:sldChg chg="modSp mod">
        <pc:chgData name="Thomas Froment" userId="4d47d833-7bbe-4dd6-859d-dcdc79e00258" providerId="ADAL" clId="{2631CF1C-468A-4DF5-9326-63C08A348529}" dt="2022-12-01T19:54:57.544" v="64" actId="20577"/>
        <pc:sldMkLst>
          <pc:docMk/>
          <pc:sldMk cId="4289724254" sldId="372"/>
        </pc:sldMkLst>
        <pc:spChg chg="mod">
          <ac:chgData name="Thomas Froment" userId="4d47d833-7bbe-4dd6-859d-dcdc79e00258" providerId="ADAL" clId="{2631CF1C-468A-4DF5-9326-63C08A348529}" dt="2022-12-01T19:54:57.544" v="64" actId="20577"/>
          <ac:spMkLst>
            <pc:docMk/>
            <pc:sldMk cId="4289724254" sldId="372"/>
            <ac:spMk id="2" creationId="{74FD8270-C5BD-4C95-919E-846BFBD95020}"/>
          </ac:spMkLst>
        </pc:spChg>
      </pc:sldChg>
      <pc:sldChg chg="modSp mod">
        <pc:chgData name="Thomas Froment" userId="4d47d833-7bbe-4dd6-859d-dcdc79e00258" providerId="ADAL" clId="{2631CF1C-468A-4DF5-9326-63C08A348529}" dt="2022-12-01T19:54:43.502" v="51" actId="20577"/>
        <pc:sldMkLst>
          <pc:docMk/>
          <pc:sldMk cId="471399303" sldId="373"/>
        </pc:sldMkLst>
        <pc:spChg chg="mod">
          <ac:chgData name="Thomas Froment" userId="4d47d833-7bbe-4dd6-859d-dcdc79e00258" providerId="ADAL" clId="{2631CF1C-468A-4DF5-9326-63C08A348529}" dt="2022-12-01T19:54:43.502" v="51" actId="20577"/>
          <ac:spMkLst>
            <pc:docMk/>
            <pc:sldMk cId="471399303" sldId="373"/>
            <ac:spMk id="2" creationId="{D071508F-00B6-48EB-9E05-2CF3767E59FF}"/>
          </ac:spMkLst>
        </pc:spChg>
      </pc:sldChg>
      <pc:sldChg chg="modSp mod">
        <pc:chgData name="Thomas Froment" userId="4d47d833-7bbe-4dd6-859d-dcdc79e00258" providerId="ADAL" clId="{2631CF1C-468A-4DF5-9326-63C08A348529}" dt="2022-12-01T19:54:18.334" v="42" actId="20577"/>
        <pc:sldMkLst>
          <pc:docMk/>
          <pc:sldMk cId="2545377066" sldId="377"/>
        </pc:sldMkLst>
        <pc:spChg chg="mod">
          <ac:chgData name="Thomas Froment" userId="4d47d833-7bbe-4dd6-859d-dcdc79e00258" providerId="ADAL" clId="{2631CF1C-468A-4DF5-9326-63C08A348529}" dt="2022-12-01T19:54:18.334" v="42" actId="20577"/>
          <ac:spMkLst>
            <pc:docMk/>
            <pc:sldMk cId="2545377066" sldId="377"/>
            <ac:spMk id="2" creationId="{D071508F-00B6-48EB-9E05-2CF3767E59FF}"/>
          </ac:spMkLst>
        </pc:spChg>
      </pc:sldChg>
      <pc:sldChg chg="modSp mod">
        <pc:chgData name="Thomas Froment" userId="4d47d833-7bbe-4dd6-859d-dcdc79e00258" providerId="ADAL" clId="{2631CF1C-468A-4DF5-9326-63C08A348529}" dt="2022-12-01T19:56:28.641" v="125" actId="207"/>
        <pc:sldMkLst>
          <pc:docMk/>
          <pc:sldMk cId="3038443621" sldId="414"/>
        </pc:sldMkLst>
        <pc:spChg chg="mod">
          <ac:chgData name="Thomas Froment" userId="4d47d833-7bbe-4dd6-859d-dcdc79e00258" providerId="ADAL" clId="{2631CF1C-468A-4DF5-9326-63C08A348529}" dt="2022-12-01T19:56:28.641" v="125" actId="207"/>
          <ac:spMkLst>
            <pc:docMk/>
            <pc:sldMk cId="3038443621" sldId="414"/>
            <ac:spMk id="33" creationId="{CC659D1E-70C9-47BC-8377-632F08CFA179}"/>
          </ac:spMkLst>
        </pc:spChg>
      </pc:sldChg>
      <pc:sldChg chg="modSp mod">
        <pc:chgData name="Thomas Froment" userId="4d47d833-7bbe-4dd6-859d-dcdc79e00258" providerId="ADAL" clId="{2631CF1C-468A-4DF5-9326-63C08A348529}" dt="2022-12-01T19:57:14.096" v="152" actId="20577"/>
        <pc:sldMkLst>
          <pc:docMk/>
          <pc:sldMk cId="2302570577" sldId="434"/>
        </pc:sldMkLst>
        <pc:spChg chg="mod">
          <ac:chgData name="Thomas Froment" userId="4d47d833-7bbe-4dd6-859d-dcdc79e00258" providerId="ADAL" clId="{2631CF1C-468A-4DF5-9326-63C08A348529}" dt="2022-12-01T19:57:14.096" v="152" actId="20577"/>
          <ac:spMkLst>
            <pc:docMk/>
            <pc:sldMk cId="2302570577" sldId="434"/>
            <ac:spMk id="2" creationId="{11ECCB97-E1FB-5BE9-10D5-2031E5DEB862}"/>
          </ac:spMkLst>
        </pc:spChg>
      </pc:sldChg>
      <pc:sldChg chg="modSp mod">
        <pc:chgData name="Thomas Froment" userId="4d47d833-7bbe-4dd6-859d-dcdc79e00258" providerId="ADAL" clId="{2631CF1C-468A-4DF5-9326-63C08A348529}" dt="2022-12-01T19:55:58.762" v="122" actId="20577"/>
        <pc:sldMkLst>
          <pc:docMk/>
          <pc:sldMk cId="2145024260" sldId="438"/>
        </pc:sldMkLst>
        <pc:spChg chg="mod">
          <ac:chgData name="Thomas Froment" userId="4d47d833-7bbe-4dd6-859d-dcdc79e00258" providerId="ADAL" clId="{2631CF1C-468A-4DF5-9326-63C08A348529}" dt="2022-12-01T19:55:58.762" v="122" actId="20577"/>
          <ac:spMkLst>
            <pc:docMk/>
            <pc:sldMk cId="2145024260" sldId="438"/>
            <ac:spMk id="9" creationId="{79243726-82BA-3A75-5E48-950689BED291}"/>
          </ac:spMkLst>
        </pc:spChg>
      </pc:sldChg>
      <pc:sldChg chg="modSp mod">
        <pc:chgData name="Thomas Froment" userId="4d47d833-7bbe-4dd6-859d-dcdc79e00258" providerId="ADAL" clId="{2631CF1C-468A-4DF5-9326-63C08A348529}" dt="2022-12-01T20:12:43.302" v="156" actId="404"/>
        <pc:sldMkLst>
          <pc:docMk/>
          <pc:sldMk cId="3827522025" sldId="471"/>
        </pc:sldMkLst>
        <pc:spChg chg="mod">
          <ac:chgData name="Thomas Froment" userId="4d47d833-7bbe-4dd6-859d-dcdc79e00258" providerId="ADAL" clId="{2631CF1C-468A-4DF5-9326-63C08A348529}" dt="2022-12-01T20:12:43.302" v="156" actId="404"/>
          <ac:spMkLst>
            <pc:docMk/>
            <pc:sldMk cId="3827522025" sldId="471"/>
            <ac:spMk id="31" creationId="{AF5F731A-AE9E-4C4A-BEE8-8E063CFB997B}"/>
          </ac:spMkLst>
        </pc:spChg>
      </pc:sldChg>
      <pc:sldChg chg="modSp mod">
        <pc:chgData name="Thomas Froment" userId="4d47d833-7bbe-4dd6-859d-dcdc79e00258" providerId="ADAL" clId="{2631CF1C-468A-4DF5-9326-63C08A348529}" dt="2022-12-01T20:41:04.244" v="183" actId="404"/>
        <pc:sldMkLst>
          <pc:docMk/>
          <pc:sldMk cId="3868840918" sldId="473"/>
        </pc:sldMkLst>
        <pc:spChg chg="mod">
          <ac:chgData name="Thomas Froment" userId="4d47d833-7bbe-4dd6-859d-dcdc79e00258" providerId="ADAL" clId="{2631CF1C-468A-4DF5-9326-63C08A348529}" dt="2022-12-01T20:41:04.244" v="183" actId="404"/>
          <ac:spMkLst>
            <pc:docMk/>
            <pc:sldMk cId="3868840918" sldId="473"/>
            <ac:spMk id="7" creationId="{8BBD3EE4-A57A-4AAE-954B-B34DFD9EA2E3}"/>
          </ac:spMkLst>
        </pc:spChg>
        <pc:spChg chg="mod">
          <ac:chgData name="Thomas Froment" userId="4d47d833-7bbe-4dd6-859d-dcdc79e00258" providerId="ADAL" clId="{2631CF1C-468A-4DF5-9326-63C08A348529}" dt="2022-12-01T20:41:00.188" v="180" actId="404"/>
          <ac:spMkLst>
            <pc:docMk/>
            <pc:sldMk cId="3868840918" sldId="473"/>
            <ac:spMk id="10" creationId="{78B8CD5E-B9CB-494F-B964-6B0FEE9E7AC6}"/>
          </ac:spMkLst>
        </pc:spChg>
        <pc:spChg chg="mod">
          <ac:chgData name="Thomas Froment" userId="4d47d833-7bbe-4dd6-859d-dcdc79e00258" providerId="ADAL" clId="{2631CF1C-468A-4DF5-9326-63C08A348529}" dt="2022-12-01T20:40:56.660" v="178" actId="404"/>
          <ac:spMkLst>
            <pc:docMk/>
            <pc:sldMk cId="3868840918" sldId="473"/>
            <ac:spMk id="15" creationId="{C830FD39-8721-4708-A014-2FD97F26EDFD}"/>
          </ac:spMkLst>
        </pc:spChg>
        <pc:spChg chg="mod">
          <ac:chgData name="Thomas Froment" userId="4d47d833-7bbe-4dd6-859d-dcdc79e00258" providerId="ADAL" clId="{2631CF1C-468A-4DF5-9326-63C08A348529}" dt="2022-12-01T20:40:50.956" v="176" actId="404"/>
          <ac:spMkLst>
            <pc:docMk/>
            <pc:sldMk cId="3868840918" sldId="473"/>
            <ac:spMk id="20" creationId="{26408BAC-151A-4937-8139-07370AEB2B17}"/>
          </ac:spMkLst>
        </pc:spChg>
        <pc:spChg chg="mod">
          <ac:chgData name="Thomas Froment" userId="4d47d833-7bbe-4dd6-859d-dcdc79e00258" providerId="ADAL" clId="{2631CF1C-468A-4DF5-9326-63C08A348529}" dt="2022-12-01T20:40:42.868" v="173" actId="20577"/>
          <ac:spMkLst>
            <pc:docMk/>
            <pc:sldMk cId="3868840918" sldId="473"/>
            <ac:spMk id="24" creationId="{24BAB7B8-4BC0-8943-594B-C8AD3EDBCB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06/02/2023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48</a:t>
            </a:fld>
            <a:endParaRPr lang="fr-FR"/>
          </a:p>
        </p:txBody>
      </p:sp>
    </p:spTree>
    <p:extLst>
      <p:ext uri="{BB962C8B-B14F-4D97-AF65-F5344CB8AC3E}">
        <p14:creationId xmlns:p14="http://schemas.microsoft.com/office/powerpoint/2010/main" val="449345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06/02/2023</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hyperlink" Target="https://www.komyu.io/"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4" name="Image 3" descr="Une image contenant texte, clipart&#10;&#10;Description générée automatiquement">
            <a:extLst>
              <a:ext uri="{FF2B5EF4-FFF2-40B4-BE49-F238E27FC236}">
                <a16:creationId xmlns:a16="http://schemas.microsoft.com/office/drawing/2014/main" id="{06CA5127-003E-5E69-32D8-542FCCA2D24E}"/>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1357" y="6579204"/>
            <a:ext cx="614777" cy="222893"/>
          </a:xfrm>
          <a:prstGeom prst="rect">
            <a:avLst/>
          </a:prstGeom>
        </p:spPr>
      </p:pic>
      <p:pic>
        <p:nvPicPr>
          <p:cNvPr id="5" name="Image 4" descr="Une image contenant texte, clipart&#10;&#10;Description générée automatiquement">
            <a:hlinkClick r:id="rId16"/>
            <a:extLst>
              <a:ext uri="{FF2B5EF4-FFF2-40B4-BE49-F238E27FC236}">
                <a16:creationId xmlns:a16="http://schemas.microsoft.com/office/drawing/2014/main" id="{AC26E29C-3299-39A0-DAE6-EFEC727EA390}"/>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1290852" y="6485110"/>
            <a:ext cx="901148" cy="372889"/>
          </a:xfrm>
          <a:prstGeom prst="rect">
            <a:avLst/>
          </a:prstGeom>
        </p:spPr>
      </p:pic>
      <p:pic>
        <p:nvPicPr>
          <p:cNvPr id="6" name="Image 5">
            <a:extLst>
              <a:ext uri="{FF2B5EF4-FFF2-40B4-BE49-F238E27FC236}">
                <a16:creationId xmlns:a16="http://schemas.microsoft.com/office/drawing/2014/main" id="{215922B1-4925-666C-3AEC-02B3B5E46448}"/>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4081" y="6505021"/>
            <a:ext cx="736056" cy="333065"/>
          </a:xfrm>
          <a:prstGeom prst="rect">
            <a:avLst/>
          </a:prstGeom>
        </p:spPr>
      </p:pic>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2.xml.rels><?xml version="1.0" encoding="UTF-8" standalone="yes"?>
<Relationships xmlns="http://schemas.openxmlformats.org/package/2006/relationships"><Relationship Id="rId8" Type="http://schemas.openxmlformats.org/officeDocument/2006/relationships/slide" Target="slide45.xml"/><Relationship Id="rId3" Type="http://schemas.openxmlformats.org/officeDocument/2006/relationships/slide" Target="slide11.xml"/><Relationship Id="rId7" Type="http://schemas.openxmlformats.org/officeDocument/2006/relationships/slide" Target="slide40.xml"/><Relationship Id="rId12" Type="http://schemas.openxmlformats.org/officeDocument/2006/relationships/slide" Target="slide92.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33.xml"/><Relationship Id="rId11" Type="http://schemas.openxmlformats.org/officeDocument/2006/relationships/slide" Target="slide87.xml"/><Relationship Id="rId5" Type="http://schemas.openxmlformats.org/officeDocument/2006/relationships/slide" Target="slide28.xml"/><Relationship Id="rId10" Type="http://schemas.openxmlformats.org/officeDocument/2006/relationships/slide" Target="slide61.xml"/><Relationship Id="rId4" Type="http://schemas.openxmlformats.org/officeDocument/2006/relationships/slide" Target="slide18.xml"/><Relationship Id="rId9" Type="http://schemas.openxmlformats.org/officeDocument/2006/relationships/slide" Target="slide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svg"/><Relationship Id="rId18" Type="http://schemas.openxmlformats.org/officeDocument/2006/relationships/image" Target="../media/image6.png"/><Relationship Id="rId26" Type="http://schemas.openxmlformats.org/officeDocument/2006/relationships/image" Target="../media/image14.png"/><Relationship Id="rId3" Type="http://schemas.openxmlformats.org/officeDocument/2006/relationships/image" Target="../media/image33.svg"/><Relationship Id="rId21" Type="http://schemas.openxmlformats.org/officeDocument/2006/relationships/image" Target="../media/image9.svg"/><Relationship Id="rId7" Type="http://schemas.openxmlformats.org/officeDocument/2006/relationships/image" Target="../media/image37.svg"/><Relationship Id="rId12" Type="http://schemas.openxmlformats.org/officeDocument/2006/relationships/image" Target="../media/image42.png"/><Relationship Id="rId17" Type="http://schemas.openxmlformats.org/officeDocument/2006/relationships/image" Target="../media/image5.svg"/><Relationship Id="rId25" Type="http://schemas.openxmlformats.org/officeDocument/2006/relationships/image" Target="../media/image13.svg"/><Relationship Id="rId2" Type="http://schemas.openxmlformats.org/officeDocument/2006/relationships/image" Target="../media/image32.png"/><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svg"/><Relationship Id="rId24" Type="http://schemas.openxmlformats.org/officeDocument/2006/relationships/image" Target="../media/image12.png"/><Relationship Id="rId5" Type="http://schemas.openxmlformats.org/officeDocument/2006/relationships/image" Target="../media/image35.svg"/><Relationship Id="rId15" Type="http://schemas.openxmlformats.org/officeDocument/2006/relationships/image" Target="../media/image45.svg"/><Relationship Id="rId23" Type="http://schemas.openxmlformats.org/officeDocument/2006/relationships/image" Target="../media/image11.svg"/><Relationship Id="rId10" Type="http://schemas.openxmlformats.org/officeDocument/2006/relationships/image" Target="../media/image40.png"/><Relationship Id="rId19" Type="http://schemas.openxmlformats.org/officeDocument/2006/relationships/image" Target="../media/image7.svg"/><Relationship Id="rId4" Type="http://schemas.openxmlformats.org/officeDocument/2006/relationships/image" Target="../media/image34.png"/><Relationship Id="rId9" Type="http://schemas.openxmlformats.org/officeDocument/2006/relationships/image" Target="../media/image39.svg"/><Relationship Id="rId14" Type="http://schemas.openxmlformats.org/officeDocument/2006/relationships/image" Target="../media/image44.png"/><Relationship Id="rId22" Type="http://schemas.openxmlformats.org/officeDocument/2006/relationships/image" Target="../media/image10.png"/><Relationship Id="rId27" Type="http://schemas.openxmlformats.org/officeDocument/2006/relationships/image" Target="../media/image15.sv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18" Type="http://schemas.openxmlformats.org/officeDocument/2006/relationships/image" Target="../media/image8.png"/><Relationship Id="rId3" Type="http://schemas.openxmlformats.org/officeDocument/2006/relationships/image" Target="../media/image35.svg"/><Relationship Id="rId21" Type="http://schemas.openxmlformats.org/officeDocument/2006/relationships/image" Target="../media/image11.svg"/><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7.svg"/><Relationship Id="rId25" Type="http://schemas.openxmlformats.org/officeDocument/2006/relationships/image" Target="../media/image15.svg"/><Relationship Id="rId2" Type="http://schemas.openxmlformats.org/officeDocument/2006/relationships/image" Target="../media/image34.png"/><Relationship Id="rId16" Type="http://schemas.openxmlformats.org/officeDocument/2006/relationships/image" Target="../media/image6.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24" Type="http://schemas.openxmlformats.org/officeDocument/2006/relationships/image" Target="../media/image14.png"/><Relationship Id="rId5" Type="http://schemas.openxmlformats.org/officeDocument/2006/relationships/image" Target="../media/image37.svg"/><Relationship Id="rId15" Type="http://schemas.openxmlformats.org/officeDocument/2006/relationships/image" Target="../media/image5.svg"/><Relationship Id="rId23" Type="http://schemas.openxmlformats.org/officeDocument/2006/relationships/image" Target="../media/image13.svg"/><Relationship Id="rId10" Type="http://schemas.openxmlformats.org/officeDocument/2006/relationships/image" Target="../media/image42.png"/><Relationship Id="rId19" Type="http://schemas.openxmlformats.org/officeDocument/2006/relationships/image" Target="../media/image9.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18" Type="http://schemas.openxmlformats.org/officeDocument/2006/relationships/image" Target="../media/image8.png"/><Relationship Id="rId3" Type="http://schemas.openxmlformats.org/officeDocument/2006/relationships/image" Target="../media/image35.svg"/><Relationship Id="rId21" Type="http://schemas.openxmlformats.org/officeDocument/2006/relationships/image" Target="../media/image11.svg"/><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7.svg"/><Relationship Id="rId25" Type="http://schemas.openxmlformats.org/officeDocument/2006/relationships/image" Target="../media/image15.svg"/><Relationship Id="rId2" Type="http://schemas.openxmlformats.org/officeDocument/2006/relationships/image" Target="../media/image34.png"/><Relationship Id="rId16" Type="http://schemas.openxmlformats.org/officeDocument/2006/relationships/image" Target="../media/image6.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24" Type="http://schemas.openxmlformats.org/officeDocument/2006/relationships/image" Target="../media/image14.png"/><Relationship Id="rId5" Type="http://schemas.openxmlformats.org/officeDocument/2006/relationships/image" Target="../media/image37.svg"/><Relationship Id="rId15" Type="http://schemas.openxmlformats.org/officeDocument/2006/relationships/image" Target="../media/image5.svg"/><Relationship Id="rId23" Type="http://schemas.openxmlformats.org/officeDocument/2006/relationships/image" Target="../media/image13.svg"/><Relationship Id="rId10" Type="http://schemas.openxmlformats.org/officeDocument/2006/relationships/image" Target="../media/image42.png"/><Relationship Id="rId19" Type="http://schemas.openxmlformats.org/officeDocument/2006/relationships/image" Target="../media/image9.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png"/><Relationship Id="rId2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7.sv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5.svg"/><Relationship Id="rId21" Type="http://schemas.openxmlformats.org/officeDocument/2006/relationships/image" Target="../media/image55.svg"/><Relationship Id="rId7" Type="http://schemas.openxmlformats.org/officeDocument/2006/relationships/image" Target="../media/image39.svg"/><Relationship Id="rId12" Type="http://schemas.openxmlformats.org/officeDocument/2006/relationships/image" Target="../media/image46.png"/><Relationship Id="rId17" Type="http://schemas.openxmlformats.org/officeDocument/2006/relationships/image" Target="../media/image51.svg"/><Relationship Id="rId25" Type="http://schemas.openxmlformats.org/officeDocument/2006/relationships/image" Target="../media/image59.svg"/><Relationship Id="rId2" Type="http://schemas.openxmlformats.org/officeDocument/2006/relationships/image" Target="../media/image34.png"/><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24" Type="http://schemas.openxmlformats.org/officeDocument/2006/relationships/image" Target="../media/image58.png"/><Relationship Id="rId5" Type="http://schemas.openxmlformats.org/officeDocument/2006/relationships/image" Target="../media/image37.svg"/><Relationship Id="rId15" Type="http://schemas.openxmlformats.org/officeDocument/2006/relationships/image" Target="../media/image49.svg"/><Relationship Id="rId23" Type="http://schemas.openxmlformats.org/officeDocument/2006/relationships/image" Target="../media/image57.svg"/><Relationship Id="rId10" Type="http://schemas.openxmlformats.org/officeDocument/2006/relationships/image" Target="../media/image42.png"/><Relationship Id="rId19" Type="http://schemas.openxmlformats.org/officeDocument/2006/relationships/image" Target="../media/image53.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blog.okfn.org/2015/02/13/global-community-stories-january-2015/" TargetMode="External"/><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image" Target="../media/image34.png"/><Relationship Id="rId1" Type="http://schemas.openxmlformats.org/officeDocument/2006/relationships/slideLayout" Target="../slideLayouts/slideLayout5.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7.svg"/></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21" Type="http://schemas.openxmlformats.org/officeDocument/2006/relationships/image" Target="../media/image73.svg"/><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21" Type="http://schemas.openxmlformats.org/officeDocument/2006/relationships/image" Target="../media/image73.svg"/><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2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23.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7.svg"/><Relationship Id="rId5" Type="http://schemas.openxmlformats.org/officeDocument/2006/relationships/image" Target="../media/image39.svg"/><Relationship Id="rId10" Type="http://schemas.openxmlformats.org/officeDocument/2006/relationships/image" Target="../media/image66.png"/><Relationship Id="rId4" Type="http://schemas.openxmlformats.org/officeDocument/2006/relationships/image" Target="../media/image38.png"/><Relationship Id="rId9" Type="http://schemas.openxmlformats.org/officeDocument/2006/relationships/image" Target="../media/image65.svg"/></Relationships>
</file>

<file path=ppt/slides/_rels/slide24.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71.sv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s>
</file>

<file path=ppt/slides/_rels/slide25.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21" Type="http://schemas.openxmlformats.org/officeDocument/2006/relationships/hyperlink" Target="https://dude4food.blogspot.com/2015/09/authentic-indonesian-flavors-at.html" TargetMode="External"/><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20"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76.svg"/><Relationship Id="rId5" Type="http://schemas.openxmlformats.org/officeDocument/2006/relationships/image" Target="../media/image19.svg"/><Relationship Id="rId10" Type="http://schemas.openxmlformats.org/officeDocument/2006/relationships/image" Target="../media/image75.png"/><Relationship Id="rId4" Type="http://schemas.openxmlformats.org/officeDocument/2006/relationships/image" Target="../media/image18.png"/><Relationship Id="rId9" Type="http://schemas.openxmlformats.org/officeDocument/2006/relationships/image" Target="../media/image27.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3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7.svg"/></Relationships>
</file>

<file path=ppt/slides/_rels/slide3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3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3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5.svg"/><Relationship Id="rId3" Type="http://schemas.openxmlformats.org/officeDocument/2006/relationships/image" Target="../media/image11.svg"/><Relationship Id="rId7" Type="http://schemas.openxmlformats.org/officeDocument/2006/relationships/image" Target="../media/image9.svg"/><Relationship Id="rId12"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5.svg"/><Relationship Id="rId5" Type="http://schemas.openxmlformats.org/officeDocument/2006/relationships/image" Target="../media/image7.sv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svg"/></Relationships>
</file>

<file path=ppt/slides/_rels/slide3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5.svg"/><Relationship Id="rId3" Type="http://schemas.openxmlformats.org/officeDocument/2006/relationships/image" Target="../media/image11.svg"/><Relationship Id="rId7" Type="http://schemas.openxmlformats.org/officeDocument/2006/relationships/image" Target="../media/image9.svg"/><Relationship Id="rId12"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5.svg"/><Relationship Id="rId5" Type="http://schemas.openxmlformats.org/officeDocument/2006/relationships/image" Target="../media/image7.sv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svg"/></Relationships>
</file>

<file path=ppt/slides/_rels/slide3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5.svg"/><Relationship Id="rId3" Type="http://schemas.openxmlformats.org/officeDocument/2006/relationships/image" Target="../media/image11.svg"/><Relationship Id="rId7" Type="http://schemas.openxmlformats.org/officeDocument/2006/relationships/image" Target="../media/image9.svg"/><Relationship Id="rId12"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5.svg"/><Relationship Id="rId5" Type="http://schemas.openxmlformats.org/officeDocument/2006/relationships/image" Target="../media/image7.sv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svg"/></Relationships>
</file>

<file path=ppt/slides/_rels/slide40.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7.svg"/></Relationships>
</file>

<file path=ppt/slides/_rels/slide4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hyperlink" Target="https://foto.wuestenigel.com/toothbrushes-and-toothpaste-on-a-white-surface/" TargetMode="External"/><Relationship Id="rId3" Type="http://schemas.openxmlformats.org/officeDocument/2006/relationships/image" Target="../media/image45.svg"/><Relationship Id="rId7" Type="http://schemas.openxmlformats.org/officeDocument/2006/relationships/image" Target="../media/image78.jpe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hyperlink" Target="https://creativecommons.org/licenses/by-nc-sa/3.0/" TargetMode="External"/><Relationship Id="rId5" Type="http://schemas.openxmlformats.org/officeDocument/2006/relationships/hyperlink" Target="https://www.flickr.com/photos/jakobpunkt/168410916/" TargetMode="External"/><Relationship Id="rId10" Type="http://schemas.openxmlformats.org/officeDocument/2006/relationships/hyperlink" Target="https://www.publicdomainpictures.net/en/view-image.php?image=311174&amp;picture=woman-brushing-teeth" TargetMode="External"/><Relationship Id="rId4" Type="http://schemas.openxmlformats.org/officeDocument/2006/relationships/image" Target="../media/image77.jpeg"/><Relationship Id="rId9" Type="http://schemas.openxmlformats.org/officeDocument/2006/relationships/image" Target="../media/image79.jpeg"/></Relationships>
</file>

<file path=ppt/slides/_rels/slide4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7.svg"/></Relationships>
</file>

<file path=ppt/slides/_rels/slide4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4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3" Type="http://schemas.openxmlformats.org/officeDocument/2006/relationships/image" Target="../media/image39.svg"/><Relationship Id="rId18" Type="http://schemas.openxmlformats.org/officeDocument/2006/relationships/image" Target="../media/image44.png"/><Relationship Id="rId26" Type="http://schemas.openxmlformats.org/officeDocument/2006/relationships/image" Target="../media/image10.png"/><Relationship Id="rId3" Type="http://schemas.openxmlformats.org/officeDocument/2006/relationships/image" Target="../media/image17.svg"/><Relationship Id="rId21" Type="http://schemas.openxmlformats.org/officeDocument/2006/relationships/image" Target="../media/image5.svg"/><Relationship Id="rId34" Type="http://schemas.openxmlformats.org/officeDocument/2006/relationships/image" Target="../media/image82.png"/><Relationship Id="rId7" Type="http://schemas.openxmlformats.org/officeDocument/2006/relationships/image" Target="../media/image23.svg"/><Relationship Id="rId12" Type="http://schemas.openxmlformats.org/officeDocument/2006/relationships/image" Target="../media/image38.png"/><Relationship Id="rId17" Type="http://schemas.openxmlformats.org/officeDocument/2006/relationships/image" Target="../media/image43.svg"/><Relationship Id="rId25" Type="http://schemas.openxmlformats.org/officeDocument/2006/relationships/image" Target="../media/image9.svg"/><Relationship Id="rId33" Type="http://schemas.openxmlformats.org/officeDocument/2006/relationships/image" Target="../media/image81.svg"/><Relationship Id="rId2" Type="http://schemas.openxmlformats.org/officeDocument/2006/relationships/image" Target="../media/image16.png"/><Relationship Id="rId16" Type="http://schemas.openxmlformats.org/officeDocument/2006/relationships/image" Target="../media/image42.png"/><Relationship Id="rId20" Type="http://schemas.openxmlformats.org/officeDocument/2006/relationships/image" Target="../media/image4.png"/><Relationship Id="rId29" Type="http://schemas.openxmlformats.org/officeDocument/2006/relationships/image" Target="../media/image13.sv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37.svg"/><Relationship Id="rId24" Type="http://schemas.openxmlformats.org/officeDocument/2006/relationships/image" Target="../media/image8.png"/><Relationship Id="rId32" Type="http://schemas.openxmlformats.org/officeDocument/2006/relationships/image" Target="../media/image80.png"/><Relationship Id="rId5" Type="http://schemas.openxmlformats.org/officeDocument/2006/relationships/image" Target="../media/image19.svg"/><Relationship Id="rId15" Type="http://schemas.openxmlformats.org/officeDocument/2006/relationships/image" Target="../media/image41.svg"/><Relationship Id="rId23" Type="http://schemas.openxmlformats.org/officeDocument/2006/relationships/image" Target="../media/image7.svg"/><Relationship Id="rId28" Type="http://schemas.openxmlformats.org/officeDocument/2006/relationships/image" Target="../media/image12.png"/><Relationship Id="rId36" Type="http://schemas.openxmlformats.org/officeDocument/2006/relationships/image" Target="../media/image84.png"/><Relationship Id="rId10" Type="http://schemas.openxmlformats.org/officeDocument/2006/relationships/image" Target="../media/image36.png"/><Relationship Id="rId19" Type="http://schemas.openxmlformats.org/officeDocument/2006/relationships/image" Target="../media/image45.svg"/><Relationship Id="rId31" Type="http://schemas.openxmlformats.org/officeDocument/2006/relationships/image" Target="../media/image15.svg"/><Relationship Id="rId4" Type="http://schemas.openxmlformats.org/officeDocument/2006/relationships/image" Target="../media/image18.png"/><Relationship Id="rId9" Type="http://schemas.openxmlformats.org/officeDocument/2006/relationships/image" Target="../media/image35.svg"/><Relationship Id="rId14" Type="http://schemas.openxmlformats.org/officeDocument/2006/relationships/image" Target="../media/image40.png"/><Relationship Id="rId22" Type="http://schemas.openxmlformats.org/officeDocument/2006/relationships/image" Target="../media/image6.png"/><Relationship Id="rId27" Type="http://schemas.openxmlformats.org/officeDocument/2006/relationships/image" Target="../media/image11.svg"/><Relationship Id="rId30" Type="http://schemas.openxmlformats.org/officeDocument/2006/relationships/image" Target="../media/image14.png"/><Relationship Id="rId35" Type="http://schemas.openxmlformats.org/officeDocument/2006/relationships/image" Target="../media/image83.svg"/><Relationship Id="rId8" Type="http://schemas.openxmlformats.org/officeDocument/2006/relationships/image" Target="../media/image34.png"/></Relationships>
</file>

<file path=ppt/slides/_rels/slide52.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6.png"/><Relationship Id="rId39" Type="http://schemas.openxmlformats.org/officeDocument/2006/relationships/image" Target="../media/image83.svg"/><Relationship Id="rId21" Type="http://schemas.openxmlformats.org/officeDocument/2006/relationships/image" Target="../media/image43.svg"/><Relationship Id="rId34" Type="http://schemas.openxmlformats.org/officeDocument/2006/relationships/image" Target="../media/image14.png"/><Relationship Id="rId42" Type="http://schemas.openxmlformats.org/officeDocument/2006/relationships/image" Target="../media/image18.png"/><Relationship Id="rId7" Type="http://schemas.openxmlformats.org/officeDocument/2006/relationships/image" Target="../media/image88.svg"/><Relationship Id="rId2" Type="http://schemas.openxmlformats.org/officeDocument/2006/relationships/image" Target="../media/image85.png"/><Relationship Id="rId16" Type="http://schemas.openxmlformats.org/officeDocument/2006/relationships/image" Target="../media/image38.png"/><Relationship Id="rId20" Type="http://schemas.openxmlformats.org/officeDocument/2006/relationships/image" Target="../media/image42.png"/><Relationship Id="rId29" Type="http://schemas.openxmlformats.org/officeDocument/2006/relationships/image" Target="../media/image9.svg"/><Relationship Id="rId41" Type="http://schemas.openxmlformats.org/officeDocument/2006/relationships/image" Target="../media/image92.sv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23.svg"/><Relationship Id="rId24" Type="http://schemas.openxmlformats.org/officeDocument/2006/relationships/image" Target="../media/image4.png"/><Relationship Id="rId32" Type="http://schemas.openxmlformats.org/officeDocument/2006/relationships/image" Target="../media/image12.png"/><Relationship Id="rId37" Type="http://schemas.openxmlformats.org/officeDocument/2006/relationships/image" Target="../media/image81.svg"/><Relationship Id="rId40" Type="http://schemas.openxmlformats.org/officeDocument/2006/relationships/image" Target="../media/image91.png"/><Relationship Id="rId5" Type="http://schemas.openxmlformats.org/officeDocument/2006/relationships/image" Target="../media/image17.svg"/><Relationship Id="rId15" Type="http://schemas.openxmlformats.org/officeDocument/2006/relationships/image" Target="../media/image37.svg"/><Relationship Id="rId23" Type="http://schemas.openxmlformats.org/officeDocument/2006/relationships/image" Target="../media/image45.svg"/><Relationship Id="rId28" Type="http://schemas.openxmlformats.org/officeDocument/2006/relationships/image" Target="../media/image8.png"/><Relationship Id="rId36" Type="http://schemas.openxmlformats.org/officeDocument/2006/relationships/image" Target="../media/image80.png"/><Relationship Id="rId10" Type="http://schemas.openxmlformats.org/officeDocument/2006/relationships/image" Target="../media/image22.png"/><Relationship Id="rId19" Type="http://schemas.openxmlformats.org/officeDocument/2006/relationships/image" Target="../media/image41.svg"/><Relationship Id="rId31" Type="http://schemas.openxmlformats.org/officeDocument/2006/relationships/image" Target="../media/image11.svg"/><Relationship Id="rId4" Type="http://schemas.openxmlformats.org/officeDocument/2006/relationships/image" Target="../media/image16.png"/><Relationship Id="rId9" Type="http://schemas.openxmlformats.org/officeDocument/2006/relationships/image" Target="../media/image90.svg"/><Relationship Id="rId14" Type="http://schemas.openxmlformats.org/officeDocument/2006/relationships/image" Target="../media/image36.png"/><Relationship Id="rId22" Type="http://schemas.openxmlformats.org/officeDocument/2006/relationships/image" Target="../media/image44.png"/><Relationship Id="rId27" Type="http://schemas.openxmlformats.org/officeDocument/2006/relationships/image" Target="../media/image7.svg"/><Relationship Id="rId30" Type="http://schemas.openxmlformats.org/officeDocument/2006/relationships/image" Target="../media/image10.png"/><Relationship Id="rId35" Type="http://schemas.openxmlformats.org/officeDocument/2006/relationships/image" Target="../media/image15.svg"/><Relationship Id="rId43" Type="http://schemas.openxmlformats.org/officeDocument/2006/relationships/image" Target="../media/image19.svg"/><Relationship Id="rId8" Type="http://schemas.openxmlformats.org/officeDocument/2006/relationships/image" Target="../media/image89.png"/><Relationship Id="rId3" Type="http://schemas.openxmlformats.org/officeDocument/2006/relationships/image" Target="../media/image86.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5.svg"/><Relationship Id="rId33" Type="http://schemas.openxmlformats.org/officeDocument/2006/relationships/image" Target="../media/image13.svg"/><Relationship Id="rId38" Type="http://schemas.openxmlformats.org/officeDocument/2006/relationships/image" Target="../media/image82.png"/></Relationships>
</file>

<file path=ppt/slides/_rels/slide5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18" Type="http://schemas.openxmlformats.org/officeDocument/2006/relationships/image" Target="../media/image8.png"/><Relationship Id="rId26" Type="http://schemas.openxmlformats.org/officeDocument/2006/relationships/image" Target="../media/image80.png"/><Relationship Id="rId3" Type="http://schemas.openxmlformats.org/officeDocument/2006/relationships/image" Target="../media/image35.svg"/><Relationship Id="rId21" Type="http://schemas.openxmlformats.org/officeDocument/2006/relationships/image" Target="../media/image11.svg"/><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7.svg"/><Relationship Id="rId25" Type="http://schemas.openxmlformats.org/officeDocument/2006/relationships/image" Target="../media/image15.svg"/><Relationship Id="rId2" Type="http://schemas.openxmlformats.org/officeDocument/2006/relationships/image" Target="../media/image34.png"/><Relationship Id="rId16" Type="http://schemas.openxmlformats.org/officeDocument/2006/relationships/image" Target="../media/image6.png"/><Relationship Id="rId20" Type="http://schemas.openxmlformats.org/officeDocument/2006/relationships/image" Target="../media/image10.png"/><Relationship Id="rId29" Type="http://schemas.openxmlformats.org/officeDocument/2006/relationships/image" Target="../media/image83.sv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24" Type="http://schemas.openxmlformats.org/officeDocument/2006/relationships/image" Target="../media/image14.png"/><Relationship Id="rId5" Type="http://schemas.openxmlformats.org/officeDocument/2006/relationships/image" Target="../media/image37.svg"/><Relationship Id="rId15" Type="http://schemas.openxmlformats.org/officeDocument/2006/relationships/image" Target="../media/image5.svg"/><Relationship Id="rId23" Type="http://schemas.openxmlformats.org/officeDocument/2006/relationships/image" Target="../media/image13.svg"/><Relationship Id="rId28" Type="http://schemas.openxmlformats.org/officeDocument/2006/relationships/image" Target="../media/image82.png"/><Relationship Id="rId10" Type="http://schemas.openxmlformats.org/officeDocument/2006/relationships/image" Target="../media/image42.png"/><Relationship Id="rId19" Type="http://schemas.openxmlformats.org/officeDocument/2006/relationships/image" Target="../media/image9.svg"/><Relationship Id="rId31" Type="http://schemas.openxmlformats.org/officeDocument/2006/relationships/image" Target="../media/image25.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png"/><Relationship Id="rId22" Type="http://schemas.openxmlformats.org/officeDocument/2006/relationships/image" Target="../media/image12.png"/><Relationship Id="rId27" Type="http://schemas.openxmlformats.org/officeDocument/2006/relationships/image" Target="../media/image81.svg"/><Relationship Id="rId30"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21" Type="http://schemas.openxmlformats.org/officeDocument/2006/relationships/image" Target="../media/image73.svg"/><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5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81.svg"/><Relationship Id="rId4" Type="http://schemas.openxmlformats.org/officeDocument/2006/relationships/image" Target="../media/image80.png"/></Relationships>
</file>

<file path=ppt/slides/_rels/slide5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94.svg"/><Relationship Id="rId18" Type="http://schemas.openxmlformats.org/officeDocument/2006/relationships/image" Target="../media/image26.png"/><Relationship Id="rId3" Type="http://schemas.openxmlformats.org/officeDocument/2006/relationships/image" Target="../media/image17.svg"/><Relationship Id="rId21" Type="http://schemas.openxmlformats.org/officeDocument/2006/relationships/image" Target="../media/image100.svg"/><Relationship Id="rId7" Type="http://schemas.openxmlformats.org/officeDocument/2006/relationships/image" Target="../media/image83.svg"/><Relationship Id="rId12" Type="http://schemas.openxmlformats.org/officeDocument/2006/relationships/image" Target="../media/image93.png"/><Relationship Id="rId17" Type="http://schemas.openxmlformats.org/officeDocument/2006/relationships/image" Target="../media/image98.svg"/><Relationship Id="rId2" Type="http://schemas.openxmlformats.org/officeDocument/2006/relationships/image" Target="../media/image16.png"/><Relationship Id="rId16" Type="http://schemas.openxmlformats.org/officeDocument/2006/relationships/image" Target="../media/image97.png"/><Relationship Id="rId20"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25.svg"/><Relationship Id="rId5" Type="http://schemas.openxmlformats.org/officeDocument/2006/relationships/image" Target="../media/image23.svg"/><Relationship Id="rId15" Type="http://schemas.openxmlformats.org/officeDocument/2006/relationships/image" Target="../media/image96.svg"/><Relationship Id="rId10" Type="http://schemas.openxmlformats.org/officeDocument/2006/relationships/image" Target="../media/image24.png"/><Relationship Id="rId19" Type="http://schemas.openxmlformats.org/officeDocument/2006/relationships/image" Target="../media/image27.svg"/><Relationship Id="rId4" Type="http://schemas.openxmlformats.org/officeDocument/2006/relationships/image" Target="../media/image22.png"/><Relationship Id="rId9" Type="http://schemas.openxmlformats.org/officeDocument/2006/relationships/image" Target="../media/image19.svg"/><Relationship Id="rId14" Type="http://schemas.openxmlformats.org/officeDocument/2006/relationships/image" Target="../media/image9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5.svg"/><Relationship Id="rId18" Type="http://schemas.openxmlformats.org/officeDocument/2006/relationships/image" Target="../media/image10.png"/><Relationship Id="rId26" Type="http://schemas.openxmlformats.org/officeDocument/2006/relationships/image" Target="../media/image103.jpeg"/><Relationship Id="rId3" Type="http://schemas.openxmlformats.org/officeDocument/2006/relationships/image" Target="../media/image35.svg"/><Relationship Id="rId21" Type="http://schemas.openxmlformats.org/officeDocument/2006/relationships/image" Target="../media/image13.svg"/><Relationship Id="rId7" Type="http://schemas.openxmlformats.org/officeDocument/2006/relationships/image" Target="../media/image39.svg"/><Relationship Id="rId12" Type="http://schemas.openxmlformats.org/officeDocument/2006/relationships/image" Target="../media/image4.png"/><Relationship Id="rId17" Type="http://schemas.openxmlformats.org/officeDocument/2006/relationships/image" Target="../media/image9.svg"/><Relationship Id="rId25" Type="http://schemas.openxmlformats.org/officeDocument/2006/relationships/image" Target="../media/image45.svg"/><Relationship Id="rId2" Type="http://schemas.openxmlformats.org/officeDocument/2006/relationships/image" Target="../media/image34.png"/><Relationship Id="rId16" Type="http://schemas.openxmlformats.org/officeDocument/2006/relationships/image" Target="../media/image8.png"/><Relationship Id="rId20"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24" Type="http://schemas.openxmlformats.org/officeDocument/2006/relationships/image" Target="../media/image44.png"/><Relationship Id="rId5" Type="http://schemas.openxmlformats.org/officeDocument/2006/relationships/image" Target="../media/image37.svg"/><Relationship Id="rId15" Type="http://schemas.openxmlformats.org/officeDocument/2006/relationships/image" Target="../media/image7.svg"/><Relationship Id="rId23" Type="http://schemas.openxmlformats.org/officeDocument/2006/relationships/image" Target="../media/image15.svg"/><Relationship Id="rId10" Type="http://schemas.openxmlformats.org/officeDocument/2006/relationships/image" Target="../media/image42.png"/><Relationship Id="rId19" Type="http://schemas.openxmlformats.org/officeDocument/2006/relationships/image" Target="../media/image11.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6.png"/><Relationship Id="rId22" Type="http://schemas.openxmlformats.org/officeDocument/2006/relationships/image" Target="../media/image14.png"/><Relationship Id="rId27" Type="http://schemas.openxmlformats.org/officeDocument/2006/relationships/hyperlink" Target="https://www.maxpixel.net/Office-Business-Meeting-Team-Meeting-Business-5395567"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www.maxpixel.net/Office-Business-Meeting-Team-Meeting-Business-5395567" TargetMode="External"/><Relationship Id="rId2" Type="http://schemas.openxmlformats.org/officeDocument/2006/relationships/image" Target="../media/image104.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maxpixel.net/Office-Business-Meeting-Team-Meeting-Business-5395567" TargetMode="External"/><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65.svg"/><Relationship Id="rId18" Type="http://schemas.openxmlformats.org/officeDocument/2006/relationships/image" Target="../media/image68.png"/><Relationship Id="rId3" Type="http://schemas.openxmlformats.org/officeDocument/2006/relationships/hyperlink" Target="https://www.maxpixel.net/Office-Business-Meeting-Team-Meeting-Business-5395567" TargetMode="External"/><Relationship Id="rId21" Type="http://schemas.openxmlformats.org/officeDocument/2006/relationships/image" Target="../media/image71.svg"/><Relationship Id="rId7" Type="http://schemas.openxmlformats.org/officeDocument/2006/relationships/image" Target="../media/image39.svg"/><Relationship Id="rId12" Type="http://schemas.openxmlformats.org/officeDocument/2006/relationships/image" Target="../media/image64.png"/><Relationship Id="rId17" Type="http://schemas.openxmlformats.org/officeDocument/2006/relationships/image" Target="../media/image35.svg"/><Relationship Id="rId2" Type="http://schemas.openxmlformats.org/officeDocument/2006/relationships/image" Target="../media/image105.jpeg"/><Relationship Id="rId16" Type="http://schemas.openxmlformats.org/officeDocument/2006/relationships/image" Target="../media/image34.png"/><Relationship Id="rId20"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67.svg"/><Relationship Id="rId10" Type="http://schemas.openxmlformats.org/officeDocument/2006/relationships/image" Target="../media/image42.png"/><Relationship Id="rId19" Type="http://schemas.openxmlformats.org/officeDocument/2006/relationships/image" Target="../media/image69.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6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5.svg"/><Relationship Id="rId3" Type="http://schemas.openxmlformats.org/officeDocument/2006/relationships/image" Target="../media/image11.svg"/><Relationship Id="rId7" Type="http://schemas.openxmlformats.org/officeDocument/2006/relationships/image" Target="../media/image9.svg"/><Relationship Id="rId12"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5.svg"/><Relationship Id="rId5" Type="http://schemas.openxmlformats.org/officeDocument/2006/relationships/image" Target="../media/image7.sv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svg"/></Relationships>
</file>

<file path=ppt/slides/_rels/slide77.xml.rels><?xml version="1.0" encoding="UTF-8" standalone="yes"?>
<Relationships xmlns="http://schemas.openxmlformats.org/package/2006/relationships"><Relationship Id="rId8" Type="http://schemas.openxmlformats.org/officeDocument/2006/relationships/image" Target="../media/image108.jpeg"/><Relationship Id="rId3" Type="http://schemas.openxmlformats.org/officeDocument/2006/relationships/image" Target="../media/image45.svg"/><Relationship Id="rId7" Type="http://schemas.openxmlformats.org/officeDocument/2006/relationships/hyperlink" Target="http://www.flickr.com/photos/judybaxter/3647383217/" TargetMode="Externa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107.jpeg"/><Relationship Id="rId5" Type="http://schemas.openxmlformats.org/officeDocument/2006/relationships/hyperlink" Target="https://blog.okfn.org/2015/02/13/global-community-stories-january-2015/" TargetMode="External"/><Relationship Id="rId4" Type="http://schemas.openxmlformats.org/officeDocument/2006/relationships/image" Target="../media/image106.jpeg"/><Relationship Id="rId9" Type="http://schemas.openxmlformats.org/officeDocument/2006/relationships/hyperlink" Target="https://www.qedfoundation.org/featured-1/" TargetMode="External"/></Relationships>
</file>

<file path=ppt/slides/_rels/slide78.xml.rels><?xml version="1.0" encoding="UTF-8" standalone="yes"?>
<Relationships xmlns="http://schemas.openxmlformats.org/package/2006/relationships"><Relationship Id="rId8" Type="http://schemas.openxmlformats.org/officeDocument/2006/relationships/image" Target="../media/image110.jpeg"/><Relationship Id="rId3" Type="http://schemas.openxmlformats.org/officeDocument/2006/relationships/image" Target="../media/image45.svg"/><Relationship Id="rId7" Type="http://schemas.openxmlformats.org/officeDocument/2006/relationships/hyperlink" Target="https://openclipart.org/detail/20496/calendar-by-cod_fsfe" TargetMode="Externa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hyperlink" Target="https://blog.okfn.org/2015/02/13/global-community-stories-january-2015/" TargetMode="External"/><Relationship Id="rId4" Type="http://schemas.openxmlformats.org/officeDocument/2006/relationships/image" Target="../media/image106.jpeg"/><Relationship Id="rId9" Type="http://schemas.openxmlformats.org/officeDocument/2006/relationships/hyperlink" Target="https://www.pexels.com/photo/serious-ethnic-female-manager-speaking-on-smartphone-near-laptop-outdoors-5239711/"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hyperlink" Target="https://www.maxpixel.net/Office-Business-Meeting-Team-Meeting-Business-5395567" TargetMode="External"/><Relationship Id="rId4" Type="http://schemas.openxmlformats.org/officeDocument/2006/relationships/image" Target="../media/image105.jpeg"/></Relationships>
</file>

<file path=ppt/slides/_rels/slide80.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5.svg"/><Relationship Id="rId7" Type="http://schemas.openxmlformats.org/officeDocument/2006/relationships/image" Target="../media/image112.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hyperlink" Target="https://theconversation.com/what-commercial-aircraft-will-look-like-in-2050-33850" TargetMode="External"/><Relationship Id="rId4" Type="http://schemas.openxmlformats.org/officeDocument/2006/relationships/image" Target="../media/image63.jpeg"/></Relationships>
</file>

<file path=ppt/slides/_rels/slide83.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21" Type="http://schemas.openxmlformats.org/officeDocument/2006/relationships/hyperlink" Target="https://theconversation.com/what-commercial-aircraft-will-look-like-in-2050-33850" TargetMode="External"/><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20"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84.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5.svg"/><Relationship Id="rId3" Type="http://schemas.openxmlformats.org/officeDocument/2006/relationships/image" Target="../media/image11.svg"/><Relationship Id="rId7" Type="http://schemas.openxmlformats.org/officeDocument/2006/relationships/image" Target="../media/image9.svg"/><Relationship Id="rId12"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5.svg"/><Relationship Id="rId5" Type="http://schemas.openxmlformats.org/officeDocument/2006/relationships/image" Target="../media/image7.svg"/><Relationship Id="rId15" Type="http://schemas.openxmlformats.org/officeDocument/2006/relationships/hyperlink" Target="https://theconversation.com/what-commercial-aircraft-will-look-like-in-2050-33850" TargetMode="External"/><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svg"/><Relationship Id="rId14" Type="http://schemas.openxmlformats.org/officeDocument/2006/relationships/image" Target="../media/image63.jpeg"/></Relationships>
</file>

<file path=ppt/slides/_rels/slide8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hyperlink" Target="https://theconversation.com/what-commercial-aircraft-will-look-like-in-2050-33850" TargetMode="External"/><Relationship Id="rId4" Type="http://schemas.openxmlformats.org/officeDocument/2006/relationships/image" Target="../media/image63.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8" Type="http://schemas.openxmlformats.org/officeDocument/2006/relationships/image" Target="../media/image116.svg"/><Relationship Id="rId3" Type="http://schemas.openxmlformats.org/officeDocument/2006/relationships/image" Target="../media/image83.svg"/><Relationship Id="rId7" Type="http://schemas.openxmlformats.org/officeDocument/2006/relationships/image" Target="../media/image115.png"/><Relationship Id="rId12" Type="http://schemas.openxmlformats.org/officeDocument/2006/relationships/image" Target="../media/image21.svg"/><Relationship Id="rId2" Type="http://schemas.openxmlformats.org/officeDocument/2006/relationships/image" Target="../media/image82.png"/><Relationship Id="rId1" Type="http://schemas.openxmlformats.org/officeDocument/2006/relationships/slideLayout" Target="../slideLayouts/slideLayout3.xml"/><Relationship Id="rId6" Type="http://schemas.openxmlformats.org/officeDocument/2006/relationships/image" Target="../media/image114.png"/><Relationship Id="rId11" Type="http://schemas.openxmlformats.org/officeDocument/2006/relationships/image" Target="../media/image20.png"/><Relationship Id="rId5" Type="http://schemas.openxmlformats.org/officeDocument/2006/relationships/image" Target="../media/image84.png"/><Relationship Id="rId10" Type="http://schemas.openxmlformats.org/officeDocument/2006/relationships/image" Target="../media/image118.svg"/><Relationship Id="rId4" Type="http://schemas.openxmlformats.org/officeDocument/2006/relationships/image" Target="../media/image113.png"/><Relationship Id="rId9" Type="http://schemas.openxmlformats.org/officeDocument/2006/relationships/image" Target="../media/image117.png"/></Relationships>
</file>

<file path=ppt/slides/_rels/slide89.xml.rels><?xml version="1.0" encoding="UTF-8" standalone="yes"?>
<Relationships xmlns="http://schemas.openxmlformats.org/package/2006/relationships"><Relationship Id="rId3" Type="http://schemas.openxmlformats.org/officeDocument/2006/relationships/image" Target="../media/image120.svg"/><Relationship Id="rId2" Type="http://schemas.openxmlformats.org/officeDocument/2006/relationships/image" Target="../media/image119.png"/><Relationship Id="rId1" Type="http://schemas.openxmlformats.org/officeDocument/2006/relationships/slideLayout" Target="../slideLayouts/slideLayout4.xml"/><Relationship Id="rId6" Type="http://schemas.openxmlformats.org/officeDocument/2006/relationships/image" Target="../media/image123.png"/><Relationship Id="rId5" Type="http://schemas.openxmlformats.org/officeDocument/2006/relationships/image" Target="../media/image122.svg"/><Relationship Id="rId4" Type="http://schemas.openxmlformats.org/officeDocument/2006/relationships/image" Target="../media/image121.png"/></Relationships>
</file>

<file path=ppt/slides/_rels/slide90.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5.svg"/><Relationship Id="rId7" Type="http://schemas.openxmlformats.org/officeDocument/2006/relationships/image" Target="../media/image128.svg"/><Relationship Id="rId12" Type="http://schemas.openxmlformats.org/officeDocument/2006/relationships/image" Target="../media/image133.svg"/><Relationship Id="rId2" Type="http://schemas.openxmlformats.org/officeDocument/2006/relationships/image" Target="../media/image124.png"/><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image" Target="../media/image132.png"/><Relationship Id="rId5" Type="http://schemas.openxmlformats.org/officeDocument/2006/relationships/image" Target="../media/image127.svg"/><Relationship Id="rId10" Type="http://schemas.openxmlformats.org/officeDocument/2006/relationships/image" Target="../media/image131.svg"/><Relationship Id="rId4" Type="http://schemas.openxmlformats.org/officeDocument/2006/relationships/image" Target="../media/image126.png"/><Relationship Id="rId9" Type="http://schemas.openxmlformats.org/officeDocument/2006/relationships/image" Target="../media/image130.png"/></Relationships>
</file>

<file path=ppt/slides/_rels/slide91.xml.rels><?xml version="1.0" encoding="UTF-8" standalone="yes"?>
<Relationships xmlns="http://schemas.openxmlformats.org/package/2006/relationships"><Relationship Id="rId8" Type="http://schemas.openxmlformats.org/officeDocument/2006/relationships/image" Target="../media/image139.svg"/><Relationship Id="rId3" Type="http://schemas.openxmlformats.org/officeDocument/2006/relationships/image" Target="../media/image135.svg"/><Relationship Id="rId7" Type="http://schemas.openxmlformats.org/officeDocument/2006/relationships/image" Target="../media/image138.png"/><Relationship Id="rId2" Type="http://schemas.openxmlformats.org/officeDocument/2006/relationships/image" Target="../media/image134.png"/><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136.svg"/><Relationship Id="rId4" Type="http://schemas.openxmlformats.org/officeDocument/2006/relationships/image" Target="../media/image12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141.svg"/><Relationship Id="rId2" Type="http://schemas.openxmlformats.org/officeDocument/2006/relationships/image" Target="../media/image140.png"/><Relationship Id="rId1" Type="http://schemas.openxmlformats.org/officeDocument/2006/relationships/slideLayout" Target="../slideLayouts/slideLayout4.xml"/><Relationship Id="rId6" Type="http://schemas.openxmlformats.org/officeDocument/2006/relationships/image" Target="../media/image144.png"/><Relationship Id="rId5" Type="http://schemas.openxmlformats.org/officeDocument/2006/relationships/image" Target="../media/image143.svg"/><Relationship Id="rId4" Type="http://schemas.openxmlformats.org/officeDocument/2006/relationships/image" Target="../media/image14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36.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65.svg"/><Relationship Id="rId5" Type="http://schemas.openxmlformats.org/officeDocument/2006/relationships/image" Target="../media/image39.svg"/><Relationship Id="rId15" Type="http://schemas.openxmlformats.org/officeDocument/2006/relationships/image" Target="../media/image35.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3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5.svg"/><Relationship Id="rId3" Type="http://schemas.openxmlformats.org/officeDocument/2006/relationships/image" Target="../media/image11.svg"/><Relationship Id="rId7" Type="http://schemas.openxmlformats.org/officeDocument/2006/relationships/image" Target="../media/image9.svg"/><Relationship Id="rId12"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5.svg"/><Relationship Id="rId5" Type="http://schemas.openxmlformats.org/officeDocument/2006/relationships/image" Target="../media/image7.sv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svg"/></Relationships>
</file>

<file path=ppt/slides/_rels/slide99.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id="{AE30B5AE-E64E-4950-A02B-BC046BCFA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6">
            <a:extLst>
              <a:ext uri="{FF2B5EF4-FFF2-40B4-BE49-F238E27FC236}">
                <a16:creationId xmlns:a16="http://schemas.microsoft.com/office/drawing/2014/main" id="{65773763-FADC-4FA0-AFA9-EC8F8F13B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7">
            <a:extLst>
              <a:ext uri="{FF2B5EF4-FFF2-40B4-BE49-F238E27FC236}">
                <a16:creationId xmlns:a16="http://schemas.microsoft.com/office/drawing/2014/main" id="{ACCDD214-F2D1-40E5-8B71-F6590EBD2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8">
            <a:extLst>
              <a:ext uri="{FF2B5EF4-FFF2-40B4-BE49-F238E27FC236}">
                <a16:creationId xmlns:a16="http://schemas.microsoft.com/office/drawing/2014/main" id="{07CB2B58-2B9F-46D9-806F-271B0A33A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9">
            <a:extLst>
              <a:ext uri="{FF2B5EF4-FFF2-40B4-BE49-F238E27FC236}">
                <a16:creationId xmlns:a16="http://schemas.microsoft.com/office/drawing/2014/main" id="{5C7162D8-BD53-445D-B1A6-AB379C911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0">
            <a:extLst>
              <a:ext uri="{FF2B5EF4-FFF2-40B4-BE49-F238E27FC236}">
                <a16:creationId xmlns:a16="http://schemas.microsoft.com/office/drawing/2014/main" id="{BAD70A04-49C4-4B0F-86C3-B05472EDF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2">
            <a:extLst>
              <a:ext uri="{FF2B5EF4-FFF2-40B4-BE49-F238E27FC236}">
                <a16:creationId xmlns:a16="http://schemas.microsoft.com/office/drawing/2014/main" id="{36358B04-BA95-4FAD-94A1-C0A03AA05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4">
            <a:extLst>
              <a:ext uri="{FF2B5EF4-FFF2-40B4-BE49-F238E27FC236}">
                <a16:creationId xmlns:a16="http://schemas.microsoft.com/office/drawing/2014/main" id="{9CC29BE5-AA36-4F06-8FAB-0C0728562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3ED594E3-89E0-4513-8FC6-429368866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a:extLst>
              <a:ext uri="{FF2B5EF4-FFF2-40B4-BE49-F238E27FC236}">
                <a16:creationId xmlns:a16="http://schemas.microsoft.com/office/drawing/2014/main" id="{F06E4798-B088-493E-903F-564C1058CA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1">
            <a:extLst>
              <a:ext uri="{FF2B5EF4-FFF2-40B4-BE49-F238E27FC236}">
                <a16:creationId xmlns:a16="http://schemas.microsoft.com/office/drawing/2014/main" id="{105CB4F1-CDA9-44B6-AFBD-9089B6DA1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2">
            <a:extLst>
              <a:ext uri="{FF2B5EF4-FFF2-40B4-BE49-F238E27FC236}">
                <a16:creationId xmlns:a16="http://schemas.microsoft.com/office/drawing/2014/main" id="{3A07A001-2689-4430-B966-9A6A2DAB1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3">
            <a:extLst>
              <a:ext uri="{FF2B5EF4-FFF2-40B4-BE49-F238E27FC236}">
                <a16:creationId xmlns:a16="http://schemas.microsoft.com/office/drawing/2014/main" id="{A60F327C-CB34-4AE2-B930-B3F6082B6A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ZoneTexte 32">
            <a:extLst>
              <a:ext uri="{FF2B5EF4-FFF2-40B4-BE49-F238E27FC236}">
                <a16:creationId xmlns:a16="http://schemas.microsoft.com/office/drawing/2014/main" id="{CC659D1E-70C9-47BC-8377-632F08CFA179}"/>
              </a:ext>
            </a:extLst>
          </p:cNvPr>
          <p:cNvSpPr txBox="1"/>
          <p:nvPr/>
        </p:nvSpPr>
        <p:spPr>
          <a:xfrm>
            <a:off x="1411406" y="1293082"/>
            <a:ext cx="9111790" cy="4647426"/>
          </a:xfrm>
          <a:prstGeom prst="rect">
            <a:avLst/>
          </a:prstGeom>
          <a:noFill/>
        </p:spPr>
        <p:txBody>
          <a:bodyPr wrap="none" rtlCol="0">
            <a:spAutoFit/>
          </a:bodyPr>
          <a:lstStyle/>
          <a:p>
            <a:r>
              <a:rPr lang="en-US" sz="8000" b="1" i="1" dirty="0">
                <a:solidFill>
                  <a:srgbClr val="ED7D31"/>
                </a:solidFill>
              </a:rPr>
              <a:t>Les 6 </a:t>
            </a:r>
            <a:r>
              <a:rPr lang="en-US" sz="8000" b="1" i="1" dirty="0" err="1">
                <a:solidFill>
                  <a:srgbClr val="0683AA"/>
                </a:solidFill>
              </a:rPr>
              <a:t>Canevas</a:t>
            </a:r>
            <a:r>
              <a:rPr lang="en-US" sz="8000" b="1" i="1" dirty="0">
                <a:solidFill>
                  <a:srgbClr val="0683AA"/>
                </a:solidFill>
              </a:rPr>
              <a:t> </a:t>
            </a:r>
          </a:p>
          <a:p>
            <a:r>
              <a:rPr lang="en-US" sz="8000" b="1" i="1" dirty="0"/>
              <a:t>des</a:t>
            </a:r>
            <a:r>
              <a:rPr lang="en-US" sz="8000" b="1" i="1" dirty="0">
                <a:solidFill>
                  <a:srgbClr val="ED7D31"/>
                </a:solidFill>
              </a:rPr>
              <a:t> POURQUOI </a:t>
            </a:r>
          </a:p>
          <a:p>
            <a:r>
              <a:rPr lang="en-US" sz="8000" b="1" i="1" dirty="0"/>
              <a:t>d’un </a:t>
            </a:r>
            <a:r>
              <a:rPr lang="en-US" sz="8000" b="1" i="1" dirty="0" err="1"/>
              <a:t>Projet</a:t>
            </a:r>
            <a:r>
              <a:rPr lang="en-US" sz="8000" b="1" i="1" dirty="0"/>
              <a:t> / </a:t>
            </a:r>
            <a:r>
              <a:rPr lang="en-US" sz="8000" b="1" i="1" dirty="0" err="1"/>
              <a:t>Produit</a:t>
            </a:r>
            <a:r>
              <a:rPr lang="en-US" sz="8000" b="1" i="1" dirty="0"/>
              <a:t> </a:t>
            </a:r>
          </a:p>
          <a:p>
            <a:endParaRPr lang="en-US" sz="2800" b="1" i="1" dirty="0"/>
          </a:p>
          <a:p>
            <a:r>
              <a:rPr lang="en-US" sz="2800" b="1" i="1" dirty="0"/>
              <a:t>Rendre plus clairs les différents aspects d'une vision</a:t>
            </a:r>
          </a:p>
        </p:txBody>
      </p:sp>
      <p:grpSp>
        <p:nvGrpSpPr>
          <p:cNvPr id="3" name="Groupe 5">
            <a:extLst>
              <a:ext uri="{FF2B5EF4-FFF2-40B4-BE49-F238E27FC236}">
                <a16:creationId xmlns:a16="http://schemas.microsoft.com/office/drawing/2014/main" id="{B488A01D-7C1F-4B2F-16D4-DB732F36B12D}"/>
              </a:ext>
            </a:extLst>
          </p:cNvPr>
          <p:cNvGrpSpPr/>
          <p:nvPr/>
        </p:nvGrpSpPr>
        <p:grpSpPr>
          <a:xfrm>
            <a:off x="8440202" y="867558"/>
            <a:ext cx="2328941" cy="1090103"/>
            <a:chOff x="463550" y="1420160"/>
            <a:chExt cx="11264900" cy="5272740"/>
          </a:xfrm>
        </p:grpSpPr>
        <p:sp>
          <p:nvSpPr>
            <p:cNvPr id="186" name="Trapèze 6">
              <a:extLst>
                <a:ext uri="{FF2B5EF4-FFF2-40B4-BE49-F238E27FC236}">
                  <a16:creationId xmlns:a16="http://schemas.microsoft.com/office/drawing/2014/main" id="{1358D414-A796-EA18-794B-414D582D8814}"/>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dirty="0"/>
                <a:t>CAUSE</a:t>
              </a:r>
            </a:p>
          </p:txBody>
        </p:sp>
        <p:sp>
          <p:nvSpPr>
            <p:cNvPr id="187" name="Triangle isocèle 7">
              <a:extLst>
                <a:ext uri="{FF2B5EF4-FFF2-40B4-BE49-F238E27FC236}">
                  <a16:creationId xmlns:a16="http://schemas.microsoft.com/office/drawing/2014/main" id="{BE106F50-5DBC-B78D-BF83-38EB06E69224}"/>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GRAND BUT</a:t>
              </a:r>
            </a:p>
            <a:p>
              <a:pPr algn="ctr"/>
              <a:endParaRPr lang="en-US" sz="600"/>
            </a:p>
          </p:txBody>
        </p:sp>
        <p:grpSp>
          <p:nvGrpSpPr>
            <p:cNvPr id="188" name="Groupe 8">
              <a:extLst>
                <a:ext uri="{FF2B5EF4-FFF2-40B4-BE49-F238E27FC236}">
                  <a16:creationId xmlns:a16="http://schemas.microsoft.com/office/drawing/2014/main" id="{46566184-3543-41A2-6E69-898B0693A649}"/>
                </a:ext>
              </a:extLst>
            </p:cNvPr>
            <p:cNvGrpSpPr/>
            <p:nvPr/>
          </p:nvGrpSpPr>
          <p:grpSpPr>
            <a:xfrm>
              <a:off x="1527175" y="3040767"/>
              <a:ext cx="9137650" cy="1969383"/>
              <a:chOff x="1644650" y="3040767"/>
              <a:chExt cx="9137650" cy="1907219"/>
            </a:xfrm>
          </p:grpSpPr>
          <p:sp>
            <p:nvSpPr>
              <p:cNvPr id="191" name="Trapèze 11">
                <a:extLst>
                  <a:ext uri="{FF2B5EF4-FFF2-40B4-BE49-F238E27FC236}">
                    <a16:creationId xmlns:a16="http://schemas.microsoft.com/office/drawing/2014/main" id="{FD555E27-6DAC-E325-3F39-9897EAAA09FC}"/>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MAUVAIS SOUVENIRS</a:t>
                </a:r>
                <a:endParaRPr lang="en-US" sz="300"/>
              </a:p>
            </p:txBody>
          </p:sp>
          <p:sp>
            <p:nvSpPr>
              <p:cNvPr id="192" name="Trapèze 12">
                <a:extLst>
                  <a:ext uri="{FF2B5EF4-FFF2-40B4-BE49-F238E27FC236}">
                    <a16:creationId xmlns:a16="http://schemas.microsoft.com/office/drawing/2014/main" id="{78305A09-3290-118A-026C-237211C623C6}"/>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HISTOIRES FICTIVES ERRONÉES - RISQUES</a:t>
                </a:r>
              </a:p>
            </p:txBody>
          </p:sp>
          <p:sp>
            <p:nvSpPr>
              <p:cNvPr id="193" name="Trapèze 13">
                <a:extLst>
                  <a:ext uri="{FF2B5EF4-FFF2-40B4-BE49-F238E27FC236}">
                    <a16:creationId xmlns:a16="http://schemas.microsoft.com/office/drawing/2014/main" id="{FD8BD7A0-1CA7-BD28-106D-2859CF1B714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BONS SOUVENIRS</a:t>
                </a:r>
                <a:endParaRPr lang="en-US" sz="300"/>
              </a:p>
            </p:txBody>
          </p:sp>
          <p:sp>
            <p:nvSpPr>
              <p:cNvPr id="194" name="Trapèze 14">
                <a:extLst>
                  <a:ext uri="{FF2B5EF4-FFF2-40B4-BE49-F238E27FC236}">
                    <a16:creationId xmlns:a16="http://schemas.microsoft.com/office/drawing/2014/main" id="{1FD6A22D-DCB8-B90D-77E4-A3B809BC3E36}"/>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HISTOIRES IDÉALES</a:t>
                </a:r>
              </a:p>
            </p:txBody>
          </p:sp>
        </p:grpSp>
        <p:sp>
          <p:nvSpPr>
            <p:cNvPr id="189" name="Triangle isocèle 9">
              <a:extLst>
                <a:ext uri="{FF2B5EF4-FFF2-40B4-BE49-F238E27FC236}">
                  <a16:creationId xmlns:a16="http://schemas.microsoft.com/office/drawing/2014/main" id="{C7BB2FB9-8BE9-141B-B90D-8A7C231F3DA3}"/>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90" name="ZoneTexte 10">
              <a:extLst>
                <a:ext uri="{FF2B5EF4-FFF2-40B4-BE49-F238E27FC236}">
                  <a16:creationId xmlns:a16="http://schemas.microsoft.com/office/drawing/2014/main" id="{FF317DFE-4EA6-3A42-6D2A-80ADC64B5CAA}"/>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grpSp>
        <p:nvGrpSpPr>
          <p:cNvPr id="5" name="Groupe 173">
            <a:extLst>
              <a:ext uri="{FF2B5EF4-FFF2-40B4-BE49-F238E27FC236}">
                <a16:creationId xmlns:a16="http://schemas.microsoft.com/office/drawing/2014/main" id="{FEC903ED-6BFF-D97A-AF6E-9491E24A6622}"/>
              </a:ext>
            </a:extLst>
          </p:cNvPr>
          <p:cNvGrpSpPr/>
          <p:nvPr/>
        </p:nvGrpSpPr>
        <p:grpSpPr>
          <a:xfrm>
            <a:off x="9582149" y="4874785"/>
            <a:ext cx="2449701" cy="1195165"/>
            <a:chOff x="127000" y="915986"/>
            <a:chExt cx="12052300" cy="5880100"/>
          </a:xfrm>
        </p:grpSpPr>
        <p:sp>
          <p:nvSpPr>
            <p:cNvPr id="97" name="Flèche : droite 174">
              <a:extLst>
                <a:ext uri="{FF2B5EF4-FFF2-40B4-BE49-F238E27FC236}">
                  <a16:creationId xmlns:a16="http://schemas.microsoft.com/office/drawing/2014/main" id="{091B1DFD-9055-EA6A-BD72-FEB8FCE26E01}"/>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98" name="Rectangle 175">
              <a:extLst>
                <a:ext uri="{FF2B5EF4-FFF2-40B4-BE49-F238E27FC236}">
                  <a16:creationId xmlns:a16="http://schemas.microsoft.com/office/drawing/2014/main" id="{A41E76EC-C7B5-70EE-FC43-6034935DA1E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99" name="Rectangle 176">
              <a:extLst>
                <a:ext uri="{FF2B5EF4-FFF2-40B4-BE49-F238E27FC236}">
                  <a16:creationId xmlns:a16="http://schemas.microsoft.com/office/drawing/2014/main" id="{9AFFB6EA-BEEC-8985-A5FB-A0E57713804E}"/>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00" name="Rectangle 177">
              <a:extLst>
                <a:ext uri="{FF2B5EF4-FFF2-40B4-BE49-F238E27FC236}">
                  <a16:creationId xmlns:a16="http://schemas.microsoft.com/office/drawing/2014/main" id="{4B461AE2-9390-C358-AFE1-8E623E4CC91D}"/>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01" name="Rectangle 178">
              <a:extLst>
                <a:ext uri="{FF2B5EF4-FFF2-40B4-BE49-F238E27FC236}">
                  <a16:creationId xmlns:a16="http://schemas.microsoft.com/office/drawing/2014/main" id="{636FE22A-87E1-9DDB-B2B7-80CDA0326858}"/>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grpSp>
        <p:nvGrpSpPr>
          <p:cNvPr id="7" name="Groupe 125">
            <a:extLst>
              <a:ext uri="{FF2B5EF4-FFF2-40B4-BE49-F238E27FC236}">
                <a16:creationId xmlns:a16="http://schemas.microsoft.com/office/drawing/2014/main" id="{5795EDFA-342B-84AE-2373-AA7D8EB190B5}"/>
              </a:ext>
            </a:extLst>
          </p:cNvPr>
          <p:cNvGrpSpPr/>
          <p:nvPr/>
        </p:nvGrpSpPr>
        <p:grpSpPr>
          <a:xfrm>
            <a:off x="9733043" y="2320341"/>
            <a:ext cx="1618049" cy="1201642"/>
            <a:chOff x="4856111" y="1739195"/>
            <a:chExt cx="6696567" cy="4973195"/>
          </a:xfrm>
        </p:grpSpPr>
        <p:pic>
          <p:nvPicPr>
            <p:cNvPr id="54" name="Graphique 126" descr="Sphères de Harvey 100% avec un remplissage uni">
              <a:extLst>
                <a:ext uri="{FF2B5EF4-FFF2-40B4-BE49-F238E27FC236}">
                  <a16:creationId xmlns:a16="http://schemas.microsoft.com/office/drawing/2014/main" id="{BC87D652-9043-CB79-DE4F-DE4AC2C3E86D}"/>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grpSp>
          <p:nvGrpSpPr>
            <p:cNvPr id="55" name="Groupe 128">
              <a:extLst>
                <a:ext uri="{FF2B5EF4-FFF2-40B4-BE49-F238E27FC236}">
                  <a16:creationId xmlns:a16="http://schemas.microsoft.com/office/drawing/2014/main" id="{0BCE20E9-F8B7-4D61-89EC-29744F42B196}"/>
                </a:ext>
              </a:extLst>
            </p:cNvPr>
            <p:cNvGrpSpPr/>
            <p:nvPr/>
          </p:nvGrpSpPr>
          <p:grpSpPr>
            <a:xfrm>
              <a:off x="8201266" y="2889716"/>
              <a:ext cx="1203959" cy="1114429"/>
              <a:chOff x="495541" y="3991241"/>
              <a:chExt cx="1203959" cy="1114429"/>
            </a:xfrm>
          </p:grpSpPr>
          <p:sp>
            <p:nvSpPr>
              <p:cNvPr id="85" name="Rectangle 195">
                <a:extLst>
                  <a:ext uri="{FF2B5EF4-FFF2-40B4-BE49-F238E27FC236}">
                    <a16:creationId xmlns:a16="http://schemas.microsoft.com/office/drawing/2014/main" id="{CA171D5B-AC67-9351-5F45-C0994EDBB293}"/>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86" name="Graphique 196" descr="Utilisateurs avec un remplissage uni">
                <a:extLst>
                  <a:ext uri="{FF2B5EF4-FFF2-40B4-BE49-F238E27FC236}">
                    <a16:creationId xmlns:a16="http://schemas.microsoft.com/office/drawing/2014/main" id="{0E403D6F-215B-A514-FDE0-248ECE92D84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56" name="Groupe 129">
              <a:extLst>
                <a:ext uri="{FF2B5EF4-FFF2-40B4-BE49-F238E27FC236}">
                  <a16:creationId xmlns:a16="http://schemas.microsoft.com/office/drawing/2014/main" id="{D5C62B7B-D13B-9AC4-C0DD-5A8B9A9DAD19}"/>
                </a:ext>
              </a:extLst>
            </p:cNvPr>
            <p:cNvGrpSpPr/>
            <p:nvPr/>
          </p:nvGrpSpPr>
          <p:grpSpPr>
            <a:xfrm>
              <a:off x="8144116" y="4080387"/>
              <a:ext cx="1203959" cy="1114429"/>
              <a:chOff x="495541" y="3991241"/>
              <a:chExt cx="1203959" cy="1114429"/>
            </a:xfrm>
            <a:solidFill>
              <a:srgbClr val="0683AA"/>
            </a:solidFill>
          </p:grpSpPr>
          <p:sp>
            <p:nvSpPr>
              <p:cNvPr id="83" name="Rectangle 193">
                <a:extLst>
                  <a:ext uri="{FF2B5EF4-FFF2-40B4-BE49-F238E27FC236}">
                    <a16:creationId xmlns:a16="http://schemas.microsoft.com/office/drawing/2014/main" id="{4424075A-74E2-222D-270F-5EC950DED811}"/>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84" name="Graphique 194" descr="Utilisateurs avec un remplissage uni">
                <a:extLst>
                  <a:ext uri="{FF2B5EF4-FFF2-40B4-BE49-F238E27FC236}">
                    <a16:creationId xmlns:a16="http://schemas.microsoft.com/office/drawing/2014/main" id="{3AB8E9AF-6293-A7E4-4BD1-D8C6B7549D8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57" name="Groupe 130">
              <a:extLst>
                <a:ext uri="{FF2B5EF4-FFF2-40B4-BE49-F238E27FC236}">
                  <a16:creationId xmlns:a16="http://schemas.microsoft.com/office/drawing/2014/main" id="{3E136D5A-BFCE-76F0-3DEF-F465B7711637}"/>
                </a:ext>
              </a:extLst>
            </p:cNvPr>
            <p:cNvGrpSpPr/>
            <p:nvPr/>
          </p:nvGrpSpPr>
          <p:grpSpPr>
            <a:xfrm>
              <a:off x="7765182" y="5459500"/>
              <a:ext cx="1203959" cy="1114429"/>
              <a:chOff x="495541" y="3991241"/>
              <a:chExt cx="1203959" cy="1114429"/>
            </a:xfrm>
          </p:grpSpPr>
          <p:sp>
            <p:nvSpPr>
              <p:cNvPr id="81" name="Rectangle 191">
                <a:extLst>
                  <a:ext uri="{FF2B5EF4-FFF2-40B4-BE49-F238E27FC236}">
                    <a16:creationId xmlns:a16="http://schemas.microsoft.com/office/drawing/2014/main" id="{A182BD32-0C3C-F61D-EBB5-6F172CA3EBF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82" name="Graphique 192" descr="Utilisateurs avec un remplissage uni">
                <a:extLst>
                  <a:ext uri="{FF2B5EF4-FFF2-40B4-BE49-F238E27FC236}">
                    <a16:creationId xmlns:a16="http://schemas.microsoft.com/office/drawing/2014/main" id="{BF7FE173-3A38-7B02-AA24-27B936E8580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58" name="Groupe 131">
              <a:extLst>
                <a:ext uri="{FF2B5EF4-FFF2-40B4-BE49-F238E27FC236}">
                  <a16:creationId xmlns:a16="http://schemas.microsoft.com/office/drawing/2014/main" id="{79366625-05DE-1542-C126-11CE8D867F34}"/>
                </a:ext>
              </a:extLst>
            </p:cNvPr>
            <p:cNvGrpSpPr/>
            <p:nvPr/>
          </p:nvGrpSpPr>
          <p:grpSpPr>
            <a:xfrm>
              <a:off x="10040031" y="5626122"/>
              <a:ext cx="1203959" cy="1086268"/>
              <a:chOff x="1844480" y="4004145"/>
              <a:chExt cx="1203959" cy="1086268"/>
            </a:xfrm>
          </p:grpSpPr>
          <p:sp>
            <p:nvSpPr>
              <p:cNvPr id="79" name="Rectangle 189">
                <a:extLst>
                  <a:ext uri="{FF2B5EF4-FFF2-40B4-BE49-F238E27FC236}">
                    <a16:creationId xmlns:a16="http://schemas.microsoft.com/office/drawing/2014/main" id="{AD74AB1F-E026-F94B-7659-B0A49960E15F}"/>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80" name="Graphique 190" descr="Utilisateurs avec un remplissage uni">
                <a:extLst>
                  <a:ext uri="{FF2B5EF4-FFF2-40B4-BE49-F238E27FC236}">
                    <a16:creationId xmlns:a16="http://schemas.microsoft.com/office/drawing/2014/main" id="{600E1952-FCBB-65A5-1A7A-D85B27C6790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9" name="Groupe 132">
              <a:extLst>
                <a:ext uri="{FF2B5EF4-FFF2-40B4-BE49-F238E27FC236}">
                  <a16:creationId xmlns:a16="http://schemas.microsoft.com/office/drawing/2014/main" id="{298BBDEF-D9B4-72EC-D171-8BFA0BC4E1FA}"/>
                </a:ext>
              </a:extLst>
            </p:cNvPr>
            <p:cNvGrpSpPr/>
            <p:nvPr/>
          </p:nvGrpSpPr>
          <p:grpSpPr>
            <a:xfrm>
              <a:off x="10348719" y="4140742"/>
              <a:ext cx="1203959" cy="1086268"/>
              <a:chOff x="1844480" y="4004145"/>
              <a:chExt cx="1203959" cy="1086268"/>
            </a:xfrm>
          </p:grpSpPr>
          <p:sp>
            <p:nvSpPr>
              <p:cNvPr id="77" name="Rectangle 187">
                <a:extLst>
                  <a:ext uri="{FF2B5EF4-FFF2-40B4-BE49-F238E27FC236}">
                    <a16:creationId xmlns:a16="http://schemas.microsoft.com/office/drawing/2014/main" id="{0ED13250-6F37-CB50-1263-398AD76E7B56}"/>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78" name="Graphique 188" descr="Utilisateurs avec un remplissage uni">
                <a:extLst>
                  <a:ext uri="{FF2B5EF4-FFF2-40B4-BE49-F238E27FC236}">
                    <a16:creationId xmlns:a16="http://schemas.microsoft.com/office/drawing/2014/main" id="{C33FC28B-E3DA-9541-321B-5A59AA7B305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60" name="Graphique 185" descr="Utilisateur avec un remplissage uni">
              <a:extLst>
                <a:ext uri="{FF2B5EF4-FFF2-40B4-BE49-F238E27FC236}">
                  <a16:creationId xmlns:a16="http://schemas.microsoft.com/office/drawing/2014/main" id="{149B8395-C429-1BD2-955F-557AB35616F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1137" y="1940358"/>
              <a:ext cx="634194" cy="634194"/>
            </a:xfrm>
            <a:prstGeom prst="rect">
              <a:avLst/>
            </a:prstGeom>
          </p:spPr>
        </p:pic>
        <p:grpSp>
          <p:nvGrpSpPr>
            <p:cNvPr id="61" name="Groupe 134">
              <a:extLst>
                <a:ext uri="{FF2B5EF4-FFF2-40B4-BE49-F238E27FC236}">
                  <a16:creationId xmlns:a16="http://schemas.microsoft.com/office/drawing/2014/main" id="{D39E6BE2-ECC2-BFA8-E509-33584A3D79B8}"/>
                </a:ext>
              </a:extLst>
            </p:cNvPr>
            <p:cNvGrpSpPr/>
            <p:nvPr/>
          </p:nvGrpSpPr>
          <p:grpSpPr>
            <a:xfrm>
              <a:off x="10058713" y="1739195"/>
              <a:ext cx="1203959" cy="1086268"/>
              <a:chOff x="1844480" y="4004145"/>
              <a:chExt cx="1203959" cy="1086268"/>
            </a:xfrm>
          </p:grpSpPr>
          <p:sp>
            <p:nvSpPr>
              <p:cNvPr id="75" name="Rectangle 150">
                <a:extLst>
                  <a:ext uri="{FF2B5EF4-FFF2-40B4-BE49-F238E27FC236}">
                    <a16:creationId xmlns:a16="http://schemas.microsoft.com/office/drawing/2014/main" id="{AFD3658B-1FF0-0970-167F-C013AF64A24B}"/>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76" name="Graphique 151" descr="Utilisateurs avec un remplissage uni">
                <a:extLst>
                  <a:ext uri="{FF2B5EF4-FFF2-40B4-BE49-F238E27FC236}">
                    <a16:creationId xmlns:a16="http://schemas.microsoft.com/office/drawing/2014/main" id="{A5B4B522-E5AF-9AAB-8094-9E4590D10AD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62" name="Graphique 148" descr="Utilisateur avec un remplissage uni">
              <a:extLst>
                <a:ext uri="{FF2B5EF4-FFF2-40B4-BE49-F238E27FC236}">
                  <a16:creationId xmlns:a16="http://schemas.microsoft.com/office/drawing/2014/main" id="{5E6C2916-4A19-2603-18C1-EDB569E0FC5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24912" y="3254927"/>
              <a:ext cx="634194" cy="634194"/>
            </a:xfrm>
            <a:prstGeom prst="rect">
              <a:avLst/>
            </a:prstGeom>
          </p:spPr>
        </p:pic>
        <p:sp>
          <p:nvSpPr>
            <p:cNvPr id="63" name="Flèche : droite 136">
              <a:extLst>
                <a:ext uri="{FF2B5EF4-FFF2-40B4-BE49-F238E27FC236}">
                  <a16:creationId xmlns:a16="http://schemas.microsoft.com/office/drawing/2014/main" id="{ACB94306-A458-8CD2-607E-5BF3B2D1CAE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64" name="Flèche : droite 137">
              <a:extLst>
                <a:ext uri="{FF2B5EF4-FFF2-40B4-BE49-F238E27FC236}">
                  <a16:creationId xmlns:a16="http://schemas.microsoft.com/office/drawing/2014/main" id="{B92DB923-AFF3-96A8-01E6-37926E6E1158}"/>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65" name="Flèche : droite 138">
              <a:extLst>
                <a:ext uri="{FF2B5EF4-FFF2-40B4-BE49-F238E27FC236}">
                  <a16:creationId xmlns:a16="http://schemas.microsoft.com/office/drawing/2014/main" id="{41710A7C-F338-45FD-283A-068E38B4C697}"/>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66" name="Flèche : droite 139">
              <a:extLst>
                <a:ext uri="{FF2B5EF4-FFF2-40B4-BE49-F238E27FC236}">
                  <a16:creationId xmlns:a16="http://schemas.microsoft.com/office/drawing/2014/main" id="{36B41A4B-DAE5-349F-2A01-1C1A40CC49AC}"/>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67" name="Flèche : droite 140">
              <a:extLst>
                <a:ext uri="{FF2B5EF4-FFF2-40B4-BE49-F238E27FC236}">
                  <a16:creationId xmlns:a16="http://schemas.microsoft.com/office/drawing/2014/main" id="{C8679369-1D4F-22C2-AB3B-75346A77D501}"/>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68" name="Flèche : droite 141">
              <a:extLst>
                <a:ext uri="{FF2B5EF4-FFF2-40B4-BE49-F238E27FC236}">
                  <a16:creationId xmlns:a16="http://schemas.microsoft.com/office/drawing/2014/main" id="{2563D4FB-2514-E70F-6390-2D280064FA54}"/>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69" name="Flèche : droite 142">
              <a:extLst>
                <a:ext uri="{FF2B5EF4-FFF2-40B4-BE49-F238E27FC236}">
                  <a16:creationId xmlns:a16="http://schemas.microsoft.com/office/drawing/2014/main" id="{C096FCCA-EA96-CFF2-6E0C-BFBF1B3EFAA9}"/>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70" name="Flèche : droite 143">
              <a:extLst>
                <a:ext uri="{FF2B5EF4-FFF2-40B4-BE49-F238E27FC236}">
                  <a16:creationId xmlns:a16="http://schemas.microsoft.com/office/drawing/2014/main" id="{412F9410-6AC2-BC49-13A7-04B0D49D7CF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71" name="Flèche : droite 144">
              <a:extLst>
                <a:ext uri="{FF2B5EF4-FFF2-40B4-BE49-F238E27FC236}">
                  <a16:creationId xmlns:a16="http://schemas.microsoft.com/office/drawing/2014/main" id="{B0DD3667-7A5C-043C-2E54-9D74FDB1C1F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72" name="Graphique 145" descr="Utilisateur avec un remplissage uni">
              <a:extLst>
                <a:ext uri="{FF2B5EF4-FFF2-40B4-BE49-F238E27FC236}">
                  <a16:creationId xmlns:a16="http://schemas.microsoft.com/office/drawing/2014/main" id="{17CB8281-B549-DDD2-EDEC-9DD9F9E0C51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73" name="Graphique 146" descr="Utilisateur avec un remplissage uni">
              <a:extLst>
                <a:ext uri="{FF2B5EF4-FFF2-40B4-BE49-F238E27FC236}">
                  <a16:creationId xmlns:a16="http://schemas.microsoft.com/office/drawing/2014/main" id="{9378894A-5015-5BB7-8C27-68B0295332D6}"/>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74" name="Graphique 147" descr="Utilisateur avec un remplissage uni">
              <a:extLst>
                <a:ext uri="{FF2B5EF4-FFF2-40B4-BE49-F238E27FC236}">
                  <a16:creationId xmlns:a16="http://schemas.microsoft.com/office/drawing/2014/main" id="{63191A23-F107-BD62-A10B-3B498E6635BC}"/>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303844362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xmlns:a16="http://schemas.microsoft.com/office/drawing/2014/main" xmlns:adec="http://schemas.microsoft.com/office/drawing/2017/decorative" xmlns:p16="http://schemas.microsoft.com/office/powerpoint/2015/main" xmlns:a14="http://schemas.microsoft.com/office/drawing/2010/main">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D97B52-14AA-B4FD-4498-5939A8CBBBFA}"/>
              </a:ext>
            </a:extLst>
          </p:cNvPr>
          <p:cNvSpPr>
            <a:spLocks noGrp="1"/>
          </p:cNvSpPr>
          <p:nvPr>
            <p:ph type="title"/>
          </p:nvPr>
        </p:nvSpPr>
        <p:spPr/>
        <p:txBody>
          <a:bodyPr/>
          <a:lstStyle/>
          <a:p>
            <a:r>
              <a:rPr lang="en-US" dirty="0"/>
              <a:t>Résumé</a:t>
            </a:r>
          </a:p>
        </p:txBody>
      </p:sp>
      <p:sp>
        <p:nvSpPr>
          <p:cNvPr id="3" name="Segnaposto contenuto 2">
            <a:extLst>
              <a:ext uri="{FF2B5EF4-FFF2-40B4-BE49-F238E27FC236}">
                <a16:creationId xmlns:a16="http://schemas.microsoft.com/office/drawing/2014/main" id="{6F921952-893A-21DF-FB2E-F3C61E71A48B}"/>
              </a:ext>
            </a:extLst>
          </p:cNvPr>
          <p:cNvSpPr>
            <a:spLocks noGrp="1"/>
          </p:cNvSpPr>
          <p:nvPr>
            <p:ph idx="1"/>
          </p:nvPr>
        </p:nvSpPr>
        <p:spPr/>
        <p:txBody>
          <a:bodyPr>
            <a:normAutofit fontScale="55000" lnSpcReduction="20000"/>
          </a:bodyPr>
          <a:lstStyle/>
          <a:p>
            <a:pPr marL="0" indent="0">
              <a:buNone/>
            </a:pPr>
            <a:r>
              <a:rPr lang="en-US" dirty="0">
                <a:hlinkClick r:id="rId2" action="ppaction://hlinksldjump"/>
              </a:rPr>
              <a:t>0. Introduction au concept : Alignement et POURQUOI</a:t>
            </a:r>
            <a:endParaRPr lang="en-US" dirty="0"/>
          </a:p>
          <a:p>
            <a:pPr marL="0" indent="0">
              <a:buNone/>
            </a:pPr>
            <a:endParaRPr lang="en-US" dirty="0"/>
          </a:p>
          <a:p>
            <a:pPr marL="0" indent="0">
              <a:buNone/>
            </a:pPr>
            <a:r>
              <a:rPr lang="en-US" dirty="0"/>
              <a:t>Les 6 </a:t>
            </a:r>
            <a:r>
              <a:rPr lang="en-US" dirty="0" err="1"/>
              <a:t>Canevas</a:t>
            </a:r>
            <a:endParaRPr lang="en-US" dirty="0"/>
          </a:p>
          <a:p>
            <a:pPr marL="514350" indent="-514350">
              <a:buFont typeface="+mj-lt"/>
              <a:buAutoNum type="arabicPeriod"/>
            </a:pPr>
            <a:r>
              <a:rPr lang="en-US" dirty="0">
                <a:hlinkClick r:id="rId3" action="ppaction://hlinksldjump"/>
              </a:rPr>
              <a:t>POURQUOI </a:t>
            </a:r>
            <a:r>
              <a:rPr lang="en-US" dirty="0"/>
              <a:t>: </a:t>
            </a:r>
            <a:r>
              <a:rPr lang="en-US" dirty="0" err="1"/>
              <a:t>Pyramide</a:t>
            </a:r>
            <a:r>
              <a:rPr lang="en-US" dirty="0"/>
              <a:t> du </a:t>
            </a:r>
            <a:r>
              <a:rPr lang="en-US" dirty="0" err="1"/>
              <a:t>sens</a:t>
            </a:r>
            <a:endParaRPr lang="en-US" dirty="0"/>
          </a:p>
          <a:p>
            <a:pPr marL="514350" indent="-514350">
              <a:buFont typeface="+mj-lt"/>
              <a:buAutoNum type="arabicPeriod"/>
            </a:pPr>
            <a:r>
              <a:rPr lang="en-US" dirty="0">
                <a:hlinkClick r:id="rId4" action="ppaction://hlinksldjump"/>
              </a:rPr>
              <a:t>POURQUOI NOUS </a:t>
            </a:r>
            <a:r>
              <a:rPr lang="en-US" dirty="0"/>
              <a:t>: Maison de la contribution</a:t>
            </a:r>
          </a:p>
          <a:p>
            <a:pPr marL="514350" indent="-514350">
              <a:buFont typeface="+mj-lt"/>
              <a:buAutoNum type="arabicPeriod"/>
            </a:pPr>
            <a:r>
              <a:rPr lang="en-US" dirty="0">
                <a:hlinkClick r:id="rId5" action="ppaction://hlinksldjump"/>
              </a:rPr>
              <a:t>POURQUOI MAINTENANT </a:t>
            </a:r>
            <a:r>
              <a:rPr lang="en-US" dirty="0"/>
              <a:t>: Calendrier des opportunités</a:t>
            </a:r>
          </a:p>
          <a:p>
            <a:pPr marL="514350" indent="-514350">
              <a:buFont typeface="+mj-lt"/>
              <a:buAutoNum type="arabicPeriod"/>
            </a:pPr>
            <a:r>
              <a:rPr lang="en-US" dirty="0">
                <a:hlinkClick r:id="rId6" action="ppaction://hlinksldjump"/>
              </a:rPr>
              <a:t>POURQUOI ICI </a:t>
            </a:r>
            <a:r>
              <a:rPr lang="en-US" dirty="0"/>
              <a:t>: Carte d'influence</a:t>
            </a:r>
          </a:p>
          <a:p>
            <a:pPr marL="514350" indent="-514350">
              <a:buFont typeface="+mj-lt"/>
              <a:buAutoNum type="arabicPeriod"/>
            </a:pPr>
            <a:r>
              <a:rPr lang="en-US" dirty="0">
                <a:hlinkClick r:id="rId7" action="ppaction://hlinksldjump"/>
              </a:rPr>
              <a:t>POURQUOI CELA</a:t>
            </a:r>
            <a:r>
              <a:rPr lang="en-US" dirty="0"/>
              <a:t>: Équilibre de la différenciation</a:t>
            </a:r>
          </a:p>
          <a:p>
            <a:pPr marL="514350" indent="-514350">
              <a:buFont typeface="+mj-lt"/>
              <a:buAutoNum type="arabicPeriod"/>
            </a:pPr>
            <a:r>
              <a:rPr lang="en-US" dirty="0">
                <a:hlinkClick r:id="rId8" action="ppaction://hlinksldjump"/>
              </a:rPr>
              <a:t>POURQUOI PAS </a:t>
            </a:r>
            <a:r>
              <a:rPr lang="en-US" dirty="0"/>
              <a:t>: Arbre de la sérendipité</a:t>
            </a:r>
          </a:p>
          <a:p>
            <a:pPr marL="514350" indent="-514350">
              <a:buFont typeface="+mj-lt"/>
              <a:buAutoNum type="arabicPeriod"/>
            </a:pPr>
            <a:endParaRPr lang="en-US" dirty="0"/>
          </a:p>
          <a:p>
            <a:r>
              <a:rPr lang="en-US" dirty="0">
                <a:hlinkClick r:id="rId9" action="ppaction://hlinksldjump"/>
              </a:rPr>
              <a:t>Quand et comment </a:t>
            </a:r>
            <a:r>
              <a:rPr lang="en-US" dirty="0" err="1">
                <a:hlinkClick r:id="rId9" action="ppaction://hlinksldjump"/>
              </a:rPr>
              <a:t>pouvez-vous</a:t>
            </a:r>
            <a:r>
              <a:rPr lang="en-US" dirty="0">
                <a:hlinkClick r:id="rId9" action="ppaction://hlinksldjump"/>
              </a:rPr>
              <a:t> </a:t>
            </a:r>
            <a:r>
              <a:rPr lang="en-US" dirty="0" err="1">
                <a:hlinkClick r:id="rId9" action="ppaction://hlinksldjump"/>
              </a:rPr>
              <a:t>utilisers</a:t>
            </a:r>
            <a:r>
              <a:rPr lang="en-US" dirty="0">
                <a:hlinkClick r:id="rId9" action="ppaction://hlinksldjump"/>
              </a:rPr>
              <a:t> les 6 </a:t>
            </a:r>
            <a:r>
              <a:rPr lang="en-US" dirty="0" err="1">
                <a:hlinkClick r:id="rId9" action="ppaction://hlinksldjump"/>
              </a:rPr>
              <a:t>Canevas</a:t>
            </a:r>
            <a:r>
              <a:rPr lang="en-US" dirty="0">
                <a:hlinkClick r:id="rId9" action="ppaction://hlinksldjump"/>
              </a:rPr>
              <a:t> des POURQUOI ?</a:t>
            </a:r>
            <a:endParaRPr lang="en-US" dirty="0"/>
          </a:p>
          <a:p>
            <a:r>
              <a:rPr lang="en-US" dirty="0">
                <a:hlinkClick r:id="rId10" action="ppaction://hlinksldjump"/>
              </a:rPr>
              <a:t>Utilisation d'autres formats d'affichage</a:t>
            </a:r>
            <a:endParaRPr lang="en-US" dirty="0"/>
          </a:p>
          <a:p>
            <a:r>
              <a:rPr lang="en-US" dirty="0">
                <a:hlinkClick r:id="rId11" action="ppaction://hlinksldjump"/>
              </a:rPr>
              <a:t>Utiliser les 6 POURQUOI comme atelier</a:t>
            </a:r>
            <a:endParaRPr lang="en-US" dirty="0"/>
          </a:p>
          <a:p>
            <a:r>
              <a:rPr lang="en-US" dirty="0">
                <a:hlinkClick r:id="rId12" action="ppaction://hlinksldjump"/>
              </a:rPr>
              <a:t>Annexe</a:t>
            </a:r>
            <a:endParaRPr lang="en-US" dirty="0"/>
          </a:p>
          <a:p>
            <a:endParaRPr lang="en-US" dirty="0"/>
          </a:p>
          <a:p>
            <a:pPr marL="0" indent="0">
              <a:buNone/>
            </a:pPr>
            <a:endParaRPr lang="en-US" dirty="0"/>
          </a:p>
          <a:p>
            <a:pPr marL="0" indent="0">
              <a:buNone/>
            </a:pPr>
            <a:endParaRPr lang="en-US" dirty="0"/>
          </a:p>
          <a:p>
            <a:pPr marL="0" indent="0">
              <a:buNone/>
            </a:pPr>
            <a:endParaRPr lang="en-US" dirty="0"/>
          </a:p>
          <a:p>
            <a:pPr marL="514350" indent="-51435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68583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Alignement et POURQUOI</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769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1605AB-DB31-633D-F2F5-CB93D5059104}"/>
              </a:ext>
            </a:extLst>
          </p:cNvPr>
          <p:cNvSpPr>
            <a:spLocks noGrp="1"/>
          </p:cNvSpPr>
          <p:nvPr>
            <p:ph type="title"/>
          </p:nvPr>
        </p:nvSpPr>
        <p:spPr>
          <a:xfrm>
            <a:off x="838200" y="365125"/>
            <a:ext cx="4300728" cy="2076323"/>
          </a:xfrm>
        </p:spPr>
        <p:txBody>
          <a:bodyPr>
            <a:normAutofit/>
          </a:bodyPr>
          <a:lstStyle/>
          <a:p>
            <a:r>
              <a:rPr lang="en-US" sz="3600" b="1" dirty="0"/>
              <a:t>Défis </a:t>
            </a:r>
            <a:r>
              <a:rPr lang="en-US" sz="3600" dirty="0"/>
              <a:t>habituels </a:t>
            </a:r>
            <a:r>
              <a:rPr lang="en-US" sz="3600" b="1" dirty="0"/>
              <a:t>concernant l'alignement </a:t>
            </a:r>
            <a:r>
              <a:rPr lang="en-US" sz="3600" dirty="0"/>
              <a:t>autour d'un projet / produit</a:t>
            </a:r>
          </a:p>
        </p:txBody>
      </p:sp>
      <p:sp>
        <p:nvSpPr>
          <p:cNvPr id="3" name="Espace réservé du contenu 2">
            <a:extLst>
              <a:ext uri="{FF2B5EF4-FFF2-40B4-BE49-F238E27FC236}">
                <a16:creationId xmlns:a16="http://schemas.microsoft.com/office/drawing/2014/main" id="{3DF6075A-878A-3749-7B75-663F0F3CFCB5}"/>
              </a:ext>
            </a:extLst>
          </p:cNvPr>
          <p:cNvSpPr>
            <a:spLocks noGrp="1"/>
          </p:cNvSpPr>
          <p:nvPr>
            <p:ph idx="1"/>
          </p:nvPr>
        </p:nvSpPr>
        <p:spPr>
          <a:xfrm>
            <a:off x="5342945" y="449009"/>
            <a:ext cx="4789985" cy="2427356"/>
          </a:xfrm>
          <a:solidFill>
            <a:schemeClr val="bg2"/>
          </a:solidFill>
        </p:spPr>
        <p:txBody>
          <a:bodyPr>
            <a:normAutofit lnSpcReduction="10000"/>
          </a:bodyPr>
          <a:lstStyle/>
          <a:p>
            <a:pPr marL="0" indent="0">
              <a:buNone/>
            </a:pPr>
            <a:r>
              <a:rPr lang="en-US" sz="1800" dirty="0"/>
              <a:t>Le lancement d'un projet ou d'un produit peut être difficile sur le plan humain. Maintenir l'engagement tout au long de sa livraison et de son succès est encore plus difficile. </a:t>
            </a:r>
          </a:p>
          <a:p>
            <a:pPr marL="0" indent="0">
              <a:buNone/>
            </a:pPr>
            <a:r>
              <a:rPr lang="en-US" sz="1800" dirty="0"/>
              <a:t>Parmi les nombreux défis qu'un collectif peut rencontrer dans le cadre d'un projet ou d'un produit, les </a:t>
            </a:r>
            <a:r>
              <a:rPr lang="en-US" sz="1800" b="1" dirty="0"/>
              <a:t>défis d'alignement peuvent être les premiers à survenir</a:t>
            </a:r>
            <a:r>
              <a:rPr lang="en-US" sz="1800" dirty="0"/>
              <a:t>. Voici quelques défis habituels qui se produisent dans les collectifs de projet ou de produit.</a:t>
            </a:r>
          </a:p>
        </p:txBody>
      </p:sp>
      <p:sp>
        <p:nvSpPr>
          <p:cNvPr id="4" name="Rectangle 3">
            <a:extLst>
              <a:ext uri="{FF2B5EF4-FFF2-40B4-BE49-F238E27FC236}">
                <a16:creationId xmlns:a16="http://schemas.microsoft.com/office/drawing/2014/main" id="{5E24F065-122A-847C-CFB6-79552969A495}"/>
              </a:ext>
            </a:extLst>
          </p:cNvPr>
          <p:cNvSpPr/>
          <p:nvPr/>
        </p:nvSpPr>
        <p:spPr>
          <a:xfrm>
            <a:off x="6665" y="572833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Manque de vision (motivations et objectifs)</a:t>
            </a:r>
          </a:p>
        </p:txBody>
      </p:sp>
      <p:sp>
        <p:nvSpPr>
          <p:cNvPr id="5" name="Bulle narrative : ronde 4">
            <a:extLst>
              <a:ext uri="{FF2B5EF4-FFF2-40B4-BE49-F238E27FC236}">
                <a16:creationId xmlns:a16="http://schemas.microsoft.com/office/drawing/2014/main" id="{9420770D-9AF6-3F8C-2835-BB3AA1BD244E}"/>
              </a:ext>
            </a:extLst>
          </p:cNvPr>
          <p:cNvSpPr/>
          <p:nvPr/>
        </p:nvSpPr>
        <p:spPr>
          <a:xfrm>
            <a:off x="35329" y="3161334"/>
            <a:ext cx="1704513"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Je ne sais même pas pourquoi nous travaillons ou quelle direction nous prenons.</a:t>
            </a:r>
          </a:p>
        </p:txBody>
      </p:sp>
      <p:sp>
        <p:nvSpPr>
          <p:cNvPr id="6" name="Rectangle 5">
            <a:extLst>
              <a:ext uri="{FF2B5EF4-FFF2-40B4-BE49-F238E27FC236}">
                <a16:creationId xmlns:a16="http://schemas.microsoft.com/office/drawing/2014/main" id="{27858A75-EB4D-1279-621F-C47E16C60C85}"/>
              </a:ext>
            </a:extLst>
          </p:cNvPr>
          <p:cNvSpPr/>
          <p:nvPr/>
        </p:nvSpPr>
        <p:spPr>
          <a:xfrm>
            <a:off x="2082556" y="572833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Manque d'auto-vision dans le projet / produit</a:t>
            </a:r>
          </a:p>
        </p:txBody>
      </p:sp>
      <p:sp>
        <p:nvSpPr>
          <p:cNvPr id="7" name="Bulle narrative : ronde 6">
            <a:extLst>
              <a:ext uri="{FF2B5EF4-FFF2-40B4-BE49-F238E27FC236}">
                <a16:creationId xmlns:a16="http://schemas.microsoft.com/office/drawing/2014/main" id="{CA5DF7C8-06EB-65BA-F17B-64035B309AFA}"/>
              </a:ext>
            </a:extLst>
          </p:cNvPr>
          <p:cNvSpPr/>
          <p:nvPr/>
        </p:nvSpPr>
        <p:spPr>
          <a:xfrm>
            <a:off x="1854510" y="3161334"/>
            <a:ext cx="2005985" cy="1074199"/>
          </a:xfrm>
          <a:prstGeom prst="wedgeEllipseCallout">
            <a:avLst>
              <a:gd name="adj1" fmla="val 1295"/>
              <a:gd name="adj2" fmla="val 6580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Je comprends l'objectif, mais je n'arrive pas à déterminer le rôle que je jouerais dans cet objectif collectif.</a:t>
            </a:r>
          </a:p>
        </p:txBody>
      </p:sp>
      <p:sp>
        <p:nvSpPr>
          <p:cNvPr id="8" name="Rectangle 7">
            <a:extLst>
              <a:ext uri="{FF2B5EF4-FFF2-40B4-BE49-F238E27FC236}">
                <a16:creationId xmlns:a16="http://schemas.microsoft.com/office/drawing/2014/main" id="{002260A4-488D-0A0D-9C27-4D2965F31184}"/>
              </a:ext>
            </a:extLst>
          </p:cNvPr>
          <p:cNvSpPr/>
          <p:nvPr/>
        </p:nvSpPr>
        <p:spPr>
          <a:xfrm>
            <a:off x="4158447" y="574632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Se préparer à reporter avant même de commencer</a:t>
            </a:r>
          </a:p>
        </p:txBody>
      </p:sp>
      <p:sp>
        <p:nvSpPr>
          <p:cNvPr id="9" name="Rectangle 8">
            <a:extLst>
              <a:ext uri="{FF2B5EF4-FFF2-40B4-BE49-F238E27FC236}">
                <a16:creationId xmlns:a16="http://schemas.microsoft.com/office/drawing/2014/main" id="{1590C729-8A58-1ED8-D295-4EC96FA7EA0B}"/>
              </a:ext>
            </a:extLst>
          </p:cNvPr>
          <p:cNvSpPr/>
          <p:nvPr/>
        </p:nvSpPr>
        <p:spPr>
          <a:xfrm>
            <a:off x="6234338" y="574632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Compréhension floue de l'impact de la cible</a:t>
            </a:r>
          </a:p>
        </p:txBody>
      </p:sp>
      <p:sp>
        <p:nvSpPr>
          <p:cNvPr id="10" name="Bulle narrative : ronde 9">
            <a:extLst>
              <a:ext uri="{FF2B5EF4-FFF2-40B4-BE49-F238E27FC236}">
                <a16:creationId xmlns:a16="http://schemas.microsoft.com/office/drawing/2014/main" id="{E22A79F2-D900-D688-EAAC-305F83796698}"/>
              </a:ext>
            </a:extLst>
          </p:cNvPr>
          <p:cNvSpPr/>
          <p:nvPr/>
        </p:nvSpPr>
        <p:spPr>
          <a:xfrm>
            <a:off x="3930401" y="3179324"/>
            <a:ext cx="2005985" cy="1074199"/>
          </a:xfrm>
          <a:prstGeom prst="wedgeEllipseCallout">
            <a:avLst>
              <a:gd name="adj1" fmla="val -2246"/>
              <a:gd name="adj2" fmla="val 6084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Je comprends l'objectif, mais pourquoi nous attaquons-nous à cet objectif maintenant et pas plus tard ?</a:t>
            </a:r>
          </a:p>
        </p:txBody>
      </p:sp>
      <p:sp>
        <p:nvSpPr>
          <p:cNvPr id="11" name="Bulle narrative : ronde 10">
            <a:extLst>
              <a:ext uri="{FF2B5EF4-FFF2-40B4-BE49-F238E27FC236}">
                <a16:creationId xmlns:a16="http://schemas.microsoft.com/office/drawing/2014/main" id="{3F40167D-63A2-CF70-4143-B9CED738F8D5}"/>
              </a:ext>
            </a:extLst>
          </p:cNvPr>
          <p:cNvSpPr/>
          <p:nvPr/>
        </p:nvSpPr>
        <p:spPr>
          <a:xfrm>
            <a:off x="6051054" y="3161333"/>
            <a:ext cx="2005985" cy="1074199"/>
          </a:xfrm>
          <a:prstGeom prst="wedgeEllipse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Je comprends l'objectif en théorie, mais je ne peux pas délimiter qui nous ciblons.</a:t>
            </a:r>
          </a:p>
        </p:txBody>
      </p:sp>
      <p:sp>
        <p:nvSpPr>
          <p:cNvPr id="12" name="Rectangle 11">
            <a:extLst>
              <a:ext uri="{FF2B5EF4-FFF2-40B4-BE49-F238E27FC236}">
                <a16:creationId xmlns:a16="http://schemas.microsoft.com/office/drawing/2014/main" id="{9DA0C907-2B7B-3D23-097C-AA64AD104242}"/>
              </a:ext>
            </a:extLst>
          </p:cNvPr>
          <p:cNvSpPr/>
          <p:nvPr/>
        </p:nvSpPr>
        <p:spPr>
          <a:xfrm>
            <a:off x="8310229" y="572833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Sentiment que le produit / projet ne fera pas de différence</a:t>
            </a:r>
          </a:p>
        </p:txBody>
      </p:sp>
      <p:sp>
        <p:nvSpPr>
          <p:cNvPr id="13" name="Bulle narrative : ronde 12">
            <a:extLst>
              <a:ext uri="{FF2B5EF4-FFF2-40B4-BE49-F238E27FC236}">
                <a16:creationId xmlns:a16="http://schemas.microsoft.com/office/drawing/2014/main" id="{5F5414F5-83B2-35CB-953B-607478708FD5}"/>
              </a:ext>
            </a:extLst>
          </p:cNvPr>
          <p:cNvSpPr/>
          <p:nvPr/>
        </p:nvSpPr>
        <p:spPr>
          <a:xfrm>
            <a:off x="8126945" y="3179323"/>
            <a:ext cx="2005985" cy="1074199"/>
          </a:xfrm>
          <a:prstGeom prst="wedgeEllipse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Je ne peux pas imaginer quelle est la différence entre les conditions existantes et le changement que nous apportons...</a:t>
            </a:r>
          </a:p>
        </p:txBody>
      </p:sp>
      <p:sp>
        <p:nvSpPr>
          <p:cNvPr id="14" name="Rectangle 13">
            <a:extLst>
              <a:ext uri="{FF2B5EF4-FFF2-40B4-BE49-F238E27FC236}">
                <a16:creationId xmlns:a16="http://schemas.microsoft.com/office/drawing/2014/main" id="{7CDF8CB5-6ECA-1CD0-8484-3398FB3BBD10}"/>
              </a:ext>
            </a:extLst>
          </p:cNvPr>
          <p:cNvSpPr/>
          <p:nvPr/>
        </p:nvSpPr>
        <p:spPr>
          <a:xfrm>
            <a:off x="10386120" y="5728337"/>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Sous-estimer le potentiel de la sérendipité</a:t>
            </a:r>
          </a:p>
        </p:txBody>
      </p:sp>
      <p:sp>
        <p:nvSpPr>
          <p:cNvPr id="15" name="Bulle narrative : ronde 14">
            <a:extLst>
              <a:ext uri="{FF2B5EF4-FFF2-40B4-BE49-F238E27FC236}">
                <a16:creationId xmlns:a16="http://schemas.microsoft.com/office/drawing/2014/main" id="{B356EA11-3512-8DEF-6BD5-C06A1F8F18CC}"/>
              </a:ext>
            </a:extLst>
          </p:cNvPr>
          <p:cNvSpPr/>
          <p:nvPr/>
        </p:nvSpPr>
        <p:spPr>
          <a:xfrm>
            <a:off x="10186015" y="3161332"/>
            <a:ext cx="2005985" cy="1074199"/>
          </a:xfrm>
          <a:prstGeom prst="wedgeEllipse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Je sais ce qui va se passer, ce n'est pas la peine d'essayer. </a:t>
            </a:r>
          </a:p>
        </p:txBody>
      </p:sp>
      <p:pic>
        <p:nvPicPr>
          <p:cNvPr id="29" name="Graphique 28" descr="Homme en tenue professionnelle">
            <a:extLst>
              <a:ext uri="{FF2B5EF4-FFF2-40B4-BE49-F238E27FC236}">
                <a16:creationId xmlns:a16="http://schemas.microsoft.com/office/drawing/2014/main" id="{BD551DDC-F8B8-B08B-B96A-AAF546C14AD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2436" y="4458001"/>
            <a:ext cx="943374" cy="1273899"/>
          </a:xfrm>
          <a:prstGeom prst="rect">
            <a:avLst/>
          </a:prstGeom>
        </p:spPr>
      </p:pic>
      <p:pic>
        <p:nvPicPr>
          <p:cNvPr id="31" name="Graphique 30" descr="Homme portant une veste">
            <a:extLst>
              <a:ext uri="{FF2B5EF4-FFF2-40B4-BE49-F238E27FC236}">
                <a16:creationId xmlns:a16="http://schemas.microsoft.com/office/drawing/2014/main" id="{4D3B9275-FB7D-2BB6-0FA6-89027E760FA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85816" y="4416686"/>
            <a:ext cx="943374" cy="1356530"/>
          </a:xfrm>
          <a:prstGeom prst="rect">
            <a:avLst/>
          </a:prstGeom>
        </p:spPr>
      </p:pic>
      <p:pic>
        <p:nvPicPr>
          <p:cNvPr id="33" name="Graphique 32" descr="Homme barbu en peignoir">
            <a:extLst>
              <a:ext uri="{FF2B5EF4-FFF2-40B4-BE49-F238E27FC236}">
                <a16:creationId xmlns:a16="http://schemas.microsoft.com/office/drawing/2014/main" id="{E84AB107-3DE3-A885-994E-09DC00018F2D}"/>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473854" y="4464888"/>
            <a:ext cx="964032" cy="1211926"/>
          </a:xfrm>
          <a:prstGeom prst="rect">
            <a:avLst/>
          </a:prstGeom>
        </p:spPr>
      </p:pic>
      <p:pic>
        <p:nvPicPr>
          <p:cNvPr id="35" name="Graphique 34" descr="Homme à lunettes portant un col roulé">
            <a:extLst>
              <a:ext uri="{FF2B5EF4-FFF2-40B4-BE49-F238E27FC236}">
                <a16:creationId xmlns:a16="http://schemas.microsoft.com/office/drawing/2014/main" id="{70C86108-3470-856E-9287-B9247CAC5146}"/>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406457" y="4464888"/>
            <a:ext cx="936488" cy="1260127"/>
          </a:xfrm>
          <a:prstGeom prst="rect">
            <a:avLst/>
          </a:prstGeom>
        </p:spPr>
      </p:pic>
      <p:pic>
        <p:nvPicPr>
          <p:cNvPr id="37" name="Graphique 36" descr="Femme tenant un ordinateur portable">
            <a:extLst>
              <a:ext uri="{FF2B5EF4-FFF2-40B4-BE49-F238E27FC236}">
                <a16:creationId xmlns:a16="http://schemas.microsoft.com/office/drawing/2014/main" id="{8B8CCA27-0700-FAC7-E393-34645D3129C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457029" y="4416686"/>
            <a:ext cx="1287671" cy="1308329"/>
          </a:xfrm>
          <a:prstGeom prst="rect">
            <a:avLst/>
          </a:prstGeom>
        </p:spPr>
      </p:pic>
      <p:pic>
        <p:nvPicPr>
          <p:cNvPr id="39" name="Graphique 38" descr="Femme avec queue de cheval">
            <a:extLst>
              <a:ext uri="{FF2B5EF4-FFF2-40B4-BE49-F238E27FC236}">
                <a16:creationId xmlns:a16="http://schemas.microsoft.com/office/drawing/2014/main" id="{669D5D22-A863-5AC7-41A7-20210CA01321}"/>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599595" y="4458001"/>
            <a:ext cx="867629" cy="1308329"/>
          </a:xfrm>
          <a:prstGeom prst="rect">
            <a:avLst/>
          </a:prstGeom>
        </p:spPr>
      </p:pic>
    </p:spTree>
    <p:extLst>
      <p:ext uri="{BB962C8B-B14F-4D97-AF65-F5344CB8AC3E}">
        <p14:creationId xmlns:p14="http://schemas.microsoft.com/office/powerpoint/2010/main" val="3622404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ECCB97-E1FB-5BE9-10D5-2031E5DEB862}"/>
              </a:ext>
            </a:extLst>
          </p:cNvPr>
          <p:cNvSpPr>
            <a:spLocks noGrp="1"/>
          </p:cNvSpPr>
          <p:nvPr>
            <p:ph type="title"/>
          </p:nvPr>
        </p:nvSpPr>
        <p:spPr/>
        <p:txBody>
          <a:bodyPr/>
          <a:lstStyle/>
          <a:p>
            <a:r>
              <a:rPr lang="en-US" dirty="0"/>
              <a:t>Projet et </a:t>
            </a:r>
            <a:r>
              <a:rPr lang="en-US" dirty="0" err="1"/>
              <a:t>produit</a:t>
            </a:r>
            <a:r>
              <a:rPr lang="en-US" dirty="0"/>
              <a:t> - POURQUOI</a:t>
            </a:r>
            <a:br>
              <a:rPr lang="en-US" dirty="0"/>
            </a:br>
            <a:r>
              <a:rPr lang="en-US" dirty="0"/>
              <a:t>Alignement par explication</a:t>
            </a:r>
          </a:p>
        </p:txBody>
      </p:sp>
      <p:sp>
        <p:nvSpPr>
          <p:cNvPr id="3" name="Segnaposto contenuto 2">
            <a:extLst>
              <a:ext uri="{FF2B5EF4-FFF2-40B4-BE49-F238E27FC236}">
                <a16:creationId xmlns:a16="http://schemas.microsoft.com/office/drawing/2014/main" id="{2799DF39-24AC-F201-F116-87E86D6EE6A2}"/>
              </a:ext>
            </a:extLst>
          </p:cNvPr>
          <p:cNvSpPr>
            <a:spLocks noGrp="1"/>
          </p:cNvSpPr>
          <p:nvPr>
            <p:ph idx="1"/>
          </p:nvPr>
        </p:nvSpPr>
        <p:spPr>
          <a:xfrm>
            <a:off x="838199" y="1901953"/>
            <a:ext cx="5028427" cy="4275010"/>
          </a:xfrm>
        </p:spPr>
        <p:txBody>
          <a:bodyPr>
            <a:normAutofit lnSpcReduction="10000"/>
          </a:bodyPr>
          <a:lstStyle/>
          <a:p>
            <a:pPr marL="0" indent="0">
              <a:buNone/>
            </a:pPr>
            <a:r>
              <a:rPr lang="en-US" sz="1600" dirty="0"/>
              <a:t>Les POURQUOI de projet / produit sont un </a:t>
            </a:r>
            <a:r>
              <a:rPr lang="en-US" sz="1600" b="1" dirty="0">
                <a:solidFill>
                  <a:srgbClr val="ED7D31"/>
                </a:solidFill>
              </a:rPr>
              <a:t>ensemble de </a:t>
            </a:r>
            <a:r>
              <a:rPr lang="en-US" sz="1600" b="1" dirty="0" err="1">
                <a:solidFill>
                  <a:srgbClr val="ED7D31"/>
                </a:solidFill>
              </a:rPr>
              <a:t>Canevas</a:t>
            </a:r>
            <a:r>
              <a:rPr lang="en-US" sz="1600" b="1" dirty="0">
                <a:solidFill>
                  <a:srgbClr val="ED7D31"/>
                </a:solidFill>
              </a:rPr>
              <a:t> </a:t>
            </a:r>
            <a:r>
              <a:rPr lang="en-US" sz="1600" dirty="0"/>
              <a:t>qui </a:t>
            </a:r>
            <a:r>
              <a:rPr lang="en-US" sz="1600" b="1" dirty="0">
                <a:solidFill>
                  <a:srgbClr val="0683AA"/>
                </a:solidFill>
              </a:rPr>
              <a:t>aident les dirigeants ou les équipes à exprimer les différents aspects d'un objectif</a:t>
            </a:r>
            <a:r>
              <a:rPr lang="en-US" sz="1600" dirty="0"/>
              <a:t>.</a:t>
            </a:r>
          </a:p>
          <a:p>
            <a:pPr marL="0" indent="0">
              <a:buNone/>
            </a:pPr>
            <a:endParaRPr lang="en-US" sz="1600" dirty="0"/>
          </a:p>
          <a:p>
            <a:pPr marL="0" indent="0">
              <a:buNone/>
            </a:pPr>
            <a:r>
              <a:rPr lang="en-US" sz="1600" dirty="0" err="1"/>
              <a:t>Cet</a:t>
            </a:r>
            <a:r>
              <a:rPr lang="en-US" sz="1600" dirty="0"/>
              <a:t> ensemble peut </a:t>
            </a:r>
            <a:r>
              <a:rPr lang="en-US" sz="1600" dirty="0" err="1"/>
              <a:t>être</a:t>
            </a:r>
            <a:r>
              <a:rPr lang="en-US" sz="1600" dirty="0"/>
              <a:t> </a:t>
            </a:r>
            <a:r>
              <a:rPr lang="en-US" sz="1600" dirty="0" err="1"/>
              <a:t>utilisé</a:t>
            </a:r>
            <a:r>
              <a:rPr lang="en-US" sz="1600" dirty="0"/>
              <a:t> comme un outil d'alignement, en partant du principe qu'une </a:t>
            </a:r>
            <a:r>
              <a:rPr lang="en-US" sz="1600" b="1" dirty="0">
                <a:solidFill>
                  <a:srgbClr val="ED7D31"/>
                </a:solidFill>
              </a:rPr>
              <a:t>vision plus claire conduit à un alignement plus fort</a:t>
            </a:r>
            <a:r>
              <a:rPr lang="en-US" sz="1600" dirty="0"/>
              <a:t>.</a:t>
            </a:r>
          </a:p>
          <a:p>
            <a:pPr marL="0" indent="0">
              <a:buNone/>
            </a:pPr>
            <a:endParaRPr lang="en-US" sz="1600" dirty="0"/>
          </a:p>
          <a:p>
            <a:pPr marL="0" indent="0">
              <a:buNone/>
            </a:pPr>
            <a:r>
              <a:rPr lang="en-US" sz="1600" dirty="0"/>
              <a:t>En d'autres termes, en </a:t>
            </a:r>
            <a:r>
              <a:rPr lang="en-US" sz="1600" dirty="0" err="1"/>
              <a:t>utilisant</a:t>
            </a:r>
            <a:r>
              <a:rPr lang="en-US" sz="1600" dirty="0"/>
              <a:t> </a:t>
            </a:r>
            <a:r>
              <a:rPr lang="en-US" sz="1600" dirty="0" err="1"/>
              <a:t>différents</a:t>
            </a:r>
            <a:r>
              <a:rPr lang="en-US" sz="1600" dirty="0"/>
              <a:t> </a:t>
            </a:r>
            <a:r>
              <a:rPr lang="en-US" sz="1600" dirty="0" err="1"/>
              <a:t>Canevas</a:t>
            </a:r>
            <a:r>
              <a:rPr lang="en-US" sz="1600" dirty="0"/>
              <a:t>, les chefs de projet / produit peuvent : </a:t>
            </a:r>
          </a:p>
          <a:p>
            <a:pPr>
              <a:buFontTx/>
              <a:buChar char="-"/>
            </a:pPr>
            <a:r>
              <a:rPr lang="en-US" sz="1600" dirty="0"/>
              <a:t>Mieux expliquer une vision</a:t>
            </a:r>
          </a:p>
          <a:p>
            <a:pPr>
              <a:buFontTx/>
              <a:buChar char="-"/>
            </a:pPr>
            <a:r>
              <a:rPr lang="en-US" sz="1600" dirty="0"/>
              <a:t>Aider les membres de l'équipe à trier les différents détails d'une vision.</a:t>
            </a:r>
          </a:p>
          <a:p>
            <a:pPr>
              <a:buFontTx/>
              <a:buChar char="-"/>
            </a:pPr>
            <a:r>
              <a:rPr lang="en-US" sz="1600" dirty="0"/>
              <a:t>aider les membres de l'équipe à exprimer leurs désaccords et leurs malentendus, afin de mieux discuter et de s'aligner par la suite</a:t>
            </a:r>
          </a:p>
        </p:txBody>
      </p:sp>
      <p:pic>
        <p:nvPicPr>
          <p:cNvPr id="5" name="Elemento grafico 4" descr="Ragazzo con mantello">
            <a:extLst>
              <a:ext uri="{FF2B5EF4-FFF2-40B4-BE49-F238E27FC236}">
                <a16:creationId xmlns:a16="http://schemas.microsoft.com/office/drawing/2014/main" id="{A16AB09B-9D91-12D2-1B5F-C11B5B6DEC1A}"/>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2291"/>
          <a:stretch/>
        </p:blipFill>
        <p:spPr>
          <a:xfrm>
            <a:off x="6913249" y="3429000"/>
            <a:ext cx="1905000" cy="2281141"/>
          </a:xfrm>
          <a:prstGeom prst="rect">
            <a:avLst/>
          </a:prstGeom>
        </p:spPr>
      </p:pic>
      <p:sp>
        <p:nvSpPr>
          <p:cNvPr id="6" name="Bulle narrative : ronde 10">
            <a:extLst>
              <a:ext uri="{FF2B5EF4-FFF2-40B4-BE49-F238E27FC236}">
                <a16:creationId xmlns:a16="http://schemas.microsoft.com/office/drawing/2014/main" id="{6562CB4F-027A-787E-AEEA-66C0D99BBC80}"/>
              </a:ext>
            </a:extLst>
          </p:cNvPr>
          <p:cNvSpPr/>
          <p:nvPr/>
        </p:nvSpPr>
        <p:spPr>
          <a:xfrm>
            <a:off x="6489557" y="1808790"/>
            <a:ext cx="2005985" cy="1502107"/>
          </a:xfrm>
          <a:prstGeom prst="wedgeEllipseCallout">
            <a:avLst>
              <a:gd name="adj1" fmla="val 2871"/>
              <a:gd name="adj2" fmla="val 7796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S'il est écrit clairement, il peut être </a:t>
            </a:r>
            <a:r>
              <a:rPr lang="en-US" sz="1200" b="1" dirty="0">
                <a:solidFill>
                  <a:schemeClr val="tx1"/>
                </a:solidFill>
              </a:rPr>
              <a:t>plus facile pour tous de le suivre </a:t>
            </a:r>
            <a:r>
              <a:rPr lang="en-US" sz="1200" dirty="0">
                <a:solidFill>
                  <a:schemeClr val="tx1"/>
                </a:solidFill>
              </a:rPr>
              <a:t>!</a:t>
            </a:r>
          </a:p>
        </p:txBody>
      </p:sp>
      <p:pic>
        <p:nvPicPr>
          <p:cNvPr id="8" name="Elemento grafico 7" descr="Uomo mentre regge un cartello">
            <a:extLst>
              <a:ext uri="{FF2B5EF4-FFF2-40B4-BE49-F238E27FC236}">
                <a16:creationId xmlns:a16="http://schemas.microsoft.com/office/drawing/2014/main" id="{601FB476-DC1F-67BE-453B-4EF840E745BC}"/>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b="44068"/>
          <a:stretch/>
        </p:blipFill>
        <p:spPr>
          <a:xfrm>
            <a:off x="8702798" y="1027906"/>
            <a:ext cx="2858258" cy="3338849"/>
          </a:xfrm>
          <a:prstGeom prst="rect">
            <a:avLst/>
          </a:prstGeom>
        </p:spPr>
      </p:pic>
      <p:grpSp>
        <p:nvGrpSpPr>
          <p:cNvPr id="9" name="Groupe 5">
            <a:extLst>
              <a:ext uri="{FF2B5EF4-FFF2-40B4-BE49-F238E27FC236}">
                <a16:creationId xmlns:a16="http://schemas.microsoft.com/office/drawing/2014/main" id="{05C1E5BF-5DF3-D7DC-745B-3CE761E388E0}"/>
              </a:ext>
            </a:extLst>
          </p:cNvPr>
          <p:cNvGrpSpPr/>
          <p:nvPr/>
        </p:nvGrpSpPr>
        <p:grpSpPr>
          <a:xfrm>
            <a:off x="8967456" y="2765845"/>
            <a:ext cx="2328941" cy="1090103"/>
            <a:chOff x="463550" y="1420160"/>
            <a:chExt cx="11264900" cy="5272740"/>
          </a:xfrm>
        </p:grpSpPr>
        <p:sp>
          <p:nvSpPr>
            <p:cNvPr id="10" name="Trapèze 6">
              <a:extLst>
                <a:ext uri="{FF2B5EF4-FFF2-40B4-BE49-F238E27FC236}">
                  <a16:creationId xmlns:a16="http://schemas.microsoft.com/office/drawing/2014/main" id="{9956009C-A744-D7EF-0010-DAB7DA36669E}"/>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11" name="Triangle isocèle 7">
              <a:extLst>
                <a:ext uri="{FF2B5EF4-FFF2-40B4-BE49-F238E27FC236}">
                  <a16:creationId xmlns:a16="http://schemas.microsoft.com/office/drawing/2014/main" id="{63CCA3F5-4A70-0C2C-025B-BA3D431D4B6C}"/>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GRAND BUT</a:t>
              </a:r>
            </a:p>
            <a:p>
              <a:pPr algn="ctr"/>
              <a:endParaRPr lang="en-US" sz="600"/>
            </a:p>
          </p:txBody>
        </p:sp>
        <p:grpSp>
          <p:nvGrpSpPr>
            <p:cNvPr id="12" name="Groupe 8">
              <a:extLst>
                <a:ext uri="{FF2B5EF4-FFF2-40B4-BE49-F238E27FC236}">
                  <a16:creationId xmlns:a16="http://schemas.microsoft.com/office/drawing/2014/main" id="{108091A1-6A90-6071-8E73-531C81A5150A}"/>
                </a:ext>
              </a:extLst>
            </p:cNvPr>
            <p:cNvGrpSpPr/>
            <p:nvPr/>
          </p:nvGrpSpPr>
          <p:grpSpPr>
            <a:xfrm>
              <a:off x="1527175" y="3040767"/>
              <a:ext cx="9137650" cy="1969383"/>
              <a:chOff x="1644650" y="3040767"/>
              <a:chExt cx="9137650" cy="1907219"/>
            </a:xfrm>
          </p:grpSpPr>
          <p:sp>
            <p:nvSpPr>
              <p:cNvPr id="15" name="Trapèze 11">
                <a:extLst>
                  <a:ext uri="{FF2B5EF4-FFF2-40B4-BE49-F238E27FC236}">
                    <a16:creationId xmlns:a16="http://schemas.microsoft.com/office/drawing/2014/main" id="{55865A38-AC71-377B-05DD-BD16E2804000}"/>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MAUVAIS SOUVENIRS</a:t>
                </a:r>
                <a:endParaRPr lang="en-US" sz="300"/>
              </a:p>
            </p:txBody>
          </p:sp>
          <p:sp>
            <p:nvSpPr>
              <p:cNvPr id="16" name="Trapèze 12">
                <a:extLst>
                  <a:ext uri="{FF2B5EF4-FFF2-40B4-BE49-F238E27FC236}">
                    <a16:creationId xmlns:a16="http://schemas.microsoft.com/office/drawing/2014/main" id="{D5ABB284-CEAD-6572-C425-08BAEBA0CDAC}"/>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HISTOIRES FICTIVES ERRONÉES - RISQUES</a:t>
                </a:r>
              </a:p>
            </p:txBody>
          </p:sp>
          <p:sp>
            <p:nvSpPr>
              <p:cNvPr id="17" name="Trapèze 13">
                <a:extLst>
                  <a:ext uri="{FF2B5EF4-FFF2-40B4-BE49-F238E27FC236}">
                    <a16:creationId xmlns:a16="http://schemas.microsoft.com/office/drawing/2014/main" id="{FC05BF58-F251-E4E6-BFA8-83FBFF7EF4BF}"/>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BONS SOUVENIRS</a:t>
                </a:r>
                <a:endParaRPr lang="en-US" sz="300"/>
              </a:p>
            </p:txBody>
          </p:sp>
          <p:sp>
            <p:nvSpPr>
              <p:cNvPr id="18" name="Trapèze 14">
                <a:extLst>
                  <a:ext uri="{FF2B5EF4-FFF2-40B4-BE49-F238E27FC236}">
                    <a16:creationId xmlns:a16="http://schemas.microsoft.com/office/drawing/2014/main" id="{74716831-FCE1-5662-EEA3-6BE504D2C99F}"/>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HISTOIRES IDÉALES</a:t>
                </a:r>
              </a:p>
            </p:txBody>
          </p:sp>
        </p:grpSp>
        <p:sp>
          <p:nvSpPr>
            <p:cNvPr id="13" name="Triangle isocèle 9">
              <a:extLst>
                <a:ext uri="{FF2B5EF4-FFF2-40B4-BE49-F238E27FC236}">
                  <a16:creationId xmlns:a16="http://schemas.microsoft.com/office/drawing/2014/main" id="{E521A1DA-B5F7-D239-3D16-C48C93813F4B}"/>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ZoneTexte 10">
              <a:extLst>
                <a:ext uri="{FF2B5EF4-FFF2-40B4-BE49-F238E27FC236}">
                  <a16:creationId xmlns:a16="http://schemas.microsoft.com/office/drawing/2014/main" id="{49D8C313-6F62-E80F-6577-D7416637563A}"/>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spTree>
    <p:extLst>
      <p:ext uri="{BB962C8B-B14F-4D97-AF65-F5344CB8AC3E}">
        <p14:creationId xmlns:p14="http://schemas.microsoft.com/office/powerpoint/2010/main" val="1586157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phique 15" descr="Arbre avec racines avec un remplissage uni">
            <a:extLst>
              <a:ext uri="{FF2B5EF4-FFF2-40B4-BE49-F238E27FC236}">
                <a16:creationId xmlns:a16="http://schemas.microsoft.com/office/drawing/2014/main" id="{A791E67A-431D-FF7D-990F-277B6DF85F7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11318" y="4324917"/>
            <a:ext cx="1405651" cy="1405651"/>
          </a:xfrm>
          <a:prstGeom prst="rect">
            <a:avLst/>
          </a:prstGeom>
        </p:spPr>
      </p:pic>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p:txBody>
          <a:bodyPr/>
          <a:lstStyle/>
          <a:p>
            <a:r>
              <a:rPr lang="en-US" dirty="0"/>
              <a:t>Résumé de 6 </a:t>
            </a:r>
            <a:r>
              <a:rPr lang="en-US" dirty="0" err="1"/>
              <a:t>Canevas</a:t>
            </a:r>
            <a:r>
              <a:rPr lang="en-US" dirty="0"/>
              <a:t> POURQUOI</a:t>
            </a:r>
          </a:p>
        </p:txBody>
      </p:sp>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GRAND BUT</a:t>
              </a:r>
            </a:p>
            <a:p>
              <a:pPr algn="ctr"/>
              <a:endParaRPr lang="en-US" sz="60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MAUVAIS SOUVENIRS</a:t>
                </a:r>
                <a:endParaRPr lang="en-US" sz="30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HISTOIRES FICTIVES ERRONÉES - RISQUES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BONS SOUVENIRS</a:t>
                </a:r>
                <a:endParaRPr lang="en-US" sz="30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HISTOIRES IDÉALES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
        <p:nvSpPr>
          <p:cNvPr id="180" name="ZoneTexte 179">
            <a:extLst>
              <a:ext uri="{FF2B5EF4-FFF2-40B4-BE49-F238E27FC236}">
                <a16:creationId xmlns:a16="http://schemas.microsoft.com/office/drawing/2014/main" id="{DDA1A4E1-96B5-42AD-B469-802EE7E61B72}"/>
              </a:ext>
            </a:extLst>
          </p:cNvPr>
          <p:cNvSpPr txBox="1"/>
          <p:nvPr/>
        </p:nvSpPr>
        <p:spPr>
          <a:xfrm>
            <a:off x="375524" y="2682800"/>
            <a:ext cx="3812036" cy="738664"/>
          </a:xfrm>
          <a:prstGeom prst="rect">
            <a:avLst/>
          </a:prstGeom>
          <a:noFill/>
        </p:spPr>
        <p:txBody>
          <a:bodyPr wrap="square" rtlCol="0">
            <a:spAutoFit/>
          </a:bodyPr>
          <a:lstStyle/>
          <a:p>
            <a:pPr algn="ctr"/>
            <a:r>
              <a:rPr lang="en-US" sz="1400" b="1" dirty="0"/>
              <a:t>POURQUOI ?</a:t>
            </a:r>
          </a:p>
          <a:p>
            <a:pPr algn="ctr"/>
            <a:r>
              <a:rPr lang="en-US" sz="1400" dirty="0"/>
              <a:t>Clarifier la raison pour laquelle le projet / produit est lancé avec la </a:t>
            </a:r>
            <a:r>
              <a:rPr lang="en-US" sz="1400" b="1" dirty="0" err="1">
                <a:solidFill>
                  <a:srgbClr val="ED7D31"/>
                </a:solidFill>
              </a:rPr>
              <a:t>Pyramide</a:t>
            </a:r>
            <a:r>
              <a:rPr lang="en-US" sz="1400" b="1" dirty="0">
                <a:solidFill>
                  <a:srgbClr val="ED7D31"/>
                </a:solidFill>
              </a:rPr>
              <a:t> du </a:t>
            </a:r>
            <a:r>
              <a:rPr lang="en-US" sz="1400" b="1" dirty="0" err="1">
                <a:solidFill>
                  <a:srgbClr val="ED7D31"/>
                </a:solidFill>
              </a:rPr>
              <a:t>sens</a:t>
            </a:r>
            <a:endParaRPr lang="en-US" sz="1400" b="1" dirty="0">
              <a:solidFill>
                <a:srgbClr val="ED7D31"/>
              </a:solidFill>
            </a:endParaRP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829269" y="2614055"/>
            <a:ext cx="2915439" cy="954107"/>
          </a:xfrm>
          <a:prstGeom prst="rect">
            <a:avLst/>
          </a:prstGeom>
          <a:noFill/>
        </p:spPr>
        <p:txBody>
          <a:bodyPr wrap="square" rtlCol="0">
            <a:spAutoFit/>
          </a:bodyPr>
          <a:lstStyle/>
          <a:p>
            <a:pPr algn="ctr"/>
            <a:r>
              <a:rPr lang="en-US" sz="1400" b="1"/>
              <a:t>POURQUOI NOUS ?</a:t>
            </a:r>
          </a:p>
          <a:p>
            <a:pPr algn="ctr"/>
            <a:r>
              <a:rPr lang="en-US" sz="1400"/>
              <a:t>Clarifier les raisons pour lesquelles la collecte en tant que projet / produit est importante avec les </a:t>
            </a:r>
          </a:p>
          <a:p>
            <a:pPr algn="ctr"/>
            <a:r>
              <a:rPr lang="en-US" sz="1400" b="1">
                <a:solidFill>
                  <a:srgbClr val="ED7D31"/>
                </a:solidFill>
              </a:rPr>
              <a:t>Maison de la contribution</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443867" y="2646026"/>
            <a:ext cx="3024718" cy="954107"/>
          </a:xfrm>
          <a:prstGeom prst="rect">
            <a:avLst/>
          </a:prstGeom>
          <a:noFill/>
        </p:spPr>
        <p:txBody>
          <a:bodyPr wrap="square" rtlCol="0">
            <a:spAutoFit/>
          </a:bodyPr>
          <a:lstStyle/>
          <a:p>
            <a:pPr algn="ctr"/>
            <a:r>
              <a:rPr lang="en-US" sz="1400" b="1"/>
              <a:t>POURQUOI MAINTENANT ?</a:t>
            </a:r>
          </a:p>
          <a:p>
            <a:pPr algn="ctr"/>
            <a:r>
              <a:rPr lang="en-US" sz="1400"/>
              <a:t>Clarifier la raison pour laquelle le projet/produit doit être lancé maintenant avec la </a:t>
            </a:r>
          </a:p>
          <a:p>
            <a:pPr algn="ctr"/>
            <a:r>
              <a:rPr lang="en-US" sz="1400" b="1">
                <a:solidFill>
                  <a:srgbClr val="ED7D31"/>
                </a:solidFill>
              </a:rPr>
              <a:t>Chronologie des opportunités</a:t>
            </a: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78060" y="5428277"/>
            <a:ext cx="3024718" cy="1169551"/>
          </a:xfrm>
          <a:prstGeom prst="rect">
            <a:avLst/>
          </a:prstGeom>
          <a:noFill/>
        </p:spPr>
        <p:txBody>
          <a:bodyPr wrap="square" rtlCol="0">
            <a:spAutoFit/>
          </a:bodyPr>
          <a:lstStyle/>
          <a:p>
            <a:pPr algn="ctr"/>
            <a:r>
              <a:rPr lang="en-US" sz="1400" b="1" dirty="0"/>
              <a:t>POURQUOI ICI ?</a:t>
            </a:r>
          </a:p>
          <a:p>
            <a:pPr algn="ctr"/>
            <a:r>
              <a:rPr lang="en-US" sz="1400" dirty="0"/>
              <a:t>Clarifier les raisons pour </a:t>
            </a:r>
            <a:r>
              <a:rPr lang="en-US" sz="1400" dirty="0" err="1"/>
              <a:t>lesquelles</a:t>
            </a:r>
            <a:r>
              <a:rPr lang="en-US" sz="1400" dirty="0"/>
              <a:t> le </a:t>
            </a:r>
            <a:r>
              <a:rPr lang="en-US" sz="1400" dirty="0" err="1"/>
              <a:t>projet</a:t>
            </a:r>
            <a:r>
              <a:rPr lang="en-US" sz="1400" dirty="0"/>
              <a:t>/</a:t>
            </a:r>
            <a:r>
              <a:rPr lang="en-US" sz="1400" dirty="0" err="1"/>
              <a:t>produit</a:t>
            </a:r>
            <a:r>
              <a:rPr lang="en-US" sz="1400" dirty="0"/>
              <a:t> dirige </a:t>
            </a:r>
            <a:r>
              <a:rPr lang="en-US" sz="1400" dirty="0" err="1"/>
              <a:t>ses</a:t>
            </a:r>
            <a:r>
              <a:rPr lang="en-US" sz="1400" dirty="0"/>
              <a:t> efforts </a:t>
            </a:r>
            <a:r>
              <a:rPr lang="en-US" sz="1400" dirty="0" err="1"/>
              <a:t>vers</a:t>
            </a:r>
            <a:r>
              <a:rPr lang="en-US" sz="1400" dirty="0"/>
              <a:t> des </a:t>
            </a:r>
            <a:r>
              <a:rPr lang="en-US" sz="1400" dirty="0" err="1"/>
              <a:t>cibles</a:t>
            </a:r>
            <a:r>
              <a:rPr lang="en-US" sz="1400" dirty="0"/>
              <a:t> </a:t>
            </a:r>
            <a:r>
              <a:rPr lang="en-US" sz="1400" dirty="0" err="1"/>
              <a:t>spécifiques</a:t>
            </a:r>
            <a:endParaRPr lang="en-US" sz="1400" dirty="0"/>
          </a:p>
          <a:p>
            <a:pPr algn="ctr"/>
            <a:r>
              <a:rPr lang="en-US" sz="1400" b="1" dirty="0">
                <a:solidFill>
                  <a:srgbClr val="ED7D31"/>
                </a:solidFill>
              </a:rPr>
              <a:t>Carte </a:t>
            </a:r>
            <a:r>
              <a:rPr lang="en-US" sz="1400" b="1" dirty="0" err="1">
                <a:solidFill>
                  <a:srgbClr val="ED7D31"/>
                </a:solidFill>
              </a:rPr>
              <a:t>d'influence</a:t>
            </a:r>
            <a:endParaRPr lang="en-US" sz="1400" b="1" dirty="0">
              <a:solidFill>
                <a:srgbClr val="ED7D31"/>
              </a:solidFill>
            </a:endParaRP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37822" y="5643721"/>
            <a:ext cx="3024718" cy="954107"/>
          </a:xfrm>
          <a:prstGeom prst="rect">
            <a:avLst/>
          </a:prstGeom>
          <a:noFill/>
        </p:spPr>
        <p:txBody>
          <a:bodyPr wrap="square" rtlCol="0">
            <a:spAutoFit/>
          </a:bodyPr>
          <a:lstStyle/>
          <a:p>
            <a:pPr algn="ctr"/>
            <a:r>
              <a:rPr lang="en-US" sz="1400" b="1" dirty="0"/>
              <a:t>POURQUOI CELA ?</a:t>
            </a:r>
          </a:p>
          <a:p>
            <a:pPr algn="ctr"/>
            <a:r>
              <a:rPr lang="en-US" sz="1400" dirty="0"/>
              <a:t>Clarifier </a:t>
            </a:r>
            <a:r>
              <a:rPr lang="en-US" sz="1400" dirty="0" err="1"/>
              <a:t>pourquoi</a:t>
            </a:r>
            <a:r>
              <a:rPr lang="en-US" sz="1400" dirty="0"/>
              <a:t> le </a:t>
            </a:r>
            <a:r>
              <a:rPr lang="en-US" sz="1400" dirty="0" err="1"/>
              <a:t>projet</a:t>
            </a:r>
            <a:r>
              <a:rPr lang="en-US" sz="1400" dirty="0"/>
              <a:t> / </a:t>
            </a:r>
            <a:r>
              <a:rPr lang="en-US" sz="1400" dirty="0" err="1"/>
              <a:t>produit</a:t>
            </a:r>
            <a:r>
              <a:rPr lang="en-US" sz="1400" dirty="0"/>
              <a:t> </a:t>
            </a:r>
            <a:r>
              <a:rPr lang="en-US" sz="1400" dirty="0" err="1"/>
              <a:t>apporte</a:t>
            </a:r>
            <a:r>
              <a:rPr lang="en-US" sz="1400" dirty="0"/>
              <a:t> </a:t>
            </a:r>
            <a:r>
              <a:rPr lang="en-US" sz="1400" dirty="0" err="1"/>
              <a:t>quelque</a:t>
            </a:r>
            <a:r>
              <a:rPr lang="en-US" sz="1400" dirty="0"/>
              <a:t> chose à l'</a:t>
            </a:r>
            <a:r>
              <a:rPr lang="en-US" sz="1400" b="1" dirty="0">
                <a:solidFill>
                  <a:srgbClr val="ED7D31"/>
                </a:solidFill>
              </a:rPr>
              <a:t>équilibre de la différenciation.</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443867" y="5449610"/>
            <a:ext cx="3224167" cy="1169551"/>
          </a:xfrm>
          <a:prstGeom prst="rect">
            <a:avLst/>
          </a:prstGeom>
          <a:noFill/>
        </p:spPr>
        <p:txBody>
          <a:bodyPr wrap="square" rtlCol="0">
            <a:spAutoFit/>
          </a:bodyPr>
          <a:lstStyle/>
          <a:p>
            <a:pPr algn="ctr"/>
            <a:r>
              <a:rPr lang="en-US" sz="1400" b="1" dirty="0"/>
              <a:t>POURQUOI NE PAS ESSAYER ?</a:t>
            </a:r>
          </a:p>
          <a:p>
            <a:pPr algn="ctr"/>
            <a:r>
              <a:rPr lang="en-US" sz="1400" dirty="0" err="1"/>
              <a:t>Ouvrir</a:t>
            </a:r>
            <a:r>
              <a:rPr lang="en-US" sz="1400" dirty="0"/>
              <a:t> les esprits et les motivations sur un </a:t>
            </a:r>
            <a:r>
              <a:rPr lang="en-US" sz="1400" dirty="0" err="1"/>
              <a:t>éventail</a:t>
            </a:r>
            <a:r>
              <a:rPr lang="en-US" sz="1400" dirty="0"/>
              <a:t> de </a:t>
            </a:r>
            <a:r>
              <a:rPr lang="en-US" sz="1400" dirty="0" err="1"/>
              <a:t>possibilités</a:t>
            </a:r>
            <a:r>
              <a:rPr lang="en-US" sz="1400" dirty="0"/>
              <a:t> non </a:t>
            </a:r>
            <a:r>
              <a:rPr lang="en-US" sz="1400" dirty="0" err="1"/>
              <a:t>planifiées</a:t>
            </a:r>
            <a:r>
              <a:rPr lang="en-US" sz="1400" dirty="0"/>
              <a:t>, encourager les </a:t>
            </a:r>
            <a:r>
              <a:rPr lang="en-US" sz="1400" dirty="0" err="1"/>
              <a:t>acteurs</a:t>
            </a:r>
            <a:r>
              <a:rPr lang="en-US" sz="1400" dirty="0"/>
              <a:t> à essayer avec</a:t>
            </a:r>
          </a:p>
          <a:p>
            <a:pPr algn="ctr"/>
            <a:r>
              <a:rPr lang="en-US" sz="1400" b="1" dirty="0" err="1">
                <a:solidFill>
                  <a:srgbClr val="ED7D31"/>
                </a:solidFill>
              </a:rPr>
              <a:t>L'arbre</a:t>
            </a:r>
            <a:r>
              <a:rPr lang="en-US" sz="1400" b="1" dirty="0">
                <a:solidFill>
                  <a:srgbClr val="ED7D31"/>
                </a:solidFill>
              </a:rPr>
              <a:t> de la </a:t>
            </a:r>
            <a:r>
              <a:rPr lang="en-US" sz="1400" b="1" dirty="0" err="1">
                <a:solidFill>
                  <a:srgbClr val="ED7D31"/>
                </a:solidFill>
              </a:rPr>
              <a:t>sérendipité</a:t>
            </a:r>
            <a:endParaRPr lang="en-US" sz="1400" b="1" dirty="0">
              <a:solidFill>
                <a:srgbClr val="ED7D31"/>
              </a:solidFill>
            </a:endParaRPr>
          </a:p>
        </p:txBody>
      </p:sp>
      <p:grpSp>
        <p:nvGrpSpPr>
          <p:cNvPr id="2" name="Groupe 1">
            <a:extLst>
              <a:ext uri="{FF2B5EF4-FFF2-40B4-BE49-F238E27FC236}">
                <a16:creationId xmlns:a16="http://schemas.microsoft.com/office/drawing/2014/main" id="{A5AEB6CC-F4D4-40F1-B3FC-BBE9989EF586}"/>
              </a:ext>
            </a:extLst>
          </p:cNvPr>
          <p:cNvGrpSpPr/>
          <p:nvPr/>
        </p:nvGrpSpPr>
        <p:grpSpPr>
          <a:xfrm>
            <a:off x="5620207" y="4105072"/>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 de base</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grpSp>
    </p:spTree>
    <p:extLst>
      <p:ext uri="{BB962C8B-B14F-4D97-AF65-F5344CB8AC3E}">
        <p14:creationId xmlns:p14="http://schemas.microsoft.com/office/powerpoint/2010/main" val="1874237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a:xfrm>
            <a:off x="838200" y="365126"/>
            <a:ext cx="10515600" cy="680018"/>
          </a:xfrm>
        </p:spPr>
        <p:txBody>
          <a:bodyPr>
            <a:normAutofit fontScale="90000"/>
          </a:bodyPr>
          <a:lstStyle/>
          <a:p>
            <a:r>
              <a:rPr lang="en-US" dirty="0"/>
              <a:t>Effet cible de </a:t>
            </a:r>
            <a:r>
              <a:rPr lang="en-US" dirty="0" err="1"/>
              <a:t>chaque</a:t>
            </a:r>
            <a:r>
              <a:rPr lang="en-US" dirty="0"/>
              <a:t> </a:t>
            </a:r>
            <a:r>
              <a:rPr lang="en-US" dirty="0" err="1"/>
              <a:t>Canevas</a:t>
            </a:r>
            <a:r>
              <a:rPr lang="en-US" dirty="0"/>
              <a:t> de POURQUOI</a:t>
            </a:r>
          </a:p>
        </p:txBody>
      </p:sp>
      <p:sp>
        <p:nvSpPr>
          <p:cNvPr id="180" name="ZoneTexte 179">
            <a:extLst>
              <a:ext uri="{FF2B5EF4-FFF2-40B4-BE49-F238E27FC236}">
                <a16:creationId xmlns:a16="http://schemas.microsoft.com/office/drawing/2014/main" id="{DDA1A4E1-96B5-42AD-B469-802EE7E61B72}"/>
              </a:ext>
            </a:extLst>
          </p:cNvPr>
          <p:cNvSpPr txBox="1"/>
          <p:nvPr/>
        </p:nvSpPr>
        <p:spPr>
          <a:xfrm>
            <a:off x="429516" y="2861075"/>
            <a:ext cx="3505477" cy="523220"/>
          </a:xfrm>
          <a:prstGeom prst="rect">
            <a:avLst/>
          </a:prstGeom>
          <a:noFill/>
        </p:spPr>
        <p:txBody>
          <a:bodyPr wrap="square" rtlCol="0">
            <a:spAutoFit/>
          </a:bodyPr>
          <a:lstStyle/>
          <a:p>
            <a:pPr algn="ctr"/>
            <a:r>
              <a:rPr lang="en-US" sz="1400" i="1"/>
              <a:t>"Nous avons une idée de l'histoire que nous voulons raconter dans le futur".</a:t>
            </a:r>
            <a:endParaRPr lang="en-US" sz="1400" i="1">
              <a:solidFill>
                <a:srgbClr val="ED7D31"/>
              </a:solidFill>
            </a:endParaRP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786528" y="2792904"/>
            <a:ext cx="2915439" cy="307777"/>
          </a:xfrm>
          <a:prstGeom prst="rect">
            <a:avLst/>
          </a:prstGeom>
          <a:noFill/>
        </p:spPr>
        <p:txBody>
          <a:bodyPr wrap="square" rtlCol="0">
            <a:spAutoFit/>
          </a:bodyPr>
          <a:lstStyle/>
          <a:p>
            <a:pPr algn="ctr"/>
            <a:r>
              <a:rPr lang="en-US" sz="1400" i="1" dirty="0"/>
              <a:t>"Travaillons ENSEMBLE"</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240044" y="2806574"/>
            <a:ext cx="3505477" cy="307777"/>
          </a:xfrm>
          <a:prstGeom prst="rect">
            <a:avLst/>
          </a:prstGeom>
          <a:noFill/>
        </p:spPr>
        <p:txBody>
          <a:bodyPr wrap="square" rtlCol="0">
            <a:spAutoFit/>
          </a:bodyPr>
          <a:lstStyle/>
          <a:p>
            <a:pPr algn="ctr"/>
            <a:r>
              <a:rPr lang="en-US" sz="1400" i="1" dirty="0"/>
              <a:t>"Commençons maintenant"</a:t>
            </a:r>
            <a:endParaRPr lang="en-US" sz="1400" i="1" dirty="0">
              <a:solidFill>
                <a:srgbClr val="ED7D31"/>
              </a:solidFill>
            </a:endParaRP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35319" y="5607126"/>
            <a:ext cx="3024718" cy="307777"/>
          </a:xfrm>
          <a:prstGeom prst="rect">
            <a:avLst/>
          </a:prstGeom>
          <a:noFill/>
        </p:spPr>
        <p:txBody>
          <a:bodyPr wrap="square" rtlCol="0">
            <a:spAutoFit/>
          </a:bodyPr>
          <a:lstStyle/>
          <a:p>
            <a:pPr algn="ctr"/>
            <a:r>
              <a:rPr lang="en-US" sz="1400" i="1" dirty="0"/>
              <a:t>"Allons vers CEUX-là"</a:t>
            </a: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29911" y="5607126"/>
            <a:ext cx="3024718" cy="523220"/>
          </a:xfrm>
          <a:prstGeom prst="rect">
            <a:avLst/>
          </a:prstGeom>
          <a:noFill/>
        </p:spPr>
        <p:txBody>
          <a:bodyPr wrap="square" rtlCol="0">
            <a:spAutoFit/>
          </a:bodyPr>
          <a:lstStyle/>
          <a:p>
            <a:pPr algn="ctr"/>
            <a:r>
              <a:rPr lang="en-US" sz="1400" i="1" dirty="0"/>
              <a:t>"Apportez les meilleurs changements et gardez les meilleures pratiques".</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401126" y="5602269"/>
            <a:ext cx="3224167" cy="523220"/>
          </a:xfrm>
          <a:prstGeom prst="rect">
            <a:avLst/>
          </a:prstGeom>
          <a:noFill/>
        </p:spPr>
        <p:txBody>
          <a:bodyPr wrap="square" rtlCol="0">
            <a:spAutoFit/>
          </a:bodyPr>
          <a:lstStyle/>
          <a:p>
            <a:pPr algn="ctr"/>
            <a:r>
              <a:rPr lang="en-US" sz="1400" i="1" dirty="0"/>
              <a:t>"Essayons et faisons confiance à notre capacité à rebondir sur les circonstances".</a:t>
            </a:r>
            <a:endParaRPr lang="en-US" sz="1400" i="1" dirty="0">
              <a:solidFill>
                <a:srgbClr val="ED7D31"/>
              </a:solidFill>
            </a:endParaRPr>
          </a:p>
        </p:txBody>
      </p:sp>
      <p:grpSp>
        <p:nvGrpSpPr>
          <p:cNvPr id="5" name="Gruppo 4">
            <a:extLst>
              <a:ext uri="{FF2B5EF4-FFF2-40B4-BE49-F238E27FC236}">
                <a16:creationId xmlns:a16="http://schemas.microsoft.com/office/drawing/2014/main" id="{F83A49B8-043A-ABA9-BF04-C0FDDFA370BA}"/>
              </a:ext>
            </a:extLst>
          </p:cNvPr>
          <p:cNvGrpSpPr/>
          <p:nvPr/>
        </p:nvGrpSpPr>
        <p:grpSpPr>
          <a:xfrm>
            <a:off x="1127051" y="1510081"/>
            <a:ext cx="10134048" cy="3929563"/>
            <a:chOff x="1127051" y="1510081"/>
            <a:chExt cx="10134048" cy="3929563"/>
          </a:xfrm>
        </p:grpSpPr>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dirty="0"/>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GRAND BUT</a:t>
                </a:r>
              </a:p>
              <a:p>
                <a:pPr algn="ctr"/>
                <a:endParaRPr lang="en-US" sz="60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MAUVAIS SOUVENIRS</a:t>
                  </a:r>
                  <a:endParaRPr lang="en-US" sz="30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HISTOIRES FICTIVES ERRONÉES - RISQUES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BONS SOUVENIRS</a:t>
                  </a:r>
                  <a:endParaRPr lang="en-US" sz="30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HISTOIRES IDÉALES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grpSp>
          <p:nvGrpSpPr>
            <p:cNvPr id="2" name="Groupe 1">
              <a:extLst>
                <a:ext uri="{FF2B5EF4-FFF2-40B4-BE49-F238E27FC236}">
                  <a16:creationId xmlns:a16="http://schemas.microsoft.com/office/drawing/2014/main" id="{A5AEB6CC-F4D4-40F1-B3FC-BBE9989EF586}"/>
                </a:ext>
              </a:extLst>
            </p:cNvPr>
            <p:cNvGrpSpPr/>
            <p:nvPr/>
          </p:nvGrpSpPr>
          <p:grpSpPr>
            <a:xfrm>
              <a:off x="5655037" y="3889628"/>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 de base</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grpSp>
      </p:grpSp>
    </p:spTree>
    <p:extLst>
      <p:ext uri="{BB962C8B-B14F-4D97-AF65-F5344CB8AC3E}">
        <p14:creationId xmlns:p14="http://schemas.microsoft.com/office/powerpoint/2010/main" val="3648992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p:txBody>
          <a:bodyPr/>
          <a:lstStyle/>
          <a:p>
            <a:r>
              <a:rPr lang="en-US" dirty="0"/>
              <a:t>Effet cible de </a:t>
            </a:r>
            <a:r>
              <a:rPr lang="en-US" dirty="0" err="1"/>
              <a:t>chaque</a:t>
            </a:r>
            <a:r>
              <a:rPr lang="en-US" dirty="0"/>
              <a:t> </a:t>
            </a:r>
            <a:r>
              <a:rPr lang="en-US" dirty="0" err="1"/>
              <a:t>Canevas</a:t>
            </a:r>
            <a:endParaRPr lang="en-US" dirty="0"/>
          </a:p>
        </p:txBody>
      </p:sp>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GRAND BUT</a:t>
              </a:r>
            </a:p>
            <a:p>
              <a:pPr algn="ctr"/>
              <a:endParaRPr lang="en-US" sz="60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MAUVAIS SOUVENIRS</a:t>
                </a:r>
                <a:endParaRPr lang="en-US" sz="30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HISTOIRES FICTIVES ERRONÉES - RISQUES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BONS SOUVENIRS</a:t>
                </a:r>
                <a:endParaRPr lang="en-US" sz="30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HISTOIRES IDÉALES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
        <p:nvSpPr>
          <p:cNvPr id="180" name="ZoneTexte 179">
            <a:extLst>
              <a:ext uri="{FF2B5EF4-FFF2-40B4-BE49-F238E27FC236}">
                <a16:creationId xmlns:a16="http://schemas.microsoft.com/office/drawing/2014/main" id="{DDA1A4E1-96B5-42AD-B469-802EE7E61B72}"/>
              </a:ext>
            </a:extLst>
          </p:cNvPr>
          <p:cNvSpPr txBox="1"/>
          <p:nvPr/>
        </p:nvSpPr>
        <p:spPr>
          <a:xfrm>
            <a:off x="429516" y="2861075"/>
            <a:ext cx="3505477" cy="307777"/>
          </a:xfrm>
          <a:prstGeom prst="rect">
            <a:avLst/>
          </a:prstGeom>
          <a:noFill/>
        </p:spPr>
        <p:txBody>
          <a:bodyPr wrap="square" rtlCol="0">
            <a:spAutoFit/>
          </a:bodyPr>
          <a:lstStyle/>
          <a:p>
            <a:pPr algn="ctr"/>
            <a:r>
              <a:rPr lang="en-US" sz="1400" i="1" dirty="0"/>
              <a:t>POURQUOI Aligner les </a:t>
            </a:r>
            <a:r>
              <a:rPr lang="en-US" sz="1400" b="1" i="1" dirty="0"/>
              <a:t>pensées et les intentions</a:t>
            </a:r>
            <a:endParaRPr lang="en-US" sz="1400" b="1" i="1" dirty="0">
              <a:solidFill>
                <a:srgbClr val="ED7D31"/>
              </a:solidFill>
            </a:endParaRP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786528" y="2792904"/>
            <a:ext cx="2915439" cy="523220"/>
          </a:xfrm>
          <a:prstGeom prst="rect">
            <a:avLst/>
          </a:prstGeom>
          <a:noFill/>
        </p:spPr>
        <p:txBody>
          <a:bodyPr wrap="square" rtlCol="0">
            <a:spAutoFit/>
          </a:bodyPr>
          <a:lstStyle/>
          <a:p>
            <a:pPr algn="ctr"/>
            <a:r>
              <a:rPr lang="en-US" sz="1400" i="1" dirty="0"/>
              <a:t>POURQUOI NOUS ? Aligner les </a:t>
            </a:r>
            <a:r>
              <a:rPr lang="en-US" sz="1400" b="1" i="1" dirty="0"/>
              <a:t>COMPÉTENCES ET LES CAPACITÉS OPÉRATIONNELLES</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240044" y="2806574"/>
            <a:ext cx="3505477" cy="523220"/>
          </a:xfrm>
          <a:prstGeom prst="rect">
            <a:avLst/>
          </a:prstGeom>
          <a:noFill/>
        </p:spPr>
        <p:txBody>
          <a:bodyPr wrap="square" rtlCol="0">
            <a:spAutoFit/>
          </a:bodyPr>
          <a:lstStyle/>
          <a:p>
            <a:pPr algn="ctr"/>
            <a:r>
              <a:rPr lang="en-US" sz="1400" i="1" dirty="0"/>
              <a:t>POURQUOI MAINTENANT Aligner les </a:t>
            </a:r>
            <a:r>
              <a:rPr lang="en-US" sz="1400" b="1" i="1" dirty="0"/>
              <a:t>DISPONIBILITÉS OPÉRATIONNELLES DES RESSOURCES</a:t>
            </a:r>
            <a:endParaRPr lang="en-US" sz="1400" b="1" i="1" dirty="0">
              <a:solidFill>
                <a:srgbClr val="ED7D31"/>
              </a:solidFill>
            </a:endParaRP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35319" y="5607126"/>
            <a:ext cx="3024718" cy="523220"/>
          </a:xfrm>
          <a:prstGeom prst="rect">
            <a:avLst/>
          </a:prstGeom>
          <a:noFill/>
        </p:spPr>
        <p:txBody>
          <a:bodyPr wrap="square" rtlCol="0">
            <a:spAutoFit/>
          </a:bodyPr>
          <a:lstStyle/>
          <a:p>
            <a:pPr algn="ctr"/>
            <a:r>
              <a:rPr lang="en-US" sz="1400" i="1" dirty="0"/>
              <a:t>POURQUOI ICI ? Aligner l'</a:t>
            </a:r>
            <a:r>
              <a:rPr lang="en-US" sz="1400" b="1" i="1" dirty="0"/>
              <a:t>INFLUENCE et le TRAVAIL D'INFLUENCE</a:t>
            </a: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29911" y="5607126"/>
            <a:ext cx="3024718" cy="523220"/>
          </a:xfrm>
          <a:prstGeom prst="rect">
            <a:avLst/>
          </a:prstGeom>
          <a:noFill/>
        </p:spPr>
        <p:txBody>
          <a:bodyPr wrap="square" rtlCol="0">
            <a:spAutoFit/>
          </a:bodyPr>
          <a:lstStyle/>
          <a:p>
            <a:pPr algn="ctr"/>
            <a:r>
              <a:rPr lang="en-US" sz="1400" i="1" dirty="0"/>
              <a:t>POURQUOI CELA ? Aligner les </a:t>
            </a:r>
            <a:r>
              <a:rPr lang="en-US" sz="1400" b="1" i="1" dirty="0"/>
              <a:t>ATTENTES DE CHANGEMENT</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935162" y="5602241"/>
            <a:ext cx="2356996" cy="523220"/>
          </a:xfrm>
          <a:prstGeom prst="rect">
            <a:avLst/>
          </a:prstGeom>
          <a:noFill/>
        </p:spPr>
        <p:txBody>
          <a:bodyPr wrap="square" rtlCol="0">
            <a:spAutoFit/>
          </a:bodyPr>
          <a:lstStyle/>
          <a:p>
            <a:pPr algn="ctr"/>
            <a:r>
              <a:rPr lang="en-US" sz="1400" i="1" dirty="0"/>
              <a:t>POURQUOI NE PAS aligner LA </a:t>
            </a:r>
            <a:r>
              <a:rPr lang="en-US" sz="1400" b="1" i="1" dirty="0"/>
              <a:t>VOLONTÉ D'ESSAYER</a:t>
            </a:r>
            <a:endParaRPr lang="en-US" sz="1400" b="1" i="1" dirty="0">
              <a:solidFill>
                <a:srgbClr val="ED7D31"/>
              </a:solidFill>
            </a:endParaRPr>
          </a:p>
        </p:txBody>
      </p:sp>
      <p:grpSp>
        <p:nvGrpSpPr>
          <p:cNvPr id="2" name="Groupe 1">
            <a:extLst>
              <a:ext uri="{FF2B5EF4-FFF2-40B4-BE49-F238E27FC236}">
                <a16:creationId xmlns:a16="http://schemas.microsoft.com/office/drawing/2014/main" id="{A5AEB6CC-F4D4-40F1-B3FC-BBE9989EF586}"/>
              </a:ext>
            </a:extLst>
          </p:cNvPr>
          <p:cNvGrpSpPr/>
          <p:nvPr/>
        </p:nvGrpSpPr>
        <p:grpSpPr>
          <a:xfrm>
            <a:off x="5655037" y="3889628"/>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 de base</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grpSp>
    </p:spTree>
    <p:extLst>
      <p:ext uri="{BB962C8B-B14F-4D97-AF65-F5344CB8AC3E}">
        <p14:creationId xmlns:p14="http://schemas.microsoft.com/office/powerpoint/2010/main" val="754223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ECCB97-E1FB-5BE9-10D5-2031E5DEB862}"/>
              </a:ext>
            </a:extLst>
          </p:cNvPr>
          <p:cNvSpPr>
            <a:spLocks noGrp="1"/>
          </p:cNvSpPr>
          <p:nvPr>
            <p:ph type="title"/>
          </p:nvPr>
        </p:nvSpPr>
        <p:spPr/>
        <p:txBody>
          <a:bodyPr/>
          <a:lstStyle/>
          <a:p>
            <a:r>
              <a:rPr lang="fr-FR" dirty="0"/>
              <a:t>Les objectifs des POURQUOI d’un projet / produit pour l'alignement</a:t>
            </a:r>
          </a:p>
        </p:txBody>
      </p:sp>
      <p:sp>
        <p:nvSpPr>
          <p:cNvPr id="10" name="Segnaposto testo 9">
            <a:extLst>
              <a:ext uri="{FF2B5EF4-FFF2-40B4-BE49-F238E27FC236}">
                <a16:creationId xmlns:a16="http://schemas.microsoft.com/office/drawing/2014/main" id="{8752D1C3-0ADA-39F3-399E-1B1E8BB073B9}"/>
              </a:ext>
            </a:extLst>
          </p:cNvPr>
          <p:cNvSpPr>
            <a:spLocks noGrp="1"/>
          </p:cNvSpPr>
          <p:nvPr>
            <p:ph type="body" idx="1"/>
          </p:nvPr>
        </p:nvSpPr>
        <p:spPr>
          <a:solidFill>
            <a:srgbClr val="ED7D31"/>
          </a:solidFill>
        </p:spPr>
        <p:txBody>
          <a:bodyPr>
            <a:normAutofit/>
          </a:bodyPr>
          <a:lstStyle/>
          <a:p>
            <a:r>
              <a:rPr lang="en-US" dirty="0"/>
              <a:t>Les 6 </a:t>
            </a:r>
            <a:r>
              <a:rPr lang="en-US" dirty="0" err="1"/>
              <a:t>Canevas</a:t>
            </a:r>
            <a:r>
              <a:rPr lang="en-US" dirty="0"/>
              <a:t> POURQUOI </a:t>
            </a:r>
            <a:r>
              <a:rPr lang="en-US" dirty="0" err="1"/>
              <a:t>sont</a:t>
            </a:r>
            <a:r>
              <a:rPr lang="en-US" dirty="0"/>
              <a:t> </a:t>
            </a:r>
            <a:r>
              <a:rPr lang="en-US" dirty="0" err="1"/>
              <a:t>conçus</a:t>
            </a:r>
            <a:r>
              <a:rPr lang="en-US" dirty="0"/>
              <a:t> pour aider (dans l'ordre suivant)</a:t>
            </a:r>
          </a:p>
        </p:txBody>
      </p:sp>
      <p:sp>
        <p:nvSpPr>
          <p:cNvPr id="11" name="Segnaposto contenuto 10">
            <a:extLst>
              <a:ext uri="{FF2B5EF4-FFF2-40B4-BE49-F238E27FC236}">
                <a16:creationId xmlns:a16="http://schemas.microsoft.com/office/drawing/2014/main" id="{CA4D3DEB-3314-70FC-A230-17A520225473}"/>
              </a:ext>
            </a:extLst>
          </p:cNvPr>
          <p:cNvSpPr>
            <a:spLocks noGrp="1"/>
          </p:cNvSpPr>
          <p:nvPr>
            <p:ph sz="half" idx="2"/>
          </p:nvPr>
        </p:nvSpPr>
        <p:spPr>
          <a:solidFill>
            <a:schemeClr val="accent2">
              <a:lumMod val="20000"/>
              <a:lumOff val="80000"/>
            </a:schemeClr>
          </a:solidFill>
        </p:spPr>
        <p:txBody>
          <a:bodyPr>
            <a:normAutofit fontScale="85000" lnSpcReduction="10000"/>
          </a:bodyPr>
          <a:lstStyle/>
          <a:p>
            <a:pPr marL="514350" indent="-514350">
              <a:buFont typeface="+mj-lt"/>
              <a:buAutoNum type="arabicPeriod"/>
            </a:pPr>
            <a:endParaRPr lang="en-US" dirty="0"/>
          </a:p>
          <a:p>
            <a:pPr marL="514350" indent="-514350">
              <a:buFont typeface="+mj-lt"/>
              <a:buAutoNum type="arabicPeriod"/>
            </a:pPr>
            <a:r>
              <a:rPr lang="en-US" dirty="0"/>
              <a:t>Chefs d'équipe de projet / de produit</a:t>
            </a:r>
          </a:p>
          <a:p>
            <a:pPr marL="514350" indent="-514350">
              <a:buFont typeface="+mj-lt"/>
              <a:buAutoNum type="arabicPeriod"/>
            </a:pPr>
            <a:endParaRPr lang="en-US" dirty="0"/>
          </a:p>
          <a:p>
            <a:pPr marL="514350" indent="-514350">
              <a:buFont typeface="+mj-lt"/>
              <a:buAutoNum type="arabicPeriod"/>
            </a:pPr>
            <a:r>
              <a:rPr lang="en-US" dirty="0"/>
              <a:t>Membres de l'équipe</a:t>
            </a:r>
          </a:p>
          <a:p>
            <a:pPr marL="514350" indent="-514350">
              <a:buFont typeface="+mj-lt"/>
              <a:buAutoNum type="arabicPeriod"/>
            </a:pPr>
            <a:endParaRPr lang="en-US" dirty="0"/>
          </a:p>
          <a:p>
            <a:pPr marL="514350" indent="-514350">
              <a:buFont typeface="+mj-lt"/>
              <a:buAutoNum type="arabicPeriod"/>
            </a:pPr>
            <a:r>
              <a:rPr lang="en-US" dirty="0"/>
              <a:t>Parties prenantes de l'équipe projet/produit</a:t>
            </a:r>
          </a:p>
        </p:txBody>
      </p:sp>
      <p:sp>
        <p:nvSpPr>
          <p:cNvPr id="12" name="Segnaposto testo 11">
            <a:extLst>
              <a:ext uri="{FF2B5EF4-FFF2-40B4-BE49-F238E27FC236}">
                <a16:creationId xmlns:a16="http://schemas.microsoft.com/office/drawing/2014/main" id="{A1700F06-852F-141F-6606-84F73B931B5C}"/>
              </a:ext>
            </a:extLst>
          </p:cNvPr>
          <p:cNvSpPr>
            <a:spLocks noGrp="1"/>
          </p:cNvSpPr>
          <p:nvPr>
            <p:ph type="body" sz="quarter" idx="3"/>
          </p:nvPr>
        </p:nvSpPr>
        <p:spPr>
          <a:solidFill>
            <a:srgbClr val="0683AA"/>
          </a:solidFill>
        </p:spPr>
        <p:txBody>
          <a:bodyPr>
            <a:normAutofit/>
          </a:bodyPr>
          <a:lstStyle/>
          <a:p>
            <a:r>
              <a:rPr lang="en-US" dirty="0"/>
              <a:t>Pour les objectifs suivants</a:t>
            </a:r>
          </a:p>
        </p:txBody>
      </p:sp>
      <p:sp>
        <p:nvSpPr>
          <p:cNvPr id="13" name="Segnaposto contenuto 12">
            <a:extLst>
              <a:ext uri="{FF2B5EF4-FFF2-40B4-BE49-F238E27FC236}">
                <a16:creationId xmlns:a16="http://schemas.microsoft.com/office/drawing/2014/main" id="{27FAF30D-50C0-AB53-D814-8B3B19EB50E8}"/>
              </a:ext>
            </a:extLst>
          </p:cNvPr>
          <p:cNvSpPr>
            <a:spLocks noGrp="1"/>
          </p:cNvSpPr>
          <p:nvPr>
            <p:ph sz="quarter" idx="4"/>
          </p:nvPr>
        </p:nvSpPr>
        <p:spPr>
          <a:solidFill>
            <a:schemeClr val="accent1">
              <a:lumMod val="20000"/>
              <a:lumOff val="80000"/>
            </a:schemeClr>
          </a:solidFill>
        </p:spPr>
        <p:txBody>
          <a:bodyPr>
            <a:normAutofit fontScale="85000" lnSpcReduction="10000"/>
          </a:bodyPr>
          <a:lstStyle/>
          <a:p>
            <a:pPr marL="514350" indent="-514350">
              <a:buFont typeface="+mj-lt"/>
              <a:buAutoNum type="arabicPeriod"/>
            </a:pPr>
            <a:endParaRPr lang="en-US" dirty="0"/>
          </a:p>
          <a:p>
            <a:pPr marL="514350" indent="-514350">
              <a:buFont typeface="+mj-lt"/>
              <a:buAutoNum type="arabicPeriod"/>
            </a:pPr>
            <a:r>
              <a:rPr lang="en-US" dirty="0"/>
              <a:t>Comprendre et clarifier les objectifs et les intentions</a:t>
            </a:r>
          </a:p>
          <a:p>
            <a:pPr marL="514350" indent="-514350">
              <a:buFont typeface="+mj-lt"/>
              <a:buAutoNum type="arabicPeriod"/>
            </a:pPr>
            <a:endParaRPr lang="en-US" dirty="0"/>
          </a:p>
          <a:p>
            <a:pPr marL="514350" indent="-514350">
              <a:buFont typeface="+mj-lt"/>
              <a:buAutoNum type="arabicPeriod"/>
            </a:pPr>
            <a:r>
              <a:rPr lang="en-US" dirty="0"/>
              <a:t>Discuter des différents aspects des objectifs et des intentions</a:t>
            </a:r>
          </a:p>
          <a:p>
            <a:pPr marL="514350" indent="-514350">
              <a:buFont typeface="+mj-lt"/>
              <a:buAutoNum type="arabicPeriod"/>
            </a:pPr>
            <a:endParaRPr lang="en-US" dirty="0"/>
          </a:p>
          <a:p>
            <a:pPr marL="514350" indent="-514350">
              <a:buFont typeface="+mj-lt"/>
              <a:buAutoNum type="arabicPeriod"/>
            </a:pPr>
            <a:r>
              <a:rPr lang="en-US" dirty="0"/>
              <a:t>Aligner tactiquement (ressources, calendrier, contributions,...) pour atteindre les objectifs. </a:t>
            </a:r>
          </a:p>
        </p:txBody>
      </p:sp>
    </p:spTree>
    <p:extLst>
      <p:ext uri="{BB962C8B-B14F-4D97-AF65-F5344CB8AC3E}">
        <p14:creationId xmlns:p14="http://schemas.microsoft.com/office/powerpoint/2010/main" val="2302570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307E85-DDAD-E714-C675-3B3D9B4BB20F}"/>
              </a:ext>
            </a:extLst>
          </p:cNvPr>
          <p:cNvSpPr>
            <a:spLocks noGrp="1"/>
          </p:cNvSpPr>
          <p:nvPr>
            <p:ph type="title"/>
          </p:nvPr>
        </p:nvSpPr>
        <p:spPr>
          <a:xfrm>
            <a:off x="838200" y="365125"/>
            <a:ext cx="5894707" cy="1325563"/>
          </a:xfrm>
        </p:spPr>
        <p:txBody>
          <a:bodyPr/>
          <a:lstStyle/>
          <a:p>
            <a:r>
              <a:rPr lang="en-US" dirty="0"/>
              <a:t>Pourquoi ce format très visuel ?</a:t>
            </a:r>
          </a:p>
        </p:txBody>
      </p:sp>
      <p:sp>
        <p:nvSpPr>
          <p:cNvPr id="3" name="Segnaposto contenuto 2">
            <a:extLst>
              <a:ext uri="{FF2B5EF4-FFF2-40B4-BE49-F238E27FC236}">
                <a16:creationId xmlns:a16="http://schemas.microsoft.com/office/drawing/2014/main" id="{160BED40-BBB2-C490-D5F5-70FEF6B74D95}"/>
              </a:ext>
            </a:extLst>
          </p:cNvPr>
          <p:cNvSpPr>
            <a:spLocks noGrp="1"/>
          </p:cNvSpPr>
          <p:nvPr>
            <p:ph idx="1"/>
          </p:nvPr>
        </p:nvSpPr>
        <p:spPr>
          <a:xfrm>
            <a:off x="838200" y="1825624"/>
            <a:ext cx="3877038" cy="4752729"/>
          </a:xfrm>
        </p:spPr>
        <p:txBody>
          <a:bodyPr>
            <a:normAutofit fontScale="55000" lnSpcReduction="20000"/>
          </a:bodyPr>
          <a:lstStyle/>
          <a:p>
            <a:r>
              <a:rPr lang="en-US" sz="2900" dirty="0"/>
              <a:t>Comme le SWOT, le Business Model </a:t>
            </a:r>
            <a:r>
              <a:rPr lang="en-US" sz="2900" dirty="0" err="1"/>
              <a:t>Canevas</a:t>
            </a:r>
            <a:r>
              <a:rPr lang="en-US" sz="2900" dirty="0"/>
              <a:t>, le Speed Boat ou tout autre canevas de travail standardisé, les 6 POURQUOI sont des </a:t>
            </a:r>
            <a:r>
              <a:rPr lang="en-US" sz="2900" b="1" dirty="0">
                <a:solidFill>
                  <a:srgbClr val="ED7D31"/>
                </a:solidFill>
              </a:rPr>
              <a:t>canevas d'objectifs</a:t>
            </a:r>
            <a:r>
              <a:rPr lang="en-US" sz="2900" dirty="0"/>
              <a:t>.</a:t>
            </a:r>
          </a:p>
          <a:p>
            <a:endParaRPr lang="en-US" sz="2900" dirty="0"/>
          </a:p>
          <a:p>
            <a:r>
              <a:rPr lang="en-US" sz="2900" dirty="0"/>
              <a:t>Les modèles visuels et les métaphores sont utilisés pour faciliter l'adoption d'un modèle mental qui, à son tour, facilite l'exercice consistant à poser des questions.</a:t>
            </a:r>
          </a:p>
          <a:p>
            <a:endParaRPr lang="en-US" sz="2900" dirty="0"/>
          </a:p>
          <a:p>
            <a:r>
              <a:rPr lang="en-US" sz="2900" dirty="0"/>
              <a:t>Les </a:t>
            </a:r>
            <a:r>
              <a:rPr lang="en-US" sz="2900" dirty="0" err="1"/>
              <a:t>Canevas</a:t>
            </a:r>
            <a:r>
              <a:rPr lang="en-US" sz="2900" dirty="0"/>
              <a:t> n'apportent pas de réponses, mais aident les dirigeants et les équipes à se poser les </a:t>
            </a:r>
            <a:r>
              <a:rPr lang="en-US" sz="2900" b="1" dirty="0">
                <a:solidFill>
                  <a:srgbClr val="0683AA"/>
                </a:solidFill>
              </a:rPr>
              <a:t>bonnes questions.</a:t>
            </a:r>
          </a:p>
          <a:p>
            <a:endParaRPr lang="en-US" sz="2900" b="1" dirty="0">
              <a:solidFill>
                <a:srgbClr val="0683AA"/>
              </a:solidFill>
            </a:endParaRPr>
          </a:p>
          <a:p>
            <a:r>
              <a:rPr lang="en-US" sz="2900" dirty="0"/>
              <a:t>Les </a:t>
            </a:r>
            <a:r>
              <a:rPr lang="en-US" sz="2900" dirty="0" err="1"/>
              <a:t>canevas</a:t>
            </a:r>
            <a:r>
              <a:rPr lang="en-US" sz="2900" dirty="0"/>
              <a:t> POURQUOI n'apportent pas d'accord en soi, mais aident les dirigeants et les équipes à </a:t>
            </a:r>
            <a:r>
              <a:rPr lang="en-US" sz="2900" b="1" dirty="0">
                <a:solidFill>
                  <a:srgbClr val="ED7D31"/>
                </a:solidFill>
              </a:rPr>
              <a:t>travailler progressivement à un accord, point par point</a:t>
            </a:r>
            <a:r>
              <a:rPr lang="en-US" sz="2900" dirty="0"/>
              <a:t>.</a:t>
            </a:r>
            <a:endParaRPr lang="en-US" sz="2900" b="1" dirty="0">
              <a:solidFill>
                <a:srgbClr val="0683AA"/>
              </a:solidFill>
            </a:endParaRPr>
          </a:p>
          <a:p>
            <a:endParaRPr lang="en-US" sz="1800" b="1" dirty="0">
              <a:solidFill>
                <a:srgbClr val="0683AA"/>
              </a:solidFill>
            </a:endParaRPr>
          </a:p>
        </p:txBody>
      </p:sp>
      <p:grpSp>
        <p:nvGrpSpPr>
          <p:cNvPr id="14" name="Groupe 172">
            <a:extLst>
              <a:ext uri="{FF2B5EF4-FFF2-40B4-BE49-F238E27FC236}">
                <a16:creationId xmlns:a16="http://schemas.microsoft.com/office/drawing/2014/main" id="{DB1DB19A-99F2-ECC9-D3FE-67D435AE73EC}"/>
              </a:ext>
            </a:extLst>
          </p:cNvPr>
          <p:cNvGrpSpPr/>
          <p:nvPr/>
        </p:nvGrpSpPr>
        <p:grpSpPr>
          <a:xfrm>
            <a:off x="6048829" y="1663137"/>
            <a:ext cx="2273806" cy="847611"/>
            <a:chOff x="7527020" y="2036345"/>
            <a:chExt cx="3826780" cy="1426517"/>
          </a:xfrm>
        </p:grpSpPr>
        <p:grpSp>
          <p:nvGrpSpPr>
            <p:cNvPr id="15" name="Groupe 32">
              <a:extLst>
                <a:ext uri="{FF2B5EF4-FFF2-40B4-BE49-F238E27FC236}">
                  <a16:creationId xmlns:a16="http://schemas.microsoft.com/office/drawing/2014/main" id="{2A79F3F2-BDA2-B182-F7DA-70539A92B454}"/>
                </a:ext>
              </a:extLst>
            </p:cNvPr>
            <p:cNvGrpSpPr/>
            <p:nvPr/>
          </p:nvGrpSpPr>
          <p:grpSpPr>
            <a:xfrm>
              <a:off x="10055197" y="2036345"/>
              <a:ext cx="1298603" cy="1298603"/>
              <a:chOff x="9835911" y="2807662"/>
              <a:chExt cx="1796250" cy="1796250"/>
            </a:xfrm>
          </p:grpSpPr>
          <p:pic>
            <p:nvPicPr>
              <p:cNvPr id="36" name="Graphique 49" descr="Cathédrale avec un remplissage uni">
                <a:extLst>
                  <a:ext uri="{FF2B5EF4-FFF2-40B4-BE49-F238E27FC236}">
                    <a16:creationId xmlns:a16="http://schemas.microsoft.com/office/drawing/2014/main" id="{4B2020C1-4841-7BC6-3C69-7B24F107D35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37" name="Rectangle 50">
                <a:extLst>
                  <a:ext uri="{FF2B5EF4-FFF2-40B4-BE49-F238E27FC236}">
                    <a16:creationId xmlns:a16="http://schemas.microsoft.com/office/drawing/2014/main" id="{E8B7A66F-937B-1096-5751-4B90F5504BEA}"/>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51">
                <a:extLst>
                  <a:ext uri="{FF2B5EF4-FFF2-40B4-BE49-F238E27FC236}">
                    <a16:creationId xmlns:a16="http://schemas.microsoft.com/office/drawing/2014/main" id="{8EEE51DF-5AFC-AADF-F27A-3F28F1CB6E7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52">
                <a:extLst>
                  <a:ext uri="{FF2B5EF4-FFF2-40B4-BE49-F238E27FC236}">
                    <a16:creationId xmlns:a16="http://schemas.microsoft.com/office/drawing/2014/main" id="{F79E78CB-A5BB-FF61-C4E9-D7CDA10B7A3C}"/>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53">
                <a:extLst>
                  <a:ext uri="{FF2B5EF4-FFF2-40B4-BE49-F238E27FC236}">
                    <a16:creationId xmlns:a16="http://schemas.microsoft.com/office/drawing/2014/main" id="{1F999A64-2EB8-B13C-F01F-E9C7D7BFA84C}"/>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54">
                <a:extLst>
                  <a:ext uri="{FF2B5EF4-FFF2-40B4-BE49-F238E27FC236}">
                    <a16:creationId xmlns:a16="http://schemas.microsoft.com/office/drawing/2014/main" id="{E1ABEBB2-8023-4282-BE13-03CF91DEF240}"/>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55">
                <a:extLst>
                  <a:ext uri="{FF2B5EF4-FFF2-40B4-BE49-F238E27FC236}">
                    <a16:creationId xmlns:a16="http://schemas.microsoft.com/office/drawing/2014/main" id="{D67979BB-D9A5-7BD5-42B6-4AD8387E18F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56">
                <a:extLst>
                  <a:ext uri="{FF2B5EF4-FFF2-40B4-BE49-F238E27FC236}">
                    <a16:creationId xmlns:a16="http://schemas.microsoft.com/office/drawing/2014/main" id="{60D92093-9AC6-7B9E-C294-735E02CE698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57">
                <a:extLst>
                  <a:ext uri="{FF2B5EF4-FFF2-40B4-BE49-F238E27FC236}">
                    <a16:creationId xmlns:a16="http://schemas.microsoft.com/office/drawing/2014/main" id="{A7E61D44-8FC4-FB97-E241-332C5D023D63}"/>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58">
                <a:extLst>
                  <a:ext uri="{FF2B5EF4-FFF2-40B4-BE49-F238E27FC236}">
                    <a16:creationId xmlns:a16="http://schemas.microsoft.com/office/drawing/2014/main" id="{6B3694E7-3DA9-8766-F786-1F82C6321CA7}"/>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59">
                <a:extLst>
                  <a:ext uri="{FF2B5EF4-FFF2-40B4-BE49-F238E27FC236}">
                    <a16:creationId xmlns:a16="http://schemas.microsoft.com/office/drawing/2014/main" id="{1052BFC9-4D0D-F395-5632-1C996BD1AACF}"/>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60">
                <a:extLst>
                  <a:ext uri="{FF2B5EF4-FFF2-40B4-BE49-F238E27FC236}">
                    <a16:creationId xmlns:a16="http://schemas.microsoft.com/office/drawing/2014/main" id="{BE18499B-2F0C-1256-6061-F3CCABC5ACCB}"/>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61">
                <a:extLst>
                  <a:ext uri="{FF2B5EF4-FFF2-40B4-BE49-F238E27FC236}">
                    <a16:creationId xmlns:a16="http://schemas.microsoft.com/office/drawing/2014/main" id="{1E362E32-F394-5F57-94F0-B159D0A443D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62">
                <a:extLst>
                  <a:ext uri="{FF2B5EF4-FFF2-40B4-BE49-F238E27FC236}">
                    <a16:creationId xmlns:a16="http://schemas.microsoft.com/office/drawing/2014/main" id="{F0A632C0-EBEA-F446-1E8A-B9A8B8AB3081}"/>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63">
                <a:extLst>
                  <a:ext uri="{FF2B5EF4-FFF2-40B4-BE49-F238E27FC236}">
                    <a16:creationId xmlns:a16="http://schemas.microsoft.com/office/drawing/2014/main" id="{3359386D-B059-589B-13DF-B7736CA41391}"/>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64">
                <a:extLst>
                  <a:ext uri="{FF2B5EF4-FFF2-40B4-BE49-F238E27FC236}">
                    <a16:creationId xmlns:a16="http://schemas.microsoft.com/office/drawing/2014/main" id="{1E5D48EC-B974-8069-6E99-384D05B49C3D}"/>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65">
                <a:extLst>
                  <a:ext uri="{FF2B5EF4-FFF2-40B4-BE49-F238E27FC236}">
                    <a16:creationId xmlns:a16="http://schemas.microsoft.com/office/drawing/2014/main" id="{38A4D1D4-2A82-07E4-1FD6-4EB5C995F411}"/>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66">
                <a:extLst>
                  <a:ext uri="{FF2B5EF4-FFF2-40B4-BE49-F238E27FC236}">
                    <a16:creationId xmlns:a16="http://schemas.microsoft.com/office/drawing/2014/main" id="{72952C3D-3CDA-90A5-1BDB-7928498718E5}"/>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67">
                <a:extLst>
                  <a:ext uri="{FF2B5EF4-FFF2-40B4-BE49-F238E27FC236}">
                    <a16:creationId xmlns:a16="http://schemas.microsoft.com/office/drawing/2014/main" id="{7D681C1E-4BDC-F4DF-C61B-C3F290F0F448}"/>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68">
                <a:extLst>
                  <a:ext uri="{FF2B5EF4-FFF2-40B4-BE49-F238E27FC236}">
                    <a16:creationId xmlns:a16="http://schemas.microsoft.com/office/drawing/2014/main" id="{182E6A3E-32A1-DC4E-C292-7B1603DAFE1E}"/>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69">
                <a:extLst>
                  <a:ext uri="{FF2B5EF4-FFF2-40B4-BE49-F238E27FC236}">
                    <a16:creationId xmlns:a16="http://schemas.microsoft.com/office/drawing/2014/main" id="{09ACFB2A-127E-AEFB-A057-2BCBB4E95444}"/>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70">
                <a:extLst>
                  <a:ext uri="{FF2B5EF4-FFF2-40B4-BE49-F238E27FC236}">
                    <a16:creationId xmlns:a16="http://schemas.microsoft.com/office/drawing/2014/main" id="{66D23DB9-F08B-3F04-A07B-53AD718EFFF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71">
                <a:extLst>
                  <a:ext uri="{FF2B5EF4-FFF2-40B4-BE49-F238E27FC236}">
                    <a16:creationId xmlns:a16="http://schemas.microsoft.com/office/drawing/2014/main" id="{88C14CA8-9152-F0B9-A1E5-4A24E9A0E28C}"/>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72">
                <a:extLst>
                  <a:ext uri="{FF2B5EF4-FFF2-40B4-BE49-F238E27FC236}">
                    <a16:creationId xmlns:a16="http://schemas.microsoft.com/office/drawing/2014/main" id="{BD8A80EC-050B-DA58-DFD6-FF88CD5913BC}"/>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73">
                <a:extLst>
                  <a:ext uri="{FF2B5EF4-FFF2-40B4-BE49-F238E27FC236}">
                    <a16:creationId xmlns:a16="http://schemas.microsoft.com/office/drawing/2014/main" id="{D9A55983-CE97-BFD8-DA4A-7BDE1A134698}"/>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74">
                <a:extLst>
                  <a:ext uri="{FF2B5EF4-FFF2-40B4-BE49-F238E27FC236}">
                    <a16:creationId xmlns:a16="http://schemas.microsoft.com/office/drawing/2014/main" id="{8F955657-0C7C-D663-9E3E-90BD35C0B720}"/>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75">
                <a:extLst>
                  <a:ext uri="{FF2B5EF4-FFF2-40B4-BE49-F238E27FC236}">
                    <a16:creationId xmlns:a16="http://schemas.microsoft.com/office/drawing/2014/main" id="{E0297B95-A64B-7CDA-DF00-7832FAA57109}"/>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76">
                <a:extLst>
                  <a:ext uri="{FF2B5EF4-FFF2-40B4-BE49-F238E27FC236}">
                    <a16:creationId xmlns:a16="http://schemas.microsoft.com/office/drawing/2014/main" id="{7B4358E4-7497-1F52-1D00-02131BDD6912}"/>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77">
                <a:extLst>
                  <a:ext uri="{FF2B5EF4-FFF2-40B4-BE49-F238E27FC236}">
                    <a16:creationId xmlns:a16="http://schemas.microsoft.com/office/drawing/2014/main" id="{EEFA8E23-956F-1994-D43D-49412A3617A4}"/>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78">
                <a:extLst>
                  <a:ext uri="{FF2B5EF4-FFF2-40B4-BE49-F238E27FC236}">
                    <a16:creationId xmlns:a16="http://schemas.microsoft.com/office/drawing/2014/main" id="{CBBB57F6-9E25-7F2A-71DC-EEFAE6FAB8DE}"/>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79">
                <a:extLst>
                  <a:ext uri="{FF2B5EF4-FFF2-40B4-BE49-F238E27FC236}">
                    <a16:creationId xmlns:a16="http://schemas.microsoft.com/office/drawing/2014/main" id="{4FEA726C-6D12-0E8F-3CCC-D3F9C5C4A498}"/>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80">
                <a:extLst>
                  <a:ext uri="{FF2B5EF4-FFF2-40B4-BE49-F238E27FC236}">
                    <a16:creationId xmlns:a16="http://schemas.microsoft.com/office/drawing/2014/main" id="{CA55F5C1-5694-FA44-146B-097B4A4FBD4B}"/>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81">
                <a:extLst>
                  <a:ext uri="{FF2B5EF4-FFF2-40B4-BE49-F238E27FC236}">
                    <a16:creationId xmlns:a16="http://schemas.microsoft.com/office/drawing/2014/main" id="{ECD7E983-FEBC-06BB-C098-A81293A1F44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82">
                <a:extLst>
                  <a:ext uri="{FF2B5EF4-FFF2-40B4-BE49-F238E27FC236}">
                    <a16:creationId xmlns:a16="http://schemas.microsoft.com/office/drawing/2014/main" id="{64FAE355-D71A-D549-AA52-3C74DBFB4466}"/>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83">
                <a:extLst>
                  <a:ext uri="{FF2B5EF4-FFF2-40B4-BE49-F238E27FC236}">
                    <a16:creationId xmlns:a16="http://schemas.microsoft.com/office/drawing/2014/main" id="{3FC497E0-17FE-0D1F-EBD8-7CFB030FC9CB}"/>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84">
                <a:extLst>
                  <a:ext uri="{FF2B5EF4-FFF2-40B4-BE49-F238E27FC236}">
                    <a16:creationId xmlns:a16="http://schemas.microsoft.com/office/drawing/2014/main" id="{2F6B6171-C9FE-669F-001C-C5D84E60E5DB}"/>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85">
                <a:extLst>
                  <a:ext uri="{FF2B5EF4-FFF2-40B4-BE49-F238E27FC236}">
                    <a16:creationId xmlns:a16="http://schemas.microsoft.com/office/drawing/2014/main" id="{654EF101-A4AB-E2BB-BFF5-6994627F9DF7}"/>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86">
                <a:extLst>
                  <a:ext uri="{FF2B5EF4-FFF2-40B4-BE49-F238E27FC236}">
                    <a16:creationId xmlns:a16="http://schemas.microsoft.com/office/drawing/2014/main" id="{EBC2B442-DE98-2A8F-C044-3CA1F4B5B7CF}"/>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87">
                <a:extLst>
                  <a:ext uri="{FF2B5EF4-FFF2-40B4-BE49-F238E27FC236}">
                    <a16:creationId xmlns:a16="http://schemas.microsoft.com/office/drawing/2014/main" id="{CC53C57E-0540-2419-625C-8C7B0BA6F740}"/>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88">
                <a:extLst>
                  <a:ext uri="{FF2B5EF4-FFF2-40B4-BE49-F238E27FC236}">
                    <a16:creationId xmlns:a16="http://schemas.microsoft.com/office/drawing/2014/main" id="{4A486AFE-A5AC-28E1-BA03-63DF53A9BD69}"/>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89">
                <a:extLst>
                  <a:ext uri="{FF2B5EF4-FFF2-40B4-BE49-F238E27FC236}">
                    <a16:creationId xmlns:a16="http://schemas.microsoft.com/office/drawing/2014/main" id="{ABA5D0C0-DB8C-243D-7426-DA4C85DD9DB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90">
                <a:extLst>
                  <a:ext uri="{FF2B5EF4-FFF2-40B4-BE49-F238E27FC236}">
                    <a16:creationId xmlns:a16="http://schemas.microsoft.com/office/drawing/2014/main" id="{58421841-69C3-1696-85D0-63265B9FB8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91">
                <a:extLst>
                  <a:ext uri="{FF2B5EF4-FFF2-40B4-BE49-F238E27FC236}">
                    <a16:creationId xmlns:a16="http://schemas.microsoft.com/office/drawing/2014/main" id="{CD6D669A-A6D8-C0A5-FD89-9AE4E8F32D44}"/>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92">
                <a:extLst>
                  <a:ext uri="{FF2B5EF4-FFF2-40B4-BE49-F238E27FC236}">
                    <a16:creationId xmlns:a16="http://schemas.microsoft.com/office/drawing/2014/main" id="{C43E2418-E78C-AB8F-7E23-9B956D48A23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93">
                <a:extLst>
                  <a:ext uri="{FF2B5EF4-FFF2-40B4-BE49-F238E27FC236}">
                    <a16:creationId xmlns:a16="http://schemas.microsoft.com/office/drawing/2014/main" id="{2E309AFE-A79F-9BC3-5A91-A639B12BE6ED}"/>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94">
                <a:extLst>
                  <a:ext uri="{FF2B5EF4-FFF2-40B4-BE49-F238E27FC236}">
                    <a16:creationId xmlns:a16="http://schemas.microsoft.com/office/drawing/2014/main" id="{A70610E1-87D4-EC9A-18BE-158A0D347451}"/>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95">
                <a:extLst>
                  <a:ext uri="{FF2B5EF4-FFF2-40B4-BE49-F238E27FC236}">
                    <a16:creationId xmlns:a16="http://schemas.microsoft.com/office/drawing/2014/main" id="{B7D8ED97-10E3-20DB-EEAD-98227EB71A7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96">
                <a:extLst>
                  <a:ext uri="{FF2B5EF4-FFF2-40B4-BE49-F238E27FC236}">
                    <a16:creationId xmlns:a16="http://schemas.microsoft.com/office/drawing/2014/main" id="{AE39D32F-F35B-1183-704D-689487827F42}"/>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97">
                <a:extLst>
                  <a:ext uri="{FF2B5EF4-FFF2-40B4-BE49-F238E27FC236}">
                    <a16:creationId xmlns:a16="http://schemas.microsoft.com/office/drawing/2014/main" id="{6B75ACCD-7130-6488-26FE-77F2F128F89A}"/>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98">
                <a:extLst>
                  <a:ext uri="{FF2B5EF4-FFF2-40B4-BE49-F238E27FC236}">
                    <a16:creationId xmlns:a16="http://schemas.microsoft.com/office/drawing/2014/main" id="{8FEDED09-6D8D-DFBB-5A10-02A1D04E832F}"/>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99">
                <a:extLst>
                  <a:ext uri="{FF2B5EF4-FFF2-40B4-BE49-F238E27FC236}">
                    <a16:creationId xmlns:a16="http://schemas.microsoft.com/office/drawing/2014/main" id="{061256E6-09F7-4C89-A5C5-11AFF77A368F}"/>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00">
                <a:extLst>
                  <a:ext uri="{FF2B5EF4-FFF2-40B4-BE49-F238E27FC236}">
                    <a16:creationId xmlns:a16="http://schemas.microsoft.com/office/drawing/2014/main" id="{DAD5EFBE-28B9-F249-25BD-828E22AECA67}"/>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01">
                <a:extLst>
                  <a:ext uri="{FF2B5EF4-FFF2-40B4-BE49-F238E27FC236}">
                    <a16:creationId xmlns:a16="http://schemas.microsoft.com/office/drawing/2014/main" id="{F079927F-710B-BF76-806A-D68A860D0014}"/>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02">
                <a:extLst>
                  <a:ext uri="{FF2B5EF4-FFF2-40B4-BE49-F238E27FC236}">
                    <a16:creationId xmlns:a16="http://schemas.microsoft.com/office/drawing/2014/main" id="{4BCE8569-44BF-3FB7-FA1B-FCA86143159E}"/>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03">
                <a:extLst>
                  <a:ext uri="{FF2B5EF4-FFF2-40B4-BE49-F238E27FC236}">
                    <a16:creationId xmlns:a16="http://schemas.microsoft.com/office/drawing/2014/main" id="{2DF8A4E8-0AE9-EC38-8446-54E05086EE27}"/>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04">
                <a:extLst>
                  <a:ext uri="{FF2B5EF4-FFF2-40B4-BE49-F238E27FC236}">
                    <a16:creationId xmlns:a16="http://schemas.microsoft.com/office/drawing/2014/main" id="{94C5F86D-40AC-E41B-9653-C3AFF9924577}"/>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05">
                <a:extLst>
                  <a:ext uri="{FF2B5EF4-FFF2-40B4-BE49-F238E27FC236}">
                    <a16:creationId xmlns:a16="http://schemas.microsoft.com/office/drawing/2014/main" id="{87D84B27-EBEB-DBA0-0A81-21FC5654CDE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06">
                <a:extLst>
                  <a:ext uri="{FF2B5EF4-FFF2-40B4-BE49-F238E27FC236}">
                    <a16:creationId xmlns:a16="http://schemas.microsoft.com/office/drawing/2014/main" id="{BB0FA54A-CC81-C360-F955-672DA0E6DC45}"/>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07">
                <a:extLst>
                  <a:ext uri="{FF2B5EF4-FFF2-40B4-BE49-F238E27FC236}">
                    <a16:creationId xmlns:a16="http://schemas.microsoft.com/office/drawing/2014/main" id="{BF6228BD-EED3-071F-4617-55BC5DEED271}"/>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08">
                <a:extLst>
                  <a:ext uri="{FF2B5EF4-FFF2-40B4-BE49-F238E27FC236}">
                    <a16:creationId xmlns:a16="http://schemas.microsoft.com/office/drawing/2014/main" id="{4EAB871A-CE9B-8457-38E8-4D44AF894C1A}"/>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09">
                <a:extLst>
                  <a:ext uri="{FF2B5EF4-FFF2-40B4-BE49-F238E27FC236}">
                    <a16:creationId xmlns:a16="http://schemas.microsoft.com/office/drawing/2014/main" id="{BA004C05-6B88-891C-B62E-23CC17840D01}"/>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10">
                <a:extLst>
                  <a:ext uri="{FF2B5EF4-FFF2-40B4-BE49-F238E27FC236}">
                    <a16:creationId xmlns:a16="http://schemas.microsoft.com/office/drawing/2014/main" id="{78BFE3DD-6956-6125-044F-54D4A752B30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11">
                <a:extLst>
                  <a:ext uri="{FF2B5EF4-FFF2-40B4-BE49-F238E27FC236}">
                    <a16:creationId xmlns:a16="http://schemas.microsoft.com/office/drawing/2014/main" id="{BFEC05FA-70DE-8B92-32BC-259C5A957149}"/>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2">
              <a:extLst>
                <a:ext uri="{FF2B5EF4-FFF2-40B4-BE49-F238E27FC236}">
                  <a16:creationId xmlns:a16="http://schemas.microsoft.com/office/drawing/2014/main" id="{44D5F6F7-2D11-0457-2963-AB82D327125E}"/>
                </a:ext>
              </a:extLst>
            </p:cNvPr>
            <p:cNvGrpSpPr/>
            <p:nvPr/>
          </p:nvGrpSpPr>
          <p:grpSpPr>
            <a:xfrm>
              <a:off x="7527020" y="2174293"/>
              <a:ext cx="1467257" cy="1169474"/>
              <a:chOff x="2609577" y="1563591"/>
              <a:chExt cx="1467257" cy="1169474"/>
            </a:xfrm>
          </p:grpSpPr>
          <p:grpSp>
            <p:nvGrpSpPr>
              <p:cNvPr id="31" name="Groupe 153">
                <a:extLst>
                  <a:ext uri="{FF2B5EF4-FFF2-40B4-BE49-F238E27FC236}">
                    <a16:creationId xmlns:a16="http://schemas.microsoft.com/office/drawing/2014/main" id="{32A013A2-82A2-2543-C512-0819820486AC}"/>
                  </a:ext>
                </a:extLst>
              </p:cNvPr>
              <p:cNvGrpSpPr/>
              <p:nvPr/>
            </p:nvGrpSpPr>
            <p:grpSpPr>
              <a:xfrm>
                <a:off x="2609577" y="1563591"/>
                <a:ext cx="1412109" cy="1169474"/>
                <a:chOff x="2645545" y="3994190"/>
                <a:chExt cx="1412109" cy="1169474"/>
              </a:xfrm>
            </p:grpSpPr>
            <p:pic>
              <p:nvPicPr>
                <p:cNvPr id="33" name="Graphique 155" descr="Diable avec un remplissage uni">
                  <a:extLst>
                    <a:ext uri="{FF2B5EF4-FFF2-40B4-BE49-F238E27FC236}">
                      <a16:creationId xmlns:a16="http://schemas.microsoft.com/office/drawing/2014/main" id="{AE7CAEA1-6E8B-DE71-0C10-A264F5FA96F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34" name="Graphique 156" descr="Base-ball avec un remplissage uni">
                  <a:extLst>
                    <a:ext uri="{FF2B5EF4-FFF2-40B4-BE49-F238E27FC236}">
                      <a16:creationId xmlns:a16="http://schemas.microsoft.com/office/drawing/2014/main" id="{8E33FB3F-FA31-FC02-FD15-29FCE90F809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35" name="Rectangle 157">
                  <a:extLst>
                    <a:ext uri="{FF2B5EF4-FFF2-40B4-BE49-F238E27FC236}">
                      <a16:creationId xmlns:a16="http://schemas.microsoft.com/office/drawing/2014/main" id="{0F239F48-5AE0-6053-E8F5-F11F8B25589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que 154" descr="Boîte à archives avec un remplissage uni">
                <a:extLst>
                  <a:ext uri="{FF2B5EF4-FFF2-40B4-BE49-F238E27FC236}">
                    <a16:creationId xmlns:a16="http://schemas.microsoft.com/office/drawing/2014/main" id="{BE3EAD79-F346-7660-672D-0C6BBAC6D99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7" name="Groupe 158">
              <a:extLst>
                <a:ext uri="{FF2B5EF4-FFF2-40B4-BE49-F238E27FC236}">
                  <a16:creationId xmlns:a16="http://schemas.microsoft.com/office/drawing/2014/main" id="{08623900-6777-8E22-5F20-9ACB7708807D}"/>
                </a:ext>
              </a:extLst>
            </p:cNvPr>
            <p:cNvGrpSpPr/>
            <p:nvPr/>
          </p:nvGrpSpPr>
          <p:grpSpPr>
            <a:xfrm flipH="1">
              <a:off x="8944157" y="2297704"/>
              <a:ext cx="1093937" cy="1165158"/>
              <a:chOff x="1680627" y="1783722"/>
              <a:chExt cx="1331514" cy="1331514"/>
            </a:xfrm>
          </p:grpSpPr>
          <p:pic>
            <p:nvPicPr>
              <p:cNvPr id="18" name="Graphique 159" descr="Mur de briques en construction avec un remplissage uni">
                <a:extLst>
                  <a:ext uri="{FF2B5EF4-FFF2-40B4-BE49-F238E27FC236}">
                    <a16:creationId xmlns:a16="http://schemas.microsoft.com/office/drawing/2014/main" id="{981704CE-B2F2-2931-84FB-FE322450D3D0}"/>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9" name="Rectangle 160">
                <a:extLst>
                  <a:ext uri="{FF2B5EF4-FFF2-40B4-BE49-F238E27FC236}">
                    <a16:creationId xmlns:a16="http://schemas.microsoft.com/office/drawing/2014/main" id="{94A9356E-392E-C2BA-8432-034420ACBFB4}"/>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61">
                <a:extLst>
                  <a:ext uri="{FF2B5EF4-FFF2-40B4-BE49-F238E27FC236}">
                    <a16:creationId xmlns:a16="http://schemas.microsoft.com/office/drawing/2014/main" id="{818401FC-4A10-FE8D-2051-3F7E60AA3CBA}"/>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162">
                <a:extLst>
                  <a:ext uri="{FF2B5EF4-FFF2-40B4-BE49-F238E27FC236}">
                    <a16:creationId xmlns:a16="http://schemas.microsoft.com/office/drawing/2014/main" id="{5EB950B7-BC69-62AC-E653-F842262A6C43}"/>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163">
                <a:extLst>
                  <a:ext uri="{FF2B5EF4-FFF2-40B4-BE49-F238E27FC236}">
                    <a16:creationId xmlns:a16="http://schemas.microsoft.com/office/drawing/2014/main" id="{3EBCA46C-77BE-C047-41E7-0C9A0729182C}"/>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164">
                <a:extLst>
                  <a:ext uri="{FF2B5EF4-FFF2-40B4-BE49-F238E27FC236}">
                    <a16:creationId xmlns:a16="http://schemas.microsoft.com/office/drawing/2014/main" id="{38671FD9-1FDE-27EE-7B45-3497E11F1C41}"/>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165">
                <a:extLst>
                  <a:ext uri="{FF2B5EF4-FFF2-40B4-BE49-F238E27FC236}">
                    <a16:creationId xmlns:a16="http://schemas.microsoft.com/office/drawing/2014/main" id="{2E4F7606-85D0-71F9-A96B-0EF646DA0868}"/>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166">
                <a:extLst>
                  <a:ext uri="{FF2B5EF4-FFF2-40B4-BE49-F238E27FC236}">
                    <a16:creationId xmlns:a16="http://schemas.microsoft.com/office/drawing/2014/main" id="{1EDC8523-FAE2-A478-DE56-A4FBF1C1587C}"/>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167">
                <a:extLst>
                  <a:ext uri="{FF2B5EF4-FFF2-40B4-BE49-F238E27FC236}">
                    <a16:creationId xmlns:a16="http://schemas.microsoft.com/office/drawing/2014/main" id="{AAC769DA-CE62-EE14-12E3-4C5A662475D2}"/>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168">
                <a:extLst>
                  <a:ext uri="{FF2B5EF4-FFF2-40B4-BE49-F238E27FC236}">
                    <a16:creationId xmlns:a16="http://schemas.microsoft.com/office/drawing/2014/main" id="{0B09046B-99CF-AFCC-DB6C-D8A2058DD7C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169">
                <a:extLst>
                  <a:ext uri="{FF2B5EF4-FFF2-40B4-BE49-F238E27FC236}">
                    <a16:creationId xmlns:a16="http://schemas.microsoft.com/office/drawing/2014/main" id="{72CCFC0D-D11C-C3C3-7232-49A7876C463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170">
                <a:extLst>
                  <a:ext uri="{FF2B5EF4-FFF2-40B4-BE49-F238E27FC236}">
                    <a16:creationId xmlns:a16="http://schemas.microsoft.com/office/drawing/2014/main" id="{610ACCE0-72E0-FF5C-9392-5CE6A706A605}"/>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171">
                <a:extLst>
                  <a:ext uri="{FF2B5EF4-FFF2-40B4-BE49-F238E27FC236}">
                    <a16:creationId xmlns:a16="http://schemas.microsoft.com/office/drawing/2014/main" id="{3AAAF2EB-6124-E668-B17B-B311A40C73EF}"/>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99" name="Segnaposto contenuto 2">
            <a:extLst>
              <a:ext uri="{FF2B5EF4-FFF2-40B4-BE49-F238E27FC236}">
                <a16:creationId xmlns:a16="http://schemas.microsoft.com/office/drawing/2014/main" id="{7FC69C80-1A51-41C7-F280-BD3DF7C2C445}"/>
              </a:ext>
            </a:extLst>
          </p:cNvPr>
          <p:cNvSpPr txBox="1">
            <a:spLocks/>
          </p:cNvSpPr>
          <p:nvPr/>
        </p:nvSpPr>
        <p:spPr>
          <a:xfrm>
            <a:off x="8779886" y="1725827"/>
            <a:ext cx="1404023" cy="5819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Métaphore visuelle</a:t>
            </a:r>
            <a:endParaRPr lang="en-US" sz="1800" b="1" dirty="0">
              <a:solidFill>
                <a:srgbClr val="0683AA"/>
              </a:solidFill>
            </a:endParaRPr>
          </a:p>
        </p:txBody>
      </p:sp>
      <p:sp>
        <p:nvSpPr>
          <p:cNvPr id="100" name="Segnaposto contenuto 2">
            <a:extLst>
              <a:ext uri="{FF2B5EF4-FFF2-40B4-BE49-F238E27FC236}">
                <a16:creationId xmlns:a16="http://schemas.microsoft.com/office/drawing/2014/main" id="{C271CFC9-D1B2-0B92-46D9-8992764704A3}"/>
              </a:ext>
            </a:extLst>
          </p:cNvPr>
          <p:cNvSpPr txBox="1">
            <a:spLocks/>
          </p:cNvSpPr>
          <p:nvPr/>
        </p:nvSpPr>
        <p:spPr>
          <a:xfrm>
            <a:off x="8779885" y="2792088"/>
            <a:ext cx="1404023" cy="5819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Modèle mental </a:t>
            </a:r>
            <a:endParaRPr lang="en-US" sz="1800" b="1" dirty="0">
              <a:solidFill>
                <a:srgbClr val="0683AA"/>
              </a:solidFill>
            </a:endParaRPr>
          </a:p>
        </p:txBody>
      </p:sp>
      <p:sp>
        <p:nvSpPr>
          <p:cNvPr id="101" name="Segnaposto contenuto 2">
            <a:extLst>
              <a:ext uri="{FF2B5EF4-FFF2-40B4-BE49-F238E27FC236}">
                <a16:creationId xmlns:a16="http://schemas.microsoft.com/office/drawing/2014/main" id="{84237C3E-7F7A-728E-1F9D-155D32E2E856}"/>
              </a:ext>
            </a:extLst>
          </p:cNvPr>
          <p:cNvSpPr txBox="1">
            <a:spLocks/>
          </p:cNvSpPr>
          <p:nvPr/>
        </p:nvSpPr>
        <p:spPr>
          <a:xfrm>
            <a:off x="8779885" y="4009007"/>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Questions</a:t>
            </a:r>
            <a:endParaRPr lang="en-US" sz="1800" b="1" dirty="0">
              <a:solidFill>
                <a:srgbClr val="0683AA"/>
              </a:solidFill>
            </a:endParaRPr>
          </a:p>
        </p:txBody>
      </p:sp>
      <p:sp>
        <p:nvSpPr>
          <p:cNvPr id="102" name="Segnaposto contenuto 2">
            <a:extLst>
              <a:ext uri="{FF2B5EF4-FFF2-40B4-BE49-F238E27FC236}">
                <a16:creationId xmlns:a16="http://schemas.microsoft.com/office/drawing/2014/main" id="{1D87ED9D-8A8F-549E-34AB-EEDFB05460BD}"/>
              </a:ext>
            </a:extLst>
          </p:cNvPr>
          <p:cNvSpPr txBox="1">
            <a:spLocks/>
          </p:cNvSpPr>
          <p:nvPr/>
        </p:nvSpPr>
        <p:spPr>
          <a:xfrm>
            <a:off x="8779885" y="4898493"/>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Pensées</a:t>
            </a:r>
            <a:endParaRPr lang="en-US" sz="1800" b="1" dirty="0">
              <a:solidFill>
                <a:srgbClr val="0683AA"/>
              </a:solidFill>
            </a:endParaRPr>
          </a:p>
        </p:txBody>
      </p:sp>
      <p:sp>
        <p:nvSpPr>
          <p:cNvPr id="103" name="Segnaposto contenuto 2">
            <a:extLst>
              <a:ext uri="{FF2B5EF4-FFF2-40B4-BE49-F238E27FC236}">
                <a16:creationId xmlns:a16="http://schemas.microsoft.com/office/drawing/2014/main" id="{27B89EE8-0912-7AE9-3F0A-CC50891CFA77}"/>
              </a:ext>
            </a:extLst>
          </p:cNvPr>
          <p:cNvSpPr txBox="1">
            <a:spLocks/>
          </p:cNvSpPr>
          <p:nvPr/>
        </p:nvSpPr>
        <p:spPr>
          <a:xfrm>
            <a:off x="8779885" y="5966478"/>
            <a:ext cx="1404023" cy="5819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Auto-alignement</a:t>
            </a:r>
            <a:endParaRPr lang="en-US" sz="1800" b="1" dirty="0">
              <a:solidFill>
                <a:srgbClr val="0683AA"/>
              </a:solidFill>
            </a:endParaRPr>
          </a:p>
        </p:txBody>
      </p:sp>
      <p:sp>
        <p:nvSpPr>
          <p:cNvPr id="104" name="Bolla: nuvola 103">
            <a:extLst>
              <a:ext uri="{FF2B5EF4-FFF2-40B4-BE49-F238E27FC236}">
                <a16:creationId xmlns:a16="http://schemas.microsoft.com/office/drawing/2014/main" id="{08B99285-48C2-8895-8225-9DC5CC1E369B}"/>
              </a:ext>
            </a:extLst>
          </p:cNvPr>
          <p:cNvSpPr/>
          <p:nvPr/>
        </p:nvSpPr>
        <p:spPr>
          <a:xfrm>
            <a:off x="5814130" y="3045240"/>
            <a:ext cx="868621" cy="58197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Bolla: nuvola 104">
            <a:extLst>
              <a:ext uri="{FF2B5EF4-FFF2-40B4-BE49-F238E27FC236}">
                <a16:creationId xmlns:a16="http://schemas.microsoft.com/office/drawing/2014/main" id="{B9C180FA-0CB5-46C0-7F03-6B102054CE18}"/>
              </a:ext>
            </a:extLst>
          </p:cNvPr>
          <p:cNvSpPr/>
          <p:nvPr/>
        </p:nvSpPr>
        <p:spPr>
          <a:xfrm>
            <a:off x="6842854" y="3000835"/>
            <a:ext cx="868621" cy="58197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Bolla: nuvola 105">
            <a:extLst>
              <a:ext uri="{FF2B5EF4-FFF2-40B4-BE49-F238E27FC236}">
                <a16:creationId xmlns:a16="http://schemas.microsoft.com/office/drawing/2014/main" id="{F012DAC8-1868-72C3-6034-7E62FEA0BA46}"/>
              </a:ext>
            </a:extLst>
          </p:cNvPr>
          <p:cNvSpPr/>
          <p:nvPr/>
        </p:nvSpPr>
        <p:spPr>
          <a:xfrm>
            <a:off x="7935240" y="2762561"/>
            <a:ext cx="868621" cy="58197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ccia a destra 106">
            <a:extLst>
              <a:ext uri="{FF2B5EF4-FFF2-40B4-BE49-F238E27FC236}">
                <a16:creationId xmlns:a16="http://schemas.microsoft.com/office/drawing/2014/main" id="{18EEB6CA-05B3-1707-300B-15F60F96CCE3}"/>
              </a:ext>
            </a:extLst>
          </p:cNvPr>
          <p:cNvSpPr/>
          <p:nvPr/>
        </p:nvSpPr>
        <p:spPr>
          <a:xfrm>
            <a:off x="6542083" y="3172750"/>
            <a:ext cx="433596" cy="214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ccia a destra 107">
            <a:extLst>
              <a:ext uri="{FF2B5EF4-FFF2-40B4-BE49-F238E27FC236}">
                <a16:creationId xmlns:a16="http://schemas.microsoft.com/office/drawing/2014/main" id="{1445B1D4-C4E9-2E06-923C-C22F4306EC7D}"/>
              </a:ext>
            </a:extLst>
          </p:cNvPr>
          <p:cNvSpPr/>
          <p:nvPr/>
        </p:nvSpPr>
        <p:spPr>
          <a:xfrm>
            <a:off x="7602039" y="3172750"/>
            <a:ext cx="433596" cy="214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Segnaposto contenuto 2">
            <a:extLst>
              <a:ext uri="{FF2B5EF4-FFF2-40B4-BE49-F238E27FC236}">
                <a16:creationId xmlns:a16="http://schemas.microsoft.com/office/drawing/2014/main" id="{010D54A4-5F4A-02B0-21D1-C2C41A3BBA33}"/>
              </a:ext>
            </a:extLst>
          </p:cNvPr>
          <p:cNvSpPr txBox="1">
            <a:spLocks/>
          </p:cNvSpPr>
          <p:nvPr/>
        </p:nvSpPr>
        <p:spPr>
          <a:xfrm>
            <a:off x="10560636" y="1653861"/>
            <a:ext cx="1404023" cy="58197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Métaphore visuelle partagée</a:t>
            </a:r>
            <a:endParaRPr lang="en-US" sz="1800" b="1" dirty="0">
              <a:solidFill>
                <a:srgbClr val="0683AA"/>
              </a:solidFill>
            </a:endParaRPr>
          </a:p>
        </p:txBody>
      </p:sp>
      <p:sp>
        <p:nvSpPr>
          <p:cNvPr id="110" name="Segnaposto contenuto 2">
            <a:extLst>
              <a:ext uri="{FF2B5EF4-FFF2-40B4-BE49-F238E27FC236}">
                <a16:creationId xmlns:a16="http://schemas.microsoft.com/office/drawing/2014/main" id="{65BD3B6C-E0A2-9F0C-4289-8DA1A0BAAA80}"/>
              </a:ext>
            </a:extLst>
          </p:cNvPr>
          <p:cNvSpPr txBox="1">
            <a:spLocks/>
          </p:cNvSpPr>
          <p:nvPr/>
        </p:nvSpPr>
        <p:spPr>
          <a:xfrm>
            <a:off x="10560635" y="2720121"/>
            <a:ext cx="1404023" cy="7632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Modèle mental partagé </a:t>
            </a:r>
            <a:endParaRPr lang="en-US" sz="1800" b="1" dirty="0">
              <a:solidFill>
                <a:srgbClr val="0683AA"/>
              </a:solidFill>
            </a:endParaRPr>
          </a:p>
        </p:txBody>
      </p:sp>
      <p:sp>
        <p:nvSpPr>
          <p:cNvPr id="111" name="Segnaposto contenuto 2">
            <a:extLst>
              <a:ext uri="{FF2B5EF4-FFF2-40B4-BE49-F238E27FC236}">
                <a16:creationId xmlns:a16="http://schemas.microsoft.com/office/drawing/2014/main" id="{5D54A409-6C7D-8F01-F7C3-E83A22A70455}"/>
              </a:ext>
            </a:extLst>
          </p:cNvPr>
          <p:cNvSpPr txBox="1">
            <a:spLocks/>
          </p:cNvSpPr>
          <p:nvPr/>
        </p:nvSpPr>
        <p:spPr>
          <a:xfrm>
            <a:off x="10592379" y="3980907"/>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Questions</a:t>
            </a:r>
            <a:endParaRPr lang="en-US" sz="1800" b="1" dirty="0">
              <a:solidFill>
                <a:srgbClr val="0683AA"/>
              </a:solidFill>
            </a:endParaRPr>
          </a:p>
        </p:txBody>
      </p:sp>
      <p:sp>
        <p:nvSpPr>
          <p:cNvPr id="112" name="Segnaposto contenuto 2">
            <a:extLst>
              <a:ext uri="{FF2B5EF4-FFF2-40B4-BE49-F238E27FC236}">
                <a16:creationId xmlns:a16="http://schemas.microsoft.com/office/drawing/2014/main" id="{509E1B3C-F4F8-1959-3612-6BB4DBE15268}"/>
              </a:ext>
            </a:extLst>
          </p:cNvPr>
          <p:cNvSpPr txBox="1">
            <a:spLocks/>
          </p:cNvSpPr>
          <p:nvPr/>
        </p:nvSpPr>
        <p:spPr>
          <a:xfrm>
            <a:off x="10560635" y="4862972"/>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Discussions</a:t>
            </a:r>
            <a:endParaRPr lang="en-US" sz="1800" b="1" dirty="0">
              <a:solidFill>
                <a:srgbClr val="0683AA"/>
              </a:solidFill>
            </a:endParaRPr>
          </a:p>
        </p:txBody>
      </p:sp>
      <p:sp>
        <p:nvSpPr>
          <p:cNvPr id="113" name="Segnaposto contenuto 2">
            <a:extLst>
              <a:ext uri="{FF2B5EF4-FFF2-40B4-BE49-F238E27FC236}">
                <a16:creationId xmlns:a16="http://schemas.microsoft.com/office/drawing/2014/main" id="{526DDE0F-8A18-4267-2B36-8ACE68C6FA72}"/>
              </a:ext>
            </a:extLst>
          </p:cNvPr>
          <p:cNvSpPr txBox="1">
            <a:spLocks/>
          </p:cNvSpPr>
          <p:nvPr/>
        </p:nvSpPr>
        <p:spPr>
          <a:xfrm>
            <a:off x="10560635" y="5894512"/>
            <a:ext cx="1404023" cy="5819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Possibilité d'accord</a:t>
            </a:r>
            <a:endParaRPr lang="en-US" sz="1800" b="1" dirty="0">
              <a:solidFill>
                <a:srgbClr val="0683AA"/>
              </a:solidFill>
            </a:endParaRPr>
          </a:p>
        </p:txBody>
      </p:sp>
      <p:sp>
        <p:nvSpPr>
          <p:cNvPr id="114" name="Triangolo isoscele 113">
            <a:extLst>
              <a:ext uri="{FF2B5EF4-FFF2-40B4-BE49-F238E27FC236}">
                <a16:creationId xmlns:a16="http://schemas.microsoft.com/office/drawing/2014/main" id="{273263D4-7091-BEB7-56DD-4157122628DB}"/>
              </a:ext>
            </a:extLst>
          </p:cNvPr>
          <p:cNvSpPr/>
          <p:nvPr/>
        </p:nvSpPr>
        <p:spPr>
          <a:xfrm rot="10800000">
            <a:off x="9231762" y="2345289"/>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Triangolo isoscele 114">
            <a:extLst>
              <a:ext uri="{FF2B5EF4-FFF2-40B4-BE49-F238E27FC236}">
                <a16:creationId xmlns:a16="http://schemas.microsoft.com/office/drawing/2014/main" id="{2F2EFC45-46D9-865F-8AAA-5680BD899A11}"/>
              </a:ext>
            </a:extLst>
          </p:cNvPr>
          <p:cNvSpPr/>
          <p:nvPr/>
        </p:nvSpPr>
        <p:spPr>
          <a:xfrm rot="10800000">
            <a:off x="9231762" y="3500966"/>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riangolo isoscele 115">
            <a:extLst>
              <a:ext uri="{FF2B5EF4-FFF2-40B4-BE49-F238E27FC236}">
                <a16:creationId xmlns:a16="http://schemas.microsoft.com/office/drawing/2014/main" id="{37D56E08-B226-26A3-3C36-80C936B42556}"/>
              </a:ext>
            </a:extLst>
          </p:cNvPr>
          <p:cNvSpPr/>
          <p:nvPr/>
        </p:nvSpPr>
        <p:spPr>
          <a:xfrm rot="10800000">
            <a:off x="9231762" y="4479893"/>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Triangolo isoscele 116">
            <a:extLst>
              <a:ext uri="{FF2B5EF4-FFF2-40B4-BE49-F238E27FC236}">
                <a16:creationId xmlns:a16="http://schemas.microsoft.com/office/drawing/2014/main" id="{1DC99254-3923-386A-0D02-9642AF7C5E61}"/>
              </a:ext>
            </a:extLst>
          </p:cNvPr>
          <p:cNvSpPr/>
          <p:nvPr/>
        </p:nvSpPr>
        <p:spPr>
          <a:xfrm rot="10800000">
            <a:off x="9231761" y="5480730"/>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riangolo isoscele 117">
            <a:extLst>
              <a:ext uri="{FF2B5EF4-FFF2-40B4-BE49-F238E27FC236}">
                <a16:creationId xmlns:a16="http://schemas.microsoft.com/office/drawing/2014/main" id="{1C74F15F-EC96-9827-0DB4-6A53A51C71A9}"/>
              </a:ext>
            </a:extLst>
          </p:cNvPr>
          <p:cNvSpPr/>
          <p:nvPr/>
        </p:nvSpPr>
        <p:spPr>
          <a:xfrm rot="10800000">
            <a:off x="11022214" y="2327709"/>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riangolo isoscele 118">
            <a:extLst>
              <a:ext uri="{FF2B5EF4-FFF2-40B4-BE49-F238E27FC236}">
                <a16:creationId xmlns:a16="http://schemas.microsoft.com/office/drawing/2014/main" id="{C9DB2DF5-EB8B-1C0A-C5F0-3576F26A477B}"/>
              </a:ext>
            </a:extLst>
          </p:cNvPr>
          <p:cNvSpPr/>
          <p:nvPr/>
        </p:nvSpPr>
        <p:spPr>
          <a:xfrm rot="10800000">
            <a:off x="11022214" y="3483386"/>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Triangolo isoscele 119">
            <a:extLst>
              <a:ext uri="{FF2B5EF4-FFF2-40B4-BE49-F238E27FC236}">
                <a16:creationId xmlns:a16="http://schemas.microsoft.com/office/drawing/2014/main" id="{A67FAFBA-9284-C932-5CF4-86FC05F0859B}"/>
              </a:ext>
            </a:extLst>
          </p:cNvPr>
          <p:cNvSpPr/>
          <p:nvPr/>
        </p:nvSpPr>
        <p:spPr>
          <a:xfrm rot="10800000">
            <a:off x="11022214" y="4462313"/>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riangolo isoscele 120">
            <a:extLst>
              <a:ext uri="{FF2B5EF4-FFF2-40B4-BE49-F238E27FC236}">
                <a16:creationId xmlns:a16="http://schemas.microsoft.com/office/drawing/2014/main" id="{D6D24629-BE83-251F-48AF-5FBBE8376147}"/>
              </a:ext>
            </a:extLst>
          </p:cNvPr>
          <p:cNvSpPr/>
          <p:nvPr/>
        </p:nvSpPr>
        <p:spPr>
          <a:xfrm rot="10800000">
            <a:off x="11022213" y="5463150"/>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 name="Graphique 23" descr="Femme avec bras prothétique">
            <a:extLst>
              <a:ext uri="{FF2B5EF4-FFF2-40B4-BE49-F238E27FC236}">
                <a16:creationId xmlns:a16="http://schemas.microsoft.com/office/drawing/2014/main" id="{8065EEC8-BA64-5A0B-AB57-7B013A6B22B4}"/>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77874" y="1000352"/>
            <a:ext cx="608040" cy="638442"/>
          </a:xfrm>
          <a:prstGeom prst="rect">
            <a:avLst/>
          </a:prstGeom>
        </p:spPr>
      </p:pic>
      <p:pic>
        <p:nvPicPr>
          <p:cNvPr id="123" name="Graphique 28" descr="Homme en tenue professionnelle">
            <a:extLst>
              <a:ext uri="{FF2B5EF4-FFF2-40B4-BE49-F238E27FC236}">
                <a16:creationId xmlns:a16="http://schemas.microsoft.com/office/drawing/2014/main" id="{D413AA63-0814-B5CF-6574-6F81F964865F}"/>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flipH="1">
            <a:off x="11136289" y="487188"/>
            <a:ext cx="458127" cy="598462"/>
          </a:xfrm>
          <a:prstGeom prst="rect">
            <a:avLst/>
          </a:prstGeom>
        </p:spPr>
      </p:pic>
      <p:pic>
        <p:nvPicPr>
          <p:cNvPr id="124" name="Graphique 34" descr="Homme à lunettes portant un col roulé">
            <a:extLst>
              <a:ext uri="{FF2B5EF4-FFF2-40B4-BE49-F238E27FC236}">
                <a16:creationId xmlns:a16="http://schemas.microsoft.com/office/drawing/2014/main" id="{40ECF5F4-6B4D-4F7F-4473-EBBDB69D8979}"/>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0681951" y="832801"/>
            <a:ext cx="408412" cy="527188"/>
          </a:xfrm>
          <a:prstGeom prst="rect">
            <a:avLst/>
          </a:prstGeom>
        </p:spPr>
      </p:pic>
      <p:pic>
        <p:nvPicPr>
          <p:cNvPr id="125" name="Graphique 23" descr="Femme avec bras prothétique">
            <a:extLst>
              <a:ext uri="{FF2B5EF4-FFF2-40B4-BE49-F238E27FC236}">
                <a16:creationId xmlns:a16="http://schemas.microsoft.com/office/drawing/2014/main" id="{85AD0735-008D-C134-A01E-0E8B765BD876}"/>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11330211" y="932165"/>
            <a:ext cx="498522" cy="522295"/>
          </a:xfrm>
          <a:prstGeom prst="rect">
            <a:avLst/>
          </a:prstGeom>
        </p:spPr>
      </p:pic>
      <p:pic>
        <p:nvPicPr>
          <p:cNvPr id="126" name="Graphique 30" descr="Homme portant une veste">
            <a:extLst>
              <a:ext uri="{FF2B5EF4-FFF2-40B4-BE49-F238E27FC236}">
                <a16:creationId xmlns:a16="http://schemas.microsoft.com/office/drawing/2014/main" id="{B4F14C6E-4CED-68E0-505B-F22850E8F7D7}"/>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11047669" y="1038555"/>
            <a:ext cx="390647" cy="520153"/>
          </a:xfrm>
          <a:prstGeom prst="rect">
            <a:avLst/>
          </a:prstGeom>
        </p:spPr>
      </p:pic>
      <p:pic>
        <p:nvPicPr>
          <p:cNvPr id="128" name="Elemento grafico 127" descr="Badge Punto interrogativo con riempimento a tinta unita">
            <a:extLst>
              <a:ext uri="{FF2B5EF4-FFF2-40B4-BE49-F238E27FC236}">
                <a16:creationId xmlns:a16="http://schemas.microsoft.com/office/drawing/2014/main" id="{410CAE4B-BEAA-DFB3-BE5A-4765CFF82775}"/>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8394379" y="3943858"/>
            <a:ext cx="500267" cy="500267"/>
          </a:xfrm>
          <a:prstGeom prst="rect">
            <a:avLst/>
          </a:prstGeom>
        </p:spPr>
      </p:pic>
      <p:pic>
        <p:nvPicPr>
          <p:cNvPr id="130" name="Elemento grafico 129" descr="Badge Tick1 con riempimento a tinta unita">
            <a:extLst>
              <a:ext uri="{FF2B5EF4-FFF2-40B4-BE49-F238E27FC236}">
                <a16:creationId xmlns:a16="http://schemas.microsoft.com/office/drawing/2014/main" id="{46455194-3CF4-815B-CDB6-9E7D22058B4A}"/>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8394379" y="4822530"/>
            <a:ext cx="500267" cy="500267"/>
          </a:xfrm>
          <a:prstGeom prst="rect">
            <a:avLst/>
          </a:prstGeom>
        </p:spPr>
      </p:pic>
      <p:pic>
        <p:nvPicPr>
          <p:cNvPr id="132" name="Elemento grafico 131" descr="Priorità con riempimento a tinta unita">
            <a:extLst>
              <a:ext uri="{FF2B5EF4-FFF2-40B4-BE49-F238E27FC236}">
                <a16:creationId xmlns:a16="http://schemas.microsoft.com/office/drawing/2014/main" id="{22FE474B-F1B6-E914-111C-1E402822A3EC}"/>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8394379" y="6023719"/>
            <a:ext cx="500267" cy="500267"/>
          </a:xfrm>
          <a:prstGeom prst="rect">
            <a:avLst/>
          </a:prstGeom>
        </p:spPr>
      </p:pic>
    </p:spTree>
    <p:extLst>
      <p:ext uri="{BB962C8B-B14F-4D97-AF65-F5344CB8AC3E}">
        <p14:creationId xmlns:p14="http://schemas.microsoft.com/office/powerpoint/2010/main" val="3080513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POURQUOI</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Canevas de la </a:t>
            </a:r>
            <a:r>
              <a:rPr lang="en-US" dirty="0" err="1"/>
              <a:t>pyramide</a:t>
            </a:r>
            <a:r>
              <a:rPr lang="en-US" dirty="0"/>
              <a:t> du </a:t>
            </a:r>
            <a:r>
              <a:rPr lang="en-US" dirty="0" err="1"/>
              <a:t>sens</a:t>
            </a:r>
            <a:endParaRPr lang="en-US" dirty="0"/>
          </a:p>
        </p:txBody>
      </p:sp>
      <p:grpSp>
        <p:nvGrpSpPr>
          <p:cNvPr id="2" name="Groupe 5">
            <a:extLst>
              <a:ext uri="{FF2B5EF4-FFF2-40B4-BE49-F238E27FC236}">
                <a16:creationId xmlns:a16="http://schemas.microsoft.com/office/drawing/2014/main" id="{BA8C8A6B-C0B2-70C8-9F02-D1AE4C5CF208}"/>
              </a:ext>
            </a:extLst>
          </p:cNvPr>
          <p:cNvGrpSpPr/>
          <p:nvPr/>
        </p:nvGrpSpPr>
        <p:grpSpPr>
          <a:xfrm>
            <a:off x="6660134" y="2003488"/>
            <a:ext cx="4458970" cy="2087102"/>
            <a:chOff x="463550" y="1420160"/>
            <a:chExt cx="11264900" cy="5272740"/>
          </a:xfrm>
        </p:grpSpPr>
        <p:sp>
          <p:nvSpPr>
            <p:cNvPr id="3" name="Trapèze 6">
              <a:extLst>
                <a:ext uri="{FF2B5EF4-FFF2-40B4-BE49-F238E27FC236}">
                  <a16:creationId xmlns:a16="http://schemas.microsoft.com/office/drawing/2014/main" id="{472134A9-7B69-E0CF-1542-CAC09F38046B}"/>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4" name="Triangle isocèle 7">
              <a:extLst>
                <a:ext uri="{FF2B5EF4-FFF2-40B4-BE49-F238E27FC236}">
                  <a16:creationId xmlns:a16="http://schemas.microsoft.com/office/drawing/2014/main" id="{F0380B5C-5FF9-3EB4-5E08-A7C954F47DA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GRAND BUT</a:t>
              </a:r>
            </a:p>
            <a:p>
              <a:pPr algn="ctr"/>
              <a:endParaRPr lang="en-US" sz="600"/>
            </a:p>
          </p:txBody>
        </p:sp>
        <p:grpSp>
          <p:nvGrpSpPr>
            <p:cNvPr id="5" name="Groupe 8">
              <a:extLst>
                <a:ext uri="{FF2B5EF4-FFF2-40B4-BE49-F238E27FC236}">
                  <a16:creationId xmlns:a16="http://schemas.microsoft.com/office/drawing/2014/main" id="{A6137774-F136-66F4-8704-AA38DA8FC09B}"/>
                </a:ext>
              </a:extLst>
            </p:cNvPr>
            <p:cNvGrpSpPr/>
            <p:nvPr/>
          </p:nvGrpSpPr>
          <p:grpSpPr>
            <a:xfrm>
              <a:off x="1527175" y="3040767"/>
              <a:ext cx="9137650" cy="1969383"/>
              <a:chOff x="1644650" y="3040767"/>
              <a:chExt cx="9137650" cy="1907219"/>
            </a:xfrm>
          </p:grpSpPr>
          <p:sp>
            <p:nvSpPr>
              <p:cNvPr id="8" name="Trapèze 11">
                <a:extLst>
                  <a:ext uri="{FF2B5EF4-FFF2-40B4-BE49-F238E27FC236}">
                    <a16:creationId xmlns:a16="http://schemas.microsoft.com/office/drawing/2014/main" id="{381999FC-4ED4-82CD-9CA6-F43848E371ED}"/>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MAUVAIS SOUVENIRS</a:t>
                </a:r>
                <a:endParaRPr lang="en-US" sz="300"/>
              </a:p>
            </p:txBody>
          </p:sp>
          <p:sp>
            <p:nvSpPr>
              <p:cNvPr id="11" name="Trapèze 12">
                <a:extLst>
                  <a:ext uri="{FF2B5EF4-FFF2-40B4-BE49-F238E27FC236}">
                    <a16:creationId xmlns:a16="http://schemas.microsoft.com/office/drawing/2014/main" id="{82F993D6-22D5-61A9-0EA6-2C1E3D5088A6}"/>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HISTOIRES FICTIVES ERRONÉES - RISQUES</a:t>
                </a:r>
              </a:p>
            </p:txBody>
          </p:sp>
          <p:sp>
            <p:nvSpPr>
              <p:cNvPr id="12" name="Trapèze 13">
                <a:extLst>
                  <a:ext uri="{FF2B5EF4-FFF2-40B4-BE49-F238E27FC236}">
                    <a16:creationId xmlns:a16="http://schemas.microsoft.com/office/drawing/2014/main" id="{01C22929-1E58-AF03-4524-0204459BF919}"/>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BONS SOUVENIRS</a:t>
                </a:r>
                <a:endParaRPr lang="en-US" sz="300"/>
              </a:p>
            </p:txBody>
          </p:sp>
          <p:sp>
            <p:nvSpPr>
              <p:cNvPr id="13" name="Trapèze 14">
                <a:extLst>
                  <a:ext uri="{FF2B5EF4-FFF2-40B4-BE49-F238E27FC236}">
                    <a16:creationId xmlns:a16="http://schemas.microsoft.com/office/drawing/2014/main" id="{46867180-B59E-A5A4-AE5C-23E4D240BF13}"/>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HISTOIRES IDÉALES</a:t>
                </a:r>
              </a:p>
            </p:txBody>
          </p:sp>
        </p:grpSp>
        <p:sp>
          <p:nvSpPr>
            <p:cNvPr id="6" name="Triangle isocèle 9">
              <a:extLst>
                <a:ext uri="{FF2B5EF4-FFF2-40B4-BE49-F238E27FC236}">
                  <a16:creationId xmlns:a16="http://schemas.microsoft.com/office/drawing/2014/main" id="{FFFAE11F-C471-B431-EF30-4106BFC9B0D7}"/>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 name="ZoneTexte 10">
              <a:extLst>
                <a:ext uri="{FF2B5EF4-FFF2-40B4-BE49-F238E27FC236}">
                  <a16:creationId xmlns:a16="http://schemas.microsoft.com/office/drawing/2014/main" id="{C53F02ED-0E4E-BF61-9BC3-D91E076B96BD}"/>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spTree>
    <p:extLst>
      <p:ext uri="{BB962C8B-B14F-4D97-AF65-F5344CB8AC3E}">
        <p14:creationId xmlns:p14="http://schemas.microsoft.com/office/powerpoint/2010/main" val="1813628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Les défis habituels liés à un "</a:t>
            </a:r>
            <a:r>
              <a:rPr lang="en-US" b="1" dirty="0">
                <a:solidFill>
                  <a:srgbClr val="FF0000"/>
                </a:solidFill>
              </a:rPr>
              <a:t>pourquoi pas clair</a:t>
            </a:r>
            <a:r>
              <a:rPr lang="en-US" dirty="0"/>
              <a:t>".</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Démarrage lent ou manque d'engagement</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Je ne sais même pas pourquoi nous travaillons ou quelles directions nous prenons, alors je n'agirai pas.</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Faible sentiment d'utilité</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Je comprends les tâches à </a:t>
            </a:r>
            <a:r>
              <a:rPr lang="en-US" sz="1000" dirty="0" err="1">
                <a:solidFill>
                  <a:schemeClr val="tx1"/>
                </a:solidFill>
              </a:rPr>
              <a:t>accomplir</a:t>
            </a:r>
            <a:r>
              <a:rPr lang="en-US" sz="1000" dirty="0">
                <a:solidFill>
                  <a:schemeClr val="tx1"/>
                </a:solidFill>
              </a:rPr>
              <a:t> mais je ne suis même pas capable de dire comment cela pourrait avoir un impact positif sur les gens. Ça ne semble pas bien</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Méfiance à l'égard des conditions de mise en œuvre</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Il ne s'agit pas seulement de l'objectif, mais des conditions dans lesquelles nous l'atteindrons, et je crains que nous ayons oublié cette partie. </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Méfiance à l'égard de la nouveauté et manque de capitalisation des expériences passées</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Je crains que la poursuite de cet objectif ne nous fasse oublier des problèmes importants survenus dans d'autres projets/produits.</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3778567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27E581-B7DC-4DA0-8DF5-B524E555247E}"/>
              </a:ext>
            </a:extLst>
          </p:cNvPr>
          <p:cNvSpPr>
            <a:spLocks noGrp="1"/>
          </p:cNvSpPr>
          <p:nvPr>
            <p:ph type="title"/>
          </p:nvPr>
        </p:nvSpPr>
        <p:spPr/>
        <p:txBody>
          <a:bodyPr>
            <a:normAutofit/>
          </a:bodyPr>
          <a:lstStyle/>
          <a:p>
            <a:r>
              <a:rPr lang="en-US" sz="4000" dirty="0"/>
              <a:t>POURQUOI ?</a:t>
            </a:r>
            <a:br>
              <a:rPr lang="en-US" sz="4000" dirty="0"/>
            </a:br>
            <a:r>
              <a:rPr lang="en-US" sz="4000" dirty="0" err="1"/>
              <a:t>Pyramide</a:t>
            </a:r>
            <a:r>
              <a:rPr lang="en-US" sz="4000" dirty="0"/>
              <a:t> du SENS d’un </a:t>
            </a:r>
            <a:r>
              <a:rPr lang="en-US" sz="4000" dirty="0" err="1"/>
              <a:t>projet</a:t>
            </a:r>
            <a:r>
              <a:rPr lang="en-US" sz="4000" dirty="0"/>
              <a:t> / </a:t>
            </a:r>
            <a:r>
              <a:rPr lang="en-US" sz="4000" dirty="0" err="1"/>
              <a:t>produit</a:t>
            </a:r>
            <a:endParaRPr lang="en-US" sz="4000" dirty="0"/>
          </a:p>
        </p:txBody>
      </p:sp>
      <p:sp>
        <p:nvSpPr>
          <p:cNvPr id="3" name="Espace réservé du contenu 2">
            <a:extLst>
              <a:ext uri="{FF2B5EF4-FFF2-40B4-BE49-F238E27FC236}">
                <a16:creationId xmlns:a16="http://schemas.microsoft.com/office/drawing/2014/main" id="{BE747FA3-6359-4721-BDFD-62B7689EFABA}"/>
              </a:ext>
            </a:extLst>
          </p:cNvPr>
          <p:cNvSpPr>
            <a:spLocks noGrp="1"/>
          </p:cNvSpPr>
          <p:nvPr>
            <p:ph idx="1"/>
          </p:nvPr>
        </p:nvSpPr>
        <p:spPr>
          <a:xfrm>
            <a:off x="674703" y="1690688"/>
            <a:ext cx="4154749" cy="4802187"/>
          </a:xfrm>
        </p:spPr>
        <p:txBody>
          <a:bodyPr>
            <a:normAutofit fontScale="92500"/>
          </a:bodyPr>
          <a:lstStyle/>
          <a:p>
            <a:pPr marL="0" indent="0">
              <a:buNone/>
            </a:pPr>
            <a:r>
              <a:rPr lang="en-US" sz="1400" dirty="0"/>
              <a:t>La </a:t>
            </a:r>
            <a:r>
              <a:rPr lang="en-US" sz="1400" dirty="0" err="1"/>
              <a:t>pyramide</a:t>
            </a:r>
            <a:r>
              <a:rPr lang="en-US" sz="1400" dirty="0"/>
              <a:t> du </a:t>
            </a:r>
            <a:r>
              <a:rPr lang="en-US" sz="1400" dirty="0" err="1"/>
              <a:t>sens</a:t>
            </a:r>
            <a:r>
              <a:rPr lang="en-US" sz="1400" dirty="0"/>
              <a:t> d’un projet/produit est un canevas pour aider les dirigeants et leur collectif à définir une vision.</a:t>
            </a:r>
          </a:p>
          <a:p>
            <a:pPr marL="0" indent="0">
              <a:buNone/>
            </a:pPr>
            <a:endParaRPr lang="en-US" sz="1400" dirty="0"/>
          </a:p>
          <a:p>
            <a:pPr marL="0" indent="0">
              <a:buNone/>
            </a:pPr>
            <a:r>
              <a:rPr lang="en-US" sz="1400" dirty="0"/>
              <a:t>Le format vise à regrouper dans un canevas simple de nombreuses informations qui sont importantes pour suivre un objectif :</a:t>
            </a:r>
          </a:p>
          <a:p>
            <a:pPr>
              <a:buFontTx/>
              <a:buChar char="-"/>
            </a:pPr>
            <a:r>
              <a:rPr lang="en-US" sz="1400" dirty="0"/>
              <a:t>Une cause</a:t>
            </a:r>
          </a:p>
          <a:p>
            <a:pPr>
              <a:buFontTx/>
              <a:buChar char="-"/>
            </a:pPr>
            <a:r>
              <a:rPr lang="en-US" sz="1400" dirty="0"/>
              <a:t>Les bons et mauvais souvenirs des contributeurs, pour capitaliser sur les expériences passées dans des projets/produits similaires.</a:t>
            </a:r>
          </a:p>
          <a:p>
            <a:pPr>
              <a:buFontTx/>
              <a:buChar char="-"/>
            </a:pPr>
            <a:r>
              <a:rPr lang="en-US" sz="1400" dirty="0"/>
              <a:t>LES MAUVAISES HISTOIRES FICTIVES - RISQUES et histoires idéales, pour ouvrir les esprits à la projection</a:t>
            </a:r>
          </a:p>
          <a:p>
            <a:pPr>
              <a:buFontTx/>
              <a:buChar char="-"/>
            </a:pPr>
            <a:r>
              <a:rPr lang="en-US" sz="1400" dirty="0"/>
              <a:t>Conditions, afin d'intégrer les conditions de mise en œuvre dans l'objectif.</a:t>
            </a:r>
          </a:p>
          <a:p>
            <a:pPr>
              <a:buFontTx/>
              <a:buChar char="-"/>
            </a:pPr>
            <a:r>
              <a:rPr lang="en-US" sz="1400" dirty="0"/>
              <a:t>Un grand objectif, à formuler et à suivre facilement</a:t>
            </a:r>
          </a:p>
          <a:p>
            <a:pPr>
              <a:buFontTx/>
              <a:buChar char="-"/>
            </a:pPr>
            <a:endParaRPr lang="en-US" sz="1400" dirty="0"/>
          </a:p>
          <a:p>
            <a:pPr marL="0" indent="0">
              <a:buNone/>
            </a:pPr>
            <a:r>
              <a:rPr lang="en-US" sz="1400" dirty="0"/>
              <a:t>La </a:t>
            </a:r>
            <a:r>
              <a:rPr lang="en-US" sz="1400" dirty="0" err="1"/>
              <a:t>pyramide</a:t>
            </a:r>
            <a:r>
              <a:rPr lang="en-US" sz="1400" dirty="0"/>
              <a:t> du </a:t>
            </a:r>
            <a:r>
              <a:rPr lang="en-US" sz="1400" dirty="0" err="1"/>
              <a:t>sens</a:t>
            </a:r>
            <a:r>
              <a:rPr lang="en-US" sz="1400" dirty="0"/>
              <a:t> d’un projet/produit est un canevas qui peut être appliqué à de nombreux types d'entreprises collectives (y compris les communautés).</a:t>
            </a:r>
          </a:p>
        </p:txBody>
      </p:sp>
      <p:grpSp>
        <p:nvGrpSpPr>
          <p:cNvPr id="4" name="Groupe 3">
            <a:extLst>
              <a:ext uri="{FF2B5EF4-FFF2-40B4-BE49-F238E27FC236}">
                <a16:creationId xmlns:a16="http://schemas.microsoft.com/office/drawing/2014/main" id="{E79764DF-D8D2-49F0-9CAD-6CA6B4F19715}"/>
              </a:ext>
            </a:extLst>
          </p:cNvPr>
          <p:cNvGrpSpPr/>
          <p:nvPr/>
        </p:nvGrpSpPr>
        <p:grpSpPr>
          <a:xfrm>
            <a:off x="5269658" y="1978025"/>
            <a:ext cx="6600055" cy="3089275"/>
            <a:chOff x="463550" y="1420160"/>
            <a:chExt cx="11264900" cy="5272740"/>
          </a:xfrm>
        </p:grpSpPr>
        <p:sp>
          <p:nvSpPr>
            <p:cNvPr id="5" name="Trapèze 4">
              <a:extLst>
                <a:ext uri="{FF2B5EF4-FFF2-40B4-BE49-F238E27FC236}">
                  <a16:creationId xmlns:a16="http://schemas.microsoft.com/office/drawing/2014/main" id="{2A9B9D3A-4FEF-4E18-BB40-0CCC15C1AE3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p:txBody>
        </p:sp>
        <p:sp>
          <p:nvSpPr>
            <p:cNvPr id="6" name="Triangle isocèle 5">
              <a:extLst>
                <a:ext uri="{FF2B5EF4-FFF2-40B4-BE49-F238E27FC236}">
                  <a16:creationId xmlns:a16="http://schemas.microsoft.com/office/drawing/2014/main" id="{EBC15E9F-C3B4-4B3E-AC3A-12D333D8F354}"/>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GRAND BUT</a:t>
              </a:r>
            </a:p>
            <a:p>
              <a:pPr algn="ctr"/>
              <a:endParaRPr lang="en-US"/>
            </a:p>
          </p:txBody>
        </p:sp>
        <p:grpSp>
          <p:nvGrpSpPr>
            <p:cNvPr id="7" name="Groupe 6">
              <a:extLst>
                <a:ext uri="{FF2B5EF4-FFF2-40B4-BE49-F238E27FC236}">
                  <a16:creationId xmlns:a16="http://schemas.microsoft.com/office/drawing/2014/main" id="{106386FC-02C0-46B1-9DED-937EBD45862E}"/>
                </a:ext>
              </a:extLst>
            </p:cNvPr>
            <p:cNvGrpSpPr/>
            <p:nvPr/>
          </p:nvGrpSpPr>
          <p:grpSpPr>
            <a:xfrm>
              <a:off x="1527175" y="3040767"/>
              <a:ext cx="9137650" cy="1969383"/>
              <a:chOff x="1644650" y="3040767"/>
              <a:chExt cx="9137650" cy="1907219"/>
            </a:xfrm>
          </p:grpSpPr>
          <p:sp>
            <p:nvSpPr>
              <p:cNvPr id="10" name="Trapèze 9">
                <a:extLst>
                  <a:ext uri="{FF2B5EF4-FFF2-40B4-BE49-F238E27FC236}">
                    <a16:creationId xmlns:a16="http://schemas.microsoft.com/office/drawing/2014/main" id="{695F4170-66C7-443B-B47D-6E9790727F8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MAUVAIS SOUVENIRS</a:t>
                </a:r>
                <a:endParaRPr lang="en-US" sz="1100" dirty="0"/>
              </a:p>
            </p:txBody>
          </p:sp>
          <p:sp>
            <p:nvSpPr>
              <p:cNvPr id="11" name="Trapèze 10">
                <a:extLst>
                  <a:ext uri="{FF2B5EF4-FFF2-40B4-BE49-F238E27FC236}">
                    <a16:creationId xmlns:a16="http://schemas.microsoft.com/office/drawing/2014/main" id="{4A2476DE-003C-4786-BB78-2FC21BFFC572}"/>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t>HISTOIRES FICTIVES ERRONÉES - RISQUES</a:t>
                </a:r>
              </a:p>
            </p:txBody>
          </p:sp>
          <p:sp>
            <p:nvSpPr>
              <p:cNvPr id="12" name="Trapèze 11">
                <a:extLst>
                  <a:ext uri="{FF2B5EF4-FFF2-40B4-BE49-F238E27FC236}">
                    <a16:creationId xmlns:a16="http://schemas.microsoft.com/office/drawing/2014/main" id="{8E935927-DF05-413B-9159-8687B0F31A10}"/>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BONS SOUVENIRS</a:t>
                </a:r>
                <a:endParaRPr lang="en-US" sz="1100" dirty="0"/>
              </a:p>
            </p:txBody>
          </p:sp>
          <p:sp>
            <p:nvSpPr>
              <p:cNvPr id="13" name="Trapèze 12">
                <a:extLst>
                  <a:ext uri="{FF2B5EF4-FFF2-40B4-BE49-F238E27FC236}">
                    <a16:creationId xmlns:a16="http://schemas.microsoft.com/office/drawing/2014/main" id="{BEB05664-B4AE-4F7A-8FEA-F9FFED8F31FB}"/>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IDÉALES</a:t>
                </a:r>
              </a:p>
            </p:txBody>
          </p:sp>
        </p:grpSp>
        <p:sp>
          <p:nvSpPr>
            <p:cNvPr id="8" name="Triangle isocèle 7">
              <a:extLst>
                <a:ext uri="{FF2B5EF4-FFF2-40B4-BE49-F238E27FC236}">
                  <a16:creationId xmlns:a16="http://schemas.microsoft.com/office/drawing/2014/main" id="{849A6BA4-E164-44B7-BA5C-B2A97E52B334}"/>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8">
              <a:extLst>
                <a:ext uri="{FF2B5EF4-FFF2-40B4-BE49-F238E27FC236}">
                  <a16:creationId xmlns:a16="http://schemas.microsoft.com/office/drawing/2014/main" id="{CF4E118F-233F-41A2-9D1E-FC55EC7BD249}"/>
                </a:ext>
              </a:extLst>
            </p:cNvPr>
            <p:cNvSpPr txBox="1"/>
            <p:nvPr/>
          </p:nvSpPr>
          <p:spPr>
            <a:xfrm>
              <a:off x="4952497" y="3044170"/>
              <a:ext cx="2287008" cy="525310"/>
            </a:xfrm>
            <a:prstGeom prst="rect">
              <a:avLst/>
            </a:prstGeom>
            <a:noFill/>
          </p:spPr>
          <p:txBody>
            <a:bodyPr wrap="square">
              <a:spAutoFit/>
            </a:bodyPr>
            <a:lstStyle/>
            <a:p>
              <a:pPr algn="ctr"/>
              <a:r>
                <a:rPr lang="en-US" sz="1400" b="1"/>
                <a:t>CONDITIONS</a:t>
              </a:r>
            </a:p>
          </p:txBody>
        </p:sp>
      </p:grpSp>
    </p:spTree>
    <p:extLst>
      <p:ext uri="{BB962C8B-B14F-4D97-AF65-F5344CB8AC3E}">
        <p14:creationId xmlns:p14="http://schemas.microsoft.com/office/powerpoint/2010/main" val="2722699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27E581-B7DC-4DA0-8DF5-B524E555247E}"/>
              </a:ext>
            </a:extLst>
          </p:cNvPr>
          <p:cNvSpPr>
            <a:spLocks noGrp="1"/>
          </p:cNvSpPr>
          <p:nvPr>
            <p:ph type="title"/>
          </p:nvPr>
        </p:nvSpPr>
        <p:spPr/>
        <p:txBody>
          <a:bodyPr>
            <a:normAutofit fontScale="90000"/>
          </a:bodyPr>
          <a:lstStyle/>
          <a:p>
            <a:r>
              <a:rPr lang="en-US" sz="4000" dirty="0"/>
              <a:t>POURQUOI ? </a:t>
            </a:r>
            <a:r>
              <a:rPr lang="en-US" sz="4000" dirty="0" err="1"/>
              <a:t>Pyramide</a:t>
            </a:r>
            <a:r>
              <a:rPr lang="en-US" sz="4000" dirty="0"/>
              <a:t> du </a:t>
            </a:r>
            <a:r>
              <a:rPr lang="en-US" sz="4000" dirty="0" err="1"/>
              <a:t>sens</a:t>
            </a:r>
            <a:r>
              <a:rPr lang="en-US" sz="4000" dirty="0"/>
              <a:t> d’un projet / produit</a:t>
            </a:r>
            <a:br>
              <a:rPr lang="en-US" sz="4000" dirty="0"/>
            </a:br>
            <a:r>
              <a:rPr lang="en-US" sz="4000" dirty="0"/>
              <a:t>Détails des domaines</a:t>
            </a:r>
          </a:p>
        </p:txBody>
      </p:sp>
      <p:sp>
        <p:nvSpPr>
          <p:cNvPr id="3" name="Espace réservé du contenu 2">
            <a:extLst>
              <a:ext uri="{FF2B5EF4-FFF2-40B4-BE49-F238E27FC236}">
                <a16:creationId xmlns:a16="http://schemas.microsoft.com/office/drawing/2014/main" id="{BE747FA3-6359-4721-BDFD-62B7689EFABA}"/>
              </a:ext>
            </a:extLst>
          </p:cNvPr>
          <p:cNvSpPr>
            <a:spLocks noGrp="1"/>
          </p:cNvSpPr>
          <p:nvPr>
            <p:ph idx="1"/>
          </p:nvPr>
        </p:nvSpPr>
        <p:spPr>
          <a:xfrm>
            <a:off x="838200" y="1825625"/>
            <a:ext cx="4431458" cy="4667250"/>
          </a:xfrm>
        </p:spPr>
        <p:txBody>
          <a:bodyPr>
            <a:normAutofit fontScale="77500" lnSpcReduction="20000"/>
          </a:bodyPr>
          <a:lstStyle/>
          <a:p>
            <a:r>
              <a:rPr lang="en-US" sz="1800" dirty="0"/>
              <a:t>Un objectif qui peut être lié à une </a:t>
            </a:r>
            <a:r>
              <a:rPr lang="en-US" sz="1800" b="1" dirty="0">
                <a:solidFill>
                  <a:srgbClr val="0683AA"/>
                </a:solidFill>
              </a:rPr>
              <a:t>cause </a:t>
            </a:r>
            <a:r>
              <a:rPr lang="en-US" sz="1800" dirty="0"/>
              <a:t>est plus susceptible de susciter l'intérêt à grande échelle car il est facilement compréhensible et racontable.</a:t>
            </a:r>
          </a:p>
          <a:p>
            <a:r>
              <a:rPr lang="en-US" sz="1800" dirty="0"/>
              <a:t>Un objectif qui peut être lié à des </a:t>
            </a:r>
            <a:r>
              <a:rPr lang="en-US" sz="1800" b="1" dirty="0">
                <a:solidFill>
                  <a:srgbClr val="0683AA"/>
                </a:solidFill>
              </a:rPr>
              <a:t>situations passées et existantes </a:t>
            </a:r>
            <a:r>
              <a:rPr lang="en-US" sz="1800" dirty="0"/>
              <a:t>est plus susceptible de susciter l'intérêt et d'offrir des exemples concrets.</a:t>
            </a:r>
          </a:p>
          <a:p>
            <a:r>
              <a:rPr lang="en-US" sz="1800" dirty="0"/>
              <a:t>Un objectif lié à des </a:t>
            </a:r>
            <a:r>
              <a:rPr lang="en-US" sz="1800" b="1" dirty="0">
                <a:solidFill>
                  <a:srgbClr val="ED7D31"/>
                </a:solidFill>
              </a:rPr>
              <a:t>situations fictives </a:t>
            </a:r>
            <a:r>
              <a:rPr lang="en-US" sz="1800" dirty="0"/>
              <a:t>est plus susceptible de faire appel à la créativité et à l'imagination.</a:t>
            </a:r>
          </a:p>
          <a:p>
            <a:r>
              <a:rPr lang="en-US" sz="1800" dirty="0"/>
              <a:t>Un objectif avec un </a:t>
            </a:r>
            <a:r>
              <a:rPr lang="en-US" sz="1800" b="1" dirty="0">
                <a:solidFill>
                  <a:srgbClr val="ED7D31"/>
                </a:solidFill>
              </a:rPr>
              <a:t>grand but mesurable </a:t>
            </a:r>
            <a:r>
              <a:rPr lang="en-US" sz="1800" dirty="0"/>
              <a:t>(doit être simple, mesurable) est plus susceptible d'engager sur le long terme, en montrant une progression qui peut endurer les crises de sens.</a:t>
            </a:r>
          </a:p>
          <a:p>
            <a:r>
              <a:rPr lang="en-US" sz="1800" b="1" dirty="0"/>
              <a:t>Les conditions</a:t>
            </a:r>
            <a:r>
              <a:rPr lang="en-US" sz="1800" dirty="0"/>
              <a:t>, même si elles ne sont pas liées à l'objectif lui-même, peuvent être importantes pour certains projets/produits. Elles aident les membres à maintenir la continuité de leur identité (effet positif sur le long terme) et peuvent aider à définir les limites d'une approche "par tous les moyens nécessaires". Les valeurs qui ne sont pas reflétées dans la cause ou l'objectif sont souvent reflétées dans les conditions.</a:t>
            </a:r>
          </a:p>
          <a:p>
            <a:r>
              <a:rPr lang="en-US" sz="1800" dirty="0"/>
              <a:t>La combinaison de tous ces éléments permet de rendre l'objectif cohérent, plus facile à partager et à maintenir.</a:t>
            </a:r>
          </a:p>
        </p:txBody>
      </p:sp>
      <p:grpSp>
        <p:nvGrpSpPr>
          <p:cNvPr id="4" name="Groupe 3">
            <a:extLst>
              <a:ext uri="{FF2B5EF4-FFF2-40B4-BE49-F238E27FC236}">
                <a16:creationId xmlns:a16="http://schemas.microsoft.com/office/drawing/2014/main" id="{E79764DF-D8D2-49F0-9CAD-6CA6B4F19715}"/>
              </a:ext>
            </a:extLst>
          </p:cNvPr>
          <p:cNvGrpSpPr/>
          <p:nvPr/>
        </p:nvGrpSpPr>
        <p:grpSpPr>
          <a:xfrm>
            <a:off x="5591945" y="1959737"/>
            <a:ext cx="6600055" cy="3089275"/>
            <a:chOff x="463550" y="1420160"/>
            <a:chExt cx="11264900" cy="5272740"/>
          </a:xfrm>
        </p:grpSpPr>
        <p:sp>
          <p:nvSpPr>
            <p:cNvPr id="5" name="Trapèze 4">
              <a:extLst>
                <a:ext uri="{FF2B5EF4-FFF2-40B4-BE49-F238E27FC236}">
                  <a16:creationId xmlns:a16="http://schemas.microsoft.com/office/drawing/2014/main" id="{2A9B9D3A-4FEF-4E18-BB40-0CCC15C1AE3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CAUSE</a:t>
              </a:r>
            </a:p>
          </p:txBody>
        </p:sp>
        <p:sp>
          <p:nvSpPr>
            <p:cNvPr id="6" name="Triangle isocèle 5">
              <a:extLst>
                <a:ext uri="{FF2B5EF4-FFF2-40B4-BE49-F238E27FC236}">
                  <a16:creationId xmlns:a16="http://schemas.microsoft.com/office/drawing/2014/main" id="{EBC15E9F-C3B4-4B3E-AC3A-12D333D8F354}"/>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GRAND BUT</a:t>
              </a:r>
            </a:p>
            <a:p>
              <a:pPr algn="ctr"/>
              <a:endParaRPr lang="en-US"/>
            </a:p>
          </p:txBody>
        </p:sp>
        <p:grpSp>
          <p:nvGrpSpPr>
            <p:cNvPr id="7" name="Groupe 6">
              <a:extLst>
                <a:ext uri="{FF2B5EF4-FFF2-40B4-BE49-F238E27FC236}">
                  <a16:creationId xmlns:a16="http://schemas.microsoft.com/office/drawing/2014/main" id="{106386FC-02C0-46B1-9DED-937EBD45862E}"/>
                </a:ext>
              </a:extLst>
            </p:cNvPr>
            <p:cNvGrpSpPr/>
            <p:nvPr/>
          </p:nvGrpSpPr>
          <p:grpSpPr>
            <a:xfrm>
              <a:off x="1527175" y="3040767"/>
              <a:ext cx="9137650" cy="1969383"/>
              <a:chOff x="1644650" y="3040767"/>
              <a:chExt cx="9137650" cy="1907219"/>
            </a:xfrm>
          </p:grpSpPr>
          <p:sp>
            <p:nvSpPr>
              <p:cNvPr id="10" name="Trapèze 9">
                <a:extLst>
                  <a:ext uri="{FF2B5EF4-FFF2-40B4-BE49-F238E27FC236}">
                    <a16:creationId xmlns:a16="http://schemas.microsoft.com/office/drawing/2014/main" id="{695F4170-66C7-443B-B47D-6E9790727F8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MAUVAIS SOUVENIRS</a:t>
                </a:r>
                <a:endParaRPr lang="en-US" sz="1100" dirty="0"/>
              </a:p>
            </p:txBody>
          </p:sp>
          <p:sp>
            <p:nvSpPr>
              <p:cNvPr id="11" name="Trapèze 10">
                <a:extLst>
                  <a:ext uri="{FF2B5EF4-FFF2-40B4-BE49-F238E27FC236}">
                    <a16:creationId xmlns:a16="http://schemas.microsoft.com/office/drawing/2014/main" id="{4A2476DE-003C-4786-BB78-2FC21BFFC572}"/>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a:t>HISTOIRES FICTIVES ERRONÉES - RISQUES</a:t>
                </a:r>
              </a:p>
            </p:txBody>
          </p:sp>
          <p:sp>
            <p:nvSpPr>
              <p:cNvPr id="12" name="Trapèze 11">
                <a:extLst>
                  <a:ext uri="{FF2B5EF4-FFF2-40B4-BE49-F238E27FC236}">
                    <a16:creationId xmlns:a16="http://schemas.microsoft.com/office/drawing/2014/main" id="{8E935927-DF05-413B-9159-8687B0F31A10}"/>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BONS SOUVENIRS</a:t>
                </a:r>
                <a:endParaRPr lang="en-US" sz="1100" dirty="0"/>
              </a:p>
            </p:txBody>
          </p:sp>
          <p:sp>
            <p:nvSpPr>
              <p:cNvPr id="13" name="Trapèze 12">
                <a:extLst>
                  <a:ext uri="{FF2B5EF4-FFF2-40B4-BE49-F238E27FC236}">
                    <a16:creationId xmlns:a16="http://schemas.microsoft.com/office/drawing/2014/main" id="{BEB05664-B4AE-4F7A-8FEA-F9FFED8F31FB}"/>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IDÉALES</a:t>
                </a:r>
              </a:p>
            </p:txBody>
          </p:sp>
        </p:grpSp>
        <p:sp>
          <p:nvSpPr>
            <p:cNvPr id="8" name="Triangle isocèle 7">
              <a:extLst>
                <a:ext uri="{FF2B5EF4-FFF2-40B4-BE49-F238E27FC236}">
                  <a16:creationId xmlns:a16="http://schemas.microsoft.com/office/drawing/2014/main" id="{849A6BA4-E164-44B7-BA5C-B2A97E52B334}"/>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8">
              <a:extLst>
                <a:ext uri="{FF2B5EF4-FFF2-40B4-BE49-F238E27FC236}">
                  <a16:creationId xmlns:a16="http://schemas.microsoft.com/office/drawing/2014/main" id="{CF4E118F-233F-41A2-9D1E-FC55EC7BD249}"/>
                </a:ext>
              </a:extLst>
            </p:cNvPr>
            <p:cNvSpPr txBox="1"/>
            <p:nvPr/>
          </p:nvSpPr>
          <p:spPr>
            <a:xfrm>
              <a:off x="4952497" y="3044170"/>
              <a:ext cx="2287008" cy="525310"/>
            </a:xfrm>
            <a:prstGeom prst="rect">
              <a:avLst/>
            </a:prstGeom>
            <a:noFill/>
          </p:spPr>
          <p:txBody>
            <a:bodyPr wrap="square">
              <a:spAutoFit/>
            </a:bodyPr>
            <a:lstStyle/>
            <a:p>
              <a:pPr algn="ctr"/>
              <a:r>
                <a:rPr lang="en-US" sz="1400" b="1"/>
                <a:t>CONDITIONS</a:t>
              </a:r>
            </a:p>
          </p:txBody>
        </p:sp>
      </p:grpSp>
    </p:spTree>
    <p:extLst>
      <p:ext uri="{BB962C8B-B14F-4D97-AF65-F5344CB8AC3E}">
        <p14:creationId xmlns:p14="http://schemas.microsoft.com/office/powerpoint/2010/main" val="1494323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600" dirty="0"/>
              <a:t>POURQUOI ? </a:t>
            </a:r>
            <a:r>
              <a:rPr lang="en-US" sz="3600" dirty="0" err="1"/>
              <a:t>Pyramide</a:t>
            </a:r>
            <a:r>
              <a:rPr lang="en-US" sz="3600" dirty="0"/>
              <a:t> du </a:t>
            </a:r>
            <a:r>
              <a:rPr lang="en-US" sz="3600" dirty="0" err="1"/>
              <a:t>sens</a:t>
            </a:r>
            <a:r>
              <a:rPr lang="en-US" sz="3600" dirty="0"/>
              <a:t> d’un projet / produit</a:t>
            </a:r>
            <a:br>
              <a:rPr lang="en-US" sz="3600" dirty="0"/>
            </a:br>
            <a:r>
              <a:rPr lang="en-US" sz="3600" dirty="0"/>
              <a:t>Version visuelle de l'atelier</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63550" y="1220135"/>
            <a:ext cx="11264900" cy="5272740"/>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r>
                <a:rPr lang="en-US" sz="1200"/>
                <a:t>Description générale du projet / motivation du produit</a:t>
              </a:r>
            </a:p>
            <a:p>
              <a:pPr algn="ctr"/>
              <a:r>
                <a:rPr lang="en-US" sz="1200"/>
                <a:t>État du monde actuel</a:t>
              </a:r>
            </a:p>
            <a:p>
              <a:pPr algn="ctr"/>
              <a:r>
                <a:rPr lang="en-US" sz="1200"/>
                <a:t>Image globale</a:t>
              </a:r>
            </a:p>
            <a:p>
              <a:pPr algn="ctr"/>
              <a:r>
                <a:rPr lang="en-US" sz="1200"/>
                <a:t>Mot clé</a:t>
              </a:r>
              <a:endParaRPr lang="en-US"/>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GRAND BUT</a:t>
              </a:r>
            </a:p>
            <a:p>
              <a:pPr algn="ctr"/>
              <a:endParaRPr lang="en-US" sz="1400" b="1" dirty="0"/>
            </a:p>
            <a:p>
              <a:pPr algn="ctr"/>
              <a:r>
                <a:rPr lang="en-US" sz="1400" dirty="0" err="1"/>
                <a:t>Facilement</a:t>
              </a:r>
              <a:r>
                <a:rPr lang="en-US" sz="1400" dirty="0"/>
                <a:t> </a:t>
              </a:r>
              <a:r>
                <a:rPr lang="en-US" sz="1400" dirty="0" err="1"/>
                <a:t>compréhensible</a:t>
              </a:r>
              <a:r>
                <a:rPr lang="en-US" sz="1400" dirty="0"/>
                <a:t>, </a:t>
              </a:r>
              <a:r>
                <a:rPr lang="en-US" sz="1400" dirty="0" err="1"/>
                <a:t>mesurable</a:t>
              </a:r>
              <a:r>
                <a:rPr lang="en-US" sz="1400" dirty="0"/>
                <a:t> et </a:t>
              </a:r>
              <a:r>
                <a:rPr lang="en-US" sz="1400" dirty="0" err="1"/>
                <a:t>rattachable</a:t>
              </a:r>
              <a:r>
                <a:rPr lang="en-US" sz="1400" dirty="0"/>
                <a:t> à des actions.</a:t>
              </a:r>
            </a:p>
            <a:p>
              <a:pPr algn="ctr"/>
              <a:endParaRPr lang="en-US" sz="1400" dirty="0"/>
            </a:p>
            <a:p>
              <a:pPr algn="ctr"/>
              <a:endParaRPr lang="en-US" sz="1400" dirty="0"/>
            </a:p>
            <a:p>
              <a:pPr algn="ctr"/>
              <a:endParaRPr lang="en-US" sz="1400" dirty="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MAUVAIS SOUVENIRS</a:t>
                </a:r>
              </a:p>
              <a:p>
                <a:pPr algn="ctr"/>
                <a:r>
                  <a:rPr lang="en-US" sz="1100" dirty="0"/>
                  <a:t>Des situations </a:t>
                </a:r>
                <a:r>
                  <a:rPr lang="en-US" sz="1100" dirty="0" err="1"/>
                  <a:t>passées</a:t>
                </a:r>
                <a:r>
                  <a:rPr lang="en-US" sz="1100" dirty="0"/>
                  <a:t> </a:t>
                </a:r>
                <a:r>
                  <a:rPr lang="en-US" sz="1100" dirty="0" err="1"/>
                  <a:t>ou</a:t>
                </a:r>
                <a:r>
                  <a:rPr lang="en-US" sz="1100" dirty="0"/>
                  <a:t> </a:t>
                </a:r>
                <a:r>
                  <a:rPr lang="en-US" sz="1100" dirty="0" err="1"/>
                  <a:t>existantes</a:t>
                </a:r>
                <a:r>
                  <a:rPr lang="en-US" sz="1100" dirty="0"/>
                  <a:t> </a:t>
                </a:r>
                <a:r>
                  <a:rPr lang="en-US" sz="1100" dirty="0" err="1"/>
                  <a:t>dont</a:t>
                </a:r>
                <a:r>
                  <a:rPr lang="en-US" sz="1100" dirty="0"/>
                  <a:t> nous ne </a:t>
                </a:r>
                <a:r>
                  <a:rPr lang="en-US" sz="1100" dirty="0" err="1"/>
                  <a:t>voulons</a:t>
                </a:r>
                <a:r>
                  <a:rPr lang="en-US" sz="1100" dirty="0"/>
                  <a:t> plus jamais </a:t>
                </a:r>
                <a:r>
                  <a:rPr lang="en-US" sz="1100" dirty="0" err="1"/>
                  <a:t>être</a:t>
                </a:r>
                <a:r>
                  <a:rPr lang="en-US" sz="1100" dirty="0"/>
                  <a:t> </a:t>
                </a:r>
                <a:r>
                  <a:rPr lang="en-US" sz="1100" dirty="0" err="1"/>
                  <a:t>témoins</a:t>
                </a:r>
                <a:r>
                  <a:rPr lang="en-US" sz="1100" dirty="0"/>
                  <a:t>.</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FICTIVES ERRONÉES - RISQUES</a:t>
                </a:r>
              </a:p>
              <a:p>
                <a:pPr algn="ctr"/>
                <a:r>
                  <a:rPr lang="en-US" sz="1100" dirty="0"/>
                  <a:t>Les situations fictives que nous voulons éviter</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BONS SOUVENIRS</a:t>
                </a:r>
              </a:p>
              <a:p>
                <a:pPr algn="ctr"/>
                <a:r>
                  <a:rPr lang="en-US" sz="1100"/>
                  <a:t>Des situations passées ou existantes dont nous voulons être témoins à nouveau</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HISTOIRES IDÉALES</a:t>
                </a:r>
              </a:p>
              <a:p>
                <a:pPr algn="ctr"/>
                <a:r>
                  <a:rPr lang="en-US" sz="1100"/>
                  <a:t>Situations fictives que nous voulons créer</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584775"/>
            </a:xfrm>
            <a:prstGeom prst="rect">
              <a:avLst/>
            </a:prstGeom>
            <a:noFill/>
          </p:spPr>
          <p:txBody>
            <a:bodyPr wrap="square">
              <a:spAutoFit/>
            </a:bodyPr>
            <a:lstStyle/>
            <a:p>
              <a:pPr algn="ctr"/>
              <a:r>
                <a:rPr lang="en-US" sz="1200" b="1" dirty="0"/>
                <a:t>CONDITIONS</a:t>
              </a:r>
            </a:p>
            <a:p>
              <a:pPr algn="ctr"/>
              <a:r>
                <a:rPr lang="en-US" sz="1000" dirty="0"/>
                <a:t>Les conditions dans </a:t>
              </a:r>
              <a:r>
                <a:rPr lang="en-US" sz="1000" dirty="0" err="1"/>
                <a:t>lesquelles</a:t>
              </a:r>
              <a:r>
                <a:rPr lang="en-US" sz="1000" dirty="0"/>
                <a:t> nous </a:t>
              </a:r>
              <a:r>
                <a:rPr lang="en-US" sz="1000" dirty="0" err="1"/>
                <a:t>voulons</a:t>
              </a:r>
              <a:r>
                <a:rPr lang="en-US" sz="1000" dirty="0"/>
                <a:t> </a:t>
              </a:r>
              <a:r>
                <a:rPr lang="en-US" sz="1000" dirty="0" err="1"/>
                <a:t>atteindre</a:t>
              </a:r>
              <a:r>
                <a:rPr lang="en-US" sz="1000" dirty="0"/>
                <a:t> </a:t>
              </a:r>
              <a:r>
                <a:rPr lang="en-US" sz="1000" dirty="0" err="1"/>
                <a:t>notre</a:t>
              </a:r>
              <a:r>
                <a:rPr lang="en-US" sz="1000" dirty="0"/>
                <a:t> </a:t>
              </a:r>
              <a:r>
                <a:rPr lang="en-US" sz="1000" dirty="0" err="1"/>
                <a:t>objectif</a:t>
              </a:r>
              <a:endParaRPr lang="en-US" sz="1000" dirty="0"/>
            </a:p>
          </p:txBody>
        </p:sp>
      </p:grpSp>
    </p:spTree>
    <p:extLst>
      <p:ext uri="{BB962C8B-B14F-4D97-AF65-F5344CB8AC3E}">
        <p14:creationId xmlns:p14="http://schemas.microsoft.com/office/powerpoint/2010/main" val="1170425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200" dirty="0"/>
              <a:t>POURQUOI ? </a:t>
            </a:r>
            <a:r>
              <a:rPr lang="en-US" sz="3200" dirty="0" err="1"/>
              <a:t>Pyramide</a:t>
            </a:r>
            <a:r>
              <a:rPr lang="en-US" sz="3200" dirty="0"/>
              <a:t> du </a:t>
            </a:r>
            <a:r>
              <a:rPr lang="en-US" sz="3200" dirty="0" err="1"/>
              <a:t>sens</a:t>
            </a:r>
            <a:r>
              <a:rPr lang="en-US" sz="3200" dirty="0"/>
              <a:t> d’un </a:t>
            </a:r>
            <a:r>
              <a:rPr lang="en-US" sz="3200" dirty="0" err="1"/>
              <a:t>projet</a:t>
            </a:r>
            <a:r>
              <a:rPr lang="en-US" sz="3200" dirty="0"/>
              <a:t> / produit</a:t>
            </a:r>
            <a:br>
              <a:rPr lang="en-US" sz="3200" dirty="0"/>
            </a:br>
            <a:r>
              <a:rPr lang="en-US" sz="3200" dirty="0"/>
              <a:t>Version visuelle de l'atelier : exemple de résultats</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63550" y="1220135"/>
            <a:ext cx="11264900" cy="5272740"/>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GRAND BUT</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LES MAUVAIS SOUVENIRS POUR ÉVITER QU'ILS NE SE REPRODUISENT</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FICTIVES ERRONÉES - RISQUES</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DE BONS SOUVENIRS À RECRÉER</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HISTOIRES IDÉALES</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5" name="Rectangle 14">
            <a:extLst>
              <a:ext uri="{FF2B5EF4-FFF2-40B4-BE49-F238E27FC236}">
                <a16:creationId xmlns:a16="http://schemas.microsoft.com/office/drawing/2014/main" id="{931ED3A0-3A92-4E8E-89BD-2F150AD7B50C}"/>
              </a:ext>
            </a:extLst>
          </p:cNvPr>
          <p:cNvSpPr/>
          <p:nvPr/>
        </p:nvSpPr>
        <p:spPr>
          <a:xfrm>
            <a:off x="5586100" y="1816447"/>
            <a:ext cx="912354"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Former 1000 </a:t>
            </a:r>
            <a:r>
              <a:rPr lang="en-US" sz="1100" dirty="0" err="1">
                <a:solidFill>
                  <a:schemeClr val="tx1"/>
                </a:solidFill>
              </a:rPr>
              <a:t>facilitateurs</a:t>
            </a:r>
            <a:r>
              <a:rPr lang="en-US" sz="1100" dirty="0">
                <a:solidFill>
                  <a:schemeClr val="tx1"/>
                </a:solidFill>
              </a:rPr>
              <a:t> </a:t>
            </a:r>
            <a:r>
              <a:rPr lang="en-US" sz="1100" dirty="0" err="1">
                <a:solidFill>
                  <a:schemeClr val="tx1"/>
                </a:solidFill>
              </a:rPr>
              <a:t>certifiés</a:t>
            </a:r>
            <a:r>
              <a:rPr lang="en-US" sz="1100" dirty="0">
                <a:solidFill>
                  <a:schemeClr val="tx1"/>
                </a:solidFill>
              </a:rPr>
              <a:t> </a:t>
            </a:r>
            <a:r>
              <a:rPr lang="en-US" sz="1100" dirty="0" err="1">
                <a:solidFill>
                  <a:schemeClr val="tx1"/>
                </a:solidFill>
              </a:rPr>
              <a:t>d'ici</a:t>
            </a:r>
            <a:r>
              <a:rPr lang="en-US" sz="1100" dirty="0">
                <a:solidFill>
                  <a:schemeClr val="tx1"/>
                </a:solidFill>
              </a:rPr>
              <a:t> 202x</a:t>
            </a:r>
          </a:p>
        </p:txBody>
      </p:sp>
      <p:sp>
        <p:nvSpPr>
          <p:cNvPr id="28" name="Rectangle 27">
            <a:extLst>
              <a:ext uri="{FF2B5EF4-FFF2-40B4-BE49-F238E27FC236}">
                <a16:creationId xmlns:a16="http://schemas.microsoft.com/office/drawing/2014/main" id="{CBB1940F-0E89-4402-9806-4C947E946E25}"/>
              </a:ext>
            </a:extLst>
          </p:cNvPr>
          <p:cNvSpPr/>
          <p:nvPr/>
        </p:nvSpPr>
        <p:spPr>
          <a:xfrm>
            <a:off x="6673401" y="409554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Animateurs </a:t>
            </a:r>
            <a:r>
              <a:rPr lang="en-US" sz="900" dirty="0" err="1">
                <a:solidFill>
                  <a:schemeClr val="tx1"/>
                </a:solidFill>
              </a:rPr>
              <a:t>spontanés</a:t>
            </a:r>
            <a:r>
              <a:rPr lang="en-US" sz="900" dirty="0">
                <a:solidFill>
                  <a:schemeClr val="tx1"/>
                </a:solidFill>
              </a:rPr>
              <a:t> </a:t>
            </a:r>
            <a:r>
              <a:rPr lang="en-US" sz="900" dirty="0" err="1">
                <a:solidFill>
                  <a:schemeClr val="tx1"/>
                </a:solidFill>
              </a:rPr>
              <a:t>lors</a:t>
            </a:r>
            <a:r>
              <a:rPr lang="en-US" sz="900" dirty="0">
                <a:solidFill>
                  <a:schemeClr val="tx1"/>
                </a:solidFill>
              </a:rPr>
              <a:t> </a:t>
            </a:r>
            <a:r>
              <a:rPr lang="en-US" sz="900" dirty="0" err="1">
                <a:solidFill>
                  <a:schemeClr val="tx1"/>
                </a:solidFill>
              </a:rPr>
              <a:t>d'événements</a:t>
            </a:r>
            <a:r>
              <a:rPr lang="en-US" sz="900" dirty="0">
                <a:solidFill>
                  <a:schemeClr val="tx1"/>
                </a:solidFill>
              </a:rPr>
              <a:t> </a:t>
            </a:r>
            <a:r>
              <a:rPr lang="en-US" sz="900" dirty="0" err="1">
                <a:solidFill>
                  <a:schemeClr val="tx1"/>
                </a:solidFill>
              </a:rPr>
              <a:t>d'entreprise</a:t>
            </a:r>
            <a:r>
              <a:rPr lang="en-US" sz="900" dirty="0">
                <a:solidFill>
                  <a:schemeClr val="tx1"/>
                </a:solidFill>
              </a:rPr>
              <a:t> </a:t>
            </a:r>
            <a:r>
              <a:rPr lang="en-US" sz="900" dirty="0" err="1">
                <a:solidFill>
                  <a:schemeClr val="tx1"/>
                </a:solidFill>
              </a:rPr>
              <a:t>en</a:t>
            </a:r>
            <a:r>
              <a:rPr lang="en-US" sz="900" dirty="0">
                <a:solidFill>
                  <a:schemeClr val="tx1"/>
                </a:solidFill>
              </a:rPr>
              <a:t> 201x</a:t>
            </a:r>
          </a:p>
        </p:txBody>
      </p:sp>
      <p:sp>
        <p:nvSpPr>
          <p:cNvPr id="29" name="Rectangle 28">
            <a:extLst>
              <a:ext uri="{FF2B5EF4-FFF2-40B4-BE49-F238E27FC236}">
                <a16:creationId xmlns:a16="http://schemas.microsoft.com/office/drawing/2014/main" id="{67D74174-932B-4B33-8C34-BE9AA86A7D9E}"/>
              </a:ext>
            </a:extLst>
          </p:cNvPr>
          <p:cNvSpPr/>
          <p:nvPr/>
        </p:nvSpPr>
        <p:spPr>
          <a:xfrm>
            <a:off x="7863348" y="409554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Manager ABC </a:t>
            </a:r>
            <a:r>
              <a:rPr lang="en-US" sz="800" dirty="0" err="1">
                <a:solidFill>
                  <a:schemeClr val="tx1"/>
                </a:solidFill>
              </a:rPr>
              <a:t>partageant</a:t>
            </a:r>
            <a:r>
              <a:rPr lang="en-US" sz="800" dirty="0">
                <a:solidFill>
                  <a:schemeClr val="tx1"/>
                </a:solidFill>
              </a:rPr>
              <a:t> </a:t>
            </a:r>
            <a:r>
              <a:rPr lang="en-US" sz="800" dirty="0" err="1">
                <a:solidFill>
                  <a:schemeClr val="tx1"/>
                </a:solidFill>
              </a:rPr>
              <a:t>ses</a:t>
            </a:r>
            <a:r>
              <a:rPr lang="en-US" sz="800" dirty="0">
                <a:solidFill>
                  <a:schemeClr val="tx1"/>
                </a:solidFill>
              </a:rPr>
              <a:t> </a:t>
            </a:r>
            <a:r>
              <a:rPr lang="en-US" sz="800" dirty="0" err="1">
                <a:solidFill>
                  <a:schemeClr val="tx1"/>
                </a:solidFill>
              </a:rPr>
              <a:t>compétences</a:t>
            </a:r>
            <a:r>
              <a:rPr lang="en-US" sz="800" dirty="0">
                <a:solidFill>
                  <a:schemeClr val="tx1"/>
                </a:solidFill>
              </a:rPr>
              <a:t> </a:t>
            </a:r>
            <a:r>
              <a:rPr lang="en-US" sz="800" dirty="0" err="1">
                <a:solidFill>
                  <a:schemeClr val="tx1"/>
                </a:solidFill>
              </a:rPr>
              <a:t>en</a:t>
            </a:r>
            <a:r>
              <a:rPr lang="en-US" sz="800" dirty="0">
                <a:solidFill>
                  <a:schemeClr val="tx1"/>
                </a:solidFill>
              </a:rPr>
              <a:t> matière de facilitation avec </a:t>
            </a:r>
            <a:r>
              <a:rPr lang="en-US" sz="800" dirty="0" err="1">
                <a:solidFill>
                  <a:schemeClr val="tx1"/>
                </a:solidFill>
              </a:rPr>
              <a:t>ses</a:t>
            </a:r>
            <a:r>
              <a:rPr lang="en-US" sz="800" dirty="0">
                <a:solidFill>
                  <a:schemeClr val="tx1"/>
                </a:solidFill>
              </a:rPr>
              <a:t> pairs</a:t>
            </a:r>
          </a:p>
        </p:txBody>
      </p:sp>
      <p:sp>
        <p:nvSpPr>
          <p:cNvPr id="30" name="Rectangle 29">
            <a:extLst>
              <a:ext uri="{FF2B5EF4-FFF2-40B4-BE49-F238E27FC236}">
                <a16:creationId xmlns:a16="http://schemas.microsoft.com/office/drawing/2014/main" id="{BA6503F8-DAA3-42FD-A7B0-B777EB79B58A}"/>
              </a:ext>
            </a:extLst>
          </p:cNvPr>
          <p:cNvSpPr/>
          <p:nvPr/>
        </p:nvSpPr>
        <p:spPr>
          <a:xfrm>
            <a:off x="9053295" y="409554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Documentation </a:t>
            </a:r>
            <a:r>
              <a:rPr lang="en-US" sz="900" dirty="0" err="1">
                <a:solidFill>
                  <a:schemeClr val="tx1"/>
                </a:solidFill>
              </a:rPr>
              <a:t>partagée</a:t>
            </a:r>
            <a:r>
              <a:rPr lang="en-US" sz="900" dirty="0">
                <a:solidFill>
                  <a:schemeClr val="tx1"/>
                </a:solidFill>
              </a:rPr>
              <a:t> sur les "</a:t>
            </a:r>
            <a:r>
              <a:rPr lang="en-US" sz="900" dirty="0" err="1">
                <a:solidFill>
                  <a:schemeClr val="tx1"/>
                </a:solidFill>
              </a:rPr>
              <a:t>meilleures</a:t>
            </a:r>
            <a:r>
              <a:rPr lang="en-US" sz="900" dirty="0">
                <a:solidFill>
                  <a:schemeClr val="tx1"/>
                </a:solidFill>
              </a:rPr>
              <a:t> pratiques de </a:t>
            </a:r>
            <a:r>
              <a:rPr lang="en-US" sz="900" dirty="0" err="1">
                <a:solidFill>
                  <a:schemeClr val="tx1"/>
                </a:solidFill>
              </a:rPr>
              <a:t>réunion</a:t>
            </a:r>
            <a:r>
              <a:rPr lang="en-US" sz="900" dirty="0">
                <a:solidFill>
                  <a:schemeClr val="tx1"/>
                </a:solidFill>
              </a:rPr>
              <a:t>".</a:t>
            </a:r>
          </a:p>
        </p:txBody>
      </p:sp>
      <p:sp>
        <p:nvSpPr>
          <p:cNvPr id="34" name="Rectangle 33">
            <a:extLst>
              <a:ext uri="{FF2B5EF4-FFF2-40B4-BE49-F238E27FC236}">
                <a16:creationId xmlns:a16="http://schemas.microsoft.com/office/drawing/2014/main" id="{E44D38C6-FBBC-4DF7-9F62-A1F30B410673}"/>
              </a:ext>
            </a:extLst>
          </p:cNvPr>
          <p:cNvSpPr/>
          <p:nvPr/>
        </p:nvSpPr>
        <p:spPr>
          <a:xfrm>
            <a:off x="3577702" y="5235151"/>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Intelligence collective</a:t>
            </a:r>
          </a:p>
        </p:txBody>
      </p:sp>
      <p:sp>
        <p:nvSpPr>
          <p:cNvPr id="35" name="Rectangle 34">
            <a:extLst>
              <a:ext uri="{FF2B5EF4-FFF2-40B4-BE49-F238E27FC236}">
                <a16:creationId xmlns:a16="http://schemas.microsoft.com/office/drawing/2014/main" id="{F9B632FC-22D0-48C9-ABCB-B775849179BA}"/>
              </a:ext>
            </a:extLst>
          </p:cNvPr>
          <p:cNvSpPr/>
          <p:nvPr/>
        </p:nvSpPr>
        <p:spPr>
          <a:xfrm>
            <a:off x="5315018" y="5251968"/>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Autonomisation</a:t>
            </a:r>
          </a:p>
        </p:txBody>
      </p:sp>
      <p:sp>
        <p:nvSpPr>
          <p:cNvPr id="36" name="Rectangle 35">
            <a:extLst>
              <a:ext uri="{FF2B5EF4-FFF2-40B4-BE49-F238E27FC236}">
                <a16:creationId xmlns:a16="http://schemas.microsoft.com/office/drawing/2014/main" id="{4FF508ED-1802-40CA-9D67-BB9767775C0C}"/>
              </a:ext>
            </a:extLst>
          </p:cNvPr>
          <p:cNvSpPr/>
          <p:nvPr/>
        </p:nvSpPr>
        <p:spPr>
          <a:xfrm>
            <a:off x="7028508" y="5251968"/>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Facilitation</a:t>
            </a:r>
          </a:p>
        </p:txBody>
      </p:sp>
      <p:sp>
        <p:nvSpPr>
          <p:cNvPr id="37" name="Titre 1">
            <a:extLst>
              <a:ext uri="{FF2B5EF4-FFF2-40B4-BE49-F238E27FC236}">
                <a16:creationId xmlns:a16="http://schemas.microsoft.com/office/drawing/2014/main" id="{59140D95-A43B-4263-B551-DD98CAA4AFFA}"/>
              </a:ext>
            </a:extLst>
          </p:cNvPr>
          <p:cNvSpPr txBox="1">
            <a:spLocks/>
          </p:cNvSpPr>
          <p:nvPr/>
        </p:nvSpPr>
        <p:spPr>
          <a:xfrm>
            <a:off x="70354" y="1409335"/>
            <a:ext cx="1928603" cy="143140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Exemple avec le </a:t>
            </a:r>
            <a:r>
              <a:rPr lang="en-US" sz="1800" b="1" dirty="0"/>
              <a:t>projet de lancement d'une communauté de facilitation</a:t>
            </a:r>
          </a:p>
        </p:txBody>
      </p:sp>
      <p:sp>
        <p:nvSpPr>
          <p:cNvPr id="41" name="Rectangle 40">
            <a:extLst>
              <a:ext uri="{FF2B5EF4-FFF2-40B4-BE49-F238E27FC236}">
                <a16:creationId xmlns:a16="http://schemas.microsoft.com/office/drawing/2014/main" id="{2FB037F4-EB3E-4E62-8889-F3A58A7C9334}"/>
              </a:ext>
            </a:extLst>
          </p:cNvPr>
          <p:cNvSpPr/>
          <p:nvPr/>
        </p:nvSpPr>
        <p:spPr>
          <a:xfrm>
            <a:off x="5409326" y="3076868"/>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tx1"/>
                </a:solidFill>
              </a:rPr>
              <a:t>Aussi</a:t>
            </a:r>
            <a:r>
              <a:rPr lang="en-US" sz="1050" dirty="0">
                <a:solidFill>
                  <a:schemeClr val="tx1"/>
                </a:solidFill>
              </a:rPr>
              <a:t> </a:t>
            </a:r>
            <a:r>
              <a:rPr lang="en-US" sz="1050" dirty="0" err="1">
                <a:solidFill>
                  <a:schemeClr val="tx1"/>
                </a:solidFill>
              </a:rPr>
              <a:t>écologique</a:t>
            </a:r>
            <a:r>
              <a:rPr lang="en-US" sz="1050" dirty="0">
                <a:solidFill>
                  <a:schemeClr val="tx1"/>
                </a:solidFill>
              </a:rPr>
              <a:t> que possible</a:t>
            </a:r>
          </a:p>
        </p:txBody>
      </p:sp>
      <p:sp>
        <p:nvSpPr>
          <p:cNvPr id="42" name="Rectangle 41">
            <a:extLst>
              <a:ext uri="{FF2B5EF4-FFF2-40B4-BE49-F238E27FC236}">
                <a16:creationId xmlns:a16="http://schemas.microsoft.com/office/drawing/2014/main" id="{326E550F-74C8-4805-9768-68069607E52F}"/>
              </a:ext>
            </a:extLst>
          </p:cNvPr>
          <p:cNvSpPr/>
          <p:nvPr/>
        </p:nvSpPr>
        <p:spPr>
          <a:xfrm>
            <a:off x="5679979" y="3764591"/>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Utilisation</a:t>
            </a:r>
            <a:r>
              <a:rPr lang="en-US" sz="900" dirty="0">
                <a:solidFill>
                  <a:schemeClr val="tx1"/>
                </a:solidFill>
              </a:rPr>
              <a:t> des </a:t>
            </a:r>
            <a:r>
              <a:rPr lang="en-US" sz="900" dirty="0" err="1">
                <a:solidFill>
                  <a:schemeClr val="tx1"/>
                </a:solidFill>
              </a:rPr>
              <a:t>outils</a:t>
            </a:r>
            <a:r>
              <a:rPr lang="en-US" sz="900" dirty="0">
                <a:solidFill>
                  <a:schemeClr val="tx1"/>
                </a:solidFill>
              </a:rPr>
              <a:t> </a:t>
            </a:r>
            <a:r>
              <a:rPr lang="en-US" sz="900" dirty="0" err="1">
                <a:solidFill>
                  <a:schemeClr val="tx1"/>
                </a:solidFill>
              </a:rPr>
              <a:t>français</a:t>
            </a:r>
            <a:r>
              <a:rPr lang="en-US" sz="900" dirty="0">
                <a:solidFill>
                  <a:schemeClr val="tx1"/>
                </a:solidFill>
              </a:rPr>
              <a:t> </a:t>
            </a:r>
            <a:r>
              <a:rPr lang="en-US" sz="900" dirty="0" err="1">
                <a:solidFill>
                  <a:schemeClr val="tx1"/>
                </a:solidFill>
              </a:rPr>
              <a:t>uniquement</a:t>
            </a:r>
            <a:endParaRPr lang="en-US" sz="900" dirty="0">
              <a:solidFill>
                <a:schemeClr val="tx1"/>
              </a:solidFill>
            </a:endParaRPr>
          </a:p>
        </p:txBody>
      </p:sp>
      <p:sp>
        <p:nvSpPr>
          <p:cNvPr id="43" name="Rectangle 42">
            <a:extLst>
              <a:ext uri="{FF2B5EF4-FFF2-40B4-BE49-F238E27FC236}">
                <a16:creationId xmlns:a16="http://schemas.microsoft.com/office/drawing/2014/main" id="{85CE9BC5-E6C8-4FE1-A874-45B2A994EB0E}"/>
              </a:ext>
            </a:extLst>
          </p:cNvPr>
          <p:cNvSpPr/>
          <p:nvPr/>
        </p:nvSpPr>
        <p:spPr>
          <a:xfrm>
            <a:off x="2043198" y="414821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Séminaire</a:t>
            </a:r>
            <a:r>
              <a:rPr lang="en-US" sz="900" dirty="0">
                <a:solidFill>
                  <a:schemeClr val="tx1"/>
                </a:solidFill>
              </a:rPr>
              <a:t> </a:t>
            </a:r>
            <a:r>
              <a:rPr lang="en-US" sz="900" dirty="0" err="1">
                <a:solidFill>
                  <a:schemeClr val="tx1"/>
                </a:solidFill>
              </a:rPr>
              <a:t>d'entreprise</a:t>
            </a:r>
            <a:r>
              <a:rPr lang="en-US" sz="900" dirty="0">
                <a:solidFill>
                  <a:schemeClr val="tx1"/>
                </a:solidFill>
              </a:rPr>
              <a:t> </a:t>
            </a:r>
            <a:r>
              <a:rPr lang="en-US" sz="900" dirty="0" err="1">
                <a:solidFill>
                  <a:schemeClr val="tx1"/>
                </a:solidFill>
              </a:rPr>
              <a:t>devenu</a:t>
            </a:r>
            <a:r>
              <a:rPr lang="en-US" sz="900" dirty="0">
                <a:solidFill>
                  <a:schemeClr val="tx1"/>
                </a:solidFill>
              </a:rPr>
              <a:t> </a:t>
            </a:r>
            <a:r>
              <a:rPr lang="en-US" sz="900" dirty="0" err="1">
                <a:solidFill>
                  <a:schemeClr val="tx1"/>
                </a:solidFill>
              </a:rPr>
              <a:t>improductif</a:t>
            </a:r>
            <a:r>
              <a:rPr lang="en-US" sz="900" dirty="0">
                <a:solidFill>
                  <a:schemeClr val="tx1"/>
                </a:solidFill>
              </a:rPr>
              <a:t> </a:t>
            </a:r>
            <a:r>
              <a:rPr lang="en-US" sz="900" dirty="0" err="1">
                <a:solidFill>
                  <a:schemeClr val="tx1"/>
                </a:solidFill>
              </a:rPr>
              <a:t>en</a:t>
            </a:r>
            <a:r>
              <a:rPr lang="en-US" sz="900" dirty="0">
                <a:solidFill>
                  <a:schemeClr val="tx1"/>
                </a:solidFill>
              </a:rPr>
              <a:t> 202x</a:t>
            </a:r>
          </a:p>
        </p:txBody>
      </p:sp>
      <p:sp>
        <p:nvSpPr>
          <p:cNvPr id="44" name="Rectangle 43">
            <a:extLst>
              <a:ext uri="{FF2B5EF4-FFF2-40B4-BE49-F238E27FC236}">
                <a16:creationId xmlns:a16="http://schemas.microsoft.com/office/drawing/2014/main" id="{271544CF-27B6-49ED-B757-486D558A6BD9}"/>
              </a:ext>
            </a:extLst>
          </p:cNvPr>
          <p:cNvSpPr/>
          <p:nvPr/>
        </p:nvSpPr>
        <p:spPr>
          <a:xfrm>
            <a:off x="3219609" y="4148218"/>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15 </a:t>
            </a:r>
            <a:r>
              <a:rPr lang="en-US" sz="800" dirty="0" err="1">
                <a:solidFill>
                  <a:schemeClr val="tx1"/>
                </a:solidFill>
              </a:rPr>
              <a:t>réunions</a:t>
            </a:r>
            <a:r>
              <a:rPr lang="en-US" sz="800" dirty="0">
                <a:solidFill>
                  <a:schemeClr val="tx1"/>
                </a:solidFill>
              </a:rPr>
              <a:t> pour le </a:t>
            </a:r>
            <a:r>
              <a:rPr lang="en-US" sz="800" dirty="0" err="1">
                <a:solidFill>
                  <a:schemeClr val="tx1"/>
                </a:solidFill>
              </a:rPr>
              <a:t>sujet</a:t>
            </a:r>
            <a:r>
              <a:rPr lang="en-US" sz="800" dirty="0">
                <a:solidFill>
                  <a:schemeClr val="tx1"/>
                </a:solidFill>
              </a:rPr>
              <a:t> XYZ </a:t>
            </a:r>
            <a:r>
              <a:rPr lang="en-US" sz="800" dirty="0" err="1">
                <a:solidFill>
                  <a:schemeClr val="tx1"/>
                </a:solidFill>
              </a:rPr>
              <a:t>parce</a:t>
            </a:r>
            <a:r>
              <a:rPr lang="en-US" sz="800" dirty="0">
                <a:solidFill>
                  <a:schemeClr val="tx1"/>
                </a:solidFill>
              </a:rPr>
              <a:t> que les participants ne </a:t>
            </a:r>
            <a:r>
              <a:rPr lang="en-US" sz="800" dirty="0" err="1">
                <a:solidFill>
                  <a:schemeClr val="tx1"/>
                </a:solidFill>
              </a:rPr>
              <a:t>pouvaient</a:t>
            </a:r>
            <a:r>
              <a:rPr lang="en-US" sz="800" dirty="0">
                <a:solidFill>
                  <a:schemeClr val="tx1"/>
                </a:solidFill>
              </a:rPr>
              <a:t> pas </a:t>
            </a:r>
            <a:r>
              <a:rPr lang="en-US" sz="800" dirty="0" err="1">
                <a:solidFill>
                  <a:schemeClr val="tx1"/>
                </a:solidFill>
              </a:rPr>
              <a:t>parler</a:t>
            </a:r>
            <a:endParaRPr lang="en-US" sz="800" dirty="0">
              <a:solidFill>
                <a:schemeClr val="tx1"/>
              </a:solidFill>
            </a:endParaRPr>
          </a:p>
        </p:txBody>
      </p:sp>
      <p:sp>
        <p:nvSpPr>
          <p:cNvPr id="45" name="Rectangle 44">
            <a:extLst>
              <a:ext uri="{FF2B5EF4-FFF2-40B4-BE49-F238E27FC236}">
                <a16:creationId xmlns:a16="http://schemas.microsoft.com/office/drawing/2014/main" id="{D43A0727-9E23-429C-92B1-B12657F0FB77}"/>
              </a:ext>
            </a:extLst>
          </p:cNvPr>
          <p:cNvSpPr/>
          <p:nvPr/>
        </p:nvSpPr>
        <p:spPr>
          <a:xfrm>
            <a:off x="4409556" y="414821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Stagiaires chargés d'animer sans formation</a:t>
            </a:r>
          </a:p>
        </p:txBody>
      </p:sp>
      <p:sp>
        <p:nvSpPr>
          <p:cNvPr id="46" name="Rectangle 45">
            <a:extLst>
              <a:ext uri="{FF2B5EF4-FFF2-40B4-BE49-F238E27FC236}">
                <a16:creationId xmlns:a16="http://schemas.microsoft.com/office/drawing/2014/main" id="{25ADDED6-A855-462A-8F8D-69EA2075746D}"/>
              </a:ext>
            </a:extLst>
          </p:cNvPr>
          <p:cNvSpPr/>
          <p:nvPr/>
        </p:nvSpPr>
        <p:spPr>
          <a:xfrm>
            <a:off x="7940975" y="322897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tx1"/>
                </a:solidFill>
              </a:rPr>
              <a:t>Chaque</a:t>
            </a:r>
            <a:r>
              <a:rPr lang="en-US" sz="800" dirty="0">
                <a:solidFill>
                  <a:schemeClr val="tx1"/>
                </a:solidFill>
              </a:rPr>
              <a:t> </a:t>
            </a:r>
            <a:r>
              <a:rPr lang="en-US" sz="800" dirty="0" err="1">
                <a:solidFill>
                  <a:schemeClr val="tx1"/>
                </a:solidFill>
              </a:rPr>
              <a:t>nouvel</a:t>
            </a:r>
            <a:r>
              <a:rPr lang="en-US" sz="800" dirty="0">
                <a:solidFill>
                  <a:schemeClr val="tx1"/>
                </a:solidFill>
              </a:rPr>
              <a:t> </a:t>
            </a:r>
            <a:r>
              <a:rPr lang="en-US" sz="800" dirty="0" err="1">
                <a:solidFill>
                  <a:schemeClr val="tx1"/>
                </a:solidFill>
              </a:rPr>
              <a:t>arrivant</a:t>
            </a:r>
            <a:r>
              <a:rPr lang="en-US" sz="800" dirty="0">
                <a:solidFill>
                  <a:schemeClr val="tx1"/>
                </a:solidFill>
              </a:rPr>
              <a:t> dans </a:t>
            </a:r>
            <a:r>
              <a:rPr lang="en-US" sz="800" dirty="0" err="1">
                <a:solidFill>
                  <a:schemeClr val="tx1"/>
                </a:solidFill>
              </a:rPr>
              <a:t>l'entreprise</a:t>
            </a:r>
            <a:r>
              <a:rPr lang="en-US" sz="800" dirty="0">
                <a:solidFill>
                  <a:schemeClr val="tx1"/>
                </a:solidFill>
              </a:rPr>
              <a:t> </a:t>
            </a:r>
            <a:r>
              <a:rPr lang="en-US" sz="800" dirty="0" err="1">
                <a:solidFill>
                  <a:schemeClr val="tx1"/>
                </a:solidFill>
              </a:rPr>
              <a:t>bénéficie</a:t>
            </a:r>
            <a:r>
              <a:rPr lang="en-US" sz="800" dirty="0">
                <a:solidFill>
                  <a:schemeClr val="tx1"/>
                </a:solidFill>
              </a:rPr>
              <a:t> </a:t>
            </a:r>
            <a:r>
              <a:rPr lang="en-US" sz="800" dirty="0" err="1">
                <a:solidFill>
                  <a:schemeClr val="tx1"/>
                </a:solidFill>
              </a:rPr>
              <a:t>d'une</a:t>
            </a:r>
            <a:r>
              <a:rPr lang="en-US" sz="800" dirty="0">
                <a:solidFill>
                  <a:schemeClr val="tx1"/>
                </a:solidFill>
              </a:rPr>
              <a:t> mini formation à la facilitation.</a:t>
            </a:r>
          </a:p>
        </p:txBody>
      </p:sp>
      <p:sp>
        <p:nvSpPr>
          <p:cNvPr id="47" name="Rectangle 46">
            <a:extLst>
              <a:ext uri="{FF2B5EF4-FFF2-40B4-BE49-F238E27FC236}">
                <a16:creationId xmlns:a16="http://schemas.microsoft.com/office/drawing/2014/main" id="{8BEB797D-1D73-407C-AD48-9DE77FAA1522}"/>
              </a:ext>
            </a:extLst>
          </p:cNvPr>
          <p:cNvSpPr/>
          <p:nvPr/>
        </p:nvSpPr>
        <p:spPr>
          <a:xfrm>
            <a:off x="3125597" y="321226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Les gens </a:t>
            </a:r>
            <a:r>
              <a:rPr lang="en-US" sz="800" dirty="0" err="1">
                <a:solidFill>
                  <a:schemeClr val="tx1"/>
                </a:solidFill>
              </a:rPr>
              <a:t>considèrent</a:t>
            </a:r>
            <a:r>
              <a:rPr lang="en-US" sz="800" dirty="0">
                <a:solidFill>
                  <a:schemeClr val="tx1"/>
                </a:solidFill>
              </a:rPr>
              <a:t> la facilitation </a:t>
            </a:r>
            <a:r>
              <a:rPr lang="en-US" sz="800" dirty="0" err="1">
                <a:solidFill>
                  <a:schemeClr val="tx1"/>
                </a:solidFill>
              </a:rPr>
              <a:t>comme</a:t>
            </a:r>
            <a:r>
              <a:rPr lang="en-US" sz="800" dirty="0">
                <a:solidFill>
                  <a:schemeClr val="tx1"/>
                </a:solidFill>
              </a:rPr>
              <a:t> </a:t>
            </a:r>
            <a:r>
              <a:rPr lang="en-US" sz="800" dirty="0" err="1">
                <a:solidFill>
                  <a:schemeClr val="tx1"/>
                </a:solidFill>
              </a:rPr>
              <a:t>une</a:t>
            </a:r>
            <a:r>
              <a:rPr lang="en-US" sz="800" dirty="0">
                <a:solidFill>
                  <a:schemeClr val="tx1"/>
                </a:solidFill>
              </a:rPr>
              <a:t> </a:t>
            </a:r>
            <a:r>
              <a:rPr lang="en-US" sz="800" dirty="0" err="1">
                <a:solidFill>
                  <a:schemeClr val="tx1"/>
                </a:solidFill>
              </a:rPr>
              <a:t>compétence</a:t>
            </a:r>
            <a:r>
              <a:rPr lang="en-US" sz="800" dirty="0">
                <a:solidFill>
                  <a:schemeClr val="tx1"/>
                </a:solidFill>
              </a:rPr>
              <a:t> de divertissement sans </a:t>
            </a:r>
            <a:r>
              <a:rPr lang="en-US" sz="800" dirty="0" err="1">
                <a:solidFill>
                  <a:schemeClr val="tx1"/>
                </a:solidFill>
              </a:rPr>
              <a:t>valeur</a:t>
            </a:r>
            <a:r>
              <a:rPr lang="en-US" sz="800" dirty="0">
                <a:solidFill>
                  <a:schemeClr val="tx1"/>
                </a:solidFill>
              </a:rPr>
              <a:t> </a:t>
            </a:r>
            <a:r>
              <a:rPr lang="en-US" sz="800" dirty="0" err="1">
                <a:solidFill>
                  <a:schemeClr val="tx1"/>
                </a:solidFill>
              </a:rPr>
              <a:t>réelle</a:t>
            </a:r>
            <a:r>
              <a:rPr lang="en-US" sz="800" dirty="0">
                <a:solidFill>
                  <a:schemeClr val="tx1"/>
                </a:solidFill>
              </a:rPr>
              <a:t>.</a:t>
            </a:r>
          </a:p>
        </p:txBody>
      </p:sp>
      <p:pic>
        <p:nvPicPr>
          <p:cNvPr id="4" name="Immagine 3" descr="Immagine che contiene interni, persona, circondato, folla&#10;&#10;Descrizione generata automaticamente">
            <a:extLst>
              <a:ext uri="{FF2B5EF4-FFF2-40B4-BE49-F238E27FC236}">
                <a16:creationId xmlns:a16="http://schemas.microsoft.com/office/drawing/2014/main" id="{FB82FF41-C971-B54D-A60E-6C641D9A35E6}"/>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162906" y="2734604"/>
            <a:ext cx="1617368" cy="993902"/>
          </a:xfrm>
          <a:prstGeom prst="rect">
            <a:avLst/>
          </a:prstGeom>
        </p:spPr>
      </p:pic>
    </p:spTree>
    <p:extLst>
      <p:ext uri="{BB962C8B-B14F-4D97-AF65-F5344CB8AC3E}">
        <p14:creationId xmlns:p14="http://schemas.microsoft.com/office/powerpoint/2010/main" val="3732627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200" dirty="0"/>
              <a:t>POURQUOI ? </a:t>
            </a:r>
            <a:r>
              <a:rPr lang="en-US" sz="3200" dirty="0" err="1"/>
              <a:t>Pyramide</a:t>
            </a:r>
            <a:r>
              <a:rPr lang="en-US" sz="3200" dirty="0"/>
              <a:t> du </a:t>
            </a:r>
            <a:r>
              <a:rPr lang="en-US" sz="3200" dirty="0" err="1"/>
              <a:t>sens</a:t>
            </a:r>
            <a:r>
              <a:rPr lang="en-US" sz="3200" dirty="0"/>
              <a:t> d’un </a:t>
            </a:r>
            <a:r>
              <a:rPr lang="en-US" sz="3200" dirty="0" err="1"/>
              <a:t>projet</a:t>
            </a:r>
            <a:r>
              <a:rPr lang="en-US" sz="3200" dirty="0"/>
              <a:t> / produit</a:t>
            </a:r>
            <a:br>
              <a:rPr lang="en-US" sz="3200" dirty="0"/>
            </a:br>
            <a:r>
              <a:rPr lang="en-US" sz="3200" dirty="0"/>
              <a:t>Version visuelle de l'atelier : exemple de résultats</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59464" y="1220135"/>
            <a:ext cx="11264900" cy="5272740"/>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GRAND BUT</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LES MAUVAIS SOUVENIRS POUR ÉVITER QU'ILS NE SE REPRODUISENT</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FICTIVES ERRONÉES - RISQUES</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DE BONS SOUVENIRS À RECRÉER</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HISTOIRES IDÉALES</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5" name="Rectangle 14">
            <a:extLst>
              <a:ext uri="{FF2B5EF4-FFF2-40B4-BE49-F238E27FC236}">
                <a16:creationId xmlns:a16="http://schemas.microsoft.com/office/drawing/2014/main" id="{931ED3A0-3A92-4E8E-89BD-2F150AD7B50C}"/>
              </a:ext>
            </a:extLst>
          </p:cNvPr>
          <p:cNvSpPr/>
          <p:nvPr/>
        </p:nvSpPr>
        <p:spPr>
          <a:xfrm>
            <a:off x="5153130" y="1816447"/>
            <a:ext cx="1670158"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50% du trafic aérien mondial en 2050 sera effectué avec notre avion</a:t>
            </a:r>
          </a:p>
        </p:txBody>
      </p:sp>
      <p:sp>
        <p:nvSpPr>
          <p:cNvPr id="28" name="Rectangle 27">
            <a:extLst>
              <a:ext uri="{FF2B5EF4-FFF2-40B4-BE49-F238E27FC236}">
                <a16:creationId xmlns:a16="http://schemas.microsoft.com/office/drawing/2014/main" id="{CBB1940F-0E89-4402-9806-4C947E946E25}"/>
              </a:ext>
            </a:extLst>
          </p:cNvPr>
          <p:cNvSpPr/>
          <p:nvPr/>
        </p:nvSpPr>
        <p:spPr>
          <a:xfrm>
            <a:off x="6669315" y="409554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Films sur l'industrie aéronautique</a:t>
            </a:r>
          </a:p>
        </p:txBody>
      </p:sp>
      <p:sp>
        <p:nvSpPr>
          <p:cNvPr id="29" name="Rectangle 28">
            <a:extLst>
              <a:ext uri="{FF2B5EF4-FFF2-40B4-BE49-F238E27FC236}">
                <a16:creationId xmlns:a16="http://schemas.microsoft.com/office/drawing/2014/main" id="{67D74174-932B-4B33-8C34-BE9AA86A7D9E}"/>
              </a:ext>
            </a:extLst>
          </p:cNvPr>
          <p:cNvSpPr/>
          <p:nvPr/>
        </p:nvSpPr>
        <p:spPr>
          <a:xfrm>
            <a:off x="7859262" y="409554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 personnes travaillant avec passion depuis des années </a:t>
            </a:r>
          </a:p>
        </p:txBody>
      </p:sp>
      <p:sp>
        <p:nvSpPr>
          <p:cNvPr id="34" name="Rectangle 33">
            <a:extLst>
              <a:ext uri="{FF2B5EF4-FFF2-40B4-BE49-F238E27FC236}">
                <a16:creationId xmlns:a16="http://schemas.microsoft.com/office/drawing/2014/main" id="{E44D38C6-FBBC-4DF7-9F62-A1F30B410673}"/>
              </a:ext>
            </a:extLst>
          </p:cNvPr>
          <p:cNvSpPr/>
          <p:nvPr/>
        </p:nvSpPr>
        <p:spPr>
          <a:xfrm>
            <a:off x="3573616" y="5235151"/>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Citoyenneté mondiale</a:t>
            </a:r>
          </a:p>
        </p:txBody>
      </p:sp>
      <p:sp>
        <p:nvSpPr>
          <p:cNvPr id="35" name="Rectangle 34">
            <a:extLst>
              <a:ext uri="{FF2B5EF4-FFF2-40B4-BE49-F238E27FC236}">
                <a16:creationId xmlns:a16="http://schemas.microsoft.com/office/drawing/2014/main" id="{F9B632FC-22D0-48C9-ABCB-B775849179BA}"/>
              </a:ext>
            </a:extLst>
          </p:cNvPr>
          <p:cNvSpPr/>
          <p:nvPr/>
        </p:nvSpPr>
        <p:spPr>
          <a:xfrm>
            <a:off x="5310932" y="5251968"/>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Innovation</a:t>
            </a:r>
          </a:p>
        </p:txBody>
      </p:sp>
      <p:sp>
        <p:nvSpPr>
          <p:cNvPr id="36" name="Rectangle 35">
            <a:extLst>
              <a:ext uri="{FF2B5EF4-FFF2-40B4-BE49-F238E27FC236}">
                <a16:creationId xmlns:a16="http://schemas.microsoft.com/office/drawing/2014/main" id="{4FF508ED-1802-40CA-9D67-BB9767775C0C}"/>
              </a:ext>
            </a:extLst>
          </p:cNvPr>
          <p:cNvSpPr/>
          <p:nvPr/>
        </p:nvSpPr>
        <p:spPr>
          <a:xfrm>
            <a:off x="7024422" y="5251968"/>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Transport durable</a:t>
            </a:r>
          </a:p>
        </p:txBody>
      </p:sp>
      <p:sp>
        <p:nvSpPr>
          <p:cNvPr id="37" name="Titre 1">
            <a:extLst>
              <a:ext uri="{FF2B5EF4-FFF2-40B4-BE49-F238E27FC236}">
                <a16:creationId xmlns:a16="http://schemas.microsoft.com/office/drawing/2014/main" id="{59140D95-A43B-4263-B551-DD98CAA4AFFA}"/>
              </a:ext>
            </a:extLst>
          </p:cNvPr>
          <p:cNvSpPr txBox="1">
            <a:spLocks/>
          </p:cNvSpPr>
          <p:nvPr/>
        </p:nvSpPr>
        <p:spPr>
          <a:xfrm>
            <a:off x="0" y="1453641"/>
            <a:ext cx="1928603" cy="143140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t>Exemple avec le </a:t>
            </a:r>
            <a:r>
              <a:rPr lang="en-US" sz="1600" b="1" dirty="0"/>
              <a:t>produit : un nouveau type d'avion entièrement électrique</a:t>
            </a:r>
          </a:p>
        </p:txBody>
      </p:sp>
      <p:sp>
        <p:nvSpPr>
          <p:cNvPr id="41" name="Rectangle 40">
            <a:extLst>
              <a:ext uri="{FF2B5EF4-FFF2-40B4-BE49-F238E27FC236}">
                <a16:creationId xmlns:a16="http://schemas.microsoft.com/office/drawing/2014/main" id="{2FB037F4-EB3E-4E62-8889-F3A58A7C9334}"/>
              </a:ext>
            </a:extLst>
          </p:cNvPr>
          <p:cNvSpPr/>
          <p:nvPr/>
        </p:nvSpPr>
        <p:spPr>
          <a:xfrm>
            <a:off x="5335960" y="3076868"/>
            <a:ext cx="1469785"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Coopération internationale entre pays égaux</a:t>
            </a:r>
          </a:p>
        </p:txBody>
      </p:sp>
      <p:sp>
        <p:nvSpPr>
          <p:cNvPr id="43" name="Rectangle 42">
            <a:extLst>
              <a:ext uri="{FF2B5EF4-FFF2-40B4-BE49-F238E27FC236}">
                <a16:creationId xmlns:a16="http://schemas.microsoft.com/office/drawing/2014/main" id="{85CE9BC5-E6C8-4FE1-A874-45B2A994EB0E}"/>
              </a:ext>
            </a:extLst>
          </p:cNvPr>
          <p:cNvSpPr/>
          <p:nvPr/>
        </p:nvSpPr>
        <p:spPr>
          <a:xfrm>
            <a:off x="2039112" y="414821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Accident du Concorde</a:t>
            </a:r>
          </a:p>
        </p:txBody>
      </p:sp>
      <p:sp>
        <p:nvSpPr>
          <p:cNvPr id="44" name="Rectangle 43">
            <a:extLst>
              <a:ext uri="{FF2B5EF4-FFF2-40B4-BE49-F238E27FC236}">
                <a16:creationId xmlns:a16="http://schemas.microsoft.com/office/drawing/2014/main" id="{271544CF-27B6-49ED-B757-486D558A6BD9}"/>
              </a:ext>
            </a:extLst>
          </p:cNvPr>
          <p:cNvSpPr/>
          <p:nvPr/>
        </p:nvSpPr>
        <p:spPr>
          <a:xfrm>
            <a:off x="3215523" y="4148218"/>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Piste d'atterrissage trop serrée, rendant l'atterrissage trop difficile</a:t>
            </a:r>
          </a:p>
        </p:txBody>
      </p:sp>
      <p:sp>
        <p:nvSpPr>
          <p:cNvPr id="45" name="Rectangle 44">
            <a:extLst>
              <a:ext uri="{FF2B5EF4-FFF2-40B4-BE49-F238E27FC236}">
                <a16:creationId xmlns:a16="http://schemas.microsoft.com/office/drawing/2014/main" id="{D43A0727-9E23-429C-92B1-B12657F0FB77}"/>
              </a:ext>
            </a:extLst>
          </p:cNvPr>
          <p:cNvSpPr/>
          <p:nvPr/>
        </p:nvSpPr>
        <p:spPr>
          <a:xfrm>
            <a:off x="4405470" y="414821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 billets super chers lors du lancement de nouveaux plans</a:t>
            </a:r>
          </a:p>
        </p:txBody>
      </p:sp>
      <p:sp>
        <p:nvSpPr>
          <p:cNvPr id="46" name="Rectangle 45">
            <a:extLst>
              <a:ext uri="{FF2B5EF4-FFF2-40B4-BE49-F238E27FC236}">
                <a16:creationId xmlns:a16="http://schemas.microsoft.com/office/drawing/2014/main" id="{25ADDED6-A855-462A-8F8D-69EA2075746D}"/>
              </a:ext>
            </a:extLst>
          </p:cNvPr>
          <p:cNvSpPr/>
          <p:nvPr/>
        </p:nvSpPr>
        <p:spPr>
          <a:xfrm>
            <a:off x="7936889" y="322897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Soutien des gouvernements du G20 dans le monde</a:t>
            </a:r>
          </a:p>
        </p:txBody>
      </p:sp>
      <p:sp>
        <p:nvSpPr>
          <p:cNvPr id="47" name="Rectangle 46">
            <a:extLst>
              <a:ext uri="{FF2B5EF4-FFF2-40B4-BE49-F238E27FC236}">
                <a16:creationId xmlns:a16="http://schemas.microsoft.com/office/drawing/2014/main" id="{8BEB797D-1D73-407C-AD48-9DE77FAA1522}"/>
              </a:ext>
            </a:extLst>
          </p:cNvPr>
          <p:cNvSpPr/>
          <p:nvPr/>
        </p:nvSpPr>
        <p:spPr>
          <a:xfrm>
            <a:off x="3121511" y="321226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Un avion est piraté ou transformé en drone terroriste</a:t>
            </a:r>
          </a:p>
        </p:txBody>
      </p:sp>
      <p:pic>
        <p:nvPicPr>
          <p:cNvPr id="4" name="Immagine 3">
            <a:extLst>
              <a:ext uri="{FF2B5EF4-FFF2-40B4-BE49-F238E27FC236}">
                <a16:creationId xmlns:a16="http://schemas.microsoft.com/office/drawing/2014/main" id="{7FF09E1B-A3C0-7255-DAC3-5CA201609524}"/>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149932" y="2731741"/>
            <a:ext cx="1547392" cy="690254"/>
          </a:xfrm>
          <a:prstGeom prst="rect">
            <a:avLst/>
          </a:prstGeom>
        </p:spPr>
      </p:pic>
    </p:spTree>
    <p:extLst>
      <p:ext uri="{BB962C8B-B14F-4D97-AF65-F5344CB8AC3E}">
        <p14:creationId xmlns:p14="http://schemas.microsoft.com/office/powerpoint/2010/main" val="3274939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normAutofit/>
          </a:bodyPr>
          <a:lstStyle/>
          <a:p>
            <a:r>
              <a:rPr lang="en-US" sz="4400" dirty="0"/>
              <a:t>POURQUOI NOUS</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err="1"/>
              <a:t>Canevas</a:t>
            </a:r>
            <a:r>
              <a:rPr lang="en-US" dirty="0"/>
              <a:t> de la Maison de la contribution</a:t>
            </a:r>
          </a:p>
        </p:txBody>
      </p:sp>
      <p:grpSp>
        <p:nvGrpSpPr>
          <p:cNvPr id="2" name="Groupe 172">
            <a:extLst>
              <a:ext uri="{FF2B5EF4-FFF2-40B4-BE49-F238E27FC236}">
                <a16:creationId xmlns:a16="http://schemas.microsoft.com/office/drawing/2014/main" id="{8C8D7319-D3C4-B6D5-DA46-FF37AEF52A0A}"/>
              </a:ext>
            </a:extLst>
          </p:cNvPr>
          <p:cNvGrpSpPr/>
          <p:nvPr/>
        </p:nvGrpSpPr>
        <p:grpSpPr>
          <a:xfrm>
            <a:off x="5012598" y="2258569"/>
            <a:ext cx="5899953" cy="2199338"/>
            <a:chOff x="7527020" y="2036345"/>
            <a:chExt cx="3826780" cy="1426517"/>
          </a:xfrm>
        </p:grpSpPr>
        <p:grpSp>
          <p:nvGrpSpPr>
            <p:cNvPr id="3" name="Groupe 32">
              <a:extLst>
                <a:ext uri="{FF2B5EF4-FFF2-40B4-BE49-F238E27FC236}">
                  <a16:creationId xmlns:a16="http://schemas.microsoft.com/office/drawing/2014/main" id="{26173285-3B7B-4DEE-7E0A-77D9960A5FFB}"/>
                </a:ext>
              </a:extLst>
            </p:cNvPr>
            <p:cNvGrpSpPr/>
            <p:nvPr/>
          </p:nvGrpSpPr>
          <p:grpSpPr>
            <a:xfrm>
              <a:off x="10055197" y="2036345"/>
              <a:ext cx="1298603" cy="1298603"/>
              <a:chOff x="9835911" y="2807662"/>
              <a:chExt cx="1796250" cy="1796250"/>
            </a:xfrm>
          </p:grpSpPr>
          <p:pic>
            <p:nvPicPr>
              <p:cNvPr id="26" name="Graphique 49" descr="Cathédrale avec un remplissage uni">
                <a:extLst>
                  <a:ext uri="{FF2B5EF4-FFF2-40B4-BE49-F238E27FC236}">
                    <a16:creationId xmlns:a16="http://schemas.microsoft.com/office/drawing/2014/main" id="{7717D674-7112-6E44-A301-A72EA032EAA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27" name="Rectangle 50">
                <a:extLst>
                  <a:ext uri="{FF2B5EF4-FFF2-40B4-BE49-F238E27FC236}">
                    <a16:creationId xmlns:a16="http://schemas.microsoft.com/office/drawing/2014/main" id="{A7F7A339-BB9F-3302-FC23-6260C9302BC7}"/>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51">
                <a:extLst>
                  <a:ext uri="{FF2B5EF4-FFF2-40B4-BE49-F238E27FC236}">
                    <a16:creationId xmlns:a16="http://schemas.microsoft.com/office/drawing/2014/main" id="{263E98CA-9268-2CF0-FA68-E0AF1436277A}"/>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52">
                <a:extLst>
                  <a:ext uri="{FF2B5EF4-FFF2-40B4-BE49-F238E27FC236}">
                    <a16:creationId xmlns:a16="http://schemas.microsoft.com/office/drawing/2014/main" id="{E22B315B-3E9B-0F78-5A64-91CB2DD4C63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53">
                <a:extLst>
                  <a:ext uri="{FF2B5EF4-FFF2-40B4-BE49-F238E27FC236}">
                    <a16:creationId xmlns:a16="http://schemas.microsoft.com/office/drawing/2014/main" id="{4B14F707-031A-BCA3-0C7F-08F7253E5F1C}"/>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54">
                <a:extLst>
                  <a:ext uri="{FF2B5EF4-FFF2-40B4-BE49-F238E27FC236}">
                    <a16:creationId xmlns:a16="http://schemas.microsoft.com/office/drawing/2014/main" id="{3697455E-3D34-313D-F547-A3BD58F0611B}"/>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55">
                <a:extLst>
                  <a:ext uri="{FF2B5EF4-FFF2-40B4-BE49-F238E27FC236}">
                    <a16:creationId xmlns:a16="http://schemas.microsoft.com/office/drawing/2014/main" id="{BCB4168D-939B-9FDE-8C20-E39977A6E26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56">
                <a:extLst>
                  <a:ext uri="{FF2B5EF4-FFF2-40B4-BE49-F238E27FC236}">
                    <a16:creationId xmlns:a16="http://schemas.microsoft.com/office/drawing/2014/main" id="{129B043C-C6BF-8FFD-80B4-A9B0D417221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57">
                <a:extLst>
                  <a:ext uri="{FF2B5EF4-FFF2-40B4-BE49-F238E27FC236}">
                    <a16:creationId xmlns:a16="http://schemas.microsoft.com/office/drawing/2014/main" id="{45A585C0-B2F2-4EBF-08E3-6A55AD5291A6}"/>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58">
                <a:extLst>
                  <a:ext uri="{FF2B5EF4-FFF2-40B4-BE49-F238E27FC236}">
                    <a16:creationId xmlns:a16="http://schemas.microsoft.com/office/drawing/2014/main" id="{1C149126-E054-3927-3877-DEB74F8E38E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59">
                <a:extLst>
                  <a:ext uri="{FF2B5EF4-FFF2-40B4-BE49-F238E27FC236}">
                    <a16:creationId xmlns:a16="http://schemas.microsoft.com/office/drawing/2014/main" id="{8FF0009B-9CAC-6C84-F0DF-918621A1B65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60">
                <a:extLst>
                  <a:ext uri="{FF2B5EF4-FFF2-40B4-BE49-F238E27FC236}">
                    <a16:creationId xmlns:a16="http://schemas.microsoft.com/office/drawing/2014/main" id="{1B6F5F73-B84B-68D2-024B-A84FCCB4B096}"/>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61">
                <a:extLst>
                  <a:ext uri="{FF2B5EF4-FFF2-40B4-BE49-F238E27FC236}">
                    <a16:creationId xmlns:a16="http://schemas.microsoft.com/office/drawing/2014/main" id="{611ED5FF-F6B6-DBC9-251D-4803EBD3106C}"/>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62">
                <a:extLst>
                  <a:ext uri="{FF2B5EF4-FFF2-40B4-BE49-F238E27FC236}">
                    <a16:creationId xmlns:a16="http://schemas.microsoft.com/office/drawing/2014/main" id="{8D9832EF-F6EB-1223-6F83-67614415A95D}"/>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63">
                <a:extLst>
                  <a:ext uri="{FF2B5EF4-FFF2-40B4-BE49-F238E27FC236}">
                    <a16:creationId xmlns:a16="http://schemas.microsoft.com/office/drawing/2014/main" id="{50953B15-FE0F-294F-38B5-3653CAA18301}"/>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64">
                <a:extLst>
                  <a:ext uri="{FF2B5EF4-FFF2-40B4-BE49-F238E27FC236}">
                    <a16:creationId xmlns:a16="http://schemas.microsoft.com/office/drawing/2014/main" id="{DC8AF928-49AA-CC64-295C-7BC256A66CF8}"/>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65">
                <a:extLst>
                  <a:ext uri="{FF2B5EF4-FFF2-40B4-BE49-F238E27FC236}">
                    <a16:creationId xmlns:a16="http://schemas.microsoft.com/office/drawing/2014/main" id="{419EED47-F4C9-C350-4132-B571D7472060}"/>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66">
                <a:extLst>
                  <a:ext uri="{FF2B5EF4-FFF2-40B4-BE49-F238E27FC236}">
                    <a16:creationId xmlns:a16="http://schemas.microsoft.com/office/drawing/2014/main" id="{D389E251-F102-4B5B-0186-516F4405FB21}"/>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67">
                <a:extLst>
                  <a:ext uri="{FF2B5EF4-FFF2-40B4-BE49-F238E27FC236}">
                    <a16:creationId xmlns:a16="http://schemas.microsoft.com/office/drawing/2014/main" id="{009D2842-71B8-3A42-6F4B-4755ABEE26E7}"/>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68">
                <a:extLst>
                  <a:ext uri="{FF2B5EF4-FFF2-40B4-BE49-F238E27FC236}">
                    <a16:creationId xmlns:a16="http://schemas.microsoft.com/office/drawing/2014/main" id="{D078DC8C-DCF1-067E-8622-E1D9A819285A}"/>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69">
                <a:extLst>
                  <a:ext uri="{FF2B5EF4-FFF2-40B4-BE49-F238E27FC236}">
                    <a16:creationId xmlns:a16="http://schemas.microsoft.com/office/drawing/2014/main" id="{194FB932-A879-C8EB-3ED1-017E7B45C78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70">
                <a:extLst>
                  <a:ext uri="{FF2B5EF4-FFF2-40B4-BE49-F238E27FC236}">
                    <a16:creationId xmlns:a16="http://schemas.microsoft.com/office/drawing/2014/main" id="{5E5279FE-28A5-3B00-9AAF-76A2FDE2EC35}"/>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71">
                <a:extLst>
                  <a:ext uri="{FF2B5EF4-FFF2-40B4-BE49-F238E27FC236}">
                    <a16:creationId xmlns:a16="http://schemas.microsoft.com/office/drawing/2014/main" id="{7243D008-97F5-4385-76A2-FC0AA84CF44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72">
                <a:extLst>
                  <a:ext uri="{FF2B5EF4-FFF2-40B4-BE49-F238E27FC236}">
                    <a16:creationId xmlns:a16="http://schemas.microsoft.com/office/drawing/2014/main" id="{94B2E234-7A1E-718F-27BA-A5408C7DD4AB}"/>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73">
                <a:extLst>
                  <a:ext uri="{FF2B5EF4-FFF2-40B4-BE49-F238E27FC236}">
                    <a16:creationId xmlns:a16="http://schemas.microsoft.com/office/drawing/2014/main" id="{93D29FED-A007-7BD9-7EB9-3C7C3A99F404}"/>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74">
                <a:extLst>
                  <a:ext uri="{FF2B5EF4-FFF2-40B4-BE49-F238E27FC236}">
                    <a16:creationId xmlns:a16="http://schemas.microsoft.com/office/drawing/2014/main" id="{86CD6219-4823-CF70-0BB2-BF99CAAE454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75">
                <a:extLst>
                  <a:ext uri="{FF2B5EF4-FFF2-40B4-BE49-F238E27FC236}">
                    <a16:creationId xmlns:a16="http://schemas.microsoft.com/office/drawing/2014/main" id="{A2D4DE19-22E0-CCDF-3ED5-43C360B5BB6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76">
                <a:extLst>
                  <a:ext uri="{FF2B5EF4-FFF2-40B4-BE49-F238E27FC236}">
                    <a16:creationId xmlns:a16="http://schemas.microsoft.com/office/drawing/2014/main" id="{A2C58F33-504A-14C0-B319-7FE09FAB0061}"/>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77">
                <a:extLst>
                  <a:ext uri="{FF2B5EF4-FFF2-40B4-BE49-F238E27FC236}">
                    <a16:creationId xmlns:a16="http://schemas.microsoft.com/office/drawing/2014/main" id="{984B5115-DE0D-A591-FA78-5554B3D5EE46}"/>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78">
                <a:extLst>
                  <a:ext uri="{FF2B5EF4-FFF2-40B4-BE49-F238E27FC236}">
                    <a16:creationId xmlns:a16="http://schemas.microsoft.com/office/drawing/2014/main" id="{4419A511-BAFB-F31D-5076-E53FE04BA2BE}"/>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79">
                <a:extLst>
                  <a:ext uri="{FF2B5EF4-FFF2-40B4-BE49-F238E27FC236}">
                    <a16:creationId xmlns:a16="http://schemas.microsoft.com/office/drawing/2014/main" id="{5113CA54-B204-B704-BCDB-868E12DF0B78}"/>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80">
                <a:extLst>
                  <a:ext uri="{FF2B5EF4-FFF2-40B4-BE49-F238E27FC236}">
                    <a16:creationId xmlns:a16="http://schemas.microsoft.com/office/drawing/2014/main" id="{3E0F9245-F8A6-3EE5-7F08-84F856767F2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81">
                <a:extLst>
                  <a:ext uri="{FF2B5EF4-FFF2-40B4-BE49-F238E27FC236}">
                    <a16:creationId xmlns:a16="http://schemas.microsoft.com/office/drawing/2014/main" id="{1D5969BD-7AB7-DBEB-E694-1E21C84063C9}"/>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82">
                <a:extLst>
                  <a:ext uri="{FF2B5EF4-FFF2-40B4-BE49-F238E27FC236}">
                    <a16:creationId xmlns:a16="http://schemas.microsoft.com/office/drawing/2014/main" id="{645AEC29-64EB-4391-C915-CBFD48A29A62}"/>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83">
                <a:extLst>
                  <a:ext uri="{FF2B5EF4-FFF2-40B4-BE49-F238E27FC236}">
                    <a16:creationId xmlns:a16="http://schemas.microsoft.com/office/drawing/2014/main" id="{95F5226D-85B5-6AA8-1BDB-32BED219F4D6}"/>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84">
                <a:extLst>
                  <a:ext uri="{FF2B5EF4-FFF2-40B4-BE49-F238E27FC236}">
                    <a16:creationId xmlns:a16="http://schemas.microsoft.com/office/drawing/2014/main" id="{CD8B7E76-0426-9289-A183-C8AC983989EF}"/>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85">
                <a:extLst>
                  <a:ext uri="{FF2B5EF4-FFF2-40B4-BE49-F238E27FC236}">
                    <a16:creationId xmlns:a16="http://schemas.microsoft.com/office/drawing/2014/main" id="{3DB1A835-F743-3CF7-5F56-D8324407F099}"/>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86">
                <a:extLst>
                  <a:ext uri="{FF2B5EF4-FFF2-40B4-BE49-F238E27FC236}">
                    <a16:creationId xmlns:a16="http://schemas.microsoft.com/office/drawing/2014/main" id="{E7FBDCCA-26FD-50AD-13D9-2FABEE742714}"/>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87">
                <a:extLst>
                  <a:ext uri="{FF2B5EF4-FFF2-40B4-BE49-F238E27FC236}">
                    <a16:creationId xmlns:a16="http://schemas.microsoft.com/office/drawing/2014/main" id="{D74B6A47-9B5A-B8C3-8EA9-F564CD115530}"/>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88">
                <a:extLst>
                  <a:ext uri="{FF2B5EF4-FFF2-40B4-BE49-F238E27FC236}">
                    <a16:creationId xmlns:a16="http://schemas.microsoft.com/office/drawing/2014/main" id="{236B4895-8DF9-9B44-21DE-C4915DCC585A}"/>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89">
                <a:extLst>
                  <a:ext uri="{FF2B5EF4-FFF2-40B4-BE49-F238E27FC236}">
                    <a16:creationId xmlns:a16="http://schemas.microsoft.com/office/drawing/2014/main" id="{D5803732-93DA-83DF-9109-4D3C7512A5E2}"/>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90">
                <a:extLst>
                  <a:ext uri="{FF2B5EF4-FFF2-40B4-BE49-F238E27FC236}">
                    <a16:creationId xmlns:a16="http://schemas.microsoft.com/office/drawing/2014/main" id="{89B4AC6B-1CEA-07D3-1777-61F9F822CD50}"/>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91">
                <a:extLst>
                  <a:ext uri="{FF2B5EF4-FFF2-40B4-BE49-F238E27FC236}">
                    <a16:creationId xmlns:a16="http://schemas.microsoft.com/office/drawing/2014/main" id="{5A0DAF52-D2A5-591E-CB39-0DB130A4BEB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92">
                <a:extLst>
                  <a:ext uri="{FF2B5EF4-FFF2-40B4-BE49-F238E27FC236}">
                    <a16:creationId xmlns:a16="http://schemas.microsoft.com/office/drawing/2014/main" id="{D3C9E8CC-F27F-E222-A822-56D47076EF68}"/>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93">
                <a:extLst>
                  <a:ext uri="{FF2B5EF4-FFF2-40B4-BE49-F238E27FC236}">
                    <a16:creationId xmlns:a16="http://schemas.microsoft.com/office/drawing/2014/main" id="{AE731651-4B8F-F18E-DA50-76FFAF788E32}"/>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94">
                <a:extLst>
                  <a:ext uri="{FF2B5EF4-FFF2-40B4-BE49-F238E27FC236}">
                    <a16:creationId xmlns:a16="http://schemas.microsoft.com/office/drawing/2014/main" id="{1C02BA5B-7083-721A-D480-1E39F182A830}"/>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95">
                <a:extLst>
                  <a:ext uri="{FF2B5EF4-FFF2-40B4-BE49-F238E27FC236}">
                    <a16:creationId xmlns:a16="http://schemas.microsoft.com/office/drawing/2014/main" id="{C88AF1A2-E60A-2189-4EBB-BC09E8137ADF}"/>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96">
                <a:extLst>
                  <a:ext uri="{FF2B5EF4-FFF2-40B4-BE49-F238E27FC236}">
                    <a16:creationId xmlns:a16="http://schemas.microsoft.com/office/drawing/2014/main" id="{020F248D-4989-99A4-B123-DEA92802508F}"/>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97">
                <a:extLst>
                  <a:ext uri="{FF2B5EF4-FFF2-40B4-BE49-F238E27FC236}">
                    <a16:creationId xmlns:a16="http://schemas.microsoft.com/office/drawing/2014/main" id="{AADFE990-472D-E65E-A70E-B79B8C9F4F45}"/>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98">
                <a:extLst>
                  <a:ext uri="{FF2B5EF4-FFF2-40B4-BE49-F238E27FC236}">
                    <a16:creationId xmlns:a16="http://schemas.microsoft.com/office/drawing/2014/main" id="{4F214EAB-5507-54BF-F18E-6999D19DEDCF}"/>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99">
                <a:extLst>
                  <a:ext uri="{FF2B5EF4-FFF2-40B4-BE49-F238E27FC236}">
                    <a16:creationId xmlns:a16="http://schemas.microsoft.com/office/drawing/2014/main" id="{2E2B8BDF-67F6-B1F2-30FD-E782848C908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00">
                <a:extLst>
                  <a:ext uri="{FF2B5EF4-FFF2-40B4-BE49-F238E27FC236}">
                    <a16:creationId xmlns:a16="http://schemas.microsoft.com/office/drawing/2014/main" id="{7A29C161-645F-B552-9E54-C100BAF25897}"/>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01">
                <a:extLst>
                  <a:ext uri="{FF2B5EF4-FFF2-40B4-BE49-F238E27FC236}">
                    <a16:creationId xmlns:a16="http://schemas.microsoft.com/office/drawing/2014/main" id="{62716C8B-DC8A-D72D-099C-21336C6E6A32}"/>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02">
                <a:extLst>
                  <a:ext uri="{FF2B5EF4-FFF2-40B4-BE49-F238E27FC236}">
                    <a16:creationId xmlns:a16="http://schemas.microsoft.com/office/drawing/2014/main" id="{1E3B226F-01C8-D47C-7625-23E709C22D6A}"/>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03">
                <a:extLst>
                  <a:ext uri="{FF2B5EF4-FFF2-40B4-BE49-F238E27FC236}">
                    <a16:creationId xmlns:a16="http://schemas.microsoft.com/office/drawing/2014/main" id="{D4402CE7-370B-BEAD-551E-2C817ABB3DF1}"/>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04">
                <a:extLst>
                  <a:ext uri="{FF2B5EF4-FFF2-40B4-BE49-F238E27FC236}">
                    <a16:creationId xmlns:a16="http://schemas.microsoft.com/office/drawing/2014/main" id="{9483995D-B51C-DE7F-0602-30270E5427D6}"/>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05">
                <a:extLst>
                  <a:ext uri="{FF2B5EF4-FFF2-40B4-BE49-F238E27FC236}">
                    <a16:creationId xmlns:a16="http://schemas.microsoft.com/office/drawing/2014/main" id="{C465EB69-4A7C-1199-AFC4-ECC2DA6198EA}"/>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06">
                <a:extLst>
                  <a:ext uri="{FF2B5EF4-FFF2-40B4-BE49-F238E27FC236}">
                    <a16:creationId xmlns:a16="http://schemas.microsoft.com/office/drawing/2014/main" id="{DABDDCFB-01E3-A61B-57E6-ACBECE439EDE}"/>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07">
                <a:extLst>
                  <a:ext uri="{FF2B5EF4-FFF2-40B4-BE49-F238E27FC236}">
                    <a16:creationId xmlns:a16="http://schemas.microsoft.com/office/drawing/2014/main" id="{9A02CB5B-B861-50D4-C855-A89B5E6534C0}"/>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08">
                <a:extLst>
                  <a:ext uri="{FF2B5EF4-FFF2-40B4-BE49-F238E27FC236}">
                    <a16:creationId xmlns:a16="http://schemas.microsoft.com/office/drawing/2014/main" id="{D1DEFAF0-794A-3B40-74CD-4B0F810E7746}"/>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09">
                <a:extLst>
                  <a:ext uri="{FF2B5EF4-FFF2-40B4-BE49-F238E27FC236}">
                    <a16:creationId xmlns:a16="http://schemas.microsoft.com/office/drawing/2014/main" id="{66CCFF27-573E-4F1D-055D-BAC591F81BD5}"/>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10">
                <a:extLst>
                  <a:ext uri="{FF2B5EF4-FFF2-40B4-BE49-F238E27FC236}">
                    <a16:creationId xmlns:a16="http://schemas.microsoft.com/office/drawing/2014/main" id="{AAB54FC8-9216-3A4F-707D-1258A23D8E8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11">
                <a:extLst>
                  <a:ext uri="{FF2B5EF4-FFF2-40B4-BE49-F238E27FC236}">
                    <a16:creationId xmlns:a16="http://schemas.microsoft.com/office/drawing/2014/main" id="{8C3D8F3B-FCA4-9918-5181-6F1447E61ED3}"/>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 name="Groupe 152">
              <a:extLst>
                <a:ext uri="{FF2B5EF4-FFF2-40B4-BE49-F238E27FC236}">
                  <a16:creationId xmlns:a16="http://schemas.microsoft.com/office/drawing/2014/main" id="{8A7AD534-DF95-5764-6515-BD1F0BA6A69A}"/>
                </a:ext>
              </a:extLst>
            </p:cNvPr>
            <p:cNvGrpSpPr/>
            <p:nvPr/>
          </p:nvGrpSpPr>
          <p:grpSpPr>
            <a:xfrm>
              <a:off x="7527020" y="2174293"/>
              <a:ext cx="1467257" cy="1169474"/>
              <a:chOff x="2609577" y="1563591"/>
              <a:chExt cx="1467257" cy="1169474"/>
            </a:xfrm>
          </p:grpSpPr>
          <p:grpSp>
            <p:nvGrpSpPr>
              <p:cNvPr id="21" name="Groupe 153">
                <a:extLst>
                  <a:ext uri="{FF2B5EF4-FFF2-40B4-BE49-F238E27FC236}">
                    <a16:creationId xmlns:a16="http://schemas.microsoft.com/office/drawing/2014/main" id="{26173E98-4D4B-E3C1-9114-74C679E865DA}"/>
                  </a:ext>
                </a:extLst>
              </p:cNvPr>
              <p:cNvGrpSpPr/>
              <p:nvPr/>
            </p:nvGrpSpPr>
            <p:grpSpPr>
              <a:xfrm>
                <a:off x="2609577" y="1563591"/>
                <a:ext cx="1412109" cy="1169474"/>
                <a:chOff x="2645545" y="3994190"/>
                <a:chExt cx="1412109" cy="1169474"/>
              </a:xfrm>
            </p:grpSpPr>
            <p:pic>
              <p:nvPicPr>
                <p:cNvPr id="23" name="Graphique 155" descr="Diable avec un remplissage uni">
                  <a:extLst>
                    <a:ext uri="{FF2B5EF4-FFF2-40B4-BE49-F238E27FC236}">
                      <a16:creationId xmlns:a16="http://schemas.microsoft.com/office/drawing/2014/main" id="{63313C8C-0016-DC82-2DA9-2B9CEF89A5C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24" name="Graphique 156" descr="Base-ball avec un remplissage uni">
                  <a:extLst>
                    <a:ext uri="{FF2B5EF4-FFF2-40B4-BE49-F238E27FC236}">
                      <a16:creationId xmlns:a16="http://schemas.microsoft.com/office/drawing/2014/main" id="{6ECFC973-9997-7D5F-4A00-BC943F65EF9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25" name="Rectangle 157">
                  <a:extLst>
                    <a:ext uri="{FF2B5EF4-FFF2-40B4-BE49-F238E27FC236}">
                      <a16:creationId xmlns:a16="http://schemas.microsoft.com/office/drawing/2014/main" id="{D6ED4C02-E524-6224-1210-17A3E3B0C25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Graphique 154" descr="Boîte à archives avec un remplissage uni">
                <a:extLst>
                  <a:ext uri="{FF2B5EF4-FFF2-40B4-BE49-F238E27FC236}">
                    <a16:creationId xmlns:a16="http://schemas.microsoft.com/office/drawing/2014/main" id="{32656F35-FA74-8293-06A7-E916BAB9FB8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5" name="Groupe 158">
              <a:extLst>
                <a:ext uri="{FF2B5EF4-FFF2-40B4-BE49-F238E27FC236}">
                  <a16:creationId xmlns:a16="http://schemas.microsoft.com/office/drawing/2014/main" id="{F7D01CEF-88F2-CAC7-F97A-9C9230E936E9}"/>
                </a:ext>
              </a:extLst>
            </p:cNvPr>
            <p:cNvGrpSpPr/>
            <p:nvPr/>
          </p:nvGrpSpPr>
          <p:grpSpPr>
            <a:xfrm flipH="1">
              <a:off x="8944157" y="2297704"/>
              <a:ext cx="1093937" cy="1165158"/>
              <a:chOff x="1680627" y="1783722"/>
              <a:chExt cx="1331514" cy="1331514"/>
            </a:xfrm>
          </p:grpSpPr>
          <p:pic>
            <p:nvPicPr>
              <p:cNvPr id="6" name="Graphique 159" descr="Mur de briques en construction avec un remplissage uni">
                <a:extLst>
                  <a:ext uri="{FF2B5EF4-FFF2-40B4-BE49-F238E27FC236}">
                    <a16:creationId xmlns:a16="http://schemas.microsoft.com/office/drawing/2014/main" id="{E7FADBC9-3C66-C1BE-9A7B-E0587FD7621A}"/>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7" name="Rectangle 160">
                <a:extLst>
                  <a:ext uri="{FF2B5EF4-FFF2-40B4-BE49-F238E27FC236}">
                    <a16:creationId xmlns:a16="http://schemas.microsoft.com/office/drawing/2014/main" id="{3309DB7D-E7B7-3DEC-3703-155E19A3E01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161">
                <a:extLst>
                  <a:ext uri="{FF2B5EF4-FFF2-40B4-BE49-F238E27FC236}">
                    <a16:creationId xmlns:a16="http://schemas.microsoft.com/office/drawing/2014/main" id="{C71CA79E-D10A-BCD3-D6C5-966FCD186D4B}"/>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62">
                <a:extLst>
                  <a:ext uri="{FF2B5EF4-FFF2-40B4-BE49-F238E27FC236}">
                    <a16:creationId xmlns:a16="http://schemas.microsoft.com/office/drawing/2014/main" id="{DC5CCF1C-5D42-FEAD-8060-13BC67DA5CD4}"/>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63">
                <a:extLst>
                  <a:ext uri="{FF2B5EF4-FFF2-40B4-BE49-F238E27FC236}">
                    <a16:creationId xmlns:a16="http://schemas.microsoft.com/office/drawing/2014/main" id="{AA4ACC77-E382-A22D-AB02-4F8C05A326E3}"/>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64">
                <a:extLst>
                  <a:ext uri="{FF2B5EF4-FFF2-40B4-BE49-F238E27FC236}">
                    <a16:creationId xmlns:a16="http://schemas.microsoft.com/office/drawing/2014/main" id="{D98A9EFD-6E61-1023-48C7-777BED3F2DF4}"/>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65">
                <a:extLst>
                  <a:ext uri="{FF2B5EF4-FFF2-40B4-BE49-F238E27FC236}">
                    <a16:creationId xmlns:a16="http://schemas.microsoft.com/office/drawing/2014/main" id="{4B7E1F00-889A-1873-3477-621FD7621082}"/>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66">
                <a:extLst>
                  <a:ext uri="{FF2B5EF4-FFF2-40B4-BE49-F238E27FC236}">
                    <a16:creationId xmlns:a16="http://schemas.microsoft.com/office/drawing/2014/main" id="{DA8EDC90-CE6E-4863-26EB-600405F4878F}"/>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67">
                <a:extLst>
                  <a:ext uri="{FF2B5EF4-FFF2-40B4-BE49-F238E27FC236}">
                    <a16:creationId xmlns:a16="http://schemas.microsoft.com/office/drawing/2014/main" id="{26C1078D-7510-3071-36CB-77F5FC4B8C54}"/>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8">
                <a:extLst>
                  <a:ext uri="{FF2B5EF4-FFF2-40B4-BE49-F238E27FC236}">
                    <a16:creationId xmlns:a16="http://schemas.microsoft.com/office/drawing/2014/main" id="{98202D11-2F82-949A-8221-3154C8936807}"/>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69">
                <a:extLst>
                  <a:ext uri="{FF2B5EF4-FFF2-40B4-BE49-F238E27FC236}">
                    <a16:creationId xmlns:a16="http://schemas.microsoft.com/office/drawing/2014/main" id="{D0953717-EDF6-9D65-70AE-E5DAF6D33528}"/>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70">
                <a:extLst>
                  <a:ext uri="{FF2B5EF4-FFF2-40B4-BE49-F238E27FC236}">
                    <a16:creationId xmlns:a16="http://schemas.microsoft.com/office/drawing/2014/main" id="{F3BBACC4-EBE4-027C-9E5A-C4D76017653D}"/>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71">
                <a:extLst>
                  <a:ext uri="{FF2B5EF4-FFF2-40B4-BE49-F238E27FC236}">
                    <a16:creationId xmlns:a16="http://schemas.microsoft.com/office/drawing/2014/main" id="{76D43A79-5086-410C-4F13-B963198D87E7}"/>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Tree>
    <p:extLst>
      <p:ext uri="{BB962C8B-B14F-4D97-AF65-F5344CB8AC3E}">
        <p14:creationId xmlns:p14="http://schemas.microsoft.com/office/powerpoint/2010/main" val="278228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Défis habituels liés à une </a:t>
            </a:r>
            <a:r>
              <a:rPr lang="en-US" b="1" dirty="0">
                <a:solidFill>
                  <a:srgbClr val="FF0000"/>
                </a:solidFill>
              </a:rPr>
              <a:t>compréhension peu claire des contributions individuelles</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Manque d'autovision dans l'équipe du projet / produit</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D'accord, je comprends l'enjeu global, mais </a:t>
            </a:r>
            <a:r>
              <a:rPr lang="en-US" sz="1200" b="1" dirty="0">
                <a:solidFill>
                  <a:schemeClr val="tx1"/>
                </a:solidFill>
              </a:rPr>
              <a:t>en quoi suis-je personnellement concerné </a:t>
            </a:r>
            <a:r>
              <a:rPr lang="en-US" sz="1200" dirty="0">
                <a:solidFill>
                  <a:schemeClr val="tx1"/>
                </a:solidFill>
              </a:rPr>
              <a:t>?</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Ne pas connaître la contribution des autres au projet / produit</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Ok, je comprends le défi global, et comment je suis impliqué, </a:t>
            </a:r>
            <a:r>
              <a:rPr lang="en-US" sz="1200" b="1" dirty="0">
                <a:solidFill>
                  <a:schemeClr val="tx1"/>
                </a:solidFill>
              </a:rPr>
              <a:t>mais je ne peux pas dire comment Alice &amp; Bob sont impliqués.</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Aucune idée de la coopération ou de la collaboration potentielle entre les parties</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Il y a mon travail, il y a leur travail. Ce n'est pas lié. </a:t>
            </a:r>
          </a:p>
          <a:p>
            <a:pPr algn="ctr"/>
            <a:r>
              <a:rPr lang="en-US" sz="1200" dirty="0">
                <a:solidFill>
                  <a:schemeClr val="tx1"/>
                </a:solidFill>
              </a:rPr>
              <a:t>Je n'ai aucune idée sur la façon dont nous pourrions faire équipe. </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En supposant que l'on puisse "tout prendre" tout seul.</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En quoi ce défi nous concerne-t-il tous ? </a:t>
            </a:r>
            <a:r>
              <a:rPr lang="en-US" sz="1100" b="1" dirty="0">
                <a:solidFill>
                  <a:schemeClr val="tx1"/>
                </a:solidFill>
              </a:rPr>
              <a:t>Il semble que je puisse le faire seul ou avec une minorité d'autres personnes</a:t>
            </a:r>
            <a:r>
              <a:rPr lang="en-US" sz="1100" dirty="0">
                <a:solidFill>
                  <a:schemeClr val="tx1"/>
                </a:solidFill>
              </a:rPr>
              <a:t>.</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2820902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rmAutofit fontScale="90000"/>
          </a:bodyPr>
          <a:lstStyle/>
          <a:p>
            <a:r>
              <a:rPr lang="en-US" dirty="0" err="1"/>
              <a:t>Pourquoi</a:t>
            </a:r>
            <a:r>
              <a:rPr lang="en-US" dirty="0"/>
              <a:t> </a:t>
            </a:r>
            <a:r>
              <a:rPr lang="en-US" sz="4400" dirty="0"/>
              <a:t>NOUS</a:t>
            </a:r>
            <a:r>
              <a:rPr lang="en-US" dirty="0"/>
              <a:t> ? </a:t>
            </a:r>
            <a:br>
              <a:rPr lang="en-US" dirty="0"/>
            </a:br>
            <a:r>
              <a:rPr lang="en-US" dirty="0"/>
              <a:t>Maison de la contribution (atelier </a:t>
            </a:r>
            <a:r>
              <a:rPr lang="en-US" dirty="0" err="1"/>
              <a:t>visuel</a:t>
            </a:r>
            <a:r>
              <a:rPr lang="en-US" dirty="0"/>
              <a:t>)</a:t>
            </a:r>
          </a:p>
        </p:txBody>
      </p:sp>
      <p:grpSp>
        <p:nvGrpSpPr>
          <p:cNvPr id="10" name="Groupe 9">
            <a:extLst>
              <a:ext uri="{FF2B5EF4-FFF2-40B4-BE49-F238E27FC236}">
                <a16:creationId xmlns:a16="http://schemas.microsoft.com/office/drawing/2014/main" id="{D5893CD2-51F7-416A-8A62-C9A2EEB42DAA}"/>
              </a:ext>
            </a:extLst>
          </p:cNvPr>
          <p:cNvGrpSpPr/>
          <p:nvPr/>
        </p:nvGrpSpPr>
        <p:grpSpPr>
          <a:xfrm>
            <a:off x="5469514" y="2247900"/>
            <a:ext cx="6554101" cy="2912588"/>
            <a:chOff x="262080" y="1563591"/>
            <a:chExt cx="11723435" cy="5209797"/>
          </a:xfrm>
        </p:grpSpPr>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0" name="Groupe 79">
              <a:extLst>
                <a:ext uri="{FF2B5EF4-FFF2-40B4-BE49-F238E27FC236}">
                  <a16:creationId xmlns:a16="http://schemas.microsoft.com/office/drawing/2014/main" id="{C5C2CD00-8B2B-4B4C-A81E-8B0F1CACDA4D}"/>
                </a:ext>
              </a:extLst>
            </p:cNvPr>
            <p:cNvGrpSpPr/>
            <p:nvPr/>
          </p:nvGrpSpPr>
          <p:grpSpPr>
            <a:xfrm>
              <a:off x="2907742" y="4287731"/>
              <a:ext cx="1467257" cy="1169474"/>
              <a:chOff x="2609577" y="1563591"/>
              <a:chExt cx="1467257" cy="1169474"/>
            </a:xfrm>
          </p:grpSpPr>
          <p:grpSp>
            <p:nvGrpSpPr>
              <p:cNvPr id="81" name="Groupe 80">
                <a:extLst>
                  <a:ext uri="{FF2B5EF4-FFF2-40B4-BE49-F238E27FC236}">
                    <a16:creationId xmlns:a16="http://schemas.microsoft.com/office/drawing/2014/main" id="{F3CC8DA8-B904-4687-9A23-3C4BA94E2FDE}"/>
                  </a:ext>
                </a:extLst>
              </p:cNvPr>
              <p:cNvGrpSpPr/>
              <p:nvPr/>
            </p:nvGrpSpPr>
            <p:grpSpPr>
              <a:xfrm>
                <a:off x="2609577" y="1563591"/>
                <a:ext cx="1412109" cy="1169474"/>
                <a:chOff x="2645545" y="3994190"/>
                <a:chExt cx="1412109" cy="1169474"/>
              </a:xfrm>
            </p:grpSpPr>
            <p:pic>
              <p:nvPicPr>
                <p:cNvPr id="83" name="Graphique 82" descr="Diable avec un remplissage uni">
                  <a:extLst>
                    <a:ext uri="{FF2B5EF4-FFF2-40B4-BE49-F238E27FC236}">
                      <a16:creationId xmlns:a16="http://schemas.microsoft.com/office/drawing/2014/main" id="{AF514076-F83A-4A89-ABCF-58AD67E4B4A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84" name="Graphique 83" descr="Base-ball avec un remplissage uni">
                  <a:extLst>
                    <a:ext uri="{FF2B5EF4-FFF2-40B4-BE49-F238E27FC236}">
                      <a16:creationId xmlns:a16="http://schemas.microsoft.com/office/drawing/2014/main" id="{A04ED57F-AFFD-409B-8C24-D22B629FC4A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85" name="Rectangle 84">
                  <a:extLst>
                    <a:ext uri="{FF2B5EF4-FFF2-40B4-BE49-F238E27FC236}">
                      <a16:creationId xmlns:a16="http://schemas.microsoft.com/office/drawing/2014/main" id="{C91B5379-3E46-4A37-B2D6-C4F3CD53700B}"/>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2" name="Graphique 81" descr="Boîte à archives avec un remplissage uni">
                <a:extLst>
                  <a:ext uri="{FF2B5EF4-FFF2-40B4-BE49-F238E27FC236}">
                    <a16:creationId xmlns:a16="http://schemas.microsoft.com/office/drawing/2014/main" id="{DA1A851F-C5EF-43C9-A0B3-7187DBCFD40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2" name="Groupe 91">
              <a:extLst>
                <a:ext uri="{FF2B5EF4-FFF2-40B4-BE49-F238E27FC236}">
                  <a16:creationId xmlns:a16="http://schemas.microsoft.com/office/drawing/2014/main" id="{68F73D70-3EBC-4AF5-9B49-5677BCD0692C}"/>
                </a:ext>
              </a:extLst>
            </p:cNvPr>
            <p:cNvGrpSpPr/>
            <p:nvPr/>
          </p:nvGrpSpPr>
          <p:grpSpPr>
            <a:xfrm>
              <a:off x="1098866" y="4806407"/>
              <a:ext cx="1467257" cy="1169474"/>
              <a:chOff x="2609577" y="1563591"/>
              <a:chExt cx="1467257" cy="1169474"/>
            </a:xfrm>
          </p:grpSpPr>
          <p:grpSp>
            <p:nvGrpSpPr>
              <p:cNvPr id="93" name="Groupe 92">
                <a:extLst>
                  <a:ext uri="{FF2B5EF4-FFF2-40B4-BE49-F238E27FC236}">
                    <a16:creationId xmlns:a16="http://schemas.microsoft.com/office/drawing/2014/main" id="{34ECD60C-FED1-40EC-86AE-5BD2ADB1B80E}"/>
                  </a:ext>
                </a:extLst>
              </p:cNvPr>
              <p:cNvGrpSpPr/>
              <p:nvPr/>
            </p:nvGrpSpPr>
            <p:grpSpPr>
              <a:xfrm>
                <a:off x="2609577" y="1563591"/>
                <a:ext cx="1412109" cy="1169474"/>
                <a:chOff x="2645545" y="3994190"/>
                <a:chExt cx="1412109" cy="1169474"/>
              </a:xfrm>
            </p:grpSpPr>
            <p:pic>
              <p:nvPicPr>
                <p:cNvPr id="95" name="Graphique 94" descr="Diable avec un remplissage uni">
                  <a:extLst>
                    <a:ext uri="{FF2B5EF4-FFF2-40B4-BE49-F238E27FC236}">
                      <a16:creationId xmlns:a16="http://schemas.microsoft.com/office/drawing/2014/main" id="{70B2987C-0D9D-4AC6-8F1B-8EBBCD3A3FC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6" name="Graphique 95" descr="Base-ball avec un remplissage uni">
                  <a:extLst>
                    <a:ext uri="{FF2B5EF4-FFF2-40B4-BE49-F238E27FC236}">
                      <a16:creationId xmlns:a16="http://schemas.microsoft.com/office/drawing/2014/main" id="{15C99CA0-E99E-4FC2-A1F6-3BF87723B0B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7" name="Rectangle 96">
                  <a:extLst>
                    <a:ext uri="{FF2B5EF4-FFF2-40B4-BE49-F238E27FC236}">
                      <a16:creationId xmlns:a16="http://schemas.microsoft.com/office/drawing/2014/main" id="{8E1C9C35-8E8A-45E1-93BD-7C1B2D3A73AE}"/>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4" name="Graphique 93" descr="Boîte à archives avec un remplissage uni">
                <a:extLst>
                  <a:ext uri="{FF2B5EF4-FFF2-40B4-BE49-F238E27FC236}">
                    <a16:creationId xmlns:a16="http://schemas.microsoft.com/office/drawing/2014/main" id="{6F9288F9-231B-409D-90E8-A93108A86BC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650743" y="226384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875862" y="1893808"/>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648773" y="3490364"/>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53107" y="2807835"/>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586592" y="340006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262080" y="5046378"/>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250" name="Graphique 249" descr="Mur de briques en construction avec un remplissage uni">
              <a:extLst>
                <a:ext uri="{FF2B5EF4-FFF2-40B4-BE49-F238E27FC236}">
                  <a16:creationId xmlns:a16="http://schemas.microsoft.com/office/drawing/2014/main" id="{4DA4D23A-5BF4-40FF-8A44-BB87426AF1B3}"/>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251" name="Graphique 250" descr="Mur de briques en construction avec un remplissage uni">
              <a:extLst>
                <a:ext uri="{FF2B5EF4-FFF2-40B4-BE49-F238E27FC236}">
                  <a16:creationId xmlns:a16="http://schemas.microsoft.com/office/drawing/2014/main" id="{2734F6DB-BBC3-4B7D-BE4E-08A62338D7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grpSp>
      <p:sp>
        <p:nvSpPr>
          <p:cNvPr id="252" name="Espace réservé du contenu 2">
            <a:extLst>
              <a:ext uri="{FF2B5EF4-FFF2-40B4-BE49-F238E27FC236}">
                <a16:creationId xmlns:a16="http://schemas.microsoft.com/office/drawing/2014/main" id="{42BAE5F9-7E7E-4181-89CE-3D9C5DC880A7}"/>
              </a:ext>
            </a:extLst>
          </p:cNvPr>
          <p:cNvSpPr>
            <a:spLocks noGrp="1"/>
          </p:cNvSpPr>
          <p:nvPr>
            <p:ph idx="1"/>
          </p:nvPr>
        </p:nvSpPr>
        <p:spPr>
          <a:xfrm>
            <a:off x="838200" y="1825625"/>
            <a:ext cx="4396757" cy="4351338"/>
          </a:xfrm>
        </p:spPr>
        <p:txBody>
          <a:bodyPr>
            <a:normAutofit fontScale="55000" lnSpcReduction="20000"/>
          </a:bodyPr>
          <a:lstStyle/>
          <a:p>
            <a:r>
              <a:rPr lang="en-US" dirty="0"/>
              <a:t>Fonder un projet / produit nécessite souvent de la motivation, de l'énergie, des compétences, des ressources, un réseau.</a:t>
            </a:r>
          </a:p>
          <a:p>
            <a:endParaRPr lang="en-US" dirty="0"/>
          </a:p>
          <a:p>
            <a:r>
              <a:rPr lang="en-US" dirty="0"/>
              <a:t>Les </a:t>
            </a:r>
            <a:r>
              <a:rPr lang="en-US" dirty="0" err="1"/>
              <a:t>acteurs</a:t>
            </a:r>
            <a:r>
              <a:rPr lang="en-US" dirty="0"/>
              <a:t> d'un projet ou d'un produit qui peuvent imaginer leur </a:t>
            </a:r>
            <a:r>
              <a:rPr lang="en-US" b="1" dirty="0">
                <a:solidFill>
                  <a:srgbClr val="0683AA"/>
                </a:solidFill>
              </a:rPr>
              <a:t>propre contribution </a:t>
            </a:r>
            <a:r>
              <a:rPr lang="en-US" dirty="0"/>
              <a:t>sont plus susceptibles de s'engager (même si c'est de manière inégale) et de s'apprécier mutuellement.</a:t>
            </a:r>
          </a:p>
          <a:p>
            <a:endParaRPr lang="en-US" dirty="0"/>
          </a:p>
          <a:p>
            <a:r>
              <a:rPr lang="en-US" dirty="0"/>
              <a:t>Discuter des </a:t>
            </a:r>
            <a:r>
              <a:rPr lang="en-US" b="1" dirty="0">
                <a:solidFill>
                  <a:srgbClr val="ED7D31"/>
                </a:solidFill>
              </a:rPr>
              <a:t>premières possibilités de combiner les contributions </a:t>
            </a:r>
            <a:r>
              <a:rPr lang="en-US" dirty="0"/>
              <a:t>peut aider à imaginer des activités.</a:t>
            </a:r>
          </a:p>
          <a:p>
            <a:endParaRPr lang="en-US" dirty="0"/>
          </a:p>
          <a:p>
            <a:r>
              <a:rPr lang="en-US" dirty="0"/>
              <a:t>Un projet / produit peut souvent </a:t>
            </a:r>
            <a:r>
              <a:rPr lang="en-US" b="1" dirty="0">
                <a:solidFill>
                  <a:srgbClr val="0683AA"/>
                </a:solidFill>
              </a:rPr>
              <a:t>faire ensemble ce que les individus seuls ne peuvent pas faire</a:t>
            </a:r>
            <a:r>
              <a:rPr lang="en-US" dirty="0">
                <a:solidFill>
                  <a:srgbClr val="0683AA"/>
                </a:solidFill>
              </a:rPr>
              <a:t>.</a:t>
            </a:r>
          </a:p>
          <a:p>
            <a:r>
              <a:rPr lang="en-US" dirty="0"/>
              <a:t> Comprendre la différence des possibilités et se concentrer sur la force collective peut accroître l'engagement.</a:t>
            </a:r>
          </a:p>
        </p:txBody>
      </p:sp>
    </p:spTree>
    <p:extLst>
      <p:ext uri="{BB962C8B-B14F-4D97-AF65-F5344CB8AC3E}">
        <p14:creationId xmlns:p14="http://schemas.microsoft.com/office/powerpoint/2010/main" val="2607133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rmAutofit fontScale="90000"/>
          </a:bodyPr>
          <a:lstStyle/>
          <a:p>
            <a:r>
              <a:rPr lang="en-US" dirty="0" err="1"/>
              <a:t>Pourquoi</a:t>
            </a:r>
            <a:r>
              <a:rPr lang="en-US" dirty="0"/>
              <a:t> </a:t>
            </a:r>
            <a:r>
              <a:rPr lang="en-US" sz="4400" dirty="0"/>
              <a:t>NOUS</a:t>
            </a:r>
            <a:r>
              <a:rPr lang="en-US" dirty="0"/>
              <a:t> ?</a:t>
            </a:r>
            <a:br>
              <a:rPr lang="en-US" dirty="0"/>
            </a:br>
            <a:r>
              <a:rPr lang="en-US" dirty="0"/>
              <a:t>Maison de la contribution (version atelier </a:t>
            </a:r>
            <a:r>
              <a:rPr lang="en-US" dirty="0" err="1"/>
              <a:t>visuel</a:t>
            </a:r>
            <a:r>
              <a:rPr lang="en-US" dirty="0"/>
              <a:t>)</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83780" y="1358255"/>
            <a:ext cx="4136283" cy="338554"/>
          </a:xfrm>
          <a:prstGeom prst="rect">
            <a:avLst/>
          </a:prstGeom>
          <a:noFill/>
        </p:spPr>
        <p:txBody>
          <a:bodyPr wrap="square">
            <a:spAutoFit/>
          </a:bodyPr>
          <a:lstStyle/>
          <a:p>
            <a:pPr algn="ctr"/>
            <a:r>
              <a:rPr lang="en-US" sz="1600" b="1" i="1"/>
              <a:t>Ce que chacun peut commencer à apporter pour l'objectif</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804381" y="1365741"/>
            <a:ext cx="2258641" cy="584775"/>
          </a:xfrm>
          <a:prstGeom prst="rect">
            <a:avLst/>
          </a:prstGeom>
          <a:noFill/>
        </p:spPr>
        <p:txBody>
          <a:bodyPr wrap="square">
            <a:spAutoFit/>
          </a:bodyPr>
          <a:lstStyle/>
          <a:p>
            <a:pPr algn="ctr"/>
            <a:r>
              <a:rPr lang="en-US" sz="1600" b="1" i="1"/>
              <a:t>Premières idées de contributions combinées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738227" y="1361321"/>
            <a:ext cx="2258641" cy="830997"/>
          </a:xfrm>
          <a:prstGeom prst="rect">
            <a:avLst/>
          </a:prstGeom>
          <a:noFill/>
        </p:spPr>
        <p:txBody>
          <a:bodyPr wrap="square">
            <a:spAutoFit/>
          </a:bodyPr>
          <a:lstStyle/>
          <a:p>
            <a:pPr algn="ctr"/>
            <a:r>
              <a:rPr lang="en-US" sz="1600" b="1" i="1"/>
              <a:t>Des succès que nous ne pouvions atteindre en tant qu'individus dispersés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0" name="Groupe 79">
            <a:extLst>
              <a:ext uri="{FF2B5EF4-FFF2-40B4-BE49-F238E27FC236}">
                <a16:creationId xmlns:a16="http://schemas.microsoft.com/office/drawing/2014/main" id="{C5C2CD00-8B2B-4B4C-A81E-8B0F1CACDA4D}"/>
              </a:ext>
            </a:extLst>
          </p:cNvPr>
          <p:cNvGrpSpPr/>
          <p:nvPr/>
        </p:nvGrpSpPr>
        <p:grpSpPr>
          <a:xfrm>
            <a:off x="2907742" y="4287731"/>
            <a:ext cx="1467257" cy="1169474"/>
            <a:chOff x="2609577" y="1563591"/>
            <a:chExt cx="1467257" cy="1169474"/>
          </a:xfrm>
        </p:grpSpPr>
        <p:grpSp>
          <p:nvGrpSpPr>
            <p:cNvPr id="81" name="Groupe 80">
              <a:extLst>
                <a:ext uri="{FF2B5EF4-FFF2-40B4-BE49-F238E27FC236}">
                  <a16:creationId xmlns:a16="http://schemas.microsoft.com/office/drawing/2014/main" id="{F3CC8DA8-B904-4687-9A23-3C4BA94E2FDE}"/>
                </a:ext>
              </a:extLst>
            </p:cNvPr>
            <p:cNvGrpSpPr/>
            <p:nvPr/>
          </p:nvGrpSpPr>
          <p:grpSpPr>
            <a:xfrm>
              <a:off x="2609577" y="1563591"/>
              <a:ext cx="1412109" cy="1169474"/>
              <a:chOff x="2645545" y="3994190"/>
              <a:chExt cx="1412109" cy="1169474"/>
            </a:xfrm>
          </p:grpSpPr>
          <p:pic>
            <p:nvPicPr>
              <p:cNvPr id="83" name="Graphique 82" descr="Diable avec un remplissage uni">
                <a:extLst>
                  <a:ext uri="{FF2B5EF4-FFF2-40B4-BE49-F238E27FC236}">
                    <a16:creationId xmlns:a16="http://schemas.microsoft.com/office/drawing/2014/main" id="{AF514076-F83A-4A89-ABCF-58AD67E4B4A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84" name="Graphique 83" descr="Base-ball avec un remplissage uni">
                <a:extLst>
                  <a:ext uri="{FF2B5EF4-FFF2-40B4-BE49-F238E27FC236}">
                    <a16:creationId xmlns:a16="http://schemas.microsoft.com/office/drawing/2014/main" id="{A04ED57F-AFFD-409B-8C24-D22B629FC4A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85" name="Rectangle 84">
                <a:extLst>
                  <a:ext uri="{FF2B5EF4-FFF2-40B4-BE49-F238E27FC236}">
                    <a16:creationId xmlns:a16="http://schemas.microsoft.com/office/drawing/2014/main" id="{C91B5379-3E46-4A37-B2D6-C4F3CD53700B}"/>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2" name="Graphique 81" descr="Boîte à archives avec un remplissage uni">
              <a:extLst>
                <a:ext uri="{FF2B5EF4-FFF2-40B4-BE49-F238E27FC236}">
                  <a16:creationId xmlns:a16="http://schemas.microsoft.com/office/drawing/2014/main" id="{DA1A851F-C5EF-43C9-A0B3-7187DBCFD40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2" name="Groupe 91">
            <a:extLst>
              <a:ext uri="{FF2B5EF4-FFF2-40B4-BE49-F238E27FC236}">
                <a16:creationId xmlns:a16="http://schemas.microsoft.com/office/drawing/2014/main" id="{68F73D70-3EBC-4AF5-9B49-5677BCD0692C}"/>
              </a:ext>
            </a:extLst>
          </p:cNvPr>
          <p:cNvGrpSpPr/>
          <p:nvPr/>
        </p:nvGrpSpPr>
        <p:grpSpPr>
          <a:xfrm>
            <a:off x="1098866" y="4806407"/>
            <a:ext cx="1467257" cy="1169474"/>
            <a:chOff x="2609577" y="1563591"/>
            <a:chExt cx="1467257" cy="1169474"/>
          </a:xfrm>
        </p:grpSpPr>
        <p:grpSp>
          <p:nvGrpSpPr>
            <p:cNvPr id="93" name="Groupe 92">
              <a:extLst>
                <a:ext uri="{FF2B5EF4-FFF2-40B4-BE49-F238E27FC236}">
                  <a16:creationId xmlns:a16="http://schemas.microsoft.com/office/drawing/2014/main" id="{34ECD60C-FED1-40EC-86AE-5BD2ADB1B80E}"/>
                </a:ext>
              </a:extLst>
            </p:cNvPr>
            <p:cNvGrpSpPr/>
            <p:nvPr/>
          </p:nvGrpSpPr>
          <p:grpSpPr>
            <a:xfrm>
              <a:off x="2609577" y="1563591"/>
              <a:ext cx="1412109" cy="1169474"/>
              <a:chOff x="2645545" y="3994190"/>
              <a:chExt cx="1412109" cy="1169474"/>
            </a:xfrm>
          </p:grpSpPr>
          <p:pic>
            <p:nvPicPr>
              <p:cNvPr id="95" name="Graphique 94" descr="Diable avec un remplissage uni">
                <a:extLst>
                  <a:ext uri="{FF2B5EF4-FFF2-40B4-BE49-F238E27FC236}">
                    <a16:creationId xmlns:a16="http://schemas.microsoft.com/office/drawing/2014/main" id="{70B2987C-0D9D-4AC6-8F1B-8EBBCD3A3FC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6" name="Graphique 95" descr="Base-ball avec un remplissage uni">
                <a:extLst>
                  <a:ext uri="{FF2B5EF4-FFF2-40B4-BE49-F238E27FC236}">
                    <a16:creationId xmlns:a16="http://schemas.microsoft.com/office/drawing/2014/main" id="{15C99CA0-E99E-4FC2-A1F6-3BF87723B0B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7" name="Rectangle 96">
                <a:extLst>
                  <a:ext uri="{FF2B5EF4-FFF2-40B4-BE49-F238E27FC236}">
                    <a16:creationId xmlns:a16="http://schemas.microsoft.com/office/drawing/2014/main" id="{8E1C9C35-8E8A-45E1-93BD-7C1B2D3A73AE}"/>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4" name="Graphique 93" descr="Boîte à archives avec un remplissage uni">
              <a:extLst>
                <a:ext uri="{FF2B5EF4-FFF2-40B4-BE49-F238E27FC236}">
                  <a16:creationId xmlns:a16="http://schemas.microsoft.com/office/drawing/2014/main" id="{6F9288F9-231B-409D-90E8-A93108A86BC4}"/>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650743" y="226384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875862" y="1893808"/>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648773" y="3490364"/>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53107" y="2807835"/>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586592" y="340006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262080" y="5046378"/>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250" name="Graphique 249" descr="Mur de briques en construction avec un remplissage uni">
            <a:extLst>
              <a:ext uri="{FF2B5EF4-FFF2-40B4-BE49-F238E27FC236}">
                <a16:creationId xmlns:a16="http://schemas.microsoft.com/office/drawing/2014/main" id="{4DA4D23A-5BF4-40FF-8A44-BB87426AF1B3}"/>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251" name="Graphique 250" descr="Mur de briques en construction avec un remplissage uni">
            <a:extLst>
              <a:ext uri="{FF2B5EF4-FFF2-40B4-BE49-F238E27FC236}">
                <a16:creationId xmlns:a16="http://schemas.microsoft.com/office/drawing/2014/main" id="{2734F6DB-BBC3-4B7D-BE4E-08A62338D7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spTree>
    <p:extLst>
      <p:ext uri="{BB962C8B-B14F-4D97-AF65-F5344CB8AC3E}">
        <p14:creationId xmlns:p14="http://schemas.microsoft.com/office/powerpoint/2010/main" val="3089494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2000" dirty="0" err="1"/>
              <a:t>Pourquoi</a:t>
            </a:r>
            <a:r>
              <a:rPr lang="en-US" sz="2000" dirty="0"/>
              <a:t> NOUS ?</a:t>
            </a:r>
            <a:br>
              <a:rPr lang="en-US" sz="2000" dirty="0"/>
            </a:br>
            <a:r>
              <a:rPr lang="en-US" sz="2000" dirty="0"/>
              <a:t>Maison de la contribution (exemple de version atelier visuel)</a:t>
            </a:r>
            <a:br>
              <a:rPr lang="en-US" sz="2000" dirty="0"/>
            </a:br>
            <a:r>
              <a:rPr lang="en-US" sz="2000" dirty="0"/>
              <a:t>Exemple : Construire une communauté de pratique publique</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35488" y="1358255"/>
            <a:ext cx="4136283" cy="338554"/>
          </a:xfrm>
          <a:prstGeom prst="rect">
            <a:avLst/>
          </a:prstGeom>
          <a:noFill/>
        </p:spPr>
        <p:txBody>
          <a:bodyPr wrap="square">
            <a:spAutoFit/>
          </a:bodyPr>
          <a:lstStyle/>
          <a:p>
            <a:pPr algn="ctr"/>
            <a:r>
              <a:rPr lang="en-US" sz="1600" b="1" i="1"/>
              <a:t>Ce que chacun peut commencer à apporter pour l'objectif</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756089" y="1365741"/>
            <a:ext cx="2258641" cy="584775"/>
          </a:xfrm>
          <a:prstGeom prst="rect">
            <a:avLst/>
          </a:prstGeom>
          <a:noFill/>
        </p:spPr>
        <p:txBody>
          <a:bodyPr wrap="square">
            <a:spAutoFit/>
          </a:bodyPr>
          <a:lstStyle/>
          <a:p>
            <a:pPr algn="ctr"/>
            <a:r>
              <a:rPr lang="en-US" sz="1600" b="1" i="1"/>
              <a:t>Premières idées de contributions combinées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738227" y="1361321"/>
            <a:ext cx="2258641" cy="830997"/>
          </a:xfrm>
          <a:prstGeom prst="rect">
            <a:avLst/>
          </a:prstGeom>
          <a:noFill/>
        </p:spPr>
        <p:txBody>
          <a:bodyPr wrap="square">
            <a:spAutoFit/>
          </a:bodyPr>
          <a:lstStyle/>
          <a:p>
            <a:pPr algn="ctr"/>
            <a:r>
              <a:rPr lang="en-US" sz="1600" b="1" i="1"/>
              <a:t>Des succès que nous ne pouvions atteindre en tant qu'individus dispersés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818352" y="283615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45634" y="2250443"/>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506736" y="3180089"/>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6282073" y="4773895"/>
            <a:ext cx="993712" cy="100552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93680" y="2122319"/>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Karen</a:t>
            </a:r>
          </a:p>
          <a:p>
            <a:pPr algn="ctr"/>
            <a:r>
              <a:rPr lang="en-US" sz="1100" dirty="0" err="1">
                <a:solidFill>
                  <a:schemeClr val="tx1"/>
                </a:solidFill>
              </a:rPr>
              <a:t>Compétences</a:t>
            </a:r>
            <a:r>
              <a:rPr lang="en-US" sz="1100" dirty="0">
                <a:solidFill>
                  <a:schemeClr val="tx1"/>
                </a:solidFill>
              </a:rPr>
              <a:t> </a:t>
            </a:r>
            <a:r>
              <a:rPr lang="en-US" sz="1100" dirty="0" err="1">
                <a:solidFill>
                  <a:schemeClr val="tx1"/>
                </a:solidFill>
              </a:rPr>
              <a:t>en</a:t>
            </a:r>
            <a:r>
              <a:rPr lang="en-US" sz="1100" dirty="0">
                <a:solidFill>
                  <a:schemeClr val="tx1"/>
                </a:solidFill>
              </a:rPr>
              <a:t> matière </a:t>
            </a:r>
            <a:r>
              <a:rPr lang="en-US" sz="1100" dirty="0" err="1">
                <a:solidFill>
                  <a:schemeClr val="tx1"/>
                </a:solidFill>
              </a:rPr>
              <a:t>d'animation</a:t>
            </a:r>
            <a:r>
              <a:rPr lang="en-US" sz="1100" dirty="0">
                <a:solidFill>
                  <a:schemeClr val="tx1"/>
                </a:solidFill>
              </a:rPr>
              <a:t> </a:t>
            </a:r>
            <a:r>
              <a:rPr lang="en-US" sz="1100" dirty="0" err="1">
                <a:solidFill>
                  <a:schemeClr val="tx1"/>
                </a:solidFill>
              </a:rPr>
              <a:t>d'événement</a:t>
            </a:r>
            <a:endParaRPr lang="en-US" sz="1100" dirty="0">
              <a:solidFill>
                <a:schemeClr val="tx1"/>
              </a:solidFill>
            </a:endParaRPr>
          </a:p>
        </p:txBody>
      </p:sp>
      <p:sp>
        <p:nvSpPr>
          <p:cNvPr id="177" name="Rectangle 176">
            <a:extLst>
              <a:ext uri="{FF2B5EF4-FFF2-40B4-BE49-F238E27FC236}">
                <a16:creationId xmlns:a16="http://schemas.microsoft.com/office/drawing/2014/main" id="{31F9CEDF-D8EF-4782-97B7-F3EEF165730E}"/>
              </a:ext>
            </a:extLst>
          </p:cNvPr>
          <p:cNvSpPr/>
          <p:nvPr/>
        </p:nvSpPr>
        <p:spPr>
          <a:xfrm>
            <a:off x="901733" y="3640946"/>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John</a:t>
            </a:r>
          </a:p>
          <a:p>
            <a:pPr algn="ctr"/>
            <a:r>
              <a:rPr lang="en-US" sz="1100" dirty="0">
                <a:solidFill>
                  <a:schemeClr val="tx1"/>
                </a:solidFill>
              </a:rPr>
              <a:t>Un retour </a:t>
            </a:r>
            <a:r>
              <a:rPr lang="en-US" sz="1100" dirty="0" err="1">
                <a:solidFill>
                  <a:schemeClr val="tx1"/>
                </a:solidFill>
              </a:rPr>
              <a:t>d'information</a:t>
            </a:r>
            <a:r>
              <a:rPr lang="en-US" sz="1100" dirty="0">
                <a:solidFill>
                  <a:schemeClr val="tx1"/>
                </a:solidFill>
              </a:rPr>
              <a:t> </a:t>
            </a:r>
            <a:r>
              <a:rPr lang="en-US" sz="1100" dirty="0" err="1">
                <a:solidFill>
                  <a:schemeClr val="tx1"/>
                </a:solidFill>
              </a:rPr>
              <a:t>approfondi</a:t>
            </a:r>
            <a:r>
              <a:rPr lang="en-US" sz="1100" dirty="0">
                <a:solidFill>
                  <a:schemeClr val="tx1"/>
                </a:solidFill>
              </a:rPr>
              <a:t> et riche</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9" y="5742488"/>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Abel</a:t>
            </a:r>
          </a:p>
          <a:p>
            <a:pPr algn="ctr"/>
            <a:r>
              <a:rPr lang="en-US" sz="1200">
                <a:solidFill>
                  <a:schemeClr val="tx1"/>
                </a:solidFill>
              </a:rPr>
              <a:t>Documentation sur le thème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1" y="1979981"/>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Kane</a:t>
            </a:r>
          </a:p>
          <a:p>
            <a:pPr algn="ctr"/>
            <a:r>
              <a:rPr lang="en-US" sz="1100" dirty="0">
                <a:solidFill>
                  <a:schemeClr val="tx1"/>
                </a:solidFill>
              </a:rPr>
              <a:t>Documentation sur le </a:t>
            </a:r>
            <a:r>
              <a:rPr lang="en-US" sz="1100" dirty="0" err="1">
                <a:solidFill>
                  <a:schemeClr val="tx1"/>
                </a:solidFill>
              </a:rPr>
              <a:t>sujet</a:t>
            </a:r>
            <a:r>
              <a:rPr lang="en-US" sz="1100" dirty="0">
                <a:solidFill>
                  <a:schemeClr val="tx1"/>
                </a:solidFill>
              </a:rPr>
              <a:t> X</a:t>
            </a:r>
          </a:p>
        </p:txBody>
      </p:sp>
      <p:sp>
        <p:nvSpPr>
          <p:cNvPr id="208" name="Rectangle 207">
            <a:extLst>
              <a:ext uri="{FF2B5EF4-FFF2-40B4-BE49-F238E27FC236}">
                <a16:creationId xmlns:a16="http://schemas.microsoft.com/office/drawing/2014/main" id="{09659EE9-A2EB-4057-97BF-DB43C643D569}"/>
              </a:ext>
            </a:extLst>
          </p:cNvPr>
          <p:cNvSpPr/>
          <p:nvPr/>
        </p:nvSpPr>
        <p:spPr>
          <a:xfrm>
            <a:off x="2441048" y="4518833"/>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Matthew</a:t>
            </a:r>
          </a:p>
          <a:p>
            <a:pPr algn="ctr"/>
            <a:r>
              <a:rPr lang="en-US" sz="1200">
                <a:solidFill>
                  <a:schemeClr val="tx1"/>
                </a:solidFill>
              </a:rPr>
              <a:t>Contenu relatif au sujet YZ</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9" y="3482571"/>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Sally</a:t>
            </a:r>
          </a:p>
          <a:p>
            <a:pPr algn="ctr"/>
            <a:r>
              <a:rPr lang="en-US" sz="1100" dirty="0" err="1">
                <a:solidFill>
                  <a:schemeClr val="tx1"/>
                </a:solidFill>
              </a:rPr>
              <a:t>Liste</a:t>
            </a:r>
            <a:r>
              <a:rPr lang="en-US" sz="1100" dirty="0">
                <a:solidFill>
                  <a:schemeClr val="tx1"/>
                </a:solidFill>
              </a:rPr>
              <a:t> de contacts </a:t>
            </a:r>
            <a:r>
              <a:rPr lang="en-US" sz="1100" dirty="0" err="1">
                <a:solidFill>
                  <a:schemeClr val="tx1"/>
                </a:solidFill>
              </a:rPr>
              <a:t>clés</a:t>
            </a:r>
            <a:r>
              <a:rPr lang="en-US" sz="1100" dirty="0">
                <a:solidFill>
                  <a:schemeClr val="tx1"/>
                </a:solidFill>
              </a:rPr>
              <a:t> pour </a:t>
            </a:r>
            <a:r>
              <a:rPr lang="en-US" sz="1100" dirty="0" err="1">
                <a:solidFill>
                  <a:schemeClr val="tx1"/>
                </a:solidFill>
              </a:rPr>
              <a:t>l'invitation</a:t>
            </a:r>
            <a:r>
              <a:rPr lang="en-US" sz="1100" dirty="0">
                <a:solidFill>
                  <a:schemeClr val="tx1"/>
                </a:solidFill>
              </a:rPr>
              <a:t> à la </a:t>
            </a:r>
            <a:r>
              <a:rPr lang="en-US" sz="1100" dirty="0" err="1">
                <a:solidFill>
                  <a:schemeClr val="tx1"/>
                </a:solidFill>
              </a:rPr>
              <a:t>réunion</a:t>
            </a:r>
            <a:endParaRPr lang="en-US" sz="1100" dirty="0">
              <a:solidFill>
                <a:schemeClr val="tx1"/>
              </a:solidFill>
            </a:endParaRPr>
          </a:p>
        </p:txBody>
      </p:sp>
      <p:sp>
        <p:nvSpPr>
          <p:cNvPr id="210" name="Rectangle 209">
            <a:extLst>
              <a:ext uri="{FF2B5EF4-FFF2-40B4-BE49-F238E27FC236}">
                <a16:creationId xmlns:a16="http://schemas.microsoft.com/office/drawing/2014/main" id="{0872E8F9-F38F-4088-8B92-0156D96DB2E5}"/>
              </a:ext>
            </a:extLst>
          </p:cNvPr>
          <p:cNvSpPr/>
          <p:nvPr/>
        </p:nvSpPr>
        <p:spPr>
          <a:xfrm>
            <a:off x="448442" y="5661932"/>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Wesley</a:t>
            </a:r>
          </a:p>
          <a:p>
            <a:pPr algn="ctr"/>
            <a:r>
              <a:rPr lang="en-US" sz="1200" dirty="0" err="1">
                <a:solidFill>
                  <a:schemeClr val="tx1"/>
                </a:solidFill>
              </a:rPr>
              <a:t>Compétences</a:t>
            </a:r>
            <a:r>
              <a:rPr lang="en-US" sz="1200" dirty="0">
                <a:solidFill>
                  <a:schemeClr val="tx1"/>
                </a:solidFill>
              </a:rPr>
              <a:t> </a:t>
            </a:r>
            <a:r>
              <a:rPr lang="en-US" sz="1200" dirty="0" err="1">
                <a:solidFill>
                  <a:schemeClr val="tx1"/>
                </a:solidFill>
              </a:rPr>
              <a:t>en</a:t>
            </a:r>
            <a:r>
              <a:rPr lang="en-US" sz="1200" dirty="0">
                <a:solidFill>
                  <a:schemeClr val="tx1"/>
                </a:solidFill>
              </a:rPr>
              <a:t> gestion des </a:t>
            </a:r>
            <a:r>
              <a:rPr lang="en-US" sz="1200" dirty="0" err="1">
                <a:solidFill>
                  <a:schemeClr val="tx1"/>
                </a:solidFill>
              </a:rPr>
              <a:t>connaissances</a:t>
            </a:r>
            <a:endParaRPr lang="en-US" sz="1200" dirty="0">
              <a:solidFill>
                <a:schemeClr val="tx1"/>
              </a:solidFill>
            </a:endParaRPr>
          </a:p>
        </p:txBody>
      </p:sp>
      <p:sp>
        <p:nvSpPr>
          <p:cNvPr id="211" name="Rectangle 210">
            <a:extLst>
              <a:ext uri="{FF2B5EF4-FFF2-40B4-BE49-F238E27FC236}">
                <a16:creationId xmlns:a16="http://schemas.microsoft.com/office/drawing/2014/main" id="{437B9EBE-7769-48D0-9F48-59E434EE106D}"/>
              </a:ext>
            </a:extLst>
          </p:cNvPr>
          <p:cNvSpPr/>
          <p:nvPr/>
        </p:nvSpPr>
        <p:spPr>
          <a:xfrm>
            <a:off x="6901635" y="5315739"/>
            <a:ext cx="1144110"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Wesley + Abel + Kane</a:t>
            </a:r>
          </a:p>
          <a:p>
            <a:pPr algn="ctr"/>
            <a:r>
              <a:rPr lang="en-US" sz="1000" dirty="0" err="1">
                <a:solidFill>
                  <a:schemeClr val="tx1"/>
                </a:solidFill>
              </a:rPr>
              <a:t>Créer</a:t>
            </a:r>
            <a:r>
              <a:rPr lang="en-US" sz="1000" dirty="0">
                <a:solidFill>
                  <a:schemeClr val="tx1"/>
                </a:solidFill>
              </a:rPr>
              <a:t> </a:t>
            </a:r>
            <a:r>
              <a:rPr lang="en-US" sz="1000" dirty="0" err="1">
                <a:solidFill>
                  <a:schemeClr val="tx1"/>
                </a:solidFill>
              </a:rPr>
              <a:t>une</a:t>
            </a:r>
            <a:r>
              <a:rPr lang="en-US" sz="1000" dirty="0">
                <a:solidFill>
                  <a:schemeClr val="tx1"/>
                </a:solidFill>
              </a:rPr>
              <a:t> documentation commune</a:t>
            </a:r>
          </a:p>
        </p:txBody>
      </p:sp>
      <p:sp>
        <p:nvSpPr>
          <p:cNvPr id="212" name="Rectangle 211">
            <a:extLst>
              <a:ext uri="{FF2B5EF4-FFF2-40B4-BE49-F238E27FC236}">
                <a16:creationId xmlns:a16="http://schemas.microsoft.com/office/drawing/2014/main" id="{E30BE77A-113B-4B74-A494-58B97B93737B}"/>
              </a:ext>
            </a:extLst>
          </p:cNvPr>
          <p:cNvSpPr/>
          <p:nvPr/>
        </p:nvSpPr>
        <p:spPr>
          <a:xfrm>
            <a:off x="7901427" y="383930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Matthew + Sally</a:t>
            </a:r>
          </a:p>
          <a:p>
            <a:pPr algn="ctr"/>
            <a:r>
              <a:rPr lang="en-US" sz="1200">
                <a:solidFill>
                  <a:schemeClr val="tx1"/>
                </a:solidFill>
              </a:rPr>
              <a:t>Créer un Wiki</a:t>
            </a:r>
          </a:p>
        </p:txBody>
      </p:sp>
      <p:sp>
        <p:nvSpPr>
          <p:cNvPr id="213" name="Rectangle 212">
            <a:extLst>
              <a:ext uri="{FF2B5EF4-FFF2-40B4-BE49-F238E27FC236}">
                <a16:creationId xmlns:a16="http://schemas.microsoft.com/office/drawing/2014/main" id="{6CF53418-11D4-4203-9204-51B74BC8A0AC}"/>
              </a:ext>
            </a:extLst>
          </p:cNvPr>
          <p:cNvSpPr/>
          <p:nvPr/>
        </p:nvSpPr>
        <p:spPr>
          <a:xfrm>
            <a:off x="9700339" y="475237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Créer</a:t>
            </a:r>
            <a:r>
              <a:rPr lang="en-US" sz="1100" dirty="0">
                <a:solidFill>
                  <a:schemeClr val="tx1"/>
                </a:solidFill>
              </a:rPr>
              <a:t> un Wiki sur XYZ</a:t>
            </a:r>
          </a:p>
        </p:txBody>
      </p:sp>
      <p:sp>
        <p:nvSpPr>
          <p:cNvPr id="214" name="Rectangle 213">
            <a:extLst>
              <a:ext uri="{FF2B5EF4-FFF2-40B4-BE49-F238E27FC236}">
                <a16:creationId xmlns:a16="http://schemas.microsoft.com/office/drawing/2014/main" id="{D9652E5E-9E58-4AFD-8FAA-F11D96CCFBC1}"/>
              </a:ext>
            </a:extLst>
          </p:cNvPr>
          <p:cNvSpPr/>
          <p:nvPr/>
        </p:nvSpPr>
        <p:spPr>
          <a:xfrm>
            <a:off x="10811838" y="475237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Créez</a:t>
            </a:r>
            <a:r>
              <a:rPr lang="en-US" sz="1100" dirty="0">
                <a:solidFill>
                  <a:schemeClr val="tx1"/>
                </a:solidFill>
              </a:rPr>
              <a:t> un </a:t>
            </a:r>
            <a:r>
              <a:rPr lang="en-US" sz="1100" dirty="0" err="1">
                <a:solidFill>
                  <a:schemeClr val="tx1"/>
                </a:solidFill>
              </a:rPr>
              <a:t>groupe</a:t>
            </a:r>
            <a:r>
              <a:rPr lang="en-US" sz="1100" dirty="0">
                <a:solidFill>
                  <a:schemeClr val="tx1"/>
                </a:solidFill>
              </a:rPr>
              <a:t> de rencontre sur XYZ</a:t>
            </a:r>
          </a:p>
        </p:txBody>
      </p:sp>
      <p:sp>
        <p:nvSpPr>
          <p:cNvPr id="215" name="Rectangle 214">
            <a:extLst>
              <a:ext uri="{FF2B5EF4-FFF2-40B4-BE49-F238E27FC236}">
                <a16:creationId xmlns:a16="http://schemas.microsoft.com/office/drawing/2014/main" id="{F216D036-3EB8-47ED-B406-23D25E6CDB25}"/>
              </a:ext>
            </a:extLst>
          </p:cNvPr>
          <p:cNvSpPr/>
          <p:nvPr/>
        </p:nvSpPr>
        <p:spPr>
          <a:xfrm>
            <a:off x="6002455" y="3757486"/>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Karen + Sally + John</a:t>
            </a:r>
          </a:p>
          <a:p>
            <a:pPr algn="ctr"/>
            <a:r>
              <a:rPr lang="en-US" sz="1200">
                <a:solidFill>
                  <a:schemeClr val="tx1"/>
                </a:solidFill>
              </a:rPr>
              <a:t>Organiser un événement</a:t>
            </a:r>
          </a:p>
        </p:txBody>
      </p:sp>
      <p:sp>
        <p:nvSpPr>
          <p:cNvPr id="216" name="Rectangle 215">
            <a:extLst>
              <a:ext uri="{FF2B5EF4-FFF2-40B4-BE49-F238E27FC236}">
                <a16:creationId xmlns:a16="http://schemas.microsoft.com/office/drawing/2014/main" id="{4255E826-7924-4C48-BB78-C4A45DA006F6}"/>
              </a:ext>
            </a:extLst>
          </p:cNvPr>
          <p:cNvSpPr/>
          <p:nvPr/>
        </p:nvSpPr>
        <p:spPr>
          <a:xfrm>
            <a:off x="10157047" y="5578821"/>
            <a:ext cx="1490299"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tx1"/>
                </a:solidFill>
              </a:rPr>
              <a:t>Collecter</a:t>
            </a:r>
            <a:r>
              <a:rPr lang="en-US" sz="1050" dirty="0">
                <a:solidFill>
                  <a:schemeClr val="tx1"/>
                </a:solidFill>
              </a:rPr>
              <a:t> et </a:t>
            </a:r>
            <a:r>
              <a:rPr lang="en-US" sz="1050" dirty="0" err="1">
                <a:solidFill>
                  <a:schemeClr val="tx1"/>
                </a:solidFill>
              </a:rPr>
              <a:t>partager</a:t>
            </a:r>
            <a:r>
              <a:rPr lang="en-US" sz="1050" dirty="0">
                <a:solidFill>
                  <a:schemeClr val="tx1"/>
                </a:solidFill>
              </a:rPr>
              <a:t> les </a:t>
            </a:r>
            <a:r>
              <a:rPr lang="en-US" sz="1050" dirty="0" err="1">
                <a:solidFill>
                  <a:schemeClr val="tx1"/>
                </a:solidFill>
              </a:rPr>
              <a:t>meilleures</a:t>
            </a:r>
            <a:r>
              <a:rPr lang="en-US" sz="1050" dirty="0">
                <a:solidFill>
                  <a:schemeClr val="tx1"/>
                </a:solidFill>
              </a:rPr>
              <a:t> pratiques </a:t>
            </a:r>
            <a:r>
              <a:rPr lang="en-US" sz="1050" dirty="0" err="1">
                <a:solidFill>
                  <a:schemeClr val="tx1"/>
                </a:solidFill>
              </a:rPr>
              <a:t>concernant</a:t>
            </a:r>
            <a:r>
              <a:rPr lang="en-US" sz="1050" dirty="0">
                <a:solidFill>
                  <a:schemeClr val="tx1"/>
                </a:solidFill>
              </a:rPr>
              <a:t> XYZ au </a:t>
            </a:r>
            <a:r>
              <a:rPr lang="en-US" sz="1050" dirty="0" err="1">
                <a:solidFill>
                  <a:schemeClr val="tx1"/>
                </a:solidFill>
              </a:rPr>
              <a:t>niveau</a:t>
            </a:r>
            <a:r>
              <a:rPr lang="en-US" sz="1050" dirty="0">
                <a:solidFill>
                  <a:schemeClr val="tx1"/>
                </a:solidFill>
              </a:rPr>
              <a:t> de </a:t>
            </a:r>
            <a:r>
              <a:rPr lang="en-US" sz="1050" dirty="0" err="1">
                <a:solidFill>
                  <a:schemeClr val="tx1"/>
                </a:solidFill>
              </a:rPr>
              <a:t>l'entreprise</a:t>
            </a:r>
            <a:r>
              <a:rPr lang="en-US" sz="1050" dirty="0">
                <a:solidFill>
                  <a:schemeClr val="tx1"/>
                </a:solidFill>
              </a:rPr>
              <a:t>.</a:t>
            </a:r>
          </a:p>
        </p:txBody>
      </p:sp>
    </p:spTree>
    <p:extLst>
      <p:ext uri="{BB962C8B-B14F-4D97-AF65-F5344CB8AC3E}">
        <p14:creationId xmlns:p14="http://schemas.microsoft.com/office/powerpoint/2010/main" val="781059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err="1"/>
              <a:t>Pourquoi</a:t>
            </a:r>
            <a:r>
              <a:rPr lang="en-US" sz="3200" dirty="0"/>
              <a:t> NOUS ?</a:t>
            </a:r>
            <a:br>
              <a:rPr lang="en-US" sz="3200" dirty="0"/>
            </a:br>
            <a:r>
              <a:rPr lang="en-US" sz="3200" dirty="0"/>
              <a:t>Maison de la contribution (</a:t>
            </a:r>
            <a:r>
              <a:rPr lang="en-US" sz="3200" dirty="0" err="1"/>
              <a:t>exemple</a:t>
            </a:r>
            <a:r>
              <a:rPr lang="en-US" sz="3200" dirty="0"/>
              <a:t> de version atelier </a:t>
            </a:r>
            <a:r>
              <a:rPr lang="en-US" sz="3200" dirty="0" err="1"/>
              <a:t>visuel</a:t>
            </a:r>
            <a:r>
              <a:rPr lang="en-US" sz="3200" dirty="0"/>
              <a:t>)</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35488" y="1358255"/>
            <a:ext cx="4136283" cy="338554"/>
          </a:xfrm>
          <a:prstGeom prst="rect">
            <a:avLst/>
          </a:prstGeom>
          <a:noFill/>
        </p:spPr>
        <p:txBody>
          <a:bodyPr wrap="square">
            <a:spAutoFit/>
          </a:bodyPr>
          <a:lstStyle/>
          <a:p>
            <a:pPr algn="ctr"/>
            <a:r>
              <a:rPr lang="en-US" sz="1600" b="1" i="1"/>
              <a:t>Ce que chacun peut commencer à apporter pour l'objectif</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 name="Rectangle 2">
            <a:extLst>
              <a:ext uri="{FF2B5EF4-FFF2-40B4-BE49-F238E27FC236}">
                <a16:creationId xmlns:a16="http://schemas.microsoft.com/office/drawing/2014/main" id="{DAC39AE7-8D07-4B89-B94B-02543B7C6B8D}"/>
              </a:ext>
            </a:extLst>
          </p:cNvPr>
          <p:cNvSpPr/>
          <p:nvPr/>
        </p:nvSpPr>
        <p:spPr>
          <a:xfrm>
            <a:off x="93680" y="2122319"/>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Karen</a:t>
            </a:r>
          </a:p>
          <a:p>
            <a:pPr algn="ctr"/>
            <a:r>
              <a:rPr lang="en-US" sz="1100" dirty="0" err="1">
                <a:solidFill>
                  <a:schemeClr val="tx1"/>
                </a:solidFill>
              </a:rPr>
              <a:t>Compétences</a:t>
            </a:r>
            <a:r>
              <a:rPr lang="en-US" sz="1100" dirty="0">
                <a:solidFill>
                  <a:schemeClr val="tx1"/>
                </a:solidFill>
              </a:rPr>
              <a:t> </a:t>
            </a:r>
            <a:r>
              <a:rPr lang="en-US" sz="1100" dirty="0" err="1">
                <a:solidFill>
                  <a:schemeClr val="tx1"/>
                </a:solidFill>
              </a:rPr>
              <a:t>en</a:t>
            </a:r>
            <a:r>
              <a:rPr lang="en-US" sz="1100" dirty="0">
                <a:solidFill>
                  <a:schemeClr val="tx1"/>
                </a:solidFill>
              </a:rPr>
              <a:t> matière </a:t>
            </a:r>
            <a:r>
              <a:rPr lang="en-US" sz="1100" dirty="0" err="1">
                <a:solidFill>
                  <a:schemeClr val="tx1"/>
                </a:solidFill>
              </a:rPr>
              <a:t>d'animation</a:t>
            </a:r>
            <a:r>
              <a:rPr lang="en-US" sz="1100" dirty="0">
                <a:solidFill>
                  <a:schemeClr val="tx1"/>
                </a:solidFill>
              </a:rPr>
              <a:t> </a:t>
            </a:r>
            <a:r>
              <a:rPr lang="en-US" sz="1100" dirty="0" err="1">
                <a:solidFill>
                  <a:schemeClr val="tx1"/>
                </a:solidFill>
              </a:rPr>
              <a:t>d'événement</a:t>
            </a:r>
            <a:endParaRPr lang="en-US" sz="1100" dirty="0">
              <a:solidFill>
                <a:schemeClr val="tx1"/>
              </a:solidFill>
            </a:endParaRPr>
          </a:p>
        </p:txBody>
      </p:sp>
      <p:sp>
        <p:nvSpPr>
          <p:cNvPr id="177" name="Rectangle 176">
            <a:extLst>
              <a:ext uri="{FF2B5EF4-FFF2-40B4-BE49-F238E27FC236}">
                <a16:creationId xmlns:a16="http://schemas.microsoft.com/office/drawing/2014/main" id="{31F9CEDF-D8EF-4782-97B7-F3EEF165730E}"/>
              </a:ext>
            </a:extLst>
          </p:cNvPr>
          <p:cNvSpPr/>
          <p:nvPr/>
        </p:nvSpPr>
        <p:spPr>
          <a:xfrm>
            <a:off x="901733" y="3640946"/>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John</a:t>
            </a:r>
          </a:p>
          <a:p>
            <a:pPr algn="ctr"/>
            <a:r>
              <a:rPr lang="en-US" sz="1100" dirty="0">
                <a:solidFill>
                  <a:schemeClr val="tx1"/>
                </a:solidFill>
              </a:rPr>
              <a:t>Un retour </a:t>
            </a:r>
            <a:r>
              <a:rPr lang="en-US" sz="1100" dirty="0" err="1">
                <a:solidFill>
                  <a:schemeClr val="tx1"/>
                </a:solidFill>
              </a:rPr>
              <a:t>d'information</a:t>
            </a:r>
            <a:r>
              <a:rPr lang="en-US" sz="1100" dirty="0">
                <a:solidFill>
                  <a:schemeClr val="tx1"/>
                </a:solidFill>
              </a:rPr>
              <a:t> </a:t>
            </a:r>
            <a:r>
              <a:rPr lang="en-US" sz="1100" dirty="0" err="1">
                <a:solidFill>
                  <a:schemeClr val="tx1"/>
                </a:solidFill>
              </a:rPr>
              <a:t>approfondi</a:t>
            </a:r>
            <a:r>
              <a:rPr lang="en-US" sz="1100" dirty="0">
                <a:solidFill>
                  <a:schemeClr val="tx1"/>
                </a:solidFill>
              </a:rPr>
              <a:t> et riche</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9" y="5742488"/>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Abel</a:t>
            </a:r>
          </a:p>
          <a:p>
            <a:pPr algn="ctr"/>
            <a:r>
              <a:rPr lang="en-US" sz="1200">
                <a:solidFill>
                  <a:schemeClr val="tx1"/>
                </a:solidFill>
              </a:rPr>
              <a:t>Documentation sur le thème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1" y="1979981"/>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Kane</a:t>
            </a:r>
          </a:p>
          <a:p>
            <a:pPr algn="ctr"/>
            <a:r>
              <a:rPr lang="en-US" sz="1200">
                <a:solidFill>
                  <a:schemeClr val="tx1"/>
                </a:solidFill>
              </a:rPr>
              <a:t>Documentation sur le sujet X</a:t>
            </a:r>
          </a:p>
        </p:txBody>
      </p:sp>
      <p:sp>
        <p:nvSpPr>
          <p:cNvPr id="208" name="Rectangle 207">
            <a:extLst>
              <a:ext uri="{FF2B5EF4-FFF2-40B4-BE49-F238E27FC236}">
                <a16:creationId xmlns:a16="http://schemas.microsoft.com/office/drawing/2014/main" id="{09659EE9-A2EB-4057-97BF-DB43C643D569}"/>
              </a:ext>
            </a:extLst>
          </p:cNvPr>
          <p:cNvSpPr/>
          <p:nvPr/>
        </p:nvSpPr>
        <p:spPr>
          <a:xfrm>
            <a:off x="2441048" y="4518833"/>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Matthew</a:t>
            </a:r>
          </a:p>
          <a:p>
            <a:pPr algn="ctr"/>
            <a:r>
              <a:rPr lang="en-US" sz="1200">
                <a:solidFill>
                  <a:schemeClr val="tx1"/>
                </a:solidFill>
              </a:rPr>
              <a:t>Contenu relatif au sujet YZ</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9" y="3482571"/>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Sally</a:t>
            </a:r>
          </a:p>
          <a:p>
            <a:pPr algn="ctr"/>
            <a:r>
              <a:rPr lang="en-US" sz="1100" dirty="0" err="1">
                <a:solidFill>
                  <a:schemeClr val="tx1"/>
                </a:solidFill>
              </a:rPr>
              <a:t>Liste</a:t>
            </a:r>
            <a:r>
              <a:rPr lang="en-US" sz="1100" dirty="0">
                <a:solidFill>
                  <a:schemeClr val="tx1"/>
                </a:solidFill>
              </a:rPr>
              <a:t> de contacts </a:t>
            </a:r>
            <a:r>
              <a:rPr lang="en-US" sz="1100" dirty="0" err="1">
                <a:solidFill>
                  <a:schemeClr val="tx1"/>
                </a:solidFill>
              </a:rPr>
              <a:t>clés</a:t>
            </a:r>
            <a:r>
              <a:rPr lang="en-US" sz="1100" dirty="0">
                <a:solidFill>
                  <a:schemeClr val="tx1"/>
                </a:solidFill>
              </a:rPr>
              <a:t> pour </a:t>
            </a:r>
            <a:r>
              <a:rPr lang="en-US" sz="1100" dirty="0" err="1">
                <a:solidFill>
                  <a:schemeClr val="tx1"/>
                </a:solidFill>
              </a:rPr>
              <a:t>l'invitation</a:t>
            </a:r>
            <a:r>
              <a:rPr lang="en-US" sz="1100" dirty="0">
                <a:solidFill>
                  <a:schemeClr val="tx1"/>
                </a:solidFill>
              </a:rPr>
              <a:t> à la </a:t>
            </a:r>
            <a:r>
              <a:rPr lang="en-US" sz="1100" dirty="0" err="1">
                <a:solidFill>
                  <a:schemeClr val="tx1"/>
                </a:solidFill>
              </a:rPr>
              <a:t>réunion</a:t>
            </a:r>
            <a:endParaRPr lang="en-US" sz="1100" dirty="0">
              <a:solidFill>
                <a:schemeClr val="tx1"/>
              </a:solidFill>
            </a:endParaRPr>
          </a:p>
        </p:txBody>
      </p:sp>
      <p:sp>
        <p:nvSpPr>
          <p:cNvPr id="210" name="Rectangle 209">
            <a:extLst>
              <a:ext uri="{FF2B5EF4-FFF2-40B4-BE49-F238E27FC236}">
                <a16:creationId xmlns:a16="http://schemas.microsoft.com/office/drawing/2014/main" id="{0872E8F9-F38F-4088-8B92-0156D96DB2E5}"/>
              </a:ext>
            </a:extLst>
          </p:cNvPr>
          <p:cNvSpPr/>
          <p:nvPr/>
        </p:nvSpPr>
        <p:spPr>
          <a:xfrm>
            <a:off x="448442" y="5661932"/>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Wesley</a:t>
            </a:r>
          </a:p>
          <a:p>
            <a:pPr algn="ctr"/>
            <a:r>
              <a:rPr lang="en-US" sz="1200" dirty="0" err="1">
                <a:solidFill>
                  <a:schemeClr val="tx1"/>
                </a:solidFill>
              </a:rPr>
              <a:t>Compétences</a:t>
            </a:r>
            <a:r>
              <a:rPr lang="en-US" sz="1200" dirty="0">
                <a:solidFill>
                  <a:schemeClr val="tx1"/>
                </a:solidFill>
              </a:rPr>
              <a:t> </a:t>
            </a:r>
            <a:r>
              <a:rPr lang="en-US" sz="1200" dirty="0" err="1">
                <a:solidFill>
                  <a:schemeClr val="tx1"/>
                </a:solidFill>
              </a:rPr>
              <a:t>en</a:t>
            </a:r>
            <a:r>
              <a:rPr lang="en-US" sz="1200" dirty="0">
                <a:solidFill>
                  <a:schemeClr val="tx1"/>
                </a:solidFill>
              </a:rPr>
              <a:t> gestion des </a:t>
            </a:r>
            <a:r>
              <a:rPr lang="en-US" sz="1200" dirty="0" err="1">
                <a:solidFill>
                  <a:schemeClr val="tx1"/>
                </a:solidFill>
              </a:rPr>
              <a:t>connaissances</a:t>
            </a:r>
            <a:endParaRPr lang="en-US" sz="1200" dirty="0">
              <a:solidFill>
                <a:schemeClr val="tx1"/>
              </a:solidFill>
            </a:endParaRPr>
          </a:p>
        </p:txBody>
      </p:sp>
      <p:sp>
        <p:nvSpPr>
          <p:cNvPr id="217" name="ZoneTexte 216">
            <a:extLst>
              <a:ext uri="{FF2B5EF4-FFF2-40B4-BE49-F238E27FC236}">
                <a16:creationId xmlns:a16="http://schemas.microsoft.com/office/drawing/2014/main" id="{00E8A6F3-B75D-42EE-99E5-1E2DE253ADF9}"/>
              </a:ext>
            </a:extLst>
          </p:cNvPr>
          <p:cNvSpPr txBox="1"/>
          <p:nvPr/>
        </p:nvSpPr>
        <p:spPr>
          <a:xfrm>
            <a:off x="6371490" y="1703978"/>
            <a:ext cx="4895822" cy="4801314"/>
          </a:xfrm>
          <a:prstGeom prst="rect">
            <a:avLst/>
          </a:prstGeom>
          <a:noFill/>
        </p:spPr>
        <p:txBody>
          <a:bodyPr wrap="square">
            <a:spAutoFit/>
          </a:bodyPr>
          <a:lstStyle/>
          <a:p>
            <a:r>
              <a:rPr lang="en-US" b="1" dirty="0">
                <a:solidFill>
                  <a:srgbClr val="333333"/>
                </a:solidFill>
                <a:effectLst/>
              </a:rPr>
              <a:t>Que faut-il écrire dans </a:t>
            </a:r>
            <a:r>
              <a:rPr lang="en-US" b="1" dirty="0">
                <a:solidFill>
                  <a:srgbClr val="333333"/>
                </a:solidFill>
              </a:rPr>
              <a:t>cette partie du canevas </a:t>
            </a:r>
            <a:r>
              <a:rPr lang="en-US" b="1" dirty="0">
                <a:solidFill>
                  <a:srgbClr val="333333"/>
                </a:solidFill>
                <a:effectLst/>
              </a:rPr>
              <a:t>?</a:t>
            </a:r>
            <a:br>
              <a:rPr lang="en-US" dirty="0"/>
            </a:br>
            <a:r>
              <a:rPr lang="en-US" dirty="0">
                <a:solidFill>
                  <a:srgbClr val="333333"/>
                </a:solidFill>
                <a:effectLst/>
              </a:rPr>
              <a:t>(Il n'est pas facile de penser à "Tout ce que l'on peut apporter", écrivez simplement ce qui vous vient à l'esprit en premier </a:t>
            </a:r>
            <a:r>
              <a:rPr lang="en-US" b="1" dirty="0">
                <a:solidFill>
                  <a:srgbClr val="333333"/>
                </a:solidFill>
                <a:effectLst/>
              </a:rPr>
              <a:t>compte tenu de l'objectif du projet / produit)</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Compétences personnelles qui, selon vous, pourraient être utiles pour le projet/produit.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Contacts et réseau personnel susceptibles d'être intéressés par le projet/produit ou de s'y intéresser.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Niveau de disponibilité (heures par semaine, ...) que l'on peut apporter pour le projet / produit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Ressources (documents, outils, accès, ...) qui pourraient servir</a:t>
            </a:r>
          </a:p>
        </p:txBody>
      </p:sp>
    </p:spTree>
    <p:extLst>
      <p:ext uri="{BB962C8B-B14F-4D97-AF65-F5344CB8AC3E}">
        <p14:creationId xmlns:p14="http://schemas.microsoft.com/office/powerpoint/2010/main" val="2950735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err="1"/>
              <a:t>Pourquoi</a:t>
            </a:r>
            <a:r>
              <a:rPr lang="en-US" sz="3200" dirty="0"/>
              <a:t> NOUS ?</a:t>
            </a:r>
            <a:br>
              <a:rPr lang="en-US" sz="3200" dirty="0"/>
            </a:br>
            <a:r>
              <a:rPr lang="en-US" sz="3200" dirty="0"/>
              <a:t>Maison de la contribution (</a:t>
            </a:r>
            <a:r>
              <a:rPr lang="en-US" sz="3200" dirty="0" err="1"/>
              <a:t>exemple</a:t>
            </a:r>
            <a:r>
              <a:rPr lang="en-US" sz="3200" dirty="0"/>
              <a:t> de version atelier </a:t>
            </a:r>
            <a:r>
              <a:rPr lang="en-US" sz="3200" dirty="0" err="1"/>
              <a:t>visuel</a:t>
            </a:r>
            <a:r>
              <a:rPr lang="en-US" sz="3200" dirty="0"/>
              <a:t>)</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600981" y="1399869"/>
            <a:ext cx="2258641" cy="584775"/>
          </a:xfrm>
          <a:prstGeom prst="rect">
            <a:avLst/>
          </a:prstGeom>
          <a:noFill/>
        </p:spPr>
        <p:txBody>
          <a:bodyPr wrap="square">
            <a:spAutoFit/>
          </a:bodyPr>
          <a:lstStyle/>
          <a:p>
            <a:pPr algn="ctr"/>
            <a:r>
              <a:rPr lang="en-US" sz="1600" b="1" i="1"/>
              <a:t>Premières idées de contributions combinées</a:t>
            </a:r>
          </a:p>
        </p:txBody>
      </p:sp>
      <p:grpSp>
        <p:nvGrpSpPr>
          <p:cNvPr id="106" name="Groupe 105">
            <a:extLst>
              <a:ext uri="{FF2B5EF4-FFF2-40B4-BE49-F238E27FC236}">
                <a16:creationId xmlns:a16="http://schemas.microsoft.com/office/drawing/2014/main" id="{13B2CE95-C8C7-4A5C-92F1-EC2A4420DB71}"/>
              </a:ext>
            </a:extLst>
          </p:cNvPr>
          <p:cNvGrpSpPr/>
          <p:nvPr/>
        </p:nvGrpSpPr>
        <p:grpSpPr>
          <a:xfrm flipH="1">
            <a:off x="663244" y="2870280"/>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351628" y="3214217"/>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1126965" y="4808023"/>
            <a:ext cx="993712" cy="1005521"/>
          </a:xfrm>
          <a:prstGeom prst="rect">
            <a:avLst/>
          </a:prstGeom>
        </p:spPr>
      </p:pic>
      <p:sp>
        <p:nvSpPr>
          <p:cNvPr id="211" name="Rectangle 210">
            <a:extLst>
              <a:ext uri="{FF2B5EF4-FFF2-40B4-BE49-F238E27FC236}">
                <a16:creationId xmlns:a16="http://schemas.microsoft.com/office/drawing/2014/main" id="{437B9EBE-7769-48D0-9F48-59E434EE106D}"/>
              </a:ext>
            </a:extLst>
          </p:cNvPr>
          <p:cNvSpPr/>
          <p:nvPr/>
        </p:nvSpPr>
        <p:spPr>
          <a:xfrm>
            <a:off x="1746527" y="5349867"/>
            <a:ext cx="1144110"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Wesley + Abel + Kane</a:t>
            </a:r>
          </a:p>
          <a:p>
            <a:pPr algn="ctr"/>
            <a:r>
              <a:rPr lang="en-US" sz="1050" dirty="0" err="1">
                <a:solidFill>
                  <a:schemeClr val="tx1"/>
                </a:solidFill>
              </a:rPr>
              <a:t>Créer</a:t>
            </a:r>
            <a:r>
              <a:rPr lang="en-US" sz="1050" dirty="0">
                <a:solidFill>
                  <a:schemeClr val="tx1"/>
                </a:solidFill>
              </a:rPr>
              <a:t> </a:t>
            </a:r>
            <a:r>
              <a:rPr lang="en-US" sz="1050" dirty="0" err="1">
                <a:solidFill>
                  <a:schemeClr val="tx1"/>
                </a:solidFill>
              </a:rPr>
              <a:t>une</a:t>
            </a:r>
            <a:r>
              <a:rPr lang="en-US" sz="1050" dirty="0">
                <a:solidFill>
                  <a:schemeClr val="tx1"/>
                </a:solidFill>
              </a:rPr>
              <a:t> documentation commune</a:t>
            </a:r>
          </a:p>
        </p:txBody>
      </p:sp>
      <p:sp>
        <p:nvSpPr>
          <p:cNvPr id="212" name="Rectangle 211">
            <a:extLst>
              <a:ext uri="{FF2B5EF4-FFF2-40B4-BE49-F238E27FC236}">
                <a16:creationId xmlns:a16="http://schemas.microsoft.com/office/drawing/2014/main" id="{E30BE77A-113B-4B74-A494-58B97B93737B}"/>
              </a:ext>
            </a:extLst>
          </p:cNvPr>
          <p:cNvSpPr/>
          <p:nvPr/>
        </p:nvSpPr>
        <p:spPr>
          <a:xfrm>
            <a:off x="2746319" y="3873435"/>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Matthew + Sally</a:t>
            </a:r>
          </a:p>
          <a:p>
            <a:pPr algn="ctr"/>
            <a:r>
              <a:rPr lang="en-US" sz="1100" dirty="0" err="1">
                <a:solidFill>
                  <a:schemeClr val="tx1"/>
                </a:solidFill>
              </a:rPr>
              <a:t>Créer</a:t>
            </a:r>
            <a:r>
              <a:rPr lang="en-US" sz="1100" dirty="0">
                <a:solidFill>
                  <a:schemeClr val="tx1"/>
                </a:solidFill>
              </a:rPr>
              <a:t> un Wiki</a:t>
            </a:r>
          </a:p>
        </p:txBody>
      </p:sp>
      <p:sp>
        <p:nvSpPr>
          <p:cNvPr id="215" name="Rectangle 214">
            <a:extLst>
              <a:ext uri="{FF2B5EF4-FFF2-40B4-BE49-F238E27FC236}">
                <a16:creationId xmlns:a16="http://schemas.microsoft.com/office/drawing/2014/main" id="{F216D036-3EB8-47ED-B406-23D25E6CDB25}"/>
              </a:ext>
            </a:extLst>
          </p:cNvPr>
          <p:cNvSpPr/>
          <p:nvPr/>
        </p:nvSpPr>
        <p:spPr>
          <a:xfrm>
            <a:off x="847347" y="379161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Karen + Sally + John</a:t>
            </a:r>
          </a:p>
          <a:p>
            <a:pPr algn="ctr"/>
            <a:r>
              <a:rPr lang="en-US" sz="1100" dirty="0" err="1">
                <a:solidFill>
                  <a:schemeClr val="tx1"/>
                </a:solidFill>
              </a:rPr>
              <a:t>Organiser</a:t>
            </a:r>
            <a:r>
              <a:rPr lang="en-US" sz="1100" dirty="0">
                <a:solidFill>
                  <a:schemeClr val="tx1"/>
                </a:solidFill>
              </a:rPr>
              <a:t> un </a:t>
            </a:r>
            <a:r>
              <a:rPr lang="en-US" sz="1100" dirty="0" err="1">
                <a:solidFill>
                  <a:schemeClr val="tx1"/>
                </a:solidFill>
              </a:rPr>
              <a:t>événement</a:t>
            </a:r>
            <a:endParaRPr lang="en-US" sz="1100" dirty="0">
              <a:solidFill>
                <a:schemeClr val="tx1"/>
              </a:solidFill>
            </a:endParaRPr>
          </a:p>
        </p:txBody>
      </p:sp>
      <p:sp>
        <p:nvSpPr>
          <p:cNvPr id="217" name="ZoneTexte 216">
            <a:extLst>
              <a:ext uri="{FF2B5EF4-FFF2-40B4-BE49-F238E27FC236}">
                <a16:creationId xmlns:a16="http://schemas.microsoft.com/office/drawing/2014/main" id="{0EBFF499-1F92-4978-BB7A-39D75B9A1531}"/>
              </a:ext>
            </a:extLst>
          </p:cNvPr>
          <p:cNvSpPr txBox="1"/>
          <p:nvPr/>
        </p:nvSpPr>
        <p:spPr>
          <a:xfrm>
            <a:off x="6356451" y="1470704"/>
            <a:ext cx="4895822" cy="4524315"/>
          </a:xfrm>
          <a:prstGeom prst="rect">
            <a:avLst/>
          </a:prstGeom>
          <a:noFill/>
        </p:spPr>
        <p:txBody>
          <a:bodyPr wrap="square">
            <a:spAutoFit/>
          </a:bodyPr>
          <a:lstStyle/>
          <a:p>
            <a:r>
              <a:rPr lang="en-US" b="1" dirty="0">
                <a:solidFill>
                  <a:srgbClr val="333333"/>
                </a:solidFill>
                <a:effectLst/>
              </a:rPr>
              <a:t>Que faut-il écrire dans cette partie du canevas ?</a:t>
            </a:r>
            <a:br>
              <a:rPr lang="en-US" dirty="0"/>
            </a:br>
            <a:r>
              <a:rPr lang="en-US" dirty="0">
                <a:solidFill>
                  <a:srgbClr val="333333"/>
                </a:solidFill>
                <a:effectLst/>
              </a:rPr>
              <a:t>(Il n'est pas facile de penser à "toutes les combinaisons possibles", écrivez simplement ce qui vous vient à l'esprit en premier</a:t>
            </a:r>
            <a:r>
              <a:rPr lang="en-US" b="1" dirty="0">
                <a:solidFill>
                  <a:srgbClr val="333333"/>
                </a:solidFill>
                <a:effectLst/>
              </a:rPr>
              <a:t>, compte tenu de ce que vous savez des contributions).</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Projets qui peuvent être réalisés ensemble (avec des contributions déjà identifiées)</a:t>
            </a:r>
          </a:p>
          <a:p>
            <a:pPr marL="285750" indent="-285750">
              <a:buFont typeface="Arial" panose="020B0604020202020204" pitchFamily="34" charset="0"/>
              <a:buChar char="•"/>
            </a:pPr>
            <a:r>
              <a:rPr lang="en-US" dirty="0"/>
              <a:t>Les réalisations qui peuvent être atteintes</a:t>
            </a:r>
          </a:p>
          <a:p>
            <a:pPr marL="285750" indent="-285750">
              <a:buFont typeface="Arial" panose="020B0604020202020204" pitchFamily="34" charset="0"/>
              <a:buChar char="•"/>
            </a:pPr>
            <a:endParaRPr lang="en-US" dirty="0"/>
          </a:p>
          <a:p>
            <a:r>
              <a:rPr lang="en-US" dirty="0"/>
              <a:t>Soyez créatif et reconnaissez la contribution des autres membres. Utilisez cette phase comme un premier BRAINSTORM collectif des activités ou des réalisations du projet/produit.</a:t>
            </a:r>
          </a:p>
          <a:p>
            <a:r>
              <a:rPr lang="en-US" dirty="0"/>
              <a:t>Il faut également partir du principe que toutes les activités du projet/produit ne sont pas toujours réunies par tous les membres.</a:t>
            </a:r>
          </a:p>
        </p:txBody>
      </p:sp>
    </p:spTree>
    <p:extLst>
      <p:ext uri="{BB962C8B-B14F-4D97-AF65-F5344CB8AC3E}">
        <p14:creationId xmlns:p14="http://schemas.microsoft.com/office/powerpoint/2010/main" val="2309998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err="1"/>
              <a:t>Pourquoi</a:t>
            </a:r>
            <a:r>
              <a:rPr lang="en-US" sz="3200" dirty="0"/>
              <a:t> NOUS ?</a:t>
            </a:r>
            <a:br>
              <a:rPr lang="en-US" sz="3200" dirty="0"/>
            </a:br>
            <a:r>
              <a:rPr lang="en-US" sz="3200" dirty="0"/>
              <a:t>Maison de la contribution (</a:t>
            </a:r>
            <a:r>
              <a:rPr lang="en-US" sz="3200" dirty="0" err="1"/>
              <a:t>exemple</a:t>
            </a:r>
            <a:r>
              <a:rPr lang="en-US" sz="3200" dirty="0"/>
              <a:t> de version atelier </a:t>
            </a:r>
            <a:r>
              <a:rPr lang="en-US" sz="3200" dirty="0" err="1"/>
              <a:t>visuel</a:t>
            </a:r>
            <a:r>
              <a:rPr lang="en-US" sz="3200" dirty="0"/>
              <a:t>)</a:t>
            </a:r>
          </a:p>
        </p:txBody>
      </p:sp>
      <p:sp>
        <p:nvSpPr>
          <p:cNvPr id="217" name="ZoneTexte 216">
            <a:extLst>
              <a:ext uri="{FF2B5EF4-FFF2-40B4-BE49-F238E27FC236}">
                <a16:creationId xmlns:a16="http://schemas.microsoft.com/office/drawing/2014/main" id="{0EBFF499-1F92-4978-BB7A-39D75B9A1531}"/>
              </a:ext>
            </a:extLst>
          </p:cNvPr>
          <p:cNvSpPr txBox="1"/>
          <p:nvPr/>
        </p:nvSpPr>
        <p:spPr>
          <a:xfrm>
            <a:off x="4910953" y="1470704"/>
            <a:ext cx="6450342" cy="5078313"/>
          </a:xfrm>
          <a:prstGeom prst="rect">
            <a:avLst/>
          </a:prstGeom>
          <a:noFill/>
        </p:spPr>
        <p:txBody>
          <a:bodyPr wrap="square">
            <a:spAutoFit/>
          </a:bodyPr>
          <a:lstStyle/>
          <a:p>
            <a:r>
              <a:rPr lang="en-US" b="1" dirty="0">
                <a:solidFill>
                  <a:srgbClr val="333333"/>
                </a:solidFill>
                <a:effectLst/>
              </a:rPr>
              <a:t>Que faut-il écrire dans cette partie du canevas ?</a:t>
            </a:r>
            <a:br>
              <a:rPr lang="en-US" dirty="0"/>
            </a:br>
            <a:r>
              <a:rPr lang="en-US" dirty="0">
                <a:solidFill>
                  <a:srgbClr val="333333"/>
                </a:solidFill>
                <a:effectLst/>
              </a:rPr>
              <a:t>(Il n'est pas facile de penser à "toutes les réalisations possibles", écrivez simplement ce qui vous vient à l'esprit en premier</a:t>
            </a:r>
            <a:r>
              <a:rPr lang="en-US" b="1" dirty="0">
                <a:solidFill>
                  <a:srgbClr val="333333"/>
                </a:solidFill>
                <a:effectLst/>
              </a:rPr>
              <a:t>, compte tenu de ce que vous savez des capacités du projet/produit).</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Les ambitions les plus élevées que vous pensez que le projet/produit peut réaliser.</a:t>
            </a:r>
          </a:p>
          <a:p>
            <a:pPr marL="285750" indent="-285750">
              <a:buFont typeface="Arial" panose="020B0604020202020204" pitchFamily="34" charset="0"/>
              <a:buChar char="•"/>
            </a:pPr>
            <a:r>
              <a:rPr lang="en-US" dirty="0"/>
              <a:t>Résultats les plus impressionnants que vous pensez que le projet / produit peut atteindre</a:t>
            </a:r>
          </a:p>
          <a:p>
            <a:pPr marL="285750" indent="-285750">
              <a:buFont typeface="Arial" panose="020B0604020202020204" pitchFamily="34" charset="0"/>
              <a:buChar char="•"/>
            </a:pPr>
            <a:r>
              <a:rPr lang="en-US" dirty="0"/>
              <a:t>Les meilleurs projets qui ne peuvent réussir qu'avec la contribution des membres du projet/produit.</a:t>
            </a:r>
          </a:p>
          <a:p>
            <a:pPr marL="285750" indent="-285750">
              <a:buFont typeface="Arial" panose="020B0604020202020204" pitchFamily="34" charset="0"/>
              <a:buChar char="•"/>
            </a:pPr>
            <a:endParaRPr lang="en-US" dirty="0"/>
          </a:p>
          <a:p>
            <a:r>
              <a:rPr lang="en-US" dirty="0"/>
              <a:t>Cette partie aide à considérer le projet / produit comme une nécessité pour atteindre un certain niveau d'excellence et des objectifs, que les individus seuls ne peuvent pas réussir.</a:t>
            </a:r>
          </a:p>
          <a:p>
            <a:endParaRPr lang="en-US" dirty="0"/>
          </a:p>
          <a:p>
            <a:r>
              <a:rPr lang="en-US" dirty="0"/>
              <a:t>Utilisez le résultat de cette partie pour axer le projet/produit sur les activités que les individus ne peuvent pas atteindre par eux-mêmes par leurs propres moyens.</a:t>
            </a:r>
          </a:p>
        </p:txBody>
      </p:sp>
      <p:sp>
        <p:nvSpPr>
          <p:cNvPr id="89" name="ZoneTexte 88">
            <a:extLst>
              <a:ext uri="{FF2B5EF4-FFF2-40B4-BE49-F238E27FC236}">
                <a16:creationId xmlns:a16="http://schemas.microsoft.com/office/drawing/2014/main" id="{7BBC2878-6203-4CB0-9E6E-48521DFBB3DD}"/>
              </a:ext>
            </a:extLst>
          </p:cNvPr>
          <p:cNvSpPr txBox="1"/>
          <p:nvPr/>
        </p:nvSpPr>
        <p:spPr>
          <a:xfrm>
            <a:off x="1286685" y="1470704"/>
            <a:ext cx="2258641" cy="830997"/>
          </a:xfrm>
          <a:prstGeom prst="rect">
            <a:avLst/>
          </a:prstGeom>
          <a:noFill/>
        </p:spPr>
        <p:txBody>
          <a:bodyPr wrap="square">
            <a:spAutoFit/>
          </a:bodyPr>
          <a:lstStyle/>
          <a:p>
            <a:pPr algn="ctr"/>
            <a:r>
              <a:rPr lang="en-US" sz="1600" b="1" i="1"/>
              <a:t>Des succès que nous ne pouvions atteindre en tant qu'individus dispersés</a:t>
            </a:r>
          </a:p>
        </p:txBody>
      </p:sp>
      <p:grpSp>
        <p:nvGrpSpPr>
          <p:cNvPr id="90" name="Groupe 89">
            <a:extLst>
              <a:ext uri="{FF2B5EF4-FFF2-40B4-BE49-F238E27FC236}">
                <a16:creationId xmlns:a16="http://schemas.microsoft.com/office/drawing/2014/main" id="{34CFC89F-3A61-4A71-84A9-8A2997B41FB9}"/>
              </a:ext>
            </a:extLst>
          </p:cNvPr>
          <p:cNvGrpSpPr/>
          <p:nvPr/>
        </p:nvGrpSpPr>
        <p:grpSpPr>
          <a:xfrm>
            <a:off x="1194092" y="2359826"/>
            <a:ext cx="2332408" cy="2332408"/>
            <a:chOff x="9835911" y="2807662"/>
            <a:chExt cx="1796250" cy="1796250"/>
          </a:xfrm>
        </p:grpSpPr>
        <p:pic>
          <p:nvPicPr>
            <p:cNvPr id="91" name="Graphique 90" descr="Cathédrale avec un remplissage uni">
              <a:extLst>
                <a:ext uri="{FF2B5EF4-FFF2-40B4-BE49-F238E27FC236}">
                  <a16:creationId xmlns:a16="http://schemas.microsoft.com/office/drawing/2014/main" id="{ED14D18D-519C-4E95-A169-6C27C5C39E4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92" name="Rectangle 91">
              <a:extLst>
                <a:ext uri="{FF2B5EF4-FFF2-40B4-BE49-F238E27FC236}">
                  <a16:creationId xmlns:a16="http://schemas.microsoft.com/office/drawing/2014/main" id="{9C040A32-DE2B-4AE1-B4C3-F84700E058C3}"/>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7B65DAF2-5504-4275-A0D1-74C30643DD6E}"/>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42211043-EB17-48B9-8443-DA3307452AC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A851DCE-E9BC-41BA-80F5-E0C98DB0D6B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54F0DB26-038B-4939-96A5-292E0050221A}"/>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F1292DF6-1FF7-4A2F-BE36-06021DF0DC7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94CC6F14-7082-4312-B528-5D021A7DD90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3324C595-389C-4E96-A31B-5EE5C586985C}"/>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CFFEB99F-7038-4154-960C-A493892FB8D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819EC028-A32C-47C0-90D8-1D6F0EF3CBCB}"/>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E28C61ED-8961-4D98-8318-D811D9F0A130}"/>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4BB7A230-1273-4E80-8255-621F78051AD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74CE6344-736E-4962-9D1C-76C585EE8604}"/>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70AB4235-B97D-499C-BDFE-F6D20728FE9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6B8F1CFD-04D4-4843-B536-6AF7DE2C950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88C2E8FB-E1E4-438F-BE40-3252102A9D80}"/>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07F48A9C-506C-45BF-9A2F-852E00702175}"/>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9EC04A70-FDC1-445B-B7D9-B54D3133392A}"/>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8D151E3C-1C4B-48AF-A9BA-C771ADAB0A84}"/>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9CF13F86-4713-4988-BF1B-6ABAA901174E}"/>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12">
              <a:extLst>
                <a:ext uri="{FF2B5EF4-FFF2-40B4-BE49-F238E27FC236}">
                  <a16:creationId xmlns:a16="http://schemas.microsoft.com/office/drawing/2014/main" id="{31560399-6B80-4660-8AD7-2B0382537EB7}"/>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F0414609-6EB5-494F-A2DE-2EB8817E8C5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4722FB3A-ED50-458A-82C9-FA78F68FEC0C}"/>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34ED56FC-6FC2-4AC9-82FF-3C0C60609E16}"/>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CDA39C3-F156-4739-8FEE-4BFD31F187A6}"/>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8539647C-E703-46CB-B4A0-608C95836FB5}"/>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3DA367A5-BA09-4774-8868-F25D92481453}"/>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F6656874-EB08-45A8-BC57-CE360325D47C}"/>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45F55195-59E4-426C-A1F5-AFA819D8FAE7}"/>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7FAA52F4-3A16-4C86-88A0-5F93E0A4491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1748C0F8-5A21-4653-942D-B3B6809BEEE4}"/>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95CEB5B1-B9B5-4207-83DA-AFC7FBD1054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906325F4-0C74-4218-92C3-41116AEF1304}"/>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BE12740B-7193-4772-8C7A-642840B7623E}"/>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8BD979B6-A73B-4446-8C8D-DAF05920C9DF}"/>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10487510-8F05-4E22-B8F8-E1E62E7870A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B832C288-9760-47FE-8A3B-0C200F70BDF3}"/>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C1CFD2F2-E33D-4D37-B927-2FE2F3157867}"/>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E03EE3F6-3EFA-419C-8821-AF39AD02FCE3}"/>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FEE06ABB-1689-4950-BAAD-06A4391C7368}"/>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22124616-E110-4DCA-869D-4E1DD7EDE11D}"/>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8E2A0D26-BA91-4F6D-95AE-FC6068A17B1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7D3A05A-AEBE-4B86-B300-567657FC84CB}"/>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FD41BCF6-9728-4AE6-96E5-54E90D4A08A8}"/>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286E839A-9B70-4C62-A588-CB0229379CD9}"/>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7A4BCA84-F7F9-4F75-8ECE-45EE79AC1590}"/>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85294D45-4300-453C-B7D2-89DFD098BAFF}"/>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5F271C49-3359-45BD-A0C7-B009D30227D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05F0B69E-53C2-42B2-8407-4A922E9C7320}"/>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D674EA81-E21F-4AA4-B263-8999F58C1FF1}"/>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ACA81F69-E6E4-4CDA-ABCF-01E0169DF9C9}"/>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D0071A1D-841D-4711-9840-4D9E568B5F6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85A2EEA9-E65B-46AE-8B48-5453E32EE3A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E1A2FFEE-8E58-4CF1-A558-C8B5175581B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4D98434-2827-4EAA-9D9D-D7F2F4FCC001}"/>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BB1851ED-3596-4B48-9DA1-BFFB7A37B648}"/>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8F1E8A15-C3EC-47CC-9E83-95466C0D4FEB}"/>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BDD6B6CE-AED0-4AFE-AC2F-FE73E8D56E14}"/>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7CAF9A11-DE24-44EB-AC1C-DBD80432AF6C}"/>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DDF64302-0E9A-43FC-86A4-88E5BBAD63F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43F9DED6-A729-4847-83C1-487B01B7C4BF}"/>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60B76D88-044F-4317-81E8-51C33E39E57D}"/>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55" name="Rectangle 154">
            <a:extLst>
              <a:ext uri="{FF2B5EF4-FFF2-40B4-BE49-F238E27FC236}">
                <a16:creationId xmlns:a16="http://schemas.microsoft.com/office/drawing/2014/main" id="{5A2A4E45-2038-4A2B-9FEE-2FA8FC8171B6}"/>
              </a:ext>
            </a:extLst>
          </p:cNvPr>
          <p:cNvSpPr/>
          <p:nvPr/>
        </p:nvSpPr>
        <p:spPr>
          <a:xfrm>
            <a:off x="1248797" y="486175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Créer</a:t>
            </a:r>
            <a:r>
              <a:rPr lang="en-US" sz="1200" dirty="0">
                <a:solidFill>
                  <a:schemeClr val="tx1"/>
                </a:solidFill>
              </a:rPr>
              <a:t> un Wiki sur XYZ</a:t>
            </a:r>
          </a:p>
        </p:txBody>
      </p:sp>
      <p:sp>
        <p:nvSpPr>
          <p:cNvPr id="156" name="Rectangle 155">
            <a:extLst>
              <a:ext uri="{FF2B5EF4-FFF2-40B4-BE49-F238E27FC236}">
                <a16:creationId xmlns:a16="http://schemas.microsoft.com/office/drawing/2014/main" id="{939D0C8B-8972-4E87-97A7-AAFCEB0391AF}"/>
              </a:ext>
            </a:extLst>
          </p:cNvPr>
          <p:cNvSpPr/>
          <p:nvPr/>
        </p:nvSpPr>
        <p:spPr>
          <a:xfrm>
            <a:off x="2360296" y="486175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Créez</a:t>
            </a:r>
            <a:r>
              <a:rPr lang="en-US" sz="1200" dirty="0">
                <a:solidFill>
                  <a:schemeClr val="tx1"/>
                </a:solidFill>
              </a:rPr>
              <a:t> un </a:t>
            </a:r>
            <a:r>
              <a:rPr lang="en-US" sz="1200" dirty="0" err="1">
                <a:solidFill>
                  <a:schemeClr val="tx1"/>
                </a:solidFill>
              </a:rPr>
              <a:t>groupe</a:t>
            </a:r>
            <a:r>
              <a:rPr lang="en-US" sz="1200" dirty="0">
                <a:solidFill>
                  <a:schemeClr val="tx1"/>
                </a:solidFill>
              </a:rPr>
              <a:t> de rencontre sur XYZ</a:t>
            </a:r>
          </a:p>
        </p:txBody>
      </p:sp>
      <p:sp>
        <p:nvSpPr>
          <p:cNvPr id="157" name="Rectangle 156">
            <a:extLst>
              <a:ext uri="{FF2B5EF4-FFF2-40B4-BE49-F238E27FC236}">
                <a16:creationId xmlns:a16="http://schemas.microsoft.com/office/drawing/2014/main" id="{9EDA90D6-449E-470F-A525-B611D8BDEE58}"/>
              </a:ext>
            </a:extLst>
          </p:cNvPr>
          <p:cNvSpPr/>
          <p:nvPr/>
        </p:nvSpPr>
        <p:spPr>
          <a:xfrm>
            <a:off x="1705505" y="5688204"/>
            <a:ext cx="1490299"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tx1"/>
                </a:solidFill>
              </a:rPr>
              <a:t>Collecter</a:t>
            </a:r>
            <a:r>
              <a:rPr lang="en-US" sz="1050" dirty="0">
                <a:solidFill>
                  <a:schemeClr val="tx1"/>
                </a:solidFill>
              </a:rPr>
              <a:t> et </a:t>
            </a:r>
            <a:r>
              <a:rPr lang="en-US" sz="1050" dirty="0" err="1">
                <a:solidFill>
                  <a:schemeClr val="tx1"/>
                </a:solidFill>
              </a:rPr>
              <a:t>partager</a:t>
            </a:r>
            <a:r>
              <a:rPr lang="en-US" sz="1050" dirty="0">
                <a:solidFill>
                  <a:schemeClr val="tx1"/>
                </a:solidFill>
              </a:rPr>
              <a:t> les </a:t>
            </a:r>
            <a:r>
              <a:rPr lang="en-US" sz="1050" dirty="0" err="1">
                <a:solidFill>
                  <a:schemeClr val="tx1"/>
                </a:solidFill>
              </a:rPr>
              <a:t>meilleures</a:t>
            </a:r>
            <a:r>
              <a:rPr lang="en-US" sz="1050" dirty="0">
                <a:solidFill>
                  <a:schemeClr val="tx1"/>
                </a:solidFill>
              </a:rPr>
              <a:t> pratiques </a:t>
            </a:r>
            <a:r>
              <a:rPr lang="en-US" sz="1050" dirty="0" err="1">
                <a:solidFill>
                  <a:schemeClr val="tx1"/>
                </a:solidFill>
              </a:rPr>
              <a:t>concernant</a:t>
            </a:r>
            <a:r>
              <a:rPr lang="en-US" sz="1050" dirty="0">
                <a:solidFill>
                  <a:schemeClr val="tx1"/>
                </a:solidFill>
              </a:rPr>
              <a:t> XYZ au </a:t>
            </a:r>
            <a:r>
              <a:rPr lang="en-US" sz="1050" dirty="0" err="1">
                <a:solidFill>
                  <a:schemeClr val="tx1"/>
                </a:solidFill>
              </a:rPr>
              <a:t>niveau</a:t>
            </a:r>
            <a:r>
              <a:rPr lang="en-US" sz="1050" dirty="0">
                <a:solidFill>
                  <a:schemeClr val="tx1"/>
                </a:solidFill>
              </a:rPr>
              <a:t> de </a:t>
            </a:r>
            <a:r>
              <a:rPr lang="en-US" sz="1050" dirty="0" err="1">
                <a:solidFill>
                  <a:schemeClr val="tx1"/>
                </a:solidFill>
              </a:rPr>
              <a:t>l'entreprise</a:t>
            </a:r>
            <a:r>
              <a:rPr lang="en-US" sz="1050" dirty="0">
                <a:solidFill>
                  <a:schemeClr val="tx1"/>
                </a:solidFill>
              </a:rPr>
              <a:t>.</a:t>
            </a:r>
          </a:p>
        </p:txBody>
      </p:sp>
    </p:spTree>
    <p:extLst>
      <p:ext uri="{BB962C8B-B14F-4D97-AF65-F5344CB8AC3E}">
        <p14:creationId xmlns:p14="http://schemas.microsoft.com/office/powerpoint/2010/main" val="71350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err="1"/>
              <a:t>Pourquoi</a:t>
            </a:r>
            <a:r>
              <a:rPr lang="en-US" sz="3200" dirty="0"/>
              <a:t> NOUS ?</a:t>
            </a:r>
            <a:br>
              <a:rPr lang="en-US" sz="3200" dirty="0"/>
            </a:br>
            <a:r>
              <a:rPr lang="en-US" sz="3200" dirty="0"/>
              <a:t>Chambre de contribution (Que faire avec les </a:t>
            </a:r>
            <a:r>
              <a:rPr lang="en-US" sz="3200" dirty="0" err="1"/>
              <a:t>résultats</a:t>
            </a:r>
            <a:r>
              <a:rPr lang="en-US" sz="3200" dirty="0"/>
              <a:t>)</a:t>
            </a:r>
          </a:p>
        </p:txBody>
      </p:sp>
      <p:grpSp>
        <p:nvGrpSpPr>
          <p:cNvPr id="5" name="Groupe 4">
            <a:extLst>
              <a:ext uri="{FF2B5EF4-FFF2-40B4-BE49-F238E27FC236}">
                <a16:creationId xmlns:a16="http://schemas.microsoft.com/office/drawing/2014/main" id="{DD815499-BD2A-4A9A-AAAE-7BEDB99144FB}"/>
              </a:ext>
            </a:extLst>
          </p:cNvPr>
          <p:cNvGrpSpPr/>
          <p:nvPr/>
        </p:nvGrpSpPr>
        <p:grpSpPr>
          <a:xfrm>
            <a:off x="2857903" y="1260761"/>
            <a:ext cx="6961192" cy="2694547"/>
            <a:chOff x="2857903" y="1260761"/>
            <a:chExt cx="6961192" cy="2694547"/>
          </a:xfrm>
        </p:grpSpPr>
        <p:sp>
          <p:nvSpPr>
            <p:cNvPr id="48" name="ZoneTexte 47">
              <a:extLst>
                <a:ext uri="{FF2B5EF4-FFF2-40B4-BE49-F238E27FC236}">
                  <a16:creationId xmlns:a16="http://schemas.microsoft.com/office/drawing/2014/main" id="{3342C862-0507-44EC-BE7E-B1D8E38192A5}"/>
                </a:ext>
              </a:extLst>
            </p:cNvPr>
            <p:cNvSpPr txBox="1"/>
            <p:nvPr/>
          </p:nvSpPr>
          <p:spPr>
            <a:xfrm>
              <a:off x="2976390" y="1301863"/>
              <a:ext cx="2026802" cy="200055"/>
            </a:xfrm>
            <a:prstGeom prst="rect">
              <a:avLst/>
            </a:prstGeom>
            <a:noFill/>
          </p:spPr>
          <p:txBody>
            <a:bodyPr wrap="square">
              <a:spAutoFit/>
            </a:bodyPr>
            <a:lstStyle/>
            <a:p>
              <a:pPr algn="ctr"/>
              <a:r>
                <a:rPr lang="en-US" sz="700" b="1" i="1"/>
                <a:t>Ce que chacun peut commencer à apporter pour l'objectif</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6209045" y="1301863"/>
              <a:ext cx="1106747" cy="307777"/>
            </a:xfrm>
            <a:prstGeom prst="rect">
              <a:avLst/>
            </a:prstGeom>
            <a:noFill/>
          </p:spPr>
          <p:txBody>
            <a:bodyPr wrap="square">
              <a:spAutoFit/>
            </a:bodyPr>
            <a:lstStyle/>
            <a:p>
              <a:pPr algn="ctr"/>
              <a:r>
                <a:rPr lang="en-US" sz="700" b="1" i="1"/>
                <a:t>Premières idées de contributions combinées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8712348" y="1260761"/>
              <a:ext cx="1106747" cy="415498"/>
            </a:xfrm>
            <a:prstGeom prst="rect">
              <a:avLst/>
            </a:prstGeom>
            <a:noFill/>
          </p:spPr>
          <p:txBody>
            <a:bodyPr wrap="square">
              <a:spAutoFit/>
            </a:bodyPr>
            <a:lstStyle/>
            <a:p>
              <a:pPr algn="ctr"/>
              <a:r>
                <a:rPr lang="en-US" sz="700" b="1" i="1"/>
                <a:t>Des succès que nous ne pouvions atteindre en tant qu'individus dispersés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4090707" y="1402479"/>
              <a:ext cx="718964" cy="573049"/>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4060309" y="3382259"/>
              <a:ext cx="718964" cy="573049"/>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6239554" y="2022373"/>
              <a:ext cx="536035" cy="570934"/>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3202374" y="1619090"/>
              <a:ext cx="677866" cy="608634"/>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3048491" y="2359213"/>
              <a:ext cx="307258" cy="560806"/>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8666977" y="1696436"/>
              <a:ext cx="1142893" cy="1142893"/>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3607846" y="2695183"/>
              <a:ext cx="677866" cy="608634"/>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3014468" y="3238975"/>
              <a:ext cx="311389" cy="624390"/>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4490007" y="2203319"/>
              <a:ext cx="266878" cy="543520"/>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066872" y="2190904"/>
              <a:ext cx="486924" cy="49271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6466780" y="2971877"/>
              <a:ext cx="486924" cy="49271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2857903" y="1676259"/>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Karen</a:t>
              </a:r>
            </a:p>
            <a:p>
              <a:pPr algn="ctr"/>
              <a:r>
                <a:rPr lang="en-US" sz="500">
                  <a:solidFill>
                    <a:schemeClr val="tx1"/>
                  </a:solidFill>
                </a:rPr>
                <a:t>Compétences en matière d'animation d'événements</a:t>
              </a:r>
            </a:p>
          </p:txBody>
        </p:sp>
        <p:sp>
          <p:nvSpPr>
            <p:cNvPr id="177" name="Rectangle 176">
              <a:extLst>
                <a:ext uri="{FF2B5EF4-FFF2-40B4-BE49-F238E27FC236}">
                  <a16:creationId xmlns:a16="http://schemas.microsoft.com/office/drawing/2014/main" id="{31F9CEDF-D8EF-4782-97B7-F3EEF165730E}"/>
                </a:ext>
              </a:extLst>
            </p:cNvPr>
            <p:cNvSpPr/>
            <p:nvPr/>
          </p:nvSpPr>
          <p:spPr>
            <a:xfrm>
              <a:off x="3253854" y="2420394"/>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John</a:t>
              </a:r>
            </a:p>
            <a:p>
              <a:pPr algn="ctr"/>
              <a:r>
                <a:rPr lang="en-US" sz="400" dirty="0">
                  <a:solidFill>
                    <a:schemeClr val="tx1"/>
                  </a:solidFill>
                </a:rPr>
                <a:t>Un retour </a:t>
              </a:r>
              <a:r>
                <a:rPr lang="en-US" sz="400" dirty="0" err="1">
                  <a:solidFill>
                    <a:schemeClr val="tx1"/>
                  </a:solidFill>
                </a:rPr>
                <a:t>d'information</a:t>
              </a:r>
              <a:r>
                <a:rPr lang="en-US" sz="400" dirty="0">
                  <a:solidFill>
                    <a:schemeClr val="tx1"/>
                  </a:solidFill>
                </a:rPr>
                <a:t> </a:t>
              </a:r>
              <a:r>
                <a:rPr lang="en-US" sz="400" dirty="0" err="1">
                  <a:solidFill>
                    <a:schemeClr val="tx1"/>
                  </a:solidFill>
                </a:rPr>
                <a:t>approfondi</a:t>
              </a:r>
              <a:r>
                <a:rPr lang="en-US" sz="400" dirty="0">
                  <a:solidFill>
                    <a:schemeClr val="tx1"/>
                  </a:solidFill>
                </a:rPr>
                <a:t> et riche</a:t>
              </a:r>
            </a:p>
          </p:txBody>
        </p:sp>
        <p:sp>
          <p:nvSpPr>
            <p:cNvPr id="178" name="Rectangle 177">
              <a:extLst>
                <a:ext uri="{FF2B5EF4-FFF2-40B4-BE49-F238E27FC236}">
                  <a16:creationId xmlns:a16="http://schemas.microsoft.com/office/drawing/2014/main" id="{8AD1742C-C5FB-47CD-975F-CB300E338372}"/>
                </a:ext>
              </a:extLst>
            </p:cNvPr>
            <p:cNvSpPr/>
            <p:nvPr/>
          </p:nvSpPr>
          <p:spPr>
            <a:xfrm>
              <a:off x="4653709" y="3450161"/>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Abel</a:t>
              </a:r>
            </a:p>
            <a:p>
              <a:pPr algn="ctr"/>
              <a:r>
                <a:rPr lang="en-US" sz="500">
                  <a:solidFill>
                    <a:schemeClr val="tx1"/>
                  </a:solidFill>
                </a:rPr>
                <a:t>Documentation sur le thème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776506" y="1606512"/>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Kane</a:t>
              </a:r>
            </a:p>
            <a:p>
              <a:pPr algn="ctr"/>
              <a:r>
                <a:rPr lang="en-US" sz="500">
                  <a:solidFill>
                    <a:schemeClr val="tx1"/>
                  </a:solidFill>
                </a:rPr>
                <a:t>Documentation sur le sujet X</a:t>
              </a:r>
            </a:p>
          </p:txBody>
        </p:sp>
        <p:sp>
          <p:nvSpPr>
            <p:cNvPr id="208" name="Rectangle 207">
              <a:extLst>
                <a:ext uri="{FF2B5EF4-FFF2-40B4-BE49-F238E27FC236}">
                  <a16:creationId xmlns:a16="http://schemas.microsoft.com/office/drawing/2014/main" id="{09659EE9-A2EB-4057-97BF-DB43C643D569}"/>
                </a:ext>
              </a:extLst>
            </p:cNvPr>
            <p:cNvSpPr/>
            <p:nvPr/>
          </p:nvSpPr>
          <p:spPr>
            <a:xfrm>
              <a:off x="4008127" y="2850564"/>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Matthew</a:t>
              </a:r>
            </a:p>
            <a:p>
              <a:pPr algn="ctr"/>
              <a:r>
                <a:rPr lang="en-US" sz="500">
                  <a:solidFill>
                    <a:schemeClr val="tx1"/>
                  </a:solidFill>
                </a:rPr>
                <a:t>Contenu relatif au sujet YZ</a:t>
              </a:r>
            </a:p>
          </p:txBody>
        </p:sp>
        <p:sp>
          <p:nvSpPr>
            <p:cNvPr id="209" name="Rectangle 208">
              <a:extLst>
                <a:ext uri="{FF2B5EF4-FFF2-40B4-BE49-F238E27FC236}">
                  <a16:creationId xmlns:a16="http://schemas.microsoft.com/office/drawing/2014/main" id="{22EEBFCD-556E-49BE-9651-FBA1B383430D}"/>
                </a:ext>
              </a:extLst>
            </p:cNvPr>
            <p:cNvSpPr/>
            <p:nvPr/>
          </p:nvSpPr>
          <p:spPr>
            <a:xfrm>
              <a:off x="4641229" y="2342790"/>
              <a:ext cx="582396"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dirty="0">
                  <a:solidFill>
                    <a:schemeClr val="tx1"/>
                  </a:solidFill>
                </a:rPr>
                <a:t>Sally</a:t>
              </a:r>
            </a:p>
            <a:p>
              <a:pPr algn="ctr"/>
              <a:r>
                <a:rPr lang="en-US" sz="400" dirty="0" err="1">
                  <a:solidFill>
                    <a:schemeClr val="tx1"/>
                  </a:solidFill>
                </a:rPr>
                <a:t>Liste</a:t>
              </a:r>
              <a:r>
                <a:rPr lang="en-US" sz="400" dirty="0">
                  <a:solidFill>
                    <a:schemeClr val="tx1"/>
                  </a:solidFill>
                </a:rPr>
                <a:t> de contacts </a:t>
              </a:r>
              <a:r>
                <a:rPr lang="en-US" sz="400" dirty="0" err="1">
                  <a:solidFill>
                    <a:schemeClr val="tx1"/>
                  </a:solidFill>
                </a:rPr>
                <a:t>clés</a:t>
              </a:r>
              <a:r>
                <a:rPr lang="en-US" sz="400" dirty="0">
                  <a:solidFill>
                    <a:schemeClr val="tx1"/>
                  </a:solidFill>
                </a:rPr>
                <a:t> pour </a:t>
              </a:r>
              <a:r>
                <a:rPr lang="en-US" sz="400" dirty="0" err="1">
                  <a:solidFill>
                    <a:schemeClr val="tx1"/>
                  </a:solidFill>
                </a:rPr>
                <a:t>l'invitation</a:t>
              </a:r>
              <a:r>
                <a:rPr lang="en-US" sz="400" dirty="0">
                  <a:solidFill>
                    <a:schemeClr val="tx1"/>
                  </a:solidFill>
                </a:rPr>
                <a:t> à la </a:t>
              </a:r>
              <a:r>
                <a:rPr lang="en-US" sz="400" dirty="0" err="1">
                  <a:solidFill>
                    <a:schemeClr val="tx1"/>
                  </a:solidFill>
                </a:rPr>
                <a:t>réunion</a:t>
              </a:r>
              <a:endParaRPr lang="en-US" sz="400" dirty="0">
                <a:solidFill>
                  <a:schemeClr val="tx1"/>
                </a:solidFill>
              </a:endParaRPr>
            </a:p>
          </p:txBody>
        </p:sp>
        <p:sp>
          <p:nvSpPr>
            <p:cNvPr id="210" name="Rectangle 209">
              <a:extLst>
                <a:ext uri="{FF2B5EF4-FFF2-40B4-BE49-F238E27FC236}">
                  <a16:creationId xmlns:a16="http://schemas.microsoft.com/office/drawing/2014/main" id="{0872E8F9-F38F-4088-8B92-0156D96DB2E5}"/>
                </a:ext>
              </a:extLst>
            </p:cNvPr>
            <p:cNvSpPr/>
            <p:nvPr/>
          </p:nvSpPr>
          <p:spPr>
            <a:xfrm>
              <a:off x="3031738" y="3410688"/>
              <a:ext cx="582396"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Wesley</a:t>
              </a:r>
            </a:p>
            <a:p>
              <a:pPr algn="ctr"/>
              <a:r>
                <a:rPr lang="en-US" sz="500">
                  <a:solidFill>
                    <a:schemeClr val="tx1"/>
                  </a:solidFill>
                </a:rPr>
                <a:t>Compétences en gestion des connaissances</a:t>
              </a:r>
            </a:p>
          </p:txBody>
        </p:sp>
        <p:sp>
          <p:nvSpPr>
            <p:cNvPr id="211" name="Rectangle 210">
              <a:extLst>
                <a:ext uri="{FF2B5EF4-FFF2-40B4-BE49-F238E27FC236}">
                  <a16:creationId xmlns:a16="http://schemas.microsoft.com/office/drawing/2014/main" id="{437B9EBE-7769-48D0-9F48-59E434EE106D}"/>
                </a:ext>
              </a:extLst>
            </p:cNvPr>
            <p:cNvSpPr/>
            <p:nvPr/>
          </p:nvSpPr>
          <p:spPr>
            <a:xfrm>
              <a:off x="6770369" y="3237384"/>
              <a:ext cx="560620" cy="37654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Wesley + Abel + Kane</a:t>
              </a:r>
            </a:p>
            <a:p>
              <a:pPr algn="ctr"/>
              <a:r>
                <a:rPr lang="en-US" sz="500">
                  <a:solidFill>
                    <a:schemeClr val="tx1"/>
                  </a:solidFill>
                </a:rPr>
                <a:t>Créer une documentation commune</a:t>
              </a:r>
            </a:p>
          </p:txBody>
        </p:sp>
        <p:sp>
          <p:nvSpPr>
            <p:cNvPr id="212" name="Rectangle 211">
              <a:extLst>
                <a:ext uri="{FF2B5EF4-FFF2-40B4-BE49-F238E27FC236}">
                  <a16:creationId xmlns:a16="http://schemas.microsoft.com/office/drawing/2014/main" id="{E30BE77A-113B-4B74-A494-58B97B93737B}"/>
                </a:ext>
              </a:extLst>
            </p:cNvPr>
            <p:cNvSpPr/>
            <p:nvPr/>
          </p:nvSpPr>
          <p:spPr>
            <a:xfrm>
              <a:off x="7260273" y="2513924"/>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Matthew + Sally</a:t>
              </a:r>
            </a:p>
            <a:p>
              <a:pPr algn="ctr"/>
              <a:r>
                <a:rPr lang="en-US" sz="500">
                  <a:solidFill>
                    <a:schemeClr val="tx1"/>
                  </a:solidFill>
                </a:rPr>
                <a:t>Créer un Wiki</a:t>
              </a:r>
            </a:p>
          </p:txBody>
        </p:sp>
        <p:sp>
          <p:nvSpPr>
            <p:cNvPr id="213" name="Rectangle 212">
              <a:extLst>
                <a:ext uri="{FF2B5EF4-FFF2-40B4-BE49-F238E27FC236}">
                  <a16:creationId xmlns:a16="http://schemas.microsoft.com/office/drawing/2014/main" id="{6CF53418-11D4-4203-9204-51B74BC8A0AC}"/>
                </a:ext>
              </a:extLst>
            </p:cNvPr>
            <p:cNvSpPr/>
            <p:nvPr/>
          </p:nvSpPr>
          <p:spPr>
            <a:xfrm>
              <a:off x="8693783" y="2922396"/>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a:solidFill>
                    <a:schemeClr val="tx1"/>
                  </a:solidFill>
                </a:rPr>
                <a:t>Créer un Wiki sur XYZ</a:t>
              </a:r>
            </a:p>
          </p:txBody>
        </p:sp>
        <p:sp>
          <p:nvSpPr>
            <p:cNvPr id="214" name="Rectangle 213">
              <a:extLst>
                <a:ext uri="{FF2B5EF4-FFF2-40B4-BE49-F238E27FC236}">
                  <a16:creationId xmlns:a16="http://schemas.microsoft.com/office/drawing/2014/main" id="{D9652E5E-9E58-4AFD-8FAA-F11D96CCFBC1}"/>
                </a:ext>
              </a:extLst>
            </p:cNvPr>
            <p:cNvSpPr/>
            <p:nvPr/>
          </p:nvSpPr>
          <p:spPr>
            <a:xfrm>
              <a:off x="9238424" y="2922396"/>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a:solidFill>
                    <a:schemeClr val="tx1"/>
                  </a:solidFill>
                </a:rPr>
                <a:t>Créez un groupe de rencontre sur XYZ</a:t>
              </a:r>
            </a:p>
          </p:txBody>
        </p:sp>
        <p:sp>
          <p:nvSpPr>
            <p:cNvPr id="215" name="Rectangle 214">
              <a:extLst>
                <a:ext uri="{FF2B5EF4-FFF2-40B4-BE49-F238E27FC236}">
                  <a16:creationId xmlns:a16="http://schemas.microsoft.com/office/drawing/2014/main" id="{F216D036-3EB8-47ED-B406-23D25E6CDB25}"/>
                </a:ext>
              </a:extLst>
            </p:cNvPr>
            <p:cNvSpPr/>
            <p:nvPr/>
          </p:nvSpPr>
          <p:spPr>
            <a:xfrm>
              <a:off x="6329766" y="2473831"/>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Karen + Sally + John</a:t>
              </a:r>
            </a:p>
            <a:p>
              <a:pPr algn="ctr"/>
              <a:r>
                <a:rPr lang="en-US" sz="500">
                  <a:solidFill>
                    <a:schemeClr val="tx1"/>
                  </a:solidFill>
                </a:rPr>
                <a:t>Organiser un événement</a:t>
              </a:r>
            </a:p>
          </p:txBody>
        </p:sp>
        <p:sp>
          <p:nvSpPr>
            <p:cNvPr id="216" name="Rectangle 215">
              <a:extLst>
                <a:ext uri="{FF2B5EF4-FFF2-40B4-BE49-F238E27FC236}">
                  <a16:creationId xmlns:a16="http://schemas.microsoft.com/office/drawing/2014/main" id="{4255E826-7924-4C48-BB78-C4A45DA006F6}"/>
                </a:ext>
              </a:extLst>
            </p:cNvPr>
            <p:cNvSpPr/>
            <p:nvPr/>
          </p:nvSpPr>
          <p:spPr>
            <a:xfrm>
              <a:off x="8917572" y="3327360"/>
              <a:ext cx="730255"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err="1">
                  <a:solidFill>
                    <a:schemeClr val="tx1"/>
                  </a:solidFill>
                </a:rPr>
                <a:t>Collecter</a:t>
              </a:r>
              <a:r>
                <a:rPr lang="en-US" sz="400" dirty="0">
                  <a:solidFill>
                    <a:schemeClr val="tx1"/>
                  </a:solidFill>
                </a:rPr>
                <a:t> et </a:t>
              </a:r>
              <a:r>
                <a:rPr lang="en-US" sz="400" dirty="0" err="1">
                  <a:solidFill>
                    <a:schemeClr val="tx1"/>
                  </a:solidFill>
                </a:rPr>
                <a:t>partager</a:t>
              </a:r>
              <a:r>
                <a:rPr lang="en-US" sz="400" dirty="0">
                  <a:solidFill>
                    <a:schemeClr val="tx1"/>
                  </a:solidFill>
                </a:rPr>
                <a:t> les </a:t>
              </a:r>
              <a:r>
                <a:rPr lang="en-US" sz="400" dirty="0" err="1">
                  <a:solidFill>
                    <a:schemeClr val="tx1"/>
                  </a:solidFill>
                </a:rPr>
                <a:t>meilleures</a:t>
              </a:r>
              <a:r>
                <a:rPr lang="en-US" sz="400" dirty="0">
                  <a:solidFill>
                    <a:schemeClr val="tx1"/>
                  </a:solidFill>
                </a:rPr>
                <a:t> pratiques </a:t>
              </a:r>
              <a:r>
                <a:rPr lang="en-US" sz="400" dirty="0" err="1">
                  <a:solidFill>
                    <a:schemeClr val="tx1"/>
                  </a:solidFill>
                </a:rPr>
                <a:t>concernant</a:t>
              </a:r>
              <a:r>
                <a:rPr lang="en-US" sz="400" dirty="0">
                  <a:solidFill>
                    <a:schemeClr val="tx1"/>
                  </a:solidFill>
                </a:rPr>
                <a:t> XYZ au </a:t>
              </a:r>
              <a:r>
                <a:rPr lang="en-US" sz="400" dirty="0" err="1">
                  <a:solidFill>
                    <a:schemeClr val="tx1"/>
                  </a:solidFill>
                </a:rPr>
                <a:t>niveau</a:t>
              </a:r>
              <a:r>
                <a:rPr lang="en-US" sz="400" dirty="0">
                  <a:solidFill>
                    <a:schemeClr val="tx1"/>
                  </a:solidFill>
                </a:rPr>
                <a:t> de </a:t>
              </a:r>
              <a:r>
                <a:rPr lang="en-US" sz="400" dirty="0" err="1">
                  <a:solidFill>
                    <a:schemeClr val="tx1"/>
                  </a:solidFill>
                </a:rPr>
                <a:t>l'entreprise</a:t>
              </a:r>
              <a:r>
                <a:rPr lang="en-US" sz="400" dirty="0">
                  <a:solidFill>
                    <a:schemeClr val="tx1"/>
                  </a:solidFill>
                </a:rPr>
                <a:t>.</a:t>
              </a:r>
            </a:p>
          </p:txBody>
        </p:sp>
      </p:grpSp>
      <p:sp>
        <p:nvSpPr>
          <p:cNvPr id="217" name="ZoneTexte 216">
            <a:extLst>
              <a:ext uri="{FF2B5EF4-FFF2-40B4-BE49-F238E27FC236}">
                <a16:creationId xmlns:a16="http://schemas.microsoft.com/office/drawing/2014/main" id="{E997EF81-6829-46D0-8091-E568A0A0948F}"/>
              </a:ext>
            </a:extLst>
          </p:cNvPr>
          <p:cNvSpPr txBox="1"/>
          <p:nvPr/>
        </p:nvSpPr>
        <p:spPr>
          <a:xfrm>
            <a:off x="512397" y="4958994"/>
            <a:ext cx="3367844" cy="1323439"/>
          </a:xfrm>
          <a:prstGeom prst="rect">
            <a:avLst/>
          </a:prstGeom>
          <a:noFill/>
        </p:spPr>
        <p:txBody>
          <a:bodyPr wrap="square">
            <a:spAutoFit/>
          </a:bodyPr>
          <a:lstStyle/>
          <a:p>
            <a:pPr algn="ctr"/>
            <a:r>
              <a:rPr lang="en-US" sz="1600" b="1" i="1"/>
              <a:t>Utilisez-le comme : </a:t>
            </a:r>
          </a:p>
          <a:p>
            <a:pPr algn="ctr"/>
            <a:endParaRPr lang="en-US" sz="1600" b="1" i="1"/>
          </a:p>
          <a:p>
            <a:pPr algn="ctr"/>
            <a:r>
              <a:rPr lang="en-US" sz="1600" b="1" i="1"/>
              <a:t>Icebreaker</a:t>
            </a:r>
          </a:p>
          <a:p>
            <a:pPr algn="ctr"/>
            <a:r>
              <a:rPr lang="en-US" sz="1600" b="1" i="1"/>
              <a:t>Informations sur l'embarquement pour les futurs membres</a:t>
            </a:r>
          </a:p>
        </p:txBody>
      </p:sp>
      <p:cxnSp>
        <p:nvCxnSpPr>
          <p:cNvPr id="10" name="Connecteur droit avec flèche 9">
            <a:extLst>
              <a:ext uri="{FF2B5EF4-FFF2-40B4-BE49-F238E27FC236}">
                <a16:creationId xmlns:a16="http://schemas.microsoft.com/office/drawing/2014/main" id="{FD562870-44EC-4904-B8FE-BD6C05CD78ED}"/>
              </a:ext>
            </a:extLst>
          </p:cNvPr>
          <p:cNvCxnSpPr>
            <a:cxnSpLocks/>
            <a:endCxn id="217" idx="0"/>
          </p:cNvCxnSpPr>
          <p:nvPr/>
        </p:nvCxnSpPr>
        <p:spPr>
          <a:xfrm flipH="1">
            <a:off x="2196319" y="4067856"/>
            <a:ext cx="1633429" cy="891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8" name="ZoneTexte 217">
            <a:extLst>
              <a:ext uri="{FF2B5EF4-FFF2-40B4-BE49-F238E27FC236}">
                <a16:creationId xmlns:a16="http://schemas.microsoft.com/office/drawing/2014/main" id="{2D3D4919-37E2-4B35-BF37-0152FAB3D07C}"/>
              </a:ext>
            </a:extLst>
          </p:cNvPr>
          <p:cNvSpPr txBox="1"/>
          <p:nvPr/>
        </p:nvSpPr>
        <p:spPr>
          <a:xfrm>
            <a:off x="4879808" y="4989019"/>
            <a:ext cx="3367844" cy="830997"/>
          </a:xfrm>
          <a:prstGeom prst="rect">
            <a:avLst/>
          </a:prstGeom>
          <a:noFill/>
        </p:spPr>
        <p:txBody>
          <a:bodyPr wrap="square">
            <a:spAutoFit/>
          </a:bodyPr>
          <a:lstStyle/>
          <a:p>
            <a:pPr algn="ctr"/>
            <a:r>
              <a:rPr lang="en-US" sz="1600" b="1" i="1"/>
              <a:t>Utilisez-le comme : </a:t>
            </a:r>
          </a:p>
          <a:p>
            <a:pPr algn="ctr"/>
            <a:endParaRPr lang="en-US" sz="1600" b="1" i="1"/>
          </a:p>
          <a:p>
            <a:pPr algn="ctr"/>
            <a:r>
              <a:rPr lang="en-US" sz="1600" b="1" i="1"/>
              <a:t>Idées de premières activités</a:t>
            </a:r>
          </a:p>
        </p:txBody>
      </p:sp>
      <p:cxnSp>
        <p:nvCxnSpPr>
          <p:cNvPr id="219" name="Connecteur droit avec flèche 218">
            <a:extLst>
              <a:ext uri="{FF2B5EF4-FFF2-40B4-BE49-F238E27FC236}">
                <a16:creationId xmlns:a16="http://schemas.microsoft.com/office/drawing/2014/main" id="{DA648AA5-3386-4DCD-8A0A-3CB6136A3EB1}"/>
              </a:ext>
            </a:extLst>
          </p:cNvPr>
          <p:cNvCxnSpPr>
            <a:cxnSpLocks/>
            <a:endCxn id="218" idx="0"/>
          </p:cNvCxnSpPr>
          <p:nvPr/>
        </p:nvCxnSpPr>
        <p:spPr>
          <a:xfrm flipH="1">
            <a:off x="6563730" y="4027792"/>
            <a:ext cx="206639" cy="96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0" name="ZoneTexte 219">
            <a:extLst>
              <a:ext uri="{FF2B5EF4-FFF2-40B4-BE49-F238E27FC236}">
                <a16:creationId xmlns:a16="http://schemas.microsoft.com/office/drawing/2014/main" id="{8931A67F-76C0-4D07-B23C-FB4E3B5384A1}"/>
              </a:ext>
            </a:extLst>
          </p:cNvPr>
          <p:cNvSpPr txBox="1"/>
          <p:nvPr/>
        </p:nvSpPr>
        <p:spPr>
          <a:xfrm>
            <a:off x="8247652" y="4984250"/>
            <a:ext cx="3367844" cy="1077218"/>
          </a:xfrm>
          <a:prstGeom prst="rect">
            <a:avLst/>
          </a:prstGeom>
          <a:noFill/>
        </p:spPr>
        <p:txBody>
          <a:bodyPr wrap="square">
            <a:spAutoFit/>
          </a:bodyPr>
          <a:lstStyle/>
          <a:p>
            <a:pPr algn="ctr"/>
            <a:r>
              <a:rPr lang="en-US" sz="1600" b="1" i="1"/>
              <a:t>Utilisez-le comme : </a:t>
            </a:r>
          </a:p>
          <a:p>
            <a:pPr algn="ctr"/>
            <a:endParaRPr lang="en-US" sz="1600" b="1" i="1"/>
          </a:p>
          <a:p>
            <a:pPr algn="ctr"/>
            <a:r>
              <a:rPr lang="en-US" sz="1600" b="1" i="1"/>
              <a:t>Idées de grands objectifs ou de livrables de projets/produits (à long terme)</a:t>
            </a:r>
          </a:p>
        </p:txBody>
      </p:sp>
      <p:cxnSp>
        <p:nvCxnSpPr>
          <p:cNvPr id="221" name="Connecteur droit avec flèche 220">
            <a:extLst>
              <a:ext uri="{FF2B5EF4-FFF2-40B4-BE49-F238E27FC236}">
                <a16:creationId xmlns:a16="http://schemas.microsoft.com/office/drawing/2014/main" id="{49DB78B7-7239-4671-92FA-A3AF5433DF44}"/>
              </a:ext>
            </a:extLst>
          </p:cNvPr>
          <p:cNvCxnSpPr>
            <a:cxnSpLocks/>
          </p:cNvCxnSpPr>
          <p:nvPr/>
        </p:nvCxnSpPr>
        <p:spPr>
          <a:xfrm>
            <a:off x="9365077" y="3991618"/>
            <a:ext cx="566497" cy="906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0293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err="1"/>
              <a:t>Pourquoi</a:t>
            </a:r>
            <a:r>
              <a:rPr lang="en-US" sz="3200" dirty="0"/>
              <a:t> NOUS ?</a:t>
            </a:r>
            <a:br>
              <a:rPr lang="en-US" sz="3200" dirty="0"/>
            </a:br>
            <a:r>
              <a:rPr lang="en-US" sz="3200" dirty="0"/>
              <a:t>Maison de la contribution (exemple de version atelier visuel)</a:t>
            </a:r>
          </a:p>
        </p:txBody>
      </p:sp>
      <p:grpSp>
        <p:nvGrpSpPr>
          <p:cNvPr id="4" name="Gruppo 3">
            <a:extLst>
              <a:ext uri="{FF2B5EF4-FFF2-40B4-BE49-F238E27FC236}">
                <a16:creationId xmlns:a16="http://schemas.microsoft.com/office/drawing/2014/main" id="{4543831E-BB91-F611-F00C-92B527B1214E}"/>
              </a:ext>
            </a:extLst>
          </p:cNvPr>
          <p:cNvGrpSpPr/>
          <p:nvPr/>
        </p:nvGrpSpPr>
        <p:grpSpPr>
          <a:xfrm>
            <a:off x="2843608" y="1361543"/>
            <a:ext cx="9186037" cy="4744333"/>
            <a:chOff x="93680" y="635445"/>
            <a:chExt cx="11884362" cy="6137943"/>
          </a:xfrm>
        </p:grpSpPr>
        <p:sp>
          <p:nvSpPr>
            <p:cNvPr id="48" name="ZoneTexte 47">
              <a:extLst>
                <a:ext uri="{FF2B5EF4-FFF2-40B4-BE49-F238E27FC236}">
                  <a16:creationId xmlns:a16="http://schemas.microsoft.com/office/drawing/2014/main" id="{3342C862-0507-44EC-BE7E-B1D8E38192A5}"/>
                </a:ext>
              </a:extLst>
            </p:cNvPr>
            <p:cNvSpPr txBox="1"/>
            <p:nvPr/>
          </p:nvSpPr>
          <p:spPr>
            <a:xfrm>
              <a:off x="355491" y="720357"/>
              <a:ext cx="4136283" cy="338554"/>
            </a:xfrm>
            <a:prstGeom prst="rect">
              <a:avLst/>
            </a:prstGeom>
            <a:noFill/>
          </p:spPr>
          <p:txBody>
            <a:bodyPr wrap="square">
              <a:spAutoFit/>
            </a:bodyPr>
            <a:lstStyle/>
            <a:p>
              <a:pPr algn="ctr"/>
              <a:r>
                <a:rPr lang="en-US" sz="1600" b="1" i="1" dirty="0"/>
                <a:t>Ce que chacun peut commencer à apporter pour l'objectif</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744951" y="710002"/>
              <a:ext cx="2258641" cy="584775"/>
            </a:xfrm>
            <a:prstGeom prst="rect">
              <a:avLst/>
            </a:prstGeom>
            <a:noFill/>
          </p:spPr>
          <p:txBody>
            <a:bodyPr wrap="square">
              <a:spAutoFit/>
            </a:bodyPr>
            <a:lstStyle/>
            <a:p>
              <a:pPr algn="ctr"/>
              <a:r>
                <a:rPr lang="en-US" sz="1600" b="1" i="1" dirty="0"/>
                <a:t>Premières idées de contributions combinées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645634" y="635445"/>
              <a:ext cx="2258641" cy="830996"/>
            </a:xfrm>
            <a:prstGeom prst="rect">
              <a:avLst/>
            </a:prstGeom>
            <a:noFill/>
          </p:spPr>
          <p:txBody>
            <a:bodyPr wrap="square">
              <a:spAutoFit/>
            </a:bodyPr>
            <a:lstStyle/>
            <a:p>
              <a:pPr algn="ctr"/>
              <a:r>
                <a:rPr lang="en-US" sz="1600" b="1" i="1" dirty="0"/>
                <a:t>Des succès que nous ne pouvions atteindre en tant qu'individus dispersés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818352" y="283615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45634" y="2250443"/>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8063386" y="2977178"/>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521144" y="5400385"/>
              <a:ext cx="993712" cy="100552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93680" y="2122319"/>
              <a:ext cx="1182126"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Alice</a:t>
              </a:r>
            </a:p>
            <a:p>
              <a:pPr algn="ctr"/>
              <a:r>
                <a:rPr lang="en-US" sz="1100" dirty="0">
                  <a:solidFill>
                    <a:schemeClr val="tx1"/>
                  </a:solidFill>
                </a:rPr>
                <a:t>Connaît les fournisseurs</a:t>
              </a:r>
            </a:p>
          </p:txBody>
        </p:sp>
        <p:sp>
          <p:nvSpPr>
            <p:cNvPr id="177" name="Rectangle 176">
              <a:extLst>
                <a:ext uri="{FF2B5EF4-FFF2-40B4-BE49-F238E27FC236}">
                  <a16:creationId xmlns:a16="http://schemas.microsoft.com/office/drawing/2014/main" id="{31F9CEDF-D8EF-4782-97B7-F3EEF165730E}"/>
                </a:ext>
              </a:extLst>
            </p:cNvPr>
            <p:cNvSpPr/>
            <p:nvPr/>
          </p:nvSpPr>
          <p:spPr>
            <a:xfrm>
              <a:off x="751955" y="3640946"/>
              <a:ext cx="110954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Bob</a:t>
              </a:r>
            </a:p>
            <a:p>
              <a:pPr algn="ctr"/>
              <a:r>
                <a:rPr lang="en-US" sz="1100" dirty="0">
                  <a:solidFill>
                    <a:schemeClr val="tx1"/>
                  </a:solidFill>
                </a:rPr>
                <a:t>Peut coder n'importe quoi</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8" y="5742488"/>
              <a:ext cx="1354592"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Gillian </a:t>
              </a:r>
            </a:p>
            <a:p>
              <a:pPr algn="ctr"/>
              <a:r>
                <a:rPr lang="en-US" sz="1200" dirty="0">
                  <a:solidFill>
                    <a:schemeClr val="tx1"/>
                  </a:solidFill>
                </a:rPr>
                <a:t>Connaît la ville par cœur</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0" y="1979981"/>
              <a:ext cx="1313307"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Charlie</a:t>
              </a:r>
            </a:p>
            <a:p>
              <a:pPr algn="ctr"/>
              <a:r>
                <a:rPr lang="en-US" sz="1100" dirty="0">
                  <a:solidFill>
                    <a:schemeClr val="tx1"/>
                  </a:solidFill>
                </a:rPr>
                <a:t>A déjà eu une expérience de serveur</a:t>
              </a:r>
            </a:p>
          </p:txBody>
        </p:sp>
        <p:sp>
          <p:nvSpPr>
            <p:cNvPr id="208" name="Rectangle 207">
              <a:extLst>
                <a:ext uri="{FF2B5EF4-FFF2-40B4-BE49-F238E27FC236}">
                  <a16:creationId xmlns:a16="http://schemas.microsoft.com/office/drawing/2014/main" id="{09659EE9-A2EB-4057-97BF-DB43C643D569}"/>
                </a:ext>
              </a:extLst>
            </p:cNvPr>
            <p:cNvSpPr/>
            <p:nvPr/>
          </p:nvSpPr>
          <p:spPr>
            <a:xfrm>
              <a:off x="2609577" y="4567791"/>
              <a:ext cx="1165157"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Evelyn</a:t>
              </a:r>
            </a:p>
            <a:p>
              <a:pPr algn="ctr"/>
              <a:r>
                <a:rPr lang="en-US" sz="1050" dirty="0">
                  <a:solidFill>
                    <a:schemeClr val="tx1"/>
                  </a:solidFill>
                </a:rPr>
                <a:t>Dispose d'une grande pièce</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7" y="3482571"/>
              <a:ext cx="1630405"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Dick</a:t>
              </a:r>
            </a:p>
            <a:p>
              <a:pPr algn="ctr"/>
              <a:r>
                <a:rPr lang="en-US" sz="1200" dirty="0">
                  <a:solidFill>
                    <a:schemeClr val="tx1"/>
                  </a:solidFill>
                </a:rPr>
                <a:t>Peut chanter, danser, divertir</a:t>
              </a:r>
            </a:p>
          </p:txBody>
        </p:sp>
        <p:sp>
          <p:nvSpPr>
            <p:cNvPr id="210" name="Rectangle 209">
              <a:extLst>
                <a:ext uri="{FF2B5EF4-FFF2-40B4-BE49-F238E27FC236}">
                  <a16:creationId xmlns:a16="http://schemas.microsoft.com/office/drawing/2014/main" id="{0872E8F9-F38F-4088-8B92-0156D96DB2E5}"/>
                </a:ext>
              </a:extLst>
            </p:cNvPr>
            <p:cNvSpPr/>
            <p:nvPr/>
          </p:nvSpPr>
          <p:spPr>
            <a:xfrm>
              <a:off x="448441" y="5661932"/>
              <a:ext cx="1628572"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Friedrich</a:t>
              </a:r>
            </a:p>
            <a:p>
              <a:pPr algn="ctr"/>
              <a:r>
                <a:rPr lang="en-US" sz="1100" dirty="0">
                  <a:solidFill>
                    <a:schemeClr val="tx1"/>
                  </a:solidFill>
                </a:rPr>
                <a:t>Peut emprunter une grande quantité d'argent</a:t>
              </a:r>
            </a:p>
          </p:txBody>
        </p:sp>
        <p:sp>
          <p:nvSpPr>
            <p:cNvPr id="211" name="Rectangle 210">
              <a:extLst>
                <a:ext uri="{FF2B5EF4-FFF2-40B4-BE49-F238E27FC236}">
                  <a16:creationId xmlns:a16="http://schemas.microsoft.com/office/drawing/2014/main" id="{437B9EBE-7769-48D0-9F48-59E434EE106D}"/>
                </a:ext>
              </a:extLst>
            </p:cNvPr>
            <p:cNvSpPr/>
            <p:nvPr/>
          </p:nvSpPr>
          <p:spPr>
            <a:xfrm>
              <a:off x="6248099" y="5341925"/>
              <a:ext cx="1982083"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Charlie + Evelin</a:t>
              </a:r>
            </a:p>
            <a:p>
              <a:pPr algn="ctr"/>
              <a:r>
                <a:rPr lang="en-US" sz="1200" dirty="0">
                  <a:solidFill>
                    <a:schemeClr val="tx1"/>
                  </a:solidFill>
                </a:rPr>
                <a:t>Peut commencer à concevoir la pièce</a:t>
              </a:r>
            </a:p>
          </p:txBody>
        </p:sp>
        <p:sp>
          <p:nvSpPr>
            <p:cNvPr id="213" name="Rectangle 212">
              <a:extLst>
                <a:ext uri="{FF2B5EF4-FFF2-40B4-BE49-F238E27FC236}">
                  <a16:creationId xmlns:a16="http://schemas.microsoft.com/office/drawing/2014/main" id="{6CF53418-11D4-4203-9204-51B74BC8A0AC}"/>
                </a:ext>
              </a:extLst>
            </p:cNvPr>
            <p:cNvSpPr/>
            <p:nvPr/>
          </p:nvSpPr>
          <p:spPr>
            <a:xfrm>
              <a:off x="9700338" y="4752374"/>
              <a:ext cx="2009974"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Lancer un restaurant complet avant la fin de l'année</a:t>
              </a:r>
            </a:p>
          </p:txBody>
        </p:sp>
        <p:sp>
          <p:nvSpPr>
            <p:cNvPr id="215" name="Rectangle 214">
              <a:extLst>
                <a:ext uri="{FF2B5EF4-FFF2-40B4-BE49-F238E27FC236}">
                  <a16:creationId xmlns:a16="http://schemas.microsoft.com/office/drawing/2014/main" id="{F216D036-3EB8-47ED-B406-23D25E6CDB25}"/>
                </a:ext>
              </a:extLst>
            </p:cNvPr>
            <p:cNvSpPr/>
            <p:nvPr/>
          </p:nvSpPr>
          <p:spPr>
            <a:xfrm>
              <a:off x="6336521" y="3475047"/>
              <a:ext cx="1752255" cy="969968"/>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Dick + Gillian </a:t>
              </a:r>
            </a:p>
            <a:p>
              <a:pPr algn="ctr"/>
              <a:r>
                <a:rPr lang="en-US" sz="1200" dirty="0">
                  <a:solidFill>
                    <a:schemeClr val="tx1"/>
                  </a:solidFill>
                </a:rPr>
                <a:t>Gérer la campagne de promotion</a:t>
              </a:r>
            </a:p>
          </p:txBody>
        </p:sp>
        <p:sp>
          <p:nvSpPr>
            <p:cNvPr id="26" name="Rectangle 212">
              <a:extLst>
                <a:ext uri="{FF2B5EF4-FFF2-40B4-BE49-F238E27FC236}">
                  <a16:creationId xmlns:a16="http://schemas.microsoft.com/office/drawing/2014/main" id="{4D20B5DE-839F-043E-F730-2A35A1266B2D}"/>
                </a:ext>
              </a:extLst>
            </p:cNvPr>
            <p:cNvSpPr/>
            <p:nvPr/>
          </p:nvSpPr>
          <p:spPr>
            <a:xfrm>
              <a:off x="9806849" y="5713069"/>
              <a:ext cx="2009974" cy="94856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Imaginez un concept de restaurant vraiment différent pour toutes les parties prenantes.</a:t>
              </a:r>
            </a:p>
          </p:txBody>
        </p:sp>
      </p:grpSp>
      <p:sp>
        <p:nvSpPr>
          <p:cNvPr id="5" name="ZoneTexte 216">
            <a:extLst>
              <a:ext uri="{FF2B5EF4-FFF2-40B4-BE49-F238E27FC236}">
                <a16:creationId xmlns:a16="http://schemas.microsoft.com/office/drawing/2014/main" id="{F408D7FC-510B-4FCD-1775-29732D82C53A}"/>
              </a:ext>
            </a:extLst>
          </p:cNvPr>
          <p:cNvSpPr txBox="1"/>
          <p:nvPr/>
        </p:nvSpPr>
        <p:spPr>
          <a:xfrm>
            <a:off x="292289" y="2284441"/>
            <a:ext cx="1690675" cy="2123658"/>
          </a:xfrm>
          <a:prstGeom prst="rect">
            <a:avLst/>
          </a:prstGeom>
          <a:noFill/>
        </p:spPr>
        <p:txBody>
          <a:bodyPr wrap="square">
            <a:spAutoFit/>
          </a:bodyPr>
          <a:lstStyle/>
          <a:p>
            <a:r>
              <a:rPr lang="en-US" b="1" dirty="0">
                <a:solidFill>
                  <a:srgbClr val="333333"/>
                </a:solidFill>
                <a:effectLst/>
              </a:rPr>
              <a:t>Exemple</a:t>
            </a:r>
          </a:p>
          <a:p>
            <a:endParaRPr lang="en-US" b="1" dirty="0">
              <a:solidFill>
                <a:srgbClr val="333333"/>
              </a:solidFill>
            </a:endParaRPr>
          </a:p>
          <a:p>
            <a:r>
              <a:rPr lang="en-US" sz="1600" dirty="0">
                <a:solidFill>
                  <a:srgbClr val="333333"/>
                </a:solidFill>
              </a:rPr>
              <a:t>Vous êtes une équipe d'innovation de produits pour un nouveau type de restaurants. </a:t>
            </a:r>
            <a:endParaRPr lang="en-US" sz="1600" dirty="0"/>
          </a:p>
        </p:txBody>
      </p:sp>
      <p:pic>
        <p:nvPicPr>
          <p:cNvPr id="10" name="Immagine 9" descr="Immagine che contiene cibo, piatto, parecchi&#10;&#10;Descrizione generata automaticamente">
            <a:extLst>
              <a:ext uri="{FF2B5EF4-FFF2-40B4-BE49-F238E27FC236}">
                <a16:creationId xmlns:a16="http://schemas.microsoft.com/office/drawing/2014/main" id="{F77FBD46-DB43-FF67-344F-E20BB4DF803D}"/>
              </a:ext>
            </a:extLst>
          </p:cNvPr>
          <p:cNvPicPr>
            <a:picLocks noChangeAspect="1"/>
          </p:cNvPicPr>
          <p:nvPr/>
        </p:nvPicPr>
        <p:blipFill>
          <a:blip r:embed="rId20" cstate="screen">
            <a:extLst>
              <a:ext uri="{28A0092B-C50C-407E-A947-70E740481C1C}">
                <a14:useLocalDpi xmlns:a14="http://schemas.microsoft.com/office/drawing/2010/main"/>
              </a:ext>
              <a:ext uri="{837473B0-CC2E-450A-ABE3-18F120FF3D39}">
                <a1611:picAttrSrcUrl xmlns:a1611="http://schemas.microsoft.com/office/drawing/2016/11/main" r:id="rId21"/>
              </a:ext>
            </a:extLst>
          </a:blip>
          <a:stretch>
            <a:fillRect/>
          </a:stretch>
        </p:blipFill>
        <p:spPr>
          <a:xfrm>
            <a:off x="381431" y="4679070"/>
            <a:ext cx="1185916" cy="788634"/>
          </a:xfrm>
          <a:prstGeom prst="rect">
            <a:avLst/>
          </a:prstGeom>
        </p:spPr>
      </p:pic>
      <p:cxnSp>
        <p:nvCxnSpPr>
          <p:cNvPr id="13" name="Connettore 2 12">
            <a:extLst>
              <a:ext uri="{FF2B5EF4-FFF2-40B4-BE49-F238E27FC236}">
                <a16:creationId xmlns:a16="http://schemas.microsoft.com/office/drawing/2014/main" id="{7A96914B-C78E-A636-5E94-D0711F21E45A}"/>
              </a:ext>
            </a:extLst>
          </p:cNvPr>
          <p:cNvCxnSpPr>
            <a:stCxn id="209" idx="3"/>
            <a:endCxn id="215" idx="1"/>
          </p:cNvCxnSpPr>
          <p:nvPr/>
        </p:nvCxnSpPr>
        <p:spPr>
          <a:xfrm>
            <a:off x="6916910" y="3888619"/>
            <a:ext cx="752112" cy="42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692F35E6-20B2-B3D6-5189-2B6980932090}"/>
              </a:ext>
            </a:extLst>
          </p:cNvPr>
          <p:cNvCxnSpPr>
            <a:cxnSpLocks/>
            <a:stCxn id="178" idx="3"/>
            <a:endCxn id="215" idx="1"/>
          </p:cNvCxnSpPr>
          <p:nvPr/>
        </p:nvCxnSpPr>
        <p:spPr>
          <a:xfrm flipV="1">
            <a:off x="6723408" y="3931287"/>
            <a:ext cx="945614" cy="1704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a:extLst>
              <a:ext uri="{FF2B5EF4-FFF2-40B4-BE49-F238E27FC236}">
                <a16:creationId xmlns:a16="http://schemas.microsoft.com/office/drawing/2014/main" id="{8609CAB8-F0A0-CA69-597E-68CF28FB122D}"/>
              </a:ext>
            </a:extLst>
          </p:cNvPr>
          <p:cNvCxnSpPr>
            <a:cxnSpLocks/>
            <a:stCxn id="208" idx="3"/>
            <a:endCxn id="211" idx="1"/>
          </p:cNvCxnSpPr>
          <p:nvPr/>
        </p:nvCxnSpPr>
        <p:spPr>
          <a:xfrm>
            <a:off x="5688885" y="4727441"/>
            <a:ext cx="1911791" cy="5689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D4F7A97D-38AB-155F-B7FD-1F35347E659E}"/>
              </a:ext>
            </a:extLst>
          </p:cNvPr>
          <p:cNvCxnSpPr>
            <a:cxnSpLocks/>
            <a:stCxn id="207" idx="3"/>
          </p:cNvCxnSpPr>
          <p:nvPr/>
        </p:nvCxnSpPr>
        <p:spPr>
          <a:xfrm>
            <a:off x="6885200" y="2727189"/>
            <a:ext cx="687397" cy="25027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654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normAutofit/>
          </a:bodyPr>
          <a:lstStyle/>
          <a:p>
            <a:r>
              <a:rPr lang="en-US" sz="4400" dirty="0"/>
              <a:t>POURQUOI MAINTENANT</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err="1"/>
              <a:t>Chronologie</a:t>
            </a:r>
            <a:r>
              <a:rPr lang="en-US" dirty="0"/>
              <a:t> du </a:t>
            </a:r>
            <a:r>
              <a:rPr lang="en-US" dirty="0" err="1"/>
              <a:t>Canevas</a:t>
            </a:r>
            <a:r>
              <a:rPr lang="en-US" dirty="0"/>
              <a:t> d'opportunité</a:t>
            </a:r>
          </a:p>
        </p:txBody>
      </p:sp>
      <p:grpSp>
        <p:nvGrpSpPr>
          <p:cNvPr id="2" name="Groupe 173">
            <a:extLst>
              <a:ext uri="{FF2B5EF4-FFF2-40B4-BE49-F238E27FC236}">
                <a16:creationId xmlns:a16="http://schemas.microsoft.com/office/drawing/2014/main" id="{A155E64B-2581-5E50-5C9B-09E7D8EDC7B9}"/>
              </a:ext>
            </a:extLst>
          </p:cNvPr>
          <p:cNvGrpSpPr/>
          <p:nvPr/>
        </p:nvGrpSpPr>
        <p:grpSpPr>
          <a:xfrm>
            <a:off x="6287654" y="2148840"/>
            <a:ext cx="4473276" cy="2182431"/>
            <a:chOff x="127000" y="915986"/>
            <a:chExt cx="12052300" cy="5880100"/>
          </a:xfrm>
        </p:grpSpPr>
        <p:sp>
          <p:nvSpPr>
            <p:cNvPr id="3" name="Flèche : droite 174">
              <a:extLst>
                <a:ext uri="{FF2B5EF4-FFF2-40B4-BE49-F238E27FC236}">
                  <a16:creationId xmlns:a16="http://schemas.microsoft.com/office/drawing/2014/main" id="{8A3BE044-02E0-651A-224E-BBC40B7AF2FF}"/>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4" name="Rectangle 175">
              <a:extLst>
                <a:ext uri="{FF2B5EF4-FFF2-40B4-BE49-F238E27FC236}">
                  <a16:creationId xmlns:a16="http://schemas.microsoft.com/office/drawing/2014/main" id="{3BA434CD-68ED-E5F7-BD3A-91B50E193676}"/>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5" name="Rectangle 176">
              <a:extLst>
                <a:ext uri="{FF2B5EF4-FFF2-40B4-BE49-F238E27FC236}">
                  <a16:creationId xmlns:a16="http://schemas.microsoft.com/office/drawing/2014/main" id="{70EBA7A9-068A-7C4E-3C8C-1259C5CE2B0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6" name="Rectangle 177">
              <a:extLst>
                <a:ext uri="{FF2B5EF4-FFF2-40B4-BE49-F238E27FC236}">
                  <a16:creationId xmlns:a16="http://schemas.microsoft.com/office/drawing/2014/main" id="{9EB99736-F81F-B203-D85F-A42E9A893C21}"/>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7" name="Rectangle 178">
              <a:extLst>
                <a:ext uri="{FF2B5EF4-FFF2-40B4-BE49-F238E27FC236}">
                  <a16:creationId xmlns:a16="http://schemas.microsoft.com/office/drawing/2014/main" id="{0DF143E4-B8D9-3117-88B2-9601609675EB}"/>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Tree>
    <p:extLst>
      <p:ext uri="{BB962C8B-B14F-4D97-AF65-F5344CB8AC3E}">
        <p14:creationId xmlns:p14="http://schemas.microsoft.com/office/powerpoint/2010/main" val="33381107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Défis habituels liés à une </a:t>
            </a:r>
            <a:r>
              <a:rPr lang="en-US" b="1" dirty="0">
                <a:solidFill>
                  <a:srgbClr val="FF0000"/>
                </a:solidFill>
              </a:rPr>
              <a:t>compréhension peu claire du moment et de l'opportunité.</a:t>
            </a:r>
          </a:p>
        </p:txBody>
      </p:sp>
      <p:sp>
        <p:nvSpPr>
          <p:cNvPr id="3" name="Rectangle 3">
            <a:extLst>
              <a:ext uri="{FF2B5EF4-FFF2-40B4-BE49-F238E27FC236}">
                <a16:creationId xmlns:a16="http://schemas.microsoft.com/office/drawing/2014/main" id="{B8991EDC-9828-7E05-FC4F-36118C3218D1}"/>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Ne pas comprendre ce qui a déclenché un projet, et déjà reporter son début</a:t>
            </a:r>
          </a:p>
        </p:txBody>
      </p:sp>
      <p:sp>
        <p:nvSpPr>
          <p:cNvPr id="16" name="Bulle narrative : ronde 4">
            <a:extLst>
              <a:ext uri="{FF2B5EF4-FFF2-40B4-BE49-F238E27FC236}">
                <a16:creationId xmlns:a16="http://schemas.microsoft.com/office/drawing/2014/main" id="{AD4C68F8-6B32-21BF-723F-869CE0041835}"/>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Je comprends l'objectif que vous présentez, mais pourquoi nous attaquons-nous à cet objectif </a:t>
            </a:r>
            <a:r>
              <a:rPr lang="en-US" sz="1100" b="1" dirty="0">
                <a:solidFill>
                  <a:schemeClr val="tx1"/>
                </a:solidFill>
              </a:rPr>
              <a:t>maintenant et pas plus tard </a:t>
            </a:r>
            <a:r>
              <a:rPr lang="en-US" sz="1100" dirty="0">
                <a:solidFill>
                  <a:schemeClr val="tx1"/>
                </a:solidFill>
              </a:rPr>
              <a:t>?</a:t>
            </a:r>
          </a:p>
        </p:txBody>
      </p:sp>
      <p:pic>
        <p:nvPicPr>
          <p:cNvPr id="17" name="Graphique 5" descr="Homme en tenue professionnelle">
            <a:extLst>
              <a:ext uri="{FF2B5EF4-FFF2-40B4-BE49-F238E27FC236}">
                <a16:creationId xmlns:a16="http://schemas.microsoft.com/office/drawing/2014/main" id="{0E90CACA-BD08-C0CD-DB3A-E2768FB0CC6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18" name="Rectangle 6">
            <a:extLst>
              <a:ext uri="{FF2B5EF4-FFF2-40B4-BE49-F238E27FC236}">
                <a16:creationId xmlns:a16="http://schemas.microsoft.com/office/drawing/2014/main" id="{94E2ADAF-AF81-04A0-51C8-83327685AE54}"/>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Démarrer un projet / produit en étant critique </a:t>
            </a:r>
          </a:p>
        </p:txBody>
      </p:sp>
      <p:sp>
        <p:nvSpPr>
          <p:cNvPr id="19" name="Bulle narrative : ronde 7">
            <a:extLst>
              <a:ext uri="{FF2B5EF4-FFF2-40B4-BE49-F238E27FC236}">
                <a16:creationId xmlns:a16="http://schemas.microsoft.com/office/drawing/2014/main" id="{04205B10-A5BF-B8A2-ACC9-9C3CA424D952}"/>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Nous aurions dû le faire il y a longtemps.</a:t>
            </a:r>
          </a:p>
        </p:txBody>
      </p:sp>
      <p:sp>
        <p:nvSpPr>
          <p:cNvPr id="20" name="Rectangle 8">
            <a:extLst>
              <a:ext uri="{FF2B5EF4-FFF2-40B4-BE49-F238E27FC236}">
                <a16:creationId xmlns:a16="http://schemas.microsoft.com/office/drawing/2014/main" id="{D4C0F4A9-62DC-746C-BA61-258785BAB2E8}"/>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Un sentiment d'urgence incontrôlable</a:t>
            </a:r>
          </a:p>
        </p:txBody>
      </p:sp>
      <p:sp>
        <p:nvSpPr>
          <p:cNvPr id="21" name="Bulle narrative : ronde 9">
            <a:extLst>
              <a:ext uri="{FF2B5EF4-FFF2-40B4-BE49-F238E27FC236}">
                <a16:creationId xmlns:a16="http://schemas.microsoft.com/office/drawing/2014/main" id="{A08F6C63-9F49-A92B-8AC9-A11DB1853177}"/>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C'est une urgence ! Nous devons nous dépêcher, il n'y a pas de temps à perdre, l'occasion va bientôt se terminer !</a:t>
            </a:r>
          </a:p>
        </p:txBody>
      </p:sp>
      <p:sp>
        <p:nvSpPr>
          <p:cNvPr id="22" name="Rectangle 10">
            <a:extLst>
              <a:ext uri="{FF2B5EF4-FFF2-40B4-BE49-F238E27FC236}">
                <a16:creationId xmlns:a16="http://schemas.microsoft.com/office/drawing/2014/main" id="{0DFEC4AF-F5DE-9D27-F3B1-147662AD0059}"/>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Ne pas avoir le sens de l'urgence</a:t>
            </a:r>
          </a:p>
        </p:txBody>
      </p:sp>
      <p:sp>
        <p:nvSpPr>
          <p:cNvPr id="23" name="Bulle narrative : ronde 11">
            <a:extLst>
              <a:ext uri="{FF2B5EF4-FFF2-40B4-BE49-F238E27FC236}">
                <a16:creationId xmlns:a16="http://schemas.microsoft.com/office/drawing/2014/main" id="{6DC91AF4-FC94-E50D-377E-25A72B094BE9}"/>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Oui, nous avons commencé le projet, mais il n'y a absolument aucune urgence, nous avons tout le temps d'être à l'aise...</a:t>
            </a:r>
          </a:p>
        </p:txBody>
      </p:sp>
      <p:pic>
        <p:nvPicPr>
          <p:cNvPr id="24" name="Graphique 12" descr="Homme portant une veste">
            <a:extLst>
              <a:ext uri="{FF2B5EF4-FFF2-40B4-BE49-F238E27FC236}">
                <a16:creationId xmlns:a16="http://schemas.microsoft.com/office/drawing/2014/main" id="{5BA59C66-C09E-54D4-8DEC-AA9ACAA7813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25" name="Graphique 13" descr="Homme barbu en peignoir">
            <a:extLst>
              <a:ext uri="{FF2B5EF4-FFF2-40B4-BE49-F238E27FC236}">
                <a16:creationId xmlns:a16="http://schemas.microsoft.com/office/drawing/2014/main" id="{3164A05A-A377-712D-6F9C-B8CACDDB7E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26" name="Graphique 14" descr="Femme avec queue de cheval">
            <a:extLst>
              <a:ext uri="{FF2B5EF4-FFF2-40B4-BE49-F238E27FC236}">
                <a16:creationId xmlns:a16="http://schemas.microsoft.com/office/drawing/2014/main" id="{DEA62484-94E7-707D-5B7F-38A7BE39CB7A}"/>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pic>
        <p:nvPicPr>
          <p:cNvPr id="27" name="Elemento grafico 26" descr="Faccina spaventata">
            <a:extLst>
              <a:ext uri="{FF2B5EF4-FFF2-40B4-BE49-F238E27FC236}">
                <a16:creationId xmlns:a16="http://schemas.microsoft.com/office/drawing/2014/main" id="{2A0E3181-8309-9FEE-9455-7442B8DB5A0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693796" y="3795201"/>
            <a:ext cx="245404" cy="275149"/>
          </a:xfrm>
          <a:prstGeom prst="rect">
            <a:avLst/>
          </a:prstGeom>
        </p:spPr>
      </p:pic>
    </p:spTree>
    <p:extLst>
      <p:ext uri="{BB962C8B-B14F-4D97-AF65-F5344CB8AC3E}">
        <p14:creationId xmlns:p14="http://schemas.microsoft.com/office/powerpoint/2010/main" val="3238019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2C68F1-8C31-4360-A53F-A87E6746E271}"/>
              </a:ext>
            </a:extLst>
          </p:cNvPr>
          <p:cNvSpPr>
            <a:spLocks noGrp="1"/>
          </p:cNvSpPr>
          <p:nvPr>
            <p:ph type="title"/>
          </p:nvPr>
        </p:nvSpPr>
        <p:spPr/>
        <p:txBody>
          <a:bodyPr/>
          <a:lstStyle/>
          <a:p>
            <a:r>
              <a:rPr lang="en-US" dirty="0" err="1"/>
              <a:t>Pourquoi</a:t>
            </a:r>
            <a:r>
              <a:rPr lang="en-US" dirty="0"/>
              <a:t> </a:t>
            </a:r>
            <a:r>
              <a:rPr lang="en-US" sz="4400" dirty="0"/>
              <a:t>MAINTENANT</a:t>
            </a:r>
            <a:r>
              <a:rPr lang="en-US" dirty="0"/>
              <a:t> ?</a:t>
            </a:r>
            <a:br>
              <a:rPr lang="en-US" dirty="0"/>
            </a:br>
            <a:r>
              <a:rPr lang="en-US" sz="4400" dirty="0" err="1"/>
              <a:t>Chronologie</a:t>
            </a:r>
            <a:r>
              <a:rPr lang="en-US" sz="4400" dirty="0"/>
              <a:t> de </a:t>
            </a:r>
            <a:r>
              <a:rPr lang="en-US" sz="4400" dirty="0" err="1"/>
              <a:t>l'</a:t>
            </a:r>
            <a:r>
              <a:rPr lang="en-US" dirty="0" err="1"/>
              <a:t>opportunité</a:t>
            </a:r>
            <a:r>
              <a:rPr lang="en-US" dirty="0"/>
              <a:t> </a:t>
            </a:r>
          </a:p>
        </p:txBody>
      </p:sp>
      <p:sp>
        <p:nvSpPr>
          <p:cNvPr id="3" name="Espace réservé du contenu 2">
            <a:extLst>
              <a:ext uri="{FF2B5EF4-FFF2-40B4-BE49-F238E27FC236}">
                <a16:creationId xmlns:a16="http://schemas.microsoft.com/office/drawing/2014/main" id="{4DBFB268-B875-4931-886D-FDFB509382A8}"/>
              </a:ext>
            </a:extLst>
          </p:cNvPr>
          <p:cNvSpPr>
            <a:spLocks noGrp="1"/>
          </p:cNvSpPr>
          <p:nvPr>
            <p:ph idx="1"/>
          </p:nvPr>
        </p:nvSpPr>
        <p:spPr>
          <a:xfrm>
            <a:off x="838200" y="1825625"/>
            <a:ext cx="4584700" cy="4351338"/>
          </a:xfrm>
        </p:spPr>
        <p:txBody>
          <a:bodyPr>
            <a:normAutofit fontScale="85000" lnSpcReduction="20000"/>
          </a:bodyPr>
          <a:lstStyle/>
          <a:p>
            <a:r>
              <a:rPr lang="en-US" dirty="0"/>
              <a:t>Les projets/produits sont souvent lancés en réponse à un contexte spécifique dans un timing précis.</a:t>
            </a:r>
          </a:p>
          <a:p>
            <a:endParaRPr lang="en-US" dirty="0"/>
          </a:p>
          <a:p>
            <a:r>
              <a:rPr lang="en-US" dirty="0"/>
              <a:t>Plus le timing est bon, plus les chances de succès sont élevées.</a:t>
            </a:r>
          </a:p>
          <a:p>
            <a:endParaRPr lang="en-US" dirty="0"/>
          </a:p>
          <a:p>
            <a:r>
              <a:rPr lang="en-US" dirty="0"/>
              <a:t>Si les membres se mettent d'accord sur le calendrier, cela augmente les chances d'un engagement immédiat et réduit les risques de report de la contribution.</a:t>
            </a:r>
          </a:p>
        </p:txBody>
      </p:sp>
      <p:grpSp>
        <p:nvGrpSpPr>
          <p:cNvPr id="9" name="Groupe 8">
            <a:extLst>
              <a:ext uri="{FF2B5EF4-FFF2-40B4-BE49-F238E27FC236}">
                <a16:creationId xmlns:a16="http://schemas.microsoft.com/office/drawing/2014/main" id="{6613C72C-383F-4777-B744-5608CAE14AA6}"/>
              </a:ext>
            </a:extLst>
          </p:cNvPr>
          <p:cNvGrpSpPr/>
          <p:nvPr/>
        </p:nvGrpSpPr>
        <p:grpSpPr>
          <a:xfrm>
            <a:off x="5937662" y="2211386"/>
            <a:ext cx="6140038" cy="2995614"/>
            <a:chOff x="127000" y="915986"/>
            <a:chExt cx="12052300" cy="5880100"/>
          </a:xfrm>
        </p:grpSpPr>
        <p:sp>
          <p:nvSpPr>
            <p:cNvPr id="4" name="Flèche : droite 3">
              <a:extLst>
                <a:ext uri="{FF2B5EF4-FFF2-40B4-BE49-F238E27FC236}">
                  <a16:creationId xmlns:a16="http://schemas.microsoft.com/office/drawing/2014/main" id="{469526B1-38B8-4F3C-AD96-E9C28FECCC4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5" name="Rectangle 4">
              <a:extLst>
                <a:ext uri="{FF2B5EF4-FFF2-40B4-BE49-F238E27FC236}">
                  <a16:creationId xmlns:a16="http://schemas.microsoft.com/office/drawing/2014/main" id="{599902C4-8F8E-472A-80F4-1832FB77AAF2}"/>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6" name="Rectangle 5">
              <a:extLst>
                <a:ext uri="{FF2B5EF4-FFF2-40B4-BE49-F238E27FC236}">
                  <a16:creationId xmlns:a16="http://schemas.microsoft.com/office/drawing/2014/main" id="{F5C81284-2259-48CC-9D0C-C96B55E07FB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7" name="Rectangle 6">
              <a:extLst>
                <a:ext uri="{FF2B5EF4-FFF2-40B4-BE49-F238E27FC236}">
                  <a16:creationId xmlns:a16="http://schemas.microsoft.com/office/drawing/2014/main" id="{89BB6C82-F9FF-4E4E-A348-1BC36F8BC3A6}"/>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8" name="Rectangle 7">
              <a:extLst>
                <a:ext uri="{FF2B5EF4-FFF2-40B4-BE49-F238E27FC236}">
                  <a16:creationId xmlns:a16="http://schemas.microsoft.com/office/drawing/2014/main" id="{9743A905-D27D-47C8-8B2D-2C44BA405EF1}"/>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Tree>
    <p:extLst>
      <p:ext uri="{BB962C8B-B14F-4D97-AF65-F5344CB8AC3E}">
        <p14:creationId xmlns:p14="http://schemas.microsoft.com/office/powerpoint/2010/main" val="1515019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normAutofit/>
          </a:bodyPr>
          <a:lstStyle/>
          <a:p>
            <a:r>
              <a:rPr lang="en-US" sz="3600" dirty="0" err="1"/>
              <a:t>Pourquoi</a:t>
            </a:r>
            <a:r>
              <a:rPr lang="en-US" sz="3600" dirty="0"/>
              <a:t> MAINTENANT ? </a:t>
            </a:r>
            <a:br>
              <a:rPr lang="en-US" sz="3600" dirty="0"/>
            </a:br>
            <a:r>
              <a:rPr lang="en-US" sz="3600" dirty="0" err="1"/>
              <a:t>Chronologie</a:t>
            </a:r>
            <a:r>
              <a:rPr lang="en-US" sz="3600" dirty="0"/>
              <a:t> des </a:t>
            </a:r>
            <a:r>
              <a:rPr lang="en-US" sz="3600" dirty="0" err="1"/>
              <a:t>opportunités</a:t>
            </a:r>
            <a:r>
              <a:rPr lang="en-US" sz="3600" dirty="0"/>
              <a:t> (version atelier </a:t>
            </a:r>
            <a:r>
              <a:rPr lang="en-US" sz="3600" dirty="0" err="1"/>
              <a:t>visuel</a:t>
            </a:r>
            <a:r>
              <a:rPr lang="en-US" sz="3600" dirty="0"/>
              <a:t>)</a:t>
            </a:r>
          </a:p>
        </p:txBody>
      </p:sp>
      <p:sp>
        <p:nvSpPr>
          <p:cNvPr id="5" name="Flèche : droite 4">
            <a:extLst>
              <a:ext uri="{FF2B5EF4-FFF2-40B4-BE49-F238E27FC236}">
                <a16:creationId xmlns:a16="http://schemas.microsoft.com/office/drawing/2014/main" id="{2D3755C7-7AD6-4B43-9F4C-E69A886F6BD5}"/>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TARD</a:t>
            </a:r>
          </a:p>
          <a:p>
            <a:pPr algn="ctr"/>
            <a:endParaRPr lang="en-US">
              <a:solidFill>
                <a:schemeClr val="tx1"/>
              </a:solidFill>
            </a:endParaRPr>
          </a:p>
          <a:p>
            <a:pPr algn="ctr"/>
            <a:r>
              <a:rPr lang="en-US" sz="1200">
                <a:solidFill>
                  <a:schemeClr val="tx1"/>
                </a:solidFill>
              </a:rPr>
              <a:t>Décrivez des exemples de moments où il serait trop tard pour lancer le projet/produit.</a:t>
            </a:r>
          </a:p>
        </p:txBody>
      </p:sp>
      <p:sp>
        <p:nvSpPr>
          <p:cNvPr id="6" name="Rectangle 5">
            <a:extLst>
              <a:ext uri="{FF2B5EF4-FFF2-40B4-BE49-F238E27FC236}">
                <a16:creationId xmlns:a16="http://schemas.microsoft.com/office/drawing/2014/main" id="{166F59C5-BB20-43FC-9492-B2DB116D1DCA}"/>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NOTRE FENÊTRE D'OPPORTUNITÉ</a:t>
            </a:r>
          </a:p>
          <a:p>
            <a:pPr algn="ctr"/>
            <a:endParaRPr lang="en-US"/>
          </a:p>
          <a:p>
            <a:pPr algn="ctr"/>
            <a:r>
              <a:rPr lang="en-US" sz="1200"/>
              <a:t>Durée de la fenêtre d'opportunité pour le lancement et comment le projet / produit interceptera cette fenêtre (premières actions)</a:t>
            </a:r>
          </a:p>
        </p:txBody>
      </p:sp>
      <p:sp>
        <p:nvSpPr>
          <p:cNvPr id="7" name="Rectangle 6">
            <a:extLst>
              <a:ext uri="{FF2B5EF4-FFF2-40B4-BE49-F238E27FC236}">
                <a16:creationId xmlns:a16="http://schemas.microsoft.com/office/drawing/2014/main" id="{3DDFF388-2299-4D43-9D8B-417D529FA4F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TÔT</a:t>
            </a:r>
          </a:p>
          <a:p>
            <a:pPr algn="ctr"/>
            <a:endParaRPr lang="en-US">
              <a:solidFill>
                <a:schemeClr val="tx1"/>
              </a:solidFill>
            </a:endParaRPr>
          </a:p>
          <a:p>
            <a:pPr algn="ctr"/>
            <a:r>
              <a:rPr lang="en-US" sz="1200">
                <a:solidFill>
                  <a:schemeClr val="tx1"/>
                </a:solidFill>
              </a:rPr>
              <a:t>Décrivez des exemples de moments où il était trop tôt pour lancer le projet ou le produit.</a:t>
            </a:r>
          </a:p>
        </p:txBody>
      </p:sp>
      <p:sp>
        <p:nvSpPr>
          <p:cNvPr id="8" name="Rectangle 7">
            <a:extLst>
              <a:ext uri="{FF2B5EF4-FFF2-40B4-BE49-F238E27FC236}">
                <a16:creationId xmlns:a16="http://schemas.microsoft.com/office/drawing/2014/main" id="{24D83FD7-5CA9-4D74-8579-0938B53E3A4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DÉCLENCHEURS DE LANCEMENT</a:t>
            </a:r>
          </a:p>
          <a:p>
            <a:pPr algn="ctr"/>
            <a:endParaRPr lang="en-US"/>
          </a:p>
          <a:p>
            <a:pPr algn="ctr"/>
            <a:r>
              <a:rPr lang="en-US" sz="1200"/>
              <a:t>Événements notables qui nous amènent à lancer le projet bientôt ou maintenant</a:t>
            </a:r>
          </a:p>
        </p:txBody>
      </p:sp>
      <p:sp>
        <p:nvSpPr>
          <p:cNvPr id="9" name="Rectangle 8">
            <a:extLst>
              <a:ext uri="{FF2B5EF4-FFF2-40B4-BE49-F238E27FC236}">
                <a16:creationId xmlns:a16="http://schemas.microsoft.com/office/drawing/2014/main" id="{91EEE884-80F1-4E2D-A6CF-CF7E527E530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TRIGGERS PIVOT</a:t>
            </a:r>
          </a:p>
          <a:p>
            <a:pPr algn="ctr"/>
            <a:endParaRPr lang="en-US"/>
          </a:p>
          <a:p>
            <a:pPr algn="ctr"/>
            <a:r>
              <a:rPr lang="en-US" sz="1200"/>
              <a:t>Les événements ou dates remarquables qui peuvent nous amener à faire pivoter nos conditions de lancement avant qu'il ne soit trop tard.</a:t>
            </a:r>
          </a:p>
        </p:txBody>
      </p:sp>
    </p:spTree>
    <p:extLst>
      <p:ext uri="{BB962C8B-B14F-4D97-AF65-F5344CB8AC3E}">
        <p14:creationId xmlns:p14="http://schemas.microsoft.com/office/powerpoint/2010/main" val="1275922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normAutofit fontScale="90000"/>
          </a:bodyPr>
          <a:lstStyle/>
          <a:p>
            <a:r>
              <a:rPr lang="en-US" sz="3600" dirty="0" err="1"/>
              <a:t>Pourquoi</a:t>
            </a:r>
            <a:r>
              <a:rPr lang="en-US" sz="3600" dirty="0"/>
              <a:t> MAINTENANT ? </a:t>
            </a:r>
            <a:br>
              <a:rPr lang="en-US" sz="3600" dirty="0"/>
            </a:br>
            <a:r>
              <a:rPr lang="en-US" sz="3600" dirty="0"/>
              <a:t>Chronologie des opportunités (exemple de version visuelle de l'atelier)</a:t>
            </a:r>
          </a:p>
        </p:txBody>
      </p:sp>
      <p:sp>
        <p:nvSpPr>
          <p:cNvPr id="5" name="Flèche : droite 4">
            <a:extLst>
              <a:ext uri="{FF2B5EF4-FFF2-40B4-BE49-F238E27FC236}">
                <a16:creationId xmlns:a16="http://schemas.microsoft.com/office/drawing/2014/main" id="{2D3755C7-7AD6-4B43-9F4C-E69A886F6BD5}"/>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TARD</a:t>
            </a:r>
          </a:p>
          <a:p>
            <a:pPr algn="ctr"/>
            <a:endParaRPr lang="en-US">
              <a:solidFill>
                <a:schemeClr val="tx1"/>
              </a:solidFill>
            </a:endParaRPr>
          </a:p>
          <a:p>
            <a:pPr algn="ctr"/>
            <a:r>
              <a:rPr lang="en-US" sz="1200">
                <a:solidFill>
                  <a:schemeClr val="tx1"/>
                </a:solidFill>
              </a:rPr>
              <a:t>Décrivez des exemples de moments où il serait trop tard pour lancer le projet/produit.</a:t>
            </a:r>
          </a:p>
        </p:txBody>
      </p:sp>
      <p:sp>
        <p:nvSpPr>
          <p:cNvPr id="6" name="Rectangle 5">
            <a:extLst>
              <a:ext uri="{FF2B5EF4-FFF2-40B4-BE49-F238E27FC236}">
                <a16:creationId xmlns:a16="http://schemas.microsoft.com/office/drawing/2014/main" id="{166F59C5-BB20-43FC-9492-B2DB116D1DCA}"/>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NOTRE FENÊTRE D'OPPORTUNITÉ</a:t>
            </a:r>
          </a:p>
          <a:p>
            <a:pPr algn="ctr"/>
            <a:endParaRPr lang="en-US"/>
          </a:p>
          <a:p>
            <a:pPr algn="ctr"/>
            <a:r>
              <a:rPr lang="en-US" sz="1200"/>
              <a:t>Durée de la fenêtre d'opportunité pour le lancement et comment le projet / produit interceptera cette fenêtre (premières actions)</a:t>
            </a:r>
          </a:p>
        </p:txBody>
      </p:sp>
      <p:sp>
        <p:nvSpPr>
          <p:cNvPr id="7" name="Rectangle 6">
            <a:extLst>
              <a:ext uri="{FF2B5EF4-FFF2-40B4-BE49-F238E27FC236}">
                <a16:creationId xmlns:a16="http://schemas.microsoft.com/office/drawing/2014/main" id="{3DDFF388-2299-4D43-9D8B-417D529FA4F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TÔT</a:t>
            </a:r>
          </a:p>
          <a:p>
            <a:pPr algn="ctr"/>
            <a:endParaRPr lang="en-US">
              <a:solidFill>
                <a:schemeClr val="tx1"/>
              </a:solidFill>
            </a:endParaRPr>
          </a:p>
          <a:p>
            <a:pPr algn="ctr"/>
            <a:r>
              <a:rPr lang="en-US" sz="1200">
                <a:solidFill>
                  <a:schemeClr val="tx1"/>
                </a:solidFill>
              </a:rPr>
              <a:t>Décrivez des exemples de moments où il était trop tôt pour lancer le projet ou le produit.</a:t>
            </a:r>
          </a:p>
        </p:txBody>
      </p:sp>
      <p:sp>
        <p:nvSpPr>
          <p:cNvPr id="8" name="Rectangle 7">
            <a:extLst>
              <a:ext uri="{FF2B5EF4-FFF2-40B4-BE49-F238E27FC236}">
                <a16:creationId xmlns:a16="http://schemas.microsoft.com/office/drawing/2014/main" id="{24D83FD7-5CA9-4D74-8579-0938B53E3A4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DÉCLENCHEURS DE LANCEMENT</a:t>
            </a:r>
          </a:p>
          <a:p>
            <a:pPr algn="ctr"/>
            <a:endParaRPr lang="en-US"/>
          </a:p>
          <a:p>
            <a:pPr algn="ctr"/>
            <a:r>
              <a:rPr lang="en-US" sz="1200"/>
              <a:t>Événements notables qui nous amènent à lancer le projet bientôt ou maintenant</a:t>
            </a:r>
          </a:p>
        </p:txBody>
      </p:sp>
      <p:sp>
        <p:nvSpPr>
          <p:cNvPr id="9" name="Rectangle 8">
            <a:extLst>
              <a:ext uri="{FF2B5EF4-FFF2-40B4-BE49-F238E27FC236}">
                <a16:creationId xmlns:a16="http://schemas.microsoft.com/office/drawing/2014/main" id="{91EEE884-80F1-4E2D-A6CF-CF7E527E530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TRIGGERS PIVOT</a:t>
            </a:r>
          </a:p>
          <a:p>
            <a:pPr algn="ctr"/>
            <a:endParaRPr lang="en-US"/>
          </a:p>
          <a:p>
            <a:pPr algn="ctr"/>
            <a:r>
              <a:rPr lang="en-US" sz="1200"/>
              <a:t>Les événements ou dates remarquables qui peuvent nous amener à faire pivoter nos conditions de lancement avant qu'il ne soit trop tard.</a:t>
            </a:r>
          </a:p>
        </p:txBody>
      </p:sp>
      <p:sp>
        <p:nvSpPr>
          <p:cNvPr id="10" name="Rectangle 9">
            <a:extLst>
              <a:ext uri="{FF2B5EF4-FFF2-40B4-BE49-F238E27FC236}">
                <a16:creationId xmlns:a16="http://schemas.microsoft.com/office/drawing/2014/main" id="{1B8FF480-185B-4653-9DB5-7876BC39A873}"/>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Un projet de conformité juridique de grande envergure mobilise l'attention et les ressources</a:t>
            </a:r>
          </a:p>
        </p:txBody>
      </p:sp>
      <p:sp>
        <p:nvSpPr>
          <p:cNvPr id="11" name="Rectangle 10">
            <a:extLst>
              <a:ext uri="{FF2B5EF4-FFF2-40B4-BE49-F238E27FC236}">
                <a16:creationId xmlns:a16="http://schemas.microsoft.com/office/drawing/2014/main" id="{5E6CE110-95BE-4BEB-94E2-0B0C9E6C31FF}"/>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Avant la </a:t>
            </a:r>
            <a:r>
              <a:rPr lang="en-US" sz="1100" dirty="0" err="1">
                <a:solidFill>
                  <a:schemeClr val="tx1"/>
                </a:solidFill>
              </a:rPr>
              <a:t>généralisation</a:t>
            </a:r>
            <a:r>
              <a:rPr lang="en-US" sz="1100" dirty="0">
                <a:solidFill>
                  <a:schemeClr val="tx1"/>
                </a:solidFill>
              </a:rPr>
              <a:t> du travail à distance</a:t>
            </a:r>
          </a:p>
        </p:txBody>
      </p:sp>
      <p:sp>
        <p:nvSpPr>
          <p:cNvPr id="12" name="Rectangle 11">
            <a:extLst>
              <a:ext uri="{FF2B5EF4-FFF2-40B4-BE49-F238E27FC236}">
                <a16:creationId xmlns:a16="http://schemas.microsoft.com/office/drawing/2014/main" id="{419D66A5-1130-405E-B1CC-CE61FBCA3EA6}"/>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Lorsque</a:t>
            </a:r>
            <a:r>
              <a:rPr lang="en-US" sz="900" dirty="0">
                <a:solidFill>
                  <a:schemeClr val="tx1"/>
                </a:solidFill>
              </a:rPr>
              <a:t> le top manager XYZ </a:t>
            </a:r>
            <a:r>
              <a:rPr lang="en-US" sz="900" dirty="0" err="1">
                <a:solidFill>
                  <a:schemeClr val="tx1"/>
                </a:solidFill>
              </a:rPr>
              <a:t>était</a:t>
            </a:r>
            <a:r>
              <a:rPr lang="en-US" sz="900" dirty="0">
                <a:solidFill>
                  <a:schemeClr val="tx1"/>
                </a:solidFill>
              </a:rPr>
              <a:t> </a:t>
            </a:r>
            <a:r>
              <a:rPr lang="en-US" sz="900" dirty="0" err="1">
                <a:solidFill>
                  <a:schemeClr val="tx1"/>
                </a:solidFill>
              </a:rPr>
              <a:t>en</a:t>
            </a:r>
            <a:r>
              <a:rPr lang="en-US" sz="900" dirty="0">
                <a:solidFill>
                  <a:schemeClr val="tx1"/>
                </a:solidFill>
              </a:rPr>
              <a:t> charge (</a:t>
            </a:r>
            <a:r>
              <a:rPr lang="en-US" sz="900" dirty="0" err="1">
                <a:solidFill>
                  <a:schemeClr val="tx1"/>
                </a:solidFill>
              </a:rPr>
              <a:t>autres</a:t>
            </a:r>
            <a:r>
              <a:rPr lang="en-US" sz="900" dirty="0">
                <a:solidFill>
                  <a:schemeClr val="tx1"/>
                </a:solidFill>
              </a:rPr>
              <a:t> </a:t>
            </a:r>
            <a:r>
              <a:rPr lang="en-US" sz="900" dirty="0" err="1">
                <a:solidFill>
                  <a:schemeClr val="tx1"/>
                </a:solidFill>
              </a:rPr>
              <a:t>priorités</a:t>
            </a:r>
            <a:r>
              <a:rPr lang="en-US" sz="900" dirty="0">
                <a:solidFill>
                  <a:schemeClr val="tx1"/>
                </a:solidFill>
              </a:rPr>
              <a:t>)</a:t>
            </a:r>
          </a:p>
        </p:txBody>
      </p:sp>
      <p:sp>
        <p:nvSpPr>
          <p:cNvPr id="13" name="Rectangle 12">
            <a:extLst>
              <a:ext uri="{FF2B5EF4-FFF2-40B4-BE49-F238E27FC236}">
                <a16:creationId xmlns:a16="http://schemas.microsoft.com/office/drawing/2014/main" id="{9D7C5D5C-2DFB-4111-9A76-4AC419AD0DB5}"/>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Le </a:t>
            </a:r>
            <a:r>
              <a:rPr lang="en-US" sz="1100" dirty="0" err="1">
                <a:solidFill>
                  <a:schemeClr val="tx1"/>
                </a:solidFill>
              </a:rPr>
              <a:t>télétravail</a:t>
            </a:r>
            <a:r>
              <a:rPr lang="en-US" sz="1100" dirty="0">
                <a:solidFill>
                  <a:schemeClr val="tx1"/>
                </a:solidFill>
              </a:rPr>
              <a:t> </a:t>
            </a:r>
            <a:r>
              <a:rPr lang="en-US" sz="1100" dirty="0" err="1">
                <a:solidFill>
                  <a:schemeClr val="tx1"/>
                </a:solidFill>
              </a:rPr>
              <a:t>officiel</a:t>
            </a:r>
            <a:r>
              <a:rPr lang="en-US" sz="1100" dirty="0">
                <a:solidFill>
                  <a:schemeClr val="tx1"/>
                </a:solidFill>
              </a:rPr>
              <a:t> pour </a:t>
            </a:r>
            <a:r>
              <a:rPr lang="en-US" sz="1100" dirty="0" err="1">
                <a:solidFill>
                  <a:schemeClr val="tx1"/>
                </a:solidFill>
              </a:rPr>
              <a:t>tous</a:t>
            </a:r>
            <a:endParaRPr lang="en-US" sz="1100" dirty="0">
              <a:solidFill>
                <a:schemeClr val="tx1"/>
              </a:solidFill>
            </a:endParaRPr>
          </a:p>
        </p:txBody>
      </p:sp>
      <p:sp>
        <p:nvSpPr>
          <p:cNvPr id="14" name="Rectangle 13">
            <a:extLst>
              <a:ext uri="{FF2B5EF4-FFF2-40B4-BE49-F238E27FC236}">
                <a16:creationId xmlns:a16="http://schemas.microsoft.com/office/drawing/2014/main" id="{3D83C471-1EEA-4BB0-85CC-FBD35293AB0F}"/>
              </a:ext>
            </a:extLst>
          </p:cNvPr>
          <p:cNvSpPr/>
          <p:nvPr/>
        </p:nvSpPr>
        <p:spPr>
          <a:xfrm>
            <a:off x="2749636" y="496663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La nouvelle version de </a:t>
            </a:r>
            <a:r>
              <a:rPr lang="en-US" sz="1100" dirty="0" err="1">
                <a:solidFill>
                  <a:schemeClr val="tx1"/>
                </a:solidFill>
              </a:rPr>
              <a:t>l'outil</a:t>
            </a:r>
            <a:r>
              <a:rPr lang="en-US" sz="1100" dirty="0">
                <a:solidFill>
                  <a:schemeClr val="tx1"/>
                </a:solidFill>
              </a:rPr>
              <a:t> de discussion </a:t>
            </a:r>
            <a:r>
              <a:rPr lang="en-US" sz="1100" dirty="0" err="1">
                <a:solidFill>
                  <a:schemeClr val="tx1"/>
                </a:solidFill>
              </a:rPr>
              <a:t>est</a:t>
            </a:r>
            <a:r>
              <a:rPr lang="en-US" sz="1100" dirty="0">
                <a:solidFill>
                  <a:schemeClr val="tx1"/>
                </a:solidFill>
              </a:rPr>
              <a:t> </a:t>
            </a:r>
            <a:r>
              <a:rPr lang="en-US" sz="1100" dirty="0" err="1">
                <a:solidFill>
                  <a:schemeClr val="tx1"/>
                </a:solidFill>
              </a:rPr>
              <a:t>publiée</a:t>
            </a:r>
            <a:endParaRPr lang="en-US" sz="1100" dirty="0">
              <a:solidFill>
                <a:schemeClr val="tx1"/>
              </a:solidFill>
            </a:endParaRPr>
          </a:p>
        </p:txBody>
      </p:sp>
      <p:sp>
        <p:nvSpPr>
          <p:cNvPr id="15" name="Rectangle 14">
            <a:extLst>
              <a:ext uri="{FF2B5EF4-FFF2-40B4-BE49-F238E27FC236}">
                <a16:creationId xmlns:a16="http://schemas.microsoft.com/office/drawing/2014/main" id="{BC4C2E51-DB79-4CA2-8F4B-12131560B973}"/>
              </a:ext>
            </a:extLst>
          </p:cNvPr>
          <p:cNvSpPr/>
          <p:nvPr/>
        </p:nvSpPr>
        <p:spPr>
          <a:xfrm>
            <a:off x="5211510"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 an </a:t>
            </a:r>
          </a:p>
        </p:txBody>
      </p:sp>
      <p:sp>
        <p:nvSpPr>
          <p:cNvPr id="16" name="Rectangle 15">
            <a:extLst>
              <a:ext uri="{FF2B5EF4-FFF2-40B4-BE49-F238E27FC236}">
                <a16:creationId xmlns:a16="http://schemas.microsoft.com/office/drawing/2014/main" id="{A70286FC-8E2C-4B62-921E-22522CA962D7}"/>
              </a:ext>
            </a:extLst>
          </p:cNvPr>
          <p:cNvSpPr/>
          <p:nvPr/>
        </p:nvSpPr>
        <p:spPr>
          <a:xfrm>
            <a:off x="4144502" y="3867736"/>
            <a:ext cx="994822"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Nouveau Top Manager avec </a:t>
            </a:r>
            <a:r>
              <a:rPr lang="en-US" sz="900" dirty="0" err="1">
                <a:solidFill>
                  <a:schemeClr val="tx1"/>
                </a:solidFill>
              </a:rPr>
              <a:t>une</a:t>
            </a:r>
            <a:r>
              <a:rPr lang="en-US" sz="900" dirty="0">
                <a:solidFill>
                  <a:schemeClr val="tx1"/>
                </a:solidFill>
              </a:rPr>
              <a:t> </a:t>
            </a:r>
            <a:r>
              <a:rPr lang="en-US" sz="900" dirty="0" err="1">
                <a:solidFill>
                  <a:schemeClr val="tx1"/>
                </a:solidFill>
              </a:rPr>
              <a:t>priorité</a:t>
            </a:r>
            <a:r>
              <a:rPr lang="en-US" sz="900" dirty="0">
                <a:solidFill>
                  <a:schemeClr val="tx1"/>
                </a:solidFill>
              </a:rPr>
              <a:t> </a:t>
            </a:r>
            <a:r>
              <a:rPr lang="en-US" sz="900" dirty="0" err="1">
                <a:solidFill>
                  <a:schemeClr val="tx1"/>
                </a:solidFill>
              </a:rPr>
              <a:t>absolue</a:t>
            </a:r>
            <a:r>
              <a:rPr lang="en-US" sz="900" dirty="0">
                <a:solidFill>
                  <a:schemeClr val="tx1"/>
                </a:solidFill>
              </a:rPr>
              <a:t> sur la transformation numérique</a:t>
            </a:r>
          </a:p>
        </p:txBody>
      </p:sp>
      <p:sp>
        <p:nvSpPr>
          <p:cNvPr id="17" name="Rectangle 16">
            <a:extLst>
              <a:ext uri="{FF2B5EF4-FFF2-40B4-BE49-F238E27FC236}">
                <a16:creationId xmlns:a16="http://schemas.microsoft.com/office/drawing/2014/main" id="{960335AB-DB25-4334-9EAF-452B8B2338A7}"/>
              </a:ext>
            </a:extLst>
          </p:cNvPr>
          <p:cNvSpPr/>
          <p:nvPr/>
        </p:nvSpPr>
        <p:spPr>
          <a:xfrm>
            <a:off x="6311200" y="404149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tx1"/>
                </a:solidFill>
              </a:rPr>
              <a:t>Lancement</a:t>
            </a:r>
            <a:r>
              <a:rPr lang="en-US" sz="1000" dirty="0">
                <a:solidFill>
                  <a:schemeClr val="tx1"/>
                </a:solidFill>
              </a:rPr>
              <a:t> des sessions de </a:t>
            </a:r>
            <a:r>
              <a:rPr lang="en-US" sz="1000" dirty="0" err="1">
                <a:solidFill>
                  <a:schemeClr val="tx1"/>
                </a:solidFill>
              </a:rPr>
              <a:t>découverte</a:t>
            </a:r>
            <a:r>
              <a:rPr lang="en-US" sz="1000" dirty="0">
                <a:solidFill>
                  <a:schemeClr val="tx1"/>
                </a:solidFill>
              </a:rPr>
              <a:t> de </a:t>
            </a:r>
            <a:r>
              <a:rPr lang="en-US" sz="1000" dirty="0" err="1">
                <a:solidFill>
                  <a:schemeClr val="tx1"/>
                </a:solidFill>
              </a:rPr>
              <a:t>l'outil</a:t>
            </a:r>
            <a:r>
              <a:rPr lang="en-US" sz="1000" dirty="0">
                <a:solidFill>
                  <a:schemeClr val="tx1"/>
                </a:solidFill>
              </a:rPr>
              <a:t> de discussion</a:t>
            </a:r>
          </a:p>
        </p:txBody>
      </p:sp>
      <p:sp>
        <p:nvSpPr>
          <p:cNvPr id="19" name="Rectangle 18">
            <a:extLst>
              <a:ext uri="{FF2B5EF4-FFF2-40B4-BE49-F238E27FC236}">
                <a16:creationId xmlns:a16="http://schemas.microsoft.com/office/drawing/2014/main" id="{E3BBB7B5-E9D4-4A92-98DF-A14813B1902F}"/>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Nouvelles priorités </a:t>
            </a:r>
          </a:p>
        </p:txBody>
      </p:sp>
      <p:sp>
        <p:nvSpPr>
          <p:cNvPr id="20" name="Rectangle 19">
            <a:extLst>
              <a:ext uri="{FF2B5EF4-FFF2-40B4-BE49-F238E27FC236}">
                <a16:creationId xmlns:a16="http://schemas.microsoft.com/office/drawing/2014/main" id="{03893E30-30C1-46B0-97BB-AB87B3BDC954}"/>
              </a:ext>
            </a:extLst>
          </p:cNvPr>
          <p:cNvSpPr/>
          <p:nvPr/>
        </p:nvSpPr>
        <p:spPr>
          <a:xfrm>
            <a:off x="9474534" y="366787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La transformation numérique </a:t>
            </a:r>
            <a:r>
              <a:rPr lang="en-US" sz="1050" dirty="0" err="1">
                <a:solidFill>
                  <a:schemeClr val="tx1"/>
                </a:solidFill>
              </a:rPr>
              <a:t>n'est</a:t>
            </a:r>
            <a:r>
              <a:rPr lang="en-US" sz="1050" dirty="0">
                <a:solidFill>
                  <a:schemeClr val="tx1"/>
                </a:solidFill>
              </a:rPr>
              <a:t> pas nouvelle</a:t>
            </a:r>
          </a:p>
        </p:txBody>
      </p:sp>
      <p:sp>
        <p:nvSpPr>
          <p:cNvPr id="21" name="Rectangle 20">
            <a:extLst>
              <a:ext uri="{FF2B5EF4-FFF2-40B4-BE49-F238E27FC236}">
                <a16:creationId xmlns:a16="http://schemas.microsoft.com/office/drawing/2014/main" id="{6B4984E8-2C0F-4C13-BB40-7234B5856967}"/>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Nouveau top management</a:t>
            </a:r>
          </a:p>
        </p:txBody>
      </p:sp>
      <p:sp>
        <p:nvSpPr>
          <p:cNvPr id="22" name="Rectangle 21">
            <a:extLst>
              <a:ext uri="{FF2B5EF4-FFF2-40B4-BE49-F238E27FC236}">
                <a16:creationId xmlns:a16="http://schemas.microsoft.com/office/drawing/2014/main" id="{DEA969C2-6116-4EE8-A80B-FAA700806582}"/>
              </a:ext>
            </a:extLst>
          </p:cNvPr>
          <p:cNvSpPr/>
          <p:nvPr/>
        </p:nvSpPr>
        <p:spPr>
          <a:xfrm>
            <a:off x="9506036" y="4676019"/>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Nouvelles </a:t>
            </a:r>
            <a:r>
              <a:rPr lang="en-US" sz="1100" dirty="0" err="1">
                <a:solidFill>
                  <a:schemeClr val="tx1"/>
                </a:solidFill>
              </a:rPr>
              <a:t>priorités</a:t>
            </a:r>
            <a:r>
              <a:rPr lang="en-US" sz="1100" dirty="0">
                <a:solidFill>
                  <a:schemeClr val="tx1"/>
                </a:solidFill>
              </a:rPr>
              <a:t> </a:t>
            </a:r>
            <a:r>
              <a:rPr lang="en-US" sz="1100" dirty="0" err="1">
                <a:solidFill>
                  <a:schemeClr val="tx1"/>
                </a:solidFill>
              </a:rPr>
              <a:t>opérationnelles</a:t>
            </a:r>
            <a:endParaRPr lang="en-US" sz="1100" dirty="0">
              <a:solidFill>
                <a:schemeClr val="tx1"/>
              </a:solidFill>
            </a:endParaRPr>
          </a:p>
        </p:txBody>
      </p:sp>
      <p:sp>
        <p:nvSpPr>
          <p:cNvPr id="25" name="Titre 1">
            <a:extLst>
              <a:ext uri="{FF2B5EF4-FFF2-40B4-BE49-F238E27FC236}">
                <a16:creationId xmlns:a16="http://schemas.microsoft.com/office/drawing/2014/main" id="{E9493EEE-A46B-43D5-8FD2-B308B581EC76}"/>
              </a:ext>
            </a:extLst>
          </p:cNvPr>
          <p:cNvSpPr txBox="1">
            <a:spLocks/>
          </p:cNvSpPr>
          <p:nvPr/>
        </p:nvSpPr>
        <p:spPr>
          <a:xfrm>
            <a:off x="425121" y="6322883"/>
            <a:ext cx="10515600" cy="3670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Exemple pour un projet / produit de transformation numérique</a:t>
            </a:r>
          </a:p>
        </p:txBody>
      </p:sp>
    </p:spTree>
    <p:extLst>
      <p:ext uri="{BB962C8B-B14F-4D97-AF65-F5344CB8AC3E}">
        <p14:creationId xmlns:p14="http://schemas.microsoft.com/office/powerpoint/2010/main" val="2917839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POURQUOI ICI</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Carte </a:t>
            </a:r>
            <a:r>
              <a:rPr lang="en-US" dirty="0" err="1"/>
              <a:t>d'influence</a:t>
            </a:r>
            <a:r>
              <a:rPr lang="en-US" dirty="0"/>
              <a:t> </a:t>
            </a:r>
            <a:r>
              <a:rPr lang="en-US" dirty="0" err="1"/>
              <a:t>Canevas</a:t>
            </a:r>
            <a:endParaRPr lang="en-US" dirty="0"/>
          </a:p>
        </p:txBody>
      </p:sp>
      <p:grpSp>
        <p:nvGrpSpPr>
          <p:cNvPr id="2" name="Groupe 125">
            <a:extLst>
              <a:ext uri="{FF2B5EF4-FFF2-40B4-BE49-F238E27FC236}">
                <a16:creationId xmlns:a16="http://schemas.microsoft.com/office/drawing/2014/main" id="{A93514F7-10DD-CD98-B102-CE9EA842C9B5}"/>
              </a:ext>
            </a:extLst>
          </p:cNvPr>
          <p:cNvGrpSpPr/>
          <p:nvPr/>
        </p:nvGrpSpPr>
        <p:grpSpPr>
          <a:xfrm>
            <a:off x="6486305" y="1682750"/>
            <a:ext cx="3306919" cy="2455879"/>
            <a:chOff x="4856111" y="1739195"/>
            <a:chExt cx="6696567" cy="4973195"/>
          </a:xfrm>
        </p:grpSpPr>
        <p:pic>
          <p:nvPicPr>
            <p:cNvPr id="3" name="Graphique 126" descr="Sphères de Harvey 100% avec un remplissage uni">
              <a:extLst>
                <a:ext uri="{FF2B5EF4-FFF2-40B4-BE49-F238E27FC236}">
                  <a16:creationId xmlns:a16="http://schemas.microsoft.com/office/drawing/2014/main" id="{9FCCEF52-CBCB-2CBC-6B80-E31A705BF8FF}"/>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grpSp>
          <p:nvGrpSpPr>
            <p:cNvPr id="4" name="Groupe 128">
              <a:extLst>
                <a:ext uri="{FF2B5EF4-FFF2-40B4-BE49-F238E27FC236}">
                  <a16:creationId xmlns:a16="http://schemas.microsoft.com/office/drawing/2014/main" id="{5E4C37B0-E0C1-6712-CEB0-82CAC7A751B1}"/>
                </a:ext>
              </a:extLst>
            </p:cNvPr>
            <p:cNvGrpSpPr/>
            <p:nvPr/>
          </p:nvGrpSpPr>
          <p:grpSpPr>
            <a:xfrm>
              <a:off x="8201266" y="2889716"/>
              <a:ext cx="1203959" cy="1114429"/>
              <a:chOff x="495541" y="3991241"/>
              <a:chExt cx="1203959" cy="1114429"/>
            </a:xfrm>
          </p:grpSpPr>
          <p:sp>
            <p:nvSpPr>
              <p:cNvPr id="36" name="Rectangle 195">
                <a:extLst>
                  <a:ext uri="{FF2B5EF4-FFF2-40B4-BE49-F238E27FC236}">
                    <a16:creationId xmlns:a16="http://schemas.microsoft.com/office/drawing/2014/main" id="{5DE7FFB2-8A2F-F3EC-7FA8-178B5897BD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37" name="Graphique 196" descr="Utilisateurs avec un remplissage uni">
                <a:extLst>
                  <a:ext uri="{FF2B5EF4-FFF2-40B4-BE49-F238E27FC236}">
                    <a16:creationId xmlns:a16="http://schemas.microsoft.com/office/drawing/2014/main" id="{FC518B0E-5F8D-E17A-4247-EC40E821DD4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5" name="Groupe 129">
              <a:extLst>
                <a:ext uri="{FF2B5EF4-FFF2-40B4-BE49-F238E27FC236}">
                  <a16:creationId xmlns:a16="http://schemas.microsoft.com/office/drawing/2014/main" id="{A24F2C37-9CE6-B65C-C522-5F28CDAA9736}"/>
                </a:ext>
              </a:extLst>
            </p:cNvPr>
            <p:cNvGrpSpPr/>
            <p:nvPr/>
          </p:nvGrpSpPr>
          <p:grpSpPr>
            <a:xfrm>
              <a:off x="8144116" y="4080387"/>
              <a:ext cx="1203959" cy="1114429"/>
              <a:chOff x="495541" y="3991241"/>
              <a:chExt cx="1203959" cy="1114429"/>
            </a:xfrm>
            <a:solidFill>
              <a:srgbClr val="0683AA"/>
            </a:solidFill>
          </p:grpSpPr>
          <p:sp>
            <p:nvSpPr>
              <p:cNvPr id="34" name="Rectangle 193">
                <a:extLst>
                  <a:ext uri="{FF2B5EF4-FFF2-40B4-BE49-F238E27FC236}">
                    <a16:creationId xmlns:a16="http://schemas.microsoft.com/office/drawing/2014/main" id="{FC994907-C2A7-5A99-7417-D4ADF7F5ED47}"/>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35" name="Graphique 194" descr="Utilisateurs avec un remplissage uni">
                <a:extLst>
                  <a:ext uri="{FF2B5EF4-FFF2-40B4-BE49-F238E27FC236}">
                    <a16:creationId xmlns:a16="http://schemas.microsoft.com/office/drawing/2014/main" id="{050692FB-D054-0CE1-7F45-62571CAA0B5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6" name="Groupe 130">
              <a:extLst>
                <a:ext uri="{FF2B5EF4-FFF2-40B4-BE49-F238E27FC236}">
                  <a16:creationId xmlns:a16="http://schemas.microsoft.com/office/drawing/2014/main" id="{91DDBC18-3388-C0DB-9F63-BE9C5E36B317}"/>
                </a:ext>
              </a:extLst>
            </p:cNvPr>
            <p:cNvGrpSpPr/>
            <p:nvPr/>
          </p:nvGrpSpPr>
          <p:grpSpPr>
            <a:xfrm>
              <a:off x="7765182" y="5459500"/>
              <a:ext cx="1203959" cy="1114429"/>
              <a:chOff x="495541" y="3991241"/>
              <a:chExt cx="1203959" cy="1114429"/>
            </a:xfrm>
          </p:grpSpPr>
          <p:sp>
            <p:nvSpPr>
              <p:cNvPr id="32" name="Rectangle 191">
                <a:extLst>
                  <a:ext uri="{FF2B5EF4-FFF2-40B4-BE49-F238E27FC236}">
                    <a16:creationId xmlns:a16="http://schemas.microsoft.com/office/drawing/2014/main" id="{D33F3967-6783-8CB9-185F-6234CA28BA8F}"/>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33" name="Graphique 192" descr="Utilisateurs avec un remplissage uni">
                <a:extLst>
                  <a:ext uri="{FF2B5EF4-FFF2-40B4-BE49-F238E27FC236}">
                    <a16:creationId xmlns:a16="http://schemas.microsoft.com/office/drawing/2014/main" id="{CCE45BAC-C6C2-13C0-A0C1-37BD40C8E88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7" name="Groupe 131">
              <a:extLst>
                <a:ext uri="{FF2B5EF4-FFF2-40B4-BE49-F238E27FC236}">
                  <a16:creationId xmlns:a16="http://schemas.microsoft.com/office/drawing/2014/main" id="{2145CA5E-7991-21C8-747A-BACE3B196363}"/>
                </a:ext>
              </a:extLst>
            </p:cNvPr>
            <p:cNvGrpSpPr/>
            <p:nvPr/>
          </p:nvGrpSpPr>
          <p:grpSpPr>
            <a:xfrm>
              <a:off x="10040031" y="5626122"/>
              <a:ext cx="1203959" cy="1086268"/>
              <a:chOff x="1844480" y="4004145"/>
              <a:chExt cx="1203959" cy="1086268"/>
            </a:xfrm>
          </p:grpSpPr>
          <p:sp>
            <p:nvSpPr>
              <p:cNvPr id="30" name="Rectangle 189">
                <a:extLst>
                  <a:ext uri="{FF2B5EF4-FFF2-40B4-BE49-F238E27FC236}">
                    <a16:creationId xmlns:a16="http://schemas.microsoft.com/office/drawing/2014/main" id="{04C7A1B8-41B6-ABF7-DBED-79A3B03237B1}"/>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31" name="Graphique 190" descr="Utilisateurs avec un remplissage uni">
                <a:extLst>
                  <a:ext uri="{FF2B5EF4-FFF2-40B4-BE49-F238E27FC236}">
                    <a16:creationId xmlns:a16="http://schemas.microsoft.com/office/drawing/2014/main" id="{EBDCCA07-652E-B00C-99CE-1222159F4D8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8" name="Groupe 132">
              <a:extLst>
                <a:ext uri="{FF2B5EF4-FFF2-40B4-BE49-F238E27FC236}">
                  <a16:creationId xmlns:a16="http://schemas.microsoft.com/office/drawing/2014/main" id="{86DC4D3D-B365-5F73-5D61-8A4582F6B4FE}"/>
                </a:ext>
              </a:extLst>
            </p:cNvPr>
            <p:cNvGrpSpPr/>
            <p:nvPr/>
          </p:nvGrpSpPr>
          <p:grpSpPr>
            <a:xfrm>
              <a:off x="10348719" y="4140742"/>
              <a:ext cx="1203959" cy="1086268"/>
              <a:chOff x="1844480" y="4004145"/>
              <a:chExt cx="1203959" cy="1086268"/>
            </a:xfrm>
          </p:grpSpPr>
          <p:sp>
            <p:nvSpPr>
              <p:cNvPr id="28" name="Rectangle 187">
                <a:extLst>
                  <a:ext uri="{FF2B5EF4-FFF2-40B4-BE49-F238E27FC236}">
                    <a16:creationId xmlns:a16="http://schemas.microsoft.com/office/drawing/2014/main" id="{7FFFECFC-ED7A-38B4-A988-0781BD25306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29" name="Graphique 188" descr="Utilisateurs avec un remplissage uni">
                <a:extLst>
                  <a:ext uri="{FF2B5EF4-FFF2-40B4-BE49-F238E27FC236}">
                    <a16:creationId xmlns:a16="http://schemas.microsoft.com/office/drawing/2014/main" id="{9567A0E1-4856-DF0D-0FDE-2AF83462552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11" name="Graphique 185" descr="Utilisateur avec un remplissage uni">
              <a:extLst>
                <a:ext uri="{FF2B5EF4-FFF2-40B4-BE49-F238E27FC236}">
                  <a16:creationId xmlns:a16="http://schemas.microsoft.com/office/drawing/2014/main" id="{85D66401-8B5F-3494-9767-72A2EF37503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1137" y="1940358"/>
              <a:ext cx="634194" cy="634194"/>
            </a:xfrm>
            <a:prstGeom prst="rect">
              <a:avLst/>
            </a:prstGeom>
          </p:spPr>
        </p:pic>
        <p:grpSp>
          <p:nvGrpSpPr>
            <p:cNvPr id="12" name="Groupe 134">
              <a:extLst>
                <a:ext uri="{FF2B5EF4-FFF2-40B4-BE49-F238E27FC236}">
                  <a16:creationId xmlns:a16="http://schemas.microsoft.com/office/drawing/2014/main" id="{FA143DFA-0EBC-75BD-4F20-C8B1D3BA9FDB}"/>
                </a:ext>
              </a:extLst>
            </p:cNvPr>
            <p:cNvGrpSpPr/>
            <p:nvPr/>
          </p:nvGrpSpPr>
          <p:grpSpPr>
            <a:xfrm>
              <a:off x="10058713" y="1739195"/>
              <a:ext cx="1203959" cy="1086268"/>
              <a:chOff x="1844480" y="4004145"/>
              <a:chExt cx="1203959" cy="1086268"/>
            </a:xfrm>
          </p:grpSpPr>
          <p:sp>
            <p:nvSpPr>
              <p:cNvPr id="26" name="Rectangle 150">
                <a:extLst>
                  <a:ext uri="{FF2B5EF4-FFF2-40B4-BE49-F238E27FC236}">
                    <a16:creationId xmlns:a16="http://schemas.microsoft.com/office/drawing/2014/main" id="{7CF26D4F-1EE5-2D4C-B067-533D1E6BB0D8}"/>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27" name="Graphique 151" descr="Utilisateurs avec un remplissage uni">
                <a:extLst>
                  <a:ext uri="{FF2B5EF4-FFF2-40B4-BE49-F238E27FC236}">
                    <a16:creationId xmlns:a16="http://schemas.microsoft.com/office/drawing/2014/main" id="{6C1C4D61-A760-9690-52EC-4E4BAFD5A06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13" name="Graphique 148" descr="Utilisateur avec un remplissage uni">
              <a:extLst>
                <a:ext uri="{FF2B5EF4-FFF2-40B4-BE49-F238E27FC236}">
                  <a16:creationId xmlns:a16="http://schemas.microsoft.com/office/drawing/2014/main" id="{1C1EC88D-1DCA-E19B-53C6-7576E3B4496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24912" y="3254927"/>
              <a:ext cx="634194" cy="634194"/>
            </a:xfrm>
            <a:prstGeom prst="rect">
              <a:avLst/>
            </a:prstGeom>
          </p:spPr>
        </p:pic>
        <p:sp>
          <p:nvSpPr>
            <p:cNvPr id="14" name="Flèche : droite 136">
              <a:extLst>
                <a:ext uri="{FF2B5EF4-FFF2-40B4-BE49-F238E27FC236}">
                  <a16:creationId xmlns:a16="http://schemas.microsoft.com/office/drawing/2014/main" id="{70579870-4086-3F62-5207-D574589584E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5" name="Flèche : droite 137">
              <a:extLst>
                <a:ext uri="{FF2B5EF4-FFF2-40B4-BE49-F238E27FC236}">
                  <a16:creationId xmlns:a16="http://schemas.microsoft.com/office/drawing/2014/main" id="{349204C2-718C-E23C-503F-07330BA70E4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6" name="Flèche : droite 138">
              <a:extLst>
                <a:ext uri="{FF2B5EF4-FFF2-40B4-BE49-F238E27FC236}">
                  <a16:creationId xmlns:a16="http://schemas.microsoft.com/office/drawing/2014/main" id="{2805D732-7D9A-CD82-DF64-D6658F0CECEB}"/>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7" name="Flèche : droite 139">
              <a:extLst>
                <a:ext uri="{FF2B5EF4-FFF2-40B4-BE49-F238E27FC236}">
                  <a16:creationId xmlns:a16="http://schemas.microsoft.com/office/drawing/2014/main" id="{9BF89FF7-5175-0582-256D-6A09852CC73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8" name="Flèche : droite 140">
              <a:extLst>
                <a:ext uri="{FF2B5EF4-FFF2-40B4-BE49-F238E27FC236}">
                  <a16:creationId xmlns:a16="http://schemas.microsoft.com/office/drawing/2014/main" id="{E9C81159-F821-C2E3-D1DE-99F7FEB3AFE2}"/>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9" name="Flèche : droite 141">
              <a:extLst>
                <a:ext uri="{FF2B5EF4-FFF2-40B4-BE49-F238E27FC236}">
                  <a16:creationId xmlns:a16="http://schemas.microsoft.com/office/drawing/2014/main" id="{AB36690E-9C85-F570-8800-CF96AB4144A7}"/>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0" name="Flèche : droite 142">
              <a:extLst>
                <a:ext uri="{FF2B5EF4-FFF2-40B4-BE49-F238E27FC236}">
                  <a16:creationId xmlns:a16="http://schemas.microsoft.com/office/drawing/2014/main" id="{08CDF73A-E19A-52BE-F4BA-660946D52419}"/>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1" name="Flèche : droite 143">
              <a:extLst>
                <a:ext uri="{FF2B5EF4-FFF2-40B4-BE49-F238E27FC236}">
                  <a16:creationId xmlns:a16="http://schemas.microsoft.com/office/drawing/2014/main" id="{7595A9CD-2664-0DB5-715B-CFC17DD06E06}"/>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2" name="Flèche : droite 144">
              <a:extLst>
                <a:ext uri="{FF2B5EF4-FFF2-40B4-BE49-F238E27FC236}">
                  <a16:creationId xmlns:a16="http://schemas.microsoft.com/office/drawing/2014/main" id="{B60F53A0-4764-C695-8CB6-A6610A09E2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23" name="Graphique 145" descr="Utilisateur avec un remplissage uni">
              <a:extLst>
                <a:ext uri="{FF2B5EF4-FFF2-40B4-BE49-F238E27FC236}">
                  <a16:creationId xmlns:a16="http://schemas.microsoft.com/office/drawing/2014/main" id="{98AE7610-E1A3-77C5-9957-51FC3824FE76}"/>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24" name="Graphique 146" descr="Utilisateur avec un remplissage uni">
              <a:extLst>
                <a:ext uri="{FF2B5EF4-FFF2-40B4-BE49-F238E27FC236}">
                  <a16:creationId xmlns:a16="http://schemas.microsoft.com/office/drawing/2014/main" id="{241414C9-EE62-2872-88BC-C88CBEE87E12}"/>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25" name="Graphique 147" descr="Utilisateur avec un remplissage uni">
              <a:extLst>
                <a:ext uri="{FF2B5EF4-FFF2-40B4-BE49-F238E27FC236}">
                  <a16:creationId xmlns:a16="http://schemas.microsoft.com/office/drawing/2014/main" id="{A3972457-305A-ED82-ED9D-DBA2A246F183}"/>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1280328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Défis habituels liés à une </a:t>
            </a:r>
            <a:r>
              <a:rPr lang="en-US" b="1" dirty="0">
                <a:solidFill>
                  <a:srgbClr val="FF0000"/>
                </a:solidFill>
              </a:rPr>
              <a:t>compréhension peu claire de la portée de l'impact</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Manque d'un aperçu concret de l'impact de la cible</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057714"/>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Ok pour le projet / produit personas, je comprends qui nous ciblons théoriquement.</a:t>
            </a:r>
          </a:p>
          <a:p>
            <a:pPr algn="ctr"/>
            <a:r>
              <a:rPr lang="en-US" sz="1200" b="1" dirty="0">
                <a:solidFill>
                  <a:schemeClr val="tx1"/>
                </a:solidFill>
              </a:rPr>
              <a:t>Mais quel impact aurons-nous pour de vrai </a:t>
            </a:r>
            <a:r>
              <a:rPr lang="en-US" sz="1200" dirty="0">
                <a:solidFill>
                  <a:schemeClr val="tx1"/>
                </a:solidFill>
              </a:rPr>
              <a:t>?</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Manque d'informations pour établir des priorités</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057714"/>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Nous voulons satisfaire de nombreuses parties prenantes, clients, responsables et autres équipes. Mais </a:t>
            </a:r>
            <a:r>
              <a:rPr lang="en-US" sz="1200" b="1" dirty="0">
                <a:solidFill>
                  <a:schemeClr val="tx1"/>
                </a:solidFill>
              </a:rPr>
              <a:t>qui devons-nous privilégier ?</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Ne pas comprendre l'influence indirecte et son pouvoir</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103437"/>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On me dit toujours que notre projet aura un impact énorme, la seule chose que je vois est que nous ne dirigeons nos actions actuelles que sur quelques personnes.</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Ne pas comprendre les mécanismes de l'influence indirecte</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103436"/>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Il est certain que nous aurons une influence ÉNORME, il n'est pas nécessaire d'établir des priorités ou de cibler des personnes spécifiques.</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9300855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dirty="0" err="1"/>
              <a:t>Pourquoi</a:t>
            </a:r>
            <a:r>
              <a:rPr lang="en-US" dirty="0"/>
              <a:t> ICI ?</a:t>
            </a:r>
            <a:br>
              <a:rPr lang="en-US" dirty="0"/>
            </a:br>
            <a:r>
              <a:rPr lang="en-US" dirty="0"/>
              <a:t>Carte </a:t>
            </a:r>
            <a:r>
              <a:rPr lang="en-US" dirty="0" err="1"/>
              <a:t>d'influence</a:t>
            </a:r>
            <a:endParaRPr lang="en-US" dirty="0"/>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49" y="1815831"/>
            <a:ext cx="4810125" cy="4918343"/>
          </a:xfrm>
        </p:spPr>
        <p:txBody>
          <a:bodyPr>
            <a:normAutofit fontScale="70000" lnSpcReduction="20000"/>
          </a:bodyPr>
          <a:lstStyle/>
          <a:p>
            <a:r>
              <a:rPr lang="en-US" dirty="0"/>
              <a:t>les projets/produits qui ont pour but d'apporter des effets </a:t>
            </a:r>
            <a:r>
              <a:rPr lang="en-US" dirty="0" err="1"/>
              <a:t>positifs</a:t>
            </a:r>
            <a:r>
              <a:rPr lang="en-US" dirty="0"/>
              <a:t> au </a:t>
            </a:r>
            <a:r>
              <a:rPr lang="en-US" dirty="0" err="1"/>
              <a:t>delà</a:t>
            </a:r>
            <a:r>
              <a:rPr lang="en-US" dirty="0"/>
              <a:t> de </a:t>
            </a:r>
            <a:r>
              <a:rPr lang="en-US" dirty="0" err="1"/>
              <a:t>ses</a:t>
            </a:r>
            <a:r>
              <a:rPr lang="en-US" dirty="0"/>
              <a:t> </a:t>
            </a:r>
            <a:r>
              <a:rPr lang="en-US" dirty="0" err="1"/>
              <a:t>utilisateurs</a:t>
            </a:r>
            <a:r>
              <a:rPr lang="en-US" dirty="0"/>
              <a:t> peuvent avoir différentes </a:t>
            </a:r>
            <a:r>
              <a:rPr lang="en-US" b="1" dirty="0">
                <a:solidFill>
                  <a:srgbClr val="ED7D31"/>
                </a:solidFill>
              </a:rPr>
              <a:t>cibles directes </a:t>
            </a:r>
            <a:r>
              <a:rPr lang="en-US" dirty="0"/>
              <a:t>(groupes ou individus</a:t>
            </a:r>
            <a:r>
              <a:rPr lang="en-US" b="1" dirty="0">
                <a:solidFill>
                  <a:srgbClr val="ED7D31"/>
                </a:solidFill>
              </a:rPr>
              <a:t>) </a:t>
            </a:r>
          </a:p>
          <a:p>
            <a:endParaRPr lang="en-US" b="1" dirty="0">
              <a:solidFill>
                <a:srgbClr val="ED7D31"/>
              </a:solidFill>
            </a:endParaRPr>
          </a:p>
          <a:p>
            <a:r>
              <a:rPr lang="en-US" dirty="0"/>
              <a:t>Comprendre la spécificité de </a:t>
            </a:r>
            <a:r>
              <a:rPr lang="en-US" dirty="0">
                <a:solidFill>
                  <a:srgbClr val="0683AA"/>
                </a:solidFill>
              </a:rPr>
              <a:t>chaque </a:t>
            </a:r>
            <a:r>
              <a:rPr lang="en-US" b="1" dirty="0">
                <a:solidFill>
                  <a:srgbClr val="0683AA"/>
                </a:solidFill>
              </a:rPr>
              <a:t>cible </a:t>
            </a:r>
            <a:r>
              <a:rPr lang="en-US" dirty="0"/>
              <a:t>clarifie les objectifs du projet/produit et augmente les chances de succès.</a:t>
            </a:r>
          </a:p>
          <a:p>
            <a:endParaRPr lang="en-US" dirty="0"/>
          </a:p>
          <a:p>
            <a:r>
              <a:rPr lang="en-US" dirty="0"/>
              <a:t>En plus des groupes cibles directs, les activités du projet / produit peuvent avoir divers effets secondaires, qu'il peut être intéressant de mentionner.</a:t>
            </a:r>
          </a:p>
          <a:p>
            <a:endParaRPr lang="en-US" dirty="0"/>
          </a:p>
          <a:p>
            <a:r>
              <a:rPr lang="en-US" dirty="0"/>
              <a:t>Une vue globale de toutes les cartes d'influence des projets et des produits peut aider les équipes à faire de meilleurs choix.</a:t>
            </a:r>
          </a:p>
        </p:txBody>
      </p:sp>
      <p:grpSp>
        <p:nvGrpSpPr>
          <p:cNvPr id="4" name="Groupe 3">
            <a:extLst>
              <a:ext uri="{FF2B5EF4-FFF2-40B4-BE49-F238E27FC236}">
                <a16:creationId xmlns:a16="http://schemas.microsoft.com/office/drawing/2014/main" id="{01F5657D-0347-4534-994F-7A851859F58C}"/>
              </a:ext>
            </a:extLst>
          </p:cNvPr>
          <p:cNvGrpSpPr/>
          <p:nvPr/>
        </p:nvGrpSpPr>
        <p:grpSpPr>
          <a:xfrm>
            <a:off x="6096000" y="1815831"/>
            <a:ext cx="5296825" cy="3933679"/>
            <a:chOff x="4856111" y="1739195"/>
            <a:chExt cx="6696567" cy="4973195"/>
          </a:xfrm>
        </p:grpSpPr>
        <p:pic>
          <p:nvPicPr>
            <p:cNvPr id="5" name="Graphique 4" descr="Sphères de Harvey 100% avec un remplissage uni">
              <a:extLst>
                <a:ext uri="{FF2B5EF4-FFF2-40B4-BE49-F238E27FC236}">
                  <a16:creationId xmlns:a16="http://schemas.microsoft.com/office/drawing/2014/main" id="{47935B2A-0288-418B-9DC6-718E8118926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sp>
          <p:nvSpPr>
            <p:cNvPr id="6" name="ZoneTexte 5">
              <a:extLst>
                <a:ext uri="{FF2B5EF4-FFF2-40B4-BE49-F238E27FC236}">
                  <a16:creationId xmlns:a16="http://schemas.microsoft.com/office/drawing/2014/main" id="{A30EF171-87CB-4769-B3A8-7B66CC240C9E}"/>
                </a:ext>
              </a:extLst>
            </p:cNvPr>
            <p:cNvSpPr txBox="1"/>
            <p:nvPr/>
          </p:nvSpPr>
          <p:spPr>
            <a:xfrm>
              <a:off x="5116689" y="4342405"/>
              <a:ext cx="1408902" cy="321016"/>
            </a:xfrm>
            <a:prstGeom prst="rect">
              <a:avLst/>
            </a:prstGeom>
            <a:noFill/>
          </p:spPr>
          <p:txBody>
            <a:bodyPr wrap="none" rtlCol="0">
              <a:spAutoFit/>
            </a:bodyPr>
            <a:lstStyle/>
            <a:p>
              <a:r>
                <a:rPr lang="en-US" sz="1050"/>
                <a:t>Projet / Produit</a:t>
              </a:r>
            </a:p>
          </p:txBody>
        </p:sp>
        <p:grpSp>
          <p:nvGrpSpPr>
            <p:cNvPr id="7" name="Groupe 6">
              <a:extLst>
                <a:ext uri="{FF2B5EF4-FFF2-40B4-BE49-F238E27FC236}">
                  <a16:creationId xmlns:a16="http://schemas.microsoft.com/office/drawing/2014/main" id="{B02B5AE7-AB5E-4106-9610-38ABC9CC068F}"/>
                </a:ext>
              </a:extLst>
            </p:cNvPr>
            <p:cNvGrpSpPr/>
            <p:nvPr/>
          </p:nvGrpSpPr>
          <p:grpSpPr>
            <a:xfrm>
              <a:off x="8201266" y="2889716"/>
              <a:ext cx="1203959" cy="1114429"/>
              <a:chOff x="495541" y="3991241"/>
              <a:chExt cx="1203959" cy="1114429"/>
            </a:xfrm>
          </p:grpSpPr>
          <p:sp>
            <p:nvSpPr>
              <p:cNvPr id="42" name="Rectangle 41">
                <a:extLst>
                  <a:ext uri="{FF2B5EF4-FFF2-40B4-BE49-F238E27FC236}">
                    <a16:creationId xmlns:a16="http://schemas.microsoft.com/office/drawing/2014/main" id="{F3AED425-C65C-4B60-A5DF-EF029F894DA0}"/>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 Groupe </a:t>
                </a:r>
                <a:r>
                  <a:rPr lang="en-US" sz="800" dirty="0" err="1"/>
                  <a:t>cible</a:t>
                </a:r>
                <a:r>
                  <a:rPr lang="en-US" sz="800" dirty="0"/>
                  <a:t> direct et raison de le </a:t>
                </a:r>
                <a:r>
                  <a:rPr lang="en-US" sz="800" dirty="0" err="1"/>
                  <a:t>cibler</a:t>
                </a:r>
                <a:endParaRPr lang="en-US" sz="800" dirty="0"/>
              </a:p>
            </p:txBody>
          </p:sp>
          <p:pic>
            <p:nvPicPr>
              <p:cNvPr id="43" name="Graphique 42" descr="Utilisateurs avec un remplissage uni">
                <a:extLst>
                  <a:ext uri="{FF2B5EF4-FFF2-40B4-BE49-F238E27FC236}">
                    <a16:creationId xmlns:a16="http://schemas.microsoft.com/office/drawing/2014/main" id="{7B62BDED-8D10-4661-B00F-9FD5AFA409A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8" name="Groupe 7">
              <a:extLst>
                <a:ext uri="{FF2B5EF4-FFF2-40B4-BE49-F238E27FC236}">
                  <a16:creationId xmlns:a16="http://schemas.microsoft.com/office/drawing/2014/main" id="{3CF6D013-B7B1-4BF6-896F-94B1CA743B39}"/>
                </a:ext>
              </a:extLst>
            </p:cNvPr>
            <p:cNvGrpSpPr/>
            <p:nvPr/>
          </p:nvGrpSpPr>
          <p:grpSpPr>
            <a:xfrm>
              <a:off x="8144116" y="4080387"/>
              <a:ext cx="1203959" cy="1114429"/>
              <a:chOff x="495541" y="3991241"/>
              <a:chExt cx="1203959" cy="1114429"/>
            </a:xfrm>
            <a:solidFill>
              <a:srgbClr val="0683AA"/>
            </a:solidFill>
          </p:grpSpPr>
          <p:sp>
            <p:nvSpPr>
              <p:cNvPr id="40" name="Rectangle 39">
                <a:extLst>
                  <a:ext uri="{FF2B5EF4-FFF2-40B4-BE49-F238E27FC236}">
                    <a16:creationId xmlns:a16="http://schemas.microsoft.com/office/drawing/2014/main" id="{84E922F1-A589-400F-B889-F0CCAF5006BD}"/>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  Groupe </a:t>
                </a:r>
                <a:r>
                  <a:rPr lang="en-US" sz="800" dirty="0" err="1"/>
                  <a:t>cible</a:t>
                </a:r>
                <a:r>
                  <a:rPr lang="en-US" sz="800" dirty="0"/>
                  <a:t> </a:t>
                </a:r>
                <a:r>
                  <a:rPr lang="en-US" sz="800" dirty="0" err="1"/>
                  <a:t>directet</a:t>
                </a:r>
                <a:r>
                  <a:rPr lang="en-US" sz="800" dirty="0"/>
                  <a:t> raison de le </a:t>
                </a:r>
                <a:r>
                  <a:rPr lang="en-US" sz="800" dirty="0" err="1"/>
                  <a:t>cibler</a:t>
                </a:r>
                <a:endParaRPr lang="en-US" sz="800" dirty="0"/>
              </a:p>
            </p:txBody>
          </p:sp>
          <p:pic>
            <p:nvPicPr>
              <p:cNvPr id="41" name="Graphique 40" descr="Utilisateurs avec un remplissage uni">
                <a:extLst>
                  <a:ext uri="{FF2B5EF4-FFF2-40B4-BE49-F238E27FC236}">
                    <a16:creationId xmlns:a16="http://schemas.microsoft.com/office/drawing/2014/main" id="{0952FBE8-3A73-40C2-9B20-A3EB3EECD23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9" name="Groupe 8">
              <a:extLst>
                <a:ext uri="{FF2B5EF4-FFF2-40B4-BE49-F238E27FC236}">
                  <a16:creationId xmlns:a16="http://schemas.microsoft.com/office/drawing/2014/main" id="{4A7845A3-CC04-403F-89F0-B5A3C49E1785}"/>
                </a:ext>
              </a:extLst>
            </p:cNvPr>
            <p:cNvGrpSpPr/>
            <p:nvPr/>
          </p:nvGrpSpPr>
          <p:grpSpPr>
            <a:xfrm>
              <a:off x="7765182" y="5459500"/>
              <a:ext cx="1203959" cy="1114429"/>
              <a:chOff x="495541" y="3991241"/>
              <a:chExt cx="1203959" cy="1114429"/>
            </a:xfrm>
          </p:grpSpPr>
          <p:sp>
            <p:nvSpPr>
              <p:cNvPr id="38" name="Rectangle 37">
                <a:extLst>
                  <a:ext uri="{FF2B5EF4-FFF2-40B4-BE49-F238E27FC236}">
                    <a16:creationId xmlns:a16="http://schemas.microsoft.com/office/drawing/2014/main" id="{C66DDEA4-B39D-4514-BCF0-03782E4D1AA6}"/>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 Groupe </a:t>
                </a:r>
                <a:r>
                  <a:rPr lang="en-US" sz="800" dirty="0" err="1"/>
                  <a:t>cible</a:t>
                </a:r>
                <a:r>
                  <a:rPr lang="en-US" sz="800" dirty="0"/>
                  <a:t> direct et raison de le </a:t>
                </a:r>
                <a:r>
                  <a:rPr lang="en-US" sz="800" dirty="0" err="1"/>
                  <a:t>cibler</a:t>
                </a:r>
                <a:endParaRPr lang="en-US" sz="800" dirty="0"/>
              </a:p>
            </p:txBody>
          </p:sp>
          <p:pic>
            <p:nvPicPr>
              <p:cNvPr id="39" name="Graphique 38" descr="Utilisateurs avec un remplissage uni">
                <a:extLst>
                  <a:ext uri="{FF2B5EF4-FFF2-40B4-BE49-F238E27FC236}">
                    <a16:creationId xmlns:a16="http://schemas.microsoft.com/office/drawing/2014/main" id="{349C09B7-95C8-482A-ABEF-93307F21CE6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0" name="Groupe 9">
              <a:extLst>
                <a:ext uri="{FF2B5EF4-FFF2-40B4-BE49-F238E27FC236}">
                  <a16:creationId xmlns:a16="http://schemas.microsoft.com/office/drawing/2014/main" id="{872F8296-775B-4538-B6BA-DD001A2660B3}"/>
                </a:ext>
              </a:extLst>
            </p:cNvPr>
            <p:cNvGrpSpPr/>
            <p:nvPr/>
          </p:nvGrpSpPr>
          <p:grpSpPr>
            <a:xfrm>
              <a:off x="10040031" y="5626122"/>
              <a:ext cx="1203959" cy="1086268"/>
              <a:chOff x="1844480" y="4004145"/>
              <a:chExt cx="1203959" cy="1086268"/>
            </a:xfrm>
          </p:grpSpPr>
          <p:sp>
            <p:nvSpPr>
              <p:cNvPr id="36" name="Rectangle 35">
                <a:extLst>
                  <a:ext uri="{FF2B5EF4-FFF2-40B4-BE49-F238E27FC236}">
                    <a16:creationId xmlns:a16="http://schemas.microsoft.com/office/drawing/2014/main" id="{84F2A797-85E2-4B38-9D26-944F77ADB0B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Groupe </a:t>
                </a:r>
                <a:r>
                  <a:rPr lang="en-US" sz="800" dirty="0" err="1">
                    <a:solidFill>
                      <a:schemeClr val="tx1"/>
                    </a:solidFill>
                  </a:rPr>
                  <a:t>cible</a:t>
                </a:r>
                <a:r>
                  <a:rPr lang="en-US" sz="800" dirty="0">
                    <a:solidFill>
                      <a:schemeClr val="tx1"/>
                    </a:solidFill>
                  </a:rPr>
                  <a:t> indirect</a:t>
                </a:r>
              </a:p>
            </p:txBody>
          </p:sp>
          <p:pic>
            <p:nvPicPr>
              <p:cNvPr id="37" name="Graphique 36" descr="Utilisateurs avec un remplissage uni">
                <a:extLst>
                  <a:ext uri="{FF2B5EF4-FFF2-40B4-BE49-F238E27FC236}">
                    <a16:creationId xmlns:a16="http://schemas.microsoft.com/office/drawing/2014/main" id="{AC57F6F2-219A-40D6-B234-77236EAF60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1" name="Groupe 10">
              <a:extLst>
                <a:ext uri="{FF2B5EF4-FFF2-40B4-BE49-F238E27FC236}">
                  <a16:creationId xmlns:a16="http://schemas.microsoft.com/office/drawing/2014/main" id="{A5E896B9-537F-41C1-A3B7-35A65420A4AC}"/>
                </a:ext>
              </a:extLst>
            </p:cNvPr>
            <p:cNvGrpSpPr/>
            <p:nvPr/>
          </p:nvGrpSpPr>
          <p:grpSpPr>
            <a:xfrm>
              <a:off x="10348719" y="4140742"/>
              <a:ext cx="1203959" cy="1086268"/>
              <a:chOff x="1844480" y="4004145"/>
              <a:chExt cx="1203959" cy="1086268"/>
            </a:xfrm>
          </p:grpSpPr>
          <p:sp>
            <p:nvSpPr>
              <p:cNvPr id="34" name="Rectangle 33">
                <a:extLst>
                  <a:ext uri="{FF2B5EF4-FFF2-40B4-BE49-F238E27FC236}">
                    <a16:creationId xmlns:a16="http://schemas.microsoft.com/office/drawing/2014/main" id="{E29FB839-A23F-4E9D-A078-824073EC6F99}"/>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Groupe </a:t>
                </a:r>
                <a:r>
                  <a:rPr lang="en-US" sz="800" dirty="0" err="1">
                    <a:solidFill>
                      <a:schemeClr val="tx1"/>
                    </a:solidFill>
                  </a:rPr>
                  <a:t>cible</a:t>
                </a:r>
                <a:r>
                  <a:rPr lang="en-US" sz="800" dirty="0">
                    <a:solidFill>
                      <a:schemeClr val="tx1"/>
                    </a:solidFill>
                  </a:rPr>
                  <a:t> indirect</a:t>
                </a:r>
              </a:p>
            </p:txBody>
          </p:sp>
          <p:pic>
            <p:nvPicPr>
              <p:cNvPr id="35" name="Graphique 34" descr="Utilisateurs avec un remplissage uni">
                <a:extLst>
                  <a:ext uri="{FF2B5EF4-FFF2-40B4-BE49-F238E27FC236}">
                    <a16:creationId xmlns:a16="http://schemas.microsoft.com/office/drawing/2014/main" id="{252184E5-E599-4370-B0BE-7AE774E554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2" name="Groupe 11">
              <a:extLst>
                <a:ext uri="{FF2B5EF4-FFF2-40B4-BE49-F238E27FC236}">
                  <a16:creationId xmlns:a16="http://schemas.microsoft.com/office/drawing/2014/main" id="{0205C082-028E-429B-96EE-D93C4A4C6ACB}"/>
                </a:ext>
              </a:extLst>
            </p:cNvPr>
            <p:cNvGrpSpPr/>
            <p:nvPr/>
          </p:nvGrpSpPr>
          <p:grpSpPr>
            <a:xfrm>
              <a:off x="7166393" y="1940358"/>
              <a:ext cx="1166597" cy="896117"/>
              <a:chOff x="7034669" y="1978408"/>
              <a:chExt cx="1166597" cy="896117"/>
            </a:xfrm>
          </p:grpSpPr>
          <p:pic>
            <p:nvPicPr>
              <p:cNvPr id="31" name="Graphique 30" descr="Utilisateur avec un remplissage uni">
                <a:extLst>
                  <a:ext uri="{FF2B5EF4-FFF2-40B4-BE49-F238E27FC236}">
                    <a16:creationId xmlns:a16="http://schemas.microsoft.com/office/drawing/2014/main" id="{7F4C663D-A2F9-40C4-BD1B-D61E17161C8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319414" y="1978408"/>
                <a:ext cx="634194" cy="634194"/>
              </a:xfrm>
              <a:prstGeom prst="rect">
                <a:avLst/>
              </a:prstGeom>
            </p:spPr>
          </p:pic>
          <p:sp>
            <p:nvSpPr>
              <p:cNvPr id="32" name="ZoneTexte 31">
                <a:extLst>
                  <a:ext uri="{FF2B5EF4-FFF2-40B4-BE49-F238E27FC236}">
                    <a16:creationId xmlns:a16="http://schemas.microsoft.com/office/drawing/2014/main" id="{41F66E18-2ABC-4D6D-9F7B-BAE987986E6E}"/>
                  </a:ext>
                </a:extLst>
              </p:cNvPr>
              <p:cNvSpPr txBox="1"/>
              <p:nvPr/>
            </p:nvSpPr>
            <p:spPr>
              <a:xfrm>
                <a:off x="7034669" y="2446505"/>
                <a:ext cx="1166597" cy="428020"/>
              </a:xfrm>
              <a:prstGeom prst="rect">
                <a:avLst/>
              </a:prstGeom>
              <a:noFill/>
            </p:spPr>
            <p:txBody>
              <a:bodyPr wrap="square">
                <a:spAutoFit/>
              </a:bodyPr>
              <a:lstStyle/>
              <a:p>
                <a:pPr algn="ctr"/>
                <a:r>
                  <a:rPr lang="en-US" sz="800">
                    <a:solidFill>
                      <a:schemeClr val="tx1"/>
                    </a:solidFill>
                  </a:rPr>
                  <a:t>Personne clé directement touchée</a:t>
                </a:r>
              </a:p>
            </p:txBody>
          </p:sp>
        </p:grpSp>
        <p:grpSp>
          <p:nvGrpSpPr>
            <p:cNvPr id="13" name="Groupe 12">
              <a:extLst>
                <a:ext uri="{FF2B5EF4-FFF2-40B4-BE49-F238E27FC236}">
                  <a16:creationId xmlns:a16="http://schemas.microsoft.com/office/drawing/2014/main" id="{4E3E705D-EB92-4A70-86CD-F0F1BEFEEF44}"/>
                </a:ext>
              </a:extLst>
            </p:cNvPr>
            <p:cNvGrpSpPr/>
            <p:nvPr/>
          </p:nvGrpSpPr>
          <p:grpSpPr>
            <a:xfrm>
              <a:off x="10058713" y="1739195"/>
              <a:ext cx="1203959" cy="1086268"/>
              <a:chOff x="1844480" y="4004145"/>
              <a:chExt cx="1203959" cy="1086268"/>
            </a:xfrm>
          </p:grpSpPr>
          <p:sp>
            <p:nvSpPr>
              <p:cNvPr id="29" name="Rectangle 28">
                <a:extLst>
                  <a:ext uri="{FF2B5EF4-FFF2-40B4-BE49-F238E27FC236}">
                    <a16:creationId xmlns:a16="http://schemas.microsoft.com/office/drawing/2014/main" id="{12EEFBC7-9CAC-46C8-9A56-486EBE6B1F7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Groupe </a:t>
                </a:r>
                <a:r>
                  <a:rPr lang="en-US" sz="800" dirty="0" err="1">
                    <a:solidFill>
                      <a:schemeClr val="tx1"/>
                    </a:solidFill>
                  </a:rPr>
                  <a:t>cible</a:t>
                </a:r>
                <a:r>
                  <a:rPr lang="en-US" sz="800" dirty="0">
                    <a:solidFill>
                      <a:schemeClr val="tx1"/>
                    </a:solidFill>
                  </a:rPr>
                  <a:t> indirect</a:t>
                </a:r>
              </a:p>
            </p:txBody>
          </p:sp>
          <p:pic>
            <p:nvPicPr>
              <p:cNvPr id="30" name="Graphique 29" descr="Utilisateurs avec un remplissage uni">
                <a:extLst>
                  <a:ext uri="{FF2B5EF4-FFF2-40B4-BE49-F238E27FC236}">
                    <a16:creationId xmlns:a16="http://schemas.microsoft.com/office/drawing/2014/main" id="{EB23CC6C-A0A2-43C7-A1A0-5A04E3677CC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4" name="Groupe 13">
              <a:extLst>
                <a:ext uri="{FF2B5EF4-FFF2-40B4-BE49-F238E27FC236}">
                  <a16:creationId xmlns:a16="http://schemas.microsoft.com/office/drawing/2014/main" id="{E8D48F43-7294-4213-8BE5-A3B67C640F33}"/>
                </a:ext>
              </a:extLst>
            </p:cNvPr>
            <p:cNvGrpSpPr/>
            <p:nvPr/>
          </p:nvGrpSpPr>
          <p:grpSpPr>
            <a:xfrm>
              <a:off x="10058713" y="2853202"/>
              <a:ext cx="1166597" cy="1088483"/>
              <a:chOff x="2218233" y="2605788"/>
              <a:chExt cx="1166597" cy="1088483"/>
            </a:xfrm>
          </p:grpSpPr>
          <p:pic>
            <p:nvPicPr>
              <p:cNvPr id="27" name="Graphique 26" descr="Utilisateur avec un remplissage uni">
                <a:extLst>
                  <a:ext uri="{FF2B5EF4-FFF2-40B4-BE49-F238E27FC236}">
                    <a16:creationId xmlns:a16="http://schemas.microsoft.com/office/drawing/2014/main" id="{729F9E04-0801-41DA-9E8A-13E3852BB4A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484435" y="2605788"/>
                <a:ext cx="634194" cy="634194"/>
              </a:xfrm>
              <a:prstGeom prst="rect">
                <a:avLst/>
              </a:prstGeom>
            </p:spPr>
          </p:pic>
          <p:sp>
            <p:nvSpPr>
              <p:cNvPr id="28" name="ZoneTexte 27">
                <a:extLst>
                  <a:ext uri="{FF2B5EF4-FFF2-40B4-BE49-F238E27FC236}">
                    <a16:creationId xmlns:a16="http://schemas.microsoft.com/office/drawing/2014/main" id="{ED5E0F2E-5C5C-4A0A-B97C-3AA597E60D19}"/>
                  </a:ext>
                </a:extLst>
              </p:cNvPr>
              <p:cNvSpPr txBox="1"/>
              <p:nvPr/>
            </p:nvSpPr>
            <p:spPr>
              <a:xfrm>
                <a:off x="2218233" y="3110606"/>
                <a:ext cx="1166597" cy="583665"/>
              </a:xfrm>
              <a:prstGeom prst="rect">
                <a:avLst/>
              </a:prstGeom>
              <a:noFill/>
            </p:spPr>
            <p:txBody>
              <a:bodyPr wrap="square">
                <a:spAutoFit/>
              </a:bodyPr>
              <a:lstStyle/>
              <a:p>
                <a:pPr algn="ctr"/>
                <a:r>
                  <a:rPr lang="en-US" sz="800">
                    <a:solidFill>
                      <a:schemeClr val="tx1"/>
                    </a:solidFill>
                  </a:rPr>
                  <a:t>Personne clé indirectement touchée</a:t>
                </a:r>
              </a:p>
            </p:txBody>
          </p:sp>
        </p:grpSp>
        <p:sp>
          <p:nvSpPr>
            <p:cNvPr id="15" name="Flèche : droite 14">
              <a:extLst>
                <a:ext uri="{FF2B5EF4-FFF2-40B4-BE49-F238E27FC236}">
                  <a16:creationId xmlns:a16="http://schemas.microsoft.com/office/drawing/2014/main" id="{512450A2-43A8-4AA5-A186-18CCD21F1F00}"/>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6" name="Flèche : droite 15">
              <a:extLst>
                <a:ext uri="{FF2B5EF4-FFF2-40B4-BE49-F238E27FC236}">
                  <a16:creationId xmlns:a16="http://schemas.microsoft.com/office/drawing/2014/main" id="{9C3C0838-2C6C-4D32-B68A-038DFCBBA44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7" name="Flèche : droite 16">
              <a:extLst>
                <a:ext uri="{FF2B5EF4-FFF2-40B4-BE49-F238E27FC236}">
                  <a16:creationId xmlns:a16="http://schemas.microsoft.com/office/drawing/2014/main" id="{2A06C65E-CB75-4D69-9CC0-F59D825C40E2}"/>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8" name="Flèche : droite 17">
              <a:extLst>
                <a:ext uri="{FF2B5EF4-FFF2-40B4-BE49-F238E27FC236}">
                  <a16:creationId xmlns:a16="http://schemas.microsoft.com/office/drawing/2014/main" id="{71E76C7E-D0E7-4806-B186-35D695AFA7B8}"/>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9" name="Flèche : droite 18">
              <a:extLst>
                <a:ext uri="{FF2B5EF4-FFF2-40B4-BE49-F238E27FC236}">
                  <a16:creationId xmlns:a16="http://schemas.microsoft.com/office/drawing/2014/main" id="{045F59C0-9272-42DC-A861-4F302291D2C7}"/>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0" name="Flèche : droite 19">
              <a:extLst>
                <a:ext uri="{FF2B5EF4-FFF2-40B4-BE49-F238E27FC236}">
                  <a16:creationId xmlns:a16="http://schemas.microsoft.com/office/drawing/2014/main" id="{0DBBD817-2480-4B30-8702-43EF9A3ECCD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1" name="Flèche : droite 20">
              <a:extLst>
                <a:ext uri="{FF2B5EF4-FFF2-40B4-BE49-F238E27FC236}">
                  <a16:creationId xmlns:a16="http://schemas.microsoft.com/office/drawing/2014/main" id="{44903657-07CF-491C-9FCD-007388CAF3F6}"/>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2" name="Flèche : droite 21">
              <a:extLst>
                <a:ext uri="{FF2B5EF4-FFF2-40B4-BE49-F238E27FC236}">
                  <a16:creationId xmlns:a16="http://schemas.microsoft.com/office/drawing/2014/main" id="{A0C767BD-D099-4D51-AC66-D59CF8EABF7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3" name="Flèche : droite 22">
              <a:extLst>
                <a:ext uri="{FF2B5EF4-FFF2-40B4-BE49-F238E27FC236}">
                  <a16:creationId xmlns:a16="http://schemas.microsoft.com/office/drawing/2014/main" id="{D16BBA25-2889-4531-8969-F30D54908A4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24" name="Graphique 23" descr="Utilisateur avec un remplissage uni">
              <a:extLst>
                <a:ext uri="{FF2B5EF4-FFF2-40B4-BE49-F238E27FC236}">
                  <a16:creationId xmlns:a16="http://schemas.microsoft.com/office/drawing/2014/main" id="{BBEDC72A-38F6-4231-9658-C818094C3F8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25" name="Graphique 24" descr="Utilisateur avec un remplissage uni">
              <a:extLst>
                <a:ext uri="{FF2B5EF4-FFF2-40B4-BE49-F238E27FC236}">
                  <a16:creationId xmlns:a16="http://schemas.microsoft.com/office/drawing/2014/main" id="{ABC20086-EA1A-4142-B202-13CDCA9921E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26" name="Graphique 25" descr="Utilisateur avec un remplissage uni">
              <a:extLst>
                <a:ext uri="{FF2B5EF4-FFF2-40B4-BE49-F238E27FC236}">
                  <a16:creationId xmlns:a16="http://schemas.microsoft.com/office/drawing/2014/main" id="{E8C1FD37-9620-42D9-B4E6-033538722DC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1924606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vale 45">
            <a:extLst>
              <a:ext uri="{FF2B5EF4-FFF2-40B4-BE49-F238E27FC236}">
                <a16:creationId xmlns:a16="http://schemas.microsoft.com/office/drawing/2014/main" id="{F7AF0B5A-348C-EA8B-6190-13BA25D17E08}"/>
              </a:ext>
            </a:extLst>
          </p:cNvPr>
          <p:cNvSpPr/>
          <p:nvPr/>
        </p:nvSpPr>
        <p:spPr>
          <a:xfrm>
            <a:off x="5408079" y="543341"/>
            <a:ext cx="5600325" cy="6248633"/>
          </a:xfrm>
          <a:prstGeom prst="ellipse">
            <a:avLst/>
          </a:prstGeom>
          <a:solidFill>
            <a:schemeClr val="bg2">
              <a:lumMod val="9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dirty="0">
                <a:solidFill>
                  <a:schemeClr val="tx1"/>
                </a:solidFill>
              </a:rPr>
              <a:t>Sphère </a:t>
            </a:r>
          </a:p>
          <a:p>
            <a:pPr algn="ctr"/>
            <a:r>
              <a:rPr lang="fr-FR" b="1" i="1" dirty="0">
                <a:solidFill>
                  <a:schemeClr val="tx1"/>
                </a:solidFill>
              </a:rPr>
              <a:t>de l'influence indirecte</a:t>
            </a: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p:txBody>
      </p:sp>
      <p:sp>
        <p:nvSpPr>
          <p:cNvPr id="45" name="Ovale 44">
            <a:extLst>
              <a:ext uri="{FF2B5EF4-FFF2-40B4-BE49-F238E27FC236}">
                <a16:creationId xmlns:a16="http://schemas.microsoft.com/office/drawing/2014/main" id="{FBC9DF8D-CDC8-5ED7-9ADA-7E867DCCA247}"/>
              </a:ext>
            </a:extLst>
          </p:cNvPr>
          <p:cNvSpPr/>
          <p:nvPr/>
        </p:nvSpPr>
        <p:spPr>
          <a:xfrm>
            <a:off x="5408079" y="1218009"/>
            <a:ext cx="3868540" cy="5093208"/>
          </a:xfrm>
          <a:prstGeom prst="ellipse">
            <a:avLst/>
          </a:prstGeom>
          <a:solidFill>
            <a:schemeClr val="accent1">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dirty="0">
                <a:solidFill>
                  <a:schemeClr val="accent1"/>
                </a:solidFill>
              </a:rPr>
              <a:t>Sphère </a:t>
            </a:r>
          </a:p>
          <a:p>
            <a:pPr algn="ctr"/>
            <a:r>
              <a:rPr lang="fr-FR" b="1" i="1" dirty="0">
                <a:solidFill>
                  <a:schemeClr val="accent1"/>
                </a:solidFill>
              </a:rPr>
              <a:t>d'une influence directe</a:t>
            </a: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p:txBody>
      </p:sp>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5257800" cy="1325563"/>
          </a:xfrm>
        </p:spPr>
        <p:txBody>
          <a:bodyPr>
            <a:normAutofit/>
          </a:bodyPr>
          <a:lstStyle/>
          <a:p>
            <a:r>
              <a:rPr lang="en-US" dirty="0" err="1"/>
              <a:t>Pourquoi</a:t>
            </a:r>
            <a:r>
              <a:rPr lang="en-US" dirty="0"/>
              <a:t> ICI ?</a:t>
            </a:r>
            <a:br>
              <a:rPr lang="en-US" dirty="0"/>
            </a:br>
            <a:r>
              <a:rPr lang="en-US" dirty="0"/>
              <a:t>Carte d'influence</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49" y="1815831"/>
            <a:ext cx="4810125" cy="4918343"/>
          </a:xfrm>
        </p:spPr>
        <p:txBody>
          <a:bodyPr>
            <a:normAutofit lnSpcReduction="10000"/>
          </a:bodyPr>
          <a:lstStyle/>
          <a:p>
            <a:r>
              <a:rPr lang="en-US" sz="1600" dirty="0"/>
              <a:t>Les projets ou produits ont tendance à avoir une sphère d'influence directe, incluant tous les types de parties prenantes (clients, mais aussi fournisseurs, régulateurs, parties prenantes, concurrents, autres producteurs, etc.)</a:t>
            </a:r>
          </a:p>
          <a:p>
            <a:endParaRPr lang="en-US" sz="1600" dirty="0"/>
          </a:p>
          <a:p>
            <a:r>
              <a:rPr lang="en-US" sz="1600" dirty="0"/>
              <a:t>Si la sphère d'influence est suffisamment touchée, les personnes autour de la sphère d'influence seront également touchées. Certaines de ces personnes "influencées" peuvent être prédites ou du moins planifiées. Ces personnes se trouvent dans la sphère d'influence indirecte.</a:t>
            </a:r>
          </a:p>
          <a:p>
            <a:endParaRPr lang="en-US" sz="1600" dirty="0"/>
          </a:p>
          <a:p>
            <a:r>
              <a:rPr lang="en-US" sz="1600" dirty="0"/>
              <a:t>Le projet/produit a souvent une influence active sur la sphère d'influence directe et, par définition, une influence passive sur la sphère d'influence indirecte.</a:t>
            </a:r>
          </a:p>
          <a:p>
            <a:endParaRPr lang="en-US" sz="1600" dirty="0"/>
          </a:p>
          <a:p>
            <a:r>
              <a:rPr lang="en-US" sz="1600" dirty="0"/>
              <a:t>Comprendre ces deux sphères aide les équipes de projet/produit à mieux comprendre leur impact, pour le meilleur ou pour le pire.</a:t>
            </a:r>
          </a:p>
        </p:txBody>
      </p:sp>
      <p:grpSp>
        <p:nvGrpSpPr>
          <p:cNvPr id="4" name="Groupe 3">
            <a:extLst>
              <a:ext uri="{FF2B5EF4-FFF2-40B4-BE49-F238E27FC236}">
                <a16:creationId xmlns:a16="http://schemas.microsoft.com/office/drawing/2014/main" id="{01F5657D-0347-4534-994F-7A851859F58C}"/>
              </a:ext>
            </a:extLst>
          </p:cNvPr>
          <p:cNvGrpSpPr/>
          <p:nvPr/>
        </p:nvGrpSpPr>
        <p:grpSpPr>
          <a:xfrm>
            <a:off x="6096000" y="1815831"/>
            <a:ext cx="5296825" cy="3933679"/>
            <a:chOff x="4856111" y="1739195"/>
            <a:chExt cx="6696567" cy="4973195"/>
          </a:xfrm>
        </p:grpSpPr>
        <p:pic>
          <p:nvPicPr>
            <p:cNvPr id="5" name="Graphique 4" descr="Sphères de Harvey 100% avec un remplissage uni">
              <a:extLst>
                <a:ext uri="{FF2B5EF4-FFF2-40B4-BE49-F238E27FC236}">
                  <a16:creationId xmlns:a16="http://schemas.microsoft.com/office/drawing/2014/main" id="{47935B2A-0288-418B-9DC6-718E8118926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sp>
          <p:nvSpPr>
            <p:cNvPr id="6" name="ZoneTexte 5">
              <a:extLst>
                <a:ext uri="{FF2B5EF4-FFF2-40B4-BE49-F238E27FC236}">
                  <a16:creationId xmlns:a16="http://schemas.microsoft.com/office/drawing/2014/main" id="{A30EF171-87CB-4769-B3A8-7B66CC240C9E}"/>
                </a:ext>
              </a:extLst>
            </p:cNvPr>
            <p:cNvSpPr txBox="1"/>
            <p:nvPr/>
          </p:nvSpPr>
          <p:spPr>
            <a:xfrm>
              <a:off x="5116689" y="4342405"/>
              <a:ext cx="1408902" cy="321016"/>
            </a:xfrm>
            <a:prstGeom prst="rect">
              <a:avLst/>
            </a:prstGeom>
            <a:noFill/>
          </p:spPr>
          <p:txBody>
            <a:bodyPr wrap="none" rtlCol="0">
              <a:spAutoFit/>
            </a:bodyPr>
            <a:lstStyle/>
            <a:p>
              <a:r>
                <a:rPr lang="en-US" sz="1050"/>
                <a:t>Projet / Produit</a:t>
              </a:r>
            </a:p>
          </p:txBody>
        </p:sp>
        <p:grpSp>
          <p:nvGrpSpPr>
            <p:cNvPr id="7" name="Groupe 6">
              <a:extLst>
                <a:ext uri="{FF2B5EF4-FFF2-40B4-BE49-F238E27FC236}">
                  <a16:creationId xmlns:a16="http://schemas.microsoft.com/office/drawing/2014/main" id="{B02B5AE7-AB5E-4106-9610-38ABC9CC068F}"/>
                </a:ext>
              </a:extLst>
            </p:cNvPr>
            <p:cNvGrpSpPr/>
            <p:nvPr/>
          </p:nvGrpSpPr>
          <p:grpSpPr>
            <a:xfrm>
              <a:off x="8201266" y="2889716"/>
              <a:ext cx="1203959" cy="1114429"/>
              <a:chOff x="495541" y="3991241"/>
              <a:chExt cx="1203959" cy="1114429"/>
            </a:xfrm>
          </p:grpSpPr>
          <p:sp>
            <p:nvSpPr>
              <p:cNvPr id="42" name="Rectangle 41">
                <a:extLst>
                  <a:ext uri="{FF2B5EF4-FFF2-40B4-BE49-F238E27FC236}">
                    <a16:creationId xmlns:a16="http://schemas.microsoft.com/office/drawing/2014/main" id="{F3AED425-C65C-4B60-A5DF-EF029F894DA0}"/>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43" name="Graphique 42" descr="Utilisateurs avec un remplissage uni">
                <a:extLst>
                  <a:ext uri="{FF2B5EF4-FFF2-40B4-BE49-F238E27FC236}">
                    <a16:creationId xmlns:a16="http://schemas.microsoft.com/office/drawing/2014/main" id="{7B62BDED-8D10-4661-B00F-9FD5AFA409A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8" name="Groupe 7">
              <a:extLst>
                <a:ext uri="{FF2B5EF4-FFF2-40B4-BE49-F238E27FC236}">
                  <a16:creationId xmlns:a16="http://schemas.microsoft.com/office/drawing/2014/main" id="{3CF6D013-B7B1-4BF6-896F-94B1CA743B39}"/>
                </a:ext>
              </a:extLst>
            </p:cNvPr>
            <p:cNvGrpSpPr/>
            <p:nvPr/>
          </p:nvGrpSpPr>
          <p:grpSpPr>
            <a:xfrm>
              <a:off x="8144116" y="4080387"/>
              <a:ext cx="1203959" cy="1114429"/>
              <a:chOff x="495541" y="3991241"/>
              <a:chExt cx="1203959" cy="1114429"/>
            </a:xfrm>
            <a:solidFill>
              <a:srgbClr val="0683AA"/>
            </a:solidFill>
          </p:grpSpPr>
          <p:sp>
            <p:nvSpPr>
              <p:cNvPr id="40" name="Rectangle 39">
                <a:extLst>
                  <a:ext uri="{FF2B5EF4-FFF2-40B4-BE49-F238E27FC236}">
                    <a16:creationId xmlns:a16="http://schemas.microsoft.com/office/drawing/2014/main" id="{84E922F1-A589-400F-B889-F0CCAF5006BD}"/>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41" name="Graphique 40" descr="Utilisateurs avec un remplissage uni">
                <a:extLst>
                  <a:ext uri="{FF2B5EF4-FFF2-40B4-BE49-F238E27FC236}">
                    <a16:creationId xmlns:a16="http://schemas.microsoft.com/office/drawing/2014/main" id="{0952FBE8-3A73-40C2-9B20-A3EB3EECD23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9" name="Groupe 8">
              <a:extLst>
                <a:ext uri="{FF2B5EF4-FFF2-40B4-BE49-F238E27FC236}">
                  <a16:creationId xmlns:a16="http://schemas.microsoft.com/office/drawing/2014/main" id="{4A7845A3-CC04-403F-89F0-B5A3C49E1785}"/>
                </a:ext>
              </a:extLst>
            </p:cNvPr>
            <p:cNvGrpSpPr/>
            <p:nvPr/>
          </p:nvGrpSpPr>
          <p:grpSpPr>
            <a:xfrm>
              <a:off x="7765182" y="5459500"/>
              <a:ext cx="1203959" cy="1114429"/>
              <a:chOff x="495541" y="3991241"/>
              <a:chExt cx="1203959" cy="1114429"/>
            </a:xfrm>
          </p:grpSpPr>
          <p:sp>
            <p:nvSpPr>
              <p:cNvPr id="38" name="Rectangle 37">
                <a:extLst>
                  <a:ext uri="{FF2B5EF4-FFF2-40B4-BE49-F238E27FC236}">
                    <a16:creationId xmlns:a16="http://schemas.microsoft.com/office/drawing/2014/main" id="{C66DDEA4-B39D-4514-BCF0-03782E4D1AA6}"/>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39" name="Graphique 38" descr="Utilisateurs avec un remplissage uni">
                <a:extLst>
                  <a:ext uri="{FF2B5EF4-FFF2-40B4-BE49-F238E27FC236}">
                    <a16:creationId xmlns:a16="http://schemas.microsoft.com/office/drawing/2014/main" id="{349C09B7-95C8-482A-ABEF-93307F21CE6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0" name="Groupe 9">
              <a:extLst>
                <a:ext uri="{FF2B5EF4-FFF2-40B4-BE49-F238E27FC236}">
                  <a16:creationId xmlns:a16="http://schemas.microsoft.com/office/drawing/2014/main" id="{872F8296-775B-4538-B6BA-DD001A2660B3}"/>
                </a:ext>
              </a:extLst>
            </p:cNvPr>
            <p:cNvGrpSpPr/>
            <p:nvPr/>
          </p:nvGrpSpPr>
          <p:grpSpPr>
            <a:xfrm>
              <a:off x="10040031" y="5626122"/>
              <a:ext cx="1203959" cy="1086268"/>
              <a:chOff x="1844480" y="4004145"/>
              <a:chExt cx="1203959" cy="1086268"/>
            </a:xfrm>
          </p:grpSpPr>
          <p:sp>
            <p:nvSpPr>
              <p:cNvPr id="36" name="Rectangle 35">
                <a:extLst>
                  <a:ext uri="{FF2B5EF4-FFF2-40B4-BE49-F238E27FC236}">
                    <a16:creationId xmlns:a16="http://schemas.microsoft.com/office/drawing/2014/main" id="{84F2A797-85E2-4B38-9D26-944F77ADB0B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37" name="Graphique 36" descr="Utilisateurs avec un remplissage uni">
                <a:extLst>
                  <a:ext uri="{FF2B5EF4-FFF2-40B4-BE49-F238E27FC236}">
                    <a16:creationId xmlns:a16="http://schemas.microsoft.com/office/drawing/2014/main" id="{AC57F6F2-219A-40D6-B234-77236EAF60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1" name="Groupe 10">
              <a:extLst>
                <a:ext uri="{FF2B5EF4-FFF2-40B4-BE49-F238E27FC236}">
                  <a16:creationId xmlns:a16="http://schemas.microsoft.com/office/drawing/2014/main" id="{A5E896B9-537F-41C1-A3B7-35A65420A4AC}"/>
                </a:ext>
              </a:extLst>
            </p:cNvPr>
            <p:cNvGrpSpPr/>
            <p:nvPr/>
          </p:nvGrpSpPr>
          <p:grpSpPr>
            <a:xfrm>
              <a:off x="10348719" y="4140742"/>
              <a:ext cx="1203959" cy="1086268"/>
              <a:chOff x="1844480" y="4004145"/>
              <a:chExt cx="1203959" cy="1086268"/>
            </a:xfrm>
          </p:grpSpPr>
          <p:sp>
            <p:nvSpPr>
              <p:cNvPr id="34" name="Rectangle 33">
                <a:extLst>
                  <a:ext uri="{FF2B5EF4-FFF2-40B4-BE49-F238E27FC236}">
                    <a16:creationId xmlns:a16="http://schemas.microsoft.com/office/drawing/2014/main" id="{E29FB839-A23F-4E9D-A078-824073EC6F99}"/>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35" name="Graphique 34" descr="Utilisateurs avec un remplissage uni">
                <a:extLst>
                  <a:ext uri="{FF2B5EF4-FFF2-40B4-BE49-F238E27FC236}">
                    <a16:creationId xmlns:a16="http://schemas.microsoft.com/office/drawing/2014/main" id="{252184E5-E599-4370-B0BE-7AE774E554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31" name="Graphique 30" descr="Utilisateur avec un remplissage uni">
              <a:extLst>
                <a:ext uri="{FF2B5EF4-FFF2-40B4-BE49-F238E27FC236}">
                  <a16:creationId xmlns:a16="http://schemas.microsoft.com/office/drawing/2014/main" id="{7F4C663D-A2F9-40C4-BD1B-D61E17161C8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1137" y="1940358"/>
              <a:ext cx="634194" cy="634194"/>
            </a:xfrm>
            <a:prstGeom prst="rect">
              <a:avLst/>
            </a:prstGeom>
          </p:spPr>
        </p:pic>
        <p:grpSp>
          <p:nvGrpSpPr>
            <p:cNvPr id="13" name="Groupe 12">
              <a:extLst>
                <a:ext uri="{FF2B5EF4-FFF2-40B4-BE49-F238E27FC236}">
                  <a16:creationId xmlns:a16="http://schemas.microsoft.com/office/drawing/2014/main" id="{4E3E705D-EB92-4A70-86CD-F0F1BEFEEF44}"/>
                </a:ext>
              </a:extLst>
            </p:cNvPr>
            <p:cNvGrpSpPr/>
            <p:nvPr/>
          </p:nvGrpSpPr>
          <p:grpSpPr>
            <a:xfrm>
              <a:off x="10058713" y="1739195"/>
              <a:ext cx="1203959" cy="1086268"/>
              <a:chOff x="1844480" y="4004145"/>
              <a:chExt cx="1203959" cy="1086268"/>
            </a:xfrm>
          </p:grpSpPr>
          <p:sp>
            <p:nvSpPr>
              <p:cNvPr id="29" name="Rectangle 28">
                <a:extLst>
                  <a:ext uri="{FF2B5EF4-FFF2-40B4-BE49-F238E27FC236}">
                    <a16:creationId xmlns:a16="http://schemas.microsoft.com/office/drawing/2014/main" id="{12EEFBC7-9CAC-46C8-9A56-486EBE6B1F7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30" name="Graphique 29" descr="Utilisateurs avec un remplissage uni">
                <a:extLst>
                  <a:ext uri="{FF2B5EF4-FFF2-40B4-BE49-F238E27FC236}">
                    <a16:creationId xmlns:a16="http://schemas.microsoft.com/office/drawing/2014/main" id="{EB23CC6C-A0A2-43C7-A1A0-5A04E3677CC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4" name="Groupe 13">
              <a:extLst>
                <a:ext uri="{FF2B5EF4-FFF2-40B4-BE49-F238E27FC236}">
                  <a16:creationId xmlns:a16="http://schemas.microsoft.com/office/drawing/2014/main" id="{E8D48F43-7294-4213-8BE5-A3B67C640F33}"/>
                </a:ext>
              </a:extLst>
            </p:cNvPr>
            <p:cNvGrpSpPr/>
            <p:nvPr/>
          </p:nvGrpSpPr>
          <p:grpSpPr>
            <a:xfrm>
              <a:off x="10058713" y="2853202"/>
              <a:ext cx="1166597" cy="777195"/>
              <a:chOff x="2218233" y="2605788"/>
              <a:chExt cx="1166597" cy="777195"/>
            </a:xfrm>
          </p:grpSpPr>
          <p:pic>
            <p:nvPicPr>
              <p:cNvPr id="27" name="Graphique 26" descr="Utilisateur avec un remplissage uni">
                <a:extLst>
                  <a:ext uri="{FF2B5EF4-FFF2-40B4-BE49-F238E27FC236}">
                    <a16:creationId xmlns:a16="http://schemas.microsoft.com/office/drawing/2014/main" id="{729F9E04-0801-41DA-9E8A-13E3852BB4A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484435" y="2605788"/>
                <a:ext cx="634194" cy="634194"/>
              </a:xfrm>
              <a:prstGeom prst="rect">
                <a:avLst/>
              </a:prstGeom>
            </p:spPr>
          </p:pic>
          <p:sp>
            <p:nvSpPr>
              <p:cNvPr id="28" name="ZoneTexte 27">
                <a:extLst>
                  <a:ext uri="{FF2B5EF4-FFF2-40B4-BE49-F238E27FC236}">
                    <a16:creationId xmlns:a16="http://schemas.microsoft.com/office/drawing/2014/main" id="{ED5E0F2E-5C5C-4A0A-B97C-3AA597E60D19}"/>
                  </a:ext>
                </a:extLst>
              </p:cNvPr>
              <p:cNvSpPr txBox="1"/>
              <p:nvPr/>
            </p:nvSpPr>
            <p:spPr>
              <a:xfrm>
                <a:off x="2218233" y="3110606"/>
                <a:ext cx="1166597" cy="272377"/>
              </a:xfrm>
              <a:prstGeom prst="rect">
                <a:avLst/>
              </a:prstGeom>
              <a:noFill/>
            </p:spPr>
            <p:txBody>
              <a:bodyPr wrap="square">
                <a:spAutoFit/>
              </a:bodyPr>
              <a:lstStyle/>
              <a:p>
                <a:pPr algn="ctr"/>
                <a:endParaRPr lang="en-US" sz="800" dirty="0">
                  <a:solidFill>
                    <a:schemeClr val="tx1"/>
                  </a:solidFill>
                </a:endParaRPr>
              </a:p>
            </p:txBody>
          </p:sp>
        </p:grpSp>
        <p:sp>
          <p:nvSpPr>
            <p:cNvPr id="15" name="Flèche : droite 14">
              <a:extLst>
                <a:ext uri="{FF2B5EF4-FFF2-40B4-BE49-F238E27FC236}">
                  <a16:creationId xmlns:a16="http://schemas.microsoft.com/office/drawing/2014/main" id="{512450A2-43A8-4AA5-A186-18CCD21F1F00}"/>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6" name="Flèche : droite 15">
              <a:extLst>
                <a:ext uri="{FF2B5EF4-FFF2-40B4-BE49-F238E27FC236}">
                  <a16:creationId xmlns:a16="http://schemas.microsoft.com/office/drawing/2014/main" id="{9C3C0838-2C6C-4D32-B68A-038DFCBBA44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7" name="Flèche : droite 16">
              <a:extLst>
                <a:ext uri="{FF2B5EF4-FFF2-40B4-BE49-F238E27FC236}">
                  <a16:creationId xmlns:a16="http://schemas.microsoft.com/office/drawing/2014/main" id="{2A06C65E-CB75-4D69-9CC0-F59D825C40E2}"/>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8" name="Flèche : droite 17">
              <a:extLst>
                <a:ext uri="{FF2B5EF4-FFF2-40B4-BE49-F238E27FC236}">
                  <a16:creationId xmlns:a16="http://schemas.microsoft.com/office/drawing/2014/main" id="{71E76C7E-D0E7-4806-B186-35D695AFA7B8}"/>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9" name="Flèche : droite 18">
              <a:extLst>
                <a:ext uri="{FF2B5EF4-FFF2-40B4-BE49-F238E27FC236}">
                  <a16:creationId xmlns:a16="http://schemas.microsoft.com/office/drawing/2014/main" id="{045F59C0-9272-42DC-A861-4F302291D2C7}"/>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0" name="Flèche : droite 19">
              <a:extLst>
                <a:ext uri="{FF2B5EF4-FFF2-40B4-BE49-F238E27FC236}">
                  <a16:creationId xmlns:a16="http://schemas.microsoft.com/office/drawing/2014/main" id="{0DBBD817-2480-4B30-8702-43EF9A3ECCD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1" name="Flèche : droite 20">
              <a:extLst>
                <a:ext uri="{FF2B5EF4-FFF2-40B4-BE49-F238E27FC236}">
                  <a16:creationId xmlns:a16="http://schemas.microsoft.com/office/drawing/2014/main" id="{44903657-07CF-491C-9FCD-007388CAF3F6}"/>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2" name="Flèche : droite 21">
              <a:extLst>
                <a:ext uri="{FF2B5EF4-FFF2-40B4-BE49-F238E27FC236}">
                  <a16:creationId xmlns:a16="http://schemas.microsoft.com/office/drawing/2014/main" id="{A0C767BD-D099-4D51-AC66-D59CF8EABF7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3" name="Flèche : droite 22">
              <a:extLst>
                <a:ext uri="{FF2B5EF4-FFF2-40B4-BE49-F238E27FC236}">
                  <a16:creationId xmlns:a16="http://schemas.microsoft.com/office/drawing/2014/main" id="{D16BBA25-2889-4531-8969-F30D54908A4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24" name="Graphique 23" descr="Utilisateur avec un remplissage uni">
              <a:extLst>
                <a:ext uri="{FF2B5EF4-FFF2-40B4-BE49-F238E27FC236}">
                  <a16:creationId xmlns:a16="http://schemas.microsoft.com/office/drawing/2014/main" id="{BBEDC72A-38F6-4231-9658-C818094C3F8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25" name="Graphique 24" descr="Utilisateur avec un remplissage uni">
              <a:extLst>
                <a:ext uri="{FF2B5EF4-FFF2-40B4-BE49-F238E27FC236}">
                  <a16:creationId xmlns:a16="http://schemas.microsoft.com/office/drawing/2014/main" id="{ABC20086-EA1A-4142-B202-13CDCA9921E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26" name="Graphique 25" descr="Utilisateur avec un remplissage uni">
              <a:extLst>
                <a:ext uri="{FF2B5EF4-FFF2-40B4-BE49-F238E27FC236}">
                  <a16:creationId xmlns:a16="http://schemas.microsoft.com/office/drawing/2014/main" id="{E8C1FD37-9620-42D9-B4E6-033538722DC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3252346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0515600" cy="1325563"/>
          </a:xfrm>
        </p:spPr>
        <p:txBody>
          <a:bodyPr>
            <a:normAutofit/>
          </a:bodyPr>
          <a:lstStyle/>
          <a:p>
            <a:r>
              <a:rPr lang="en-US" dirty="0" err="1"/>
              <a:t>Pourquoi</a:t>
            </a:r>
            <a:r>
              <a:rPr lang="en-US" dirty="0"/>
              <a:t> ICI ?</a:t>
            </a:r>
            <a:br>
              <a:rPr lang="en-US" dirty="0"/>
            </a:br>
            <a:r>
              <a:rPr lang="en-US" dirty="0"/>
              <a:t>Carte </a:t>
            </a:r>
            <a:r>
              <a:rPr lang="en-US" dirty="0" err="1"/>
              <a:t>d'influence</a:t>
            </a:r>
            <a:r>
              <a:rPr lang="en-US" dirty="0"/>
              <a:t> (version atelier </a:t>
            </a:r>
            <a:r>
              <a:rPr lang="en-US" dirty="0" err="1"/>
              <a:t>visuel</a:t>
            </a:r>
            <a:r>
              <a:rPr lang="en-US" dirty="0"/>
              <a:t>)</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Effet</a:t>
            </a:r>
            <a:r>
              <a:rPr lang="en-US" sz="1600" dirty="0">
                <a:solidFill>
                  <a:schemeClr val="tx1"/>
                </a:solidFill>
              </a:rPr>
              <a:t> </a:t>
            </a:r>
            <a:r>
              <a:rPr lang="en-US" sz="1600" dirty="0" err="1">
                <a:solidFill>
                  <a:schemeClr val="tx1"/>
                </a:solidFill>
              </a:rPr>
              <a:t>secondaire</a:t>
            </a:r>
            <a:r>
              <a:rPr lang="en-US" sz="1600" dirty="0">
                <a:solidFill>
                  <a:schemeClr val="tx1"/>
                </a:solidFill>
              </a:rPr>
              <a:t> </a:t>
            </a:r>
            <a:r>
              <a:rPr lang="en-US" sz="1600" dirty="0" err="1">
                <a:solidFill>
                  <a:schemeClr val="tx1"/>
                </a:solidFill>
              </a:rPr>
              <a:t>positif</a:t>
            </a:r>
            <a:endParaRPr lang="en-US" sz="1600" dirty="0">
              <a:solidFill>
                <a:schemeClr val="tx1"/>
              </a:solidFill>
            </a:endParaRP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Influence directe sur les activités du projet / produit</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 Groupe </a:t>
              </a:r>
              <a:r>
                <a:rPr lang="en-US" sz="1200" dirty="0" err="1"/>
                <a:t>cible</a:t>
              </a:r>
              <a:r>
                <a:rPr lang="en-US" sz="1200" dirty="0"/>
                <a:t> Direct</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Groupe </a:t>
              </a:r>
              <a:r>
                <a:rPr lang="en-US" sz="1200" dirty="0" err="1">
                  <a:solidFill>
                    <a:schemeClr val="tx1"/>
                  </a:solidFill>
                </a:rPr>
                <a:t>cible</a:t>
              </a:r>
              <a:r>
                <a:rPr lang="en-US" sz="1200" dirty="0">
                  <a:solidFill>
                    <a:schemeClr val="tx1"/>
                  </a:solidFill>
                </a:rPr>
                <a:t> Indirect</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8" name="Groupe 47">
            <a:extLst>
              <a:ext uri="{FF2B5EF4-FFF2-40B4-BE49-F238E27FC236}">
                <a16:creationId xmlns:a16="http://schemas.microsoft.com/office/drawing/2014/main" id="{D17C542A-3067-480D-993D-C1AFCB69E238}"/>
              </a:ext>
            </a:extLst>
          </p:cNvPr>
          <p:cNvGrpSpPr/>
          <p:nvPr/>
        </p:nvGrpSpPr>
        <p:grpSpPr>
          <a:xfrm>
            <a:off x="2285389" y="2478525"/>
            <a:ext cx="1166597" cy="1151149"/>
            <a:chOff x="2218233" y="2605788"/>
            <a:chExt cx="1166597" cy="1151149"/>
          </a:xfrm>
        </p:grpSpPr>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22" name="ZoneTexte 21">
              <a:extLst>
                <a:ext uri="{FF2B5EF4-FFF2-40B4-BE49-F238E27FC236}">
                  <a16:creationId xmlns:a16="http://schemas.microsoft.com/office/drawing/2014/main" id="{B0BF1B0E-6AEF-4CEA-B8E6-46F322ECA8F3}"/>
                </a:ext>
              </a:extLst>
            </p:cNvPr>
            <p:cNvSpPr txBox="1"/>
            <p:nvPr/>
          </p:nvSpPr>
          <p:spPr>
            <a:xfrm>
              <a:off x="2218233" y="3110606"/>
              <a:ext cx="1166597" cy="646331"/>
            </a:xfrm>
            <a:prstGeom prst="rect">
              <a:avLst/>
            </a:prstGeom>
            <a:noFill/>
          </p:spPr>
          <p:txBody>
            <a:bodyPr wrap="square">
              <a:spAutoFit/>
            </a:bodyPr>
            <a:lstStyle/>
            <a:p>
              <a:pPr algn="ctr"/>
              <a:r>
                <a:rPr lang="en-US" sz="1200">
                  <a:solidFill>
                    <a:schemeClr val="tx1"/>
                  </a:solidFill>
                </a:rPr>
                <a:t>Personne clé indirectement touchée</a:t>
              </a:r>
            </a:p>
          </p:txBody>
        </p:sp>
      </p:grpSp>
      <p:sp>
        <p:nvSpPr>
          <p:cNvPr id="23" name="ZoneTexte 22">
            <a:extLst>
              <a:ext uri="{FF2B5EF4-FFF2-40B4-BE49-F238E27FC236}">
                <a16:creationId xmlns:a16="http://schemas.microsoft.com/office/drawing/2014/main" id="{AFBBC7D3-B091-431A-8BCA-83F21BE57352}"/>
              </a:ext>
            </a:extLst>
          </p:cNvPr>
          <p:cNvSpPr txBox="1"/>
          <p:nvPr/>
        </p:nvSpPr>
        <p:spPr>
          <a:xfrm>
            <a:off x="1261181" y="2977528"/>
            <a:ext cx="1166597" cy="646331"/>
          </a:xfrm>
          <a:prstGeom prst="rect">
            <a:avLst/>
          </a:prstGeom>
          <a:noFill/>
        </p:spPr>
        <p:txBody>
          <a:bodyPr wrap="square">
            <a:spAutoFit/>
          </a:bodyPr>
          <a:lstStyle/>
          <a:p>
            <a:pPr algn="ctr"/>
            <a:r>
              <a:rPr lang="en-US" sz="1200">
                <a:solidFill>
                  <a:schemeClr val="tx1"/>
                </a:solidFill>
              </a:rPr>
              <a:t>Personne clé directement touchée</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Légende de la carte</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275330" y="2960231"/>
            <a:ext cx="1065209" cy="1015663"/>
          </a:xfrm>
          <a:prstGeom prst="rect">
            <a:avLst/>
          </a:prstGeom>
          <a:noFill/>
        </p:spPr>
        <p:txBody>
          <a:bodyPr wrap="square">
            <a:spAutoFit/>
          </a:bodyPr>
          <a:lstStyle/>
          <a:p>
            <a:pPr algn="ctr"/>
            <a:r>
              <a:rPr lang="en-US" sz="1200">
                <a:solidFill>
                  <a:schemeClr val="tx1"/>
                </a:solidFill>
              </a:rPr>
              <a:t>Membre(s) du projet / produit présent(s) dans le groupe</a:t>
            </a:r>
          </a:p>
        </p:txBody>
      </p:sp>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5114124" y="4268270"/>
            <a:ext cx="1777025" cy="369332"/>
          </a:xfrm>
          <a:prstGeom prst="rect">
            <a:avLst/>
          </a:prstGeom>
          <a:noFill/>
        </p:spPr>
        <p:txBody>
          <a:bodyPr wrap="none" rtlCol="0">
            <a:spAutoFit/>
          </a:bodyPr>
          <a:lstStyle/>
          <a:p>
            <a:r>
              <a:rPr lang="en-US"/>
              <a:t>Projet / Produit</a:t>
            </a:r>
          </a:p>
        </p:txBody>
      </p:sp>
      <p:sp>
        <p:nvSpPr>
          <p:cNvPr id="33" name="Rectangle 32">
            <a:extLst>
              <a:ext uri="{FF2B5EF4-FFF2-40B4-BE49-F238E27FC236}">
                <a16:creationId xmlns:a16="http://schemas.microsoft.com/office/drawing/2014/main" id="{700FBC0A-4C51-4BC0-877A-37CDD4C92A7C}"/>
              </a:ext>
            </a:extLst>
          </p:cNvPr>
          <p:cNvSpPr/>
          <p:nvPr/>
        </p:nvSpPr>
        <p:spPr>
          <a:xfrm>
            <a:off x="8201266" y="3369951"/>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Groupe </a:t>
            </a:r>
            <a:r>
              <a:rPr lang="en-US" sz="1050" dirty="0" err="1"/>
              <a:t>cible</a:t>
            </a:r>
            <a:r>
              <a:rPr lang="en-US" sz="1050" dirty="0"/>
              <a:t> direct et raison de le </a:t>
            </a:r>
            <a:r>
              <a:rPr lang="en-US" sz="1050" dirty="0" err="1"/>
              <a:t>cibler</a:t>
            </a:r>
            <a:endParaRPr lang="en-US" sz="1050" dirty="0"/>
          </a:p>
        </p:txBody>
      </p:sp>
      <p:pic>
        <p:nvPicPr>
          <p:cNvPr id="34" name="Graphique 33" descr="Utilisateurs avec un remplissage uni">
            <a:extLst>
              <a:ext uri="{FF2B5EF4-FFF2-40B4-BE49-F238E27FC236}">
                <a16:creationId xmlns:a16="http://schemas.microsoft.com/office/drawing/2014/main" id="{332BF3B6-91B0-4B26-9325-18C83696DCC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488920" y="2889716"/>
            <a:ext cx="710146" cy="710146"/>
          </a:xfrm>
          <a:prstGeom prst="rect">
            <a:avLst/>
          </a:prstGeom>
        </p:spPr>
      </p:pic>
      <p:sp>
        <p:nvSpPr>
          <p:cNvPr id="36" name="Rectangle 35">
            <a:extLst>
              <a:ext uri="{FF2B5EF4-FFF2-40B4-BE49-F238E27FC236}">
                <a16:creationId xmlns:a16="http://schemas.microsoft.com/office/drawing/2014/main" id="{375F10A0-1377-428A-8CB1-A4205685834E}"/>
              </a:ext>
            </a:extLst>
          </p:cNvPr>
          <p:cNvSpPr/>
          <p:nvPr/>
        </p:nvSpPr>
        <p:spPr>
          <a:xfrm>
            <a:off x="8144116" y="4560622"/>
            <a:ext cx="1203959" cy="634194"/>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Groupe </a:t>
            </a:r>
            <a:r>
              <a:rPr lang="en-US" sz="1050" dirty="0" err="1"/>
              <a:t>cible</a:t>
            </a:r>
            <a:r>
              <a:rPr lang="en-US" sz="1050" dirty="0"/>
              <a:t> direct et raison de le </a:t>
            </a:r>
            <a:r>
              <a:rPr lang="en-US" sz="1050" dirty="0" err="1"/>
              <a:t>cibler</a:t>
            </a:r>
            <a:endParaRPr lang="en-US" sz="1050" dirty="0"/>
          </a:p>
        </p:txBody>
      </p:sp>
      <p:pic>
        <p:nvPicPr>
          <p:cNvPr id="37" name="Graphique 36" descr="Utilisateurs avec un remplissage uni">
            <a:extLst>
              <a:ext uri="{FF2B5EF4-FFF2-40B4-BE49-F238E27FC236}">
                <a16:creationId xmlns:a16="http://schemas.microsoft.com/office/drawing/2014/main" id="{AE8BCAB9-7EC1-4D04-A1F6-E0E0ECB6445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431770" y="4080387"/>
            <a:ext cx="710146" cy="710146"/>
          </a:xfrm>
          <a:prstGeom prst="rect">
            <a:avLst/>
          </a:prstGeom>
        </p:spPr>
      </p:pic>
      <p:sp>
        <p:nvSpPr>
          <p:cNvPr id="39" name="Rectangle 38">
            <a:extLst>
              <a:ext uri="{FF2B5EF4-FFF2-40B4-BE49-F238E27FC236}">
                <a16:creationId xmlns:a16="http://schemas.microsoft.com/office/drawing/2014/main" id="{0BC9F894-DCF1-41FF-9FD9-DD2F8D0452E9}"/>
              </a:ext>
            </a:extLst>
          </p:cNvPr>
          <p:cNvSpPr/>
          <p:nvPr/>
        </p:nvSpPr>
        <p:spPr>
          <a:xfrm>
            <a:off x="7765182" y="5939735"/>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Groupe </a:t>
            </a:r>
            <a:r>
              <a:rPr lang="en-US" sz="1050" dirty="0" err="1"/>
              <a:t>cible</a:t>
            </a:r>
            <a:r>
              <a:rPr lang="en-US" sz="1050" dirty="0"/>
              <a:t> direct et raison de le </a:t>
            </a:r>
            <a:r>
              <a:rPr lang="en-US" sz="1050" dirty="0" err="1"/>
              <a:t>cibler</a:t>
            </a:r>
            <a:endParaRPr lang="en-US" sz="1050" dirty="0"/>
          </a:p>
        </p:txBody>
      </p:sp>
      <p:pic>
        <p:nvPicPr>
          <p:cNvPr id="40" name="Graphique 39" descr="Utilisateurs avec un remplissage uni">
            <a:extLst>
              <a:ext uri="{FF2B5EF4-FFF2-40B4-BE49-F238E27FC236}">
                <a16:creationId xmlns:a16="http://schemas.microsoft.com/office/drawing/2014/main" id="{B51BEC5D-1F23-47F9-8FD7-71675947CF4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052836" y="5459500"/>
            <a:ext cx="710146" cy="710146"/>
          </a:xfrm>
          <a:prstGeom prst="rect">
            <a:avLst/>
          </a:prstGeom>
        </p:spPr>
      </p:pic>
      <p:grpSp>
        <p:nvGrpSpPr>
          <p:cNvPr id="42" name="Groupe 41">
            <a:extLst>
              <a:ext uri="{FF2B5EF4-FFF2-40B4-BE49-F238E27FC236}">
                <a16:creationId xmlns:a16="http://schemas.microsoft.com/office/drawing/2014/main" id="{AA8D3C8F-1317-495F-BE9A-CB2EAC196974}"/>
              </a:ext>
            </a:extLst>
          </p:cNvPr>
          <p:cNvGrpSpPr/>
          <p:nvPr/>
        </p:nvGrpSpPr>
        <p:grpSpPr>
          <a:xfrm>
            <a:off x="10040031" y="5626122"/>
            <a:ext cx="1203959" cy="1086268"/>
            <a:chOff x="1844480" y="4004145"/>
            <a:chExt cx="1203959" cy="1086268"/>
          </a:xfrm>
        </p:grpSpPr>
        <p:sp>
          <p:nvSpPr>
            <p:cNvPr id="43" name="Rectangle 42">
              <a:extLst>
                <a:ext uri="{FF2B5EF4-FFF2-40B4-BE49-F238E27FC236}">
                  <a16:creationId xmlns:a16="http://schemas.microsoft.com/office/drawing/2014/main" id="{63816973-C883-4A85-9900-2A9BD779C20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Groupe </a:t>
              </a:r>
              <a:r>
                <a:rPr lang="en-US" sz="1200" dirty="0" err="1">
                  <a:solidFill>
                    <a:schemeClr val="tx1"/>
                  </a:solidFill>
                </a:rPr>
                <a:t>cible</a:t>
              </a:r>
              <a:r>
                <a:rPr lang="en-US" sz="1200" dirty="0">
                  <a:solidFill>
                    <a:schemeClr val="tx1"/>
                  </a:solidFill>
                </a:rPr>
                <a:t> indirect</a:t>
              </a:r>
            </a:p>
          </p:txBody>
        </p:sp>
        <p:pic>
          <p:nvPicPr>
            <p:cNvPr id="44" name="Graphique 43" descr="Utilisateurs avec un remplissage uni">
              <a:extLst>
                <a:ext uri="{FF2B5EF4-FFF2-40B4-BE49-F238E27FC236}">
                  <a16:creationId xmlns:a16="http://schemas.microsoft.com/office/drawing/2014/main" id="{E76F8196-7ACE-46A5-9D23-5CF96B580488}"/>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5" name="Groupe 44">
            <a:extLst>
              <a:ext uri="{FF2B5EF4-FFF2-40B4-BE49-F238E27FC236}">
                <a16:creationId xmlns:a16="http://schemas.microsoft.com/office/drawing/2014/main" id="{331FBE71-1D34-4377-BA0D-1FEA5DEC2F24}"/>
              </a:ext>
            </a:extLst>
          </p:cNvPr>
          <p:cNvGrpSpPr/>
          <p:nvPr/>
        </p:nvGrpSpPr>
        <p:grpSpPr>
          <a:xfrm>
            <a:off x="10348719" y="4140742"/>
            <a:ext cx="1203959" cy="1086268"/>
            <a:chOff x="1844480" y="4004145"/>
            <a:chExt cx="1203959" cy="1086268"/>
          </a:xfrm>
        </p:grpSpPr>
        <p:sp>
          <p:nvSpPr>
            <p:cNvPr id="46" name="Rectangle 45">
              <a:extLst>
                <a:ext uri="{FF2B5EF4-FFF2-40B4-BE49-F238E27FC236}">
                  <a16:creationId xmlns:a16="http://schemas.microsoft.com/office/drawing/2014/main" id="{B7F65E80-355A-477A-92BA-DECEE52CB2F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Groupe </a:t>
              </a:r>
              <a:r>
                <a:rPr lang="en-US" sz="1200" dirty="0" err="1">
                  <a:solidFill>
                    <a:schemeClr val="tx1"/>
                  </a:solidFill>
                </a:rPr>
                <a:t>cible</a:t>
              </a:r>
              <a:r>
                <a:rPr lang="en-US" sz="1200" dirty="0">
                  <a:solidFill>
                    <a:schemeClr val="tx1"/>
                  </a:solidFill>
                </a:rPr>
                <a:t> indirect</a:t>
              </a:r>
            </a:p>
          </p:txBody>
        </p:sp>
        <p:pic>
          <p:nvPicPr>
            <p:cNvPr id="47" name="Graphique 46" descr="Utilisateurs avec un remplissage uni">
              <a:extLst>
                <a:ext uri="{FF2B5EF4-FFF2-40B4-BE49-F238E27FC236}">
                  <a16:creationId xmlns:a16="http://schemas.microsoft.com/office/drawing/2014/main" id="{FACB9156-B5E8-4C1C-AC16-4EAEC454206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0" name="Groupe 49">
            <a:extLst>
              <a:ext uri="{FF2B5EF4-FFF2-40B4-BE49-F238E27FC236}">
                <a16:creationId xmlns:a16="http://schemas.microsoft.com/office/drawing/2014/main" id="{19F77ABE-C66D-4A18-9E16-D3B2FB54B17E}"/>
              </a:ext>
            </a:extLst>
          </p:cNvPr>
          <p:cNvGrpSpPr/>
          <p:nvPr/>
        </p:nvGrpSpPr>
        <p:grpSpPr>
          <a:xfrm>
            <a:off x="7166393" y="1940358"/>
            <a:ext cx="1166597" cy="1114429"/>
            <a:chOff x="7034669" y="1978408"/>
            <a:chExt cx="1166597" cy="1114429"/>
          </a:xfrm>
        </p:grpSpPr>
        <p:pic>
          <p:nvPicPr>
            <p:cNvPr id="41" name="Graphique 40" descr="Utilisateur avec un remplissage uni">
              <a:extLst>
                <a:ext uri="{FF2B5EF4-FFF2-40B4-BE49-F238E27FC236}">
                  <a16:creationId xmlns:a16="http://schemas.microsoft.com/office/drawing/2014/main" id="{E8FFE889-6311-4FC3-BA6E-BFB1499B027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9414" y="1978408"/>
              <a:ext cx="634194" cy="634194"/>
            </a:xfrm>
            <a:prstGeom prst="rect">
              <a:avLst/>
            </a:prstGeom>
          </p:spPr>
        </p:pic>
        <p:sp>
          <p:nvSpPr>
            <p:cNvPr id="49" name="ZoneTexte 48">
              <a:extLst>
                <a:ext uri="{FF2B5EF4-FFF2-40B4-BE49-F238E27FC236}">
                  <a16:creationId xmlns:a16="http://schemas.microsoft.com/office/drawing/2014/main" id="{6120A503-2F20-4AE3-A9E8-A93167EFB14B}"/>
                </a:ext>
              </a:extLst>
            </p:cNvPr>
            <p:cNvSpPr txBox="1"/>
            <p:nvPr/>
          </p:nvSpPr>
          <p:spPr>
            <a:xfrm>
              <a:off x="7034669" y="2446506"/>
              <a:ext cx="1166597" cy="646331"/>
            </a:xfrm>
            <a:prstGeom prst="rect">
              <a:avLst/>
            </a:prstGeom>
            <a:noFill/>
          </p:spPr>
          <p:txBody>
            <a:bodyPr wrap="square">
              <a:spAutoFit/>
            </a:bodyPr>
            <a:lstStyle/>
            <a:p>
              <a:pPr algn="ctr"/>
              <a:r>
                <a:rPr lang="en-US" sz="1200">
                  <a:solidFill>
                    <a:schemeClr val="tx1"/>
                  </a:solidFill>
                </a:rPr>
                <a:t>Personne clé directement touchée</a:t>
              </a:r>
            </a:p>
          </p:txBody>
        </p:sp>
      </p:grpSp>
      <p:grpSp>
        <p:nvGrpSpPr>
          <p:cNvPr id="51" name="Groupe 50">
            <a:extLst>
              <a:ext uri="{FF2B5EF4-FFF2-40B4-BE49-F238E27FC236}">
                <a16:creationId xmlns:a16="http://schemas.microsoft.com/office/drawing/2014/main" id="{9D18585D-98EA-41C6-A058-38CC1C0F4F92}"/>
              </a:ext>
            </a:extLst>
          </p:cNvPr>
          <p:cNvGrpSpPr/>
          <p:nvPr/>
        </p:nvGrpSpPr>
        <p:grpSpPr>
          <a:xfrm>
            <a:off x="10058713" y="1739195"/>
            <a:ext cx="1203959" cy="1086268"/>
            <a:chOff x="1844480" y="4004145"/>
            <a:chExt cx="1203959" cy="1086268"/>
          </a:xfrm>
        </p:grpSpPr>
        <p:sp>
          <p:nvSpPr>
            <p:cNvPr id="52" name="Rectangle 51">
              <a:extLst>
                <a:ext uri="{FF2B5EF4-FFF2-40B4-BE49-F238E27FC236}">
                  <a16:creationId xmlns:a16="http://schemas.microsoft.com/office/drawing/2014/main" id="{0B59A66A-FE6F-4496-94E1-5AA7DDC5EFE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Group </a:t>
              </a:r>
              <a:r>
                <a:rPr lang="en-US" sz="1200" dirty="0" err="1">
                  <a:solidFill>
                    <a:schemeClr val="tx1"/>
                  </a:solidFill>
                </a:rPr>
                <a:t>cible</a:t>
              </a:r>
              <a:r>
                <a:rPr lang="en-US" sz="1200" dirty="0">
                  <a:solidFill>
                    <a:schemeClr val="tx1"/>
                  </a:solidFill>
                </a:rPr>
                <a:t> indirect</a:t>
              </a:r>
            </a:p>
          </p:txBody>
        </p:sp>
        <p:pic>
          <p:nvPicPr>
            <p:cNvPr id="53" name="Graphique 52" descr="Utilisateurs avec un remplissage uni">
              <a:extLst>
                <a:ext uri="{FF2B5EF4-FFF2-40B4-BE49-F238E27FC236}">
                  <a16:creationId xmlns:a16="http://schemas.microsoft.com/office/drawing/2014/main" id="{87C4205D-D319-4D17-BE34-563644FC625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4" name="Groupe 53">
            <a:extLst>
              <a:ext uri="{FF2B5EF4-FFF2-40B4-BE49-F238E27FC236}">
                <a16:creationId xmlns:a16="http://schemas.microsoft.com/office/drawing/2014/main" id="{9A2D4E47-ABFD-4D86-AFF2-66AEAA3948A1}"/>
              </a:ext>
            </a:extLst>
          </p:cNvPr>
          <p:cNvGrpSpPr/>
          <p:nvPr/>
        </p:nvGrpSpPr>
        <p:grpSpPr>
          <a:xfrm>
            <a:off x="10058713" y="2853202"/>
            <a:ext cx="1166597" cy="1151149"/>
            <a:chOff x="2218233" y="2605788"/>
            <a:chExt cx="1166597" cy="1151149"/>
          </a:xfrm>
        </p:grpSpPr>
        <p:pic>
          <p:nvPicPr>
            <p:cNvPr id="55" name="Graphique 54" descr="Utilisateur avec un remplissage uni">
              <a:extLst>
                <a:ext uri="{FF2B5EF4-FFF2-40B4-BE49-F238E27FC236}">
                  <a16:creationId xmlns:a16="http://schemas.microsoft.com/office/drawing/2014/main" id="{ABD982F3-AC5F-4005-95B0-9D4A31041CAB}"/>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56" name="ZoneTexte 55">
              <a:extLst>
                <a:ext uri="{FF2B5EF4-FFF2-40B4-BE49-F238E27FC236}">
                  <a16:creationId xmlns:a16="http://schemas.microsoft.com/office/drawing/2014/main" id="{FCDF3650-E1C0-4D93-B90E-33997C4B58A0}"/>
                </a:ext>
              </a:extLst>
            </p:cNvPr>
            <p:cNvSpPr txBox="1"/>
            <p:nvPr/>
          </p:nvSpPr>
          <p:spPr>
            <a:xfrm>
              <a:off x="2218233" y="3110606"/>
              <a:ext cx="1166597" cy="646331"/>
            </a:xfrm>
            <a:prstGeom prst="rect">
              <a:avLst/>
            </a:prstGeom>
            <a:noFill/>
          </p:spPr>
          <p:txBody>
            <a:bodyPr wrap="square">
              <a:spAutoFit/>
            </a:bodyPr>
            <a:lstStyle/>
            <a:p>
              <a:pPr algn="ctr"/>
              <a:r>
                <a:rPr lang="en-US" sz="1200">
                  <a:solidFill>
                    <a:schemeClr val="tx1"/>
                  </a:solidFill>
                </a:rPr>
                <a:t>Personne clé indirectement touchée</a:t>
              </a:r>
            </a:p>
          </p:txBody>
        </p:sp>
      </p:grpSp>
      <p:sp>
        <p:nvSpPr>
          <p:cNvPr id="57" name="Flèche : droite 56">
            <a:extLst>
              <a:ext uri="{FF2B5EF4-FFF2-40B4-BE49-F238E27FC236}">
                <a16:creationId xmlns:a16="http://schemas.microsoft.com/office/drawing/2014/main" id="{802F923E-6BDE-4A43-8D74-F4F6A6454C8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Flèche : droite 57">
            <a:extLst>
              <a:ext uri="{FF2B5EF4-FFF2-40B4-BE49-F238E27FC236}">
                <a16:creationId xmlns:a16="http://schemas.microsoft.com/office/drawing/2014/main" id="{ABB0CE15-F38E-4B1D-A7E5-53AADAB9D5C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Flèche : droite 58">
            <a:extLst>
              <a:ext uri="{FF2B5EF4-FFF2-40B4-BE49-F238E27FC236}">
                <a16:creationId xmlns:a16="http://schemas.microsoft.com/office/drawing/2014/main" id="{95CB8EC9-719A-4BAE-95A5-1CAACC14931A}"/>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lèche : droite 59">
            <a:extLst>
              <a:ext uri="{FF2B5EF4-FFF2-40B4-BE49-F238E27FC236}">
                <a16:creationId xmlns:a16="http://schemas.microsoft.com/office/drawing/2014/main" id="{BFF81F83-20BC-406E-B95C-5F7E9782470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Flèche : droite 60">
            <a:extLst>
              <a:ext uri="{FF2B5EF4-FFF2-40B4-BE49-F238E27FC236}">
                <a16:creationId xmlns:a16="http://schemas.microsoft.com/office/drawing/2014/main" id="{8F59835A-4DE9-444D-B314-2861E10DEEE1}"/>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Flèche : droite 61">
            <a:extLst>
              <a:ext uri="{FF2B5EF4-FFF2-40B4-BE49-F238E27FC236}">
                <a16:creationId xmlns:a16="http://schemas.microsoft.com/office/drawing/2014/main" id="{282B66BA-2538-4CB5-95B4-4BA23784C83A}"/>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pic>
        <p:nvPicPr>
          <p:cNvPr id="66" name="Graphique 65" descr="Utilisateur avec un remplissage uni">
            <a:extLst>
              <a:ext uri="{FF2B5EF4-FFF2-40B4-BE49-F238E27FC236}">
                <a16:creationId xmlns:a16="http://schemas.microsoft.com/office/drawing/2014/main" id="{CFFD1BF2-BA8B-4027-BD01-959969EFB8C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199066" y="3752255"/>
            <a:ext cx="410445" cy="410445"/>
          </a:xfrm>
          <a:prstGeom prst="rect">
            <a:avLst/>
          </a:prstGeom>
        </p:spPr>
      </p:pic>
      <p:pic>
        <p:nvPicPr>
          <p:cNvPr id="67" name="Graphique 66" descr="Utilisateur avec un remplissage uni">
            <a:extLst>
              <a:ext uri="{FF2B5EF4-FFF2-40B4-BE49-F238E27FC236}">
                <a16:creationId xmlns:a16="http://schemas.microsoft.com/office/drawing/2014/main" id="{C5517C2B-E7DE-4B89-B0B3-AAF02F11C29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97464" y="4944818"/>
            <a:ext cx="410445" cy="410445"/>
          </a:xfrm>
          <a:prstGeom prst="rect">
            <a:avLst/>
          </a:prstGeom>
        </p:spPr>
      </p:pic>
      <p:pic>
        <p:nvPicPr>
          <p:cNvPr id="68" name="Graphique 67" descr="Utilisateur avec un remplissage uni">
            <a:extLst>
              <a:ext uri="{FF2B5EF4-FFF2-40B4-BE49-F238E27FC236}">
                <a16:creationId xmlns:a16="http://schemas.microsoft.com/office/drawing/2014/main" id="{88262E52-7A20-4BE8-9899-9AE110F92D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985327" y="2533953"/>
            <a:ext cx="410445" cy="410445"/>
          </a:xfrm>
          <a:prstGeom prst="rect">
            <a:avLst/>
          </a:prstGeom>
        </p:spPr>
      </p:pic>
    </p:spTree>
    <p:extLst>
      <p:ext uri="{BB962C8B-B14F-4D97-AF65-F5344CB8AC3E}">
        <p14:creationId xmlns:p14="http://schemas.microsoft.com/office/powerpoint/2010/main" val="2938380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a:t>Pourquoi ICI ?</a:t>
            </a:r>
            <a:br>
              <a:rPr lang="en-US"/>
            </a:br>
            <a:r>
              <a:rPr lang="en-US"/>
              <a:t>Carte d'influence (version visuelle de l'atelier EXEMPLE)</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Effet</a:t>
            </a:r>
            <a:r>
              <a:rPr lang="en-US" sz="1600" dirty="0">
                <a:solidFill>
                  <a:schemeClr val="tx1"/>
                </a:solidFill>
              </a:rPr>
              <a:t> </a:t>
            </a:r>
            <a:r>
              <a:rPr lang="en-US" sz="1600" dirty="0" err="1">
                <a:solidFill>
                  <a:schemeClr val="tx1"/>
                </a:solidFill>
              </a:rPr>
              <a:t>secondaire</a:t>
            </a:r>
            <a:r>
              <a:rPr lang="en-US" sz="1600" dirty="0">
                <a:solidFill>
                  <a:schemeClr val="tx1"/>
                </a:solidFill>
              </a:rPr>
              <a:t> </a:t>
            </a:r>
            <a:r>
              <a:rPr lang="en-US" sz="1600" dirty="0" err="1">
                <a:solidFill>
                  <a:schemeClr val="tx1"/>
                </a:solidFill>
              </a:rPr>
              <a:t>positif</a:t>
            </a:r>
            <a:endParaRPr lang="en-US" sz="1600" dirty="0">
              <a:solidFill>
                <a:schemeClr val="tx1"/>
              </a:solidFill>
            </a:endParaRP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Influence directe sur les activités du projet / produit</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 Groupe </a:t>
              </a:r>
              <a:r>
                <a:rPr lang="en-US" sz="1200" dirty="0" err="1"/>
                <a:t>cible</a:t>
              </a:r>
              <a:r>
                <a:rPr lang="en-US" sz="1200" dirty="0"/>
                <a:t> Direct</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Groupe </a:t>
              </a:r>
              <a:r>
                <a:rPr lang="en-US" sz="1200" dirty="0" err="1">
                  <a:solidFill>
                    <a:schemeClr val="tx1"/>
                  </a:solidFill>
                </a:rPr>
                <a:t>cible</a:t>
              </a:r>
              <a:r>
                <a:rPr lang="en-US" sz="1200" dirty="0">
                  <a:solidFill>
                    <a:schemeClr val="tx1"/>
                  </a:solidFill>
                </a:rPr>
                <a:t> Indirect</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8" name="Groupe 47">
            <a:extLst>
              <a:ext uri="{FF2B5EF4-FFF2-40B4-BE49-F238E27FC236}">
                <a16:creationId xmlns:a16="http://schemas.microsoft.com/office/drawing/2014/main" id="{D17C542A-3067-480D-993D-C1AFCB69E238}"/>
              </a:ext>
            </a:extLst>
          </p:cNvPr>
          <p:cNvGrpSpPr/>
          <p:nvPr/>
        </p:nvGrpSpPr>
        <p:grpSpPr>
          <a:xfrm>
            <a:off x="2285389" y="2478525"/>
            <a:ext cx="1166597" cy="1151149"/>
            <a:chOff x="2218233" y="2605788"/>
            <a:chExt cx="1166597" cy="1151149"/>
          </a:xfrm>
        </p:grpSpPr>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22" name="ZoneTexte 21">
              <a:extLst>
                <a:ext uri="{FF2B5EF4-FFF2-40B4-BE49-F238E27FC236}">
                  <a16:creationId xmlns:a16="http://schemas.microsoft.com/office/drawing/2014/main" id="{B0BF1B0E-6AEF-4CEA-B8E6-46F322ECA8F3}"/>
                </a:ext>
              </a:extLst>
            </p:cNvPr>
            <p:cNvSpPr txBox="1"/>
            <p:nvPr/>
          </p:nvSpPr>
          <p:spPr>
            <a:xfrm>
              <a:off x="2218233" y="3110606"/>
              <a:ext cx="1166597" cy="646331"/>
            </a:xfrm>
            <a:prstGeom prst="rect">
              <a:avLst/>
            </a:prstGeom>
            <a:noFill/>
          </p:spPr>
          <p:txBody>
            <a:bodyPr wrap="square">
              <a:spAutoFit/>
            </a:bodyPr>
            <a:lstStyle/>
            <a:p>
              <a:pPr algn="ctr"/>
              <a:r>
                <a:rPr lang="en-US" sz="1200">
                  <a:solidFill>
                    <a:schemeClr val="tx1"/>
                  </a:solidFill>
                </a:rPr>
                <a:t>Personne clé indirectement touchée</a:t>
              </a:r>
            </a:p>
          </p:txBody>
        </p:sp>
      </p:grpSp>
      <p:sp>
        <p:nvSpPr>
          <p:cNvPr id="23" name="ZoneTexte 22">
            <a:extLst>
              <a:ext uri="{FF2B5EF4-FFF2-40B4-BE49-F238E27FC236}">
                <a16:creationId xmlns:a16="http://schemas.microsoft.com/office/drawing/2014/main" id="{AFBBC7D3-B091-431A-8BCA-83F21BE57352}"/>
              </a:ext>
            </a:extLst>
          </p:cNvPr>
          <p:cNvSpPr txBox="1"/>
          <p:nvPr/>
        </p:nvSpPr>
        <p:spPr>
          <a:xfrm>
            <a:off x="1261181" y="2977528"/>
            <a:ext cx="1166597" cy="646331"/>
          </a:xfrm>
          <a:prstGeom prst="rect">
            <a:avLst/>
          </a:prstGeom>
          <a:noFill/>
        </p:spPr>
        <p:txBody>
          <a:bodyPr wrap="square">
            <a:spAutoFit/>
          </a:bodyPr>
          <a:lstStyle/>
          <a:p>
            <a:pPr algn="ctr"/>
            <a:r>
              <a:rPr lang="en-US" sz="1200">
                <a:solidFill>
                  <a:schemeClr val="tx1"/>
                </a:solidFill>
              </a:rPr>
              <a:t>Personne clé directement touchée</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Légende de la carte</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275330" y="2960231"/>
            <a:ext cx="1065209" cy="1015663"/>
          </a:xfrm>
          <a:prstGeom prst="rect">
            <a:avLst/>
          </a:prstGeom>
          <a:noFill/>
        </p:spPr>
        <p:txBody>
          <a:bodyPr wrap="square">
            <a:spAutoFit/>
          </a:bodyPr>
          <a:lstStyle/>
          <a:p>
            <a:pPr algn="ctr"/>
            <a:r>
              <a:rPr lang="en-US" sz="1200">
                <a:solidFill>
                  <a:schemeClr val="tx1"/>
                </a:solidFill>
              </a:rPr>
              <a:t>Membre(s) du projet / produit présent(s) dans le groupe</a:t>
            </a:r>
          </a:p>
        </p:txBody>
      </p:sp>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5114124" y="4268270"/>
            <a:ext cx="1777025" cy="369332"/>
          </a:xfrm>
          <a:prstGeom prst="rect">
            <a:avLst/>
          </a:prstGeom>
          <a:noFill/>
        </p:spPr>
        <p:txBody>
          <a:bodyPr wrap="none" rtlCol="0">
            <a:spAutoFit/>
          </a:bodyPr>
          <a:lstStyle/>
          <a:p>
            <a:r>
              <a:rPr lang="en-US"/>
              <a:t>Projet / Produit</a:t>
            </a:r>
          </a:p>
        </p:txBody>
      </p:sp>
      <p:grpSp>
        <p:nvGrpSpPr>
          <p:cNvPr id="32" name="Groupe 31">
            <a:extLst>
              <a:ext uri="{FF2B5EF4-FFF2-40B4-BE49-F238E27FC236}">
                <a16:creationId xmlns:a16="http://schemas.microsoft.com/office/drawing/2014/main" id="{456A4E05-1C21-4E23-820D-B2ABF951E349}"/>
              </a:ext>
            </a:extLst>
          </p:cNvPr>
          <p:cNvGrpSpPr/>
          <p:nvPr/>
        </p:nvGrpSpPr>
        <p:grpSpPr>
          <a:xfrm>
            <a:off x="8201266" y="2889716"/>
            <a:ext cx="1203959" cy="1114429"/>
            <a:chOff x="495541" y="3991241"/>
            <a:chExt cx="1203959" cy="1114429"/>
          </a:xfrm>
        </p:grpSpPr>
        <p:sp>
          <p:nvSpPr>
            <p:cNvPr id="33" name="Rectangle 32">
              <a:extLst>
                <a:ext uri="{FF2B5EF4-FFF2-40B4-BE49-F238E27FC236}">
                  <a16:creationId xmlns:a16="http://schemas.microsoft.com/office/drawing/2014/main" id="{700FBC0A-4C51-4BC0-877A-37CDD4C92A7C}"/>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Équipe A</a:t>
              </a:r>
            </a:p>
          </p:txBody>
        </p:sp>
        <p:pic>
          <p:nvPicPr>
            <p:cNvPr id="34" name="Graphique 33" descr="Utilisateurs avec un remplissage uni">
              <a:extLst>
                <a:ext uri="{FF2B5EF4-FFF2-40B4-BE49-F238E27FC236}">
                  <a16:creationId xmlns:a16="http://schemas.microsoft.com/office/drawing/2014/main" id="{332BF3B6-91B0-4B26-9325-18C83696DCC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5" name="Groupe 34">
            <a:extLst>
              <a:ext uri="{FF2B5EF4-FFF2-40B4-BE49-F238E27FC236}">
                <a16:creationId xmlns:a16="http://schemas.microsoft.com/office/drawing/2014/main" id="{D8F3FCD8-3000-406D-A48C-ED3223C37D94}"/>
              </a:ext>
            </a:extLst>
          </p:cNvPr>
          <p:cNvGrpSpPr/>
          <p:nvPr/>
        </p:nvGrpSpPr>
        <p:grpSpPr>
          <a:xfrm>
            <a:off x="8144116" y="4080387"/>
            <a:ext cx="1203959" cy="1114429"/>
            <a:chOff x="495541" y="3991241"/>
            <a:chExt cx="1203959" cy="1114429"/>
          </a:xfrm>
          <a:solidFill>
            <a:srgbClr val="0683AA"/>
          </a:solidFill>
        </p:grpSpPr>
        <p:sp>
          <p:nvSpPr>
            <p:cNvPr id="36" name="Rectangle 35">
              <a:extLst>
                <a:ext uri="{FF2B5EF4-FFF2-40B4-BE49-F238E27FC236}">
                  <a16:creationId xmlns:a16="http://schemas.microsoft.com/office/drawing/2014/main" id="{375F10A0-1377-428A-8CB1-A4205685834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Département B</a:t>
              </a:r>
            </a:p>
          </p:txBody>
        </p:sp>
        <p:pic>
          <p:nvPicPr>
            <p:cNvPr id="37" name="Graphique 36" descr="Utilisateurs avec un remplissage uni">
              <a:extLst>
                <a:ext uri="{FF2B5EF4-FFF2-40B4-BE49-F238E27FC236}">
                  <a16:creationId xmlns:a16="http://schemas.microsoft.com/office/drawing/2014/main" id="{AE8BCAB9-7EC1-4D04-A1F6-E0E0ECB6445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8" name="Groupe 37">
            <a:extLst>
              <a:ext uri="{FF2B5EF4-FFF2-40B4-BE49-F238E27FC236}">
                <a16:creationId xmlns:a16="http://schemas.microsoft.com/office/drawing/2014/main" id="{88C4ADD7-D1D4-4D95-BD49-A62683D72921}"/>
              </a:ext>
            </a:extLst>
          </p:cNvPr>
          <p:cNvGrpSpPr/>
          <p:nvPr/>
        </p:nvGrpSpPr>
        <p:grpSpPr>
          <a:xfrm>
            <a:off x="7765182" y="5459500"/>
            <a:ext cx="1203959" cy="1114429"/>
            <a:chOff x="495541" y="3991241"/>
            <a:chExt cx="1203959" cy="1114429"/>
          </a:xfrm>
        </p:grpSpPr>
        <p:sp>
          <p:nvSpPr>
            <p:cNvPr id="39" name="Rectangle 38">
              <a:extLst>
                <a:ext uri="{FF2B5EF4-FFF2-40B4-BE49-F238E27FC236}">
                  <a16:creationId xmlns:a16="http://schemas.microsoft.com/office/drawing/2014/main" id="{0BC9F894-DCF1-41FF-9FD9-DD2F8D0452E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Team C</a:t>
              </a:r>
            </a:p>
          </p:txBody>
        </p:sp>
        <p:pic>
          <p:nvPicPr>
            <p:cNvPr id="40" name="Graphique 39" descr="Utilisateurs avec un remplissage uni">
              <a:extLst>
                <a:ext uri="{FF2B5EF4-FFF2-40B4-BE49-F238E27FC236}">
                  <a16:creationId xmlns:a16="http://schemas.microsoft.com/office/drawing/2014/main" id="{B51BEC5D-1F23-47F9-8FD7-71675947CF4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42" name="Groupe 41">
            <a:extLst>
              <a:ext uri="{FF2B5EF4-FFF2-40B4-BE49-F238E27FC236}">
                <a16:creationId xmlns:a16="http://schemas.microsoft.com/office/drawing/2014/main" id="{AA8D3C8F-1317-495F-BE9A-CB2EAC196974}"/>
              </a:ext>
            </a:extLst>
          </p:cNvPr>
          <p:cNvGrpSpPr/>
          <p:nvPr/>
        </p:nvGrpSpPr>
        <p:grpSpPr>
          <a:xfrm>
            <a:off x="10040031" y="5626122"/>
            <a:ext cx="1203959" cy="1086268"/>
            <a:chOff x="1844480" y="4004145"/>
            <a:chExt cx="1203959" cy="1086268"/>
          </a:xfrm>
        </p:grpSpPr>
        <p:sp>
          <p:nvSpPr>
            <p:cNvPr id="43" name="Rectangle 42">
              <a:extLst>
                <a:ext uri="{FF2B5EF4-FFF2-40B4-BE49-F238E27FC236}">
                  <a16:creationId xmlns:a16="http://schemas.microsoft.com/office/drawing/2014/main" id="{63816973-C883-4A85-9900-2A9BD779C20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Département D</a:t>
              </a:r>
            </a:p>
          </p:txBody>
        </p:sp>
        <p:pic>
          <p:nvPicPr>
            <p:cNvPr id="44" name="Graphique 43" descr="Utilisateurs avec un remplissage uni">
              <a:extLst>
                <a:ext uri="{FF2B5EF4-FFF2-40B4-BE49-F238E27FC236}">
                  <a16:creationId xmlns:a16="http://schemas.microsoft.com/office/drawing/2014/main" id="{E76F8196-7ACE-46A5-9D23-5CF96B580488}"/>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5" name="Groupe 44">
            <a:extLst>
              <a:ext uri="{FF2B5EF4-FFF2-40B4-BE49-F238E27FC236}">
                <a16:creationId xmlns:a16="http://schemas.microsoft.com/office/drawing/2014/main" id="{331FBE71-1D34-4377-BA0D-1FEA5DEC2F24}"/>
              </a:ext>
            </a:extLst>
          </p:cNvPr>
          <p:cNvGrpSpPr/>
          <p:nvPr/>
        </p:nvGrpSpPr>
        <p:grpSpPr>
          <a:xfrm>
            <a:off x="10348719" y="4140742"/>
            <a:ext cx="1203959" cy="1086268"/>
            <a:chOff x="1844480" y="4004145"/>
            <a:chExt cx="1203959" cy="1086268"/>
          </a:xfrm>
        </p:grpSpPr>
        <p:sp>
          <p:nvSpPr>
            <p:cNvPr id="46" name="Rectangle 45">
              <a:extLst>
                <a:ext uri="{FF2B5EF4-FFF2-40B4-BE49-F238E27FC236}">
                  <a16:creationId xmlns:a16="http://schemas.microsoft.com/office/drawing/2014/main" id="{B7F65E80-355A-477A-92BA-DECEE52CB2F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Équipe Z</a:t>
              </a:r>
            </a:p>
          </p:txBody>
        </p:sp>
        <p:pic>
          <p:nvPicPr>
            <p:cNvPr id="47" name="Graphique 46" descr="Utilisateurs avec un remplissage uni">
              <a:extLst>
                <a:ext uri="{FF2B5EF4-FFF2-40B4-BE49-F238E27FC236}">
                  <a16:creationId xmlns:a16="http://schemas.microsoft.com/office/drawing/2014/main" id="{FACB9156-B5E8-4C1C-AC16-4EAEC454206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0" name="Groupe 49">
            <a:extLst>
              <a:ext uri="{FF2B5EF4-FFF2-40B4-BE49-F238E27FC236}">
                <a16:creationId xmlns:a16="http://schemas.microsoft.com/office/drawing/2014/main" id="{19F77ABE-C66D-4A18-9E16-D3B2FB54B17E}"/>
              </a:ext>
            </a:extLst>
          </p:cNvPr>
          <p:cNvGrpSpPr/>
          <p:nvPr/>
        </p:nvGrpSpPr>
        <p:grpSpPr>
          <a:xfrm>
            <a:off x="7166393" y="1940358"/>
            <a:ext cx="1166597" cy="745097"/>
            <a:chOff x="7034669" y="1978408"/>
            <a:chExt cx="1166597" cy="745097"/>
          </a:xfrm>
        </p:grpSpPr>
        <p:pic>
          <p:nvPicPr>
            <p:cNvPr id="41" name="Graphique 40" descr="Utilisateur avec un remplissage uni">
              <a:extLst>
                <a:ext uri="{FF2B5EF4-FFF2-40B4-BE49-F238E27FC236}">
                  <a16:creationId xmlns:a16="http://schemas.microsoft.com/office/drawing/2014/main" id="{E8FFE889-6311-4FC3-BA6E-BFB1499B027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9414" y="1978408"/>
              <a:ext cx="634194" cy="634194"/>
            </a:xfrm>
            <a:prstGeom prst="rect">
              <a:avLst/>
            </a:prstGeom>
          </p:spPr>
        </p:pic>
        <p:sp>
          <p:nvSpPr>
            <p:cNvPr id="49" name="ZoneTexte 48">
              <a:extLst>
                <a:ext uri="{FF2B5EF4-FFF2-40B4-BE49-F238E27FC236}">
                  <a16:creationId xmlns:a16="http://schemas.microsoft.com/office/drawing/2014/main" id="{6120A503-2F20-4AE3-A9E8-A93167EFB14B}"/>
                </a:ext>
              </a:extLst>
            </p:cNvPr>
            <p:cNvSpPr txBox="1"/>
            <p:nvPr/>
          </p:nvSpPr>
          <p:spPr>
            <a:xfrm>
              <a:off x="7034669" y="2446506"/>
              <a:ext cx="1166597" cy="276999"/>
            </a:xfrm>
            <a:prstGeom prst="rect">
              <a:avLst/>
            </a:prstGeom>
            <a:noFill/>
          </p:spPr>
          <p:txBody>
            <a:bodyPr wrap="square">
              <a:spAutoFit/>
            </a:bodyPr>
            <a:lstStyle/>
            <a:p>
              <a:pPr algn="ctr"/>
              <a:r>
                <a:rPr lang="en-US" sz="1200">
                  <a:solidFill>
                    <a:schemeClr val="tx1"/>
                  </a:solidFill>
                </a:rPr>
                <a:t>Parrain L </a:t>
              </a:r>
            </a:p>
          </p:txBody>
        </p:sp>
      </p:grpSp>
      <p:grpSp>
        <p:nvGrpSpPr>
          <p:cNvPr id="51" name="Groupe 50">
            <a:extLst>
              <a:ext uri="{FF2B5EF4-FFF2-40B4-BE49-F238E27FC236}">
                <a16:creationId xmlns:a16="http://schemas.microsoft.com/office/drawing/2014/main" id="{9D18585D-98EA-41C6-A058-38CC1C0F4F92}"/>
              </a:ext>
            </a:extLst>
          </p:cNvPr>
          <p:cNvGrpSpPr/>
          <p:nvPr/>
        </p:nvGrpSpPr>
        <p:grpSpPr>
          <a:xfrm>
            <a:off x="10058713" y="1739195"/>
            <a:ext cx="1203959" cy="1086268"/>
            <a:chOff x="1844480" y="4004145"/>
            <a:chExt cx="1203959" cy="1086268"/>
          </a:xfrm>
        </p:grpSpPr>
        <p:sp>
          <p:nvSpPr>
            <p:cNvPr id="52" name="Rectangle 51">
              <a:extLst>
                <a:ext uri="{FF2B5EF4-FFF2-40B4-BE49-F238E27FC236}">
                  <a16:creationId xmlns:a16="http://schemas.microsoft.com/office/drawing/2014/main" id="{0B59A66A-FE6F-4496-94E1-5AA7DDC5EFE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Gestion du département X</a:t>
              </a:r>
            </a:p>
          </p:txBody>
        </p:sp>
        <p:pic>
          <p:nvPicPr>
            <p:cNvPr id="53" name="Graphique 52" descr="Utilisateurs avec un remplissage uni">
              <a:extLst>
                <a:ext uri="{FF2B5EF4-FFF2-40B4-BE49-F238E27FC236}">
                  <a16:creationId xmlns:a16="http://schemas.microsoft.com/office/drawing/2014/main" id="{87C4205D-D319-4D17-BE34-563644FC625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4" name="Groupe 53">
            <a:extLst>
              <a:ext uri="{FF2B5EF4-FFF2-40B4-BE49-F238E27FC236}">
                <a16:creationId xmlns:a16="http://schemas.microsoft.com/office/drawing/2014/main" id="{9A2D4E47-ABFD-4D86-AFF2-66AEAA3948A1}"/>
              </a:ext>
            </a:extLst>
          </p:cNvPr>
          <p:cNvGrpSpPr/>
          <p:nvPr/>
        </p:nvGrpSpPr>
        <p:grpSpPr>
          <a:xfrm>
            <a:off x="10058713" y="2853202"/>
            <a:ext cx="1166597" cy="966483"/>
            <a:chOff x="2218233" y="2605788"/>
            <a:chExt cx="1166597" cy="966483"/>
          </a:xfrm>
        </p:grpSpPr>
        <p:pic>
          <p:nvPicPr>
            <p:cNvPr id="55" name="Graphique 54" descr="Utilisateur avec un remplissage uni">
              <a:extLst>
                <a:ext uri="{FF2B5EF4-FFF2-40B4-BE49-F238E27FC236}">
                  <a16:creationId xmlns:a16="http://schemas.microsoft.com/office/drawing/2014/main" id="{ABD982F3-AC5F-4005-95B0-9D4A31041CAB}"/>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56" name="ZoneTexte 55">
              <a:extLst>
                <a:ext uri="{FF2B5EF4-FFF2-40B4-BE49-F238E27FC236}">
                  <a16:creationId xmlns:a16="http://schemas.microsoft.com/office/drawing/2014/main" id="{FCDF3650-E1C0-4D93-B90E-33997C4B58A0}"/>
                </a:ext>
              </a:extLst>
            </p:cNvPr>
            <p:cNvSpPr txBox="1"/>
            <p:nvPr/>
          </p:nvSpPr>
          <p:spPr>
            <a:xfrm>
              <a:off x="2218233" y="3110606"/>
              <a:ext cx="1166597" cy="461665"/>
            </a:xfrm>
            <a:prstGeom prst="rect">
              <a:avLst/>
            </a:prstGeom>
            <a:noFill/>
          </p:spPr>
          <p:txBody>
            <a:bodyPr wrap="square">
              <a:spAutoFit/>
            </a:bodyPr>
            <a:lstStyle/>
            <a:p>
              <a:pPr algn="ctr"/>
              <a:r>
                <a:rPr lang="en-US" sz="1200">
                  <a:solidFill>
                    <a:schemeClr val="tx1"/>
                  </a:solidFill>
                </a:rPr>
                <a:t>Sponsor potentiel K</a:t>
              </a:r>
            </a:p>
          </p:txBody>
        </p:sp>
      </p:grpSp>
      <p:sp>
        <p:nvSpPr>
          <p:cNvPr id="57" name="Flèche : droite 56">
            <a:extLst>
              <a:ext uri="{FF2B5EF4-FFF2-40B4-BE49-F238E27FC236}">
                <a16:creationId xmlns:a16="http://schemas.microsoft.com/office/drawing/2014/main" id="{802F923E-6BDE-4A43-8D74-F4F6A6454C8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Flèche : droite 57">
            <a:extLst>
              <a:ext uri="{FF2B5EF4-FFF2-40B4-BE49-F238E27FC236}">
                <a16:creationId xmlns:a16="http://schemas.microsoft.com/office/drawing/2014/main" id="{ABB0CE15-F38E-4B1D-A7E5-53AADAB9D5CA}"/>
              </a:ext>
            </a:extLst>
          </p:cNvPr>
          <p:cNvSpPr/>
          <p:nvPr/>
        </p:nvSpPr>
        <p:spPr>
          <a:xfrm>
            <a:off x="9249480" y="474763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Flèche : droite 58">
            <a:extLst>
              <a:ext uri="{FF2B5EF4-FFF2-40B4-BE49-F238E27FC236}">
                <a16:creationId xmlns:a16="http://schemas.microsoft.com/office/drawing/2014/main" id="{95CB8EC9-719A-4BAE-95A5-1CAACC14931A}"/>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lèche : droite 59">
            <a:extLst>
              <a:ext uri="{FF2B5EF4-FFF2-40B4-BE49-F238E27FC236}">
                <a16:creationId xmlns:a16="http://schemas.microsoft.com/office/drawing/2014/main" id="{BFF81F83-20BC-406E-B95C-5F7E9782470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Flèche : droite 60">
            <a:extLst>
              <a:ext uri="{FF2B5EF4-FFF2-40B4-BE49-F238E27FC236}">
                <a16:creationId xmlns:a16="http://schemas.microsoft.com/office/drawing/2014/main" id="{8F59835A-4DE9-444D-B314-2861E10DEEE1}"/>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Flèche : droite 61">
            <a:extLst>
              <a:ext uri="{FF2B5EF4-FFF2-40B4-BE49-F238E27FC236}">
                <a16:creationId xmlns:a16="http://schemas.microsoft.com/office/drawing/2014/main" id="{282B66BA-2538-4CB5-95B4-4BA23784C83A}"/>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pic>
        <p:nvPicPr>
          <p:cNvPr id="66" name="Graphique 65" descr="Utilisateur avec un remplissage uni">
            <a:extLst>
              <a:ext uri="{FF2B5EF4-FFF2-40B4-BE49-F238E27FC236}">
                <a16:creationId xmlns:a16="http://schemas.microsoft.com/office/drawing/2014/main" id="{CFFD1BF2-BA8B-4027-BD01-959969EFB8C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199066" y="3752255"/>
            <a:ext cx="410445" cy="410445"/>
          </a:xfrm>
          <a:prstGeom prst="rect">
            <a:avLst/>
          </a:prstGeom>
        </p:spPr>
      </p:pic>
      <p:pic>
        <p:nvPicPr>
          <p:cNvPr id="67" name="Graphique 66" descr="Utilisateur avec un remplissage uni">
            <a:extLst>
              <a:ext uri="{FF2B5EF4-FFF2-40B4-BE49-F238E27FC236}">
                <a16:creationId xmlns:a16="http://schemas.microsoft.com/office/drawing/2014/main" id="{C5517C2B-E7DE-4B89-B0B3-AAF02F11C29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97464" y="4944818"/>
            <a:ext cx="410445" cy="410445"/>
          </a:xfrm>
          <a:prstGeom prst="rect">
            <a:avLst/>
          </a:prstGeom>
        </p:spPr>
      </p:pic>
      <p:pic>
        <p:nvPicPr>
          <p:cNvPr id="68" name="Graphique 67" descr="Utilisateur avec un remplissage uni">
            <a:extLst>
              <a:ext uri="{FF2B5EF4-FFF2-40B4-BE49-F238E27FC236}">
                <a16:creationId xmlns:a16="http://schemas.microsoft.com/office/drawing/2014/main" id="{88262E52-7A20-4BE8-9899-9AE110F92D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985327" y="2533953"/>
            <a:ext cx="410445" cy="410445"/>
          </a:xfrm>
          <a:prstGeom prst="rect">
            <a:avLst/>
          </a:prstGeom>
        </p:spPr>
      </p:pic>
    </p:spTree>
    <p:extLst>
      <p:ext uri="{BB962C8B-B14F-4D97-AF65-F5344CB8AC3E}">
        <p14:creationId xmlns:p14="http://schemas.microsoft.com/office/powerpoint/2010/main" val="1378476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a:t>Pourquoi ICI ?</a:t>
            </a:r>
            <a:br>
              <a:rPr lang="en-US"/>
            </a:br>
            <a:r>
              <a:rPr lang="en-US"/>
              <a:t>Carte d'influence (version visuelle de l'atelier EXEMPLE)</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Effet</a:t>
            </a:r>
            <a:r>
              <a:rPr lang="en-US" sz="1600" dirty="0">
                <a:solidFill>
                  <a:schemeClr val="tx1"/>
                </a:solidFill>
              </a:rPr>
              <a:t> </a:t>
            </a:r>
            <a:r>
              <a:rPr lang="en-US" sz="1600" dirty="0" err="1">
                <a:solidFill>
                  <a:schemeClr val="tx1"/>
                </a:solidFill>
              </a:rPr>
              <a:t>secondaire</a:t>
            </a:r>
            <a:r>
              <a:rPr lang="en-US" sz="1600" dirty="0">
                <a:solidFill>
                  <a:schemeClr val="tx1"/>
                </a:solidFill>
              </a:rPr>
              <a:t> </a:t>
            </a:r>
            <a:r>
              <a:rPr lang="en-US" sz="1600" dirty="0" err="1">
                <a:solidFill>
                  <a:schemeClr val="tx1"/>
                </a:solidFill>
              </a:rPr>
              <a:t>positif</a:t>
            </a:r>
            <a:endParaRPr lang="en-US" sz="1600" dirty="0">
              <a:solidFill>
                <a:schemeClr val="tx1"/>
              </a:solidFill>
            </a:endParaRP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Influence </a:t>
            </a:r>
            <a:r>
              <a:rPr lang="en-US" sz="1000" dirty="0" err="1">
                <a:solidFill>
                  <a:schemeClr val="tx1"/>
                </a:solidFill>
              </a:rPr>
              <a:t>directe</a:t>
            </a:r>
            <a:r>
              <a:rPr lang="en-US" sz="1000" dirty="0">
                <a:solidFill>
                  <a:schemeClr val="tx1"/>
                </a:solidFill>
              </a:rPr>
              <a:t> sur les </a:t>
            </a:r>
            <a:r>
              <a:rPr lang="en-US" sz="1000" dirty="0" err="1">
                <a:solidFill>
                  <a:schemeClr val="tx1"/>
                </a:solidFill>
              </a:rPr>
              <a:t>activités</a:t>
            </a:r>
            <a:r>
              <a:rPr lang="en-US" sz="1000" dirty="0">
                <a:solidFill>
                  <a:schemeClr val="tx1"/>
                </a:solidFill>
              </a:rPr>
              <a:t> du </a:t>
            </a:r>
            <a:r>
              <a:rPr lang="en-US" sz="1000" dirty="0" err="1">
                <a:solidFill>
                  <a:schemeClr val="tx1"/>
                </a:solidFill>
              </a:rPr>
              <a:t>projet</a:t>
            </a:r>
            <a:r>
              <a:rPr lang="en-US" sz="1000" dirty="0">
                <a:solidFill>
                  <a:schemeClr val="tx1"/>
                </a:solidFill>
              </a:rPr>
              <a:t> / </a:t>
            </a:r>
            <a:r>
              <a:rPr lang="en-US" sz="1000" dirty="0" err="1">
                <a:solidFill>
                  <a:schemeClr val="tx1"/>
                </a:solidFill>
              </a:rPr>
              <a:t>produit</a:t>
            </a:r>
            <a:endParaRPr lang="en-US" sz="1000" dirty="0">
              <a:solidFill>
                <a:schemeClr val="tx1"/>
              </a:solidFill>
            </a:endParaRP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 Groupe </a:t>
              </a:r>
              <a:r>
                <a:rPr lang="en-US" sz="1200" dirty="0" err="1">
                  <a:solidFill>
                    <a:schemeClr val="tx1"/>
                  </a:solidFill>
                </a:rPr>
                <a:t>cible</a:t>
              </a:r>
              <a:r>
                <a:rPr lang="en-US" sz="1200" dirty="0">
                  <a:solidFill>
                    <a:schemeClr val="tx1"/>
                  </a:solidFill>
                </a:rPr>
                <a:t> Direct</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Groupe </a:t>
              </a:r>
              <a:r>
                <a:rPr lang="en-US" sz="1200" dirty="0" err="1">
                  <a:solidFill>
                    <a:schemeClr val="tx1"/>
                  </a:solidFill>
                </a:rPr>
                <a:t>cible</a:t>
              </a:r>
              <a:r>
                <a:rPr lang="en-US" sz="1200" dirty="0">
                  <a:solidFill>
                    <a:schemeClr val="tx1"/>
                  </a:solidFill>
                </a:rPr>
                <a:t> Indirect</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 Personne cible directe</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Légende de la carte</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Membre de l'équipe</a:t>
            </a:r>
          </a:p>
        </p:txBody>
      </p:sp>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4012968" y="4012345"/>
            <a:ext cx="1656371" cy="1077218"/>
          </a:xfrm>
          <a:prstGeom prst="rect">
            <a:avLst/>
          </a:prstGeom>
          <a:noFill/>
        </p:spPr>
        <p:txBody>
          <a:bodyPr wrap="square" rtlCol="0">
            <a:spAutoFit/>
          </a:bodyPr>
          <a:lstStyle/>
          <a:p>
            <a:r>
              <a:rPr lang="en-US" sz="1600" dirty="0"/>
              <a:t>Lancement d'un nouveau </a:t>
            </a:r>
            <a:r>
              <a:rPr lang="en-US" sz="1600" dirty="0" err="1"/>
              <a:t>projet</a:t>
            </a:r>
            <a:r>
              <a:rPr lang="en-US" sz="1600" dirty="0"/>
              <a:t> </a:t>
            </a:r>
            <a:r>
              <a:rPr lang="en-US" sz="1600" dirty="0" err="1"/>
              <a:t>d'outils</a:t>
            </a:r>
            <a:r>
              <a:rPr lang="en-US" sz="1600" dirty="0"/>
              <a:t> numériques</a:t>
            </a:r>
          </a:p>
        </p:txBody>
      </p:sp>
      <p:sp>
        <p:nvSpPr>
          <p:cNvPr id="62" name="Flèche : droite 61">
            <a:extLst>
              <a:ext uri="{FF2B5EF4-FFF2-40B4-BE49-F238E27FC236}">
                <a16:creationId xmlns:a16="http://schemas.microsoft.com/office/drawing/2014/main" id="{282B66BA-2538-4CB5-95B4-4BA23784C83A}"/>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en-US" sz="1200" dirty="0" err="1">
                <a:solidFill>
                  <a:schemeClr val="tx1"/>
                </a:solidFill>
              </a:rPr>
              <a:t>Personne</a:t>
            </a:r>
            <a:r>
              <a:rPr lang="en-US" sz="1200" dirty="0">
                <a:solidFill>
                  <a:schemeClr val="tx1"/>
                </a:solidFill>
              </a:rPr>
              <a:t> </a:t>
            </a:r>
            <a:r>
              <a:rPr lang="en-US" sz="1200" dirty="0" err="1">
                <a:solidFill>
                  <a:schemeClr val="tx1"/>
                </a:solidFill>
              </a:rPr>
              <a:t>cible</a:t>
            </a:r>
            <a:r>
              <a:rPr lang="en-US" sz="1200" dirty="0">
                <a:solidFill>
                  <a:schemeClr val="tx1"/>
                </a:solidFill>
              </a:rPr>
              <a:t> Indirect</a:t>
            </a:r>
          </a:p>
        </p:txBody>
      </p:sp>
      <p:sp>
        <p:nvSpPr>
          <p:cNvPr id="5" name="Rectangle 8">
            <a:extLst>
              <a:ext uri="{FF2B5EF4-FFF2-40B4-BE49-F238E27FC236}">
                <a16:creationId xmlns:a16="http://schemas.microsoft.com/office/drawing/2014/main" id="{F0ED232B-30D1-AF38-9600-0AB21BEC8F72}"/>
              </a:ext>
            </a:extLst>
          </p:cNvPr>
          <p:cNvSpPr/>
          <p:nvPr/>
        </p:nvSpPr>
        <p:spPr>
          <a:xfrm>
            <a:off x="6833198" y="2367313"/>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Nos principaux contacts dans le département des RH</a:t>
            </a:r>
          </a:p>
        </p:txBody>
      </p:sp>
      <p:sp>
        <p:nvSpPr>
          <p:cNvPr id="6" name="Rectangle 8">
            <a:extLst>
              <a:ext uri="{FF2B5EF4-FFF2-40B4-BE49-F238E27FC236}">
                <a16:creationId xmlns:a16="http://schemas.microsoft.com/office/drawing/2014/main" id="{2AF22042-7218-6FE4-561F-5427EA4FDD54}"/>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Utilisateurs de l'ancien outil dans le département de la facturation</a:t>
            </a:r>
          </a:p>
        </p:txBody>
      </p:sp>
      <p:sp>
        <p:nvSpPr>
          <p:cNvPr id="7" name="Rectangle 8">
            <a:extLst>
              <a:ext uri="{FF2B5EF4-FFF2-40B4-BE49-F238E27FC236}">
                <a16:creationId xmlns:a16="http://schemas.microsoft.com/office/drawing/2014/main" id="{6BF55EE4-2012-861F-A2D5-B67351184F36}"/>
              </a:ext>
            </a:extLst>
          </p:cNvPr>
          <p:cNvSpPr/>
          <p:nvPr/>
        </p:nvSpPr>
        <p:spPr>
          <a:xfrm>
            <a:off x="7200028"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Communauté d'apprentissage numérique</a:t>
            </a:r>
          </a:p>
        </p:txBody>
      </p:sp>
      <p:sp>
        <p:nvSpPr>
          <p:cNvPr id="10" name="ZoneTexte 22">
            <a:extLst>
              <a:ext uri="{FF2B5EF4-FFF2-40B4-BE49-F238E27FC236}">
                <a16:creationId xmlns:a16="http://schemas.microsoft.com/office/drawing/2014/main" id="{FBC5F447-925C-9C8C-4D02-A14F8885ECD8}"/>
              </a:ext>
            </a:extLst>
          </p:cNvPr>
          <p:cNvSpPr txBox="1"/>
          <p:nvPr/>
        </p:nvSpPr>
        <p:spPr>
          <a:xfrm>
            <a:off x="6843897" y="5795059"/>
            <a:ext cx="792000" cy="792000"/>
          </a:xfrm>
          <a:prstGeom prst="rect">
            <a:avLst/>
          </a:prstGeom>
          <a:solidFill>
            <a:srgbClr val="FFFF00"/>
          </a:solidFill>
          <a:ln>
            <a:solidFill>
              <a:schemeClr val="tx1"/>
            </a:solidFill>
          </a:ln>
        </p:spPr>
        <p:txBody>
          <a:bodyPr wrap="square">
            <a:noAutofit/>
          </a:bodyPr>
          <a:lstStyle/>
          <a:p>
            <a:pPr algn="ctr"/>
            <a:r>
              <a:rPr lang="en-US" sz="1050" dirty="0">
                <a:solidFill>
                  <a:schemeClr val="tx1"/>
                </a:solidFill>
              </a:rPr>
              <a:t>Parrainage de l'équipe Alpha &amp; Beta</a:t>
            </a:r>
          </a:p>
        </p:txBody>
      </p:sp>
      <p:sp>
        <p:nvSpPr>
          <p:cNvPr id="12" name="ZoneTexte 25">
            <a:extLst>
              <a:ext uri="{FF2B5EF4-FFF2-40B4-BE49-F238E27FC236}">
                <a16:creationId xmlns:a16="http://schemas.microsoft.com/office/drawing/2014/main" id="{43E097DE-7342-8A14-728C-E65B12B3915D}"/>
              </a:ext>
            </a:extLst>
          </p:cNvPr>
          <p:cNvSpPr txBox="1"/>
          <p:nvPr/>
        </p:nvSpPr>
        <p:spPr>
          <a:xfrm>
            <a:off x="8067204" y="5143737"/>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John</a:t>
            </a:r>
          </a:p>
        </p:txBody>
      </p:sp>
      <p:sp>
        <p:nvSpPr>
          <p:cNvPr id="2" name="Flèche : droite 13">
            <a:extLst>
              <a:ext uri="{FF2B5EF4-FFF2-40B4-BE49-F238E27FC236}">
                <a16:creationId xmlns:a16="http://schemas.microsoft.com/office/drawing/2014/main" id="{5FA83F3B-CD48-2D7E-67C5-DE83E1DD0F38}"/>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17">
            <a:extLst>
              <a:ext uri="{FF2B5EF4-FFF2-40B4-BE49-F238E27FC236}">
                <a16:creationId xmlns:a16="http://schemas.microsoft.com/office/drawing/2014/main" id="{19C38242-F45A-4D9F-ECA3-4F577160DA88}"/>
              </a:ext>
            </a:extLst>
          </p:cNvPr>
          <p:cNvSpPr/>
          <p:nvPr/>
        </p:nvSpPr>
        <p:spPr>
          <a:xfrm>
            <a:off x="10128210"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Équipes Alpha et Beta</a:t>
            </a:r>
          </a:p>
        </p:txBody>
      </p:sp>
      <p:sp>
        <p:nvSpPr>
          <p:cNvPr id="16" name="Flèche : droite 13">
            <a:extLst>
              <a:ext uri="{FF2B5EF4-FFF2-40B4-BE49-F238E27FC236}">
                <a16:creationId xmlns:a16="http://schemas.microsoft.com/office/drawing/2014/main" id="{0A531CC0-827F-2987-8D41-B1DB12344D73}"/>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17">
            <a:extLst>
              <a:ext uri="{FF2B5EF4-FFF2-40B4-BE49-F238E27FC236}">
                <a16:creationId xmlns:a16="http://schemas.microsoft.com/office/drawing/2014/main" id="{6B0C9E19-929D-22E1-CBEC-D39DB7ACBEC8}"/>
              </a:ext>
            </a:extLst>
          </p:cNvPr>
          <p:cNvSpPr/>
          <p:nvPr/>
        </p:nvSpPr>
        <p:spPr>
          <a:xfrm>
            <a:off x="9745541" y="348005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Utilisateurs de l'ancien outil dans le département des ventes</a:t>
            </a:r>
          </a:p>
        </p:txBody>
      </p:sp>
      <p:sp>
        <p:nvSpPr>
          <p:cNvPr id="22" name="Rectangle 17">
            <a:extLst>
              <a:ext uri="{FF2B5EF4-FFF2-40B4-BE49-F238E27FC236}">
                <a16:creationId xmlns:a16="http://schemas.microsoft.com/office/drawing/2014/main" id="{F1777195-05EB-8DBB-F9B9-9CFB86FE4E56}"/>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Équipes de membres</a:t>
            </a:r>
          </a:p>
        </p:txBody>
      </p:sp>
      <p:sp>
        <p:nvSpPr>
          <p:cNvPr id="29" name="Flèche : droite 13">
            <a:extLst>
              <a:ext uri="{FF2B5EF4-FFF2-40B4-BE49-F238E27FC236}">
                <a16:creationId xmlns:a16="http://schemas.microsoft.com/office/drawing/2014/main" id="{FF7A9B45-C996-7FE6-AF42-50336FFE1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ZoneTexte 22">
            <a:extLst>
              <a:ext uri="{FF2B5EF4-FFF2-40B4-BE49-F238E27FC236}">
                <a16:creationId xmlns:a16="http://schemas.microsoft.com/office/drawing/2014/main" id="{3E330A3F-A5CC-8441-2AB0-A3E99D28FFCF}"/>
              </a:ext>
            </a:extLst>
          </p:cNvPr>
          <p:cNvSpPr txBox="1"/>
          <p:nvPr/>
        </p:nvSpPr>
        <p:spPr>
          <a:xfrm>
            <a:off x="9726130" y="2493062"/>
            <a:ext cx="792000" cy="792000"/>
          </a:xfrm>
          <a:prstGeom prst="rect">
            <a:avLst/>
          </a:prstGeom>
          <a:solidFill>
            <a:srgbClr val="FF66FF"/>
          </a:solidFill>
        </p:spPr>
        <p:txBody>
          <a:bodyPr wrap="square">
            <a:noAutofit/>
          </a:bodyPr>
          <a:lstStyle/>
          <a:p>
            <a:pPr algn="ctr"/>
            <a:r>
              <a:rPr lang="en-US" sz="1200" dirty="0">
                <a:solidFill>
                  <a:schemeClr val="tx1"/>
                </a:solidFill>
              </a:rPr>
              <a:t>Karen X., DRH</a:t>
            </a:r>
            <a:endParaRPr lang="en-US" sz="1200" dirty="0"/>
          </a:p>
          <a:p>
            <a:pPr algn="ctr"/>
            <a:r>
              <a:rPr lang="en-US" sz="1100" dirty="0">
                <a:solidFill>
                  <a:schemeClr val="tx1"/>
                </a:solidFill>
              </a:rPr>
              <a:t>Sponsor potentiel</a:t>
            </a:r>
          </a:p>
        </p:txBody>
      </p:sp>
      <p:sp>
        <p:nvSpPr>
          <p:cNvPr id="34" name="Flèche : droite 13">
            <a:extLst>
              <a:ext uri="{FF2B5EF4-FFF2-40B4-BE49-F238E27FC236}">
                <a16:creationId xmlns:a16="http://schemas.microsoft.com/office/drawing/2014/main" id="{0C043FB4-1BAA-D4C2-09A5-526DFA6094FE}"/>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5" name="Flèche : droite 13">
            <a:extLst>
              <a:ext uri="{FF2B5EF4-FFF2-40B4-BE49-F238E27FC236}">
                <a16:creationId xmlns:a16="http://schemas.microsoft.com/office/drawing/2014/main" id="{8E8F29C4-54FA-F446-5E1D-2599560AA86D}"/>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27522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POURQUOI CELA</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Canevas de l'équilibre de la différenciation</a:t>
            </a:r>
          </a:p>
        </p:txBody>
      </p:sp>
      <p:grpSp>
        <p:nvGrpSpPr>
          <p:cNvPr id="2" name="Groupe 1">
            <a:extLst>
              <a:ext uri="{FF2B5EF4-FFF2-40B4-BE49-F238E27FC236}">
                <a16:creationId xmlns:a16="http://schemas.microsoft.com/office/drawing/2014/main" id="{9AF14A63-37CD-A9B0-87AC-F130544A09ED}"/>
              </a:ext>
            </a:extLst>
          </p:cNvPr>
          <p:cNvGrpSpPr/>
          <p:nvPr/>
        </p:nvGrpSpPr>
        <p:grpSpPr>
          <a:xfrm>
            <a:off x="6096000" y="1301785"/>
            <a:ext cx="2746248" cy="2891992"/>
            <a:chOff x="6119047" y="342948"/>
            <a:chExt cx="5553478" cy="5848201"/>
          </a:xfrm>
        </p:grpSpPr>
        <p:pic>
          <p:nvPicPr>
            <p:cNvPr id="3" name="Graphique 112" descr="Balance de la justice avec un remplissage uni">
              <a:extLst>
                <a:ext uri="{FF2B5EF4-FFF2-40B4-BE49-F238E27FC236}">
                  <a16:creationId xmlns:a16="http://schemas.microsoft.com/office/drawing/2014/main" id="{5E41DBFC-D3C3-1DEE-B39B-7318ED489BF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6521388" y="342948"/>
              <a:ext cx="4441794" cy="4461491"/>
            </a:xfrm>
            <a:prstGeom prst="rect">
              <a:avLst/>
            </a:prstGeom>
          </p:spPr>
        </p:pic>
        <p:sp>
          <p:nvSpPr>
            <p:cNvPr id="4" name="Rectangle 116">
              <a:extLst>
                <a:ext uri="{FF2B5EF4-FFF2-40B4-BE49-F238E27FC236}">
                  <a16:creationId xmlns:a16="http://schemas.microsoft.com/office/drawing/2014/main" id="{88ED8C1F-DE84-ECC3-4A51-70ADF1915D6F}"/>
                </a:ext>
              </a:extLst>
            </p:cNvPr>
            <p:cNvSpPr/>
            <p:nvPr/>
          </p:nvSpPr>
          <p:spPr>
            <a:xfrm>
              <a:off x="6119047" y="220098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 name="Rectangle 117">
              <a:extLst>
                <a:ext uri="{FF2B5EF4-FFF2-40B4-BE49-F238E27FC236}">
                  <a16:creationId xmlns:a16="http://schemas.microsoft.com/office/drawing/2014/main" id="{B6022B70-6E41-BA03-C0CB-049733F5391F}"/>
                </a:ext>
              </a:extLst>
            </p:cNvPr>
            <p:cNvSpPr/>
            <p:nvPr/>
          </p:nvSpPr>
          <p:spPr>
            <a:xfrm>
              <a:off x="7279062" y="2219854"/>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6" name="Rectangle 118">
              <a:extLst>
                <a:ext uri="{FF2B5EF4-FFF2-40B4-BE49-F238E27FC236}">
                  <a16:creationId xmlns:a16="http://schemas.microsoft.com/office/drawing/2014/main" id="{04771551-D9C7-8371-731C-CCD2E974DA83}"/>
                </a:ext>
              </a:extLst>
            </p:cNvPr>
            <p:cNvSpPr/>
            <p:nvPr/>
          </p:nvSpPr>
          <p:spPr>
            <a:xfrm>
              <a:off x="10494151"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7" name="Rectangle 119">
              <a:extLst>
                <a:ext uri="{FF2B5EF4-FFF2-40B4-BE49-F238E27FC236}">
                  <a16:creationId xmlns:a16="http://schemas.microsoft.com/office/drawing/2014/main" id="{8EA3E3B9-0952-7009-82F5-4B63A6726FC7}"/>
                </a:ext>
              </a:extLst>
            </p:cNvPr>
            <p:cNvSpPr/>
            <p:nvPr/>
          </p:nvSpPr>
          <p:spPr>
            <a:xfrm>
              <a:off x="7021611" y="144880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8" name="Rectangle 120">
              <a:extLst>
                <a:ext uri="{FF2B5EF4-FFF2-40B4-BE49-F238E27FC236}">
                  <a16:creationId xmlns:a16="http://schemas.microsoft.com/office/drawing/2014/main" id="{8F58DBBD-4668-BC6F-25FE-178D91D994F8}"/>
                </a:ext>
              </a:extLst>
            </p:cNvPr>
            <p:cNvSpPr/>
            <p:nvPr/>
          </p:nvSpPr>
          <p:spPr>
            <a:xfrm>
              <a:off x="9694763" y="1481023"/>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 name="Rectangle 121">
              <a:extLst>
                <a:ext uri="{FF2B5EF4-FFF2-40B4-BE49-F238E27FC236}">
                  <a16:creationId xmlns:a16="http://schemas.microsoft.com/office/drawing/2014/main" id="{FFDC770B-769B-B3A7-0E34-0092BC70D4E5}"/>
                </a:ext>
              </a:extLst>
            </p:cNvPr>
            <p:cNvSpPr/>
            <p:nvPr/>
          </p:nvSpPr>
          <p:spPr>
            <a:xfrm>
              <a:off x="9243916"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 name="Rectangle 122">
              <a:extLst>
                <a:ext uri="{FF2B5EF4-FFF2-40B4-BE49-F238E27FC236}">
                  <a16:creationId xmlns:a16="http://schemas.microsoft.com/office/drawing/2014/main" id="{D778B5F1-2D56-8C77-628E-F82D329B48F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3" name="Rectangle 123">
              <a:extLst>
                <a:ext uri="{FF2B5EF4-FFF2-40B4-BE49-F238E27FC236}">
                  <a16:creationId xmlns:a16="http://schemas.microsoft.com/office/drawing/2014/main" id="{8F326ED1-1F0F-0AA1-A55D-933A7050D505}"/>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4" name="Rectangle 124">
              <a:extLst>
                <a:ext uri="{FF2B5EF4-FFF2-40B4-BE49-F238E27FC236}">
                  <a16:creationId xmlns:a16="http://schemas.microsoft.com/office/drawing/2014/main" id="{D992BA6A-CD5F-9038-5A96-BBECFC90C538}"/>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spTree>
    <p:extLst>
      <p:ext uri="{BB962C8B-B14F-4D97-AF65-F5344CB8AC3E}">
        <p14:creationId xmlns:p14="http://schemas.microsoft.com/office/powerpoint/2010/main" val="2097807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normAutofit fontScale="90000"/>
          </a:bodyPr>
          <a:lstStyle/>
          <a:p>
            <a:r>
              <a:rPr lang="en-US" dirty="0"/>
              <a:t>Défis habituels liés à une </a:t>
            </a:r>
            <a:r>
              <a:rPr lang="en-US" b="1" dirty="0">
                <a:solidFill>
                  <a:srgbClr val="FF0000"/>
                </a:solidFill>
              </a:rPr>
              <a:t>compréhension peu claire du changement apporté par un projet/produit.</a:t>
            </a:r>
          </a:p>
        </p:txBody>
      </p:sp>
      <p:sp>
        <p:nvSpPr>
          <p:cNvPr id="17" name="Rectangle 3">
            <a:extLst>
              <a:ext uri="{FF2B5EF4-FFF2-40B4-BE49-F238E27FC236}">
                <a16:creationId xmlns:a16="http://schemas.microsoft.com/office/drawing/2014/main" id="{CDC4C97B-54F6-05C9-7E34-CB40BEEB1D27}"/>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Sous-estimer le changement qu'apporte un projet / produit.</a:t>
            </a:r>
          </a:p>
        </p:txBody>
      </p:sp>
      <p:sp>
        <p:nvSpPr>
          <p:cNvPr id="18" name="Bulle narrative : ronde 4">
            <a:extLst>
              <a:ext uri="{FF2B5EF4-FFF2-40B4-BE49-F238E27FC236}">
                <a16:creationId xmlns:a16="http://schemas.microsoft.com/office/drawing/2014/main" id="{25EBC497-C1C7-BFD0-EE00-3488B8827F8B}"/>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Je ne sais pas quel changement ce projet / produit apporte, et pour qui. On a l'impression de répéter le passé.</a:t>
            </a:r>
          </a:p>
        </p:txBody>
      </p:sp>
      <p:pic>
        <p:nvPicPr>
          <p:cNvPr id="19" name="Graphique 5" descr="Homme en tenue professionnelle">
            <a:extLst>
              <a:ext uri="{FF2B5EF4-FFF2-40B4-BE49-F238E27FC236}">
                <a16:creationId xmlns:a16="http://schemas.microsoft.com/office/drawing/2014/main" id="{B76F718E-5889-2744-5C92-3B405E60CB3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20" name="Rectangle 6">
            <a:extLst>
              <a:ext uri="{FF2B5EF4-FFF2-40B4-BE49-F238E27FC236}">
                <a16:creationId xmlns:a16="http://schemas.microsoft.com/office/drawing/2014/main" id="{FE94EF1E-78DF-35BE-0AFD-9B2AF3883A68}"/>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Surestimer le changement qu'apporte un projet / produit.</a:t>
            </a:r>
          </a:p>
        </p:txBody>
      </p:sp>
      <p:sp>
        <p:nvSpPr>
          <p:cNvPr id="21" name="Bulle narrative : ronde 7">
            <a:extLst>
              <a:ext uri="{FF2B5EF4-FFF2-40B4-BE49-F238E27FC236}">
                <a16:creationId xmlns:a16="http://schemas.microsoft.com/office/drawing/2014/main" id="{3B48CE2D-6186-DDB6-DD47-760774011984}"/>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Je ne sais pas quel changement ce projet/produit apporte, et pour qui. On a l'impression que nous changeons tout.</a:t>
            </a:r>
          </a:p>
        </p:txBody>
      </p:sp>
      <p:sp>
        <p:nvSpPr>
          <p:cNvPr id="22" name="Rectangle 8">
            <a:extLst>
              <a:ext uri="{FF2B5EF4-FFF2-40B4-BE49-F238E27FC236}">
                <a16:creationId xmlns:a16="http://schemas.microsoft.com/office/drawing/2014/main" id="{4B5C3E2F-A0A0-FA0F-226C-1CB76C2D84CB}"/>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La précipitation pour trop de changements à la fois</a:t>
            </a:r>
          </a:p>
        </p:txBody>
      </p:sp>
      <p:sp>
        <p:nvSpPr>
          <p:cNvPr id="23" name="Bulle narrative : ronde 9">
            <a:extLst>
              <a:ext uri="{FF2B5EF4-FFF2-40B4-BE49-F238E27FC236}">
                <a16:creationId xmlns:a16="http://schemas.microsoft.com/office/drawing/2014/main" id="{2F8E81F6-886C-3B03-9506-B6BF63D45FB7}"/>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Changeons tout dans l'expérience des parties prenantes, nous devons être révolutionnaires sur tous les points !</a:t>
            </a:r>
          </a:p>
        </p:txBody>
      </p:sp>
      <p:sp>
        <p:nvSpPr>
          <p:cNvPr id="24" name="Rectangle 10">
            <a:extLst>
              <a:ext uri="{FF2B5EF4-FFF2-40B4-BE49-F238E27FC236}">
                <a16:creationId xmlns:a16="http://schemas.microsoft.com/office/drawing/2014/main" id="{7EFF7BE7-0C6F-9B5A-A249-86921958D06C}"/>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Refuser tellement le changement qu'un projet / produit n'apporte que le statu quo.</a:t>
            </a:r>
          </a:p>
        </p:txBody>
      </p:sp>
      <p:sp>
        <p:nvSpPr>
          <p:cNvPr id="25" name="Bulle narrative : ronde 11">
            <a:extLst>
              <a:ext uri="{FF2B5EF4-FFF2-40B4-BE49-F238E27FC236}">
                <a16:creationId xmlns:a16="http://schemas.microsoft.com/office/drawing/2014/main" id="{DB253A21-F028-0EB2-A560-6C3A6112FCB1}"/>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Nous ne devons pas trop changer l'expérience, les parties prenantes sont trop attachées à tout ce qui fait partie de leur expérience actuelle.</a:t>
            </a:r>
          </a:p>
        </p:txBody>
      </p:sp>
      <p:pic>
        <p:nvPicPr>
          <p:cNvPr id="26" name="Graphique 12" descr="Homme portant une veste">
            <a:extLst>
              <a:ext uri="{FF2B5EF4-FFF2-40B4-BE49-F238E27FC236}">
                <a16:creationId xmlns:a16="http://schemas.microsoft.com/office/drawing/2014/main" id="{9A92A4CA-E3EE-7AA5-A408-8305A6AF3576}"/>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27" name="Graphique 13" descr="Homme barbu en peignoir">
            <a:extLst>
              <a:ext uri="{FF2B5EF4-FFF2-40B4-BE49-F238E27FC236}">
                <a16:creationId xmlns:a16="http://schemas.microsoft.com/office/drawing/2014/main" id="{79C10371-F03F-87F8-1A87-6CFDE6F2001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28" name="Graphique 14" descr="Femme avec queue de cheval">
            <a:extLst>
              <a:ext uri="{FF2B5EF4-FFF2-40B4-BE49-F238E27FC236}">
                <a16:creationId xmlns:a16="http://schemas.microsoft.com/office/drawing/2014/main" id="{BCBB09A7-F572-06F1-2AEA-DAB00EB6EB20}"/>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3979316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dirty="0" err="1"/>
              <a:t>Pourquoi</a:t>
            </a:r>
            <a:r>
              <a:rPr lang="en-US" dirty="0"/>
              <a:t> CELA ?</a:t>
            </a:r>
            <a:br>
              <a:rPr lang="en-US" dirty="0"/>
            </a:br>
            <a:r>
              <a:rPr lang="en-US" dirty="0"/>
              <a:t>L'équilibre de la différenciation</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50" y="1815831"/>
            <a:ext cx="4259247" cy="4918343"/>
          </a:xfrm>
        </p:spPr>
        <p:txBody>
          <a:bodyPr>
            <a:normAutofit fontScale="85000" lnSpcReduction="20000"/>
          </a:bodyPr>
          <a:lstStyle/>
          <a:p>
            <a:r>
              <a:rPr lang="en-US" sz="1800" dirty="0"/>
              <a:t>Certains projets / produits sont construits pour se différencier de l'expérience existante pour les parties prenantes. </a:t>
            </a:r>
          </a:p>
          <a:p>
            <a:r>
              <a:rPr lang="en-US" sz="1800" b="1" dirty="0">
                <a:solidFill>
                  <a:srgbClr val="ED7D31"/>
                </a:solidFill>
              </a:rPr>
              <a:t>Le projet / produit permet aux parties prenantes de "respirer" à partir de leur expérience actuelle</a:t>
            </a:r>
            <a:r>
              <a:rPr lang="en-US" sz="1800" dirty="0"/>
              <a:t>.</a:t>
            </a:r>
          </a:p>
          <a:p>
            <a:r>
              <a:rPr lang="en-US" sz="1800" i="1" dirty="0"/>
              <a:t>Par exemple, une clientèle cible dans laquelle l'expérience quotidienne n'est pas du tout créative pourrait bénéficier d'un projet/produit qui favorise la créativité. </a:t>
            </a:r>
          </a:p>
          <a:p>
            <a:endParaRPr lang="en-US" sz="1800" dirty="0"/>
          </a:p>
          <a:p>
            <a:endParaRPr lang="en-US" sz="1800" dirty="0"/>
          </a:p>
          <a:p>
            <a:r>
              <a:rPr lang="en-US" sz="1800" dirty="0"/>
              <a:t>Si l'expérience du projet / produit ressemble trop à l'expérience quotidienne de la partie prenante, le projet / produit peut être moins attrayant et engageant à long terme.</a:t>
            </a:r>
          </a:p>
          <a:p>
            <a:endParaRPr lang="en-US" sz="1800" dirty="0"/>
          </a:p>
          <a:p>
            <a:endParaRPr lang="en-US" sz="1800" dirty="0"/>
          </a:p>
          <a:p>
            <a:r>
              <a:rPr lang="en-US" sz="1800" dirty="0"/>
              <a:t>À l'autre extrême, si l'expérience du projet/produit est trop éloignée de l'expérience des parties prenantes, elle peut être trop peu familière pour être engagée ou mal alignée sur les objectifs des parties prenantes. </a:t>
            </a:r>
          </a:p>
        </p:txBody>
      </p:sp>
      <p:pic>
        <p:nvPicPr>
          <p:cNvPr id="46" name="Graphique 45" descr="Balance de la justice avec un remplissage uni">
            <a:extLst>
              <a:ext uri="{FF2B5EF4-FFF2-40B4-BE49-F238E27FC236}">
                <a16:creationId xmlns:a16="http://schemas.microsoft.com/office/drawing/2014/main" id="{AD51764C-0413-467C-9026-0CB82FDF6CE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7" name="Rectangle 46">
            <a:extLst>
              <a:ext uri="{FF2B5EF4-FFF2-40B4-BE49-F238E27FC236}">
                <a16:creationId xmlns:a16="http://schemas.microsoft.com/office/drawing/2014/main" id="{323D737F-5036-4380-B5F8-34375B522397}"/>
              </a:ext>
            </a:extLst>
          </p:cNvPr>
          <p:cNvSpPr/>
          <p:nvPr/>
        </p:nvSpPr>
        <p:spPr>
          <a:xfrm>
            <a:off x="6918624" y="2940263"/>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8" name="Rectangle 47">
            <a:extLst>
              <a:ext uri="{FF2B5EF4-FFF2-40B4-BE49-F238E27FC236}">
                <a16:creationId xmlns:a16="http://schemas.microsoft.com/office/drawing/2014/main" id="{DE338C04-2FEC-473A-B213-C8BD599A23AA}"/>
              </a:ext>
            </a:extLst>
          </p:cNvPr>
          <p:cNvSpPr/>
          <p:nvPr/>
        </p:nvSpPr>
        <p:spPr>
          <a:xfrm>
            <a:off x="7888805" y="2956041"/>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9" name="Rectangle 48">
            <a:extLst>
              <a:ext uri="{FF2B5EF4-FFF2-40B4-BE49-F238E27FC236}">
                <a16:creationId xmlns:a16="http://schemas.microsoft.com/office/drawing/2014/main" id="{BEE65AB6-59F2-494F-80F5-AB2BFC858B5D}"/>
              </a:ext>
            </a:extLst>
          </p:cNvPr>
          <p:cNvSpPr/>
          <p:nvPr/>
        </p:nvSpPr>
        <p:spPr>
          <a:xfrm>
            <a:off x="10577751"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0" name="Rectangle 49">
            <a:extLst>
              <a:ext uri="{FF2B5EF4-FFF2-40B4-BE49-F238E27FC236}">
                <a16:creationId xmlns:a16="http://schemas.microsoft.com/office/drawing/2014/main" id="{560F5028-C2D7-41B9-A325-5CD938214C51}"/>
              </a:ext>
            </a:extLst>
          </p:cNvPr>
          <p:cNvSpPr/>
          <p:nvPr/>
        </p:nvSpPr>
        <p:spPr>
          <a:xfrm>
            <a:off x="7673485" y="2311175"/>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1" name="Rectangle 50">
            <a:extLst>
              <a:ext uri="{FF2B5EF4-FFF2-40B4-BE49-F238E27FC236}">
                <a16:creationId xmlns:a16="http://schemas.microsoft.com/office/drawing/2014/main" id="{87907E94-54C1-4DCC-B7E9-F673BB78ECAA}"/>
              </a:ext>
            </a:extLst>
          </p:cNvPr>
          <p:cNvSpPr/>
          <p:nvPr/>
        </p:nvSpPr>
        <p:spPr>
          <a:xfrm>
            <a:off x="9909182" y="2338118"/>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2" name="Rectangle 51">
            <a:extLst>
              <a:ext uri="{FF2B5EF4-FFF2-40B4-BE49-F238E27FC236}">
                <a16:creationId xmlns:a16="http://schemas.microsoft.com/office/drawing/2014/main" id="{6A80BBDF-726A-471B-90BF-EC31F9068722}"/>
              </a:ext>
            </a:extLst>
          </p:cNvPr>
          <p:cNvSpPr/>
          <p:nvPr/>
        </p:nvSpPr>
        <p:spPr>
          <a:xfrm>
            <a:off x="9532115"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3" name="Rectangle 52">
            <a:extLst>
              <a:ext uri="{FF2B5EF4-FFF2-40B4-BE49-F238E27FC236}">
                <a16:creationId xmlns:a16="http://schemas.microsoft.com/office/drawing/2014/main" id="{D659CB86-A26B-41D3-AF1E-6E4234DF9AC1}"/>
              </a:ext>
            </a:extLst>
          </p:cNvPr>
          <p:cNvSpPr/>
          <p:nvPr/>
        </p:nvSpPr>
        <p:spPr>
          <a:xfrm>
            <a:off x="915224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4" name="Rectangle 53">
            <a:extLst>
              <a:ext uri="{FF2B5EF4-FFF2-40B4-BE49-F238E27FC236}">
                <a16:creationId xmlns:a16="http://schemas.microsoft.com/office/drawing/2014/main" id="{469F5913-E773-4A10-8E9F-70F7E264EA38}"/>
              </a:ext>
            </a:extLst>
          </p:cNvPr>
          <p:cNvSpPr/>
          <p:nvPr/>
        </p:nvSpPr>
        <p:spPr>
          <a:xfrm>
            <a:off x="810660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5" name="Rectangle 54">
            <a:extLst>
              <a:ext uri="{FF2B5EF4-FFF2-40B4-BE49-F238E27FC236}">
                <a16:creationId xmlns:a16="http://schemas.microsoft.com/office/drawing/2014/main" id="{6AD417C4-DDBD-469B-9C3D-E2DDB2F585D5}"/>
              </a:ext>
            </a:extLst>
          </p:cNvPr>
          <p:cNvSpPr/>
          <p:nvPr/>
        </p:nvSpPr>
        <p:spPr>
          <a:xfrm>
            <a:off x="8659473" y="5854608"/>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6" name="ZoneTexte 55">
            <a:extLst>
              <a:ext uri="{FF2B5EF4-FFF2-40B4-BE49-F238E27FC236}">
                <a16:creationId xmlns:a16="http://schemas.microsoft.com/office/drawing/2014/main" id="{08494149-7CA9-458E-BB7E-288063089038}"/>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57" name="ZoneTexte 56">
            <a:extLst>
              <a:ext uri="{FF2B5EF4-FFF2-40B4-BE49-F238E27FC236}">
                <a16:creationId xmlns:a16="http://schemas.microsoft.com/office/drawing/2014/main" id="{ACA07B51-4663-40D2-8178-7613238563D2}"/>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58" name="ZoneTexte 57">
            <a:extLst>
              <a:ext uri="{FF2B5EF4-FFF2-40B4-BE49-F238E27FC236}">
                <a16:creationId xmlns:a16="http://schemas.microsoft.com/office/drawing/2014/main" id="{A1B19192-BCEB-4FE5-A6C8-FBC1B21B21AB}"/>
              </a:ext>
            </a:extLst>
          </p:cNvPr>
          <p:cNvSpPr txBox="1"/>
          <p:nvPr/>
        </p:nvSpPr>
        <p:spPr>
          <a:xfrm>
            <a:off x="7649202" y="4580565"/>
            <a:ext cx="2989484" cy="830997"/>
          </a:xfrm>
          <a:prstGeom prst="rect">
            <a:avLst/>
          </a:prstGeom>
          <a:noFill/>
        </p:spPr>
        <p:txBody>
          <a:bodyPr wrap="square">
            <a:spAutoFit/>
          </a:bodyPr>
          <a:lstStyle/>
          <a:p>
            <a:pPr algn="ctr"/>
            <a:r>
              <a:rPr lang="en-US" sz="1200" b="1" dirty="0">
                <a:solidFill>
                  <a:schemeClr val="tx1"/>
                </a:solidFill>
              </a:rPr>
              <a:t>FAMILIARITÉ</a:t>
            </a:r>
          </a:p>
          <a:p>
            <a:pPr algn="ctr"/>
            <a:r>
              <a:rPr lang="en-US" sz="1200" dirty="0">
                <a:solidFill>
                  <a:schemeClr val="tx1"/>
                </a:solidFill>
              </a:rPr>
              <a:t>Points communs entre l'expérience actuelle des parties prenantes de l'expérience du projet / produit</a:t>
            </a:r>
          </a:p>
          <a:p>
            <a:pPr algn="ctr"/>
            <a:endParaRPr lang="en-US" sz="1200" dirty="0">
              <a:solidFill>
                <a:schemeClr val="tx1"/>
              </a:solidFill>
            </a:endParaRPr>
          </a:p>
        </p:txBody>
      </p:sp>
    </p:spTree>
    <p:extLst>
      <p:ext uri="{BB962C8B-B14F-4D97-AF65-F5344CB8AC3E}">
        <p14:creationId xmlns:p14="http://schemas.microsoft.com/office/powerpoint/2010/main" val="33078997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dirty="0" err="1"/>
              <a:t>Pourquoi</a:t>
            </a:r>
            <a:r>
              <a:rPr lang="en-US" dirty="0"/>
              <a:t> CELA ?</a:t>
            </a:r>
            <a:br>
              <a:rPr lang="en-US" dirty="0"/>
            </a:br>
            <a:r>
              <a:rPr lang="en-US" dirty="0"/>
              <a:t>L'équilibre de la différenciation</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454071" y="2209372"/>
            <a:ext cx="4259247" cy="4305680"/>
          </a:xfrm>
        </p:spPr>
        <p:txBody>
          <a:bodyPr>
            <a:normAutofit/>
          </a:bodyPr>
          <a:lstStyle/>
          <a:p>
            <a:r>
              <a:rPr lang="en-US" sz="1800" dirty="0"/>
              <a:t>Pour une partie prenante donnée, un projet / produit peut </a:t>
            </a:r>
            <a:r>
              <a:rPr lang="en-US" sz="1800" b="1" dirty="0"/>
              <a:t>apporter un certain changement </a:t>
            </a:r>
            <a:r>
              <a:rPr lang="en-US" sz="1800" dirty="0"/>
              <a:t>et </a:t>
            </a:r>
            <a:r>
              <a:rPr lang="en-US" sz="1800" b="1" dirty="0"/>
              <a:t>créer une nouvelle valeur en se différenciant...  </a:t>
            </a:r>
          </a:p>
          <a:p>
            <a:endParaRPr lang="en-US" sz="1800" dirty="0"/>
          </a:p>
          <a:p>
            <a:endParaRPr lang="en-US" sz="1800" dirty="0"/>
          </a:p>
          <a:p>
            <a:r>
              <a:rPr lang="en-US" sz="1800" dirty="0"/>
              <a:t>...mais aussi s'appuyer sur les connaissances, le savoir-faire et les pratiques existantes pour </a:t>
            </a:r>
            <a:r>
              <a:rPr lang="en-US" sz="1800" b="1" dirty="0"/>
              <a:t>réduire le coût de l'adoption. </a:t>
            </a:r>
            <a:endParaRPr lang="en-US" sz="1800" dirty="0"/>
          </a:p>
        </p:txBody>
      </p:sp>
      <p:pic>
        <p:nvPicPr>
          <p:cNvPr id="46" name="Graphique 45" descr="Balance de la justice avec un remplissage uni">
            <a:extLst>
              <a:ext uri="{FF2B5EF4-FFF2-40B4-BE49-F238E27FC236}">
                <a16:creationId xmlns:a16="http://schemas.microsoft.com/office/drawing/2014/main" id="{AD51764C-0413-467C-9026-0CB82FDF6CE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7" name="Rectangle 46">
            <a:extLst>
              <a:ext uri="{FF2B5EF4-FFF2-40B4-BE49-F238E27FC236}">
                <a16:creationId xmlns:a16="http://schemas.microsoft.com/office/drawing/2014/main" id="{323D737F-5036-4380-B5F8-34375B522397}"/>
              </a:ext>
            </a:extLst>
          </p:cNvPr>
          <p:cNvSpPr/>
          <p:nvPr/>
        </p:nvSpPr>
        <p:spPr>
          <a:xfrm>
            <a:off x="6918624" y="2940263"/>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8" name="Rectangle 47">
            <a:extLst>
              <a:ext uri="{FF2B5EF4-FFF2-40B4-BE49-F238E27FC236}">
                <a16:creationId xmlns:a16="http://schemas.microsoft.com/office/drawing/2014/main" id="{DE338C04-2FEC-473A-B213-C8BD599A23AA}"/>
              </a:ext>
            </a:extLst>
          </p:cNvPr>
          <p:cNvSpPr/>
          <p:nvPr/>
        </p:nvSpPr>
        <p:spPr>
          <a:xfrm>
            <a:off x="7888805" y="2956041"/>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9" name="Rectangle 48">
            <a:extLst>
              <a:ext uri="{FF2B5EF4-FFF2-40B4-BE49-F238E27FC236}">
                <a16:creationId xmlns:a16="http://schemas.microsoft.com/office/drawing/2014/main" id="{BEE65AB6-59F2-494F-80F5-AB2BFC858B5D}"/>
              </a:ext>
            </a:extLst>
          </p:cNvPr>
          <p:cNvSpPr/>
          <p:nvPr/>
        </p:nvSpPr>
        <p:spPr>
          <a:xfrm>
            <a:off x="10577751"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0" name="Rectangle 49">
            <a:extLst>
              <a:ext uri="{FF2B5EF4-FFF2-40B4-BE49-F238E27FC236}">
                <a16:creationId xmlns:a16="http://schemas.microsoft.com/office/drawing/2014/main" id="{560F5028-C2D7-41B9-A325-5CD938214C51}"/>
              </a:ext>
            </a:extLst>
          </p:cNvPr>
          <p:cNvSpPr/>
          <p:nvPr/>
        </p:nvSpPr>
        <p:spPr>
          <a:xfrm>
            <a:off x="7673485" y="2311175"/>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1" name="Rectangle 50">
            <a:extLst>
              <a:ext uri="{FF2B5EF4-FFF2-40B4-BE49-F238E27FC236}">
                <a16:creationId xmlns:a16="http://schemas.microsoft.com/office/drawing/2014/main" id="{87907E94-54C1-4DCC-B7E9-F673BB78ECAA}"/>
              </a:ext>
            </a:extLst>
          </p:cNvPr>
          <p:cNvSpPr/>
          <p:nvPr/>
        </p:nvSpPr>
        <p:spPr>
          <a:xfrm>
            <a:off x="9909182" y="2338118"/>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2" name="Rectangle 51">
            <a:extLst>
              <a:ext uri="{FF2B5EF4-FFF2-40B4-BE49-F238E27FC236}">
                <a16:creationId xmlns:a16="http://schemas.microsoft.com/office/drawing/2014/main" id="{6A80BBDF-726A-471B-90BF-EC31F9068722}"/>
              </a:ext>
            </a:extLst>
          </p:cNvPr>
          <p:cNvSpPr/>
          <p:nvPr/>
        </p:nvSpPr>
        <p:spPr>
          <a:xfrm>
            <a:off x="9532115"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3" name="Rectangle 52">
            <a:extLst>
              <a:ext uri="{FF2B5EF4-FFF2-40B4-BE49-F238E27FC236}">
                <a16:creationId xmlns:a16="http://schemas.microsoft.com/office/drawing/2014/main" id="{D659CB86-A26B-41D3-AF1E-6E4234DF9AC1}"/>
              </a:ext>
            </a:extLst>
          </p:cNvPr>
          <p:cNvSpPr/>
          <p:nvPr/>
        </p:nvSpPr>
        <p:spPr>
          <a:xfrm>
            <a:off x="915224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4" name="Rectangle 53">
            <a:extLst>
              <a:ext uri="{FF2B5EF4-FFF2-40B4-BE49-F238E27FC236}">
                <a16:creationId xmlns:a16="http://schemas.microsoft.com/office/drawing/2014/main" id="{469F5913-E773-4A10-8E9F-70F7E264EA38}"/>
              </a:ext>
            </a:extLst>
          </p:cNvPr>
          <p:cNvSpPr/>
          <p:nvPr/>
        </p:nvSpPr>
        <p:spPr>
          <a:xfrm>
            <a:off x="810660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5" name="Rectangle 54">
            <a:extLst>
              <a:ext uri="{FF2B5EF4-FFF2-40B4-BE49-F238E27FC236}">
                <a16:creationId xmlns:a16="http://schemas.microsoft.com/office/drawing/2014/main" id="{6AD417C4-DDBD-469B-9C3D-E2DDB2F585D5}"/>
              </a:ext>
            </a:extLst>
          </p:cNvPr>
          <p:cNvSpPr/>
          <p:nvPr/>
        </p:nvSpPr>
        <p:spPr>
          <a:xfrm>
            <a:off x="8659473" y="5854608"/>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6" name="ZoneTexte 55">
            <a:extLst>
              <a:ext uri="{FF2B5EF4-FFF2-40B4-BE49-F238E27FC236}">
                <a16:creationId xmlns:a16="http://schemas.microsoft.com/office/drawing/2014/main" id="{08494149-7CA9-458E-BB7E-288063089038}"/>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57" name="ZoneTexte 56">
            <a:extLst>
              <a:ext uri="{FF2B5EF4-FFF2-40B4-BE49-F238E27FC236}">
                <a16:creationId xmlns:a16="http://schemas.microsoft.com/office/drawing/2014/main" id="{ACA07B51-4663-40D2-8178-7613238563D2}"/>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58" name="ZoneTexte 57">
            <a:extLst>
              <a:ext uri="{FF2B5EF4-FFF2-40B4-BE49-F238E27FC236}">
                <a16:creationId xmlns:a16="http://schemas.microsoft.com/office/drawing/2014/main" id="{A1B19192-BCEB-4FE5-A6C8-FBC1B21B21A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FAMILIARITÉ</a:t>
            </a:r>
          </a:p>
          <a:p>
            <a:pPr algn="ctr"/>
            <a:r>
              <a:rPr lang="en-US" sz="1200" dirty="0">
                <a:solidFill>
                  <a:schemeClr val="tx1"/>
                </a:solidFill>
              </a:rPr>
              <a:t>Points communs entre l'expérience du projet / produit et l'expérience actuelle des parties prenantes</a:t>
            </a:r>
          </a:p>
          <a:p>
            <a:pPr algn="ctr"/>
            <a:endParaRPr lang="en-US" sz="1200" dirty="0">
              <a:solidFill>
                <a:schemeClr val="tx1"/>
              </a:solidFill>
            </a:endParaRPr>
          </a:p>
        </p:txBody>
      </p:sp>
      <p:sp>
        <p:nvSpPr>
          <p:cNvPr id="3" name="Rectangle 49">
            <a:extLst>
              <a:ext uri="{FF2B5EF4-FFF2-40B4-BE49-F238E27FC236}">
                <a16:creationId xmlns:a16="http://schemas.microsoft.com/office/drawing/2014/main" id="{2FC47916-434D-7E8D-C271-550370460072}"/>
              </a:ext>
            </a:extLst>
          </p:cNvPr>
          <p:cNvSpPr/>
          <p:nvPr/>
        </p:nvSpPr>
        <p:spPr>
          <a:xfrm>
            <a:off x="4548451" y="2406506"/>
            <a:ext cx="982476" cy="59245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 name="Rectangle 53">
            <a:extLst>
              <a:ext uri="{FF2B5EF4-FFF2-40B4-BE49-F238E27FC236}">
                <a16:creationId xmlns:a16="http://schemas.microsoft.com/office/drawing/2014/main" id="{497C5060-82FC-5C65-3A9F-B5E2F39F93BE}"/>
              </a:ext>
            </a:extLst>
          </p:cNvPr>
          <p:cNvSpPr/>
          <p:nvPr/>
        </p:nvSpPr>
        <p:spPr>
          <a:xfrm>
            <a:off x="4545391" y="3951836"/>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Tree>
    <p:extLst>
      <p:ext uri="{BB962C8B-B14F-4D97-AF65-F5344CB8AC3E}">
        <p14:creationId xmlns:p14="http://schemas.microsoft.com/office/powerpoint/2010/main" val="2476896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199" y="342948"/>
            <a:ext cx="6039349" cy="1440132"/>
          </a:xfrm>
        </p:spPr>
        <p:txBody>
          <a:bodyPr>
            <a:normAutofit fontScale="90000"/>
          </a:bodyPr>
          <a:lstStyle/>
          <a:p>
            <a:r>
              <a:rPr lang="en-US" sz="3600" dirty="0"/>
              <a:t>Pourquoi cela ?</a:t>
            </a:r>
            <a:br>
              <a:rPr lang="en-US" sz="3600" dirty="0"/>
            </a:br>
            <a:r>
              <a:rPr lang="en-US" sz="3600" dirty="0"/>
              <a:t>L'équilibre de la différenciation </a:t>
            </a:r>
            <a:br>
              <a:rPr lang="en-US" sz="3600" dirty="0"/>
            </a:br>
            <a:endParaRPr lang="en-US" sz="3600" dirty="0"/>
          </a:p>
        </p:txBody>
      </p:sp>
      <p:pic>
        <p:nvPicPr>
          <p:cNvPr id="4" name="Graphique 45" descr="Balance de la justice avec un remplissage uni">
            <a:extLst>
              <a:ext uri="{FF2B5EF4-FFF2-40B4-BE49-F238E27FC236}">
                <a16:creationId xmlns:a16="http://schemas.microsoft.com/office/drawing/2014/main" id="{B1DD7BBD-3178-171D-6F04-37A975909540}"/>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5" name="Rectangle 46">
            <a:extLst>
              <a:ext uri="{FF2B5EF4-FFF2-40B4-BE49-F238E27FC236}">
                <a16:creationId xmlns:a16="http://schemas.microsoft.com/office/drawing/2014/main" id="{6774BBD1-CAA2-B943-8D01-30546891A3DD}"/>
              </a:ext>
            </a:extLst>
          </p:cNvPr>
          <p:cNvSpPr/>
          <p:nvPr/>
        </p:nvSpPr>
        <p:spPr>
          <a:xfrm>
            <a:off x="6761958" y="2940263"/>
            <a:ext cx="1022899"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Moins d'accidents de transport</a:t>
            </a:r>
          </a:p>
        </p:txBody>
      </p:sp>
      <p:sp>
        <p:nvSpPr>
          <p:cNvPr id="6" name="Rectangle 47">
            <a:extLst>
              <a:ext uri="{FF2B5EF4-FFF2-40B4-BE49-F238E27FC236}">
                <a16:creationId xmlns:a16="http://schemas.microsoft.com/office/drawing/2014/main" id="{E4B4B367-6B5C-0BE8-0C49-C80734EB1D1D}"/>
              </a:ext>
            </a:extLst>
          </p:cNvPr>
          <p:cNvSpPr/>
          <p:nvPr/>
        </p:nvSpPr>
        <p:spPr>
          <a:xfrm>
            <a:off x="7888805" y="2956041"/>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Il est facile de savoir combien il en reste </a:t>
            </a:r>
          </a:p>
        </p:txBody>
      </p:sp>
      <p:sp>
        <p:nvSpPr>
          <p:cNvPr id="21" name="Rectangle 48">
            <a:extLst>
              <a:ext uri="{FF2B5EF4-FFF2-40B4-BE49-F238E27FC236}">
                <a16:creationId xmlns:a16="http://schemas.microsoft.com/office/drawing/2014/main" id="{607E9488-8FA0-FB9D-E210-F8161A3779F9}"/>
              </a:ext>
            </a:extLst>
          </p:cNvPr>
          <p:cNvSpPr/>
          <p:nvPr/>
        </p:nvSpPr>
        <p:spPr>
          <a:xfrm>
            <a:off x="10577751"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Pressez-le jusqu'à la fin</a:t>
            </a:r>
          </a:p>
        </p:txBody>
      </p:sp>
      <p:sp>
        <p:nvSpPr>
          <p:cNvPr id="22" name="Rectangle 49">
            <a:extLst>
              <a:ext uri="{FF2B5EF4-FFF2-40B4-BE49-F238E27FC236}">
                <a16:creationId xmlns:a16="http://schemas.microsoft.com/office/drawing/2014/main" id="{4E0CAD33-55B2-4001-E317-1128105DE88B}"/>
              </a:ext>
            </a:extLst>
          </p:cNvPr>
          <p:cNvSpPr/>
          <p:nvPr/>
        </p:nvSpPr>
        <p:spPr>
          <a:xfrm>
            <a:off x="7351740" y="2283042"/>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Mâcher le dentifrice</a:t>
            </a:r>
          </a:p>
        </p:txBody>
      </p:sp>
      <p:sp>
        <p:nvSpPr>
          <p:cNvPr id="23" name="Rectangle 50">
            <a:extLst>
              <a:ext uri="{FF2B5EF4-FFF2-40B4-BE49-F238E27FC236}">
                <a16:creationId xmlns:a16="http://schemas.microsoft.com/office/drawing/2014/main" id="{A1302944-E975-53D7-43D7-F432330AFA2C}"/>
              </a:ext>
            </a:extLst>
          </p:cNvPr>
          <p:cNvSpPr/>
          <p:nvPr/>
        </p:nvSpPr>
        <p:spPr>
          <a:xfrm>
            <a:off x="9909182" y="2338118"/>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Mettez la pâte sur un pinceau puis brossez</a:t>
            </a:r>
          </a:p>
        </p:txBody>
      </p:sp>
      <p:sp>
        <p:nvSpPr>
          <p:cNvPr id="24" name="Rectangle 51">
            <a:extLst>
              <a:ext uri="{FF2B5EF4-FFF2-40B4-BE49-F238E27FC236}">
                <a16:creationId xmlns:a16="http://schemas.microsoft.com/office/drawing/2014/main" id="{930BADED-325C-53DD-F6AE-E5CCD636F404}"/>
              </a:ext>
            </a:extLst>
          </p:cNvPr>
          <p:cNvSpPr/>
          <p:nvPr/>
        </p:nvSpPr>
        <p:spPr>
          <a:xfrm>
            <a:off x="9532115"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Peut se déverser si on le presse par accident.</a:t>
            </a:r>
          </a:p>
        </p:txBody>
      </p:sp>
      <p:sp>
        <p:nvSpPr>
          <p:cNvPr id="25" name="Rectangle 52">
            <a:extLst>
              <a:ext uri="{FF2B5EF4-FFF2-40B4-BE49-F238E27FC236}">
                <a16:creationId xmlns:a16="http://schemas.microsoft.com/office/drawing/2014/main" id="{57A2EBD8-99A5-F929-C534-AF6C78DD234B}"/>
              </a:ext>
            </a:extLst>
          </p:cNvPr>
          <p:cNvSpPr/>
          <p:nvPr/>
        </p:nvSpPr>
        <p:spPr>
          <a:xfrm>
            <a:off x="915224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Disponible en format familial ou individuel</a:t>
            </a:r>
          </a:p>
        </p:txBody>
      </p:sp>
      <p:sp>
        <p:nvSpPr>
          <p:cNvPr id="26" name="Rectangle 53">
            <a:extLst>
              <a:ext uri="{FF2B5EF4-FFF2-40B4-BE49-F238E27FC236}">
                <a16:creationId xmlns:a16="http://schemas.microsoft.com/office/drawing/2014/main" id="{3F512467-0E7A-44FF-B671-ED5E3F7418E2}"/>
              </a:ext>
            </a:extLst>
          </p:cNvPr>
          <p:cNvSpPr/>
          <p:nvPr/>
        </p:nvSpPr>
        <p:spPr>
          <a:xfrm>
            <a:off x="810660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Goût : Menthe</a:t>
            </a:r>
          </a:p>
        </p:txBody>
      </p:sp>
      <p:sp>
        <p:nvSpPr>
          <p:cNvPr id="27" name="Rectangle 54">
            <a:extLst>
              <a:ext uri="{FF2B5EF4-FFF2-40B4-BE49-F238E27FC236}">
                <a16:creationId xmlns:a16="http://schemas.microsoft.com/office/drawing/2014/main" id="{D78F6D42-BEB0-A09A-5E47-5B753A4E76FA}"/>
              </a:ext>
            </a:extLst>
          </p:cNvPr>
          <p:cNvSpPr/>
          <p:nvPr/>
        </p:nvSpPr>
        <p:spPr>
          <a:xfrm>
            <a:off x="8659473" y="5854608"/>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Recommandé 2 à 3 fois par jour</a:t>
            </a:r>
          </a:p>
        </p:txBody>
      </p:sp>
      <p:sp>
        <p:nvSpPr>
          <p:cNvPr id="28" name="ZoneTexte 55">
            <a:extLst>
              <a:ext uri="{FF2B5EF4-FFF2-40B4-BE49-F238E27FC236}">
                <a16:creationId xmlns:a16="http://schemas.microsoft.com/office/drawing/2014/main" id="{6B2964F4-08FC-0A78-0984-9798AF61B153}"/>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29" name="ZoneTexte 56">
            <a:extLst>
              <a:ext uri="{FF2B5EF4-FFF2-40B4-BE49-F238E27FC236}">
                <a16:creationId xmlns:a16="http://schemas.microsoft.com/office/drawing/2014/main" id="{94116A05-FB3F-B8F6-5109-AFB033DF612E}"/>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30" name="ZoneTexte 57">
            <a:extLst>
              <a:ext uri="{FF2B5EF4-FFF2-40B4-BE49-F238E27FC236}">
                <a16:creationId xmlns:a16="http://schemas.microsoft.com/office/drawing/2014/main" id="{BB501739-1466-5693-48E7-99FE6F7DC763}"/>
              </a:ext>
            </a:extLst>
          </p:cNvPr>
          <p:cNvSpPr txBox="1"/>
          <p:nvPr/>
        </p:nvSpPr>
        <p:spPr>
          <a:xfrm>
            <a:off x="7649202" y="4580565"/>
            <a:ext cx="2989484" cy="969496"/>
          </a:xfrm>
          <a:prstGeom prst="rect">
            <a:avLst/>
          </a:prstGeom>
          <a:noFill/>
        </p:spPr>
        <p:txBody>
          <a:bodyPr wrap="square">
            <a:spAutoFit/>
          </a:bodyPr>
          <a:lstStyle/>
          <a:p>
            <a:pPr algn="ctr"/>
            <a:r>
              <a:rPr lang="en-US" sz="1200" b="1" dirty="0">
                <a:solidFill>
                  <a:schemeClr val="tx1"/>
                </a:solidFill>
              </a:rPr>
              <a:t>FAMILIARITÉ</a:t>
            </a:r>
          </a:p>
          <a:p>
            <a:pPr algn="ctr"/>
            <a:r>
              <a:rPr lang="en-US" sz="1050" dirty="0">
                <a:solidFill>
                  <a:schemeClr val="tx1"/>
                </a:solidFill>
              </a:rPr>
              <a:t>Points communs entre l'expérience actuelle des parties prenantes de l'expérience du projet / produit</a:t>
            </a:r>
          </a:p>
          <a:p>
            <a:pPr algn="ctr"/>
            <a:endParaRPr lang="en-US" sz="1200" dirty="0">
              <a:solidFill>
                <a:schemeClr val="tx1"/>
              </a:solidFill>
            </a:endParaRPr>
          </a:p>
        </p:txBody>
      </p:sp>
      <p:sp>
        <p:nvSpPr>
          <p:cNvPr id="35" name="Espace réservé du contenu 2">
            <a:extLst>
              <a:ext uri="{FF2B5EF4-FFF2-40B4-BE49-F238E27FC236}">
                <a16:creationId xmlns:a16="http://schemas.microsoft.com/office/drawing/2014/main" id="{80D668E3-6B06-3505-5FED-6893FAA354FE}"/>
              </a:ext>
            </a:extLst>
          </p:cNvPr>
          <p:cNvSpPr>
            <a:spLocks noGrp="1"/>
          </p:cNvSpPr>
          <p:nvPr>
            <p:ph idx="1"/>
          </p:nvPr>
        </p:nvSpPr>
        <p:spPr>
          <a:xfrm>
            <a:off x="957695" y="1616090"/>
            <a:ext cx="3530458" cy="359014"/>
          </a:xfrm>
        </p:spPr>
        <p:txBody>
          <a:bodyPr>
            <a:normAutofit/>
          </a:bodyPr>
          <a:lstStyle/>
          <a:p>
            <a:pPr marL="0" indent="0">
              <a:buNone/>
            </a:pPr>
            <a:r>
              <a:rPr lang="en-US" sz="1800" dirty="0"/>
              <a:t>Exemple avec un PRODUIT pour </a:t>
            </a:r>
          </a:p>
          <a:p>
            <a:pPr marL="0" indent="0">
              <a:buNone/>
            </a:pPr>
            <a:endParaRPr lang="en-US" sz="1800" dirty="0"/>
          </a:p>
        </p:txBody>
      </p:sp>
      <p:pic>
        <p:nvPicPr>
          <p:cNvPr id="40" name="Immagine 39" descr="Immagine che contiene testo, interni, tazza, contatore&#10;&#10;Descrizione generata automaticamente">
            <a:extLst>
              <a:ext uri="{FF2B5EF4-FFF2-40B4-BE49-F238E27FC236}">
                <a16:creationId xmlns:a16="http://schemas.microsoft.com/office/drawing/2014/main" id="{6D73739B-B94F-CBE8-A258-3660D4D059BD}"/>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189602" y="3407025"/>
            <a:ext cx="1759945" cy="1173870"/>
          </a:xfrm>
          <a:prstGeom prst="rect">
            <a:avLst/>
          </a:prstGeom>
        </p:spPr>
      </p:pic>
      <p:sp>
        <p:nvSpPr>
          <p:cNvPr id="41" name="CasellaDiTesto 40">
            <a:extLst>
              <a:ext uri="{FF2B5EF4-FFF2-40B4-BE49-F238E27FC236}">
                <a16:creationId xmlns:a16="http://schemas.microsoft.com/office/drawing/2014/main" id="{F313F867-B986-5050-7868-06478000DD3F}"/>
              </a:ext>
            </a:extLst>
          </p:cNvPr>
          <p:cNvSpPr txBox="1"/>
          <p:nvPr/>
        </p:nvSpPr>
        <p:spPr>
          <a:xfrm>
            <a:off x="1369200" y="6831787"/>
            <a:ext cx="9753600" cy="230832"/>
          </a:xfrm>
          <a:prstGeom prst="rect">
            <a:avLst/>
          </a:prstGeom>
          <a:noFill/>
        </p:spPr>
        <p:txBody>
          <a:bodyPr wrap="square" rtlCol="0">
            <a:spAutoFit/>
          </a:bodyPr>
          <a:lstStyle/>
          <a:p>
            <a:r>
              <a:rPr lang="en-US" sz="900">
                <a:hlinkClick r:id="rId5" tooltip="https://www.flickr.com/photos/jakobpunkt/168410916/"/>
              </a:rPr>
              <a:t>Cette photo </a:t>
            </a:r>
            <a:r>
              <a:rPr lang="en-US" sz="900"/>
              <a:t>d'auteur est concédée sous licence </a:t>
            </a:r>
            <a:r>
              <a:rPr lang="en-US" sz="900">
                <a:hlinkClick r:id="rId6" tooltip="https://creativecommons.org/licenses/by-nc-sa/3.0/"/>
              </a:rPr>
              <a:t>CC BY-SA-NC.</a:t>
            </a:r>
            <a:endParaRPr lang="en-US" sz="900"/>
          </a:p>
        </p:txBody>
      </p:sp>
      <p:pic>
        <p:nvPicPr>
          <p:cNvPr id="43" name="Immagine 42" descr="Immagine che contiene spazzolino, interni, spazzola, plastica&#10;&#10;Descrizione generata automaticamente">
            <a:extLst>
              <a:ext uri="{FF2B5EF4-FFF2-40B4-BE49-F238E27FC236}">
                <a16:creationId xmlns:a16="http://schemas.microsoft.com/office/drawing/2014/main" id="{0EF035F8-AB17-FFD5-415F-018A19973C14}"/>
              </a:ext>
            </a:extLst>
          </p:cNvPr>
          <p:cNvPicPr>
            <a:picLocks noChangeAspect="1"/>
          </p:cNvPicPr>
          <p:nvPr/>
        </p:nvPicPr>
        <p:blipFill>
          <a:blip r:embed="rId7" cstate="screen">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3926433" y="3408744"/>
            <a:ext cx="1759945" cy="1170432"/>
          </a:xfrm>
          <a:prstGeom prst="rect">
            <a:avLst/>
          </a:prstGeom>
        </p:spPr>
      </p:pic>
      <p:sp>
        <p:nvSpPr>
          <p:cNvPr id="46" name="Rectangle 49">
            <a:extLst>
              <a:ext uri="{FF2B5EF4-FFF2-40B4-BE49-F238E27FC236}">
                <a16:creationId xmlns:a16="http://schemas.microsoft.com/office/drawing/2014/main" id="{06FE5890-D9FE-F453-CEFE-23E01E4E4872}"/>
              </a:ext>
            </a:extLst>
          </p:cNvPr>
          <p:cNvSpPr/>
          <p:nvPr/>
        </p:nvSpPr>
        <p:spPr>
          <a:xfrm>
            <a:off x="577080" y="4469581"/>
            <a:ext cx="1019945" cy="64808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47" name="Rectangle 50">
            <a:extLst>
              <a:ext uri="{FF2B5EF4-FFF2-40B4-BE49-F238E27FC236}">
                <a16:creationId xmlns:a16="http://schemas.microsoft.com/office/drawing/2014/main" id="{24A451F0-5AAF-E973-3DA0-2325BD48AAE7}"/>
              </a:ext>
            </a:extLst>
          </p:cNvPr>
          <p:cNvSpPr/>
          <p:nvPr/>
        </p:nvSpPr>
        <p:spPr>
          <a:xfrm>
            <a:off x="4375070" y="4391020"/>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pic>
        <p:nvPicPr>
          <p:cNvPr id="49" name="Immagine 48" descr="Immagine che contiene persona, denti, spazzolatura, interni&#10;&#10;Descrizione generata automaticamente">
            <a:extLst>
              <a:ext uri="{FF2B5EF4-FFF2-40B4-BE49-F238E27FC236}">
                <a16:creationId xmlns:a16="http://schemas.microsoft.com/office/drawing/2014/main" id="{7E58F673-31D9-9534-E652-2A834BC823CE}"/>
              </a:ext>
            </a:extLst>
          </p:cNvPr>
          <p:cNvPicPr>
            <a:picLocks noChangeAspect="1"/>
          </p:cNvPicPr>
          <p:nvPr/>
        </p:nvPicPr>
        <p:blipFill>
          <a:blip r:embed="rId9" cstate="screen">
            <a:extLst>
              <a:ext uri="{28A0092B-C50C-407E-A947-70E740481C1C}">
                <a14:useLocalDpi xmlns:a14="http://schemas.microsoft.com/office/drawing/2010/main"/>
              </a:ext>
              <a:ext uri="{837473B0-CC2E-450A-ABE3-18F120FF3D39}">
                <a1611:picAttrSrcUrl xmlns:a1611="http://schemas.microsoft.com/office/drawing/2016/11/main" r:id="rId10"/>
              </a:ext>
            </a:extLst>
          </a:blip>
          <a:stretch>
            <a:fillRect/>
          </a:stretch>
        </p:blipFill>
        <p:spPr>
          <a:xfrm>
            <a:off x="2267445" y="3447833"/>
            <a:ext cx="1478932" cy="1092253"/>
          </a:xfrm>
          <a:prstGeom prst="rect">
            <a:avLst/>
          </a:prstGeom>
        </p:spPr>
      </p:pic>
      <p:sp>
        <p:nvSpPr>
          <p:cNvPr id="51" name="CasellaDiTesto 50">
            <a:extLst>
              <a:ext uri="{FF2B5EF4-FFF2-40B4-BE49-F238E27FC236}">
                <a16:creationId xmlns:a16="http://schemas.microsoft.com/office/drawing/2014/main" id="{760ED4A7-0B9A-3A0A-03BA-E1093F1D287C}"/>
              </a:ext>
            </a:extLst>
          </p:cNvPr>
          <p:cNvSpPr txBox="1"/>
          <p:nvPr/>
        </p:nvSpPr>
        <p:spPr>
          <a:xfrm>
            <a:off x="4009613" y="2173055"/>
            <a:ext cx="1975268" cy="1200329"/>
          </a:xfrm>
          <a:prstGeom prst="rect">
            <a:avLst/>
          </a:prstGeom>
          <a:noFill/>
        </p:spPr>
        <p:txBody>
          <a:bodyPr wrap="square">
            <a:spAutoFit/>
          </a:bodyPr>
          <a:lstStyle/>
          <a:p>
            <a:pPr marL="0" indent="0" algn="ctr">
              <a:buNone/>
            </a:pPr>
            <a:r>
              <a:rPr lang="en-US" sz="1800" b="1" dirty="0"/>
              <a:t>EXPÉRIENCE ACTUELLE DES PORTEURS DE PARCS : </a:t>
            </a:r>
            <a:r>
              <a:rPr lang="en-US" sz="1800" dirty="0"/>
              <a:t>Dentifrice classique</a:t>
            </a:r>
          </a:p>
        </p:txBody>
      </p:sp>
      <p:sp>
        <p:nvSpPr>
          <p:cNvPr id="53" name="CasellaDiTesto 52">
            <a:extLst>
              <a:ext uri="{FF2B5EF4-FFF2-40B4-BE49-F238E27FC236}">
                <a16:creationId xmlns:a16="http://schemas.microsoft.com/office/drawing/2014/main" id="{656A3083-B5BE-5125-3337-B30F3B42BBB4}"/>
              </a:ext>
            </a:extLst>
          </p:cNvPr>
          <p:cNvSpPr txBox="1"/>
          <p:nvPr/>
        </p:nvSpPr>
        <p:spPr>
          <a:xfrm>
            <a:off x="247641" y="2483695"/>
            <a:ext cx="1759945" cy="923330"/>
          </a:xfrm>
          <a:prstGeom prst="rect">
            <a:avLst/>
          </a:prstGeom>
          <a:noFill/>
        </p:spPr>
        <p:txBody>
          <a:bodyPr wrap="square">
            <a:spAutoFit/>
          </a:bodyPr>
          <a:lstStyle/>
          <a:p>
            <a:pPr marL="0" indent="0" algn="ctr">
              <a:buNone/>
            </a:pPr>
            <a:r>
              <a:rPr lang="en-US" sz="1800" b="1" dirty="0"/>
              <a:t>NOUVEAU PRODUIT </a:t>
            </a:r>
            <a:r>
              <a:rPr lang="en-US" sz="1800" dirty="0"/>
              <a:t>: Dentifrice à mâcher</a:t>
            </a:r>
          </a:p>
        </p:txBody>
      </p:sp>
      <p:sp>
        <p:nvSpPr>
          <p:cNvPr id="55" name="CasellaDiTesto 54">
            <a:extLst>
              <a:ext uri="{FF2B5EF4-FFF2-40B4-BE49-F238E27FC236}">
                <a16:creationId xmlns:a16="http://schemas.microsoft.com/office/drawing/2014/main" id="{3ADED604-92B6-B354-D1C3-4F8D845B09E3}"/>
              </a:ext>
            </a:extLst>
          </p:cNvPr>
          <p:cNvSpPr txBox="1"/>
          <p:nvPr/>
        </p:nvSpPr>
        <p:spPr>
          <a:xfrm>
            <a:off x="2233366" y="2490160"/>
            <a:ext cx="1709373" cy="923330"/>
          </a:xfrm>
          <a:prstGeom prst="rect">
            <a:avLst/>
          </a:prstGeom>
          <a:noFill/>
        </p:spPr>
        <p:txBody>
          <a:bodyPr wrap="square">
            <a:spAutoFit/>
          </a:bodyPr>
          <a:lstStyle/>
          <a:p>
            <a:pPr marL="0" indent="0" algn="ctr">
              <a:buNone/>
            </a:pPr>
            <a:r>
              <a:rPr lang="en-US" sz="1800" b="1" dirty="0"/>
              <a:t>PORTEUR D'ACTIONS CHOISI </a:t>
            </a:r>
            <a:r>
              <a:rPr lang="en-US" sz="1800" dirty="0"/>
              <a:t>: Client</a:t>
            </a:r>
          </a:p>
        </p:txBody>
      </p:sp>
    </p:spTree>
    <p:extLst>
      <p:ext uri="{BB962C8B-B14F-4D97-AF65-F5344CB8AC3E}">
        <p14:creationId xmlns:p14="http://schemas.microsoft.com/office/powerpoint/2010/main" val="4118035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F9F4B1A3-DFD0-7A62-9224-F880E313B4C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6525536" y="586074"/>
            <a:ext cx="4017496" cy="3855222"/>
          </a:xfrm>
          <a:prstGeom prst="rect">
            <a:avLst/>
          </a:prstGeom>
        </p:spPr>
      </p:pic>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POURQUOI PAS</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err="1"/>
              <a:t>Canevas</a:t>
            </a:r>
            <a:r>
              <a:rPr lang="en-US" dirty="0"/>
              <a:t> de l'arbre de la sérendipité</a:t>
            </a:r>
          </a:p>
        </p:txBody>
      </p:sp>
      <p:grpSp>
        <p:nvGrpSpPr>
          <p:cNvPr id="2" name="Groupe 2">
            <a:extLst>
              <a:ext uri="{FF2B5EF4-FFF2-40B4-BE49-F238E27FC236}">
                <a16:creationId xmlns:a16="http://schemas.microsoft.com/office/drawing/2014/main" id="{467A00B6-3F46-23E1-C62A-E38E11E88FF7}"/>
              </a:ext>
            </a:extLst>
          </p:cNvPr>
          <p:cNvGrpSpPr/>
          <p:nvPr/>
        </p:nvGrpSpPr>
        <p:grpSpPr>
          <a:xfrm>
            <a:off x="6827686" y="427673"/>
            <a:ext cx="3541609" cy="3756292"/>
            <a:chOff x="6900539" y="986484"/>
            <a:chExt cx="5204718" cy="5520217"/>
          </a:xfrm>
        </p:grpSpPr>
        <p:sp>
          <p:nvSpPr>
            <p:cNvPr id="3" name="Rectangle 186">
              <a:extLst>
                <a:ext uri="{FF2B5EF4-FFF2-40B4-BE49-F238E27FC236}">
                  <a16:creationId xmlns:a16="http://schemas.microsoft.com/office/drawing/2014/main" id="{B04D70FF-20AB-807F-D4F7-930580C6E109}"/>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 de base</a:t>
              </a:r>
            </a:p>
          </p:txBody>
        </p:sp>
        <p:sp>
          <p:nvSpPr>
            <p:cNvPr id="4" name="Rectangle 197">
              <a:extLst>
                <a:ext uri="{FF2B5EF4-FFF2-40B4-BE49-F238E27FC236}">
                  <a16:creationId xmlns:a16="http://schemas.microsoft.com/office/drawing/2014/main" id="{0278A9E3-9C7C-2C11-2EC1-3A490A459BA4}"/>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5" name="Rectangle 198">
              <a:extLst>
                <a:ext uri="{FF2B5EF4-FFF2-40B4-BE49-F238E27FC236}">
                  <a16:creationId xmlns:a16="http://schemas.microsoft.com/office/drawing/2014/main" id="{9687419C-3FA1-8B37-E67C-6B10C76C385C}"/>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6" name="Rectangle 199">
              <a:extLst>
                <a:ext uri="{FF2B5EF4-FFF2-40B4-BE49-F238E27FC236}">
                  <a16:creationId xmlns:a16="http://schemas.microsoft.com/office/drawing/2014/main" id="{C834F833-D669-372B-F892-D4AF72452533}"/>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7" name="Rectangle 200">
              <a:extLst>
                <a:ext uri="{FF2B5EF4-FFF2-40B4-BE49-F238E27FC236}">
                  <a16:creationId xmlns:a16="http://schemas.microsoft.com/office/drawing/2014/main" id="{46D9B6CF-797D-9953-7902-31D55DA1D35B}"/>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8" name="Rectangle 201">
              <a:extLst>
                <a:ext uri="{FF2B5EF4-FFF2-40B4-BE49-F238E27FC236}">
                  <a16:creationId xmlns:a16="http://schemas.microsoft.com/office/drawing/2014/main" id="{31948954-EC2B-806F-05D5-3A3D58A6C2AF}"/>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1" name="Rectangle 202">
              <a:extLst>
                <a:ext uri="{FF2B5EF4-FFF2-40B4-BE49-F238E27FC236}">
                  <a16:creationId xmlns:a16="http://schemas.microsoft.com/office/drawing/2014/main" id="{1287B025-A4C5-16BF-3F97-C887FC6B7325}"/>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2" name="Rectangle 203">
              <a:extLst>
                <a:ext uri="{FF2B5EF4-FFF2-40B4-BE49-F238E27FC236}">
                  <a16:creationId xmlns:a16="http://schemas.microsoft.com/office/drawing/2014/main" id="{E736762F-4E63-0F6B-7369-9B7035A8EF97}"/>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3" name="Rectangle 204">
              <a:extLst>
                <a:ext uri="{FF2B5EF4-FFF2-40B4-BE49-F238E27FC236}">
                  <a16:creationId xmlns:a16="http://schemas.microsoft.com/office/drawing/2014/main" id="{3B60F493-FAF9-51E5-6573-626348676386}"/>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Concrétisation</a:t>
              </a:r>
            </a:p>
          </p:txBody>
        </p:sp>
        <p:sp>
          <p:nvSpPr>
            <p:cNvPr id="14" name="Rectangle 205">
              <a:extLst>
                <a:ext uri="{FF2B5EF4-FFF2-40B4-BE49-F238E27FC236}">
                  <a16:creationId xmlns:a16="http://schemas.microsoft.com/office/drawing/2014/main" id="{C2176EC0-CD32-490E-2A08-4C28E19ADFCC}"/>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15" name="Rectangle 206">
              <a:extLst>
                <a:ext uri="{FF2B5EF4-FFF2-40B4-BE49-F238E27FC236}">
                  <a16:creationId xmlns:a16="http://schemas.microsoft.com/office/drawing/2014/main" id="{2C75DEDD-6C33-DE75-96F1-92E90EA08DAB}"/>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16" name="Rectangle 207">
              <a:extLst>
                <a:ext uri="{FF2B5EF4-FFF2-40B4-BE49-F238E27FC236}">
                  <a16:creationId xmlns:a16="http://schemas.microsoft.com/office/drawing/2014/main" id="{56896630-964D-0453-E22B-1384DD780275}"/>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7" name="Rectangle 208">
              <a:extLst>
                <a:ext uri="{FF2B5EF4-FFF2-40B4-BE49-F238E27FC236}">
                  <a16:creationId xmlns:a16="http://schemas.microsoft.com/office/drawing/2014/main" id="{23082380-8B59-459C-E28E-E5A389ECB8BB}"/>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18" name="Connecteur droit avec flèche 209">
              <a:extLst>
                <a:ext uri="{FF2B5EF4-FFF2-40B4-BE49-F238E27FC236}">
                  <a16:creationId xmlns:a16="http://schemas.microsoft.com/office/drawing/2014/main" id="{DA4A0CFB-533E-1C07-E5C5-E62A023437B6}"/>
                </a:ext>
              </a:extLst>
            </p:cNvPr>
            <p:cNvCxnSpPr>
              <a:cxnSpLocks/>
              <a:endCxn id="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210">
              <a:extLst>
                <a:ext uri="{FF2B5EF4-FFF2-40B4-BE49-F238E27FC236}">
                  <a16:creationId xmlns:a16="http://schemas.microsoft.com/office/drawing/2014/main" id="{6627D68B-4E1E-6DA9-F2ED-ED150B96D780}"/>
                </a:ext>
              </a:extLst>
            </p:cNvPr>
            <p:cNvCxnSpPr>
              <a:cxnSpLocks/>
              <a:stCxn id="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211">
              <a:extLst>
                <a:ext uri="{FF2B5EF4-FFF2-40B4-BE49-F238E27FC236}">
                  <a16:creationId xmlns:a16="http://schemas.microsoft.com/office/drawing/2014/main" id="{ED32C258-C0CB-694A-4A45-CB144512CE19}"/>
                </a:ext>
              </a:extLst>
            </p:cNvPr>
            <p:cNvCxnSpPr>
              <a:cxnSpLocks/>
              <a:stCxn id="3" idx="0"/>
              <a:endCxn id="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12">
              <a:extLst>
                <a:ext uri="{FF2B5EF4-FFF2-40B4-BE49-F238E27FC236}">
                  <a16:creationId xmlns:a16="http://schemas.microsoft.com/office/drawing/2014/main" id="{1E6A54AA-83EE-199C-7124-FA3FA9BABC48}"/>
                </a:ext>
              </a:extLst>
            </p:cNvPr>
            <p:cNvCxnSpPr>
              <a:cxnSpLocks/>
              <a:stCxn id="3" idx="0"/>
              <a:endCxn id="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3">
              <a:extLst>
                <a:ext uri="{FF2B5EF4-FFF2-40B4-BE49-F238E27FC236}">
                  <a16:creationId xmlns:a16="http://schemas.microsoft.com/office/drawing/2014/main" id="{60E8FCC7-826E-C348-273B-4227B62C37C1}"/>
                </a:ext>
              </a:extLst>
            </p:cNvPr>
            <p:cNvCxnSpPr>
              <a:cxnSpLocks/>
              <a:stCxn id="8" idx="0"/>
              <a:endCxn id="17"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14">
              <a:extLst>
                <a:ext uri="{FF2B5EF4-FFF2-40B4-BE49-F238E27FC236}">
                  <a16:creationId xmlns:a16="http://schemas.microsoft.com/office/drawing/2014/main" id="{569C9B0F-51FE-503E-9E94-055CABA2633C}"/>
                </a:ext>
              </a:extLst>
            </p:cNvPr>
            <p:cNvCxnSpPr>
              <a:cxnSpLocks/>
              <a:stCxn id="5" idx="0"/>
              <a:endCxn id="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15">
              <a:extLst>
                <a:ext uri="{FF2B5EF4-FFF2-40B4-BE49-F238E27FC236}">
                  <a16:creationId xmlns:a16="http://schemas.microsoft.com/office/drawing/2014/main" id="{60A6A672-9BAD-3BCD-47D1-CA8ABD9364BD}"/>
                </a:ext>
              </a:extLst>
            </p:cNvPr>
            <p:cNvCxnSpPr>
              <a:cxnSpLocks/>
              <a:stCxn id="6" idx="0"/>
              <a:endCxn id="11"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16">
              <a:extLst>
                <a:ext uri="{FF2B5EF4-FFF2-40B4-BE49-F238E27FC236}">
                  <a16:creationId xmlns:a16="http://schemas.microsoft.com/office/drawing/2014/main" id="{3EBFB8E4-E64F-B410-F2A9-CA591286E2D2}"/>
                </a:ext>
              </a:extLst>
            </p:cNvPr>
            <p:cNvCxnSpPr>
              <a:cxnSpLocks/>
              <a:stCxn id="11" idx="0"/>
              <a:endCxn id="12"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17">
              <a:extLst>
                <a:ext uri="{FF2B5EF4-FFF2-40B4-BE49-F238E27FC236}">
                  <a16:creationId xmlns:a16="http://schemas.microsoft.com/office/drawing/2014/main" id="{66CEB823-F824-9A17-DDFF-DDBB764C2272}"/>
                </a:ext>
              </a:extLst>
            </p:cNvPr>
            <p:cNvCxnSpPr>
              <a:cxnSpLocks/>
              <a:stCxn id="12" idx="0"/>
              <a:endCxn id="35"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18">
              <a:extLst>
                <a:ext uri="{FF2B5EF4-FFF2-40B4-BE49-F238E27FC236}">
                  <a16:creationId xmlns:a16="http://schemas.microsoft.com/office/drawing/2014/main" id="{23865642-DE6B-6BD0-57FF-256DD391FBC2}"/>
                </a:ext>
              </a:extLst>
            </p:cNvPr>
            <p:cNvCxnSpPr>
              <a:cxnSpLocks/>
              <a:stCxn id="6" idx="0"/>
              <a:endCxn id="13"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19">
              <a:extLst>
                <a:ext uri="{FF2B5EF4-FFF2-40B4-BE49-F238E27FC236}">
                  <a16:creationId xmlns:a16="http://schemas.microsoft.com/office/drawing/2014/main" id="{0FD6F3AB-AD8B-B040-8795-1A0857CBC11C}"/>
                </a:ext>
              </a:extLst>
            </p:cNvPr>
            <p:cNvCxnSpPr>
              <a:cxnSpLocks/>
              <a:stCxn id="13" idx="0"/>
              <a:endCxn id="14"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20">
              <a:extLst>
                <a:ext uri="{FF2B5EF4-FFF2-40B4-BE49-F238E27FC236}">
                  <a16:creationId xmlns:a16="http://schemas.microsoft.com/office/drawing/2014/main" id="{5C410C4C-0934-8124-E286-37B9199E7984}"/>
                </a:ext>
              </a:extLst>
            </p:cNvPr>
            <p:cNvCxnSpPr>
              <a:cxnSpLocks/>
              <a:stCxn id="14" idx="0"/>
              <a:endCxn id="15"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21">
              <a:extLst>
                <a:ext uri="{FF2B5EF4-FFF2-40B4-BE49-F238E27FC236}">
                  <a16:creationId xmlns:a16="http://schemas.microsoft.com/office/drawing/2014/main" id="{65DD0E86-6CEA-F718-3871-C5184C2137C2}"/>
                </a:ext>
              </a:extLst>
            </p:cNvPr>
            <p:cNvCxnSpPr>
              <a:cxnSpLocks/>
              <a:stCxn id="15" idx="0"/>
              <a:endCxn id="16"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1" name="Rectangle 222">
              <a:extLst>
                <a:ext uri="{FF2B5EF4-FFF2-40B4-BE49-F238E27FC236}">
                  <a16:creationId xmlns:a16="http://schemas.microsoft.com/office/drawing/2014/main" id="{5A486D1C-3F09-C800-FB1E-6C608D307F06}"/>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32" name="Connecteur droit avec flèche 223">
              <a:extLst>
                <a:ext uri="{FF2B5EF4-FFF2-40B4-BE49-F238E27FC236}">
                  <a16:creationId xmlns:a16="http://schemas.microsoft.com/office/drawing/2014/main" id="{0B290865-9C01-C20C-8112-8EA6A5ADDE19}"/>
                </a:ext>
              </a:extLst>
            </p:cNvPr>
            <p:cNvCxnSpPr>
              <a:cxnSpLocks/>
              <a:stCxn id="13" idx="0"/>
              <a:endCxn id="31"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3" name="Rectangle 224">
              <a:extLst>
                <a:ext uri="{FF2B5EF4-FFF2-40B4-BE49-F238E27FC236}">
                  <a16:creationId xmlns:a16="http://schemas.microsoft.com/office/drawing/2014/main" id="{A3874970-AFF7-1B73-ACEE-83D703F826D6}"/>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34" name="Connecteur droit avec flèche 225">
              <a:extLst>
                <a:ext uri="{FF2B5EF4-FFF2-40B4-BE49-F238E27FC236}">
                  <a16:creationId xmlns:a16="http://schemas.microsoft.com/office/drawing/2014/main" id="{4619CDF9-1245-14EA-230A-76AFEAF45CBC}"/>
                </a:ext>
              </a:extLst>
            </p:cNvPr>
            <p:cNvCxnSpPr>
              <a:cxnSpLocks/>
              <a:stCxn id="5" idx="0"/>
              <a:endCxn id="33"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5" name="Rectangle 226">
              <a:extLst>
                <a:ext uri="{FF2B5EF4-FFF2-40B4-BE49-F238E27FC236}">
                  <a16:creationId xmlns:a16="http://schemas.microsoft.com/office/drawing/2014/main" id="{C733367E-4FB2-3A3D-6C00-BB15B4131F8A}"/>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grpSp>
    </p:spTree>
    <p:extLst>
      <p:ext uri="{BB962C8B-B14F-4D97-AF65-F5344CB8AC3E}">
        <p14:creationId xmlns:p14="http://schemas.microsoft.com/office/powerpoint/2010/main" val="1001163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normAutofit/>
          </a:bodyPr>
          <a:lstStyle/>
          <a:p>
            <a:r>
              <a:rPr lang="en-US" dirty="0"/>
              <a:t>Défis habituels liés à la </a:t>
            </a:r>
            <a:r>
              <a:rPr lang="en-US" b="1" dirty="0">
                <a:solidFill>
                  <a:srgbClr val="FF0000"/>
                </a:solidFill>
              </a:rPr>
              <a:t>sous-estimation du potentiel de la sérendipité</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Anticiper trop une situation, s'ennuyer avant de commencer</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Je sais tout ce qui va se passer, c'est exactement comme dans le passé.</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Une réflexion inflexible sur l'avenir</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Il n'y a qu'une seule façon de le faire, je ne sais pas exactement comment, mais nous n'aurons pas beaucoup de possibilités.</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Pensée inflexible sur soi</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Je ne suis motivé que par une seule chose, et ce sera la même motivation dans le futur.</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Une réflexion inflexible sur les possibilités</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Si nous n'arrivons pas à la conséquence prévue, ce sera une catastrophe.</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24397157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69E16617-9EFA-D7EC-B3CD-DB646B4529B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3" name="Espace réservé du contenu 2">
            <a:extLst>
              <a:ext uri="{FF2B5EF4-FFF2-40B4-BE49-F238E27FC236}">
                <a16:creationId xmlns:a16="http://schemas.microsoft.com/office/drawing/2014/main" id="{175DA471-1BDF-493F-83FC-D98397D1EE4D}"/>
              </a:ext>
            </a:extLst>
          </p:cNvPr>
          <p:cNvSpPr>
            <a:spLocks noGrp="1"/>
          </p:cNvSpPr>
          <p:nvPr>
            <p:ph idx="1"/>
          </p:nvPr>
        </p:nvSpPr>
        <p:spPr>
          <a:xfrm>
            <a:off x="513795" y="1436594"/>
            <a:ext cx="5767895" cy="5412528"/>
          </a:xfrm>
        </p:spPr>
        <p:txBody>
          <a:bodyPr>
            <a:normAutofit fontScale="47500" lnSpcReduction="20000"/>
          </a:bodyPr>
          <a:lstStyle/>
          <a:p>
            <a:r>
              <a:rPr lang="en-US" dirty="0"/>
              <a:t>Les résultats et les transformations d'un projet / produit </a:t>
            </a:r>
            <a:r>
              <a:rPr lang="en-US" b="1" dirty="0">
                <a:solidFill>
                  <a:srgbClr val="0683AA"/>
                </a:solidFill>
              </a:rPr>
              <a:t>ne peuvent pas toujours être planifiés à l'avance </a:t>
            </a:r>
            <a:r>
              <a:rPr lang="en-US" dirty="0"/>
              <a:t>lors de sa création. Les projets / produits peuvent également avoir une </a:t>
            </a:r>
            <a:r>
              <a:rPr lang="en-US" b="1" dirty="0">
                <a:solidFill>
                  <a:srgbClr val="0683AA"/>
                </a:solidFill>
              </a:rPr>
              <a:t>approche heuristique </a:t>
            </a:r>
            <a:r>
              <a:rPr lang="en-US" dirty="0"/>
              <a:t>de la valeur.</a:t>
            </a:r>
          </a:p>
          <a:p>
            <a:endParaRPr lang="en-US" dirty="0"/>
          </a:p>
          <a:p>
            <a:r>
              <a:rPr lang="en-US" dirty="0"/>
              <a:t>Parfois, un projet ou un produit dont les résultats ne sont pas clairs, mais dont la motivation est très forte, peut conduire à la </a:t>
            </a:r>
            <a:r>
              <a:rPr lang="en-US" b="1" dirty="0">
                <a:solidFill>
                  <a:srgbClr val="ED7D31"/>
                </a:solidFill>
              </a:rPr>
              <a:t>sérendipité, à l'innovation et à la découverte </a:t>
            </a:r>
            <a:r>
              <a:rPr lang="en-US" dirty="0"/>
              <a:t>en cours de route, apportant un nouveau type de valeur commerciale. </a:t>
            </a:r>
          </a:p>
          <a:p>
            <a:endParaRPr lang="en-US" dirty="0"/>
          </a:p>
          <a:p>
            <a:r>
              <a:rPr lang="en-US" dirty="0"/>
              <a:t>Comme les autres sous-ateliers "POURQUOI", cet atelier a pour but d'imaginer </a:t>
            </a:r>
            <a:r>
              <a:rPr lang="en-US" b="1" dirty="0">
                <a:solidFill>
                  <a:srgbClr val="0683AA"/>
                </a:solidFill>
              </a:rPr>
              <a:t>le potentiel du projet/produit</a:t>
            </a:r>
            <a:r>
              <a:rPr lang="en-US" dirty="0"/>
              <a:t>. Cependant, les informations qui sont enregistrées ne sont pas utilisées par la suite, et sont surtout motivantes. Il est particulièrement utilisé lorsque les motivations de la création d'entreprise ne sont pas claires, mais que les membres sont vraiment enthousiastes à l'idée de se lancer.</a:t>
            </a:r>
          </a:p>
          <a:p>
            <a:endParaRPr lang="en-US" dirty="0"/>
          </a:p>
          <a:p>
            <a:r>
              <a:rPr lang="en-US" dirty="0"/>
              <a:t>Ce remue-méninges permet de construire différents récits en utilisant </a:t>
            </a:r>
          </a:p>
          <a:p>
            <a:pPr lvl="1"/>
            <a:r>
              <a:rPr lang="en-US" b="1" dirty="0">
                <a:solidFill>
                  <a:srgbClr val="ED7D31"/>
                </a:solidFill>
              </a:rPr>
              <a:t>Motivations </a:t>
            </a:r>
            <a:r>
              <a:rPr lang="en-US" dirty="0">
                <a:solidFill>
                  <a:srgbClr val="ED7D31"/>
                </a:solidFill>
              </a:rPr>
              <a:t>: </a:t>
            </a:r>
            <a:r>
              <a:rPr lang="en-US" dirty="0"/>
              <a:t>Motivation supplémentaire des membres à partir de ce point</a:t>
            </a:r>
          </a:p>
          <a:p>
            <a:pPr lvl="1"/>
            <a:r>
              <a:rPr lang="en-US" b="1" dirty="0"/>
              <a:t>Concrétisation </a:t>
            </a:r>
            <a:r>
              <a:rPr lang="en-US" dirty="0"/>
              <a:t>: Résultat effectif d'une motivation. </a:t>
            </a:r>
          </a:p>
          <a:p>
            <a:pPr lvl="1"/>
            <a:r>
              <a:rPr lang="en-US" b="1" dirty="0">
                <a:solidFill>
                  <a:srgbClr val="0683AA"/>
                </a:solidFill>
              </a:rPr>
              <a:t>Conséquence positive </a:t>
            </a:r>
            <a:r>
              <a:rPr lang="en-US" dirty="0"/>
              <a:t>: Impact sur l'entreprise ou sur les membres à partir de ce point.</a:t>
            </a:r>
          </a:p>
          <a:p>
            <a:pPr lvl="1"/>
            <a:endParaRPr lang="en-US" dirty="0"/>
          </a:p>
          <a:p>
            <a:r>
              <a:rPr lang="en-US" dirty="0"/>
              <a:t>L'objectif narratif à la fin du </a:t>
            </a:r>
            <a:r>
              <a:rPr lang="en-US" dirty="0" err="1"/>
              <a:t>sous-atelier </a:t>
            </a:r>
            <a:r>
              <a:rPr lang="en-US" dirty="0"/>
              <a:t>est que les participants puissent dire : </a:t>
            </a:r>
            <a:r>
              <a:rPr lang="en-US" b="1" dirty="0">
                <a:solidFill>
                  <a:srgbClr val="ED7D31"/>
                </a:solidFill>
              </a:rPr>
              <a:t>"Pourquoi pas ?" </a:t>
            </a:r>
            <a:r>
              <a:rPr lang="en-US" dirty="0"/>
              <a:t>avec un sentiment de possibilités lorsqu'on leur demande s'ils doivent lancer le projet/produit.</a:t>
            </a:r>
          </a:p>
          <a:p>
            <a:r>
              <a:rPr lang="en-US" dirty="0"/>
              <a:t>Ce sous-atelier est le plus amusant de tous les sous-ateliers du projet / </a:t>
            </a:r>
            <a:r>
              <a:rPr lang="en-US" dirty="0" err="1"/>
              <a:t>produit</a:t>
            </a:r>
            <a:r>
              <a:rPr lang="en-US" dirty="0"/>
              <a:t> POURQUOI.</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 de base</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sp>
        <p:nvSpPr>
          <p:cNvPr id="22" name="Rectangle 21">
            <a:extLst>
              <a:ext uri="{FF2B5EF4-FFF2-40B4-BE49-F238E27FC236}">
                <a16:creationId xmlns:a16="http://schemas.microsoft.com/office/drawing/2014/main" id="{36A1ECE8-8195-4A03-AD66-226F04A71916}"/>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sp>
        <p:nvSpPr>
          <p:cNvPr id="23" name="Rectangle 22">
            <a:extLst>
              <a:ext uri="{FF2B5EF4-FFF2-40B4-BE49-F238E27FC236}">
                <a16:creationId xmlns:a16="http://schemas.microsoft.com/office/drawing/2014/main" id="{FF7A1404-6DD8-43DE-B941-FEE5C6190112}"/>
              </a:ext>
            </a:extLst>
          </p:cNvPr>
          <p:cNvSpPr/>
          <p:nvPr/>
        </p:nvSpPr>
        <p:spPr>
          <a:xfrm>
            <a:off x="6900539" y="986484"/>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Pourquoi ne pas essayer ?</a:t>
            </a:r>
            <a:br>
              <a:rPr lang="en-US" sz="3200"/>
            </a:br>
            <a:r>
              <a:rPr lang="en-US" sz="3200"/>
              <a:t>L'arbre de la sérendipité</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H="1" flipV="1">
            <a:off x="7484060" y="1452054"/>
            <a:ext cx="92663" cy="278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Tree>
    <p:extLst>
      <p:ext uri="{BB962C8B-B14F-4D97-AF65-F5344CB8AC3E}">
        <p14:creationId xmlns:p14="http://schemas.microsoft.com/office/powerpoint/2010/main" val="2892739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Graphique 41" descr="Arbre avec racines avec un remplissage uni">
            <a:extLst>
              <a:ext uri="{FF2B5EF4-FFF2-40B4-BE49-F238E27FC236}">
                <a16:creationId xmlns:a16="http://schemas.microsoft.com/office/drawing/2014/main" id="{9162E4C3-BA34-EAFF-8FB3-C105D89192CE}"/>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 de base</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sp>
        <p:nvSpPr>
          <p:cNvPr id="22" name="Rectangle 21">
            <a:extLst>
              <a:ext uri="{FF2B5EF4-FFF2-40B4-BE49-F238E27FC236}">
                <a16:creationId xmlns:a16="http://schemas.microsoft.com/office/drawing/2014/main" id="{36A1ECE8-8195-4A03-AD66-226F04A71916}"/>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Pourquoi ne pas essayer ?</a:t>
            </a:r>
            <a:br>
              <a:rPr lang="en-US" sz="3200"/>
            </a:br>
            <a:r>
              <a:rPr lang="en-US" sz="3200"/>
              <a:t>L'arbre de la sérendipité (version atelier visuel)</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H="1" flipV="1">
            <a:off x="7517445" y="1534919"/>
            <a:ext cx="59278"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5" name="Espace réservé du contenu 4">
            <a:extLst>
              <a:ext uri="{FF2B5EF4-FFF2-40B4-BE49-F238E27FC236}">
                <a16:creationId xmlns:a16="http://schemas.microsoft.com/office/drawing/2014/main" id="{E6A3B18F-2F0E-4D18-B37D-0C0CC9AD33FF}"/>
              </a:ext>
            </a:extLst>
          </p:cNvPr>
          <p:cNvSpPr>
            <a:spLocks noGrp="1"/>
          </p:cNvSpPr>
          <p:nvPr>
            <p:ph idx="1"/>
          </p:nvPr>
        </p:nvSpPr>
        <p:spPr>
          <a:xfrm>
            <a:off x="537083" y="1315599"/>
            <a:ext cx="5193813" cy="5262754"/>
          </a:xfrm>
        </p:spPr>
        <p:txBody>
          <a:bodyPr>
            <a:normAutofit lnSpcReduction="10000"/>
          </a:bodyPr>
          <a:lstStyle/>
          <a:p>
            <a:pPr marL="0" indent="0">
              <a:buNone/>
            </a:pPr>
            <a:r>
              <a:rPr lang="en-US" sz="1400"/>
              <a:t>Cet atelier se déroule tour à tour et a pour but de rédiger un arbre d'exemple de narration de projet / produit à la fin.</a:t>
            </a:r>
          </a:p>
          <a:p>
            <a:pPr marL="0" indent="0">
              <a:buNone/>
            </a:pPr>
            <a:endParaRPr lang="en-US" sz="1400"/>
          </a:p>
          <a:p>
            <a:pPr marL="0" indent="0">
              <a:buNone/>
            </a:pPr>
            <a:r>
              <a:rPr lang="en-US" sz="1400"/>
              <a:t>Commencez l'atelier par une </a:t>
            </a:r>
            <a:r>
              <a:rPr lang="en-US" sz="1400">
                <a:highlight>
                  <a:srgbClr val="ED7D31"/>
                </a:highlight>
              </a:rPr>
              <a:t>MOTIVATION DE BASE </a:t>
            </a:r>
            <a:r>
              <a:rPr lang="en-US" sz="1400"/>
              <a:t>: elle doit représenter la motivation la plus forte des membres à l'heure actuelle, </a:t>
            </a:r>
            <a:r>
              <a:rPr lang="en-US" sz="1400" b="1"/>
              <a:t>même si elle n'est pas directement liée aux valeurs de l'organisation hôte</a:t>
            </a:r>
            <a:r>
              <a:rPr lang="en-US" sz="1400"/>
              <a:t>, ou même si elle peut être impopulaire pour le moment.</a:t>
            </a:r>
          </a:p>
          <a:p>
            <a:pPr marL="0" indent="0">
              <a:buNone/>
            </a:pPr>
            <a:r>
              <a:rPr lang="en-US" sz="1400"/>
              <a:t>Ensuite, chacun (une personne à la fois) peut ajouter un ticket d'un des 3 types :</a:t>
            </a:r>
          </a:p>
          <a:p>
            <a:pPr marL="0" indent="0">
              <a:buNone/>
            </a:pPr>
            <a:endParaRPr lang="en-US" sz="1400"/>
          </a:p>
          <a:p>
            <a:pPr marL="0" indent="0">
              <a:buNone/>
            </a:pPr>
            <a:endParaRPr lang="en-US" sz="1400"/>
          </a:p>
          <a:p>
            <a:pPr marL="0" indent="0">
              <a:buNone/>
            </a:pPr>
            <a:r>
              <a:rPr lang="en-US" sz="1400"/>
              <a:t>Lorsque le ticket est ajouté, une flèche est dessinée entre le ticket précédent et le nouveau ticket, et le participant raconte une histoire à ce sujet.</a:t>
            </a:r>
          </a:p>
          <a:p>
            <a:pPr marL="0" indent="0">
              <a:buNone/>
            </a:pPr>
            <a:r>
              <a:rPr lang="en-US" sz="1400"/>
              <a:t>Cet exercice étant destiné à ouvrir les esprits, n'hésitez pas à exagérer ou à vous risquer à des arcs narratifs non conventionnels. Règles supplémentaires pour le sous-atelier à dérouler bien : </a:t>
            </a:r>
          </a:p>
          <a:p>
            <a:r>
              <a:rPr lang="en-US" sz="1400"/>
              <a:t>Une personne / un billet à la fois</a:t>
            </a:r>
          </a:p>
          <a:p>
            <a:r>
              <a:rPr lang="en-US" sz="1400"/>
              <a:t>S'écouter mutuellement et donc être concis (même si on est excité)</a:t>
            </a:r>
          </a:p>
          <a:p>
            <a:r>
              <a:rPr lang="en-US" sz="1400"/>
              <a:t>Pas deux fois la même personne consécutivement</a:t>
            </a:r>
          </a:p>
        </p:txBody>
      </p:sp>
      <p:sp>
        <p:nvSpPr>
          <p:cNvPr id="39" name="Rectangle 38">
            <a:extLst>
              <a:ext uri="{FF2B5EF4-FFF2-40B4-BE49-F238E27FC236}">
                <a16:creationId xmlns:a16="http://schemas.microsoft.com/office/drawing/2014/main" id="{3C67110F-96A5-4B60-A3DF-82866DD363AB}"/>
              </a:ext>
            </a:extLst>
          </p:cNvPr>
          <p:cNvSpPr/>
          <p:nvPr/>
        </p:nvSpPr>
        <p:spPr>
          <a:xfrm>
            <a:off x="2380741" y="359881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Concrétisation</a:t>
            </a:r>
          </a:p>
        </p:txBody>
      </p:sp>
      <p:sp>
        <p:nvSpPr>
          <p:cNvPr id="40" name="Rectangle 39">
            <a:extLst>
              <a:ext uri="{FF2B5EF4-FFF2-40B4-BE49-F238E27FC236}">
                <a16:creationId xmlns:a16="http://schemas.microsoft.com/office/drawing/2014/main" id="{EFC555C2-8249-44BA-8479-6CF8DCB40761}"/>
              </a:ext>
            </a:extLst>
          </p:cNvPr>
          <p:cNvSpPr/>
          <p:nvPr/>
        </p:nvSpPr>
        <p:spPr>
          <a:xfrm>
            <a:off x="924007" y="3598819"/>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Conséquence positive</a:t>
            </a:r>
          </a:p>
        </p:txBody>
      </p:sp>
      <p:sp>
        <p:nvSpPr>
          <p:cNvPr id="45" name="Rectangle 44">
            <a:extLst>
              <a:ext uri="{FF2B5EF4-FFF2-40B4-BE49-F238E27FC236}">
                <a16:creationId xmlns:a16="http://schemas.microsoft.com/office/drawing/2014/main" id="{BEB7B238-2DDC-4662-82EE-B1766EFF6C88}"/>
              </a:ext>
            </a:extLst>
          </p:cNvPr>
          <p:cNvSpPr/>
          <p:nvPr/>
        </p:nvSpPr>
        <p:spPr>
          <a:xfrm>
            <a:off x="3862477" y="359881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 de base</a:t>
            </a:r>
          </a:p>
        </p:txBody>
      </p:sp>
    </p:spTree>
    <p:extLst>
      <p:ext uri="{BB962C8B-B14F-4D97-AF65-F5344CB8AC3E}">
        <p14:creationId xmlns:p14="http://schemas.microsoft.com/office/powerpoint/2010/main" val="489090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Nous aimons discuter de la RV / AR / XR.</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Nous </a:t>
            </a:r>
            <a:r>
              <a:rPr lang="en-US" sz="900" dirty="0" err="1"/>
              <a:t>ouvrons</a:t>
            </a:r>
            <a:r>
              <a:rPr lang="en-US" sz="900" dirty="0"/>
              <a:t> un salon de discussion à </a:t>
            </a:r>
            <a:r>
              <a:rPr lang="en-US" sz="900" dirty="0" err="1"/>
              <a:t>ce</a:t>
            </a:r>
            <a:r>
              <a:rPr lang="en-US" sz="900" dirty="0"/>
              <a:t> </a:t>
            </a:r>
            <a:r>
              <a:rPr lang="en-US" sz="900" dirty="0" err="1"/>
              <a:t>sujet</a:t>
            </a:r>
            <a:endParaRPr lang="en-US" sz="900" dirty="0"/>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Un manager </a:t>
            </a:r>
            <a:r>
              <a:rPr lang="en-US" sz="900" dirty="0" err="1"/>
              <a:t>l'a</a:t>
            </a:r>
            <a:r>
              <a:rPr lang="en-US" sz="900" dirty="0"/>
              <a:t> </a:t>
            </a:r>
            <a:r>
              <a:rPr lang="en-US" sz="900" dirty="0" err="1"/>
              <a:t>remarqué</a:t>
            </a:r>
            <a:r>
              <a:rPr lang="en-US" sz="900" dirty="0"/>
              <a:t> et a rejoint </a:t>
            </a:r>
            <a:r>
              <a:rPr lang="en-US" sz="900" dirty="0" err="1"/>
              <a:t>notre</a:t>
            </a:r>
            <a:r>
              <a:rPr lang="en-US" sz="900" dirty="0"/>
              <a:t> </a:t>
            </a:r>
            <a:r>
              <a:rPr lang="en-US" sz="900" dirty="0" err="1"/>
              <a:t>groupe</a:t>
            </a:r>
            <a:endParaRPr lang="en-US" sz="900" dirty="0"/>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Nous </a:t>
            </a:r>
            <a:r>
              <a:rPr lang="en-US" sz="800" dirty="0" err="1">
                <a:solidFill>
                  <a:schemeClr val="tx1"/>
                </a:solidFill>
              </a:rPr>
              <a:t>sommes</a:t>
            </a:r>
            <a:r>
              <a:rPr lang="en-US" sz="800" dirty="0">
                <a:solidFill>
                  <a:schemeClr val="tx1"/>
                </a:solidFill>
              </a:rPr>
              <a:t> </a:t>
            </a:r>
            <a:r>
              <a:rPr lang="en-US" sz="800" dirty="0" err="1">
                <a:solidFill>
                  <a:schemeClr val="tx1"/>
                </a:solidFill>
              </a:rPr>
              <a:t>motivés</a:t>
            </a:r>
            <a:r>
              <a:rPr lang="en-US" sz="800" dirty="0">
                <a:solidFill>
                  <a:schemeClr val="tx1"/>
                </a:solidFill>
              </a:rPr>
              <a:t> par le </a:t>
            </a:r>
            <a:r>
              <a:rPr lang="en-US" sz="800" dirty="0" err="1">
                <a:solidFill>
                  <a:schemeClr val="tx1"/>
                </a:solidFill>
              </a:rPr>
              <a:t>rassemblement</a:t>
            </a:r>
            <a:r>
              <a:rPr lang="en-US" sz="800" dirty="0">
                <a:solidFill>
                  <a:schemeClr val="tx1"/>
                </a:solidFill>
              </a:rPr>
              <a:t> </a:t>
            </a:r>
            <a:r>
              <a:rPr lang="en-US" sz="800" dirty="0" err="1">
                <a:solidFill>
                  <a:schemeClr val="tx1"/>
                </a:solidFill>
              </a:rPr>
              <a:t>d'autres</a:t>
            </a:r>
            <a:r>
              <a:rPr lang="en-US" sz="800" dirty="0">
                <a:solidFill>
                  <a:schemeClr val="tx1"/>
                </a:solidFill>
              </a:rPr>
              <a:t> </a:t>
            </a:r>
            <a:r>
              <a:rPr lang="en-US" sz="800" dirty="0" err="1">
                <a:solidFill>
                  <a:schemeClr val="tx1"/>
                </a:solidFill>
              </a:rPr>
              <a:t>membres</a:t>
            </a:r>
            <a:endParaRPr lang="en-US" sz="800" dirty="0">
              <a:solidFill>
                <a:schemeClr val="tx1"/>
              </a:solidFill>
            </a:endParaRP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Nous </a:t>
            </a:r>
            <a:r>
              <a:rPr lang="en-US" sz="900" dirty="0" err="1"/>
              <a:t>organisons</a:t>
            </a:r>
            <a:r>
              <a:rPr lang="en-US" sz="900" dirty="0"/>
              <a:t> des </a:t>
            </a:r>
            <a:r>
              <a:rPr lang="en-US" sz="900" dirty="0" err="1"/>
              <a:t>événements</a:t>
            </a:r>
            <a:r>
              <a:rPr lang="en-US" sz="900" dirty="0"/>
              <a:t> </a:t>
            </a:r>
            <a:r>
              <a:rPr lang="en-US" sz="900" dirty="0" err="1"/>
              <a:t>d'expérimentation</a:t>
            </a:r>
            <a:endParaRPr lang="en-US" sz="900" dirty="0"/>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Nous discutons régulièrement</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Nous </a:t>
            </a:r>
            <a:r>
              <a:rPr lang="en-US" sz="1000" dirty="0" err="1"/>
              <a:t>partageons</a:t>
            </a:r>
            <a:r>
              <a:rPr lang="en-US" sz="1000" dirty="0"/>
              <a:t> </a:t>
            </a:r>
            <a:r>
              <a:rPr lang="en-US" sz="1000" dirty="0" err="1"/>
              <a:t>notre</a:t>
            </a:r>
            <a:r>
              <a:rPr lang="en-US" sz="1000" dirty="0"/>
              <a:t> </a:t>
            </a:r>
            <a:r>
              <a:rPr lang="en-US" sz="1000" dirty="0" err="1"/>
              <a:t>activité</a:t>
            </a:r>
            <a:r>
              <a:rPr lang="en-US" sz="1000" dirty="0"/>
              <a:t> sur </a:t>
            </a:r>
            <a:r>
              <a:rPr lang="en-US" sz="1000" dirty="0" err="1"/>
              <a:t>l'outil</a:t>
            </a:r>
            <a:r>
              <a:rPr lang="en-US" sz="1000" dirty="0"/>
              <a:t> de chat</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334978"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Nous sommes motivés par l'acte de partager et d'inviter.</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Nous </a:t>
            </a:r>
            <a:r>
              <a:rPr lang="en-US" sz="1000" dirty="0" err="1"/>
              <a:t>organisons</a:t>
            </a:r>
            <a:r>
              <a:rPr lang="en-US" sz="1000" dirty="0"/>
              <a:t> un </a:t>
            </a:r>
            <a:r>
              <a:rPr lang="en-US" sz="1000" dirty="0" err="1"/>
              <a:t>événement</a:t>
            </a:r>
            <a:r>
              <a:rPr lang="en-US" sz="1000" dirty="0"/>
              <a:t> plus important</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Un cadre </a:t>
            </a:r>
            <a:r>
              <a:rPr lang="en-US" sz="1000" dirty="0" err="1"/>
              <a:t>supérieur</a:t>
            </a:r>
            <a:r>
              <a:rPr lang="en-US" sz="1000" dirty="0"/>
              <a:t> </a:t>
            </a:r>
            <a:r>
              <a:rPr lang="en-US" sz="1000" dirty="0" err="1"/>
              <a:t>vient</a:t>
            </a:r>
            <a:r>
              <a:rPr lang="en-US" sz="1000" dirty="0"/>
              <a:t> par </a:t>
            </a:r>
            <a:r>
              <a:rPr lang="en-US" sz="1000" dirty="0" err="1"/>
              <a:t>curiosité</a:t>
            </a:r>
            <a:endParaRPr lang="en-US" sz="1000" dirty="0"/>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La </a:t>
            </a:r>
            <a:r>
              <a:rPr lang="en-US" sz="1000" dirty="0" err="1"/>
              <a:t>société</a:t>
            </a:r>
            <a:r>
              <a:rPr lang="en-US" sz="1000" dirty="0"/>
              <a:t> commence à se demander </a:t>
            </a:r>
            <a:r>
              <a:rPr lang="en-US" sz="1000" dirty="0" err="1"/>
              <a:t>si</a:t>
            </a:r>
            <a:r>
              <a:rPr lang="en-US" sz="1000" dirty="0"/>
              <a:t> </a:t>
            </a:r>
            <a:r>
              <a:rPr lang="en-US" sz="1000" dirty="0" err="1"/>
              <a:t>elle</a:t>
            </a:r>
            <a:r>
              <a:rPr lang="en-US" sz="1000" dirty="0"/>
              <a:t> </a:t>
            </a:r>
            <a:r>
              <a:rPr lang="en-US" sz="1000" dirty="0" err="1"/>
              <a:t>peut</a:t>
            </a:r>
            <a:r>
              <a:rPr lang="en-US" sz="1000" dirty="0"/>
              <a:t> </a:t>
            </a:r>
            <a:r>
              <a:rPr lang="en-US" sz="1000" dirty="0" err="1"/>
              <a:t>servir</a:t>
            </a:r>
            <a:r>
              <a:rPr lang="en-US" sz="1000" dirty="0"/>
              <a:t> les affaires et </a:t>
            </a:r>
            <a:r>
              <a:rPr lang="en-US" sz="1000" dirty="0" err="1"/>
              <a:t>discute</a:t>
            </a:r>
            <a:r>
              <a:rPr lang="en-US" sz="1000" dirty="0"/>
              <a:t> du </a:t>
            </a:r>
            <a:r>
              <a:rPr lang="en-US" sz="1000" dirty="0" err="1"/>
              <a:t>parrainage</a:t>
            </a:r>
            <a:r>
              <a:rPr lang="en-US" sz="1000" dirty="0"/>
              <a:t> de </a:t>
            </a:r>
            <a:r>
              <a:rPr lang="en-US" sz="1000" dirty="0" err="1"/>
              <a:t>l'innovation</a:t>
            </a:r>
            <a:r>
              <a:rPr lang="en-US" sz="1000" dirty="0"/>
              <a:t>.</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Nous sommes motivés par le brainstorming</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Nous </a:t>
            </a:r>
            <a:r>
              <a:rPr lang="en-US" sz="1000" dirty="0" err="1"/>
              <a:t>avons</a:t>
            </a:r>
            <a:r>
              <a:rPr lang="en-US" sz="1000" dirty="0"/>
              <a:t> </a:t>
            </a:r>
            <a:r>
              <a:rPr lang="en-US" sz="1000" dirty="0" err="1"/>
              <a:t>appris</a:t>
            </a:r>
            <a:r>
              <a:rPr lang="en-US" sz="1000" dirty="0"/>
              <a:t> </a:t>
            </a:r>
            <a:r>
              <a:rPr lang="en-US" sz="1000" dirty="0" err="1"/>
              <a:t>indirectement</a:t>
            </a:r>
            <a:r>
              <a:rPr lang="en-US" sz="1000" dirty="0"/>
              <a:t> les </a:t>
            </a:r>
            <a:r>
              <a:rPr lang="en-US" sz="1000" dirty="0" err="1"/>
              <a:t>uns</a:t>
            </a:r>
            <a:r>
              <a:rPr lang="en-US" sz="1000" dirty="0"/>
              <a:t> des </a:t>
            </a:r>
            <a:r>
              <a:rPr lang="en-US" sz="1000" dirty="0" err="1"/>
              <a:t>autres</a:t>
            </a:r>
            <a:r>
              <a:rPr lang="en-US" sz="1000" dirty="0"/>
              <a:t> et </a:t>
            </a:r>
            <a:r>
              <a:rPr lang="en-US" sz="1000" dirty="0" err="1"/>
              <a:t>travaillons</a:t>
            </a:r>
            <a:r>
              <a:rPr lang="en-US" sz="1000" dirty="0"/>
              <a:t> </a:t>
            </a:r>
            <a:r>
              <a:rPr lang="en-US" sz="1000" dirty="0" err="1"/>
              <a:t>mieux</a:t>
            </a:r>
            <a:r>
              <a:rPr lang="en-US" sz="1000" dirty="0"/>
              <a:t> ensemble.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93651"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854247" y="2020186"/>
            <a:ext cx="20127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Pourquoi ne pas essayer ?</a:t>
            </a:r>
            <a:br>
              <a:rPr lang="en-US" sz="3200"/>
            </a:br>
            <a:r>
              <a:rPr lang="en-US" sz="3200"/>
              <a:t>L'arbre de la sérendipité (exemple de version atelier visuel)</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Conséquence positive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Nous ne nous sentons pas </a:t>
            </a:r>
            <a:r>
              <a:rPr lang="en-US" sz="1000" dirty="0" err="1">
                <a:solidFill>
                  <a:schemeClr val="tx1"/>
                </a:solidFill>
              </a:rPr>
              <a:t>seuls</a:t>
            </a:r>
            <a:r>
              <a:rPr lang="en-US" sz="1000" dirty="0">
                <a:solidFill>
                  <a:schemeClr val="tx1"/>
                </a:solidFill>
              </a:rPr>
              <a:t> dans </a:t>
            </a:r>
            <a:r>
              <a:rPr lang="en-US" sz="1000" dirty="0" err="1">
                <a:solidFill>
                  <a:schemeClr val="tx1"/>
                </a:solidFill>
              </a:rPr>
              <a:t>l'entreprise</a:t>
            </a:r>
            <a:endParaRPr lang="en-US" sz="1000" dirty="0">
              <a:solidFill>
                <a:schemeClr val="tx1"/>
              </a:solidFill>
            </a:endParaRP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Nous </a:t>
            </a:r>
            <a:r>
              <a:rPr lang="en-US" sz="900" dirty="0" err="1"/>
              <a:t>adressons</a:t>
            </a:r>
            <a:r>
              <a:rPr lang="en-US" sz="900" dirty="0"/>
              <a:t> </a:t>
            </a:r>
            <a:r>
              <a:rPr lang="en-US" sz="900" dirty="0" err="1"/>
              <a:t>nos</a:t>
            </a:r>
            <a:r>
              <a:rPr lang="en-US" sz="900" dirty="0"/>
              <a:t> invitations aux </a:t>
            </a:r>
            <a:r>
              <a:rPr lang="en-US" sz="900" dirty="0" err="1"/>
              <a:t>départements</a:t>
            </a:r>
            <a:r>
              <a:rPr lang="en-US" sz="900" dirty="0"/>
              <a:t> </a:t>
            </a:r>
            <a:r>
              <a:rPr lang="en-US" sz="900" dirty="0" err="1"/>
              <a:t>voisins</a:t>
            </a:r>
            <a:endParaRPr lang="en-US" sz="900" dirty="0"/>
          </a:p>
        </p:txBody>
      </p:sp>
      <p:sp>
        <p:nvSpPr>
          <p:cNvPr id="5" name="Espace réservé du contenu 4">
            <a:extLst>
              <a:ext uri="{FF2B5EF4-FFF2-40B4-BE49-F238E27FC236}">
                <a16:creationId xmlns:a16="http://schemas.microsoft.com/office/drawing/2014/main" id="{E6A3B18F-2F0E-4D18-B37D-0C0CC9AD33FF}"/>
              </a:ext>
            </a:extLst>
          </p:cNvPr>
          <p:cNvSpPr>
            <a:spLocks noGrp="1"/>
          </p:cNvSpPr>
          <p:nvPr>
            <p:ph idx="1"/>
          </p:nvPr>
        </p:nvSpPr>
        <p:spPr>
          <a:xfrm>
            <a:off x="838199" y="1825625"/>
            <a:ext cx="4551565" cy="4351338"/>
          </a:xfrm>
        </p:spPr>
        <p:txBody>
          <a:bodyPr>
            <a:normAutofit fontScale="70000" lnSpcReduction="20000"/>
          </a:bodyPr>
          <a:lstStyle/>
          <a:p>
            <a:r>
              <a:rPr lang="en-US" dirty="0"/>
              <a:t>Il est important que cet arbre se déroule étape par étape, pour comprendre que "tout ne peut être planifié à l'avance". </a:t>
            </a:r>
          </a:p>
          <a:p>
            <a:endParaRPr lang="en-US" dirty="0"/>
          </a:p>
          <a:p>
            <a:r>
              <a:rPr lang="en-US" dirty="0"/>
              <a:t>La façon dont l'arbre de la sérendipité se déroule devrait nous inciter à être motivés tout au long de la vie d'un projet/produit.</a:t>
            </a:r>
          </a:p>
          <a:p>
            <a:endParaRPr lang="en-US" dirty="0"/>
          </a:p>
          <a:p>
            <a:r>
              <a:rPr lang="en-US" dirty="0"/>
              <a:t>Certains projets/produits, comme le #OpenSeriousGame lui-même, n'ont pas été construits par une conception complète au préalable, mais par une approche heuristique et des mouvements inattendus.</a:t>
            </a:r>
          </a:p>
        </p:txBody>
      </p:sp>
    </p:spTree>
    <p:extLst>
      <p:ext uri="{BB962C8B-B14F-4D97-AF65-F5344CB8AC3E}">
        <p14:creationId xmlns:p14="http://schemas.microsoft.com/office/powerpoint/2010/main" val="530229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Quand et comment pouvez-vous utiliser les 6 </a:t>
            </a:r>
            <a:r>
              <a:rPr lang="en-US" dirty="0" err="1"/>
              <a:t>Canevas</a:t>
            </a:r>
            <a:r>
              <a:rPr lang="en-US" dirty="0"/>
              <a:t> des POURQUOI ?</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4156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Graphique 28" descr="Homme en tenue professionnelle">
            <a:extLst>
              <a:ext uri="{FF2B5EF4-FFF2-40B4-BE49-F238E27FC236}">
                <a16:creationId xmlns:a16="http://schemas.microsoft.com/office/drawing/2014/main" id="{B3B67D94-C32E-BF47-3669-611BF45B3CC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11080785" y="3091841"/>
            <a:ext cx="811293" cy="1059810"/>
          </a:xfrm>
          <a:prstGeom prst="rect">
            <a:avLst/>
          </a:prstGeom>
        </p:spPr>
      </p:pic>
      <p:sp>
        <p:nvSpPr>
          <p:cNvPr id="199" name="Bolla: nuvola 198">
            <a:extLst>
              <a:ext uri="{FF2B5EF4-FFF2-40B4-BE49-F238E27FC236}">
                <a16:creationId xmlns:a16="http://schemas.microsoft.com/office/drawing/2014/main" id="{48CF789F-DC2A-37DC-C556-20EE4A8DF98C}"/>
              </a:ext>
            </a:extLst>
          </p:cNvPr>
          <p:cNvSpPr/>
          <p:nvPr/>
        </p:nvSpPr>
        <p:spPr>
          <a:xfrm>
            <a:off x="4863021" y="1303122"/>
            <a:ext cx="3502705" cy="1940800"/>
          </a:xfrm>
          <a:prstGeom prst="cloudCallout">
            <a:avLst>
              <a:gd name="adj1" fmla="val -18062"/>
              <a:gd name="adj2" fmla="val 51152"/>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C2D1E894-0AE1-B3BB-A60E-48D8B1BBA5C3}"/>
              </a:ext>
            </a:extLst>
          </p:cNvPr>
          <p:cNvSpPr>
            <a:spLocks noGrp="1"/>
          </p:cNvSpPr>
          <p:nvPr>
            <p:ph type="title"/>
          </p:nvPr>
        </p:nvSpPr>
        <p:spPr>
          <a:xfrm>
            <a:off x="838200" y="365125"/>
            <a:ext cx="10515600" cy="664077"/>
          </a:xfrm>
        </p:spPr>
        <p:txBody>
          <a:bodyPr>
            <a:noAutofit/>
          </a:bodyPr>
          <a:lstStyle/>
          <a:p>
            <a:r>
              <a:rPr lang="en-US" sz="3200" dirty="0"/>
              <a:t>Cas d'utilisation 1 : Utilisation d'un </a:t>
            </a:r>
            <a:r>
              <a:rPr lang="en-US" sz="3200" dirty="0" err="1"/>
              <a:t>Canevas</a:t>
            </a:r>
            <a:r>
              <a:rPr lang="en-US" sz="3200" dirty="0"/>
              <a:t> comme atelier dans </a:t>
            </a:r>
            <a:r>
              <a:rPr lang="en-US" sz="3200" dirty="0" err="1"/>
              <a:t>une</a:t>
            </a:r>
            <a:r>
              <a:rPr lang="en-US" sz="3200" dirty="0"/>
              <a:t> </a:t>
            </a:r>
            <a:r>
              <a:rPr lang="en-US" sz="3200" dirty="0" err="1"/>
              <a:t>approche</a:t>
            </a:r>
            <a:r>
              <a:rPr lang="en-US" sz="3200" dirty="0"/>
              <a:t> top down</a:t>
            </a:r>
          </a:p>
        </p:txBody>
      </p:sp>
      <p:sp>
        <p:nvSpPr>
          <p:cNvPr id="6" name="Bulle narrative : ronde 4">
            <a:extLst>
              <a:ext uri="{FF2B5EF4-FFF2-40B4-BE49-F238E27FC236}">
                <a16:creationId xmlns:a16="http://schemas.microsoft.com/office/drawing/2014/main" id="{856E0EB0-E70D-8BFE-85C6-2037E6DFE57D}"/>
              </a:ext>
            </a:extLst>
          </p:cNvPr>
          <p:cNvSpPr/>
          <p:nvPr/>
        </p:nvSpPr>
        <p:spPr>
          <a:xfrm>
            <a:off x="853354" y="2235512"/>
            <a:ext cx="1390569" cy="485125"/>
          </a:xfrm>
          <a:prstGeom prst="wedgeEllipseCallout">
            <a:avLst>
              <a:gd name="adj1" fmla="val 6771"/>
              <a:gd name="adj2" fmla="val 6250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 name="Bulle narrative : ronde 6">
            <a:extLst>
              <a:ext uri="{FF2B5EF4-FFF2-40B4-BE49-F238E27FC236}">
                <a16:creationId xmlns:a16="http://schemas.microsoft.com/office/drawing/2014/main" id="{6A37ED05-DB3D-8771-32CC-913C0BDF5D98}"/>
              </a:ext>
            </a:extLst>
          </p:cNvPr>
          <p:cNvSpPr/>
          <p:nvPr/>
        </p:nvSpPr>
        <p:spPr>
          <a:xfrm>
            <a:off x="2057561" y="2609112"/>
            <a:ext cx="1636515" cy="452851"/>
          </a:xfrm>
          <a:prstGeom prst="wedgeEllipseCallout">
            <a:avLst>
              <a:gd name="adj1" fmla="val -11924"/>
              <a:gd name="adj2" fmla="val 78984"/>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9" name="Graphique 28" descr="Homme en tenue professionnelle">
            <a:extLst>
              <a:ext uri="{FF2B5EF4-FFF2-40B4-BE49-F238E27FC236}">
                <a16:creationId xmlns:a16="http://schemas.microsoft.com/office/drawing/2014/main" id="{149B5F21-1C7E-16A7-55B5-C505D64008D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66231" y="2816870"/>
            <a:ext cx="943374" cy="1273899"/>
          </a:xfrm>
          <a:prstGeom prst="rect">
            <a:avLst/>
          </a:prstGeom>
        </p:spPr>
      </p:pic>
      <p:pic>
        <p:nvPicPr>
          <p:cNvPr id="10" name="Graphique 30" descr="Homme portant une veste">
            <a:extLst>
              <a:ext uri="{FF2B5EF4-FFF2-40B4-BE49-F238E27FC236}">
                <a16:creationId xmlns:a16="http://schemas.microsoft.com/office/drawing/2014/main" id="{FF154979-1E59-C7F6-F8C2-66AD2F87567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098043" y="3158196"/>
            <a:ext cx="1018785" cy="1356530"/>
          </a:xfrm>
          <a:prstGeom prst="rect">
            <a:avLst/>
          </a:prstGeom>
        </p:spPr>
      </p:pic>
      <p:pic>
        <p:nvPicPr>
          <p:cNvPr id="11" name="Graphique 34" descr="Homme à lunettes portant un col roulé">
            <a:extLst>
              <a:ext uri="{FF2B5EF4-FFF2-40B4-BE49-F238E27FC236}">
                <a16:creationId xmlns:a16="http://schemas.microsoft.com/office/drawing/2014/main" id="{93B94B2D-EF50-4361-AC71-61FD008A410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907587" y="3509023"/>
            <a:ext cx="723253" cy="933592"/>
          </a:xfrm>
          <a:prstGeom prst="rect">
            <a:avLst/>
          </a:prstGeom>
        </p:spPr>
      </p:pic>
      <p:sp>
        <p:nvSpPr>
          <p:cNvPr id="12" name="Bolla: nuvola 11">
            <a:extLst>
              <a:ext uri="{FF2B5EF4-FFF2-40B4-BE49-F238E27FC236}">
                <a16:creationId xmlns:a16="http://schemas.microsoft.com/office/drawing/2014/main" id="{8980ADE3-BF44-3E30-A769-7109D6CAAE4B}"/>
              </a:ext>
            </a:extLst>
          </p:cNvPr>
          <p:cNvSpPr/>
          <p:nvPr/>
        </p:nvSpPr>
        <p:spPr>
          <a:xfrm>
            <a:off x="74627" y="3027318"/>
            <a:ext cx="1005964" cy="750924"/>
          </a:xfrm>
          <a:prstGeom prst="cloudCallout">
            <a:avLst>
              <a:gd name="adj1" fmla="val 61480"/>
              <a:gd name="adj2" fmla="val 39651"/>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3">
            <a:extLst>
              <a:ext uri="{FF2B5EF4-FFF2-40B4-BE49-F238E27FC236}">
                <a16:creationId xmlns:a16="http://schemas.microsoft.com/office/drawing/2014/main" id="{A7CF13FF-9C84-A1B8-3F7C-609E5593E95F}"/>
              </a:ext>
            </a:extLst>
          </p:cNvPr>
          <p:cNvSpPr/>
          <p:nvPr/>
        </p:nvSpPr>
        <p:spPr>
          <a:xfrm>
            <a:off x="410253" y="4553198"/>
            <a:ext cx="2927969" cy="1416782"/>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a:t>
            </a:r>
          </a:p>
          <a:p>
            <a:pPr algn="ctr"/>
            <a:r>
              <a:rPr lang="en-US" sz="1400" dirty="0">
                <a:solidFill>
                  <a:schemeClr val="tx1"/>
                </a:solidFill>
              </a:rPr>
              <a:t>Le désalignement se produit au sein de l'équipe et est exprimé par ses membres.</a:t>
            </a:r>
          </a:p>
        </p:txBody>
      </p:sp>
      <p:sp>
        <p:nvSpPr>
          <p:cNvPr id="14" name="Triangolo isoscele 13">
            <a:extLst>
              <a:ext uri="{FF2B5EF4-FFF2-40B4-BE49-F238E27FC236}">
                <a16:creationId xmlns:a16="http://schemas.microsoft.com/office/drawing/2014/main" id="{B8C35B7A-8C56-057A-63DA-A653EA33D0AF}"/>
              </a:ext>
            </a:extLst>
          </p:cNvPr>
          <p:cNvSpPr/>
          <p:nvPr/>
        </p:nvSpPr>
        <p:spPr>
          <a:xfrm rot="5400000">
            <a:off x="3758612" y="4918946"/>
            <a:ext cx="594694" cy="7237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uppo 14">
            <a:extLst>
              <a:ext uri="{FF2B5EF4-FFF2-40B4-BE49-F238E27FC236}">
                <a16:creationId xmlns:a16="http://schemas.microsoft.com/office/drawing/2014/main" id="{42EA5C92-6B23-F779-ED1A-DF88291AFD61}"/>
              </a:ext>
            </a:extLst>
          </p:cNvPr>
          <p:cNvGrpSpPr/>
          <p:nvPr/>
        </p:nvGrpSpPr>
        <p:grpSpPr>
          <a:xfrm>
            <a:off x="5343477" y="1836272"/>
            <a:ext cx="2485478" cy="963765"/>
            <a:chOff x="1127051" y="1510081"/>
            <a:chExt cx="10134048" cy="3929563"/>
          </a:xfrm>
        </p:grpSpPr>
        <p:grpSp>
          <p:nvGrpSpPr>
            <p:cNvPr id="16" name="Groupe 5">
              <a:extLst>
                <a:ext uri="{FF2B5EF4-FFF2-40B4-BE49-F238E27FC236}">
                  <a16:creationId xmlns:a16="http://schemas.microsoft.com/office/drawing/2014/main" id="{4D52221D-8193-0C84-B42A-4612DFD07982}"/>
                </a:ext>
              </a:extLst>
            </p:cNvPr>
            <p:cNvGrpSpPr/>
            <p:nvPr/>
          </p:nvGrpSpPr>
          <p:grpSpPr>
            <a:xfrm>
              <a:off x="1127051" y="1528302"/>
              <a:ext cx="2328941" cy="1339670"/>
              <a:chOff x="463550" y="1420160"/>
              <a:chExt cx="11264900" cy="6479877"/>
            </a:xfrm>
          </p:grpSpPr>
          <p:sp>
            <p:nvSpPr>
              <p:cNvPr id="186" name="Trapèze 6">
                <a:extLst>
                  <a:ext uri="{FF2B5EF4-FFF2-40B4-BE49-F238E27FC236}">
                    <a16:creationId xmlns:a16="http://schemas.microsoft.com/office/drawing/2014/main" id="{B66C9F48-96FF-7461-4F35-39694BB0F0D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a:t>CAUSE</a:t>
                </a:r>
              </a:p>
            </p:txBody>
          </p:sp>
          <p:sp>
            <p:nvSpPr>
              <p:cNvPr id="187" name="Triangle isocèle 7">
                <a:extLst>
                  <a:ext uri="{FF2B5EF4-FFF2-40B4-BE49-F238E27FC236}">
                    <a16:creationId xmlns:a16="http://schemas.microsoft.com/office/drawing/2014/main" id="{1F51B1EE-9AC7-C192-50E0-8000769AFFA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GRAND BUT</a:t>
                </a:r>
              </a:p>
              <a:p>
                <a:pPr algn="ctr"/>
                <a:endParaRPr lang="en-US" sz="100"/>
              </a:p>
            </p:txBody>
          </p:sp>
          <p:grpSp>
            <p:nvGrpSpPr>
              <p:cNvPr id="188" name="Groupe 8">
                <a:extLst>
                  <a:ext uri="{FF2B5EF4-FFF2-40B4-BE49-F238E27FC236}">
                    <a16:creationId xmlns:a16="http://schemas.microsoft.com/office/drawing/2014/main" id="{3B17FA52-ECE8-874F-4824-2BB3B4529402}"/>
                  </a:ext>
                </a:extLst>
              </p:cNvPr>
              <p:cNvGrpSpPr/>
              <p:nvPr/>
            </p:nvGrpSpPr>
            <p:grpSpPr>
              <a:xfrm>
                <a:off x="1527175" y="3040767"/>
                <a:ext cx="9137650" cy="1969383"/>
                <a:chOff x="1644650" y="3040767"/>
                <a:chExt cx="9137650" cy="1907219"/>
              </a:xfrm>
            </p:grpSpPr>
            <p:sp>
              <p:nvSpPr>
                <p:cNvPr id="191" name="Trapèze 11">
                  <a:extLst>
                    <a:ext uri="{FF2B5EF4-FFF2-40B4-BE49-F238E27FC236}">
                      <a16:creationId xmlns:a16="http://schemas.microsoft.com/office/drawing/2014/main" id="{27436411-82DE-7B37-F36B-F2592AEBDFB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MAUVAIS SOUVENIRS</a:t>
                  </a:r>
                  <a:endParaRPr lang="en-US" sz="100"/>
                </a:p>
              </p:txBody>
            </p:sp>
            <p:sp>
              <p:nvSpPr>
                <p:cNvPr id="192" name="Trapèze 12">
                  <a:extLst>
                    <a:ext uri="{FF2B5EF4-FFF2-40B4-BE49-F238E27FC236}">
                      <a16:creationId xmlns:a16="http://schemas.microsoft.com/office/drawing/2014/main" id="{A8B7DDE6-CE4E-36BF-0E02-D64E19B119B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HISTOIRES FICTIVES ERRONÉES - RISQUES</a:t>
                  </a:r>
                </a:p>
              </p:txBody>
            </p:sp>
            <p:sp>
              <p:nvSpPr>
                <p:cNvPr id="193" name="Trapèze 13">
                  <a:extLst>
                    <a:ext uri="{FF2B5EF4-FFF2-40B4-BE49-F238E27FC236}">
                      <a16:creationId xmlns:a16="http://schemas.microsoft.com/office/drawing/2014/main" id="{021CB16C-1848-2875-AA15-951A41AFF347}"/>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BONS SOUVENIRS</a:t>
                  </a:r>
                  <a:endParaRPr lang="en-US" sz="100"/>
                </a:p>
              </p:txBody>
            </p:sp>
            <p:sp>
              <p:nvSpPr>
                <p:cNvPr id="194" name="Trapèze 14">
                  <a:extLst>
                    <a:ext uri="{FF2B5EF4-FFF2-40B4-BE49-F238E27FC236}">
                      <a16:creationId xmlns:a16="http://schemas.microsoft.com/office/drawing/2014/main" id="{5F7C03F5-5EF3-84D1-7A7A-B2C4C5019870}"/>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HISTOIRES IDÉALES</a:t>
                  </a:r>
                </a:p>
              </p:txBody>
            </p:sp>
          </p:grpSp>
          <p:sp>
            <p:nvSpPr>
              <p:cNvPr id="189" name="Triangle isocèle 9">
                <a:extLst>
                  <a:ext uri="{FF2B5EF4-FFF2-40B4-BE49-F238E27FC236}">
                    <a16:creationId xmlns:a16="http://schemas.microsoft.com/office/drawing/2014/main" id="{89AFB1CD-C39D-FC31-30E6-E40CC3F54015}"/>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90" name="ZoneTexte 10">
                <a:extLst>
                  <a:ext uri="{FF2B5EF4-FFF2-40B4-BE49-F238E27FC236}">
                    <a16:creationId xmlns:a16="http://schemas.microsoft.com/office/drawing/2014/main" id="{FB881D89-2C5D-8661-F2D2-3E9F4748AA4F}"/>
                  </a:ext>
                </a:extLst>
              </p:cNvPr>
              <p:cNvSpPr txBox="1"/>
              <p:nvPr/>
            </p:nvSpPr>
            <p:spPr>
              <a:xfrm>
                <a:off x="4952502" y="3044172"/>
                <a:ext cx="2287016" cy="4855865"/>
              </a:xfrm>
              <a:prstGeom prst="rect">
                <a:avLst/>
              </a:prstGeom>
              <a:noFill/>
            </p:spPr>
            <p:txBody>
              <a:bodyPr wrap="square">
                <a:spAutoFit/>
              </a:bodyPr>
              <a:lstStyle/>
              <a:p>
                <a:pPr algn="ctr"/>
                <a:r>
                  <a:rPr lang="en-US" sz="100" b="1"/>
                  <a:t>CONDITIONS</a:t>
                </a:r>
              </a:p>
            </p:txBody>
          </p:sp>
        </p:grpSp>
        <p:grpSp>
          <p:nvGrpSpPr>
            <p:cNvPr id="17" name="Groupe 172">
              <a:extLst>
                <a:ext uri="{FF2B5EF4-FFF2-40B4-BE49-F238E27FC236}">
                  <a16:creationId xmlns:a16="http://schemas.microsoft.com/office/drawing/2014/main" id="{4727AA4F-4A73-401B-83A3-6DD0F51CC4DC}"/>
                </a:ext>
              </a:extLst>
            </p:cNvPr>
            <p:cNvGrpSpPr/>
            <p:nvPr/>
          </p:nvGrpSpPr>
          <p:grpSpPr>
            <a:xfrm>
              <a:off x="4719990" y="1510081"/>
              <a:ext cx="3001901" cy="1119025"/>
              <a:chOff x="7527020" y="2036345"/>
              <a:chExt cx="3826780" cy="1426517"/>
            </a:xfrm>
          </p:grpSpPr>
          <p:grpSp>
            <p:nvGrpSpPr>
              <p:cNvPr id="102" name="Groupe 32">
                <a:extLst>
                  <a:ext uri="{FF2B5EF4-FFF2-40B4-BE49-F238E27FC236}">
                    <a16:creationId xmlns:a16="http://schemas.microsoft.com/office/drawing/2014/main" id="{5EDE653C-F56A-38B0-EAEF-01A6AA9E09A7}"/>
                  </a:ext>
                </a:extLst>
              </p:cNvPr>
              <p:cNvGrpSpPr/>
              <p:nvPr/>
            </p:nvGrpSpPr>
            <p:grpSpPr>
              <a:xfrm>
                <a:off x="10055197" y="2036345"/>
                <a:ext cx="1298603" cy="1298603"/>
                <a:chOff x="9835911" y="2807662"/>
                <a:chExt cx="1796250" cy="1796250"/>
              </a:xfrm>
            </p:grpSpPr>
            <p:pic>
              <p:nvPicPr>
                <p:cNvPr id="123" name="Graphique 49" descr="Cathédrale avec un remplissage uni">
                  <a:extLst>
                    <a:ext uri="{FF2B5EF4-FFF2-40B4-BE49-F238E27FC236}">
                      <a16:creationId xmlns:a16="http://schemas.microsoft.com/office/drawing/2014/main" id="{281273CA-EA75-EC1A-C112-57CDD677898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835911" y="2807662"/>
                  <a:ext cx="1796250" cy="1796250"/>
                </a:xfrm>
                <a:prstGeom prst="rect">
                  <a:avLst/>
                </a:prstGeom>
              </p:spPr>
            </p:pic>
            <p:sp>
              <p:nvSpPr>
                <p:cNvPr id="124" name="Rectangle 50">
                  <a:extLst>
                    <a:ext uri="{FF2B5EF4-FFF2-40B4-BE49-F238E27FC236}">
                      <a16:creationId xmlns:a16="http://schemas.microsoft.com/office/drawing/2014/main" id="{90A92B48-E224-3E5B-A6DE-1EE904C7C2F5}"/>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51">
                  <a:extLst>
                    <a:ext uri="{FF2B5EF4-FFF2-40B4-BE49-F238E27FC236}">
                      <a16:creationId xmlns:a16="http://schemas.microsoft.com/office/drawing/2014/main" id="{E9856C4D-E556-8255-BFBF-6EE868F4C7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52">
                  <a:extLst>
                    <a:ext uri="{FF2B5EF4-FFF2-40B4-BE49-F238E27FC236}">
                      <a16:creationId xmlns:a16="http://schemas.microsoft.com/office/drawing/2014/main" id="{911DF3B5-679D-2E4E-1255-A54E28B772E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53">
                  <a:extLst>
                    <a:ext uri="{FF2B5EF4-FFF2-40B4-BE49-F238E27FC236}">
                      <a16:creationId xmlns:a16="http://schemas.microsoft.com/office/drawing/2014/main" id="{222C09EF-BCD3-C30A-84B0-50898A19A9CD}"/>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54">
                  <a:extLst>
                    <a:ext uri="{FF2B5EF4-FFF2-40B4-BE49-F238E27FC236}">
                      <a16:creationId xmlns:a16="http://schemas.microsoft.com/office/drawing/2014/main" id="{898FDF63-0A06-F006-81FB-00DFA272F94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55">
                  <a:extLst>
                    <a:ext uri="{FF2B5EF4-FFF2-40B4-BE49-F238E27FC236}">
                      <a16:creationId xmlns:a16="http://schemas.microsoft.com/office/drawing/2014/main" id="{C20390D8-ACBC-3971-16DF-BA9E2AF7DA1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56">
                  <a:extLst>
                    <a:ext uri="{FF2B5EF4-FFF2-40B4-BE49-F238E27FC236}">
                      <a16:creationId xmlns:a16="http://schemas.microsoft.com/office/drawing/2014/main" id="{14FB90F9-4D31-5EFD-76A4-648E13840CE5}"/>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57">
                  <a:extLst>
                    <a:ext uri="{FF2B5EF4-FFF2-40B4-BE49-F238E27FC236}">
                      <a16:creationId xmlns:a16="http://schemas.microsoft.com/office/drawing/2014/main" id="{30DF13E9-6698-687C-8003-452DF494360E}"/>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58">
                  <a:extLst>
                    <a:ext uri="{FF2B5EF4-FFF2-40B4-BE49-F238E27FC236}">
                      <a16:creationId xmlns:a16="http://schemas.microsoft.com/office/drawing/2014/main" id="{CE5389C9-83AB-AE77-0D4F-C6E5EB800A62}"/>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59">
                  <a:extLst>
                    <a:ext uri="{FF2B5EF4-FFF2-40B4-BE49-F238E27FC236}">
                      <a16:creationId xmlns:a16="http://schemas.microsoft.com/office/drawing/2014/main" id="{28006357-9938-3D98-D8A9-B41D316DE86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0">
                  <a:extLst>
                    <a:ext uri="{FF2B5EF4-FFF2-40B4-BE49-F238E27FC236}">
                      <a16:creationId xmlns:a16="http://schemas.microsoft.com/office/drawing/2014/main" id="{0C2E720F-BC79-C7BD-FE44-F2290AF70E9E}"/>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61">
                  <a:extLst>
                    <a:ext uri="{FF2B5EF4-FFF2-40B4-BE49-F238E27FC236}">
                      <a16:creationId xmlns:a16="http://schemas.microsoft.com/office/drawing/2014/main" id="{5707C5F8-093A-5851-1389-D0F5A384BB4F}"/>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62">
                  <a:extLst>
                    <a:ext uri="{FF2B5EF4-FFF2-40B4-BE49-F238E27FC236}">
                      <a16:creationId xmlns:a16="http://schemas.microsoft.com/office/drawing/2014/main" id="{110D254F-DE66-D6A5-FCEE-410B83E652D3}"/>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63">
                  <a:extLst>
                    <a:ext uri="{FF2B5EF4-FFF2-40B4-BE49-F238E27FC236}">
                      <a16:creationId xmlns:a16="http://schemas.microsoft.com/office/drawing/2014/main" id="{961D7E4E-BB5B-1C55-5127-D49DF7CDCE8B}"/>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64">
                  <a:extLst>
                    <a:ext uri="{FF2B5EF4-FFF2-40B4-BE49-F238E27FC236}">
                      <a16:creationId xmlns:a16="http://schemas.microsoft.com/office/drawing/2014/main" id="{202B6014-35A4-F8E8-E23D-103EF3FC293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65">
                  <a:extLst>
                    <a:ext uri="{FF2B5EF4-FFF2-40B4-BE49-F238E27FC236}">
                      <a16:creationId xmlns:a16="http://schemas.microsoft.com/office/drawing/2014/main" id="{141AF5CA-C7BC-B73B-2B48-FFAE9F720E5C}"/>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66">
                  <a:extLst>
                    <a:ext uri="{FF2B5EF4-FFF2-40B4-BE49-F238E27FC236}">
                      <a16:creationId xmlns:a16="http://schemas.microsoft.com/office/drawing/2014/main" id="{1F057D92-7E85-23AC-5F19-8D5E6ADC0EE9}"/>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67">
                  <a:extLst>
                    <a:ext uri="{FF2B5EF4-FFF2-40B4-BE49-F238E27FC236}">
                      <a16:creationId xmlns:a16="http://schemas.microsoft.com/office/drawing/2014/main" id="{154BE86C-545D-E684-661F-74713334C380}"/>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68">
                  <a:extLst>
                    <a:ext uri="{FF2B5EF4-FFF2-40B4-BE49-F238E27FC236}">
                      <a16:creationId xmlns:a16="http://schemas.microsoft.com/office/drawing/2014/main" id="{148EF210-B784-7066-4B5F-162C727B6B10}"/>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69">
                  <a:extLst>
                    <a:ext uri="{FF2B5EF4-FFF2-40B4-BE49-F238E27FC236}">
                      <a16:creationId xmlns:a16="http://schemas.microsoft.com/office/drawing/2014/main" id="{56FF2336-4ED6-6444-CE0A-8AF9882FFFB9}"/>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0">
                  <a:extLst>
                    <a:ext uri="{FF2B5EF4-FFF2-40B4-BE49-F238E27FC236}">
                      <a16:creationId xmlns:a16="http://schemas.microsoft.com/office/drawing/2014/main" id="{5486D617-CDF4-B569-3003-8E01A9753672}"/>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71">
                  <a:extLst>
                    <a:ext uri="{FF2B5EF4-FFF2-40B4-BE49-F238E27FC236}">
                      <a16:creationId xmlns:a16="http://schemas.microsoft.com/office/drawing/2014/main" id="{179ABB14-39ED-E818-93B8-6F23731E04E8}"/>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72">
                  <a:extLst>
                    <a:ext uri="{FF2B5EF4-FFF2-40B4-BE49-F238E27FC236}">
                      <a16:creationId xmlns:a16="http://schemas.microsoft.com/office/drawing/2014/main" id="{CFF6D0F9-BFE4-3D2E-F09A-20BC8F4538C7}"/>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73">
                  <a:extLst>
                    <a:ext uri="{FF2B5EF4-FFF2-40B4-BE49-F238E27FC236}">
                      <a16:creationId xmlns:a16="http://schemas.microsoft.com/office/drawing/2014/main" id="{D63B0E10-E78B-C73F-903D-C11FB259C349}"/>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74">
                  <a:extLst>
                    <a:ext uri="{FF2B5EF4-FFF2-40B4-BE49-F238E27FC236}">
                      <a16:creationId xmlns:a16="http://schemas.microsoft.com/office/drawing/2014/main" id="{F0D15B12-DF4F-0DB7-1EC0-458BEF4C03E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75">
                  <a:extLst>
                    <a:ext uri="{FF2B5EF4-FFF2-40B4-BE49-F238E27FC236}">
                      <a16:creationId xmlns:a16="http://schemas.microsoft.com/office/drawing/2014/main" id="{5C9CCEF5-01EB-BAE0-6CC8-DC23F9EC7C43}"/>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76">
                  <a:extLst>
                    <a:ext uri="{FF2B5EF4-FFF2-40B4-BE49-F238E27FC236}">
                      <a16:creationId xmlns:a16="http://schemas.microsoft.com/office/drawing/2014/main" id="{E0E48D4B-A632-B412-547A-DE068FA1088B}"/>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77">
                  <a:extLst>
                    <a:ext uri="{FF2B5EF4-FFF2-40B4-BE49-F238E27FC236}">
                      <a16:creationId xmlns:a16="http://schemas.microsoft.com/office/drawing/2014/main" id="{3063BF8E-63D1-3DE7-A420-CEF0DB306BBA}"/>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78">
                  <a:extLst>
                    <a:ext uri="{FF2B5EF4-FFF2-40B4-BE49-F238E27FC236}">
                      <a16:creationId xmlns:a16="http://schemas.microsoft.com/office/drawing/2014/main" id="{BABE2F9B-2985-72B9-D479-86BCC85E271B}"/>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79">
                  <a:extLst>
                    <a:ext uri="{FF2B5EF4-FFF2-40B4-BE49-F238E27FC236}">
                      <a16:creationId xmlns:a16="http://schemas.microsoft.com/office/drawing/2014/main" id="{CEC4467C-DC43-61BF-2FEE-4D51DCC84AEA}"/>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0">
                  <a:extLst>
                    <a:ext uri="{FF2B5EF4-FFF2-40B4-BE49-F238E27FC236}">
                      <a16:creationId xmlns:a16="http://schemas.microsoft.com/office/drawing/2014/main" id="{30F32056-777B-967F-1138-53D5B291711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81">
                  <a:extLst>
                    <a:ext uri="{FF2B5EF4-FFF2-40B4-BE49-F238E27FC236}">
                      <a16:creationId xmlns:a16="http://schemas.microsoft.com/office/drawing/2014/main" id="{022684BB-2E08-FD21-B8F2-F30EE79DDA14}"/>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82">
                  <a:extLst>
                    <a:ext uri="{FF2B5EF4-FFF2-40B4-BE49-F238E27FC236}">
                      <a16:creationId xmlns:a16="http://schemas.microsoft.com/office/drawing/2014/main" id="{571AC531-BC95-28E4-44D8-C2AE65AFD2BB}"/>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83">
                  <a:extLst>
                    <a:ext uri="{FF2B5EF4-FFF2-40B4-BE49-F238E27FC236}">
                      <a16:creationId xmlns:a16="http://schemas.microsoft.com/office/drawing/2014/main" id="{C6830530-4777-86D7-5652-0E97C9605582}"/>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84">
                  <a:extLst>
                    <a:ext uri="{FF2B5EF4-FFF2-40B4-BE49-F238E27FC236}">
                      <a16:creationId xmlns:a16="http://schemas.microsoft.com/office/drawing/2014/main" id="{22228C69-AE7F-2FDD-F105-A51B4A510A44}"/>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85">
                  <a:extLst>
                    <a:ext uri="{FF2B5EF4-FFF2-40B4-BE49-F238E27FC236}">
                      <a16:creationId xmlns:a16="http://schemas.microsoft.com/office/drawing/2014/main" id="{45349C3D-DED3-F3E8-8D0B-B76531FA840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86">
                  <a:extLst>
                    <a:ext uri="{FF2B5EF4-FFF2-40B4-BE49-F238E27FC236}">
                      <a16:creationId xmlns:a16="http://schemas.microsoft.com/office/drawing/2014/main" id="{A72E0918-C108-6EFF-D473-E86FBCCF19AE}"/>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87">
                  <a:extLst>
                    <a:ext uri="{FF2B5EF4-FFF2-40B4-BE49-F238E27FC236}">
                      <a16:creationId xmlns:a16="http://schemas.microsoft.com/office/drawing/2014/main" id="{4592BAC9-2866-8EB7-03E0-834C1AC28681}"/>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88">
                  <a:extLst>
                    <a:ext uri="{FF2B5EF4-FFF2-40B4-BE49-F238E27FC236}">
                      <a16:creationId xmlns:a16="http://schemas.microsoft.com/office/drawing/2014/main" id="{907DE8AA-731E-583B-0E80-B106932BBDD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89">
                  <a:extLst>
                    <a:ext uri="{FF2B5EF4-FFF2-40B4-BE49-F238E27FC236}">
                      <a16:creationId xmlns:a16="http://schemas.microsoft.com/office/drawing/2014/main" id="{EFBFC518-622C-6701-1296-3FD72D62A89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0">
                  <a:extLst>
                    <a:ext uri="{FF2B5EF4-FFF2-40B4-BE49-F238E27FC236}">
                      <a16:creationId xmlns:a16="http://schemas.microsoft.com/office/drawing/2014/main" id="{89A47469-B998-CADE-37AC-8B105C59062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91">
                  <a:extLst>
                    <a:ext uri="{FF2B5EF4-FFF2-40B4-BE49-F238E27FC236}">
                      <a16:creationId xmlns:a16="http://schemas.microsoft.com/office/drawing/2014/main" id="{19012FDE-8A82-B650-7EC3-C7623C4639E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92">
                  <a:extLst>
                    <a:ext uri="{FF2B5EF4-FFF2-40B4-BE49-F238E27FC236}">
                      <a16:creationId xmlns:a16="http://schemas.microsoft.com/office/drawing/2014/main" id="{61380DD6-7D97-A6D8-84C5-701B3947C5B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93">
                  <a:extLst>
                    <a:ext uri="{FF2B5EF4-FFF2-40B4-BE49-F238E27FC236}">
                      <a16:creationId xmlns:a16="http://schemas.microsoft.com/office/drawing/2014/main" id="{DCA4C616-9F33-24F1-DBCF-04719812C5A4}"/>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94">
                  <a:extLst>
                    <a:ext uri="{FF2B5EF4-FFF2-40B4-BE49-F238E27FC236}">
                      <a16:creationId xmlns:a16="http://schemas.microsoft.com/office/drawing/2014/main" id="{C68DCEFA-DD2A-BC5D-6453-22EB25BBBE2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95">
                  <a:extLst>
                    <a:ext uri="{FF2B5EF4-FFF2-40B4-BE49-F238E27FC236}">
                      <a16:creationId xmlns:a16="http://schemas.microsoft.com/office/drawing/2014/main" id="{DE2B90EF-7165-8684-A71E-D7E5B3194D1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96">
                  <a:extLst>
                    <a:ext uri="{FF2B5EF4-FFF2-40B4-BE49-F238E27FC236}">
                      <a16:creationId xmlns:a16="http://schemas.microsoft.com/office/drawing/2014/main" id="{E22DE5D8-EB47-4663-00B1-C46EA8C7D82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97">
                  <a:extLst>
                    <a:ext uri="{FF2B5EF4-FFF2-40B4-BE49-F238E27FC236}">
                      <a16:creationId xmlns:a16="http://schemas.microsoft.com/office/drawing/2014/main" id="{74E6471E-4D46-E6E9-97F9-6B97F16EE24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98">
                  <a:extLst>
                    <a:ext uri="{FF2B5EF4-FFF2-40B4-BE49-F238E27FC236}">
                      <a16:creationId xmlns:a16="http://schemas.microsoft.com/office/drawing/2014/main" id="{096FDF8B-F75E-3794-9C75-12D95A3A7EBC}"/>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99">
                  <a:extLst>
                    <a:ext uri="{FF2B5EF4-FFF2-40B4-BE49-F238E27FC236}">
                      <a16:creationId xmlns:a16="http://schemas.microsoft.com/office/drawing/2014/main" id="{C8B6E837-FCDD-1417-13DC-8FA120D06662}"/>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0">
                  <a:extLst>
                    <a:ext uri="{FF2B5EF4-FFF2-40B4-BE49-F238E27FC236}">
                      <a16:creationId xmlns:a16="http://schemas.microsoft.com/office/drawing/2014/main" id="{BB4AED4A-5539-715A-F91C-86C42E1DCA9A}"/>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01">
                  <a:extLst>
                    <a:ext uri="{FF2B5EF4-FFF2-40B4-BE49-F238E27FC236}">
                      <a16:creationId xmlns:a16="http://schemas.microsoft.com/office/drawing/2014/main" id="{343A56E9-240B-4451-3FA8-88C4F9F1845A}"/>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02">
                  <a:extLst>
                    <a:ext uri="{FF2B5EF4-FFF2-40B4-BE49-F238E27FC236}">
                      <a16:creationId xmlns:a16="http://schemas.microsoft.com/office/drawing/2014/main" id="{88283EAD-F870-FD80-AACC-3BD2A0E13053}"/>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7" name="Rectangle 103">
                  <a:extLst>
                    <a:ext uri="{FF2B5EF4-FFF2-40B4-BE49-F238E27FC236}">
                      <a16:creationId xmlns:a16="http://schemas.microsoft.com/office/drawing/2014/main" id="{2DC32918-CA0B-9150-5477-4D50E9418093}"/>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8" name="Rectangle 104">
                  <a:extLst>
                    <a:ext uri="{FF2B5EF4-FFF2-40B4-BE49-F238E27FC236}">
                      <a16:creationId xmlns:a16="http://schemas.microsoft.com/office/drawing/2014/main" id="{86CAF6CC-8263-B765-F837-B223F36C6878}"/>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9" name="Rectangle 105">
                  <a:extLst>
                    <a:ext uri="{FF2B5EF4-FFF2-40B4-BE49-F238E27FC236}">
                      <a16:creationId xmlns:a16="http://schemas.microsoft.com/office/drawing/2014/main" id="{4380AC07-8034-12E3-2359-5D0B34F27811}"/>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0" name="Rectangle 106">
                  <a:extLst>
                    <a:ext uri="{FF2B5EF4-FFF2-40B4-BE49-F238E27FC236}">
                      <a16:creationId xmlns:a16="http://schemas.microsoft.com/office/drawing/2014/main" id="{2DE5751A-985C-C056-2FFF-1CC2F28424F0}"/>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1" name="Rectangle 107">
                  <a:extLst>
                    <a:ext uri="{FF2B5EF4-FFF2-40B4-BE49-F238E27FC236}">
                      <a16:creationId xmlns:a16="http://schemas.microsoft.com/office/drawing/2014/main" id="{8582CB4F-AC44-5ACE-EB67-7AF5A76FF2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2" name="Rectangle 108">
                  <a:extLst>
                    <a:ext uri="{FF2B5EF4-FFF2-40B4-BE49-F238E27FC236}">
                      <a16:creationId xmlns:a16="http://schemas.microsoft.com/office/drawing/2014/main" id="{64246A8B-69F6-32A3-91D7-2BA88198BF77}"/>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3" name="Rectangle 109">
                  <a:extLst>
                    <a:ext uri="{FF2B5EF4-FFF2-40B4-BE49-F238E27FC236}">
                      <a16:creationId xmlns:a16="http://schemas.microsoft.com/office/drawing/2014/main" id="{BF455617-1E6C-C5B1-FE5A-63AA4214DD4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4" name="Rectangle 110">
                  <a:extLst>
                    <a:ext uri="{FF2B5EF4-FFF2-40B4-BE49-F238E27FC236}">
                      <a16:creationId xmlns:a16="http://schemas.microsoft.com/office/drawing/2014/main" id="{3B91FC9C-34F1-C396-BCBF-E226883F3D2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5" name="Rectangle 111">
                  <a:extLst>
                    <a:ext uri="{FF2B5EF4-FFF2-40B4-BE49-F238E27FC236}">
                      <a16:creationId xmlns:a16="http://schemas.microsoft.com/office/drawing/2014/main" id="{9915AD50-5F13-5C66-E0A0-C823A6909D4A}"/>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103" name="Groupe 152">
                <a:extLst>
                  <a:ext uri="{FF2B5EF4-FFF2-40B4-BE49-F238E27FC236}">
                    <a16:creationId xmlns:a16="http://schemas.microsoft.com/office/drawing/2014/main" id="{F8C0BA32-36C5-C696-E5AF-F4DD10DA003B}"/>
                  </a:ext>
                </a:extLst>
              </p:cNvPr>
              <p:cNvGrpSpPr/>
              <p:nvPr/>
            </p:nvGrpSpPr>
            <p:grpSpPr>
              <a:xfrm>
                <a:off x="7527020" y="2174293"/>
                <a:ext cx="1467257" cy="1169474"/>
                <a:chOff x="2609577" y="1563591"/>
                <a:chExt cx="1467257" cy="1169474"/>
              </a:xfrm>
            </p:grpSpPr>
            <p:grpSp>
              <p:nvGrpSpPr>
                <p:cNvPr id="118" name="Groupe 153">
                  <a:extLst>
                    <a:ext uri="{FF2B5EF4-FFF2-40B4-BE49-F238E27FC236}">
                      <a16:creationId xmlns:a16="http://schemas.microsoft.com/office/drawing/2014/main" id="{82669844-F047-3388-4CC2-D7890812900E}"/>
                    </a:ext>
                  </a:extLst>
                </p:cNvPr>
                <p:cNvGrpSpPr/>
                <p:nvPr/>
              </p:nvGrpSpPr>
              <p:grpSpPr>
                <a:xfrm>
                  <a:off x="2609577" y="1563591"/>
                  <a:ext cx="1412109" cy="1169474"/>
                  <a:chOff x="2645545" y="3994190"/>
                  <a:chExt cx="1412109" cy="1169474"/>
                </a:xfrm>
              </p:grpSpPr>
              <p:pic>
                <p:nvPicPr>
                  <p:cNvPr id="120" name="Graphique 155" descr="Diable avec un remplissage uni">
                    <a:extLst>
                      <a:ext uri="{FF2B5EF4-FFF2-40B4-BE49-F238E27FC236}">
                        <a16:creationId xmlns:a16="http://schemas.microsoft.com/office/drawing/2014/main" id="{A2B4973D-7FE9-0247-2586-D9AE2EEBC24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37365" y="4143375"/>
                    <a:ext cx="1020289" cy="1020289"/>
                  </a:xfrm>
                  <a:prstGeom prst="rect">
                    <a:avLst/>
                  </a:prstGeom>
                </p:spPr>
              </p:pic>
              <p:pic>
                <p:nvPicPr>
                  <p:cNvPr id="121" name="Graphique 156" descr="Base-ball avec un remplissage uni">
                    <a:extLst>
                      <a:ext uri="{FF2B5EF4-FFF2-40B4-BE49-F238E27FC236}">
                        <a16:creationId xmlns:a16="http://schemas.microsoft.com/office/drawing/2014/main" id="{A53B1A58-04EA-EB90-F26A-5B6B1559532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flipH="1">
                    <a:off x="2645545" y="4030462"/>
                    <a:ext cx="993713" cy="1133202"/>
                  </a:xfrm>
                  <a:prstGeom prst="rect">
                    <a:avLst/>
                  </a:prstGeom>
                </p:spPr>
              </p:pic>
              <p:sp>
                <p:nvSpPr>
                  <p:cNvPr id="122" name="Rectangle 157">
                    <a:extLst>
                      <a:ext uri="{FF2B5EF4-FFF2-40B4-BE49-F238E27FC236}">
                        <a16:creationId xmlns:a16="http://schemas.microsoft.com/office/drawing/2014/main" id="{C7A74F37-F4F1-79FC-0645-C41AF35367D2}"/>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9" name="Graphique 154" descr="Boîte à archives avec un remplissage uni">
                  <a:extLst>
                    <a:ext uri="{FF2B5EF4-FFF2-40B4-BE49-F238E27FC236}">
                      <a16:creationId xmlns:a16="http://schemas.microsoft.com/office/drawing/2014/main" id="{B73BEDED-5C55-4932-9FA2-280F5B331A3F}"/>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rot="20255485">
                  <a:off x="3419733" y="1863768"/>
                  <a:ext cx="657101" cy="657101"/>
                </a:xfrm>
                <a:prstGeom prst="rect">
                  <a:avLst/>
                </a:prstGeom>
              </p:spPr>
            </p:pic>
          </p:grpSp>
          <p:grpSp>
            <p:nvGrpSpPr>
              <p:cNvPr id="104" name="Groupe 158">
                <a:extLst>
                  <a:ext uri="{FF2B5EF4-FFF2-40B4-BE49-F238E27FC236}">
                    <a16:creationId xmlns:a16="http://schemas.microsoft.com/office/drawing/2014/main" id="{A590082D-C739-961B-F330-00D8067D7576}"/>
                  </a:ext>
                </a:extLst>
              </p:cNvPr>
              <p:cNvGrpSpPr/>
              <p:nvPr/>
            </p:nvGrpSpPr>
            <p:grpSpPr>
              <a:xfrm flipH="1">
                <a:off x="8944157" y="2297704"/>
                <a:ext cx="1093937" cy="1165158"/>
                <a:chOff x="1680627" y="1783722"/>
                <a:chExt cx="1331514" cy="1331514"/>
              </a:xfrm>
            </p:grpSpPr>
            <p:pic>
              <p:nvPicPr>
                <p:cNvPr id="105" name="Graphique 159" descr="Mur de briques en construction avec un remplissage uni">
                  <a:extLst>
                    <a:ext uri="{FF2B5EF4-FFF2-40B4-BE49-F238E27FC236}">
                      <a16:creationId xmlns:a16="http://schemas.microsoft.com/office/drawing/2014/main" id="{C4B6C0C6-7F31-E3C2-919C-3FF387EA15AE}"/>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680627" y="1783722"/>
                  <a:ext cx="1331514" cy="1331514"/>
                </a:xfrm>
                <a:prstGeom prst="rect">
                  <a:avLst/>
                </a:prstGeom>
              </p:spPr>
            </p:pic>
            <p:sp>
              <p:nvSpPr>
                <p:cNvPr id="106" name="Rectangle 160">
                  <a:extLst>
                    <a:ext uri="{FF2B5EF4-FFF2-40B4-BE49-F238E27FC236}">
                      <a16:creationId xmlns:a16="http://schemas.microsoft.com/office/drawing/2014/main" id="{5568DC13-89DD-23E2-29E4-3F892AB395B6}"/>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61">
                  <a:extLst>
                    <a:ext uri="{FF2B5EF4-FFF2-40B4-BE49-F238E27FC236}">
                      <a16:creationId xmlns:a16="http://schemas.microsoft.com/office/drawing/2014/main" id="{D987DAC4-17DC-2A97-1EB0-0AD81CC703D9}"/>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62">
                  <a:extLst>
                    <a:ext uri="{FF2B5EF4-FFF2-40B4-BE49-F238E27FC236}">
                      <a16:creationId xmlns:a16="http://schemas.microsoft.com/office/drawing/2014/main" id="{50E3BAFC-EA6F-1F79-924D-C943D6A86BC2}"/>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9" name="Rectangle 163">
                  <a:extLst>
                    <a:ext uri="{FF2B5EF4-FFF2-40B4-BE49-F238E27FC236}">
                      <a16:creationId xmlns:a16="http://schemas.microsoft.com/office/drawing/2014/main" id="{2F45CCA6-8183-5E49-A102-C29DF61EE2E8}"/>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0" name="Rectangle 164">
                  <a:extLst>
                    <a:ext uri="{FF2B5EF4-FFF2-40B4-BE49-F238E27FC236}">
                      <a16:creationId xmlns:a16="http://schemas.microsoft.com/office/drawing/2014/main" id="{82688194-AEDC-8346-D9E1-80BEFFE4F10F}"/>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1" name="Rectangle 165">
                  <a:extLst>
                    <a:ext uri="{FF2B5EF4-FFF2-40B4-BE49-F238E27FC236}">
                      <a16:creationId xmlns:a16="http://schemas.microsoft.com/office/drawing/2014/main" id="{DB5AC6EC-FC5A-F5CF-C446-A941A53FEBCC}"/>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2" name="Rectangle 166">
                  <a:extLst>
                    <a:ext uri="{FF2B5EF4-FFF2-40B4-BE49-F238E27FC236}">
                      <a16:creationId xmlns:a16="http://schemas.microsoft.com/office/drawing/2014/main" id="{A643A349-0FA7-59BC-85BE-551D646F0BF2}"/>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3" name="Rectangle 167">
                  <a:extLst>
                    <a:ext uri="{FF2B5EF4-FFF2-40B4-BE49-F238E27FC236}">
                      <a16:creationId xmlns:a16="http://schemas.microsoft.com/office/drawing/2014/main" id="{40382D84-2B9B-FD6B-A3D3-1057EDCFF96E}"/>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4" name="Rectangle 168">
                  <a:extLst>
                    <a:ext uri="{FF2B5EF4-FFF2-40B4-BE49-F238E27FC236}">
                      <a16:creationId xmlns:a16="http://schemas.microsoft.com/office/drawing/2014/main" id="{BDE6414A-EB2A-FB70-58A4-DFCA0495051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5" name="Rectangle 169">
                  <a:extLst>
                    <a:ext uri="{FF2B5EF4-FFF2-40B4-BE49-F238E27FC236}">
                      <a16:creationId xmlns:a16="http://schemas.microsoft.com/office/drawing/2014/main" id="{C93432A5-4383-6122-DD64-5B8F152D5A9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170">
                  <a:extLst>
                    <a:ext uri="{FF2B5EF4-FFF2-40B4-BE49-F238E27FC236}">
                      <a16:creationId xmlns:a16="http://schemas.microsoft.com/office/drawing/2014/main" id="{55DBB62E-D152-4F15-103A-D8F768C40756}"/>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171">
                  <a:extLst>
                    <a:ext uri="{FF2B5EF4-FFF2-40B4-BE49-F238E27FC236}">
                      <a16:creationId xmlns:a16="http://schemas.microsoft.com/office/drawing/2014/main" id="{BD72CAC1-D1B6-2F11-1301-A7634D157C38}"/>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18" name="Groupe 173">
              <a:extLst>
                <a:ext uri="{FF2B5EF4-FFF2-40B4-BE49-F238E27FC236}">
                  <a16:creationId xmlns:a16="http://schemas.microsoft.com/office/drawing/2014/main" id="{19094837-F50C-9D72-A775-C1C74315609E}"/>
                </a:ext>
              </a:extLst>
            </p:cNvPr>
            <p:cNvGrpSpPr/>
            <p:nvPr/>
          </p:nvGrpSpPr>
          <p:grpSpPr>
            <a:xfrm>
              <a:off x="8811398" y="1671748"/>
              <a:ext cx="2449701" cy="1195165"/>
              <a:chOff x="127000" y="915986"/>
              <a:chExt cx="12052300" cy="5880100"/>
            </a:xfrm>
          </p:grpSpPr>
          <p:sp>
            <p:nvSpPr>
              <p:cNvPr id="97" name="Flèche : droite 174">
                <a:extLst>
                  <a:ext uri="{FF2B5EF4-FFF2-40B4-BE49-F238E27FC236}">
                    <a16:creationId xmlns:a16="http://schemas.microsoft.com/office/drawing/2014/main" id="{58F3A8A7-F21B-0BD4-40A5-3C378983C254}"/>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8" name="Rectangle 175">
                <a:extLst>
                  <a:ext uri="{FF2B5EF4-FFF2-40B4-BE49-F238E27FC236}">
                    <a16:creationId xmlns:a16="http://schemas.microsoft.com/office/drawing/2014/main" id="{59B46300-35A8-3CC4-7453-BA85EE774A93}"/>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9" name="Rectangle 176">
                <a:extLst>
                  <a:ext uri="{FF2B5EF4-FFF2-40B4-BE49-F238E27FC236}">
                    <a16:creationId xmlns:a16="http://schemas.microsoft.com/office/drawing/2014/main" id="{3D46261A-2CB3-A5CE-95DA-3C7026D04F08}"/>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100" name="Rectangle 177">
                <a:extLst>
                  <a:ext uri="{FF2B5EF4-FFF2-40B4-BE49-F238E27FC236}">
                    <a16:creationId xmlns:a16="http://schemas.microsoft.com/office/drawing/2014/main" id="{0B43B686-19DA-8F06-71CA-398BC88A6C9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101" name="Rectangle 178">
                <a:extLst>
                  <a:ext uri="{FF2B5EF4-FFF2-40B4-BE49-F238E27FC236}">
                    <a16:creationId xmlns:a16="http://schemas.microsoft.com/office/drawing/2014/main" id="{5E0E590A-96EF-13AF-024D-4A99A8C0D5F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9" name="Groupe 1">
              <a:extLst>
                <a:ext uri="{FF2B5EF4-FFF2-40B4-BE49-F238E27FC236}">
                  <a16:creationId xmlns:a16="http://schemas.microsoft.com/office/drawing/2014/main" id="{BC71554C-1C3C-1EB9-A9BE-4F3BFA980C12}"/>
                </a:ext>
              </a:extLst>
            </p:cNvPr>
            <p:cNvGrpSpPr/>
            <p:nvPr/>
          </p:nvGrpSpPr>
          <p:grpSpPr>
            <a:xfrm>
              <a:off x="5655037" y="3889628"/>
              <a:ext cx="1471902" cy="1550016"/>
              <a:chOff x="6119047" y="342948"/>
              <a:chExt cx="5553478" cy="5848201"/>
            </a:xfrm>
          </p:grpSpPr>
          <p:pic>
            <p:nvPicPr>
              <p:cNvPr id="87" name="Graphique 112" descr="Balance de la justice avec un remplissage uni">
                <a:extLst>
                  <a:ext uri="{FF2B5EF4-FFF2-40B4-BE49-F238E27FC236}">
                    <a16:creationId xmlns:a16="http://schemas.microsoft.com/office/drawing/2014/main" id="{FF231F67-29B6-9B24-9119-F9DFDB1DD8AA}"/>
                  </a:ext>
                </a:extLst>
              </p:cNvPr>
              <p:cNvPicPr>
                <a:picLocks noChangeAspect="1"/>
              </p:cNvPicPr>
              <p:nvPr/>
            </p:nvPicPr>
            <p:blipFill rotWithShape="1">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rcRect l="6972" t="7530" r="8041" b="7105"/>
              <a:stretch/>
            </p:blipFill>
            <p:spPr>
              <a:xfrm>
                <a:off x="6521388" y="342948"/>
                <a:ext cx="4441794" cy="4461491"/>
              </a:xfrm>
              <a:prstGeom prst="rect">
                <a:avLst/>
              </a:prstGeom>
            </p:spPr>
          </p:pic>
          <p:sp>
            <p:nvSpPr>
              <p:cNvPr id="88" name="Rectangle 116">
                <a:extLst>
                  <a:ext uri="{FF2B5EF4-FFF2-40B4-BE49-F238E27FC236}">
                    <a16:creationId xmlns:a16="http://schemas.microsoft.com/office/drawing/2014/main" id="{9DDC0731-4AA3-026E-3C05-365AA9D6AB7F}"/>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9" name="Rectangle 117">
                <a:extLst>
                  <a:ext uri="{FF2B5EF4-FFF2-40B4-BE49-F238E27FC236}">
                    <a16:creationId xmlns:a16="http://schemas.microsoft.com/office/drawing/2014/main" id="{CC4F7EB7-95CE-F887-9D36-390FAA994E3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0" name="Rectangle 118">
                <a:extLst>
                  <a:ext uri="{FF2B5EF4-FFF2-40B4-BE49-F238E27FC236}">
                    <a16:creationId xmlns:a16="http://schemas.microsoft.com/office/drawing/2014/main" id="{81CFA7E1-E988-18AB-2A4F-1AD79F6BB0A6}"/>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1" name="Rectangle 119">
                <a:extLst>
                  <a:ext uri="{FF2B5EF4-FFF2-40B4-BE49-F238E27FC236}">
                    <a16:creationId xmlns:a16="http://schemas.microsoft.com/office/drawing/2014/main" id="{D9D473F7-06F5-BCF4-8702-930C5A2B0A3E}"/>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2" name="Rectangle 120">
                <a:extLst>
                  <a:ext uri="{FF2B5EF4-FFF2-40B4-BE49-F238E27FC236}">
                    <a16:creationId xmlns:a16="http://schemas.microsoft.com/office/drawing/2014/main" id="{C7125F3B-B3D8-9C4E-3986-0F3FF0D5E57D}"/>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3" name="Rectangle 121">
                <a:extLst>
                  <a:ext uri="{FF2B5EF4-FFF2-40B4-BE49-F238E27FC236}">
                    <a16:creationId xmlns:a16="http://schemas.microsoft.com/office/drawing/2014/main" id="{84E9BB60-67E1-AC63-F59A-75EA8607618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4" name="Rectangle 122">
                <a:extLst>
                  <a:ext uri="{FF2B5EF4-FFF2-40B4-BE49-F238E27FC236}">
                    <a16:creationId xmlns:a16="http://schemas.microsoft.com/office/drawing/2014/main" id="{160DB20E-F108-0D2B-873E-6F03CA9D8AB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5" name="Rectangle 123">
                <a:extLst>
                  <a:ext uri="{FF2B5EF4-FFF2-40B4-BE49-F238E27FC236}">
                    <a16:creationId xmlns:a16="http://schemas.microsoft.com/office/drawing/2014/main" id="{FA43A4A0-6621-059D-2BBB-B184865DF46E}"/>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6" name="Rectangle 124">
                <a:extLst>
                  <a:ext uri="{FF2B5EF4-FFF2-40B4-BE49-F238E27FC236}">
                    <a16:creationId xmlns:a16="http://schemas.microsoft.com/office/drawing/2014/main" id="{8EBB89BC-5E3C-8043-6684-510D3439001D}"/>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grpSp>
          <p:nvGrpSpPr>
            <p:cNvPr id="20" name="Groupe 125">
              <a:extLst>
                <a:ext uri="{FF2B5EF4-FFF2-40B4-BE49-F238E27FC236}">
                  <a16:creationId xmlns:a16="http://schemas.microsoft.com/office/drawing/2014/main" id="{C98570DF-09C1-5688-369D-DDFF908D558B}"/>
                </a:ext>
              </a:extLst>
            </p:cNvPr>
            <p:cNvGrpSpPr/>
            <p:nvPr/>
          </p:nvGrpSpPr>
          <p:grpSpPr>
            <a:xfrm>
              <a:off x="1420529" y="4111588"/>
              <a:ext cx="1618049" cy="1201642"/>
              <a:chOff x="4856111" y="1739195"/>
              <a:chExt cx="6696567" cy="4973195"/>
            </a:xfrm>
          </p:grpSpPr>
          <p:pic>
            <p:nvPicPr>
              <p:cNvPr id="54" name="Graphique 126" descr="Sphères de Harvey 100% avec un remplissage uni">
                <a:extLst>
                  <a:ext uri="{FF2B5EF4-FFF2-40B4-BE49-F238E27FC236}">
                    <a16:creationId xmlns:a16="http://schemas.microsoft.com/office/drawing/2014/main" id="{4894D05E-9F4B-A54E-6B37-03AB8AB58C96}"/>
                  </a:ext>
                </a:extLst>
              </p:cNvPr>
              <p:cNvPicPr>
                <a:picLocks noChangeAspect="1"/>
              </p:cNvPicPr>
              <p:nvPr/>
            </p:nvPicPr>
            <p:blipFill rotWithShape="1">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rcRect l="10326" t="10344" r="10326" b="10240"/>
              <a:stretch/>
            </p:blipFill>
            <p:spPr>
              <a:xfrm>
                <a:off x="4856111" y="3574539"/>
                <a:ext cx="1792339" cy="1793874"/>
              </a:xfrm>
              <a:prstGeom prst="rect">
                <a:avLst/>
              </a:prstGeom>
            </p:spPr>
          </p:pic>
          <p:grpSp>
            <p:nvGrpSpPr>
              <p:cNvPr id="55" name="Groupe 128">
                <a:extLst>
                  <a:ext uri="{FF2B5EF4-FFF2-40B4-BE49-F238E27FC236}">
                    <a16:creationId xmlns:a16="http://schemas.microsoft.com/office/drawing/2014/main" id="{6C15521F-7DD8-0321-341D-421BE2311027}"/>
                  </a:ext>
                </a:extLst>
              </p:cNvPr>
              <p:cNvGrpSpPr/>
              <p:nvPr/>
            </p:nvGrpSpPr>
            <p:grpSpPr>
              <a:xfrm>
                <a:off x="8201266" y="2889716"/>
                <a:ext cx="1203959" cy="1114429"/>
                <a:chOff x="495541" y="3991241"/>
                <a:chExt cx="1203959" cy="1114429"/>
              </a:xfrm>
            </p:grpSpPr>
            <p:sp>
              <p:nvSpPr>
                <p:cNvPr id="85" name="Rectangle 195">
                  <a:extLst>
                    <a:ext uri="{FF2B5EF4-FFF2-40B4-BE49-F238E27FC236}">
                      <a16:creationId xmlns:a16="http://schemas.microsoft.com/office/drawing/2014/main" id="{06E968CC-C07B-35A5-1270-831B18E5A105}"/>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6" name="Graphique 196" descr="Utilisateurs avec un remplissage uni">
                  <a:extLst>
                    <a:ext uri="{FF2B5EF4-FFF2-40B4-BE49-F238E27FC236}">
                      <a16:creationId xmlns:a16="http://schemas.microsoft.com/office/drawing/2014/main" id="{5E01893A-557F-EA13-F9F5-DE0795CCAB8D}"/>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83195" y="3991241"/>
                  <a:ext cx="710146" cy="710146"/>
                </a:xfrm>
                <a:prstGeom prst="rect">
                  <a:avLst/>
                </a:prstGeom>
              </p:spPr>
            </p:pic>
          </p:grpSp>
          <p:grpSp>
            <p:nvGrpSpPr>
              <p:cNvPr id="56" name="Groupe 129">
                <a:extLst>
                  <a:ext uri="{FF2B5EF4-FFF2-40B4-BE49-F238E27FC236}">
                    <a16:creationId xmlns:a16="http://schemas.microsoft.com/office/drawing/2014/main" id="{E76D0006-922E-9872-2DA1-24356E01E99E}"/>
                  </a:ext>
                </a:extLst>
              </p:cNvPr>
              <p:cNvGrpSpPr/>
              <p:nvPr/>
            </p:nvGrpSpPr>
            <p:grpSpPr>
              <a:xfrm>
                <a:off x="8144116" y="4080387"/>
                <a:ext cx="1203959" cy="1114429"/>
                <a:chOff x="495541" y="3991241"/>
                <a:chExt cx="1203959" cy="1114429"/>
              </a:xfrm>
              <a:solidFill>
                <a:srgbClr val="0683AA"/>
              </a:solidFill>
            </p:grpSpPr>
            <p:sp>
              <p:nvSpPr>
                <p:cNvPr id="83" name="Rectangle 193">
                  <a:extLst>
                    <a:ext uri="{FF2B5EF4-FFF2-40B4-BE49-F238E27FC236}">
                      <a16:creationId xmlns:a16="http://schemas.microsoft.com/office/drawing/2014/main" id="{843A3528-BA36-C290-3ED3-DD5DE92E288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4" name="Graphique 194" descr="Utilisateurs avec un remplissage uni">
                  <a:extLst>
                    <a:ext uri="{FF2B5EF4-FFF2-40B4-BE49-F238E27FC236}">
                      <a16:creationId xmlns:a16="http://schemas.microsoft.com/office/drawing/2014/main" id="{572DC5EC-40C3-48C6-D0FF-5AA0B1F91C1F}"/>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83195" y="3991241"/>
                  <a:ext cx="710146" cy="710146"/>
                </a:xfrm>
                <a:prstGeom prst="rect">
                  <a:avLst/>
                </a:prstGeom>
              </p:spPr>
            </p:pic>
          </p:grpSp>
          <p:grpSp>
            <p:nvGrpSpPr>
              <p:cNvPr id="57" name="Groupe 130">
                <a:extLst>
                  <a:ext uri="{FF2B5EF4-FFF2-40B4-BE49-F238E27FC236}">
                    <a16:creationId xmlns:a16="http://schemas.microsoft.com/office/drawing/2014/main" id="{8B352FE5-CC80-D05A-B69B-547C858E540E}"/>
                  </a:ext>
                </a:extLst>
              </p:cNvPr>
              <p:cNvGrpSpPr/>
              <p:nvPr/>
            </p:nvGrpSpPr>
            <p:grpSpPr>
              <a:xfrm>
                <a:off x="7765182" y="5459500"/>
                <a:ext cx="1203959" cy="1114429"/>
                <a:chOff x="495541" y="3991241"/>
                <a:chExt cx="1203959" cy="1114429"/>
              </a:xfrm>
            </p:grpSpPr>
            <p:sp>
              <p:nvSpPr>
                <p:cNvPr id="81" name="Rectangle 191">
                  <a:extLst>
                    <a:ext uri="{FF2B5EF4-FFF2-40B4-BE49-F238E27FC236}">
                      <a16:creationId xmlns:a16="http://schemas.microsoft.com/office/drawing/2014/main" id="{FA58D5D1-0690-1A0D-5FAB-6F0E5FEE9BC8}"/>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2" name="Graphique 192" descr="Utilisateurs avec un remplissage uni">
                  <a:extLst>
                    <a:ext uri="{FF2B5EF4-FFF2-40B4-BE49-F238E27FC236}">
                      <a16:creationId xmlns:a16="http://schemas.microsoft.com/office/drawing/2014/main" id="{C7B25758-B273-7807-E388-36D07F8F0DA3}"/>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83195" y="3991241"/>
                  <a:ext cx="710146" cy="710146"/>
                </a:xfrm>
                <a:prstGeom prst="rect">
                  <a:avLst/>
                </a:prstGeom>
              </p:spPr>
            </p:pic>
          </p:grpSp>
          <p:grpSp>
            <p:nvGrpSpPr>
              <p:cNvPr id="58" name="Groupe 131">
                <a:extLst>
                  <a:ext uri="{FF2B5EF4-FFF2-40B4-BE49-F238E27FC236}">
                    <a16:creationId xmlns:a16="http://schemas.microsoft.com/office/drawing/2014/main" id="{9E199F05-1DC9-6F4F-9083-8D4447A2CCD7}"/>
                  </a:ext>
                </a:extLst>
              </p:cNvPr>
              <p:cNvGrpSpPr/>
              <p:nvPr/>
            </p:nvGrpSpPr>
            <p:grpSpPr>
              <a:xfrm>
                <a:off x="10040031" y="5626122"/>
                <a:ext cx="1203959" cy="1086268"/>
                <a:chOff x="1844480" y="4004145"/>
                <a:chExt cx="1203959" cy="1086268"/>
              </a:xfrm>
            </p:grpSpPr>
            <p:sp>
              <p:nvSpPr>
                <p:cNvPr id="79" name="Rectangle 189">
                  <a:extLst>
                    <a:ext uri="{FF2B5EF4-FFF2-40B4-BE49-F238E27FC236}">
                      <a16:creationId xmlns:a16="http://schemas.microsoft.com/office/drawing/2014/main" id="{7E3AC5CA-C6FF-BCB8-0BD6-3CCEA9EA8E76}"/>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80" name="Graphique 190" descr="Utilisateurs avec un remplissage uni">
                  <a:extLst>
                    <a:ext uri="{FF2B5EF4-FFF2-40B4-BE49-F238E27FC236}">
                      <a16:creationId xmlns:a16="http://schemas.microsoft.com/office/drawing/2014/main" id="{8AC0E092-9D9F-F975-6CAA-3A72B547E873}"/>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2091386" y="4004145"/>
                  <a:ext cx="710146" cy="710146"/>
                </a:xfrm>
                <a:prstGeom prst="rect">
                  <a:avLst/>
                </a:prstGeom>
              </p:spPr>
            </p:pic>
          </p:grpSp>
          <p:grpSp>
            <p:nvGrpSpPr>
              <p:cNvPr id="59" name="Groupe 132">
                <a:extLst>
                  <a:ext uri="{FF2B5EF4-FFF2-40B4-BE49-F238E27FC236}">
                    <a16:creationId xmlns:a16="http://schemas.microsoft.com/office/drawing/2014/main" id="{78D258C7-35BD-8509-1A3B-09DC397C888A}"/>
                  </a:ext>
                </a:extLst>
              </p:cNvPr>
              <p:cNvGrpSpPr/>
              <p:nvPr/>
            </p:nvGrpSpPr>
            <p:grpSpPr>
              <a:xfrm>
                <a:off x="10348719" y="4140742"/>
                <a:ext cx="1203959" cy="1086268"/>
                <a:chOff x="1844480" y="4004145"/>
                <a:chExt cx="1203959" cy="1086268"/>
              </a:xfrm>
            </p:grpSpPr>
            <p:sp>
              <p:nvSpPr>
                <p:cNvPr id="77" name="Rectangle 187">
                  <a:extLst>
                    <a:ext uri="{FF2B5EF4-FFF2-40B4-BE49-F238E27FC236}">
                      <a16:creationId xmlns:a16="http://schemas.microsoft.com/office/drawing/2014/main" id="{D80BD476-9AF1-C8A8-14F8-8EE9CD63C6BC}"/>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8" name="Graphique 188" descr="Utilisateurs avec un remplissage uni">
                  <a:extLst>
                    <a:ext uri="{FF2B5EF4-FFF2-40B4-BE49-F238E27FC236}">
                      <a16:creationId xmlns:a16="http://schemas.microsoft.com/office/drawing/2014/main" id="{C6603226-90EA-9A4A-CDE7-B5D8FD55DB2E}"/>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2091386" y="4004145"/>
                  <a:ext cx="710146" cy="710146"/>
                </a:xfrm>
                <a:prstGeom prst="rect">
                  <a:avLst/>
                </a:prstGeom>
              </p:spPr>
            </p:pic>
          </p:grpSp>
          <p:pic>
            <p:nvPicPr>
              <p:cNvPr id="60" name="Graphique 185" descr="Utilisateur avec un remplissage uni">
                <a:extLst>
                  <a:ext uri="{FF2B5EF4-FFF2-40B4-BE49-F238E27FC236}">
                    <a16:creationId xmlns:a16="http://schemas.microsoft.com/office/drawing/2014/main" id="{F8FF99FD-30C1-CF12-7654-7DE7FF788845}"/>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451137" y="1940358"/>
                <a:ext cx="634194" cy="634194"/>
              </a:xfrm>
              <a:prstGeom prst="rect">
                <a:avLst/>
              </a:prstGeom>
            </p:spPr>
          </p:pic>
          <p:grpSp>
            <p:nvGrpSpPr>
              <p:cNvPr id="61" name="Groupe 134">
                <a:extLst>
                  <a:ext uri="{FF2B5EF4-FFF2-40B4-BE49-F238E27FC236}">
                    <a16:creationId xmlns:a16="http://schemas.microsoft.com/office/drawing/2014/main" id="{BF853D9E-32C0-CA29-41A0-61CA36B6DD6A}"/>
                  </a:ext>
                </a:extLst>
              </p:cNvPr>
              <p:cNvGrpSpPr/>
              <p:nvPr/>
            </p:nvGrpSpPr>
            <p:grpSpPr>
              <a:xfrm>
                <a:off x="10058713" y="1739195"/>
                <a:ext cx="1203959" cy="1086268"/>
                <a:chOff x="1844480" y="4004145"/>
                <a:chExt cx="1203959" cy="1086268"/>
              </a:xfrm>
            </p:grpSpPr>
            <p:sp>
              <p:nvSpPr>
                <p:cNvPr id="75" name="Rectangle 150">
                  <a:extLst>
                    <a:ext uri="{FF2B5EF4-FFF2-40B4-BE49-F238E27FC236}">
                      <a16:creationId xmlns:a16="http://schemas.microsoft.com/office/drawing/2014/main" id="{E7951357-2784-9D4C-B986-CAE00975A9A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6" name="Graphique 151" descr="Utilisateurs avec un remplissage uni">
                  <a:extLst>
                    <a:ext uri="{FF2B5EF4-FFF2-40B4-BE49-F238E27FC236}">
                      <a16:creationId xmlns:a16="http://schemas.microsoft.com/office/drawing/2014/main" id="{F9965EDF-6EC9-EAF6-FBD7-56302C8D3688}"/>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2091386" y="4004145"/>
                  <a:ext cx="710146" cy="710146"/>
                </a:xfrm>
                <a:prstGeom prst="rect">
                  <a:avLst/>
                </a:prstGeom>
              </p:spPr>
            </p:pic>
          </p:grpSp>
          <p:pic>
            <p:nvPicPr>
              <p:cNvPr id="62" name="Graphique 148" descr="Utilisateur avec un remplissage uni">
                <a:extLst>
                  <a:ext uri="{FF2B5EF4-FFF2-40B4-BE49-F238E27FC236}">
                    <a16:creationId xmlns:a16="http://schemas.microsoft.com/office/drawing/2014/main" id="{65DEE276-5D4C-8B22-0EA1-B7350EE2607D}"/>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10324912" y="3254927"/>
                <a:ext cx="634194" cy="634194"/>
              </a:xfrm>
              <a:prstGeom prst="rect">
                <a:avLst/>
              </a:prstGeom>
            </p:spPr>
          </p:pic>
          <p:sp>
            <p:nvSpPr>
              <p:cNvPr id="63" name="Flèche : droite 136">
                <a:extLst>
                  <a:ext uri="{FF2B5EF4-FFF2-40B4-BE49-F238E27FC236}">
                    <a16:creationId xmlns:a16="http://schemas.microsoft.com/office/drawing/2014/main" id="{D97947B1-5E74-6C21-D555-7C658D6879F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4" name="Flèche : droite 137">
                <a:extLst>
                  <a:ext uri="{FF2B5EF4-FFF2-40B4-BE49-F238E27FC236}">
                    <a16:creationId xmlns:a16="http://schemas.microsoft.com/office/drawing/2014/main" id="{F80893CB-6CA2-3AFE-8CCC-B2E67670CC6E}"/>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5" name="Flèche : droite 138">
                <a:extLst>
                  <a:ext uri="{FF2B5EF4-FFF2-40B4-BE49-F238E27FC236}">
                    <a16:creationId xmlns:a16="http://schemas.microsoft.com/office/drawing/2014/main" id="{C6B38C8F-B507-A4A2-2CFC-B626D26212F4}"/>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6" name="Flèche : droite 139">
                <a:extLst>
                  <a:ext uri="{FF2B5EF4-FFF2-40B4-BE49-F238E27FC236}">
                    <a16:creationId xmlns:a16="http://schemas.microsoft.com/office/drawing/2014/main" id="{59D21F67-FE45-6D58-A167-1CE57B4E9F7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7" name="Flèche : droite 140">
                <a:extLst>
                  <a:ext uri="{FF2B5EF4-FFF2-40B4-BE49-F238E27FC236}">
                    <a16:creationId xmlns:a16="http://schemas.microsoft.com/office/drawing/2014/main" id="{522A4D3A-9AD5-CFC1-A830-7C9612E0E8B4}"/>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8" name="Flèche : droite 141">
                <a:extLst>
                  <a:ext uri="{FF2B5EF4-FFF2-40B4-BE49-F238E27FC236}">
                    <a16:creationId xmlns:a16="http://schemas.microsoft.com/office/drawing/2014/main" id="{F5FBD1B9-6E49-5454-3BA7-BC3A67DD63F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9" name="Flèche : droite 142">
                <a:extLst>
                  <a:ext uri="{FF2B5EF4-FFF2-40B4-BE49-F238E27FC236}">
                    <a16:creationId xmlns:a16="http://schemas.microsoft.com/office/drawing/2014/main" id="{6B95A4AA-5577-AFDC-8BCF-A666E33CF2DC}"/>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0" name="Flèche : droite 143">
                <a:extLst>
                  <a:ext uri="{FF2B5EF4-FFF2-40B4-BE49-F238E27FC236}">
                    <a16:creationId xmlns:a16="http://schemas.microsoft.com/office/drawing/2014/main" id="{D19A6837-95F7-DBE1-3A34-011FAE6DE729}"/>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1" name="Flèche : droite 144">
                <a:extLst>
                  <a:ext uri="{FF2B5EF4-FFF2-40B4-BE49-F238E27FC236}">
                    <a16:creationId xmlns:a16="http://schemas.microsoft.com/office/drawing/2014/main" id="{F27ED784-7D8D-06A2-D8B2-2049D1E47A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2" name="Graphique 145" descr="Utilisateur avec un remplissage uni">
                <a:extLst>
                  <a:ext uri="{FF2B5EF4-FFF2-40B4-BE49-F238E27FC236}">
                    <a16:creationId xmlns:a16="http://schemas.microsoft.com/office/drawing/2014/main" id="{1B259A42-AFB6-CD8A-E8DA-71964DC443A7}"/>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9199066" y="3752255"/>
                <a:ext cx="410445" cy="410445"/>
              </a:xfrm>
              <a:prstGeom prst="rect">
                <a:avLst/>
              </a:prstGeom>
            </p:spPr>
          </p:pic>
          <p:pic>
            <p:nvPicPr>
              <p:cNvPr id="73" name="Graphique 146" descr="Utilisateur avec un remplissage uni">
                <a:extLst>
                  <a:ext uri="{FF2B5EF4-FFF2-40B4-BE49-F238E27FC236}">
                    <a16:creationId xmlns:a16="http://schemas.microsoft.com/office/drawing/2014/main" id="{B049423F-968B-E9AD-F7D3-F10D7DBC2B87}"/>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7997464" y="4944818"/>
                <a:ext cx="410445" cy="410445"/>
              </a:xfrm>
              <a:prstGeom prst="rect">
                <a:avLst/>
              </a:prstGeom>
            </p:spPr>
          </p:pic>
          <p:pic>
            <p:nvPicPr>
              <p:cNvPr id="74" name="Graphique 147" descr="Utilisateur avec un remplissage uni">
                <a:extLst>
                  <a:ext uri="{FF2B5EF4-FFF2-40B4-BE49-F238E27FC236}">
                    <a16:creationId xmlns:a16="http://schemas.microsoft.com/office/drawing/2014/main" id="{AFFE7B2C-8ABD-89B4-D9AF-F2835945D495}"/>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10985327" y="2533953"/>
                <a:ext cx="410445" cy="410445"/>
              </a:xfrm>
              <a:prstGeom prst="rect">
                <a:avLst/>
              </a:prstGeom>
            </p:spPr>
          </p:pic>
        </p:grpSp>
        <p:grpSp>
          <p:nvGrpSpPr>
            <p:cNvPr id="21" name="Groupe 2">
              <a:extLst>
                <a:ext uri="{FF2B5EF4-FFF2-40B4-BE49-F238E27FC236}">
                  <a16:creationId xmlns:a16="http://schemas.microsoft.com/office/drawing/2014/main" id="{7F96A8D2-138A-001F-EE91-7B9306DE4307}"/>
                </a:ext>
              </a:extLst>
            </p:cNvPr>
            <p:cNvGrpSpPr/>
            <p:nvPr/>
          </p:nvGrpSpPr>
          <p:grpSpPr>
            <a:xfrm>
              <a:off x="9351431" y="3918129"/>
              <a:ext cx="1423632" cy="1509929"/>
              <a:chOff x="6900539" y="986484"/>
              <a:chExt cx="5204718" cy="5520217"/>
            </a:xfrm>
          </p:grpSpPr>
          <p:sp>
            <p:nvSpPr>
              <p:cNvPr id="23" name="Rectangle 186">
                <a:extLst>
                  <a:ext uri="{FF2B5EF4-FFF2-40B4-BE49-F238E27FC236}">
                    <a16:creationId xmlns:a16="http://schemas.microsoft.com/office/drawing/2014/main" id="{E15CD3D5-130C-36FD-107C-AB5787A569BF}"/>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 de base</a:t>
                </a:r>
              </a:p>
            </p:txBody>
          </p:sp>
          <p:sp>
            <p:nvSpPr>
              <p:cNvPr id="24" name="Rectangle 197">
                <a:extLst>
                  <a:ext uri="{FF2B5EF4-FFF2-40B4-BE49-F238E27FC236}">
                    <a16:creationId xmlns:a16="http://schemas.microsoft.com/office/drawing/2014/main" id="{AAEF99BD-27DC-0DA7-FAB9-CA6EB16092CC}"/>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5" name="Rectangle 198">
                <a:extLst>
                  <a:ext uri="{FF2B5EF4-FFF2-40B4-BE49-F238E27FC236}">
                    <a16:creationId xmlns:a16="http://schemas.microsoft.com/office/drawing/2014/main" id="{69E76BE8-277A-83A9-3FFD-14ACFD8531C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26" name="Rectangle 199">
                <a:extLst>
                  <a:ext uri="{FF2B5EF4-FFF2-40B4-BE49-F238E27FC236}">
                    <a16:creationId xmlns:a16="http://schemas.microsoft.com/office/drawing/2014/main" id="{29D156EA-79B1-01A7-D395-7EB40025D181}"/>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7" name="Rectangle 200">
                <a:extLst>
                  <a:ext uri="{FF2B5EF4-FFF2-40B4-BE49-F238E27FC236}">
                    <a16:creationId xmlns:a16="http://schemas.microsoft.com/office/drawing/2014/main" id="{2EF4006C-93D3-ADD5-535E-95A0044A1765}"/>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8" name="Rectangle 201">
                <a:extLst>
                  <a:ext uri="{FF2B5EF4-FFF2-40B4-BE49-F238E27FC236}">
                    <a16:creationId xmlns:a16="http://schemas.microsoft.com/office/drawing/2014/main" id="{58AB1FAF-9482-59F9-FD0E-7804E6ACD96A}"/>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9" name="Rectangle 202">
                <a:extLst>
                  <a:ext uri="{FF2B5EF4-FFF2-40B4-BE49-F238E27FC236}">
                    <a16:creationId xmlns:a16="http://schemas.microsoft.com/office/drawing/2014/main" id="{7B84E1C9-4895-C975-6D35-3FE97E1BE6FD}"/>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30" name="Rectangle 203">
                <a:extLst>
                  <a:ext uri="{FF2B5EF4-FFF2-40B4-BE49-F238E27FC236}">
                    <a16:creationId xmlns:a16="http://schemas.microsoft.com/office/drawing/2014/main" id="{143B90FE-867C-6C4B-BAE0-A80A548FA53D}"/>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1" name="Rectangle 204">
                <a:extLst>
                  <a:ext uri="{FF2B5EF4-FFF2-40B4-BE49-F238E27FC236}">
                    <a16:creationId xmlns:a16="http://schemas.microsoft.com/office/drawing/2014/main" id="{43E9E799-E68C-96AA-B126-593FAAC29030}"/>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32" name="Rectangle 205">
                <a:extLst>
                  <a:ext uri="{FF2B5EF4-FFF2-40B4-BE49-F238E27FC236}">
                    <a16:creationId xmlns:a16="http://schemas.microsoft.com/office/drawing/2014/main" id="{2A00F674-393E-07CD-5B5C-B368AE94E271}"/>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33" name="Rectangle 206">
                <a:extLst>
                  <a:ext uri="{FF2B5EF4-FFF2-40B4-BE49-F238E27FC236}">
                    <a16:creationId xmlns:a16="http://schemas.microsoft.com/office/drawing/2014/main" id="{E284691F-6B10-38CD-C1AA-FC3A6A34E861}"/>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34" name="Rectangle 207">
                <a:extLst>
                  <a:ext uri="{FF2B5EF4-FFF2-40B4-BE49-F238E27FC236}">
                    <a16:creationId xmlns:a16="http://schemas.microsoft.com/office/drawing/2014/main" id="{F2905034-360C-3276-3C22-6B94E0ED4D8C}"/>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5" name="Rectangle 208">
                <a:extLst>
                  <a:ext uri="{FF2B5EF4-FFF2-40B4-BE49-F238E27FC236}">
                    <a16:creationId xmlns:a16="http://schemas.microsoft.com/office/drawing/2014/main" id="{BE9534BA-25FB-5128-B9C2-E6DA7CD7DE77}"/>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36" name="Connecteur droit avec flèche 209">
                <a:extLst>
                  <a:ext uri="{FF2B5EF4-FFF2-40B4-BE49-F238E27FC236}">
                    <a16:creationId xmlns:a16="http://schemas.microsoft.com/office/drawing/2014/main" id="{3C37CDBD-8D46-1CB9-74C5-E08786649472}"/>
                  </a:ext>
                </a:extLst>
              </p:cNvPr>
              <p:cNvCxnSpPr>
                <a:cxnSpLocks/>
                <a:endCxn id="2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0">
                <a:extLst>
                  <a:ext uri="{FF2B5EF4-FFF2-40B4-BE49-F238E27FC236}">
                    <a16:creationId xmlns:a16="http://schemas.microsoft.com/office/drawing/2014/main" id="{16FB4F05-12DA-551E-47B9-0F3BE3F367B3}"/>
                  </a:ext>
                </a:extLst>
              </p:cNvPr>
              <p:cNvCxnSpPr>
                <a:cxnSpLocks/>
                <a:stCxn id="2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11">
                <a:extLst>
                  <a:ext uri="{FF2B5EF4-FFF2-40B4-BE49-F238E27FC236}">
                    <a16:creationId xmlns:a16="http://schemas.microsoft.com/office/drawing/2014/main" id="{711DA04C-E627-8EF8-512D-59D5338F3078}"/>
                  </a:ext>
                </a:extLst>
              </p:cNvPr>
              <p:cNvCxnSpPr>
                <a:cxnSpLocks/>
                <a:stCxn id="23" idx="0"/>
                <a:endCxn id="2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12">
                <a:extLst>
                  <a:ext uri="{FF2B5EF4-FFF2-40B4-BE49-F238E27FC236}">
                    <a16:creationId xmlns:a16="http://schemas.microsoft.com/office/drawing/2014/main" id="{049D74A2-34B2-1342-CC94-C61C40909A0E}"/>
                  </a:ext>
                </a:extLst>
              </p:cNvPr>
              <p:cNvCxnSpPr>
                <a:cxnSpLocks/>
                <a:stCxn id="23" idx="0"/>
                <a:endCxn id="2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213">
                <a:extLst>
                  <a:ext uri="{FF2B5EF4-FFF2-40B4-BE49-F238E27FC236}">
                    <a16:creationId xmlns:a16="http://schemas.microsoft.com/office/drawing/2014/main" id="{83381481-EF81-FD8D-7B70-F3ABB922B303}"/>
                  </a:ext>
                </a:extLst>
              </p:cNvPr>
              <p:cNvCxnSpPr>
                <a:cxnSpLocks/>
                <a:stCxn id="28" idx="0"/>
                <a:endCxn id="35"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214">
                <a:extLst>
                  <a:ext uri="{FF2B5EF4-FFF2-40B4-BE49-F238E27FC236}">
                    <a16:creationId xmlns:a16="http://schemas.microsoft.com/office/drawing/2014/main" id="{139FB840-E622-A927-B05A-0C25F7117E56}"/>
                  </a:ext>
                </a:extLst>
              </p:cNvPr>
              <p:cNvCxnSpPr>
                <a:cxnSpLocks/>
                <a:stCxn id="25" idx="0"/>
                <a:endCxn id="2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215">
                <a:extLst>
                  <a:ext uri="{FF2B5EF4-FFF2-40B4-BE49-F238E27FC236}">
                    <a16:creationId xmlns:a16="http://schemas.microsoft.com/office/drawing/2014/main" id="{A94F91F2-2890-87E7-D8C3-E81230B7F854}"/>
                  </a:ext>
                </a:extLst>
              </p:cNvPr>
              <p:cNvCxnSpPr>
                <a:cxnSpLocks/>
                <a:stCxn id="26" idx="0"/>
                <a:endCxn id="29"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216">
                <a:extLst>
                  <a:ext uri="{FF2B5EF4-FFF2-40B4-BE49-F238E27FC236}">
                    <a16:creationId xmlns:a16="http://schemas.microsoft.com/office/drawing/2014/main" id="{2FB9FBB2-2D5A-FF0C-5DB8-4CB0CB12CA01}"/>
                  </a:ext>
                </a:extLst>
              </p:cNvPr>
              <p:cNvCxnSpPr>
                <a:cxnSpLocks/>
                <a:stCxn id="29" idx="0"/>
                <a:endCxn id="30"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217">
                <a:extLst>
                  <a:ext uri="{FF2B5EF4-FFF2-40B4-BE49-F238E27FC236}">
                    <a16:creationId xmlns:a16="http://schemas.microsoft.com/office/drawing/2014/main" id="{3ED4AA10-8330-3920-E745-2C4E011EDB8D}"/>
                  </a:ext>
                </a:extLst>
              </p:cNvPr>
              <p:cNvCxnSpPr>
                <a:cxnSpLocks/>
                <a:stCxn id="30" idx="0"/>
                <a:endCxn id="53"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218">
                <a:extLst>
                  <a:ext uri="{FF2B5EF4-FFF2-40B4-BE49-F238E27FC236}">
                    <a16:creationId xmlns:a16="http://schemas.microsoft.com/office/drawing/2014/main" id="{F9CFCC97-CD87-06DD-C8E0-620783EED9DA}"/>
                  </a:ext>
                </a:extLst>
              </p:cNvPr>
              <p:cNvCxnSpPr>
                <a:cxnSpLocks/>
                <a:stCxn id="26" idx="0"/>
                <a:endCxn id="31"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219">
                <a:extLst>
                  <a:ext uri="{FF2B5EF4-FFF2-40B4-BE49-F238E27FC236}">
                    <a16:creationId xmlns:a16="http://schemas.microsoft.com/office/drawing/2014/main" id="{CBEB98C7-4601-A493-14F1-A271C932B2B3}"/>
                  </a:ext>
                </a:extLst>
              </p:cNvPr>
              <p:cNvCxnSpPr>
                <a:cxnSpLocks/>
                <a:stCxn id="31" idx="0"/>
                <a:endCxn id="32"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220">
                <a:extLst>
                  <a:ext uri="{FF2B5EF4-FFF2-40B4-BE49-F238E27FC236}">
                    <a16:creationId xmlns:a16="http://schemas.microsoft.com/office/drawing/2014/main" id="{7AFE7F43-732D-390C-2A59-3C912EF27F88}"/>
                  </a:ext>
                </a:extLst>
              </p:cNvPr>
              <p:cNvCxnSpPr>
                <a:cxnSpLocks/>
                <a:stCxn id="32" idx="0"/>
                <a:endCxn id="33"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221">
                <a:extLst>
                  <a:ext uri="{FF2B5EF4-FFF2-40B4-BE49-F238E27FC236}">
                    <a16:creationId xmlns:a16="http://schemas.microsoft.com/office/drawing/2014/main" id="{F00E1BE4-C1D8-2545-FFC7-4594B36FF04D}"/>
                  </a:ext>
                </a:extLst>
              </p:cNvPr>
              <p:cNvCxnSpPr>
                <a:cxnSpLocks/>
                <a:stCxn id="33" idx="0"/>
                <a:endCxn id="34"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9" name="Rectangle 222">
                <a:extLst>
                  <a:ext uri="{FF2B5EF4-FFF2-40B4-BE49-F238E27FC236}">
                    <a16:creationId xmlns:a16="http://schemas.microsoft.com/office/drawing/2014/main" id="{E91540D4-EF0F-595D-4B9B-22D53A9F9F0A}"/>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50" name="Connecteur droit avec flèche 223">
                <a:extLst>
                  <a:ext uri="{FF2B5EF4-FFF2-40B4-BE49-F238E27FC236}">
                    <a16:creationId xmlns:a16="http://schemas.microsoft.com/office/drawing/2014/main" id="{CE76E052-650D-69C3-79E1-2D5FE769F96C}"/>
                  </a:ext>
                </a:extLst>
              </p:cNvPr>
              <p:cNvCxnSpPr>
                <a:cxnSpLocks/>
                <a:stCxn id="31" idx="0"/>
                <a:endCxn id="49"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1" name="Rectangle 224">
                <a:extLst>
                  <a:ext uri="{FF2B5EF4-FFF2-40B4-BE49-F238E27FC236}">
                    <a16:creationId xmlns:a16="http://schemas.microsoft.com/office/drawing/2014/main" id="{34079C5A-0B09-1B41-CE48-10687CEAB109}"/>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52" name="Connecteur droit avec flèche 225">
                <a:extLst>
                  <a:ext uri="{FF2B5EF4-FFF2-40B4-BE49-F238E27FC236}">
                    <a16:creationId xmlns:a16="http://schemas.microsoft.com/office/drawing/2014/main" id="{3ACE002B-FAC1-FDBE-CD8E-4E77E57B7A4C}"/>
                  </a:ext>
                </a:extLst>
              </p:cNvPr>
              <p:cNvCxnSpPr>
                <a:cxnSpLocks/>
                <a:stCxn id="25" idx="0"/>
                <a:endCxn id="51"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3" name="Rectangle 226">
                <a:extLst>
                  <a:ext uri="{FF2B5EF4-FFF2-40B4-BE49-F238E27FC236}">
                    <a16:creationId xmlns:a16="http://schemas.microsoft.com/office/drawing/2014/main" id="{FF189B93-2546-BC35-66CA-27CE235F8121}"/>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grpSp>
        <p:pic>
          <p:nvPicPr>
            <p:cNvPr id="22" name="Graphique 227" descr="Poumons avec un remplissage uni">
              <a:extLst>
                <a:ext uri="{FF2B5EF4-FFF2-40B4-BE49-F238E27FC236}">
                  <a16:creationId xmlns:a16="http://schemas.microsoft.com/office/drawing/2014/main" id="{694F4AF3-2F6C-C649-1A21-904E7501F7B3}"/>
                </a:ext>
              </a:extLst>
            </p:cNvPr>
            <p:cNvPicPr>
              <a:picLocks noChangeAspect="1"/>
            </p:cNvPicPr>
            <p:nvPr/>
          </p:nvPicPr>
          <p:blipFill rotWithShape="1">
            <a:blip r:embed="rId32" cstate="screen">
              <a:extLst>
                <a:ext uri="{28A0092B-C50C-407E-A947-70E740481C1C}">
                  <a14:useLocalDpi xmlns:a14="http://schemas.microsoft.com/office/drawing/2010/main"/>
                </a:ext>
                <a:ext uri="{96DAC541-7B7A-43D3-8B79-37D633B846F1}">
                  <asvg:svgBlip xmlns:asvg="http://schemas.microsoft.com/office/drawing/2016/SVG/main" r:embed="rId33"/>
                </a:ext>
              </a:extLst>
            </a:blip>
            <a:srcRect t="16884"/>
            <a:stretch/>
          </p:blipFill>
          <p:spPr>
            <a:xfrm>
              <a:off x="6001627" y="3514405"/>
              <a:ext cx="730448" cy="607118"/>
            </a:xfrm>
            <a:prstGeom prst="rect">
              <a:avLst/>
            </a:prstGeom>
          </p:spPr>
        </p:pic>
      </p:grpSp>
      <p:sp>
        <p:nvSpPr>
          <p:cNvPr id="195" name="Triangolo isoscele 194">
            <a:extLst>
              <a:ext uri="{FF2B5EF4-FFF2-40B4-BE49-F238E27FC236}">
                <a16:creationId xmlns:a16="http://schemas.microsoft.com/office/drawing/2014/main" id="{BB956D1A-95D1-7761-39BE-9C2CE674336A}"/>
              </a:ext>
            </a:extLst>
          </p:cNvPr>
          <p:cNvSpPr/>
          <p:nvPr/>
        </p:nvSpPr>
        <p:spPr>
          <a:xfrm rot="5400000">
            <a:off x="8083724" y="4918945"/>
            <a:ext cx="594695" cy="7237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3">
            <a:extLst>
              <a:ext uri="{FF2B5EF4-FFF2-40B4-BE49-F238E27FC236}">
                <a16:creationId xmlns:a16="http://schemas.microsoft.com/office/drawing/2014/main" id="{B802B026-D9C1-5588-6AC9-3F5B099FC871}"/>
              </a:ext>
            </a:extLst>
          </p:cNvPr>
          <p:cNvSpPr/>
          <p:nvPr/>
        </p:nvSpPr>
        <p:spPr>
          <a:xfrm>
            <a:off x="4897402" y="4553197"/>
            <a:ext cx="2927969" cy="1416783"/>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a:p>
            <a:pPr algn="ctr"/>
            <a:r>
              <a:rPr lang="en-US" sz="1400" dirty="0">
                <a:solidFill>
                  <a:schemeClr val="bg1"/>
                </a:solidFill>
              </a:rPr>
              <a:t>Le chef d'équipe identifie ce qui n'est pas aligné dans l'équipe et sélectionne un </a:t>
            </a:r>
            <a:r>
              <a:rPr lang="en-US" sz="1400" dirty="0" err="1">
                <a:solidFill>
                  <a:schemeClr val="bg1"/>
                </a:solidFill>
              </a:rPr>
              <a:t>Canevas</a:t>
            </a:r>
            <a:r>
              <a:rPr lang="en-US" sz="1400" dirty="0">
                <a:solidFill>
                  <a:schemeClr val="bg1"/>
                </a:solidFill>
              </a:rPr>
              <a:t>.</a:t>
            </a:r>
          </a:p>
        </p:txBody>
      </p:sp>
      <p:sp>
        <p:nvSpPr>
          <p:cNvPr id="197" name="Rectangle 3">
            <a:extLst>
              <a:ext uri="{FF2B5EF4-FFF2-40B4-BE49-F238E27FC236}">
                <a16:creationId xmlns:a16="http://schemas.microsoft.com/office/drawing/2014/main" id="{B6CD2C4B-CCEA-D850-8B4C-04CE448A5A6F}"/>
              </a:ext>
            </a:extLst>
          </p:cNvPr>
          <p:cNvSpPr/>
          <p:nvPr/>
        </p:nvSpPr>
        <p:spPr>
          <a:xfrm>
            <a:off x="9055328" y="4553198"/>
            <a:ext cx="2927969" cy="1416783"/>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3</a:t>
            </a:r>
          </a:p>
          <a:p>
            <a:pPr algn="ctr"/>
            <a:r>
              <a:rPr lang="en-US" sz="1400" dirty="0">
                <a:solidFill>
                  <a:schemeClr val="tx1"/>
                </a:solidFill>
              </a:rPr>
              <a:t>Le chef d'équipe organise un atelier basé sur le canevas avec l'équipe afin qu'elle puisse s'exprimer et se mettre d'accord par elle-même.</a:t>
            </a:r>
          </a:p>
        </p:txBody>
      </p:sp>
      <p:pic>
        <p:nvPicPr>
          <p:cNvPr id="198" name="Graphique 23" descr="Femme avec bras prothétique">
            <a:extLst>
              <a:ext uri="{FF2B5EF4-FFF2-40B4-BE49-F238E27FC236}">
                <a16:creationId xmlns:a16="http://schemas.microsoft.com/office/drawing/2014/main" id="{41EC9CC0-7DD7-E366-2CA9-2D9636E53E7D}"/>
              </a:ext>
            </a:extLst>
          </p:cNvPr>
          <p:cNvPicPr>
            <a:picLocks noChangeAspect="1"/>
          </p:cNvPicPr>
          <p:nvPr/>
        </p:nvPicPr>
        <p:blipFill>
          <a:blip r:embed="rId34">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5774734" y="3349104"/>
            <a:ext cx="1128034" cy="1184436"/>
          </a:xfrm>
          <a:prstGeom prst="rect">
            <a:avLst/>
          </a:prstGeom>
        </p:spPr>
      </p:pic>
      <p:pic>
        <p:nvPicPr>
          <p:cNvPr id="200" name="Graphique 23" descr="Femme avec bras prothétique">
            <a:extLst>
              <a:ext uri="{FF2B5EF4-FFF2-40B4-BE49-F238E27FC236}">
                <a16:creationId xmlns:a16="http://schemas.microsoft.com/office/drawing/2014/main" id="{6ACF140D-DD30-E0A5-B349-3871C68937B5}"/>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flipH="1">
            <a:off x="11256464" y="3460671"/>
            <a:ext cx="882827" cy="924927"/>
          </a:xfrm>
          <a:prstGeom prst="rect">
            <a:avLst/>
          </a:prstGeom>
        </p:spPr>
      </p:pic>
      <p:pic>
        <p:nvPicPr>
          <p:cNvPr id="201" name="Espace réservé pour une image  13">
            <a:extLst>
              <a:ext uri="{FF2B5EF4-FFF2-40B4-BE49-F238E27FC236}">
                <a16:creationId xmlns:a16="http://schemas.microsoft.com/office/drawing/2014/main" id="{0A5D92D1-78B4-C1D9-B232-A625B458EECA}"/>
              </a:ext>
            </a:extLst>
          </p:cNvPr>
          <p:cNvPicPr>
            <a:picLocks noChangeAspect="1"/>
          </p:cNvPicPr>
          <p:nvPr/>
        </p:nvPicPr>
        <p:blipFill rotWithShape="1">
          <a:blip r:embed="rId36" cstate="screen">
            <a:extLst>
              <a:ext uri="{28A0092B-C50C-407E-A947-70E740481C1C}">
                <a14:useLocalDpi xmlns:a14="http://schemas.microsoft.com/office/drawing/2010/main"/>
              </a:ext>
            </a:extLst>
          </a:blip>
          <a:srcRect l="-351"/>
          <a:stretch/>
        </p:blipFill>
        <p:spPr>
          <a:xfrm>
            <a:off x="9110029" y="1557288"/>
            <a:ext cx="2912131" cy="1356434"/>
          </a:xfrm>
          <a:prstGeom prst="rect">
            <a:avLst/>
          </a:prstGeom>
        </p:spPr>
      </p:pic>
      <p:sp>
        <p:nvSpPr>
          <p:cNvPr id="202" name="Rectangle 27">
            <a:extLst>
              <a:ext uri="{FF2B5EF4-FFF2-40B4-BE49-F238E27FC236}">
                <a16:creationId xmlns:a16="http://schemas.microsoft.com/office/drawing/2014/main" id="{80CE45B7-3CC1-34F4-C573-58B013AD2697}"/>
              </a:ext>
            </a:extLst>
          </p:cNvPr>
          <p:cNvSpPr/>
          <p:nvPr/>
        </p:nvSpPr>
        <p:spPr>
          <a:xfrm>
            <a:off x="9912491" y="3091841"/>
            <a:ext cx="618191" cy="52685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Lorem Ipsum</a:t>
            </a:r>
          </a:p>
        </p:txBody>
      </p:sp>
      <p:pic>
        <p:nvPicPr>
          <p:cNvPr id="203" name="Graphique 34" descr="Homme à lunettes portant un col roulé">
            <a:extLst>
              <a:ext uri="{FF2B5EF4-FFF2-40B4-BE49-F238E27FC236}">
                <a16:creationId xmlns:a16="http://schemas.microsoft.com/office/drawing/2014/main" id="{9E2CB3F7-21D5-46ED-4428-2930B10B687A}"/>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47673" y="3280613"/>
            <a:ext cx="961593" cy="1260127"/>
          </a:xfrm>
          <a:prstGeom prst="rect">
            <a:avLst/>
          </a:prstGeom>
        </p:spPr>
      </p:pic>
      <p:sp>
        <p:nvSpPr>
          <p:cNvPr id="204" name="Bulle narrative : ronde 6">
            <a:extLst>
              <a:ext uri="{FF2B5EF4-FFF2-40B4-BE49-F238E27FC236}">
                <a16:creationId xmlns:a16="http://schemas.microsoft.com/office/drawing/2014/main" id="{E003F36B-DCF1-3B2C-65F8-9E9BBEB0B464}"/>
              </a:ext>
            </a:extLst>
          </p:cNvPr>
          <p:cNvSpPr/>
          <p:nvPr/>
        </p:nvSpPr>
        <p:spPr>
          <a:xfrm>
            <a:off x="9511260" y="2975057"/>
            <a:ext cx="1636515" cy="724055"/>
          </a:xfrm>
          <a:prstGeom prst="wedgeEllipseCallout">
            <a:avLst>
              <a:gd name="adj1" fmla="val -53830"/>
              <a:gd name="adj2" fmla="val 28469"/>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205" name="Graphique 30" descr="Homme portant une veste">
            <a:extLst>
              <a:ext uri="{FF2B5EF4-FFF2-40B4-BE49-F238E27FC236}">
                <a16:creationId xmlns:a16="http://schemas.microsoft.com/office/drawing/2014/main" id="{D0A6DCA1-5BE0-AA91-B2AF-CB56B0E4C8E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11080785" y="3619606"/>
            <a:ext cx="691793" cy="921134"/>
          </a:xfrm>
          <a:prstGeom prst="rect">
            <a:avLst/>
          </a:prstGeom>
        </p:spPr>
      </p:pic>
    </p:spTree>
    <p:extLst>
      <p:ext uri="{BB962C8B-B14F-4D97-AF65-F5344CB8AC3E}">
        <p14:creationId xmlns:p14="http://schemas.microsoft.com/office/powerpoint/2010/main" val="3973725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 name="Elemento grafico 206" descr="Presentazione con elenco di controllo con riempimento a tinta unita">
            <a:extLst>
              <a:ext uri="{FF2B5EF4-FFF2-40B4-BE49-F238E27FC236}">
                <a16:creationId xmlns:a16="http://schemas.microsoft.com/office/drawing/2014/main" id="{59E4F499-10C2-D39C-FB6C-C6A0178FE4F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31085" y="2216980"/>
            <a:ext cx="1828922" cy="1828922"/>
          </a:xfrm>
          <a:prstGeom prst="rect">
            <a:avLst/>
          </a:prstGeom>
        </p:spPr>
      </p:pic>
      <p:pic>
        <p:nvPicPr>
          <p:cNvPr id="206" name="Graphique 28" descr="Homme en tenue professionnelle">
            <a:extLst>
              <a:ext uri="{FF2B5EF4-FFF2-40B4-BE49-F238E27FC236}">
                <a16:creationId xmlns:a16="http://schemas.microsoft.com/office/drawing/2014/main" id="{B3B67D94-C32E-BF47-3669-611BF45B3CC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11245377" y="3347873"/>
            <a:ext cx="811293" cy="1059810"/>
          </a:xfrm>
          <a:prstGeom prst="rect">
            <a:avLst/>
          </a:prstGeom>
        </p:spPr>
      </p:pic>
      <p:sp>
        <p:nvSpPr>
          <p:cNvPr id="199" name="Bolla: nuvola 198">
            <a:extLst>
              <a:ext uri="{FF2B5EF4-FFF2-40B4-BE49-F238E27FC236}">
                <a16:creationId xmlns:a16="http://schemas.microsoft.com/office/drawing/2014/main" id="{48CF789F-DC2A-37DC-C556-20EE4A8DF98C}"/>
              </a:ext>
            </a:extLst>
          </p:cNvPr>
          <p:cNvSpPr/>
          <p:nvPr/>
        </p:nvSpPr>
        <p:spPr>
          <a:xfrm>
            <a:off x="446239" y="1813319"/>
            <a:ext cx="3259406" cy="1805991"/>
          </a:xfrm>
          <a:prstGeom prst="cloudCallout">
            <a:avLst>
              <a:gd name="adj1" fmla="val -18062"/>
              <a:gd name="adj2" fmla="val 51152"/>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C2D1E894-0AE1-B3BB-A60E-48D8B1BBA5C3}"/>
              </a:ext>
            </a:extLst>
          </p:cNvPr>
          <p:cNvSpPr>
            <a:spLocks noGrp="1"/>
          </p:cNvSpPr>
          <p:nvPr>
            <p:ph type="title"/>
          </p:nvPr>
        </p:nvSpPr>
        <p:spPr>
          <a:xfrm>
            <a:off x="838200" y="365125"/>
            <a:ext cx="10515600" cy="664077"/>
          </a:xfrm>
        </p:spPr>
        <p:txBody>
          <a:bodyPr>
            <a:noAutofit/>
          </a:bodyPr>
          <a:lstStyle/>
          <a:p>
            <a:r>
              <a:rPr lang="en-US" sz="3200" dirty="0"/>
              <a:t>Cas d'utilisation 2 : Utilisation des 6 POURQUOI comme canevas dans une approche top-down</a:t>
            </a:r>
          </a:p>
        </p:txBody>
      </p:sp>
      <p:pic>
        <p:nvPicPr>
          <p:cNvPr id="9" name="Graphique 28" descr="Homme en tenue professionnelle">
            <a:extLst>
              <a:ext uri="{FF2B5EF4-FFF2-40B4-BE49-F238E27FC236}">
                <a16:creationId xmlns:a16="http://schemas.microsoft.com/office/drawing/2014/main" id="{149B5F21-1C7E-16A7-55B5-C505D64008D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708898" y="2046903"/>
            <a:ext cx="588385" cy="794535"/>
          </a:xfrm>
          <a:prstGeom prst="rect">
            <a:avLst/>
          </a:prstGeom>
        </p:spPr>
      </p:pic>
      <p:pic>
        <p:nvPicPr>
          <p:cNvPr id="10" name="Graphique 30" descr="Homme portant une veste">
            <a:extLst>
              <a:ext uri="{FF2B5EF4-FFF2-40B4-BE49-F238E27FC236}">
                <a16:creationId xmlns:a16="http://schemas.microsoft.com/office/drawing/2014/main" id="{FF154979-1E59-C7F6-F8C2-66AD2F87567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110452" y="2472272"/>
            <a:ext cx="635419" cy="846072"/>
          </a:xfrm>
          <a:prstGeom prst="rect">
            <a:avLst/>
          </a:prstGeom>
        </p:spPr>
      </p:pic>
      <p:pic>
        <p:nvPicPr>
          <p:cNvPr id="11" name="Graphique 34" descr="Homme à lunettes portant un col roulé">
            <a:extLst>
              <a:ext uri="{FF2B5EF4-FFF2-40B4-BE49-F238E27FC236}">
                <a16:creationId xmlns:a16="http://schemas.microsoft.com/office/drawing/2014/main" id="{93B94B2D-EF50-4361-AC71-61FD008A410A}"/>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flipH="1">
            <a:off x="10909812" y="3646740"/>
            <a:ext cx="778589" cy="933592"/>
          </a:xfrm>
          <a:prstGeom prst="rect">
            <a:avLst/>
          </a:prstGeom>
        </p:spPr>
      </p:pic>
      <p:sp>
        <p:nvSpPr>
          <p:cNvPr id="14" name="Triangolo isoscele 13">
            <a:extLst>
              <a:ext uri="{FF2B5EF4-FFF2-40B4-BE49-F238E27FC236}">
                <a16:creationId xmlns:a16="http://schemas.microsoft.com/office/drawing/2014/main" id="{B8C35B7A-8C56-057A-63DA-A653EA33D0AF}"/>
              </a:ext>
            </a:extLst>
          </p:cNvPr>
          <p:cNvSpPr/>
          <p:nvPr/>
        </p:nvSpPr>
        <p:spPr>
          <a:xfrm rot="5400000">
            <a:off x="3757359" y="5003308"/>
            <a:ext cx="594694" cy="7237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uppo 14">
            <a:extLst>
              <a:ext uri="{FF2B5EF4-FFF2-40B4-BE49-F238E27FC236}">
                <a16:creationId xmlns:a16="http://schemas.microsoft.com/office/drawing/2014/main" id="{42EA5C92-6B23-F779-ED1A-DF88291AFD61}"/>
              </a:ext>
            </a:extLst>
          </p:cNvPr>
          <p:cNvGrpSpPr/>
          <p:nvPr/>
        </p:nvGrpSpPr>
        <p:grpSpPr>
          <a:xfrm>
            <a:off x="5030429" y="2921100"/>
            <a:ext cx="2485478" cy="963765"/>
            <a:chOff x="1127051" y="1510081"/>
            <a:chExt cx="10134048" cy="3929563"/>
          </a:xfrm>
        </p:grpSpPr>
        <p:grpSp>
          <p:nvGrpSpPr>
            <p:cNvPr id="16" name="Groupe 5">
              <a:extLst>
                <a:ext uri="{FF2B5EF4-FFF2-40B4-BE49-F238E27FC236}">
                  <a16:creationId xmlns:a16="http://schemas.microsoft.com/office/drawing/2014/main" id="{4D52221D-8193-0C84-B42A-4612DFD07982}"/>
                </a:ext>
              </a:extLst>
            </p:cNvPr>
            <p:cNvGrpSpPr/>
            <p:nvPr/>
          </p:nvGrpSpPr>
          <p:grpSpPr>
            <a:xfrm>
              <a:off x="1127051" y="1528302"/>
              <a:ext cx="2328941" cy="1339670"/>
              <a:chOff x="463550" y="1420160"/>
              <a:chExt cx="11264900" cy="6479877"/>
            </a:xfrm>
          </p:grpSpPr>
          <p:sp>
            <p:nvSpPr>
              <p:cNvPr id="186" name="Trapèze 6">
                <a:extLst>
                  <a:ext uri="{FF2B5EF4-FFF2-40B4-BE49-F238E27FC236}">
                    <a16:creationId xmlns:a16="http://schemas.microsoft.com/office/drawing/2014/main" id="{B66C9F48-96FF-7461-4F35-39694BB0F0D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a:t>CAUSE</a:t>
                </a:r>
              </a:p>
            </p:txBody>
          </p:sp>
          <p:sp>
            <p:nvSpPr>
              <p:cNvPr id="187" name="Triangle isocèle 7">
                <a:extLst>
                  <a:ext uri="{FF2B5EF4-FFF2-40B4-BE49-F238E27FC236}">
                    <a16:creationId xmlns:a16="http://schemas.microsoft.com/office/drawing/2014/main" id="{1F51B1EE-9AC7-C192-50E0-8000769AFFA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GRAND BUT</a:t>
                </a:r>
              </a:p>
              <a:p>
                <a:pPr algn="ctr"/>
                <a:endParaRPr lang="en-US" sz="100"/>
              </a:p>
            </p:txBody>
          </p:sp>
          <p:grpSp>
            <p:nvGrpSpPr>
              <p:cNvPr id="188" name="Groupe 8">
                <a:extLst>
                  <a:ext uri="{FF2B5EF4-FFF2-40B4-BE49-F238E27FC236}">
                    <a16:creationId xmlns:a16="http://schemas.microsoft.com/office/drawing/2014/main" id="{3B17FA52-ECE8-874F-4824-2BB3B4529402}"/>
                  </a:ext>
                </a:extLst>
              </p:cNvPr>
              <p:cNvGrpSpPr/>
              <p:nvPr/>
            </p:nvGrpSpPr>
            <p:grpSpPr>
              <a:xfrm>
                <a:off x="1527175" y="3040767"/>
                <a:ext cx="9137650" cy="1969383"/>
                <a:chOff x="1644650" y="3040767"/>
                <a:chExt cx="9137650" cy="1907219"/>
              </a:xfrm>
            </p:grpSpPr>
            <p:sp>
              <p:nvSpPr>
                <p:cNvPr id="191" name="Trapèze 11">
                  <a:extLst>
                    <a:ext uri="{FF2B5EF4-FFF2-40B4-BE49-F238E27FC236}">
                      <a16:creationId xmlns:a16="http://schemas.microsoft.com/office/drawing/2014/main" id="{27436411-82DE-7B37-F36B-F2592AEBDFB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MAUVAIS SOUVENIRS</a:t>
                  </a:r>
                  <a:endParaRPr lang="en-US" sz="100"/>
                </a:p>
              </p:txBody>
            </p:sp>
            <p:sp>
              <p:nvSpPr>
                <p:cNvPr id="192" name="Trapèze 12">
                  <a:extLst>
                    <a:ext uri="{FF2B5EF4-FFF2-40B4-BE49-F238E27FC236}">
                      <a16:creationId xmlns:a16="http://schemas.microsoft.com/office/drawing/2014/main" id="{A8B7DDE6-CE4E-36BF-0E02-D64E19B119B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HISTOIRES FICTIVES ERRONÉES - RISQUES</a:t>
                  </a:r>
                </a:p>
              </p:txBody>
            </p:sp>
            <p:sp>
              <p:nvSpPr>
                <p:cNvPr id="193" name="Trapèze 13">
                  <a:extLst>
                    <a:ext uri="{FF2B5EF4-FFF2-40B4-BE49-F238E27FC236}">
                      <a16:creationId xmlns:a16="http://schemas.microsoft.com/office/drawing/2014/main" id="{021CB16C-1848-2875-AA15-951A41AFF347}"/>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BONS SOUVENIRS</a:t>
                  </a:r>
                  <a:endParaRPr lang="en-US" sz="100"/>
                </a:p>
              </p:txBody>
            </p:sp>
            <p:sp>
              <p:nvSpPr>
                <p:cNvPr id="194" name="Trapèze 14">
                  <a:extLst>
                    <a:ext uri="{FF2B5EF4-FFF2-40B4-BE49-F238E27FC236}">
                      <a16:creationId xmlns:a16="http://schemas.microsoft.com/office/drawing/2014/main" id="{5F7C03F5-5EF3-84D1-7A7A-B2C4C5019870}"/>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HISTOIRES IDÉALES</a:t>
                  </a:r>
                </a:p>
              </p:txBody>
            </p:sp>
          </p:grpSp>
          <p:sp>
            <p:nvSpPr>
              <p:cNvPr id="189" name="Triangle isocèle 9">
                <a:extLst>
                  <a:ext uri="{FF2B5EF4-FFF2-40B4-BE49-F238E27FC236}">
                    <a16:creationId xmlns:a16="http://schemas.microsoft.com/office/drawing/2014/main" id="{89AFB1CD-C39D-FC31-30E6-E40CC3F54015}"/>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90" name="ZoneTexte 10">
                <a:extLst>
                  <a:ext uri="{FF2B5EF4-FFF2-40B4-BE49-F238E27FC236}">
                    <a16:creationId xmlns:a16="http://schemas.microsoft.com/office/drawing/2014/main" id="{FB881D89-2C5D-8661-F2D2-3E9F4748AA4F}"/>
                  </a:ext>
                </a:extLst>
              </p:cNvPr>
              <p:cNvSpPr txBox="1"/>
              <p:nvPr/>
            </p:nvSpPr>
            <p:spPr>
              <a:xfrm>
                <a:off x="4952502" y="3044172"/>
                <a:ext cx="2287016" cy="4855865"/>
              </a:xfrm>
              <a:prstGeom prst="rect">
                <a:avLst/>
              </a:prstGeom>
              <a:noFill/>
            </p:spPr>
            <p:txBody>
              <a:bodyPr wrap="square">
                <a:spAutoFit/>
              </a:bodyPr>
              <a:lstStyle/>
              <a:p>
                <a:pPr algn="ctr"/>
                <a:r>
                  <a:rPr lang="en-US" sz="100" b="1"/>
                  <a:t>CONDITIONS</a:t>
                </a:r>
              </a:p>
            </p:txBody>
          </p:sp>
        </p:grpSp>
        <p:grpSp>
          <p:nvGrpSpPr>
            <p:cNvPr id="17" name="Groupe 172">
              <a:extLst>
                <a:ext uri="{FF2B5EF4-FFF2-40B4-BE49-F238E27FC236}">
                  <a16:creationId xmlns:a16="http://schemas.microsoft.com/office/drawing/2014/main" id="{4727AA4F-4A73-401B-83A3-6DD0F51CC4DC}"/>
                </a:ext>
              </a:extLst>
            </p:cNvPr>
            <p:cNvGrpSpPr/>
            <p:nvPr/>
          </p:nvGrpSpPr>
          <p:grpSpPr>
            <a:xfrm>
              <a:off x="4719990" y="1510081"/>
              <a:ext cx="3001901" cy="1119025"/>
              <a:chOff x="7527020" y="2036345"/>
              <a:chExt cx="3826780" cy="1426517"/>
            </a:xfrm>
          </p:grpSpPr>
          <p:grpSp>
            <p:nvGrpSpPr>
              <p:cNvPr id="102" name="Groupe 32">
                <a:extLst>
                  <a:ext uri="{FF2B5EF4-FFF2-40B4-BE49-F238E27FC236}">
                    <a16:creationId xmlns:a16="http://schemas.microsoft.com/office/drawing/2014/main" id="{5EDE653C-F56A-38B0-EAEF-01A6AA9E09A7}"/>
                  </a:ext>
                </a:extLst>
              </p:cNvPr>
              <p:cNvGrpSpPr/>
              <p:nvPr/>
            </p:nvGrpSpPr>
            <p:grpSpPr>
              <a:xfrm>
                <a:off x="10055197" y="2036345"/>
                <a:ext cx="1298603" cy="1298603"/>
                <a:chOff x="9835911" y="2807662"/>
                <a:chExt cx="1796250" cy="1796250"/>
              </a:xfrm>
            </p:grpSpPr>
            <p:pic>
              <p:nvPicPr>
                <p:cNvPr id="123" name="Graphique 49" descr="Cathédrale avec un remplissage uni">
                  <a:extLst>
                    <a:ext uri="{FF2B5EF4-FFF2-40B4-BE49-F238E27FC236}">
                      <a16:creationId xmlns:a16="http://schemas.microsoft.com/office/drawing/2014/main" id="{281273CA-EA75-EC1A-C112-57CDD677898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835911" y="2807662"/>
                  <a:ext cx="1796250" cy="1796250"/>
                </a:xfrm>
                <a:prstGeom prst="rect">
                  <a:avLst/>
                </a:prstGeom>
              </p:spPr>
            </p:pic>
            <p:sp>
              <p:nvSpPr>
                <p:cNvPr id="124" name="Rectangle 50">
                  <a:extLst>
                    <a:ext uri="{FF2B5EF4-FFF2-40B4-BE49-F238E27FC236}">
                      <a16:creationId xmlns:a16="http://schemas.microsoft.com/office/drawing/2014/main" id="{90A92B48-E224-3E5B-A6DE-1EE904C7C2F5}"/>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51">
                  <a:extLst>
                    <a:ext uri="{FF2B5EF4-FFF2-40B4-BE49-F238E27FC236}">
                      <a16:creationId xmlns:a16="http://schemas.microsoft.com/office/drawing/2014/main" id="{E9856C4D-E556-8255-BFBF-6EE868F4C7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52">
                  <a:extLst>
                    <a:ext uri="{FF2B5EF4-FFF2-40B4-BE49-F238E27FC236}">
                      <a16:creationId xmlns:a16="http://schemas.microsoft.com/office/drawing/2014/main" id="{911DF3B5-679D-2E4E-1255-A54E28B772E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53">
                  <a:extLst>
                    <a:ext uri="{FF2B5EF4-FFF2-40B4-BE49-F238E27FC236}">
                      <a16:creationId xmlns:a16="http://schemas.microsoft.com/office/drawing/2014/main" id="{222C09EF-BCD3-C30A-84B0-50898A19A9CD}"/>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54">
                  <a:extLst>
                    <a:ext uri="{FF2B5EF4-FFF2-40B4-BE49-F238E27FC236}">
                      <a16:creationId xmlns:a16="http://schemas.microsoft.com/office/drawing/2014/main" id="{898FDF63-0A06-F006-81FB-00DFA272F94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55">
                  <a:extLst>
                    <a:ext uri="{FF2B5EF4-FFF2-40B4-BE49-F238E27FC236}">
                      <a16:creationId xmlns:a16="http://schemas.microsoft.com/office/drawing/2014/main" id="{C20390D8-ACBC-3971-16DF-BA9E2AF7DA1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56">
                  <a:extLst>
                    <a:ext uri="{FF2B5EF4-FFF2-40B4-BE49-F238E27FC236}">
                      <a16:creationId xmlns:a16="http://schemas.microsoft.com/office/drawing/2014/main" id="{14FB90F9-4D31-5EFD-76A4-648E13840CE5}"/>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57">
                  <a:extLst>
                    <a:ext uri="{FF2B5EF4-FFF2-40B4-BE49-F238E27FC236}">
                      <a16:creationId xmlns:a16="http://schemas.microsoft.com/office/drawing/2014/main" id="{30DF13E9-6698-687C-8003-452DF494360E}"/>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58">
                  <a:extLst>
                    <a:ext uri="{FF2B5EF4-FFF2-40B4-BE49-F238E27FC236}">
                      <a16:creationId xmlns:a16="http://schemas.microsoft.com/office/drawing/2014/main" id="{CE5389C9-83AB-AE77-0D4F-C6E5EB800A62}"/>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59">
                  <a:extLst>
                    <a:ext uri="{FF2B5EF4-FFF2-40B4-BE49-F238E27FC236}">
                      <a16:creationId xmlns:a16="http://schemas.microsoft.com/office/drawing/2014/main" id="{28006357-9938-3D98-D8A9-B41D316DE86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0">
                  <a:extLst>
                    <a:ext uri="{FF2B5EF4-FFF2-40B4-BE49-F238E27FC236}">
                      <a16:creationId xmlns:a16="http://schemas.microsoft.com/office/drawing/2014/main" id="{0C2E720F-BC79-C7BD-FE44-F2290AF70E9E}"/>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61">
                  <a:extLst>
                    <a:ext uri="{FF2B5EF4-FFF2-40B4-BE49-F238E27FC236}">
                      <a16:creationId xmlns:a16="http://schemas.microsoft.com/office/drawing/2014/main" id="{5707C5F8-093A-5851-1389-D0F5A384BB4F}"/>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62">
                  <a:extLst>
                    <a:ext uri="{FF2B5EF4-FFF2-40B4-BE49-F238E27FC236}">
                      <a16:creationId xmlns:a16="http://schemas.microsoft.com/office/drawing/2014/main" id="{110D254F-DE66-D6A5-FCEE-410B83E652D3}"/>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63">
                  <a:extLst>
                    <a:ext uri="{FF2B5EF4-FFF2-40B4-BE49-F238E27FC236}">
                      <a16:creationId xmlns:a16="http://schemas.microsoft.com/office/drawing/2014/main" id="{961D7E4E-BB5B-1C55-5127-D49DF7CDCE8B}"/>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64">
                  <a:extLst>
                    <a:ext uri="{FF2B5EF4-FFF2-40B4-BE49-F238E27FC236}">
                      <a16:creationId xmlns:a16="http://schemas.microsoft.com/office/drawing/2014/main" id="{202B6014-35A4-F8E8-E23D-103EF3FC293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65">
                  <a:extLst>
                    <a:ext uri="{FF2B5EF4-FFF2-40B4-BE49-F238E27FC236}">
                      <a16:creationId xmlns:a16="http://schemas.microsoft.com/office/drawing/2014/main" id="{141AF5CA-C7BC-B73B-2B48-FFAE9F720E5C}"/>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66">
                  <a:extLst>
                    <a:ext uri="{FF2B5EF4-FFF2-40B4-BE49-F238E27FC236}">
                      <a16:creationId xmlns:a16="http://schemas.microsoft.com/office/drawing/2014/main" id="{1F057D92-7E85-23AC-5F19-8D5E6ADC0EE9}"/>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67">
                  <a:extLst>
                    <a:ext uri="{FF2B5EF4-FFF2-40B4-BE49-F238E27FC236}">
                      <a16:creationId xmlns:a16="http://schemas.microsoft.com/office/drawing/2014/main" id="{154BE86C-545D-E684-661F-74713334C380}"/>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68">
                  <a:extLst>
                    <a:ext uri="{FF2B5EF4-FFF2-40B4-BE49-F238E27FC236}">
                      <a16:creationId xmlns:a16="http://schemas.microsoft.com/office/drawing/2014/main" id="{148EF210-B784-7066-4B5F-162C727B6B10}"/>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69">
                  <a:extLst>
                    <a:ext uri="{FF2B5EF4-FFF2-40B4-BE49-F238E27FC236}">
                      <a16:creationId xmlns:a16="http://schemas.microsoft.com/office/drawing/2014/main" id="{56FF2336-4ED6-6444-CE0A-8AF9882FFFB9}"/>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0">
                  <a:extLst>
                    <a:ext uri="{FF2B5EF4-FFF2-40B4-BE49-F238E27FC236}">
                      <a16:creationId xmlns:a16="http://schemas.microsoft.com/office/drawing/2014/main" id="{5486D617-CDF4-B569-3003-8E01A9753672}"/>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71">
                  <a:extLst>
                    <a:ext uri="{FF2B5EF4-FFF2-40B4-BE49-F238E27FC236}">
                      <a16:creationId xmlns:a16="http://schemas.microsoft.com/office/drawing/2014/main" id="{179ABB14-39ED-E818-93B8-6F23731E04E8}"/>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72">
                  <a:extLst>
                    <a:ext uri="{FF2B5EF4-FFF2-40B4-BE49-F238E27FC236}">
                      <a16:creationId xmlns:a16="http://schemas.microsoft.com/office/drawing/2014/main" id="{CFF6D0F9-BFE4-3D2E-F09A-20BC8F4538C7}"/>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73">
                  <a:extLst>
                    <a:ext uri="{FF2B5EF4-FFF2-40B4-BE49-F238E27FC236}">
                      <a16:creationId xmlns:a16="http://schemas.microsoft.com/office/drawing/2014/main" id="{D63B0E10-E78B-C73F-903D-C11FB259C349}"/>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74">
                  <a:extLst>
                    <a:ext uri="{FF2B5EF4-FFF2-40B4-BE49-F238E27FC236}">
                      <a16:creationId xmlns:a16="http://schemas.microsoft.com/office/drawing/2014/main" id="{F0D15B12-DF4F-0DB7-1EC0-458BEF4C03E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75">
                  <a:extLst>
                    <a:ext uri="{FF2B5EF4-FFF2-40B4-BE49-F238E27FC236}">
                      <a16:creationId xmlns:a16="http://schemas.microsoft.com/office/drawing/2014/main" id="{5C9CCEF5-01EB-BAE0-6CC8-DC23F9EC7C43}"/>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76">
                  <a:extLst>
                    <a:ext uri="{FF2B5EF4-FFF2-40B4-BE49-F238E27FC236}">
                      <a16:creationId xmlns:a16="http://schemas.microsoft.com/office/drawing/2014/main" id="{E0E48D4B-A632-B412-547A-DE068FA1088B}"/>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77">
                  <a:extLst>
                    <a:ext uri="{FF2B5EF4-FFF2-40B4-BE49-F238E27FC236}">
                      <a16:creationId xmlns:a16="http://schemas.microsoft.com/office/drawing/2014/main" id="{3063BF8E-63D1-3DE7-A420-CEF0DB306BBA}"/>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78">
                  <a:extLst>
                    <a:ext uri="{FF2B5EF4-FFF2-40B4-BE49-F238E27FC236}">
                      <a16:creationId xmlns:a16="http://schemas.microsoft.com/office/drawing/2014/main" id="{BABE2F9B-2985-72B9-D479-86BCC85E271B}"/>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79">
                  <a:extLst>
                    <a:ext uri="{FF2B5EF4-FFF2-40B4-BE49-F238E27FC236}">
                      <a16:creationId xmlns:a16="http://schemas.microsoft.com/office/drawing/2014/main" id="{CEC4467C-DC43-61BF-2FEE-4D51DCC84AEA}"/>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0">
                  <a:extLst>
                    <a:ext uri="{FF2B5EF4-FFF2-40B4-BE49-F238E27FC236}">
                      <a16:creationId xmlns:a16="http://schemas.microsoft.com/office/drawing/2014/main" id="{30F32056-777B-967F-1138-53D5B291711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81">
                  <a:extLst>
                    <a:ext uri="{FF2B5EF4-FFF2-40B4-BE49-F238E27FC236}">
                      <a16:creationId xmlns:a16="http://schemas.microsoft.com/office/drawing/2014/main" id="{022684BB-2E08-FD21-B8F2-F30EE79DDA14}"/>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82">
                  <a:extLst>
                    <a:ext uri="{FF2B5EF4-FFF2-40B4-BE49-F238E27FC236}">
                      <a16:creationId xmlns:a16="http://schemas.microsoft.com/office/drawing/2014/main" id="{571AC531-BC95-28E4-44D8-C2AE65AFD2BB}"/>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83">
                  <a:extLst>
                    <a:ext uri="{FF2B5EF4-FFF2-40B4-BE49-F238E27FC236}">
                      <a16:creationId xmlns:a16="http://schemas.microsoft.com/office/drawing/2014/main" id="{C6830530-4777-86D7-5652-0E97C9605582}"/>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84">
                  <a:extLst>
                    <a:ext uri="{FF2B5EF4-FFF2-40B4-BE49-F238E27FC236}">
                      <a16:creationId xmlns:a16="http://schemas.microsoft.com/office/drawing/2014/main" id="{22228C69-AE7F-2FDD-F105-A51B4A510A44}"/>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85">
                  <a:extLst>
                    <a:ext uri="{FF2B5EF4-FFF2-40B4-BE49-F238E27FC236}">
                      <a16:creationId xmlns:a16="http://schemas.microsoft.com/office/drawing/2014/main" id="{45349C3D-DED3-F3E8-8D0B-B76531FA840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86">
                  <a:extLst>
                    <a:ext uri="{FF2B5EF4-FFF2-40B4-BE49-F238E27FC236}">
                      <a16:creationId xmlns:a16="http://schemas.microsoft.com/office/drawing/2014/main" id="{A72E0918-C108-6EFF-D473-E86FBCCF19AE}"/>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87">
                  <a:extLst>
                    <a:ext uri="{FF2B5EF4-FFF2-40B4-BE49-F238E27FC236}">
                      <a16:creationId xmlns:a16="http://schemas.microsoft.com/office/drawing/2014/main" id="{4592BAC9-2866-8EB7-03E0-834C1AC28681}"/>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88">
                  <a:extLst>
                    <a:ext uri="{FF2B5EF4-FFF2-40B4-BE49-F238E27FC236}">
                      <a16:creationId xmlns:a16="http://schemas.microsoft.com/office/drawing/2014/main" id="{907DE8AA-731E-583B-0E80-B106932BBDD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89">
                  <a:extLst>
                    <a:ext uri="{FF2B5EF4-FFF2-40B4-BE49-F238E27FC236}">
                      <a16:creationId xmlns:a16="http://schemas.microsoft.com/office/drawing/2014/main" id="{EFBFC518-622C-6701-1296-3FD72D62A89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0">
                  <a:extLst>
                    <a:ext uri="{FF2B5EF4-FFF2-40B4-BE49-F238E27FC236}">
                      <a16:creationId xmlns:a16="http://schemas.microsoft.com/office/drawing/2014/main" id="{89A47469-B998-CADE-37AC-8B105C59062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91">
                  <a:extLst>
                    <a:ext uri="{FF2B5EF4-FFF2-40B4-BE49-F238E27FC236}">
                      <a16:creationId xmlns:a16="http://schemas.microsoft.com/office/drawing/2014/main" id="{19012FDE-8A82-B650-7EC3-C7623C4639E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92">
                  <a:extLst>
                    <a:ext uri="{FF2B5EF4-FFF2-40B4-BE49-F238E27FC236}">
                      <a16:creationId xmlns:a16="http://schemas.microsoft.com/office/drawing/2014/main" id="{61380DD6-7D97-A6D8-84C5-701B3947C5B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93">
                  <a:extLst>
                    <a:ext uri="{FF2B5EF4-FFF2-40B4-BE49-F238E27FC236}">
                      <a16:creationId xmlns:a16="http://schemas.microsoft.com/office/drawing/2014/main" id="{DCA4C616-9F33-24F1-DBCF-04719812C5A4}"/>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94">
                  <a:extLst>
                    <a:ext uri="{FF2B5EF4-FFF2-40B4-BE49-F238E27FC236}">
                      <a16:creationId xmlns:a16="http://schemas.microsoft.com/office/drawing/2014/main" id="{C68DCEFA-DD2A-BC5D-6453-22EB25BBBE2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95">
                  <a:extLst>
                    <a:ext uri="{FF2B5EF4-FFF2-40B4-BE49-F238E27FC236}">
                      <a16:creationId xmlns:a16="http://schemas.microsoft.com/office/drawing/2014/main" id="{DE2B90EF-7165-8684-A71E-D7E5B3194D1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96">
                  <a:extLst>
                    <a:ext uri="{FF2B5EF4-FFF2-40B4-BE49-F238E27FC236}">
                      <a16:creationId xmlns:a16="http://schemas.microsoft.com/office/drawing/2014/main" id="{E22DE5D8-EB47-4663-00B1-C46EA8C7D82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97">
                  <a:extLst>
                    <a:ext uri="{FF2B5EF4-FFF2-40B4-BE49-F238E27FC236}">
                      <a16:creationId xmlns:a16="http://schemas.microsoft.com/office/drawing/2014/main" id="{74E6471E-4D46-E6E9-97F9-6B97F16EE24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98">
                  <a:extLst>
                    <a:ext uri="{FF2B5EF4-FFF2-40B4-BE49-F238E27FC236}">
                      <a16:creationId xmlns:a16="http://schemas.microsoft.com/office/drawing/2014/main" id="{096FDF8B-F75E-3794-9C75-12D95A3A7EBC}"/>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99">
                  <a:extLst>
                    <a:ext uri="{FF2B5EF4-FFF2-40B4-BE49-F238E27FC236}">
                      <a16:creationId xmlns:a16="http://schemas.microsoft.com/office/drawing/2014/main" id="{C8B6E837-FCDD-1417-13DC-8FA120D06662}"/>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0">
                  <a:extLst>
                    <a:ext uri="{FF2B5EF4-FFF2-40B4-BE49-F238E27FC236}">
                      <a16:creationId xmlns:a16="http://schemas.microsoft.com/office/drawing/2014/main" id="{BB4AED4A-5539-715A-F91C-86C42E1DCA9A}"/>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01">
                  <a:extLst>
                    <a:ext uri="{FF2B5EF4-FFF2-40B4-BE49-F238E27FC236}">
                      <a16:creationId xmlns:a16="http://schemas.microsoft.com/office/drawing/2014/main" id="{343A56E9-240B-4451-3FA8-88C4F9F1845A}"/>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02">
                  <a:extLst>
                    <a:ext uri="{FF2B5EF4-FFF2-40B4-BE49-F238E27FC236}">
                      <a16:creationId xmlns:a16="http://schemas.microsoft.com/office/drawing/2014/main" id="{88283EAD-F870-FD80-AACC-3BD2A0E13053}"/>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7" name="Rectangle 103">
                  <a:extLst>
                    <a:ext uri="{FF2B5EF4-FFF2-40B4-BE49-F238E27FC236}">
                      <a16:creationId xmlns:a16="http://schemas.microsoft.com/office/drawing/2014/main" id="{2DC32918-CA0B-9150-5477-4D50E9418093}"/>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8" name="Rectangle 104">
                  <a:extLst>
                    <a:ext uri="{FF2B5EF4-FFF2-40B4-BE49-F238E27FC236}">
                      <a16:creationId xmlns:a16="http://schemas.microsoft.com/office/drawing/2014/main" id="{86CAF6CC-8263-B765-F837-B223F36C6878}"/>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9" name="Rectangle 105">
                  <a:extLst>
                    <a:ext uri="{FF2B5EF4-FFF2-40B4-BE49-F238E27FC236}">
                      <a16:creationId xmlns:a16="http://schemas.microsoft.com/office/drawing/2014/main" id="{4380AC07-8034-12E3-2359-5D0B34F27811}"/>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0" name="Rectangle 106">
                  <a:extLst>
                    <a:ext uri="{FF2B5EF4-FFF2-40B4-BE49-F238E27FC236}">
                      <a16:creationId xmlns:a16="http://schemas.microsoft.com/office/drawing/2014/main" id="{2DE5751A-985C-C056-2FFF-1CC2F28424F0}"/>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1" name="Rectangle 107">
                  <a:extLst>
                    <a:ext uri="{FF2B5EF4-FFF2-40B4-BE49-F238E27FC236}">
                      <a16:creationId xmlns:a16="http://schemas.microsoft.com/office/drawing/2014/main" id="{8582CB4F-AC44-5ACE-EB67-7AF5A76FF2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2" name="Rectangle 108">
                  <a:extLst>
                    <a:ext uri="{FF2B5EF4-FFF2-40B4-BE49-F238E27FC236}">
                      <a16:creationId xmlns:a16="http://schemas.microsoft.com/office/drawing/2014/main" id="{64246A8B-69F6-32A3-91D7-2BA88198BF77}"/>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3" name="Rectangle 109">
                  <a:extLst>
                    <a:ext uri="{FF2B5EF4-FFF2-40B4-BE49-F238E27FC236}">
                      <a16:creationId xmlns:a16="http://schemas.microsoft.com/office/drawing/2014/main" id="{BF455617-1E6C-C5B1-FE5A-63AA4214DD4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4" name="Rectangle 110">
                  <a:extLst>
                    <a:ext uri="{FF2B5EF4-FFF2-40B4-BE49-F238E27FC236}">
                      <a16:creationId xmlns:a16="http://schemas.microsoft.com/office/drawing/2014/main" id="{3B91FC9C-34F1-C396-BCBF-E226883F3D2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5" name="Rectangle 111">
                  <a:extLst>
                    <a:ext uri="{FF2B5EF4-FFF2-40B4-BE49-F238E27FC236}">
                      <a16:creationId xmlns:a16="http://schemas.microsoft.com/office/drawing/2014/main" id="{9915AD50-5F13-5C66-E0A0-C823A6909D4A}"/>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103" name="Groupe 152">
                <a:extLst>
                  <a:ext uri="{FF2B5EF4-FFF2-40B4-BE49-F238E27FC236}">
                    <a16:creationId xmlns:a16="http://schemas.microsoft.com/office/drawing/2014/main" id="{F8C0BA32-36C5-C696-E5AF-F4DD10DA003B}"/>
                  </a:ext>
                </a:extLst>
              </p:cNvPr>
              <p:cNvGrpSpPr/>
              <p:nvPr/>
            </p:nvGrpSpPr>
            <p:grpSpPr>
              <a:xfrm>
                <a:off x="7527020" y="2174293"/>
                <a:ext cx="1467257" cy="1169474"/>
                <a:chOff x="2609577" y="1563591"/>
                <a:chExt cx="1467257" cy="1169474"/>
              </a:xfrm>
            </p:grpSpPr>
            <p:grpSp>
              <p:nvGrpSpPr>
                <p:cNvPr id="118" name="Groupe 153">
                  <a:extLst>
                    <a:ext uri="{FF2B5EF4-FFF2-40B4-BE49-F238E27FC236}">
                      <a16:creationId xmlns:a16="http://schemas.microsoft.com/office/drawing/2014/main" id="{82669844-F047-3388-4CC2-D7890812900E}"/>
                    </a:ext>
                  </a:extLst>
                </p:cNvPr>
                <p:cNvGrpSpPr/>
                <p:nvPr/>
              </p:nvGrpSpPr>
              <p:grpSpPr>
                <a:xfrm>
                  <a:off x="2609577" y="1563591"/>
                  <a:ext cx="1412109" cy="1169474"/>
                  <a:chOff x="2645545" y="3994190"/>
                  <a:chExt cx="1412109" cy="1169474"/>
                </a:xfrm>
              </p:grpSpPr>
              <p:pic>
                <p:nvPicPr>
                  <p:cNvPr id="120" name="Graphique 155" descr="Diable avec un remplissage uni">
                    <a:extLst>
                      <a:ext uri="{FF2B5EF4-FFF2-40B4-BE49-F238E27FC236}">
                        <a16:creationId xmlns:a16="http://schemas.microsoft.com/office/drawing/2014/main" id="{A2B4973D-7FE9-0247-2586-D9AE2EEBC246}"/>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037365" y="4143375"/>
                    <a:ext cx="1020289" cy="1020289"/>
                  </a:xfrm>
                  <a:prstGeom prst="rect">
                    <a:avLst/>
                  </a:prstGeom>
                </p:spPr>
              </p:pic>
              <p:pic>
                <p:nvPicPr>
                  <p:cNvPr id="121" name="Graphique 156" descr="Base-ball avec un remplissage uni">
                    <a:extLst>
                      <a:ext uri="{FF2B5EF4-FFF2-40B4-BE49-F238E27FC236}">
                        <a16:creationId xmlns:a16="http://schemas.microsoft.com/office/drawing/2014/main" id="{A53B1A58-04EA-EB90-F26A-5B6B15595325}"/>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2645545" y="4030462"/>
                    <a:ext cx="993713" cy="1133202"/>
                  </a:xfrm>
                  <a:prstGeom prst="rect">
                    <a:avLst/>
                  </a:prstGeom>
                </p:spPr>
              </p:pic>
              <p:sp>
                <p:nvSpPr>
                  <p:cNvPr id="122" name="Rectangle 157">
                    <a:extLst>
                      <a:ext uri="{FF2B5EF4-FFF2-40B4-BE49-F238E27FC236}">
                        <a16:creationId xmlns:a16="http://schemas.microsoft.com/office/drawing/2014/main" id="{C7A74F37-F4F1-79FC-0645-C41AF35367D2}"/>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9" name="Graphique 154" descr="Boîte à archives avec un remplissage uni">
                  <a:extLst>
                    <a:ext uri="{FF2B5EF4-FFF2-40B4-BE49-F238E27FC236}">
                      <a16:creationId xmlns:a16="http://schemas.microsoft.com/office/drawing/2014/main" id="{B73BEDED-5C55-4932-9FA2-280F5B331A3F}"/>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20255485">
                  <a:off x="3419733" y="1863768"/>
                  <a:ext cx="657101" cy="657101"/>
                </a:xfrm>
                <a:prstGeom prst="rect">
                  <a:avLst/>
                </a:prstGeom>
              </p:spPr>
            </p:pic>
          </p:grpSp>
          <p:grpSp>
            <p:nvGrpSpPr>
              <p:cNvPr id="104" name="Groupe 158">
                <a:extLst>
                  <a:ext uri="{FF2B5EF4-FFF2-40B4-BE49-F238E27FC236}">
                    <a16:creationId xmlns:a16="http://schemas.microsoft.com/office/drawing/2014/main" id="{A590082D-C739-961B-F330-00D8067D7576}"/>
                  </a:ext>
                </a:extLst>
              </p:cNvPr>
              <p:cNvGrpSpPr/>
              <p:nvPr/>
            </p:nvGrpSpPr>
            <p:grpSpPr>
              <a:xfrm flipH="1">
                <a:off x="8944157" y="2297704"/>
                <a:ext cx="1093937" cy="1165158"/>
                <a:chOff x="1680627" y="1783722"/>
                <a:chExt cx="1331514" cy="1331514"/>
              </a:xfrm>
            </p:grpSpPr>
            <p:pic>
              <p:nvPicPr>
                <p:cNvPr id="105" name="Graphique 159" descr="Mur de briques en construction avec un remplissage uni">
                  <a:extLst>
                    <a:ext uri="{FF2B5EF4-FFF2-40B4-BE49-F238E27FC236}">
                      <a16:creationId xmlns:a16="http://schemas.microsoft.com/office/drawing/2014/main" id="{C4B6C0C6-7F31-E3C2-919C-3FF387EA15AE}"/>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680627" y="1783722"/>
                  <a:ext cx="1331514" cy="1331514"/>
                </a:xfrm>
                <a:prstGeom prst="rect">
                  <a:avLst/>
                </a:prstGeom>
              </p:spPr>
            </p:pic>
            <p:sp>
              <p:nvSpPr>
                <p:cNvPr id="106" name="Rectangle 160">
                  <a:extLst>
                    <a:ext uri="{FF2B5EF4-FFF2-40B4-BE49-F238E27FC236}">
                      <a16:creationId xmlns:a16="http://schemas.microsoft.com/office/drawing/2014/main" id="{5568DC13-89DD-23E2-29E4-3F892AB395B6}"/>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61">
                  <a:extLst>
                    <a:ext uri="{FF2B5EF4-FFF2-40B4-BE49-F238E27FC236}">
                      <a16:creationId xmlns:a16="http://schemas.microsoft.com/office/drawing/2014/main" id="{D987DAC4-17DC-2A97-1EB0-0AD81CC703D9}"/>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62">
                  <a:extLst>
                    <a:ext uri="{FF2B5EF4-FFF2-40B4-BE49-F238E27FC236}">
                      <a16:creationId xmlns:a16="http://schemas.microsoft.com/office/drawing/2014/main" id="{50E3BAFC-EA6F-1F79-924D-C943D6A86BC2}"/>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9" name="Rectangle 163">
                  <a:extLst>
                    <a:ext uri="{FF2B5EF4-FFF2-40B4-BE49-F238E27FC236}">
                      <a16:creationId xmlns:a16="http://schemas.microsoft.com/office/drawing/2014/main" id="{2F45CCA6-8183-5E49-A102-C29DF61EE2E8}"/>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0" name="Rectangle 164">
                  <a:extLst>
                    <a:ext uri="{FF2B5EF4-FFF2-40B4-BE49-F238E27FC236}">
                      <a16:creationId xmlns:a16="http://schemas.microsoft.com/office/drawing/2014/main" id="{82688194-AEDC-8346-D9E1-80BEFFE4F10F}"/>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1" name="Rectangle 165">
                  <a:extLst>
                    <a:ext uri="{FF2B5EF4-FFF2-40B4-BE49-F238E27FC236}">
                      <a16:creationId xmlns:a16="http://schemas.microsoft.com/office/drawing/2014/main" id="{DB5AC6EC-FC5A-F5CF-C446-A941A53FEBCC}"/>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2" name="Rectangle 166">
                  <a:extLst>
                    <a:ext uri="{FF2B5EF4-FFF2-40B4-BE49-F238E27FC236}">
                      <a16:creationId xmlns:a16="http://schemas.microsoft.com/office/drawing/2014/main" id="{A643A349-0FA7-59BC-85BE-551D646F0BF2}"/>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3" name="Rectangle 167">
                  <a:extLst>
                    <a:ext uri="{FF2B5EF4-FFF2-40B4-BE49-F238E27FC236}">
                      <a16:creationId xmlns:a16="http://schemas.microsoft.com/office/drawing/2014/main" id="{40382D84-2B9B-FD6B-A3D3-1057EDCFF96E}"/>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4" name="Rectangle 168">
                  <a:extLst>
                    <a:ext uri="{FF2B5EF4-FFF2-40B4-BE49-F238E27FC236}">
                      <a16:creationId xmlns:a16="http://schemas.microsoft.com/office/drawing/2014/main" id="{BDE6414A-EB2A-FB70-58A4-DFCA0495051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5" name="Rectangle 169">
                  <a:extLst>
                    <a:ext uri="{FF2B5EF4-FFF2-40B4-BE49-F238E27FC236}">
                      <a16:creationId xmlns:a16="http://schemas.microsoft.com/office/drawing/2014/main" id="{C93432A5-4383-6122-DD64-5B8F152D5A9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170">
                  <a:extLst>
                    <a:ext uri="{FF2B5EF4-FFF2-40B4-BE49-F238E27FC236}">
                      <a16:creationId xmlns:a16="http://schemas.microsoft.com/office/drawing/2014/main" id="{55DBB62E-D152-4F15-103A-D8F768C40756}"/>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171">
                  <a:extLst>
                    <a:ext uri="{FF2B5EF4-FFF2-40B4-BE49-F238E27FC236}">
                      <a16:creationId xmlns:a16="http://schemas.microsoft.com/office/drawing/2014/main" id="{BD72CAC1-D1B6-2F11-1301-A7634D157C38}"/>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18" name="Groupe 173">
              <a:extLst>
                <a:ext uri="{FF2B5EF4-FFF2-40B4-BE49-F238E27FC236}">
                  <a16:creationId xmlns:a16="http://schemas.microsoft.com/office/drawing/2014/main" id="{19094837-F50C-9D72-A775-C1C74315609E}"/>
                </a:ext>
              </a:extLst>
            </p:cNvPr>
            <p:cNvGrpSpPr/>
            <p:nvPr/>
          </p:nvGrpSpPr>
          <p:grpSpPr>
            <a:xfrm>
              <a:off x="8811398" y="1671748"/>
              <a:ext cx="2449701" cy="1195165"/>
              <a:chOff x="127000" y="915986"/>
              <a:chExt cx="12052300" cy="5880100"/>
            </a:xfrm>
          </p:grpSpPr>
          <p:sp>
            <p:nvSpPr>
              <p:cNvPr id="97" name="Flèche : droite 174">
                <a:extLst>
                  <a:ext uri="{FF2B5EF4-FFF2-40B4-BE49-F238E27FC236}">
                    <a16:creationId xmlns:a16="http://schemas.microsoft.com/office/drawing/2014/main" id="{58F3A8A7-F21B-0BD4-40A5-3C378983C254}"/>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8" name="Rectangle 175">
                <a:extLst>
                  <a:ext uri="{FF2B5EF4-FFF2-40B4-BE49-F238E27FC236}">
                    <a16:creationId xmlns:a16="http://schemas.microsoft.com/office/drawing/2014/main" id="{59B46300-35A8-3CC4-7453-BA85EE774A93}"/>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9" name="Rectangle 176">
                <a:extLst>
                  <a:ext uri="{FF2B5EF4-FFF2-40B4-BE49-F238E27FC236}">
                    <a16:creationId xmlns:a16="http://schemas.microsoft.com/office/drawing/2014/main" id="{3D46261A-2CB3-A5CE-95DA-3C7026D04F08}"/>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100" name="Rectangle 177">
                <a:extLst>
                  <a:ext uri="{FF2B5EF4-FFF2-40B4-BE49-F238E27FC236}">
                    <a16:creationId xmlns:a16="http://schemas.microsoft.com/office/drawing/2014/main" id="{0B43B686-19DA-8F06-71CA-398BC88A6C9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101" name="Rectangle 178">
                <a:extLst>
                  <a:ext uri="{FF2B5EF4-FFF2-40B4-BE49-F238E27FC236}">
                    <a16:creationId xmlns:a16="http://schemas.microsoft.com/office/drawing/2014/main" id="{5E0E590A-96EF-13AF-024D-4A99A8C0D5F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9" name="Groupe 1">
              <a:extLst>
                <a:ext uri="{FF2B5EF4-FFF2-40B4-BE49-F238E27FC236}">
                  <a16:creationId xmlns:a16="http://schemas.microsoft.com/office/drawing/2014/main" id="{BC71554C-1C3C-1EB9-A9BE-4F3BFA980C12}"/>
                </a:ext>
              </a:extLst>
            </p:cNvPr>
            <p:cNvGrpSpPr/>
            <p:nvPr/>
          </p:nvGrpSpPr>
          <p:grpSpPr>
            <a:xfrm>
              <a:off x="5655037" y="3889628"/>
              <a:ext cx="1471902" cy="1550016"/>
              <a:chOff x="6119047" y="342948"/>
              <a:chExt cx="5553478" cy="5848201"/>
            </a:xfrm>
          </p:grpSpPr>
          <p:pic>
            <p:nvPicPr>
              <p:cNvPr id="87" name="Graphique 112" descr="Balance de la justice avec un remplissage uni">
                <a:extLst>
                  <a:ext uri="{FF2B5EF4-FFF2-40B4-BE49-F238E27FC236}">
                    <a16:creationId xmlns:a16="http://schemas.microsoft.com/office/drawing/2014/main" id="{FF231F67-29B6-9B24-9119-F9DFDB1DD8AA}"/>
                  </a:ext>
                </a:extLst>
              </p:cNvPr>
              <p:cNvPicPr>
                <a:picLocks noChangeAspect="1"/>
              </p:cNvPicPr>
              <p:nvPr/>
            </p:nvPicPr>
            <p:blipFill rotWithShape="1">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rcRect l="6972" t="7530" r="8041" b="7105"/>
              <a:stretch/>
            </p:blipFill>
            <p:spPr>
              <a:xfrm>
                <a:off x="6521388" y="342948"/>
                <a:ext cx="4441794" cy="4461491"/>
              </a:xfrm>
              <a:prstGeom prst="rect">
                <a:avLst/>
              </a:prstGeom>
            </p:spPr>
          </p:pic>
          <p:sp>
            <p:nvSpPr>
              <p:cNvPr id="88" name="Rectangle 116">
                <a:extLst>
                  <a:ext uri="{FF2B5EF4-FFF2-40B4-BE49-F238E27FC236}">
                    <a16:creationId xmlns:a16="http://schemas.microsoft.com/office/drawing/2014/main" id="{9DDC0731-4AA3-026E-3C05-365AA9D6AB7F}"/>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9" name="Rectangle 117">
                <a:extLst>
                  <a:ext uri="{FF2B5EF4-FFF2-40B4-BE49-F238E27FC236}">
                    <a16:creationId xmlns:a16="http://schemas.microsoft.com/office/drawing/2014/main" id="{CC4F7EB7-95CE-F887-9D36-390FAA994E3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0" name="Rectangle 118">
                <a:extLst>
                  <a:ext uri="{FF2B5EF4-FFF2-40B4-BE49-F238E27FC236}">
                    <a16:creationId xmlns:a16="http://schemas.microsoft.com/office/drawing/2014/main" id="{81CFA7E1-E988-18AB-2A4F-1AD79F6BB0A6}"/>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1" name="Rectangle 119">
                <a:extLst>
                  <a:ext uri="{FF2B5EF4-FFF2-40B4-BE49-F238E27FC236}">
                    <a16:creationId xmlns:a16="http://schemas.microsoft.com/office/drawing/2014/main" id="{D9D473F7-06F5-BCF4-8702-930C5A2B0A3E}"/>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2" name="Rectangle 120">
                <a:extLst>
                  <a:ext uri="{FF2B5EF4-FFF2-40B4-BE49-F238E27FC236}">
                    <a16:creationId xmlns:a16="http://schemas.microsoft.com/office/drawing/2014/main" id="{C7125F3B-B3D8-9C4E-3986-0F3FF0D5E57D}"/>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3" name="Rectangle 121">
                <a:extLst>
                  <a:ext uri="{FF2B5EF4-FFF2-40B4-BE49-F238E27FC236}">
                    <a16:creationId xmlns:a16="http://schemas.microsoft.com/office/drawing/2014/main" id="{84E9BB60-67E1-AC63-F59A-75EA8607618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4" name="Rectangle 122">
                <a:extLst>
                  <a:ext uri="{FF2B5EF4-FFF2-40B4-BE49-F238E27FC236}">
                    <a16:creationId xmlns:a16="http://schemas.microsoft.com/office/drawing/2014/main" id="{160DB20E-F108-0D2B-873E-6F03CA9D8AB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5" name="Rectangle 123">
                <a:extLst>
                  <a:ext uri="{FF2B5EF4-FFF2-40B4-BE49-F238E27FC236}">
                    <a16:creationId xmlns:a16="http://schemas.microsoft.com/office/drawing/2014/main" id="{FA43A4A0-6621-059D-2BBB-B184865DF46E}"/>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6" name="Rectangle 124">
                <a:extLst>
                  <a:ext uri="{FF2B5EF4-FFF2-40B4-BE49-F238E27FC236}">
                    <a16:creationId xmlns:a16="http://schemas.microsoft.com/office/drawing/2014/main" id="{8EBB89BC-5E3C-8043-6684-510D3439001D}"/>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grpSp>
          <p:nvGrpSpPr>
            <p:cNvPr id="20" name="Groupe 125">
              <a:extLst>
                <a:ext uri="{FF2B5EF4-FFF2-40B4-BE49-F238E27FC236}">
                  <a16:creationId xmlns:a16="http://schemas.microsoft.com/office/drawing/2014/main" id="{C98570DF-09C1-5688-369D-DDFF908D558B}"/>
                </a:ext>
              </a:extLst>
            </p:cNvPr>
            <p:cNvGrpSpPr/>
            <p:nvPr/>
          </p:nvGrpSpPr>
          <p:grpSpPr>
            <a:xfrm>
              <a:off x="1420529" y="4111588"/>
              <a:ext cx="1618049" cy="1201642"/>
              <a:chOff x="4856111" y="1739195"/>
              <a:chExt cx="6696567" cy="4973195"/>
            </a:xfrm>
          </p:grpSpPr>
          <p:pic>
            <p:nvPicPr>
              <p:cNvPr id="54" name="Graphique 126" descr="Sphères de Harvey 100% avec un remplissage uni">
                <a:extLst>
                  <a:ext uri="{FF2B5EF4-FFF2-40B4-BE49-F238E27FC236}">
                    <a16:creationId xmlns:a16="http://schemas.microsoft.com/office/drawing/2014/main" id="{4894D05E-9F4B-A54E-6B37-03AB8AB58C96}"/>
                  </a:ext>
                </a:extLst>
              </p:cNvPr>
              <p:cNvPicPr>
                <a:picLocks noChangeAspect="1"/>
              </p:cNvPicPr>
              <p:nvPr/>
            </p:nvPicPr>
            <p:blipFill rotWithShape="1">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rcRect l="10326" t="10344" r="10326" b="10240"/>
              <a:stretch/>
            </p:blipFill>
            <p:spPr>
              <a:xfrm>
                <a:off x="4856111" y="3574539"/>
                <a:ext cx="1792339" cy="1793874"/>
              </a:xfrm>
              <a:prstGeom prst="rect">
                <a:avLst/>
              </a:prstGeom>
            </p:spPr>
          </p:pic>
          <p:grpSp>
            <p:nvGrpSpPr>
              <p:cNvPr id="55" name="Groupe 128">
                <a:extLst>
                  <a:ext uri="{FF2B5EF4-FFF2-40B4-BE49-F238E27FC236}">
                    <a16:creationId xmlns:a16="http://schemas.microsoft.com/office/drawing/2014/main" id="{6C15521F-7DD8-0321-341D-421BE2311027}"/>
                  </a:ext>
                </a:extLst>
              </p:cNvPr>
              <p:cNvGrpSpPr/>
              <p:nvPr/>
            </p:nvGrpSpPr>
            <p:grpSpPr>
              <a:xfrm>
                <a:off x="8201266" y="2889716"/>
                <a:ext cx="1203959" cy="1114429"/>
                <a:chOff x="495541" y="3991241"/>
                <a:chExt cx="1203959" cy="1114429"/>
              </a:xfrm>
            </p:grpSpPr>
            <p:sp>
              <p:nvSpPr>
                <p:cNvPr id="85" name="Rectangle 195">
                  <a:extLst>
                    <a:ext uri="{FF2B5EF4-FFF2-40B4-BE49-F238E27FC236}">
                      <a16:creationId xmlns:a16="http://schemas.microsoft.com/office/drawing/2014/main" id="{06E968CC-C07B-35A5-1270-831B18E5A105}"/>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6" name="Graphique 196" descr="Utilisateurs avec un remplissage uni">
                  <a:extLst>
                    <a:ext uri="{FF2B5EF4-FFF2-40B4-BE49-F238E27FC236}">
                      <a16:creationId xmlns:a16="http://schemas.microsoft.com/office/drawing/2014/main" id="{5E01893A-557F-EA13-F9F5-DE0795CCAB8D}"/>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83195" y="3991241"/>
                  <a:ext cx="710146" cy="710146"/>
                </a:xfrm>
                <a:prstGeom prst="rect">
                  <a:avLst/>
                </a:prstGeom>
              </p:spPr>
            </p:pic>
          </p:grpSp>
          <p:grpSp>
            <p:nvGrpSpPr>
              <p:cNvPr id="56" name="Groupe 129">
                <a:extLst>
                  <a:ext uri="{FF2B5EF4-FFF2-40B4-BE49-F238E27FC236}">
                    <a16:creationId xmlns:a16="http://schemas.microsoft.com/office/drawing/2014/main" id="{E76D0006-922E-9872-2DA1-24356E01E99E}"/>
                  </a:ext>
                </a:extLst>
              </p:cNvPr>
              <p:cNvGrpSpPr/>
              <p:nvPr/>
            </p:nvGrpSpPr>
            <p:grpSpPr>
              <a:xfrm>
                <a:off x="8144116" y="4080387"/>
                <a:ext cx="1203959" cy="1114429"/>
                <a:chOff x="495541" y="3991241"/>
                <a:chExt cx="1203959" cy="1114429"/>
              </a:xfrm>
              <a:solidFill>
                <a:srgbClr val="0683AA"/>
              </a:solidFill>
            </p:grpSpPr>
            <p:sp>
              <p:nvSpPr>
                <p:cNvPr id="83" name="Rectangle 193">
                  <a:extLst>
                    <a:ext uri="{FF2B5EF4-FFF2-40B4-BE49-F238E27FC236}">
                      <a16:creationId xmlns:a16="http://schemas.microsoft.com/office/drawing/2014/main" id="{843A3528-BA36-C290-3ED3-DD5DE92E288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4" name="Graphique 194" descr="Utilisateurs avec un remplissage uni">
                  <a:extLst>
                    <a:ext uri="{FF2B5EF4-FFF2-40B4-BE49-F238E27FC236}">
                      <a16:creationId xmlns:a16="http://schemas.microsoft.com/office/drawing/2014/main" id="{572DC5EC-40C3-48C6-D0FF-5AA0B1F91C1F}"/>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83195" y="3991241"/>
                  <a:ext cx="710146" cy="710146"/>
                </a:xfrm>
                <a:prstGeom prst="rect">
                  <a:avLst/>
                </a:prstGeom>
              </p:spPr>
            </p:pic>
          </p:grpSp>
          <p:grpSp>
            <p:nvGrpSpPr>
              <p:cNvPr id="57" name="Groupe 130">
                <a:extLst>
                  <a:ext uri="{FF2B5EF4-FFF2-40B4-BE49-F238E27FC236}">
                    <a16:creationId xmlns:a16="http://schemas.microsoft.com/office/drawing/2014/main" id="{8B352FE5-CC80-D05A-B69B-547C858E540E}"/>
                  </a:ext>
                </a:extLst>
              </p:cNvPr>
              <p:cNvGrpSpPr/>
              <p:nvPr/>
            </p:nvGrpSpPr>
            <p:grpSpPr>
              <a:xfrm>
                <a:off x="7765182" y="5459500"/>
                <a:ext cx="1203959" cy="1114429"/>
                <a:chOff x="495541" y="3991241"/>
                <a:chExt cx="1203959" cy="1114429"/>
              </a:xfrm>
            </p:grpSpPr>
            <p:sp>
              <p:nvSpPr>
                <p:cNvPr id="81" name="Rectangle 191">
                  <a:extLst>
                    <a:ext uri="{FF2B5EF4-FFF2-40B4-BE49-F238E27FC236}">
                      <a16:creationId xmlns:a16="http://schemas.microsoft.com/office/drawing/2014/main" id="{FA58D5D1-0690-1A0D-5FAB-6F0E5FEE9BC8}"/>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2" name="Graphique 192" descr="Utilisateurs avec un remplissage uni">
                  <a:extLst>
                    <a:ext uri="{FF2B5EF4-FFF2-40B4-BE49-F238E27FC236}">
                      <a16:creationId xmlns:a16="http://schemas.microsoft.com/office/drawing/2014/main" id="{C7B25758-B273-7807-E388-36D07F8F0DA3}"/>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83195" y="3991241"/>
                  <a:ext cx="710146" cy="710146"/>
                </a:xfrm>
                <a:prstGeom prst="rect">
                  <a:avLst/>
                </a:prstGeom>
              </p:spPr>
            </p:pic>
          </p:grpSp>
          <p:grpSp>
            <p:nvGrpSpPr>
              <p:cNvPr id="58" name="Groupe 131">
                <a:extLst>
                  <a:ext uri="{FF2B5EF4-FFF2-40B4-BE49-F238E27FC236}">
                    <a16:creationId xmlns:a16="http://schemas.microsoft.com/office/drawing/2014/main" id="{9E199F05-1DC9-6F4F-9083-8D4447A2CCD7}"/>
                  </a:ext>
                </a:extLst>
              </p:cNvPr>
              <p:cNvGrpSpPr/>
              <p:nvPr/>
            </p:nvGrpSpPr>
            <p:grpSpPr>
              <a:xfrm>
                <a:off x="10040031" y="5626122"/>
                <a:ext cx="1203959" cy="1086268"/>
                <a:chOff x="1844480" y="4004145"/>
                <a:chExt cx="1203959" cy="1086268"/>
              </a:xfrm>
            </p:grpSpPr>
            <p:sp>
              <p:nvSpPr>
                <p:cNvPr id="79" name="Rectangle 189">
                  <a:extLst>
                    <a:ext uri="{FF2B5EF4-FFF2-40B4-BE49-F238E27FC236}">
                      <a16:creationId xmlns:a16="http://schemas.microsoft.com/office/drawing/2014/main" id="{7E3AC5CA-C6FF-BCB8-0BD6-3CCEA9EA8E76}"/>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80" name="Graphique 190" descr="Utilisateurs avec un remplissage uni">
                  <a:extLst>
                    <a:ext uri="{FF2B5EF4-FFF2-40B4-BE49-F238E27FC236}">
                      <a16:creationId xmlns:a16="http://schemas.microsoft.com/office/drawing/2014/main" id="{8AC0E092-9D9F-F975-6CAA-3A72B547E873}"/>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091386" y="4004145"/>
                  <a:ext cx="710146" cy="710146"/>
                </a:xfrm>
                <a:prstGeom prst="rect">
                  <a:avLst/>
                </a:prstGeom>
              </p:spPr>
            </p:pic>
          </p:grpSp>
          <p:grpSp>
            <p:nvGrpSpPr>
              <p:cNvPr id="59" name="Groupe 132">
                <a:extLst>
                  <a:ext uri="{FF2B5EF4-FFF2-40B4-BE49-F238E27FC236}">
                    <a16:creationId xmlns:a16="http://schemas.microsoft.com/office/drawing/2014/main" id="{78D258C7-35BD-8509-1A3B-09DC397C888A}"/>
                  </a:ext>
                </a:extLst>
              </p:cNvPr>
              <p:cNvGrpSpPr/>
              <p:nvPr/>
            </p:nvGrpSpPr>
            <p:grpSpPr>
              <a:xfrm>
                <a:off x="10348719" y="4140742"/>
                <a:ext cx="1203959" cy="1086268"/>
                <a:chOff x="1844480" y="4004145"/>
                <a:chExt cx="1203959" cy="1086268"/>
              </a:xfrm>
            </p:grpSpPr>
            <p:sp>
              <p:nvSpPr>
                <p:cNvPr id="77" name="Rectangle 187">
                  <a:extLst>
                    <a:ext uri="{FF2B5EF4-FFF2-40B4-BE49-F238E27FC236}">
                      <a16:creationId xmlns:a16="http://schemas.microsoft.com/office/drawing/2014/main" id="{D80BD476-9AF1-C8A8-14F8-8EE9CD63C6BC}"/>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8" name="Graphique 188" descr="Utilisateurs avec un remplissage uni">
                  <a:extLst>
                    <a:ext uri="{FF2B5EF4-FFF2-40B4-BE49-F238E27FC236}">
                      <a16:creationId xmlns:a16="http://schemas.microsoft.com/office/drawing/2014/main" id="{C6603226-90EA-9A4A-CDE7-B5D8FD55DB2E}"/>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091386" y="4004145"/>
                  <a:ext cx="710146" cy="710146"/>
                </a:xfrm>
                <a:prstGeom prst="rect">
                  <a:avLst/>
                </a:prstGeom>
              </p:spPr>
            </p:pic>
          </p:grpSp>
          <p:pic>
            <p:nvPicPr>
              <p:cNvPr id="60" name="Graphique 185" descr="Utilisateur avec un remplissage uni">
                <a:extLst>
                  <a:ext uri="{FF2B5EF4-FFF2-40B4-BE49-F238E27FC236}">
                    <a16:creationId xmlns:a16="http://schemas.microsoft.com/office/drawing/2014/main" id="{F8FF99FD-30C1-CF12-7654-7DE7FF788845}"/>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7451137" y="1940358"/>
                <a:ext cx="634194" cy="634194"/>
              </a:xfrm>
              <a:prstGeom prst="rect">
                <a:avLst/>
              </a:prstGeom>
            </p:spPr>
          </p:pic>
          <p:grpSp>
            <p:nvGrpSpPr>
              <p:cNvPr id="61" name="Groupe 134">
                <a:extLst>
                  <a:ext uri="{FF2B5EF4-FFF2-40B4-BE49-F238E27FC236}">
                    <a16:creationId xmlns:a16="http://schemas.microsoft.com/office/drawing/2014/main" id="{BF853D9E-32C0-CA29-41A0-61CA36B6DD6A}"/>
                  </a:ext>
                </a:extLst>
              </p:cNvPr>
              <p:cNvGrpSpPr/>
              <p:nvPr/>
            </p:nvGrpSpPr>
            <p:grpSpPr>
              <a:xfrm>
                <a:off x="10058713" y="1739195"/>
                <a:ext cx="1203959" cy="1086268"/>
                <a:chOff x="1844480" y="4004145"/>
                <a:chExt cx="1203959" cy="1086268"/>
              </a:xfrm>
            </p:grpSpPr>
            <p:sp>
              <p:nvSpPr>
                <p:cNvPr id="75" name="Rectangle 150">
                  <a:extLst>
                    <a:ext uri="{FF2B5EF4-FFF2-40B4-BE49-F238E27FC236}">
                      <a16:creationId xmlns:a16="http://schemas.microsoft.com/office/drawing/2014/main" id="{E7951357-2784-9D4C-B986-CAE00975A9A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6" name="Graphique 151" descr="Utilisateurs avec un remplissage uni">
                  <a:extLst>
                    <a:ext uri="{FF2B5EF4-FFF2-40B4-BE49-F238E27FC236}">
                      <a16:creationId xmlns:a16="http://schemas.microsoft.com/office/drawing/2014/main" id="{F9965EDF-6EC9-EAF6-FBD7-56302C8D3688}"/>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091386" y="4004145"/>
                  <a:ext cx="710146" cy="710146"/>
                </a:xfrm>
                <a:prstGeom prst="rect">
                  <a:avLst/>
                </a:prstGeom>
              </p:spPr>
            </p:pic>
          </p:grpSp>
          <p:pic>
            <p:nvPicPr>
              <p:cNvPr id="62" name="Graphique 148" descr="Utilisateur avec un remplissage uni">
                <a:extLst>
                  <a:ext uri="{FF2B5EF4-FFF2-40B4-BE49-F238E27FC236}">
                    <a16:creationId xmlns:a16="http://schemas.microsoft.com/office/drawing/2014/main" id="{65DEE276-5D4C-8B22-0EA1-B7350EE2607D}"/>
                  </a:ext>
                </a:extLst>
              </p:cNvPr>
              <p:cNvPicPr>
                <a:picLocks noChangeAspect="1"/>
              </p:cNvPicPr>
              <p:nvPr/>
            </p:nvPicPr>
            <p:blipFill>
              <a:blip r:embed="rId32"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10324912" y="3254927"/>
                <a:ext cx="634194" cy="634194"/>
              </a:xfrm>
              <a:prstGeom prst="rect">
                <a:avLst/>
              </a:prstGeom>
            </p:spPr>
          </p:pic>
          <p:sp>
            <p:nvSpPr>
              <p:cNvPr id="63" name="Flèche : droite 136">
                <a:extLst>
                  <a:ext uri="{FF2B5EF4-FFF2-40B4-BE49-F238E27FC236}">
                    <a16:creationId xmlns:a16="http://schemas.microsoft.com/office/drawing/2014/main" id="{D97947B1-5E74-6C21-D555-7C658D6879F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4" name="Flèche : droite 137">
                <a:extLst>
                  <a:ext uri="{FF2B5EF4-FFF2-40B4-BE49-F238E27FC236}">
                    <a16:creationId xmlns:a16="http://schemas.microsoft.com/office/drawing/2014/main" id="{F80893CB-6CA2-3AFE-8CCC-B2E67670CC6E}"/>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5" name="Flèche : droite 138">
                <a:extLst>
                  <a:ext uri="{FF2B5EF4-FFF2-40B4-BE49-F238E27FC236}">
                    <a16:creationId xmlns:a16="http://schemas.microsoft.com/office/drawing/2014/main" id="{C6B38C8F-B507-A4A2-2CFC-B626D26212F4}"/>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6" name="Flèche : droite 139">
                <a:extLst>
                  <a:ext uri="{FF2B5EF4-FFF2-40B4-BE49-F238E27FC236}">
                    <a16:creationId xmlns:a16="http://schemas.microsoft.com/office/drawing/2014/main" id="{59D21F67-FE45-6D58-A167-1CE57B4E9F7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7" name="Flèche : droite 140">
                <a:extLst>
                  <a:ext uri="{FF2B5EF4-FFF2-40B4-BE49-F238E27FC236}">
                    <a16:creationId xmlns:a16="http://schemas.microsoft.com/office/drawing/2014/main" id="{522A4D3A-9AD5-CFC1-A830-7C9612E0E8B4}"/>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8" name="Flèche : droite 141">
                <a:extLst>
                  <a:ext uri="{FF2B5EF4-FFF2-40B4-BE49-F238E27FC236}">
                    <a16:creationId xmlns:a16="http://schemas.microsoft.com/office/drawing/2014/main" id="{F5FBD1B9-6E49-5454-3BA7-BC3A67DD63F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9" name="Flèche : droite 142">
                <a:extLst>
                  <a:ext uri="{FF2B5EF4-FFF2-40B4-BE49-F238E27FC236}">
                    <a16:creationId xmlns:a16="http://schemas.microsoft.com/office/drawing/2014/main" id="{6B95A4AA-5577-AFDC-8BCF-A666E33CF2DC}"/>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0" name="Flèche : droite 143">
                <a:extLst>
                  <a:ext uri="{FF2B5EF4-FFF2-40B4-BE49-F238E27FC236}">
                    <a16:creationId xmlns:a16="http://schemas.microsoft.com/office/drawing/2014/main" id="{D19A6837-95F7-DBE1-3A34-011FAE6DE729}"/>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1" name="Flèche : droite 144">
                <a:extLst>
                  <a:ext uri="{FF2B5EF4-FFF2-40B4-BE49-F238E27FC236}">
                    <a16:creationId xmlns:a16="http://schemas.microsoft.com/office/drawing/2014/main" id="{F27ED784-7D8D-06A2-D8B2-2049D1E47A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2" name="Graphique 145" descr="Utilisateur avec un remplissage uni">
                <a:extLst>
                  <a:ext uri="{FF2B5EF4-FFF2-40B4-BE49-F238E27FC236}">
                    <a16:creationId xmlns:a16="http://schemas.microsoft.com/office/drawing/2014/main" id="{1B259A42-AFB6-CD8A-E8DA-71964DC443A7}"/>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9199066" y="3752255"/>
                <a:ext cx="410445" cy="410445"/>
              </a:xfrm>
              <a:prstGeom prst="rect">
                <a:avLst/>
              </a:prstGeom>
            </p:spPr>
          </p:pic>
          <p:pic>
            <p:nvPicPr>
              <p:cNvPr id="73" name="Graphique 146" descr="Utilisateur avec un remplissage uni">
                <a:extLst>
                  <a:ext uri="{FF2B5EF4-FFF2-40B4-BE49-F238E27FC236}">
                    <a16:creationId xmlns:a16="http://schemas.microsoft.com/office/drawing/2014/main" id="{B049423F-968B-E9AD-F7D3-F10D7DBC2B87}"/>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7997464" y="4944818"/>
                <a:ext cx="410445" cy="410445"/>
              </a:xfrm>
              <a:prstGeom prst="rect">
                <a:avLst/>
              </a:prstGeom>
            </p:spPr>
          </p:pic>
          <p:pic>
            <p:nvPicPr>
              <p:cNvPr id="74" name="Graphique 147" descr="Utilisateur avec un remplissage uni">
                <a:extLst>
                  <a:ext uri="{FF2B5EF4-FFF2-40B4-BE49-F238E27FC236}">
                    <a16:creationId xmlns:a16="http://schemas.microsoft.com/office/drawing/2014/main" id="{AFFE7B2C-8ABD-89B4-D9AF-F2835945D495}"/>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10985327" y="2533953"/>
                <a:ext cx="410445" cy="410445"/>
              </a:xfrm>
              <a:prstGeom prst="rect">
                <a:avLst/>
              </a:prstGeom>
            </p:spPr>
          </p:pic>
        </p:grpSp>
        <p:grpSp>
          <p:nvGrpSpPr>
            <p:cNvPr id="21" name="Groupe 2">
              <a:extLst>
                <a:ext uri="{FF2B5EF4-FFF2-40B4-BE49-F238E27FC236}">
                  <a16:creationId xmlns:a16="http://schemas.microsoft.com/office/drawing/2014/main" id="{7F96A8D2-138A-001F-EE91-7B9306DE4307}"/>
                </a:ext>
              </a:extLst>
            </p:cNvPr>
            <p:cNvGrpSpPr/>
            <p:nvPr/>
          </p:nvGrpSpPr>
          <p:grpSpPr>
            <a:xfrm>
              <a:off x="9351431" y="3918129"/>
              <a:ext cx="1423632" cy="1509929"/>
              <a:chOff x="6900539" y="986484"/>
              <a:chExt cx="5204718" cy="5520217"/>
            </a:xfrm>
          </p:grpSpPr>
          <p:sp>
            <p:nvSpPr>
              <p:cNvPr id="23" name="Rectangle 186">
                <a:extLst>
                  <a:ext uri="{FF2B5EF4-FFF2-40B4-BE49-F238E27FC236}">
                    <a16:creationId xmlns:a16="http://schemas.microsoft.com/office/drawing/2014/main" id="{E15CD3D5-130C-36FD-107C-AB5787A569BF}"/>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 de base</a:t>
                </a:r>
              </a:p>
            </p:txBody>
          </p:sp>
          <p:sp>
            <p:nvSpPr>
              <p:cNvPr id="24" name="Rectangle 197">
                <a:extLst>
                  <a:ext uri="{FF2B5EF4-FFF2-40B4-BE49-F238E27FC236}">
                    <a16:creationId xmlns:a16="http://schemas.microsoft.com/office/drawing/2014/main" id="{AAEF99BD-27DC-0DA7-FAB9-CA6EB16092CC}"/>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5" name="Rectangle 198">
                <a:extLst>
                  <a:ext uri="{FF2B5EF4-FFF2-40B4-BE49-F238E27FC236}">
                    <a16:creationId xmlns:a16="http://schemas.microsoft.com/office/drawing/2014/main" id="{69E76BE8-277A-83A9-3FFD-14ACFD8531C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26" name="Rectangle 199">
                <a:extLst>
                  <a:ext uri="{FF2B5EF4-FFF2-40B4-BE49-F238E27FC236}">
                    <a16:creationId xmlns:a16="http://schemas.microsoft.com/office/drawing/2014/main" id="{29D156EA-79B1-01A7-D395-7EB40025D181}"/>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7" name="Rectangle 200">
                <a:extLst>
                  <a:ext uri="{FF2B5EF4-FFF2-40B4-BE49-F238E27FC236}">
                    <a16:creationId xmlns:a16="http://schemas.microsoft.com/office/drawing/2014/main" id="{2EF4006C-93D3-ADD5-535E-95A0044A1765}"/>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8" name="Rectangle 201">
                <a:extLst>
                  <a:ext uri="{FF2B5EF4-FFF2-40B4-BE49-F238E27FC236}">
                    <a16:creationId xmlns:a16="http://schemas.microsoft.com/office/drawing/2014/main" id="{58AB1FAF-9482-59F9-FD0E-7804E6ACD96A}"/>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9" name="Rectangle 202">
                <a:extLst>
                  <a:ext uri="{FF2B5EF4-FFF2-40B4-BE49-F238E27FC236}">
                    <a16:creationId xmlns:a16="http://schemas.microsoft.com/office/drawing/2014/main" id="{7B84E1C9-4895-C975-6D35-3FE97E1BE6FD}"/>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30" name="Rectangle 203">
                <a:extLst>
                  <a:ext uri="{FF2B5EF4-FFF2-40B4-BE49-F238E27FC236}">
                    <a16:creationId xmlns:a16="http://schemas.microsoft.com/office/drawing/2014/main" id="{143B90FE-867C-6C4B-BAE0-A80A548FA53D}"/>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1" name="Rectangle 204">
                <a:extLst>
                  <a:ext uri="{FF2B5EF4-FFF2-40B4-BE49-F238E27FC236}">
                    <a16:creationId xmlns:a16="http://schemas.microsoft.com/office/drawing/2014/main" id="{43E9E799-E68C-96AA-B126-593FAAC29030}"/>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32" name="Rectangle 205">
                <a:extLst>
                  <a:ext uri="{FF2B5EF4-FFF2-40B4-BE49-F238E27FC236}">
                    <a16:creationId xmlns:a16="http://schemas.microsoft.com/office/drawing/2014/main" id="{2A00F674-393E-07CD-5B5C-B368AE94E271}"/>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33" name="Rectangle 206">
                <a:extLst>
                  <a:ext uri="{FF2B5EF4-FFF2-40B4-BE49-F238E27FC236}">
                    <a16:creationId xmlns:a16="http://schemas.microsoft.com/office/drawing/2014/main" id="{E284691F-6B10-38CD-C1AA-FC3A6A34E861}"/>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34" name="Rectangle 207">
                <a:extLst>
                  <a:ext uri="{FF2B5EF4-FFF2-40B4-BE49-F238E27FC236}">
                    <a16:creationId xmlns:a16="http://schemas.microsoft.com/office/drawing/2014/main" id="{F2905034-360C-3276-3C22-6B94E0ED4D8C}"/>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5" name="Rectangle 208">
                <a:extLst>
                  <a:ext uri="{FF2B5EF4-FFF2-40B4-BE49-F238E27FC236}">
                    <a16:creationId xmlns:a16="http://schemas.microsoft.com/office/drawing/2014/main" id="{BE9534BA-25FB-5128-B9C2-E6DA7CD7DE77}"/>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36" name="Connecteur droit avec flèche 209">
                <a:extLst>
                  <a:ext uri="{FF2B5EF4-FFF2-40B4-BE49-F238E27FC236}">
                    <a16:creationId xmlns:a16="http://schemas.microsoft.com/office/drawing/2014/main" id="{3C37CDBD-8D46-1CB9-74C5-E08786649472}"/>
                  </a:ext>
                </a:extLst>
              </p:cNvPr>
              <p:cNvCxnSpPr>
                <a:cxnSpLocks/>
                <a:endCxn id="2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0">
                <a:extLst>
                  <a:ext uri="{FF2B5EF4-FFF2-40B4-BE49-F238E27FC236}">
                    <a16:creationId xmlns:a16="http://schemas.microsoft.com/office/drawing/2014/main" id="{16FB4F05-12DA-551E-47B9-0F3BE3F367B3}"/>
                  </a:ext>
                </a:extLst>
              </p:cNvPr>
              <p:cNvCxnSpPr>
                <a:cxnSpLocks/>
                <a:stCxn id="2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11">
                <a:extLst>
                  <a:ext uri="{FF2B5EF4-FFF2-40B4-BE49-F238E27FC236}">
                    <a16:creationId xmlns:a16="http://schemas.microsoft.com/office/drawing/2014/main" id="{711DA04C-E627-8EF8-512D-59D5338F3078}"/>
                  </a:ext>
                </a:extLst>
              </p:cNvPr>
              <p:cNvCxnSpPr>
                <a:cxnSpLocks/>
                <a:stCxn id="23" idx="0"/>
                <a:endCxn id="2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12">
                <a:extLst>
                  <a:ext uri="{FF2B5EF4-FFF2-40B4-BE49-F238E27FC236}">
                    <a16:creationId xmlns:a16="http://schemas.microsoft.com/office/drawing/2014/main" id="{049D74A2-34B2-1342-CC94-C61C40909A0E}"/>
                  </a:ext>
                </a:extLst>
              </p:cNvPr>
              <p:cNvCxnSpPr>
                <a:cxnSpLocks/>
                <a:stCxn id="23" idx="0"/>
                <a:endCxn id="2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213">
                <a:extLst>
                  <a:ext uri="{FF2B5EF4-FFF2-40B4-BE49-F238E27FC236}">
                    <a16:creationId xmlns:a16="http://schemas.microsoft.com/office/drawing/2014/main" id="{83381481-EF81-FD8D-7B70-F3ABB922B303}"/>
                  </a:ext>
                </a:extLst>
              </p:cNvPr>
              <p:cNvCxnSpPr>
                <a:cxnSpLocks/>
                <a:stCxn id="28" idx="0"/>
                <a:endCxn id="35"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214">
                <a:extLst>
                  <a:ext uri="{FF2B5EF4-FFF2-40B4-BE49-F238E27FC236}">
                    <a16:creationId xmlns:a16="http://schemas.microsoft.com/office/drawing/2014/main" id="{139FB840-E622-A927-B05A-0C25F7117E56}"/>
                  </a:ext>
                </a:extLst>
              </p:cNvPr>
              <p:cNvCxnSpPr>
                <a:cxnSpLocks/>
                <a:stCxn id="25" idx="0"/>
                <a:endCxn id="2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215">
                <a:extLst>
                  <a:ext uri="{FF2B5EF4-FFF2-40B4-BE49-F238E27FC236}">
                    <a16:creationId xmlns:a16="http://schemas.microsoft.com/office/drawing/2014/main" id="{A94F91F2-2890-87E7-D8C3-E81230B7F854}"/>
                  </a:ext>
                </a:extLst>
              </p:cNvPr>
              <p:cNvCxnSpPr>
                <a:cxnSpLocks/>
                <a:stCxn id="26" idx="0"/>
                <a:endCxn id="29"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216">
                <a:extLst>
                  <a:ext uri="{FF2B5EF4-FFF2-40B4-BE49-F238E27FC236}">
                    <a16:creationId xmlns:a16="http://schemas.microsoft.com/office/drawing/2014/main" id="{2FB9FBB2-2D5A-FF0C-5DB8-4CB0CB12CA01}"/>
                  </a:ext>
                </a:extLst>
              </p:cNvPr>
              <p:cNvCxnSpPr>
                <a:cxnSpLocks/>
                <a:stCxn id="29" idx="0"/>
                <a:endCxn id="30"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217">
                <a:extLst>
                  <a:ext uri="{FF2B5EF4-FFF2-40B4-BE49-F238E27FC236}">
                    <a16:creationId xmlns:a16="http://schemas.microsoft.com/office/drawing/2014/main" id="{3ED4AA10-8330-3920-E745-2C4E011EDB8D}"/>
                  </a:ext>
                </a:extLst>
              </p:cNvPr>
              <p:cNvCxnSpPr>
                <a:cxnSpLocks/>
                <a:stCxn id="30" idx="0"/>
                <a:endCxn id="53"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218">
                <a:extLst>
                  <a:ext uri="{FF2B5EF4-FFF2-40B4-BE49-F238E27FC236}">
                    <a16:creationId xmlns:a16="http://schemas.microsoft.com/office/drawing/2014/main" id="{F9CFCC97-CD87-06DD-C8E0-620783EED9DA}"/>
                  </a:ext>
                </a:extLst>
              </p:cNvPr>
              <p:cNvCxnSpPr>
                <a:cxnSpLocks/>
                <a:stCxn id="26" idx="0"/>
                <a:endCxn id="31"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219">
                <a:extLst>
                  <a:ext uri="{FF2B5EF4-FFF2-40B4-BE49-F238E27FC236}">
                    <a16:creationId xmlns:a16="http://schemas.microsoft.com/office/drawing/2014/main" id="{CBEB98C7-4601-A493-14F1-A271C932B2B3}"/>
                  </a:ext>
                </a:extLst>
              </p:cNvPr>
              <p:cNvCxnSpPr>
                <a:cxnSpLocks/>
                <a:stCxn id="31" idx="0"/>
                <a:endCxn id="32"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220">
                <a:extLst>
                  <a:ext uri="{FF2B5EF4-FFF2-40B4-BE49-F238E27FC236}">
                    <a16:creationId xmlns:a16="http://schemas.microsoft.com/office/drawing/2014/main" id="{7AFE7F43-732D-390C-2A59-3C912EF27F88}"/>
                  </a:ext>
                </a:extLst>
              </p:cNvPr>
              <p:cNvCxnSpPr>
                <a:cxnSpLocks/>
                <a:stCxn id="32" idx="0"/>
                <a:endCxn id="33"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221">
                <a:extLst>
                  <a:ext uri="{FF2B5EF4-FFF2-40B4-BE49-F238E27FC236}">
                    <a16:creationId xmlns:a16="http://schemas.microsoft.com/office/drawing/2014/main" id="{F00E1BE4-C1D8-2545-FFC7-4594B36FF04D}"/>
                  </a:ext>
                </a:extLst>
              </p:cNvPr>
              <p:cNvCxnSpPr>
                <a:cxnSpLocks/>
                <a:stCxn id="33" idx="0"/>
                <a:endCxn id="34"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9" name="Rectangle 222">
                <a:extLst>
                  <a:ext uri="{FF2B5EF4-FFF2-40B4-BE49-F238E27FC236}">
                    <a16:creationId xmlns:a16="http://schemas.microsoft.com/office/drawing/2014/main" id="{E91540D4-EF0F-595D-4B9B-22D53A9F9F0A}"/>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50" name="Connecteur droit avec flèche 223">
                <a:extLst>
                  <a:ext uri="{FF2B5EF4-FFF2-40B4-BE49-F238E27FC236}">
                    <a16:creationId xmlns:a16="http://schemas.microsoft.com/office/drawing/2014/main" id="{CE76E052-650D-69C3-79E1-2D5FE769F96C}"/>
                  </a:ext>
                </a:extLst>
              </p:cNvPr>
              <p:cNvCxnSpPr>
                <a:cxnSpLocks/>
                <a:stCxn id="31" idx="0"/>
                <a:endCxn id="49"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1" name="Rectangle 224">
                <a:extLst>
                  <a:ext uri="{FF2B5EF4-FFF2-40B4-BE49-F238E27FC236}">
                    <a16:creationId xmlns:a16="http://schemas.microsoft.com/office/drawing/2014/main" id="{34079C5A-0B09-1B41-CE48-10687CEAB109}"/>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52" name="Connecteur droit avec flèche 225">
                <a:extLst>
                  <a:ext uri="{FF2B5EF4-FFF2-40B4-BE49-F238E27FC236}">
                    <a16:creationId xmlns:a16="http://schemas.microsoft.com/office/drawing/2014/main" id="{3ACE002B-FAC1-FDBE-CD8E-4E77E57B7A4C}"/>
                  </a:ext>
                </a:extLst>
              </p:cNvPr>
              <p:cNvCxnSpPr>
                <a:cxnSpLocks/>
                <a:stCxn id="25" idx="0"/>
                <a:endCxn id="51"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3" name="Rectangle 226">
                <a:extLst>
                  <a:ext uri="{FF2B5EF4-FFF2-40B4-BE49-F238E27FC236}">
                    <a16:creationId xmlns:a16="http://schemas.microsoft.com/office/drawing/2014/main" id="{FF189B93-2546-BC35-66CA-27CE235F8121}"/>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grpSp>
        <p:pic>
          <p:nvPicPr>
            <p:cNvPr id="22" name="Graphique 227" descr="Poumons avec un remplissage uni">
              <a:extLst>
                <a:ext uri="{FF2B5EF4-FFF2-40B4-BE49-F238E27FC236}">
                  <a16:creationId xmlns:a16="http://schemas.microsoft.com/office/drawing/2014/main" id="{694F4AF3-2F6C-C649-1A21-904E7501F7B3}"/>
                </a:ext>
              </a:extLst>
            </p:cNvPr>
            <p:cNvPicPr>
              <a:picLocks noChangeAspect="1"/>
            </p:cNvPicPr>
            <p:nvPr/>
          </p:nvPicPr>
          <p:blipFill rotWithShape="1">
            <a:blip r:embed="rId36" cstate="screen">
              <a:extLst>
                <a:ext uri="{28A0092B-C50C-407E-A947-70E740481C1C}">
                  <a14:useLocalDpi xmlns:a14="http://schemas.microsoft.com/office/drawing/2010/main"/>
                </a:ext>
                <a:ext uri="{96DAC541-7B7A-43D3-8B79-37D633B846F1}">
                  <asvg:svgBlip xmlns:asvg="http://schemas.microsoft.com/office/drawing/2016/SVG/main" r:embed="rId37"/>
                </a:ext>
              </a:extLst>
            </a:blip>
            <a:srcRect t="16884"/>
            <a:stretch/>
          </p:blipFill>
          <p:spPr>
            <a:xfrm>
              <a:off x="6001627" y="3514405"/>
              <a:ext cx="730448" cy="607118"/>
            </a:xfrm>
            <a:prstGeom prst="rect">
              <a:avLst/>
            </a:prstGeom>
          </p:spPr>
        </p:pic>
      </p:grpSp>
      <p:sp>
        <p:nvSpPr>
          <p:cNvPr id="195" name="Triangolo isoscele 194">
            <a:extLst>
              <a:ext uri="{FF2B5EF4-FFF2-40B4-BE49-F238E27FC236}">
                <a16:creationId xmlns:a16="http://schemas.microsoft.com/office/drawing/2014/main" id="{BB956D1A-95D1-7761-39BE-9C2CE674336A}"/>
              </a:ext>
            </a:extLst>
          </p:cNvPr>
          <p:cNvSpPr/>
          <p:nvPr/>
        </p:nvSpPr>
        <p:spPr>
          <a:xfrm rot="5400000">
            <a:off x="7954958" y="5009277"/>
            <a:ext cx="594695" cy="7237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3">
            <a:extLst>
              <a:ext uri="{FF2B5EF4-FFF2-40B4-BE49-F238E27FC236}">
                <a16:creationId xmlns:a16="http://schemas.microsoft.com/office/drawing/2014/main" id="{B802B026-D9C1-5588-6AC9-3F5B099FC871}"/>
              </a:ext>
            </a:extLst>
          </p:cNvPr>
          <p:cNvSpPr/>
          <p:nvPr/>
        </p:nvSpPr>
        <p:spPr>
          <a:xfrm>
            <a:off x="491924" y="4796772"/>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1</a:t>
            </a:r>
          </a:p>
          <a:p>
            <a:pPr algn="ctr"/>
            <a:r>
              <a:rPr lang="en-US" sz="1200" dirty="0">
                <a:solidFill>
                  <a:schemeClr val="bg1"/>
                </a:solidFill>
              </a:rPr>
              <a:t>Le chef de projet identifie les désaccords potentiels entre les parties prenantes.</a:t>
            </a:r>
          </a:p>
        </p:txBody>
      </p:sp>
      <p:pic>
        <p:nvPicPr>
          <p:cNvPr id="198" name="Graphique 23" descr="Femme avec bras prothétique">
            <a:extLst>
              <a:ext uri="{FF2B5EF4-FFF2-40B4-BE49-F238E27FC236}">
                <a16:creationId xmlns:a16="http://schemas.microsoft.com/office/drawing/2014/main" id="{41EC9CC0-7DD7-E366-2CA9-2D9636E53E7D}"/>
              </a:ext>
            </a:extLst>
          </p:cNvPr>
          <p:cNvPicPr>
            <a:picLocks noChangeAspect="1"/>
          </p:cNvPicPr>
          <p:nvPr/>
        </p:nvPicPr>
        <p:blipFill>
          <a:blip r:embed="rId38">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668260" y="3639633"/>
            <a:ext cx="1128034" cy="1184436"/>
          </a:xfrm>
          <a:prstGeom prst="rect">
            <a:avLst/>
          </a:prstGeom>
        </p:spPr>
      </p:pic>
      <p:pic>
        <p:nvPicPr>
          <p:cNvPr id="200" name="Graphique 23" descr="Femme avec bras prothétique">
            <a:extLst>
              <a:ext uri="{FF2B5EF4-FFF2-40B4-BE49-F238E27FC236}">
                <a16:creationId xmlns:a16="http://schemas.microsoft.com/office/drawing/2014/main" id="{6ACF140D-DD30-E0A5-B349-3871C68937B5}"/>
              </a:ext>
            </a:extLst>
          </p:cNvPr>
          <p:cNvPicPr>
            <a:picLocks noChangeAspect="1"/>
          </p:cNvPicPr>
          <p:nvPr/>
        </p:nvPicPr>
        <p:blipFill>
          <a:blip r:embed="rId38">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8603690" y="3032084"/>
            <a:ext cx="1601733" cy="1671400"/>
          </a:xfrm>
          <a:prstGeom prst="rect">
            <a:avLst/>
          </a:prstGeom>
        </p:spPr>
      </p:pic>
      <p:pic>
        <p:nvPicPr>
          <p:cNvPr id="203" name="Graphique 34" descr="Homme à lunettes portant un col roulé">
            <a:extLst>
              <a:ext uri="{FF2B5EF4-FFF2-40B4-BE49-F238E27FC236}">
                <a16:creationId xmlns:a16="http://schemas.microsoft.com/office/drawing/2014/main" id="{9E2CB3F7-21D5-46ED-4428-2930B10B687A}"/>
              </a:ext>
            </a:extLst>
          </p:cNvPr>
          <p:cNvPicPr>
            <a:picLocks noChangeAspect="1"/>
          </p:cNvPicPr>
          <p:nvPr/>
        </p:nvPicPr>
        <p:blipFill>
          <a:blip r:embed="rId40" cstate="screen">
            <a:extLst>
              <a:ext uri="{28A0092B-C50C-407E-A947-70E740481C1C}">
                <a14:useLocalDpi xmlns:a14="http://schemas.microsoft.com/office/drawing/2010/main"/>
              </a:ext>
              <a:ext uri="{96DAC541-7B7A-43D3-8B79-37D633B846F1}">
                <asvg:svgBlip xmlns:asvg="http://schemas.microsoft.com/office/drawing/2016/SVG/main" r:embed="rId41"/>
              </a:ext>
            </a:extLst>
          </a:blip>
          <a:stretch>
            <a:fillRect/>
          </a:stretch>
        </p:blipFill>
        <p:spPr>
          <a:xfrm>
            <a:off x="1232277" y="2432848"/>
            <a:ext cx="599748" cy="785945"/>
          </a:xfrm>
          <a:prstGeom prst="rect">
            <a:avLst/>
          </a:prstGeom>
        </p:spPr>
      </p:pic>
      <p:pic>
        <p:nvPicPr>
          <p:cNvPr id="205" name="Graphique 30" descr="Homme portant une veste">
            <a:extLst>
              <a:ext uri="{FF2B5EF4-FFF2-40B4-BE49-F238E27FC236}">
                <a16:creationId xmlns:a16="http://schemas.microsoft.com/office/drawing/2014/main" id="{D0A6DCA1-5BE0-AA91-B2AF-CB56B0E4C8E9}"/>
              </a:ext>
            </a:extLst>
          </p:cNvPr>
          <p:cNvPicPr>
            <a:picLocks noChangeAspect="1"/>
          </p:cNvPicPr>
          <p:nvPr/>
        </p:nvPicPr>
        <p:blipFill>
          <a:blip r:embed="rId42" cstate="screen">
            <a:extLst>
              <a:ext uri="{28A0092B-C50C-407E-A947-70E740481C1C}">
                <a14:useLocalDpi xmlns:a14="http://schemas.microsoft.com/office/drawing/2010/main"/>
              </a:ext>
              <a:ext uri="{96DAC541-7B7A-43D3-8B79-37D633B846F1}">
                <asvg:svgBlip xmlns:asvg="http://schemas.microsoft.com/office/drawing/2016/SVG/main" r:embed="rId43"/>
              </a:ext>
            </a:extLst>
          </a:blip>
          <a:stretch>
            <a:fillRect/>
          </a:stretch>
        </p:blipFill>
        <p:spPr>
          <a:xfrm flipH="1">
            <a:off x="11245377" y="3875638"/>
            <a:ext cx="691793" cy="921134"/>
          </a:xfrm>
          <a:prstGeom prst="rect">
            <a:avLst/>
          </a:prstGeom>
        </p:spPr>
      </p:pic>
      <p:sp>
        <p:nvSpPr>
          <p:cNvPr id="2" name="Rectangle 3">
            <a:extLst>
              <a:ext uri="{FF2B5EF4-FFF2-40B4-BE49-F238E27FC236}">
                <a16:creationId xmlns:a16="http://schemas.microsoft.com/office/drawing/2014/main" id="{56AE752B-2981-590A-A16B-0F8BED422510}"/>
              </a:ext>
            </a:extLst>
          </p:cNvPr>
          <p:cNvSpPr/>
          <p:nvPr/>
        </p:nvSpPr>
        <p:spPr>
          <a:xfrm>
            <a:off x="4689522" y="4778945"/>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a:p>
            <a:pPr algn="ctr"/>
            <a:r>
              <a:rPr lang="en-US" sz="1200" dirty="0">
                <a:solidFill>
                  <a:schemeClr val="bg1"/>
                </a:solidFill>
              </a:rPr>
              <a:t>Le chef de projet utilise les </a:t>
            </a:r>
            <a:r>
              <a:rPr lang="en-US" sz="1200" dirty="0" err="1">
                <a:solidFill>
                  <a:schemeClr val="bg1"/>
                </a:solidFill>
              </a:rPr>
              <a:t>Canevas</a:t>
            </a:r>
            <a:r>
              <a:rPr lang="en-US" sz="1200" dirty="0">
                <a:solidFill>
                  <a:schemeClr val="bg1"/>
                </a:solidFill>
              </a:rPr>
              <a:t> "6 pourquoi" pour clarifier lui-même divers aspects du projet, en s'en servant personnellement comme outil de réflexion.</a:t>
            </a:r>
          </a:p>
        </p:txBody>
      </p:sp>
      <p:pic>
        <p:nvPicPr>
          <p:cNvPr id="3" name="Graphique 23" descr="Femme avec bras prothétique">
            <a:extLst>
              <a:ext uri="{FF2B5EF4-FFF2-40B4-BE49-F238E27FC236}">
                <a16:creationId xmlns:a16="http://schemas.microsoft.com/office/drawing/2014/main" id="{3B8FEA1A-64B7-F222-33EB-6E5A36434C92}"/>
              </a:ext>
            </a:extLst>
          </p:cNvPr>
          <p:cNvPicPr>
            <a:picLocks noChangeAspect="1"/>
          </p:cNvPicPr>
          <p:nvPr/>
        </p:nvPicPr>
        <p:blipFill>
          <a:blip r:embed="rId38">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5104128" y="3562947"/>
            <a:ext cx="1128034" cy="1184436"/>
          </a:xfrm>
          <a:prstGeom prst="rect">
            <a:avLst/>
          </a:prstGeom>
        </p:spPr>
      </p:pic>
      <p:sp>
        <p:nvSpPr>
          <p:cNvPr id="5" name="Rectangle 3">
            <a:extLst>
              <a:ext uri="{FF2B5EF4-FFF2-40B4-BE49-F238E27FC236}">
                <a16:creationId xmlns:a16="http://schemas.microsoft.com/office/drawing/2014/main" id="{1651AE65-76DF-02F6-4D62-542725377DE7}"/>
              </a:ext>
            </a:extLst>
          </p:cNvPr>
          <p:cNvSpPr/>
          <p:nvPr/>
        </p:nvSpPr>
        <p:spPr>
          <a:xfrm>
            <a:off x="8887120" y="4778945"/>
            <a:ext cx="3050050" cy="1184436"/>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3</a:t>
            </a:r>
          </a:p>
          <a:p>
            <a:pPr algn="ctr"/>
            <a:r>
              <a:rPr lang="en-US" sz="1200" dirty="0">
                <a:solidFill>
                  <a:schemeClr val="tx1"/>
                </a:solidFill>
              </a:rPr>
              <a:t>Le chef de projet effectue la présentation habituelle (sans les </a:t>
            </a:r>
            <a:r>
              <a:rPr lang="en-US" sz="1200" dirty="0" err="1">
                <a:solidFill>
                  <a:schemeClr val="tx1"/>
                </a:solidFill>
              </a:rPr>
              <a:t>Canevas</a:t>
            </a:r>
            <a:r>
              <a:rPr lang="en-US" sz="1200" dirty="0">
                <a:solidFill>
                  <a:schemeClr val="tx1"/>
                </a:solidFill>
              </a:rPr>
              <a:t>, avec des éléments plus complets et plus de réponses aux questions).</a:t>
            </a:r>
          </a:p>
        </p:txBody>
      </p:sp>
    </p:spTree>
    <p:extLst>
      <p:ext uri="{BB962C8B-B14F-4D97-AF65-F5344CB8AC3E}">
        <p14:creationId xmlns:p14="http://schemas.microsoft.com/office/powerpoint/2010/main" val="21141591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C2D1E894-0AE1-B3BB-A60E-48D8B1BBA5C3}"/>
              </a:ext>
            </a:extLst>
          </p:cNvPr>
          <p:cNvSpPr>
            <a:spLocks noGrp="1"/>
          </p:cNvSpPr>
          <p:nvPr>
            <p:ph type="title"/>
          </p:nvPr>
        </p:nvSpPr>
        <p:spPr>
          <a:xfrm>
            <a:off x="838200" y="365125"/>
            <a:ext cx="10515600" cy="1218990"/>
          </a:xfrm>
        </p:spPr>
        <p:txBody>
          <a:bodyPr>
            <a:normAutofit/>
          </a:bodyPr>
          <a:lstStyle/>
          <a:p>
            <a:r>
              <a:rPr lang="en-US" sz="3200" dirty="0"/>
              <a:t>Cas d'utilisation 3 : Utilisation des 6 POURQUOI comme canevas dans l'onboarding</a:t>
            </a:r>
          </a:p>
        </p:txBody>
      </p:sp>
      <p:sp>
        <p:nvSpPr>
          <p:cNvPr id="14" name="Triangolo isoscele 13">
            <a:extLst>
              <a:ext uri="{FF2B5EF4-FFF2-40B4-BE49-F238E27FC236}">
                <a16:creationId xmlns:a16="http://schemas.microsoft.com/office/drawing/2014/main" id="{B8C35B7A-8C56-057A-63DA-A653EA33D0AF}"/>
              </a:ext>
            </a:extLst>
          </p:cNvPr>
          <p:cNvSpPr/>
          <p:nvPr/>
        </p:nvSpPr>
        <p:spPr>
          <a:xfrm rot="5400000">
            <a:off x="3757359" y="5003308"/>
            <a:ext cx="594694" cy="7237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uppo 14">
            <a:extLst>
              <a:ext uri="{FF2B5EF4-FFF2-40B4-BE49-F238E27FC236}">
                <a16:creationId xmlns:a16="http://schemas.microsoft.com/office/drawing/2014/main" id="{42EA5C92-6B23-F779-ED1A-DF88291AFD61}"/>
              </a:ext>
            </a:extLst>
          </p:cNvPr>
          <p:cNvGrpSpPr/>
          <p:nvPr/>
        </p:nvGrpSpPr>
        <p:grpSpPr>
          <a:xfrm>
            <a:off x="5492812" y="2649558"/>
            <a:ext cx="2485478" cy="963765"/>
            <a:chOff x="1127051" y="1510081"/>
            <a:chExt cx="10134048" cy="3929563"/>
          </a:xfrm>
        </p:grpSpPr>
        <p:grpSp>
          <p:nvGrpSpPr>
            <p:cNvPr id="16" name="Groupe 5">
              <a:extLst>
                <a:ext uri="{FF2B5EF4-FFF2-40B4-BE49-F238E27FC236}">
                  <a16:creationId xmlns:a16="http://schemas.microsoft.com/office/drawing/2014/main" id="{4D52221D-8193-0C84-B42A-4612DFD07982}"/>
                </a:ext>
              </a:extLst>
            </p:cNvPr>
            <p:cNvGrpSpPr/>
            <p:nvPr/>
          </p:nvGrpSpPr>
          <p:grpSpPr>
            <a:xfrm>
              <a:off x="1127051" y="1528302"/>
              <a:ext cx="2328941" cy="1339670"/>
              <a:chOff x="463550" y="1420160"/>
              <a:chExt cx="11264900" cy="6479877"/>
            </a:xfrm>
          </p:grpSpPr>
          <p:sp>
            <p:nvSpPr>
              <p:cNvPr id="186" name="Trapèze 6">
                <a:extLst>
                  <a:ext uri="{FF2B5EF4-FFF2-40B4-BE49-F238E27FC236}">
                    <a16:creationId xmlns:a16="http://schemas.microsoft.com/office/drawing/2014/main" id="{B66C9F48-96FF-7461-4F35-39694BB0F0D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a:t>CAUSE</a:t>
                </a:r>
              </a:p>
            </p:txBody>
          </p:sp>
          <p:sp>
            <p:nvSpPr>
              <p:cNvPr id="187" name="Triangle isocèle 7">
                <a:extLst>
                  <a:ext uri="{FF2B5EF4-FFF2-40B4-BE49-F238E27FC236}">
                    <a16:creationId xmlns:a16="http://schemas.microsoft.com/office/drawing/2014/main" id="{1F51B1EE-9AC7-C192-50E0-8000769AFFA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GRAND BUT</a:t>
                </a:r>
              </a:p>
              <a:p>
                <a:pPr algn="ctr"/>
                <a:endParaRPr lang="en-US" sz="100"/>
              </a:p>
            </p:txBody>
          </p:sp>
          <p:grpSp>
            <p:nvGrpSpPr>
              <p:cNvPr id="188" name="Groupe 8">
                <a:extLst>
                  <a:ext uri="{FF2B5EF4-FFF2-40B4-BE49-F238E27FC236}">
                    <a16:creationId xmlns:a16="http://schemas.microsoft.com/office/drawing/2014/main" id="{3B17FA52-ECE8-874F-4824-2BB3B4529402}"/>
                  </a:ext>
                </a:extLst>
              </p:cNvPr>
              <p:cNvGrpSpPr/>
              <p:nvPr/>
            </p:nvGrpSpPr>
            <p:grpSpPr>
              <a:xfrm>
                <a:off x="1527175" y="3040767"/>
                <a:ext cx="9137650" cy="1969383"/>
                <a:chOff x="1644650" y="3040767"/>
                <a:chExt cx="9137650" cy="1907219"/>
              </a:xfrm>
            </p:grpSpPr>
            <p:sp>
              <p:nvSpPr>
                <p:cNvPr id="191" name="Trapèze 11">
                  <a:extLst>
                    <a:ext uri="{FF2B5EF4-FFF2-40B4-BE49-F238E27FC236}">
                      <a16:creationId xmlns:a16="http://schemas.microsoft.com/office/drawing/2014/main" id="{27436411-82DE-7B37-F36B-F2592AEBDFB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MAUVAIS SOUVENIRS</a:t>
                  </a:r>
                  <a:endParaRPr lang="en-US" sz="100"/>
                </a:p>
              </p:txBody>
            </p:sp>
            <p:sp>
              <p:nvSpPr>
                <p:cNvPr id="192" name="Trapèze 12">
                  <a:extLst>
                    <a:ext uri="{FF2B5EF4-FFF2-40B4-BE49-F238E27FC236}">
                      <a16:creationId xmlns:a16="http://schemas.microsoft.com/office/drawing/2014/main" id="{A8B7DDE6-CE4E-36BF-0E02-D64E19B119B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HISTOIRES FICTIVES ERRONÉES - RISQUES</a:t>
                  </a:r>
                </a:p>
              </p:txBody>
            </p:sp>
            <p:sp>
              <p:nvSpPr>
                <p:cNvPr id="193" name="Trapèze 13">
                  <a:extLst>
                    <a:ext uri="{FF2B5EF4-FFF2-40B4-BE49-F238E27FC236}">
                      <a16:creationId xmlns:a16="http://schemas.microsoft.com/office/drawing/2014/main" id="{021CB16C-1848-2875-AA15-951A41AFF347}"/>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BONS SOUVENIRS</a:t>
                  </a:r>
                  <a:endParaRPr lang="en-US" sz="100"/>
                </a:p>
              </p:txBody>
            </p:sp>
            <p:sp>
              <p:nvSpPr>
                <p:cNvPr id="194" name="Trapèze 14">
                  <a:extLst>
                    <a:ext uri="{FF2B5EF4-FFF2-40B4-BE49-F238E27FC236}">
                      <a16:creationId xmlns:a16="http://schemas.microsoft.com/office/drawing/2014/main" id="{5F7C03F5-5EF3-84D1-7A7A-B2C4C5019870}"/>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HISTOIRES IDÉALES</a:t>
                  </a:r>
                </a:p>
              </p:txBody>
            </p:sp>
          </p:grpSp>
          <p:sp>
            <p:nvSpPr>
              <p:cNvPr id="189" name="Triangle isocèle 9">
                <a:extLst>
                  <a:ext uri="{FF2B5EF4-FFF2-40B4-BE49-F238E27FC236}">
                    <a16:creationId xmlns:a16="http://schemas.microsoft.com/office/drawing/2014/main" id="{89AFB1CD-C39D-FC31-30E6-E40CC3F54015}"/>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90" name="ZoneTexte 10">
                <a:extLst>
                  <a:ext uri="{FF2B5EF4-FFF2-40B4-BE49-F238E27FC236}">
                    <a16:creationId xmlns:a16="http://schemas.microsoft.com/office/drawing/2014/main" id="{FB881D89-2C5D-8661-F2D2-3E9F4748AA4F}"/>
                  </a:ext>
                </a:extLst>
              </p:cNvPr>
              <p:cNvSpPr txBox="1"/>
              <p:nvPr/>
            </p:nvSpPr>
            <p:spPr>
              <a:xfrm>
                <a:off x="4952502" y="3044172"/>
                <a:ext cx="2287016" cy="4855865"/>
              </a:xfrm>
              <a:prstGeom prst="rect">
                <a:avLst/>
              </a:prstGeom>
              <a:noFill/>
            </p:spPr>
            <p:txBody>
              <a:bodyPr wrap="square">
                <a:spAutoFit/>
              </a:bodyPr>
              <a:lstStyle/>
              <a:p>
                <a:pPr algn="ctr"/>
                <a:r>
                  <a:rPr lang="en-US" sz="100" b="1"/>
                  <a:t>CONDITIONS</a:t>
                </a:r>
              </a:p>
            </p:txBody>
          </p:sp>
        </p:grpSp>
        <p:grpSp>
          <p:nvGrpSpPr>
            <p:cNvPr id="17" name="Groupe 172">
              <a:extLst>
                <a:ext uri="{FF2B5EF4-FFF2-40B4-BE49-F238E27FC236}">
                  <a16:creationId xmlns:a16="http://schemas.microsoft.com/office/drawing/2014/main" id="{4727AA4F-4A73-401B-83A3-6DD0F51CC4DC}"/>
                </a:ext>
              </a:extLst>
            </p:cNvPr>
            <p:cNvGrpSpPr/>
            <p:nvPr/>
          </p:nvGrpSpPr>
          <p:grpSpPr>
            <a:xfrm>
              <a:off x="4719990" y="1510081"/>
              <a:ext cx="3001901" cy="1119025"/>
              <a:chOff x="7527020" y="2036345"/>
              <a:chExt cx="3826780" cy="1426517"/>
            </a:xfrm>
          </p:grpSpPr>
          <p:grpSp>
            <p:nvGrpSpPr>
              <p:cNvPr id="102" name="Groupe 32">
                <a:extLst>
                  <a:ext uri="{FF2B5EF4-FFF2-40B4-BE49-F238E27FC236}">
                    <a16:creationId xmlns:a16="http://schemas.microsoft.com/office/drawing/2014/main" id="{5EDE653C-F56A-38B0-EAEF-01A6AA9E09A7}"/>
                  </a:ext>
                </a:extLst>
              </p:cNvPr>
              <p:cNvGrpSpPr/>
              <p:nvPr/>
            </p:nvGrpSpPr>
            <p:grpSpPr>
              <a:xfrm>
                <a:off x="10055197" y="2036345"/>
                <a:ext cx="1298603" cy="1298603"/>
                <a:chOff x="9835911" y="2807662"/>
                <a:chExt cx="1796250" cy="1796250"/>
              </a:xfrm>
            </p:grpSpPr>
            <p:pic>
              <p:nvPicPr>
                <p:cNvPr id="123" name="Graphique 49" descr="Cathédrale avec un remplissage uni">
                  <a:extLst>
                    <a:ext uri="{FF2B5EF4-FFF2-40B4-BE49-F238E27FC236}">
                      <a16:creationId xmlns:a16="http://schemas.microsoft.com/office/drawing/2014/main" id="{281273CA-EA75-EC1A-C112-57CDD677898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124" name="Rectangle 50">
                  <a:extLst>
                    <a:ext uri="{FF2B5EF4-FFF2-40B4-BE49-F238E27FC236}">
                      <a16:creationId xmlns:a16="http://schemas.microsoft.com/office/drawing/2014/main" id="{90A92B48-E224-3E5B-A6DE-1EE904C7C2F5}"/>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51">
                  <a:extLst>
                    <a:ext uri="{FF2B5EF4-FFF2-40B4-BE49-F238E27FC236}">
                      <a16:creationId xmlns:a16="http://schemas.microsoft.com/office/drawing/2014/main" id="{E9856C4D-E556-8255-BFBF-6EE868F4C7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52">
                  <a:extLst>
                    <a:ext uri="{FF2B5EF4-FFF2-40B4-BE49-F238E27FC236}">
                      <a16:creationId xmlns:a16="http://schemas.microsoft.com/office/drawing/2014/main" id="{911DF3B5-679D-2E4E-1255-A54E28B772E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53">
                  <a:extLst>
                    <a:ext uri="{FF2B5EF4-FFF2-40B4-BE49-F238E27FC236}">
                      <a16:creationId xmlns:a16="http://schemas.microsoft.com/office/drawing/2014/main" id="{222C09EF-BCD3-C30A-84B0-50898A19A9CD}"/>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54">
                  <a:extLst>
                    <a:ext uri="{FF2B5EF4-FFF2-40B4-BE49-F238E27FC236}">
                      <a16:creationId xmlns:a16="http://schemas.microsoft.com/office/drawing/2014/main" id="{898FDF63-0A06-F006-81FB-00DFA272F94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55">
                  <a:extLst>
                    <a:ext uri="{FF2B5EF4-FFF2-40B4-BE49-F238E27FC236}">
                      <a16:creationId xmlns:a16="http://schemas.microsoft.com/office/drawing/2014/main" id="{C20390D8-ACBC-3971-16DF-BA9E2AF7DA1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56">
                  <a:extLst>
                    <a:ext uri="{FF2B5EF4-FFF2-40B4-BE49-F238E27FC236}">
                      <a16:creationId xmlns:a16="http://schemas.microsoft.com/office/drawing/2014/main" id="{14FB90F9-4D31-5EFD-76A4-648E13840CE5}"/>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57">
                  <a:extLst>
                    <a:ext uri="{FF2B5EF4-FFF2-40B4-BE49-F238E27FC236}">
                      <a16:creationId xmlns:a16="http://schemas.microsoft.com/office/drawing/2014/main" id="{30DF13E9-6698-687C-8003-452DF494360E}"/>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58">
                  <a:extLst>
                    <a:ext uri="{FF2B5EF4-FFF2-40B4-BE49-F238E27FC236}">
                      <a16:creationId xmlns:a16="http://schemas.microsoft.com/office/drawing/2014/main" id="{CE5389C9-83AB-AE77-0D4F-C6E5EB800A62}"/>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59">
                  <a:extLst>
                    <a:ext uri="{FF2B5EF4-FFF2-40B4-BE49-F238E27FC236}">
                      <a16:creationId xmlns:a16="http://schemas.microsoft.com/office/drawing/2014/main" id="{28006357-9938-3D98-D8A9-B41D316DE86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0">
                  <a:extLst>
                    <a:ext uri="{FF2B5EF4-FFF2-40B4-BE49-F238E27FC236}">
                      <a16:creationId xmlns:a16="http://schemas.microsoft.com/office/drawing/2014/main" id="{0C2E720F-BC79-C7BD-FE44-F2290AF70E9E}"/>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61">
                  <a:extLst>
                    <a:ext uri="{FF2B5EF4-FFF2-40B4-BE49-F238E27FC236}">
                      <a16:creationId xmlns:a16="http://schemas.microsoft.com/office/drawing/2014/main" id="{5707C5F8-093A-5851-1389-D0F5A384BB4F}"/>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62">
                  <a:extLst>
                    <a:ext uri="{FF2B5EF4-FFF2-40B4-BE49-F238E27FC236}">
                      <a16:creationId xmlns:a16="http://schemas.microsoft.com/office/drawing/2014/main" id="{110D254F-DE66-D6A5-FCEE-410B83E652D3}"/>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63">
                  <a:extLst>
                    <a:ext uri="{FF2B5EF4-FFF2-40B4-BE49-F238E27FC236}">
                      <a16:creationId xmlns:a16="http://schemas.microsoft.com/office/drawing/2014/main" id="{961D7E4E-BB5B-1C55-5127-D49DF7CDCE8B}"/>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64">
                  <a:extLst>
                    <a:ext uri="{FF2B5EF4-FFF2-40B4-BE49-F238E27FC236}">
                      <a16:creationId xmlns:a16="http://schemas.microsoft.com/office/drawing/2014/main" id="{202B6014-35A4-F8E8-E23D-103EF3FC293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65">
                  <a:extLst>
                    <a:ext uri="{FF2B5EF4-FFF2-40B4-BE49-F238E27FC236}">
                      <a16:creationId xmlns:a16="http://schemas.microsoft.com/office/drawing/2014/main" id="{141AF5CA-C7BC-B73B-2B48-FFAE9F720E5C}"/>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66">
                  <a:extLst>
                    <a:ext uri="{FF2B5EF4-FFF2-40B4-BE49-F238E27FC236}">
                      <a16:creationId xmlns:a16="http://schemas.microsoft.com/office/drawing/2014/main" id="{1F057D92-7E85-23AC-5F19-8D5E6ADC0EE9}"/>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67">
                  <a:extLst>
                    <a:ext uri="{FF2B5EF4-FFF2-40B4-BE49-F238E27FC236}">
                      <a16:creationId xmlns:a16="http://schemas.microsoft.com/office/drawing/2014/main" id="{154BE86C-545D-E684-661F-74713334C380}"/>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68">
                  <a:extLst>
                    <a:ext uri="{FF2B5EF4-FFF2-40B4-BE49-F238E27FC236}">
                      <a16:creationId xmlns:a16="http://schemas.microsoft.com/office/drawing/2014/main" id="{148EF210-B784-7066-4B5F-162C727B6B10}"/>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69">
                  <a:extLst>
                    <a:ext uri="{FF2B5EF4-FFF2-40B4-BE49-F238E27FC236}">
                      <a16:creationId xmlns:a16="http://schemas.microsoft.com/office/drawing/2014/main" id="{56FF2336-4ED6-6444-CE0A-8AF9882FFFB9}"/>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0">
                  <a:extLst>
                    <a:ext uri="{FF2B5EF4-FFF2-40B4-BE49-F238E27FC236}">
                      <a16:creationId xmlns:a16="http://schemas.microsoft.com/office/drawing/2014/main" id="{5486D617-CDF4-B569-3003-8E01A9753672}"/>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71">
                  <a:extLst>
                    <a:ext uri="{FF2B5EF4-FFF2-40B4-BE49-F238E27FC236}">
                      <a16:creationId xmlns:a16="http://schemas.microsoft.com/office/drawing/2014/main" id="{179ABB14-39ED-E818-93B8-6F23731E04E8}"/>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72">
                  <a:extLst>
                    <a:ext uri="{FF2B5EF4-FFF2-40B4-BE49-F238E27FC236}">
                      <a16:creationId xmlns:a16="http://schemas.microsoft.com/office/drawing/2014/main" id="{CFF6D0F9-BFE4-3D2E-F09A-20BC8F4538C7}"/>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73">
                  <a:extLst>
                    <a:ext uri="{FF2B5EF4-FFF2-40B4-BE49-F238E27FC236}">
                      <a16:creationId xmlns:a16="http://schemas.microsoft.com/office/drawing/2014/main" id="{D63B0E10-E78B-C73F-903D-C11FB259C349}"/>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74">
                  <a:extLst>
                    <a:ext uri="{FF2B5EF4-FFF2-40B4-BE49-F238E27FC236}">
                      <a16:creationId xmlns:a16="http://schemas.microsoft.com/office/drawing/2014/main" id="{F0D15B12-DF4F-0DB7-1EC0-458BEF4C03E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75">
                  <a:extLst>
                    <a:ext uri="{FF2B5EF4-FFF2-40B4-BE49-F238E27FC236}">
                      <a16:creationId xmlns:a16="http://schemas.microsoft.com/office/drawing/2014/main" id="{5C9CCEF5-01EB-BAE0-6CC8-DC23F9EC7C43}"/>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76">
                  <a:extLst>
                    <a:ext uri="{FF2B5EF4-FFF2-40B4-BE49-F238E27FC236}">
                      <a16:creationId xmlns:a16="http://schemas.microsoft.com/office/drawing/2014/main" id="{E0E48D4B-A632-B412-547A-DE068FA1088B}"/>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77">
                  <a:extLst>
                    <a:ext uri="{FF2B5EF4-FFF2-40B4-BE49-F238E27FC236}">
                      <a16:creationId xmlns:a16="http://schemas.microsoft.com/office/drawing/2014/main" id="{3063BF8E-63D1-3DE7-A420-CEF0DB306BBA}"/>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78">
                  <a:extLst>
                    <a:ext uri="{FF2B5EF4-FFF2-40B4-BE49-F238E27FC236}">
                      <a16:creationId xmlns:a16="http://schemas.microsoft.com/office/drawing/2014/main" id="{BABE2F9B-2985-72B9-D479-86BCC85E271B}"/>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79">
                  <a:extLst>
                    <a:ext uri="{FF2B5EF4-FFF2-40B4-BE49-F238E27FC236}">
                      <a16:creationId xmlns:a16="http://schemas.microsoft.com/office/drawing/2014/main" id="{CEC4467C-DC43-61BF-2FEE-4D51DCC84AEA}"/>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0">
                  <a:extLst>
                    <a:ext uri="{FF2B5EF4-FFF2-40B4-BE49-F238E27FC236}">
                      <a16:creationId xmlns:a16="http://schemas.microsoft.com/office/drawing/2014/main" id="{30F32056-777B-967F-1138-53D5B291711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81">
                  <a:extLst>
                    <a:ext uri="{FF2B5EF4-FFF2-40B4-BE49-F238E27FC236}">
                      <a16:creationId xmlns:a16="http://schemas.microsoft.com/office/drawing/2014/main" id="{022684BB-2E08-FD21-B8F2-F30EE79DDA14}"/>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82">
                  <a:extLst>
                    <a:ext uri="{FF2B5EF4-FFF2-40B4-BE49-F238E27FC236}">
                      <a16:creationId xmlns:a16="http://schemas.microsoft.com/office/drawing/2014/main" id="{571AC531-BC95-28E4-44D8-C2AE65AFD2BB}"/>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83">
                  <a:extLst>
                    <a:ext uri="{FF2B5EF4-FFF2-40B4-BE49-F238E27FC236}">
                      <a16:creationId xmlns:a16="http://schemas.microsoft.com/office/drawing/2014/main" id="{C6830530-4777-86D7-5652-0E97C9605582}"/>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84">
                  <a:extLst>
                    <a:ext uri="{FF2B5EF4-FFF2-40B4-BE49-F238E27FC236}">
                      <a16:creationId xmlns:a16="http://schemas.microsoft.com/office/drawing/2014/main" id="{22228C69-AE7F-2FDD-F105-A51B4A510A44}"/>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85">
                  <a:extLst>
                    <a:ext uri="{FF2B5EF4-FFF2-40B4-BE49-F238E27FC236}">
                      <a16:creationId xmlns:a16="http://schemas.microsoft.com/office/drawing/2014/main" id="{45349C3D-DED3-F3E8-8D0B-B76531FA840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86">
                  <a:extLst>
                    <a:ext uri="{FF2B5EF4-FFF2-40B4-BE49-F238E27FC236}">
                      <a16:creationId xmlns:a16="http://schemas.microsoft.com/office/drawing/2014/main" id="{A72E0918-C108-6EFF-D473-E86FBCCF19AE}"/>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87">
                  <a:extLst>
                    <a:ext uri="{FF2B5EF4-FFF2-40B4-BE49-F238E27FC236}">
                      <a16:creationId xmlns:a16="http://schemas.microsoft.com/office/drawing/2014/main" id="{4592BAC9-2866-8EB7-03E0-834C1AC28681}"/>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88">
                  <a:extLst>
                    <a:ext uri="{FF2B5EF4-FFF2-40B4-BE49-F238E27FC236}">
                      <a16:creationId xmlns:a16="http://schemas.microsoft.com/office/drawing/2014/main" id="{907DE8AA-731E-583B-0E80-B106932BBDD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89">
                  <a:extLst>
                    <a:ext uri="{FF2B5EF4-FFF2-40B4-BE49-F238E27FC236}">
                      <a16:creationId xmlns:a16="http://schemas.microsoft.com/office/drawing/2014/main" id="{EFBFC518-622C-6701-1296-3FD72D62A89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0">
                  <a:extLst>
                    <a:ext uri="{FF2B5EF4-FFF2-40B4-BE49-F238E27FC236}">
                      <a16:creationId xmlns:a16="http://schemas.microsoft.com/office/drawing/2014/main" id="{89A47469-B998-CADE-37AC-8B105C59062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91">
                  <a:extLst>
                    <a:ext uri="{FF2B5EF4-FFF2-40B4-BE49-F238E27FC236}">
                      <a16:creationId xmlns:a16="http://schemas.microsoft.com/office/drawing/2014/main" id="{19012FDE-8A82-B650-7EC3-C7623C4639E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92">
                  <a:extLst>
                    <a:ext uri="{FF2B5EF4-FFF2-40B4-BE49-F238E27FC236}">
                      <a16:creationId xmlns:a16="http://schemas.microsoft.com/office/drawing/2014/main" id="{61380DD6-7D97-A6D8-84C5-701B3947C5B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93">
                  <a:extLst>
                    <a:ext uri="{FF2B5EF4-FFF2-40B4-BE49-F238E27FC236}">
                      <a16:creationId xmlns:a16="http://schemas.microsoft.com/office/drawing/2014/main" id="{DCA4C616-9F33-24F1-DBCF-04719812C5A4}"/>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94">
                  <a:extLst>
                    <a:ext uri="{FF2B5EF4-FFF2-40B4-BE49-F238E27FC236}">
                      <a16:creationId xmlns:a16="http://schemas.microsoft.com/office/drawing/2014/main" id="{C68DCEFA-DD2A-BC5D-6453-22EB25BBBE2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95">
                  <a:extLst>
                    <a:ext uri="{FF2B5EF4-FFF2-40B4-BE49-F238E27FC236}">
                      <a16:creationId xmlns:a16="http://schemas.microsoft.com/office/drawing/2014/main" id="{DE2B90EF-7165-8684-A71E-D7E5B3194D1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96">
                  <a:extLst>
                    <a:ext uri="{FF2B5EF4-FFF2-40B4-BE49-F238E27FC236}">
                      <a16:creationId xmlns:a16="http://schemas.microsoft.com/office/drawing/2014/main" id="{E22DE5D8-EB47-4663-00B1-C46EA8C7D82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97">
                  <a:extLst>
                    <a:ext uri="{FF2B5EF4-FFF2-40B4-BE49-F238E27FC236}">
                      <a16:creationId xmlns:a16="http://schemas.microsoft.com/office/drawing/2014/main" id="{74E6471E-4D46-E6E9-97F9-6B97F16EE24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98">
                  <a:extLst>
                    <a:ext uri="{FF2B5EF4-FFF2-40B4-BE49-F238E27FC236}">
                      <a16:creationId xmlns:a16="http://schemas.microsoft.com/office/drawing/2014/main" id="{096FDF8B-F75E-3794-9C75-12D95A3A7EBC}"/>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99">
                  <a:extLst>
                    <a:ext uri="{FF2B5EF4-FFF2-40B4-BE49-F238E27FC236}">
                      <a16:creationId xmlns:a16="http://schemas.microsoft.com/office/drawing/2014/main" id="{C8B6E837-FCDD-1417-13DC-8FA120D06662}"/>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0">
                  <a:extLst>
                    <a:ext uri="{FF2B5EF4-FFF2-40B4-BE49-F238E27FC236}">
                      <a16:creationId xmlns:a16="http://schemas.microsoft.com/office/drawing/2014/main" id="{BB4AED4A-5539-715A-F91C-86C42E1DCA9A}"/>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01">
                  <a:extLst>
                    <a:ext uri="{FF2B5EF4-FFF2-40B4-BE49-F238E27FC236}">
                      <a16:creationId xmlns:a16="http://schemas.microsoft.com/office/drawing/2014/main" id="{343A56E9-240B-4451-3FA8-88C4F9F1845A}"/>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02">
                  <a:extLst>
                    <a:ext uri="{FF2B5EF4-FFF2-40B4-BE49-F238E27FC236}">
                      <a16:creationId xmlns:a16="http://schemas.microsoft.com/office/drawing/2014/main" id="{88283EAD-F870-FD80-AACC-3BD2A0E13053}"/>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7" name="Rectangle 103">
                  <a:extLst>
                    <a:ext uri="{FF2B5EF4-FFF2-40B4-BE49-F238E27FC236}">
                      <a16:creationId xmlns:a16="http://schemas.microsoft.com/office/drawing/2014/main" id="{2DC32918-CA0B-9150-5477-4D50E9418093}"/>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8" name="Rectangle 104">
                  <a:extLst>
                    <a:ext uri="{FF2B5EF4-FFF2-40B4-BE49-F238E27FC236}">
                      <a16:creationId xmlns:a16="http://schemas.microsoft.com/office/drawing/2014/main" id="{86CAF6CC-8263-B765-F837-B223F36C6878}"/>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9" name="Rectangle 105">
                  <a:extLst>
                    <a:ext uri="{FF2B5EF4-FFF2-40B4-BE49-F238E27FC236}">
                      <a16:creationId xmlns:a16="http://schemas.microsoft.com/office/drawing/2014/main" id="{4380AC07-8034-12E3-2359-5D0B34F27811}"/>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0" name="Rectangle 106">
                  <a:extLst>
                    <a:ext uri="{FF2B5EF4-FFF2-40B4-BE49-F238E27FC236}">
                      <a16:creationId xmlns:a16="http://schemas.microsoft.com/office/drawing/2014/main" id="{2DE5751A-985C-C056-2FFF-1CC2F28424F0}"/>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1" name="Rectangle 107">
                  <a:extLst>
                    <a:ext uri="{FF2B5EF4-FFF2-40B4-BE49-F238E27FC236}">
                      <a16:creationId xmlns:a16="http://schemas.microsoft.com/office/drawing/2014/main" id="{8582CB4F-AC44-5ACE-EB67-7AF5A76FF2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2" name="Rectangle 108">
                  <a:extLst>
                    <a:ext uri="{FF2B5EF4-FFF2-40B4-BE49-F238E27FC236}">
                      <a16:creationId xmlns:a16="http://schemas.microsoft.com/office/drawing/2014/main" id="{64246A8B-69F6-32A3-91D7-2BA88198BF77}"/>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3" name="Rectangle 109">
                  <a:extLst>
                    <a:ext uri="{FF2B5EF4-FFF2-40B4-BE49-F238E27FC236}">
                      <a16:creationId xmlns:a16="http://schemas.microsoft.com/office/drawing/2014/main" id="{BF455617-1E6C-C5B1-FE5A-63AA4214DD4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4" name="Rectangle 110">
                  <a:extLst>
                    <a:ext uri="{FF2B5EF4-FFF2-40B4-BE49-F238E27FC236}">
                      <a16:creationId xmlns:a16="http://schemas.microsoft.com/office/drawing/2014/main" id="{3B91FC9C-34F1-C396-BCBF-E226883F3D2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5" name="Rectangle 111">
                  <a:extLst>
                    <a:ext uri="{FF2B5EF4-FFF2-40B4-BE49-F238E27FC236}">
                      <a16:creationId xmlns:a16="http://schemas.microsoft.com/office/drawing/2014/main" id="{9915AD50-5F13-5C66-E0A0-C823A6909D4A}"/>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103" name="Groupe 152">
                <a:extLst>
                  <a:ext uri="{FF2B5EF4-FFF2-40B4-BE49-F238E27FC236}">
                    <a16:creationId xmlns:a16="http://schemas.microsoft.com/office/drawing/2014/main" id="{F8C0BA32-36C5-C696-E5AF-F4DD10DA003B}"/>
                  </a:ext>
                </a:extLst>
              </p:cNvPr>
              <p:cNvGrpSpPr/>
              <p:nvPr/>
            </p:nvGrpSpPr>
            <p:grpSpPr>
              <a:xfrm>
                <a:off x="7527020" y="2174293"/>
                <a:ext cx="1467257" cy="1169474"/>
                <a:chOff x="2609577" y="1563591"/>
                <a:chExt cx="1467257" cy="1169474"/>
              </a:xfrm>
            </p:grpSpPr>
            <p:grpSp>
              <p:nvGrpSpPr>
                <p:cNvPr id="118" name="Groupe 153">
                  <a:extLst>
                    <a:ext uri="{FF2B5EF4-FFF2-40B4-BE49-F238E27FC236}">
                      <a16:creationId xmlns:a16="http://schemas.microsoft.com/office/drawing/2014/main" id="{82669844-F047-3388-4CC2-D7890812900E}"/>
                    </a:ext>
                  </a:extLst>
                </p:cNvPr>
                <p:cNvGrpSpPr/>
                <p:nvPr/>
              </p:nvGrpSpPr>
              <p:grpSpPr>
                <a:xfrm>
                  <a:off x="2609577" y="1563591"/>
                  <a:ext cx="1412109" cy="1169474"/>
                  <a:chOff x="2645545" y="3994190"/>
                  <a:chExt cx="1412109" cy="1169474"/>
                </a:xfrm>
              </p:grpSpPr>
              <p:pic>
                <p:nvPicPr>
                  <p:cNvPr id="120" name="Graphique 155" descr="Diable avec un remplissage uni">
                    <a:extLst>
                      <a:ext uri="{FF2B5EF4-FFF2-40B4-BE49-F238E27FC236}">
                        <a16:creationId xmlns:a16="http://schemas.microsoft.com/office/drawing/2014/main" id="{A2B4973D-7FE9-0247-2586-D9AE2EEBC24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21" name="Graphique 156" descr="Base-ball avec un remplissage uni">
                    <a:extLst>
                      <a:ext uri="{FF2B5EF4-FFF2-40B4-BE49-F238E27FC236}">
                        <a16:creationId xmlns:a16="http://schemas.microsoft.com/office/drawing/2014/main" id="{A53B1A58-04EA-EB90-F26A-5B6B1559532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22" name="Rectangle 157">
                    <a:extLst>
                      <a:ext uri="{FF2B5EF4-FFF2-40B4-BE49-F238E27FC236}">
                        <a16:creationId xmlns:a16="http://schemas.microsoft.com/office/drawing/2014/main" id="{C7A74F37-F4F1-79FC-0645-C41AF35367D2}"/>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9" name="Graphique 154" descr="Boîte à archives avec un remplissage uni">
                  <a:extLst>
                    <a:ext uri="{FF2B5EF4-FFF2-40B4-BE49-F238E27FC236}">
                      <a16:creationId xmlns:a16="http://schemas.microsoft.com/office/drawing/2014/main" id="{B73BEDED-5C55-4932-9FA2-280F5B331A3F}"/>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04" name="Groupe 158">
                <a:extLst>
                  <a:ext uri="{FF2B5EF4-FFF2-40B4-BE49-F238E27FC236}">
                    <a16:creationId xmlns:a16="http://schemas.microsoft.com/office/drawing/2014/main" id="{A590082D-C739-961B-F330-00D8067D7576}"/>
                  </a:ext>
                </a:extLst>
              </p:cNvPr>
              <p:cNvGrpSpPr/>
              <p:nvPr/>
            </p:nvGrpSpPr>
            <p:grpSpPr>
              <a:xfrm flipH="1">
                <a:off x="8944157" y="2297704"/>
                <a:ext cx="1093937" cy="1165158"/>
                <a:chOff x="1680627" y="1783722"/>
                <a:chExt cx="1331514" cy="1331514"/>
              </a:xfrm>
            </p:grpSpPr>
            <p:pic>
              <p:nvPicPr>
                <p:cNvPr id="105" name="Graphique 159" descr="Mur de briques en construction avec un remplissage uni">
                  <a:extLst>
                    <a:ext uri="{FF2B5EF4-FFF2-40B4-BE49-F238E27FC236}">
                      <a16:creationId xmlns:a16="http://schemas.microsoft.com/office/drawing/2014/main" id="{C4B6C0C6-7F31-E3C2-919C-3FF387EA15A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06" name="Rectangle 160">
                  <a:extLst>
                    <a:ext uri="{FF2B5EF4-FFF2-40B4-BE49-F238E27FC236}">
                      <a16:creationId xmlns:a16="http://schemas.microsoft.com/office/drawing/2014/main" id="{5568DC13-89DD-23E2-29E4-3F892AB395B6}"/>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61">
                  <a:extLst>
                    <a:ext uri="{FF2B5EF4-FFF2-40B4-BE49-F238E27FC236}">
                      <a16:creationId xmlns:a16="http://schemas.microsoft.com/office/drawing/2014/main" id="{D987DAC4-17DC-2A97-1EB0-0AD81CC703D9}"/>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62">
                  <a:extLst>
                    <a:ext uri="{FF2B5EF4-FFF2-40B4-BE49-F238E27FC236}">
                      <a16:creationId xmlns:a16="http://schemas.microsoft.com/office/drawing/2014/main" id="{50E3BAFC-EA6F-1F79-924D-C943D6A86BC2}"/>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9" name="Rectangle 163">
                  <a:extLst>
                    <a:ext uri="{FF2B5EF4-FFF2-40B4-BE49-F238E27FC236}">
                      <a16:creationId xmlns:a16="http://schemas.microsoft.com/office/drawing/2014/main" id="{2F45CCA6-8183-5E49-A102-C29DF61EE2E8}"/>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0" name="Rectangle 164">
                  <a:extLst>
                    <a:ext uri="{FF2B5EF4-FFF2-40B4-BE49-F238E27FC236}">
                      <a16:creationId xmlns:a16="http://schemas.microsoft.com/office/drawing/2014/main" id="{82688194-AEDC-8346-D9E1-80BEFFE4F10F}"/>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1" name="Rectangle 165">
                  <a:extLst>
                    <a:ext uri="{FF2B5EF4-FFF2-40B4-BE49-F238E27FC236}">
                      <a16:creationId xmlns:a16="http://schemas.microsoft.com/office/drawing/2014/main" id="{DB5AC6EC-FC5A-F5CF-C446-A941A53FEBCC}"/>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2" name="Rectangle 166">
                  <a:extLst>
                    <a:ext uri="{FF2B5EF4-FFF2-40B4-BE49-F238E27FC236}">
                      <a16:creationId xmlns:a16="http://schemas.microsoft.com/office/drawing/2014/main" id="{A643A349-0FA7-59BC-85BE-551D646F0BF2}"/>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3" name="Rectangle 167">
                  <a:extLst>
                    <a:ext uri="{FF2B5EF4-FFF2-40B4-BE49-F238E27FC236}">
                      <a16:creationId xmlns:a16="http://schemas.microsoft.com/office/drawing/2014/main" id="{40382D84-2B9B-FD6B-A3D3-1057EDCFF96E}"/>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4" name="Rectangle 168">
                  <a:extLst>
                    <a:ext uri="{FF2B5EF4-FFF2-40B4-BE49-F238E27FC236}">
                      <a16:creationId xmlns:a16="http://schemas.microsoft.com/office/drawing/2014/main" id="{BDE6414A-EB2A-FB70-58A4-DFCA0495051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5" name="Rectangle 169">
                  <a:extLst>
                    <a:ext uri="{FF2B5EF4-FFF2-40B4-BE49-F238E27FC236}">
                      <a16:creationId xmlns:a16="http://schemas.microsoft.com/office/drawing/2014/main" id="{C93432A5-4383-6122-DD64-5B8F152D5A9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170">
                  <a:extLst>
                    <a:ext uri="{FF2B5EF4-FFF2-40B4-BE49-F238E27FC236}">
                      <a16:creationId xmlns:a16="http://schemas.microsoft.com/office/drawing/2014/main" id="{55DBB62E-D152-4F15-103A-D8F768C40756}"/>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171">
                  <a:extLst>
                    <a:ext uri="{FF2B5EF4-FFF2-40B4-BE49-F238E27FC236}">
                      <a16:creationId xmlns:a16="http://schemas.microsoft.com/office/drawing/2014/main" id="{BD72CAC1-D1B6-2F11-1301-A7634D157C38}"/>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18" name="Groupe 173">
              <a:extLst>
                <a:ext uri="{FF2B5EF4-FFF2-40B4-BE49-F238E27FC236}">
                  <a16:creationId xmlns:a16="http://schemas.microsoft.com/office/drawing/2014/main" id="{19094837-F50C-9D72-A775-C1C74315609E}"/>
                </a:ext>
              </a:extLst>
            </p:cNvPr>
            <p:cNvGrpSpPr/>
            <p:nvPr/>
          </p:nvGrpSpPr>
          <p:grpSpPr>
            <a:xfrm>
              <a:off x="8811398" y="1671748"/>
              <a:ext cx="2449701" cy="1195165"/>
              <a:chOff x="127000" y="915986"/>
              <a:chExt cx="12052300" cy="5880100"/>
            </a:xfrm>
          </p:grpSpPr>
          <p:sp>
            <p:nvSpPr>
              <p:cNvPr id="97" name="Flèche : droite 174">
                <a:extLst>
                  <a:ext uri="{FF2B5EF4-FFF2-40B4-BE49-F238E27FC236}">
                    <a16:creationId xmlns:a16="http://schemas.microsoft.com/office/drawing/2014/main" id="{58F3A8A7-F21B-0BD4-40A5-3C378983C254}"/>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8" name="Rectangle 175">
                <a:extLst>
                  <a:ext uri="{FF2B5EF4-FFF2-40B4-BE49-F238E27FC236}">
                    <a16:creationId xmlns:a16="http://schemas.microsoft.com/office/drawing/2014/main" id="{59B46300-35A8-3CC4-7453-BA85EE774A93}"/>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9" name="Rectangle 176">
                <a:extLst>
                  <a:ext uri="{FF2B5EF4-FFF2-40B4-BE49-F238E27FC236}">
                    <a16:creationId xmlns:a16="http://schemas.microsoft.com/office/drawing/2014/main" id="{3D46261A-2CB3-A5CE-95DA-3C7026D04F08}"/>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100" name="Rectangle 177">
                <a:extLst>
                  <a:ext uri="{FF2B5EF4-FFF2-40B4-BE49-F238E27FC236}">
                    <a16:creationId xmlns:a16="http://schemas.microsoft.com/office/drawing/2014/main" id="{0B43B686-19DA-8F06-71CA-398BC88A6C9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101" name="Rectangle 178">
                <a:extLst>
                  <a:ext uri="{FF2B5EF4-FFF2-40B4-BE49-F238E27FC236}">
                    <a16:creationId xmlns:a16="http://schemas.microsoft.com/office/drawing/2014/main" id="{5E0E590A-96EF-13AF-024D-4A99A8C0D5F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9" name="Groupe 1">
              <a:extLst>
                <a:ext uri="{FF2B5EF4-FFF2-40B4-BE49-F238E27FC236}">
                  <a16:creationId xmlns:a16="http://schemas.microsoft.com/office/drawing/2014/main" id="{BC71554C-1C3C-1EB9-A9BE-4F3BFA980C12}"/>
                </a:ext>
              </a:extLst>
            </p:cNvPr>
            <p:cNvGrpSpPr/>
            <p:nvPr/>
          </p:nvGrpSpPr>
          <p:grpSpPr>
            <a:xfrm>
              <a:off x="5655037" y="3889628"/>
              <a:ext cx="1471902" cy="1550016"/>
              <a:chOff x="6119047" y="342948"/>
              <a:chExt cx="5553478" cy="5848201"/>
            </a:xfrm>
          </p:grpSpPr>
          <p:pic>
            <p:nvPicPr>
              <p:cNvPr id="87" name="Graphique 112" descr="Balance de la justice avec un remplissage uni">
                <a:extLst>
                  <a:ext uri="{FF2B5EF4-FFF2-40B4-BE49-F238E27FC236}">
                    <a16:creationId xmlns:a16="http://schemas.microsoft.com/office/drawing/2014/main" id="{FF231F67-29B6-9B24-9119-F9DFDB1DD8AA}"/>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72" t="7530" r="8041" b="7105"/>
              <a:stretch/>
            </p:blipFill>
            <p:spPr>
              <a:xfrm>
                <a:off x="6521388" y="342948"/>
                <a:ext cx="4441794" cy="4461491"/>
              </a:xfrm>
              <a:prstGeom prst="rect">
                <a:avLst/>
              </a:prstGeom>
            </p:spPr>
          </p:pic>
          <p:sp>
            <p:nvSpPr>
              <p:cNvPr id="88" name="Rectangle 116">
                <a:extLst>
                  <a:ext uri="{FF2B5EF4-FFF2-40B4-BE49-F238E27FC236}">
                    <a16:creationId xmlns:a16="http://schemas.microsoft.com/office/drawing/2014/main" id="{9DDC0731-4AA3-026E-3C05-365AA9D6AB7F}"/>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9" name="Rectangle 117">
                <a:extLst>
                  <a:ext uri="{FF2B5EF4-FFF2-40B4-BE49-F238E27FC236}">
                    <a16:creationId xmlns:a16="http://schemas.microsoft.com/office/drawing/2014/main" id="{CC4F7EB7-95CE-F887-9D36-390FAA994E3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0" name="Rectangle 118">
                <a:extLst>
                  <a:ext uri="{FF2B5EF4-FFF2-40B4-BE49-F238E27FC236}">
                    <a16:creationId xmlns:a16="http://schemas.microsoft.com/office/drawing/2014/main" id="{81CFA7E1-E988-18AB-2A4F-1AD79F6BB0A6}"/>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1" name="Rectangle 119">
                <a:extLst>
                  <a:ext uri="{FF2B5EF4-FFF2-40B4-BE49-F238E27FC236}">
                    <a16:creationId xmlns:a16="http://schemas.microsoft.com/office/drawing/2014/main" id="{D9D473F7-06F5-BCF4-8702-930C5A2B0A3E}"/>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2" name="Rectangle 120">
                <a:extLst>
                  <a:ext uri="{FF2B5EF4-FFF2-40B4-BE49-F238E27FC236}">
                    <a16:creationId xmlns:a16="http://schemas.microsoft.com/office/drawing/2014/main" id="{C7125F3B-B3D8-9C4E-3986-0F3FF0D5E57D}"/>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3" name="Rectangle 121">
                <a:extLst>
                  <a:ext uri="{FF2B5EF4-FFF2-40B4-BE49-F238E27FC236}">
                    <a16:creationId xmlns:a16="http://schemas.microsoft.com/office/drawing/2014/main" id="{84E9BB60-67E1-AC63-F59A-75EA8607618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4" name="Rectangle 122">
                <a:extLst>
                  <a:ext uri="{FF2B5EF4-FFF2-40B4-BE49-F238E27FC236}">
                    <a16:creationId xmlns:a16="http://schemas.microsoft.com/office/drawing/2014/main" id="{160DB20E-F108-0D2B-873E-6F03CA9D8AB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5" name="Rectangle 123">
                <a:extLst>
                  <a:ext uri="{FF2B5EF4-FFF2-40B4-BE49-F238E27FC236}">
                    <a16:creationId xmlns:a16="http://schemas.microsoft.com/office/drawing/2014/main" id="{FA43A4A0-6621-059D-2BBB-B184865DF46E}"/>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6" name="Rectangle 124">
                <a:extLst>
                  <a:ext uri="{FF2B5EF4-FFF2-40B4-BE49-F238E27FC236}">
                    <a16:creationId xmlns:a16="http://schemas.microsoft.com/office/drawing/2014/main" id="{8EBB89BC-5E3C-8043-6684-510D3439001D}"/>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grpSp>
          <p:nvGrpSpPr>
            <p:cNvPr id="20" name="Groupe 125">
              <a:extLst>
                <a:ext uri="{FF2B5EF4-FFF2-40B4-BE49-F238E27FC236}">
                  <a16:creationId xmlns:a16="http://schemas.microsoft.com/office/drawing/2014/main" id="{C98570DF-09C1-5688-369D-DDFF908D558B}"/>
                </a:ext>
              </a:extLst>
            </p:cNvPr>
            <p:cNvGrpSpPr/>
            <p:nvPr/>
          </p:nvGrpSpPr>
          <p:grpSpPr>
            <a:xfrm>
              <a:off x="1420529" y="4111588"/>
              <a:ext cx="1618049" cy="1201642"/>
              <a:chOff x="4856111" y="1739195"/>
              <a:chExt cx="6696567" cy="4973195"/>
            </a:xfrm>
          </p:grpSpPr>
          <p:pic>
            <p:nvPicPr>
              <p:cNvPr id="54" name="Graphique 126" descr="Sphères de Harvey 100% avec un remplissage uni">
                <a:extLst>
                  <a:ext uri="{FF2B5EF4-FFF2-40B4-BE49-F238E27FC236}">
                    <a16:creationId xmlns:a16="http://schemas.microsoft.com/office/drawing/2014/main" id="{4894D05E-9F4B-A54E-6B37-03AB8AB58C96}"/>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10326" t="10344" r="10326" b="10240"/>
              <a:stretch/>
            </p:blipFill>
            <p:spPr>
              <a:xfrm>
                <a:off x="4856111" y="3574539"/>
                <a:ext cx="1792339" cy="1793874"/>
              </a:xfrm>
              <a:prstGeom prst="rect">
                <a:avLst/>
              </a:prstGeom>
            </p:spPr>
          </p:pic>
          <p:grpSp>
            <p:nvGrpSpPr>
              <p:cNvPr id="55" name="Groupe 128">
                <a:extLst>
                  <a:ext uri="{FF2B5EF4-FFF2-40B4-BE49-F238E27FC236}">
                    <a16:creationId xmlns:a16="http://schemas.microsoft.com/office/drawing/2014/main" id="{6C15521F-7DD8-0321-341D-421BE2311027}"/>
                  </a:ext>
                </a:extLst>
              </p:cNvPr>
              <p:cNvGrpSpPr/>
              <p:nvPr/>
            </p:nvGrpSpPr>
            <p:grpSpPr>
              <a:xfrm>
                <a:off x="8201266" y="2889716"/>
                <a:ext cx="1203959" cy="1114429"/>
                <a:chOff x="495541" y="3991241"/>
                <a:chExt cx="1203959" cy="1114429"/>
              </a:xfrm>
            </p:grpSpPr>
            <p:sp>
              <p:nvSpPr>
                <p:cNvPr id="85" name="Rectangle 195">
                  <a:extLst>
                    <a:ext uri="{FF2B5EF4-FFF2-40B4-BE49-F238E27FC236}">
                      <a16:creationId xmlns:a16="http://schemas.microsoft.com/office/drawing/2014/main" id="{06E968CC-C07B-35A5-1270-831B18E5A105}"/>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6" name="Graphique 196" descr="Utilisateurs avec un remplissage uni">
                  <a:extLst>
                    <a:ext uri="{FF2B5EF4-FFF2-40B4-BE49-F238E27FC236}">
                      <a16:creationId xmlns:a16="http://schemas.microsoft.com/office/drawing/2014/main" id="{5E01893A-557F-EA13-F9F5-DE0795CCAB8D}"/>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56" name="Groupe 129">
                <a:extLst>
                  <a:ext uri="{FF2B5EF4-FFF2-40B4-BE49-F238E27FC236}">
                    <a16:creationId xmlns:a16="http://schemas.microsoft.com/office/drawing/2014/main" id="{E76D0006-922E-9872-2DA1-24356E01E99E}"/>
                  </a:ext>
                </a:extLst>
              </p:cNvPr>
              <p:cNvGrpSpPr/>
              <p:nvPr/>
            </p:nvGrpSpPr>
            <p:grpSpPr>
              <a:xfrm>
                <a:off x="8144116" y="4080387"/>
                <a:ext cx="1203959" cy="1114429"/>
                <a:chOff x="495541" y="3991241"/>
                <a:chExt cx="1203959" cy="1114429"/>
              </a:xfrm>
              <a:solidFill>
                <a:srgbClr val="0683AA"/>
              </a:solidFill>
            </p:grpSpPr>
            <p:sp>
              <p:nvSpPr>
                <p:cNvPr id="83" name="Rectangle 193">
                  <a:extLst>
                    <a:ext uri="{FF2B5EF4-FFF2-40B4-BE49-F238E27FC236}">
                      <a16:creationId xmlns:a16="http://schemas.microsoft.com/office/drawing/2014/main" id="{843A3528-BA36-C290-3ED3-DD5DE92E288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4" name="Graphique 194" descr="Utilisateurs avec un remplissage uni">
                  <a:extLst>
                    <a:ext uri="{FF2B5EF4-FFF2-40B4-BE49-F238E27FC236}">
                      <a16:creationId xmlns:a16="http://schemas.microsoft.com/office/drawing/2014/main" id="{572DC5EC-40C3-48C6-D0FF-5AA0B1F91C1F}"/>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57" name="Groupe 130">
                <a:extLst>
                  <a:ext uri="{FF2B5EF4-FFF2-40B4-BE49-F238E27FC236}">
                    <a16:creationId xmlns:a16="http://schemas.microsoft.com/office/drawing/2014/main" id="{8B352FE5-CC80-D05A-B69B-547C858E540E}"/>
                  </a:ext>
                </a:extLst>
              </p:cNvPr>
              <p:cNvGrpSpPr/>
              <p:nvPr/>
            </p:nvGrpSpPr>
            <p:grpSpPr>
              <a:xfrm>
                <a:off x="7765182" y="5459500"/>
                <a:ext cx="1203959" cy="1114429"/>
                <a:chOff x="495541" y="3991241"/>
                <a:chExt cx="1203959" cy="1114429"/>
              </a:xfrm>
            </p:grpSpPr>
            <p:sp>
              <p:nvSpPr>
                <p:cNvPr id="81" name="Rectangle 191">
                  <a:extLst>
                    <a:ext uri="{FF2B5EF4-FFF2-40B4-BE49-F238E27FC236}">
                      <a16:creationId xmlns:a16="http://schemas.microsoft.com/office/drawing/2014/main" id="{FA58D5D1-0690-1A0D-5FAB-6F0E5FEE9BC8}"/>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2" name="Graphique 192" descr="Utilisateurs avec un remplissage uni">
                  <a:extLst>
                    <a:ext uri="{FF2B5EF4-FFF2-40B4-BE49-F238E27FC236}">
                      <a16:creationId xmlns:a16="http://schemas.microsoft.com/office/drawing/2014/main" id="{C7B25758-B273-7807-E388-36D07F8F0DA3}"/>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58" name="Groupe 131">
                <a:extLst>
                  <a:ext uri="{FF2B5EF4-FFF2-40B4-BE49-F238E27FC236}">
                    <a16:creationId xmlns:a16="http://schemas.microsoft.com/office/drawing/2014/main" id="{9E199F05-1DC9-6F4F-9083-8D4447A2CCD7}"/>
                  </a:ext>
                </a:extLst>
              </p:cNvPr>
              <p:cNvGrpSpPr/>
              <p:nvPr/>
            </p:nvGrpSpPr>
            <p:grpSpPr>
              <a:xfrm>
                <a:off x="10040031" y="5626122"/>
                <a:ext cx="1203959" cy="1086268"/>
                <a:chOff x="1844480" y="4004145"/>
                <a:chExt cx="1203959" cy="1086268"/>
              </a:xfrm>
            </p:grpSpPr>
            <p:sp>
              <p:nvSpPr>
                <p:cNvPr id="79" name="Rectangle 189">
                  <a:extLst>
                    <a:ext uri="{FF2B5EF4-FFF2-40B4-BE49-F238E27FC236}">
                      <a16:creationId xmlns:a16="http://schemas.microsoft.com/office/drawing/2014/main" id="{7E3AC5CA-C6FF-BCB8-0BD6-3CCEA9EA8E76}"/>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80" name="Graphique 190" descr="Utilisateurs avec un remplissage uni">
                  <a:extLst>
                    <a:ext uri="{FF2B5EF4-FFF2-40B4-BE49-F238E27FC236}">
                      <a16:creationId xmlns:a16="http://schemas.microsoft.com/office/drawing/2014/main" id="{8AC0E092-9D9F-F975-6CAA-3A72B547E873}"/>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grpSp>
            <p:nvGrpSpPr>
              <p:cNvPr id="59" name="Groupe 132">
                <a:extLst>
                  <a:ext uri="{FF2B5EF4-FFF2-40B4-BE49-F238E27FC236}">
                    <a16:creationId xmlns:a16="http://schemas.microsoft.com/office/drawing/2014/main" id="{78D258C7-35BD-8509-1A3B-09DC397C888A}"/>
                  </a:ext>
                </a:extLst>
              </p:cNvPr>
              <p:cNvGrpSpPr/>
              <p:nvPr/>
            </p:nvGrpSpPr>
            <p:grpSpPr>
              <a:xfrm>
                <a:off x="10348719" y="4140742"/>
                <a:ext cx="1203959" cy="1086268"/>
                <a:chOff x="1844480" y="4004145"/>
                <a:chExt cx="1203959" cy="1086268"/>
              </a:xfrm>
            </p:grpSpPr>
            <p:sp>
              <p:nvSpPr>
                <p:cNvPr id="77" name="Rectangle 187">
                  <a:extLst>
                    <a:ext uri="{FF2B5EF4-FFF2-40B4-BE49-F238E27FC236}">
                      <a16:creationId xmlns:a16="http://schemas.microsoft.com/office/drawing/2014/main" id="{D80BD476-9AF1-C8A8-14F8-8EE9CD63C6BC}"/>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8" name="Graphique 188" descr="Utilisateurs avec un remplissage uni">
                  <a:extLst>
                    <a:ext uri="{FF2B5EF4-FFF2-40B4-BE49-F238E27FC236}">
                      <a16:creationId xmlns:a16="http://schemas.microsoft.com/office/drawing/2014/main" id="{C6603226-90EA-9A4A-CDE7-B5D8FD55DB2E}"/>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60" name="Graphique 185" descr="Utilisateur avec un remplissage uni">
                <a:extLst>
                  <a:ext uri="{FF2B5EF4-FFF2-40B4-BE49-F238E27FC236}">
                    <a16:creationId xmlns:a16="http://schemas.microsoft.com/office/drawing/2014/main" id="{F8FF99FD-30C1-CF12-7654-7DE7FF788845}"/>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451137" y="1940358"/>
                <a:ext cx="634194" cy="634194"/>
              </a:xfrm>
              <a:prstGeom prst="rect">
                <a:avLst/>
              </a:prstGeom>
            </p:spPr>
          </p:pic>
          <p:grpSp>
            <p:nvGrpSpPr>
              <p:cNvPr id="61" name="Groupe 134">
                <a:extLst>
                  <a:ext uri="{FF2B5EF4-FFF2-40B4-BE49-F238E27FC236}">
                    <a16:creationId xmlns:a16="http://schemas.microsoft.com/office/drawing/2014/main" id="{BF853D9E-32C0-CA29-41A0-61CA36B6DD6A}"/>
                  </a:ext>
                </a:extLst>
              </p:cNvPr>
              <p:cNvGrpSpPr/>
              <p:nvPr/>
            </p:nvGrpSpPr>
            <p:grpSpPr>
              <a:xfrm>
                <a:off x="10058713" y="1739195"/>
                <a:ext cx="1203959" cy="1086268"/>
                <a:chOff x="1844480" y="4004145"/>
                <a:chExt cx="1203959" cy="1086268"/>
              </a:xfrm>
            </p:grpSpPr>
            <p:sp>
              <p:nvSpPr>
                <p:cNvPr id="75" name="Rectangle 150">
                  <a:extLst>
                    <a:ext uri="{FF2B5EF4-FFF2-40B4-BE49-F238E27FC236}">
                      <a16:creationId xmlns:a16="http://schemas.microsoft.com/office/drawing/2014/main" id="{E7951357-2784-9D4C-B986-CAE00975A9A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6" name="Graphique 151" descr="Utilisateurs avec un remplissage uni">
                  <a:extLst>
                    <a:ext uri="{FF2B5EF4-FFF2-40B4-BE49-F238E27FC236}">
                      <a16:creationId xmlns:a16="http://schemas.microsoft.com/office/drawing/2014/main" id="{F9965EDF-6EC9-EAF6-FBD7-56302C8D3688}"/>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62" name="Graphique 148" descr="Utilisateur avec un remplissage uni">
                <a:extLst>
                  <a:ext uri="{FF2B5EF4-FFF2-40B4-BE49-F238E27FC236}">
                    <a16:creationId xmlns:a16="http://schemas.microsoft.com/office/drawing/2014/main" id="{65DEE276-5D4C-8B22-0EA1-B7350EE2607D}"/>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324912" y="3254927"/>
                <a:ext cx="634194" cy="634194"/>
              </a:xfrm>
              <a:prstGeom prst="rect">
                <a:avLst/>
              </a:prstGeom>
            </p:spPr>
          </p:pic>
          <p:sp>
            <p:nvSpPr>
              <p:cNvPr id="63" name="Flèche : droite 136">
                <a:extLst>
                  <a:ext uri="{FF2B5EF4-FFF2-40B4-BE49-F238E27FC236}">
                    <a16:creationId xmlns:a16="http://schemas.microsoft.com/office/drawing/2014/main" id="{D97947B1-5E74-6C21-D555-7C658D6879F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4" name="Flèche : droite 137">
                <a:extLst>
                  <a:ext uri="{FF2B5EF4-FFF2-40B4-BE49-F238E27FC236}">
                    <a16:creationId xmlns:a16="http://schemas.microsoft.com/office/drawing/2014/main" id="{F80893CB-6CA2-3AFE-8CCC-B2E67670CC6E}"/>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5" name="Flèche : droite 138">
                <a:extLst>
                  <a:ext uri="{FF2B5EF4-FFF2-40B4-BE49-F238E27FC236}">
                    <a16:creationId xmlns:a16="http://schemas.microsoft.com/office/drawing/2014/main" id="{C6B38C8F-B507-A4A2-2CFC-B626D26212F4}"/>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6" name="Flèche : droite 139">
                <a:extLst>
                  <a:ext uri="{FF2B5EF4-FFF2-40B4-BE49-F238E27FC236}">
                    <a16:creationId xmlns:a16="http://schemas.microsoft.com/office/drawing/2014/main" id="{59D21F67-FE45-6D58-A167-1CE57B4E9F7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7" name="Flèche : droite 140">
                <a:extLst>
                  <a:ext uri="{FF2B5EF4-FFF2-40B4-BE49-F238E27FC236}">
                    <a16:creationId xmlns:a16="http://schemas.microsoft.com/office/drawing/2014/main" id="{522A4D3A-9AD5-CFC1-A830-7C9612E0E8B4}"/>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8" name="Flèche : droite 141">
                <a:extLst>
                  <a:ext uri="{FF2B5EF4-FFF2-40B4-BE49-F238E27FC236}">
                    <a16:creationId xmlns:a16="http://schemas.microsoft.com/office/drawing/2014/main" id="{F5FBD1B9-6E49-5454-3BA7-BC3A67DD63F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9" name="Flèche : droite 142">
                <a:extLst>
                  <a:ext uri="{FF2B5EF4-FFF2-40B4-BE49-F238E27FC236}">
                    <a16:creationId xmlns:a16="http://schemas.microsoft.com/office/drawing/2014/main" id="{6B95A4AA-5577-AFDC-8BCF-A666E33CF2DC}"/>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0" name="Flèche : droite 143">
                <a:extLst>
                  <a:ext uri="{FF2B5EF4-FFF2-40B4-BE49-F238E27FC236}">
                    <a16:creationId xmlns:a16="http://schemas.microsoft.com/office/drawing/2014/main" id="{D19A6837-95F7-DBE1-3A34-011FAE6DE729}"/>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1" name="Flèche : droite 144">
                <a:extLst>
                  <a:ext uri="{FF2B5EF4-FFF2-40B4-BE49-F238E27FC236}">
                    <a16:creationId xmlns:a16="http://schemas.microsoft.com/office/drawing/2014/main" id="{F27ED784-7D8D-06A2-D8B2-2049D1E47A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2" name="Graphique 145" descr="Utilisateur avec un remplissage uni">
                <a:extLst>
                  <a:ext uri="{FF2B5EF4-FFF2-40B4-BE49-F238E27FC236}">
                    <a16:creationId xmlns:a16="http://schemas.microsoft.com/office/drawing/2014/main" id="{1B259A42-AFB6-CD8A-E8DA-71964DC443A7}"/>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199066" y="3752255"/>
                <a:ext cx="410445" cy="410445"/>
              </a:xfrm>
              <a:prstGeom prst="rect">
                <a:avLst/>
              </a:prstGeom>
            </p:spPr>
          </p:pic>
          <p:pic>
            <p:nvPicPr>
              <p:cNvPr id="73" name="Graphique 146" descr="Utilisateur avec un remplissage uni">
                <a:extLst>
                  <a:ext uri="{FF2B5EF4-FFF2-40B4-BE49-F238E27FC236}">
                    <a16:creationId xmlns:a16="http://schemas.microsoft.com/office/drawing/2014/main" id="{B049423F-968B-E9AD-F7D3-F10D7DBC2B87}"/>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7997464" y="4944818"/>
                <a:ext cx="410445" cy="410445"/>
              </a:xfrm>
              <a:prstGeom prst="rect">
                <a:avLst/>
              </a:prstGeom>
            </p:spPr>
          </p:pic>
          <p:pic>
            <p:nvPicPr>
              <p:cNvPr id="74" name="Graphique 147" descr="Utilisateur avec un remplissage uni">
                <a:extLst>
                  <a:ext uri="{FF2B5EF4-FFF2-40B4-BE49-F238E27FC236}">
                    <a16:creationId xmlns:a16="http://schemas.microsoft.com/office/drawing/2014/main" id="{AFFE7B2C-8ABD-89B4-D9AF-F2835945D495}"/>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985327" y="2533953"/>
                <a:ext cx="410445" cy="410445"/>
              </a:xfrm>
              <a:prstGeom prst="rect">
                <a:avLst/>
              </a:prstGeom>
            </p:spPr>
          </p:pic>
        </p:grpSp>
        <p:grpSp>
          <p:nvGrpSpPr>
            <p:cNvPr id="21" name="Groupe 2">
              <a:extLst>
                <a:ext uri="{FF2B5EF4-FFF2-40B4-BE49-F238E27FC236}">
                  <a16:creationId xmlns:a16="http://schemas.microsoft.com/office/drawing/2014/main" id="{7F96A8D2-138A-001F-EE91-7B9306DE4307}"/>
                </a:ext>
              </a:extLst>
            </p:cNvPr>
            <p:cNvGrpSpPr/>
            <p:nvPr/>
          </p:nvGrpSpPr>
          <p:grpSpPr>
            <a:xfrm>
              <a:off x="9351431" y="3918129"/>
              <a:ext cx="1423632" cy="1509929"/>
              <a:chOff x="6900539" y="986484"/>
              <a:chExt cx="5204718" cy="5520217"/>
            </a:xfrm>
          </p:grpSpPr>
          <p:sp>
            <p:nvSpPr>
              <p:cNvPr id="23" name="Rectangle 186">
                <a:extLst>
                  <a:ext uri="{FF2B5EF4-FFF2-40B4-BE49-F238E27FC236}">
                    <a16:creationId xmlns:a16="http://schemas.microsoft.com/office/drawing/2014/main" id="{E15CD3D5-130C-36FD-107C-AB5787A569BF}"/>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 de base</a:t>
                </a:r>
              </a:p>
            </p:txBody>
          </p:sp>
          <p:sp>
            <p:nvSpPr>
              <p:cNvPr id="24" name="Rectangle 197">
                <a:extLst>
                  <a:ext uri="{FF2B5EF4-FFF2-40B4-BE49-F238E27FC236}">
                    <a16:creationId xmlns:a16="http://schemas.microsoft.com/office/drawing/2014/main" id="{AAEF99BD-27DC-0DA7-FAB9-CA6EB16092CC}"/>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5" name="Rectangle 198">
                <a:extLst>
                  <a:ext uri="{FF2B5EF4-FFF2-40B4-BE49-F238E27FC236}">
                    <a16:creationId xmlns:a16="http://schemas.microsoft.com/office/drawing/2014/main" id="{69E76BE8-277A-83A9-3FFD-14ACFD8531C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26" name="Rectangle 199">
                <a:extLst>
                  <a:ext uri="{FF2B5EF4-FFF2-40B4-BE49-F238E27FC236}">
                    <a16:creationId xmlns:a16="http://schemas.microsoft.com/office/drawing/2014/main" id="{29D156EA-79B1-01A7-D395-7EB40025D181}"/>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7" name="Rectangle 200">
                <a:extLst>
                  <a:ext uri="{FF2B5EF4-FFF2-40B4-BE49-F238E27FC236}">
                    <a16:creationId xmlns:a16="http://schemas.microsoft.com/office/drawing/2014/main" id="{2EF4006C-93D3-ADD5-535E-95A0044A1765}"/>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8" name="Rectangle 201">
                <a:extLst>
                  <a:ext uri="{FF2B5EF4-FFF2-40B4-BE49-F238E27FC236}">
                    <a16:creationId xmlns:a16="http://schemas.microsoft.com/office/drawing/2014/main" id="{58AB1FAF-9482-59F9-FD0E-7804E6ACD96A}"/>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9" name="Rectangle 202">
                <a:extLst>
                  <a:ext uri="{FF2B5EF4-FFF2-40B4-BE49-F238E27FC236}">
                    <a16:creationId xmlns:a16="http://schemas.microsoft.com/office/drawing/2014/main" id="{7B84E1C9-4895-C975-6D35-3FE97E1BE6FD}"/>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30" name="Rectangle 203">
                <a:extLst>
                  <a:ext uri="{FF2B5EF4-FFF2-40B4-BE49-F238E27FC236}">
                    <a16:creationId xmlns:a16="http://schemas.microsoft.com/office/drawing/2014/main" id="{143B90FE-867C-6C4B-BAE0-A80A548FA53D}"/>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1" name="Rectangle 204">
                <a:extLst>
                  <a:ext uri="{FF2B5EF4-FFF2-40B4-BE49-F238E27FC236}">
                    <a16:creationId xmlns:a16="http://schemas.microsoft.com/office/drawing/2014/main" id="{43E9E799-E68C-96AA-B126-593FAAC29030}"/>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32" name="Rectangle 205">
                <a:extLst>
                  <a:ext uri="{FF2B5EF4-FFF2-40B4-BE49-F238E27FC236}">
                    <a16:creationId xmlns:a16="http://schemas.microsoft.com/office/drawing/2014/main" id="{2A00F674-393E-07CD-5B5C-B368AE94E271}"/>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33" name="Rectangle 206">
                <a:extLst>
                  <a:ext uri="{FF2B5EF4-FFF2-40B4-BE49-F238E27FC236}">
                    <a16:creationId xmlns:a16="http://schemas.microsoft.com/office/drawing/2014/main" id="{E284691F-6B10-38CD-C1AA-FC3A6A34E861}"/>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34" name="Rectangle 207">
                <a:extLst>
                  <a:ext uri="{FF2B5EF4-FFF2-40B4-BE49-F238E27FC236}">
                    <a16:creationId xmlns:a16="http://schemas.microsoft.com/office/drawing/2014/main" id="{F2905034-360C-3276-3C22-6B94E0ED4D8C}"/>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5" name="Rectangle 208">
                <a:extLst>
                  <a:ext uri="{FF2B5EF4-FFF2-40B4-BE49-F238E27FC236}">
                    <a16:creationId xmlns:a16="http://schemas.microsoft.com/office/drawing/2014/main" id="{BE9534BA-25FB-5128-B9C2-E6DA7CD7DE77}"/>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36" name="Connecteur droit avec flèche 209">
                <a:extLst>
                  <a:ext uri="{FF2B5EF4-FFF2-40B4-BE49-F238E27FC236}">
                    <a16:creationId xmlns:a16="http://schemas.microsoft.com/office/drawing/2014/main" id="{3C37CDBD-8D46-1CB9-74C5-E08786649472}"/>
                  </a:ext>
                </a:extLst>
              </p:cNvPr>
              <p:cNvCxnSpPr>
                <a:cxnSpLocks/>
                <a:endCxn id="2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0">
                <a:extLst>
                  <a:ext uri="{FF2B5EF4-FFF2-40B4-BE49-F238E27FC236}">
                    <a16:creationId xmlns:a16="http://schemas.microsoft.com/office/drawing/2014/main" id="{16FB4F05-12DA-551E-47B9-0F3BE3F367B3}"/>
                  </a:ext>
                </a:extLst>
              </p:cNvPr>
              <p:cNvCxnSpPr>
                <a:cxnSpLocks/>
                <a:stCxn id="2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11">
                <a:extLst>
                  <a:ext uri="{FF2B5EF4-FFF2-40B4-BE49-F238E27FC236}">
                    <a16:creationId xmlns:a16="http://schemas.microsoft.com/office/drawing/2014/main" id="{711DA04C-E627-8EF8-512D-59D5338F3078}"/>
                  </a:ext>
                </a:extLst>
              </p:cNvPr>
              <p:cNvCxnSpPr>
                <a:cxnSpLocks/>
                <a:stCxn id="23" idx="0"/>
                <a:endCxn id="2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12">
                <a:extLst>
                  <a:ext uri="{FF2B5EF4-FFF2-40B4-BE49-F238E27FC236}">
                    <a16:creationId xmlns:a16="http://schemas.microsoft.com/office/drawing/2014/main" id="{049D74A2-34B2-1342-CC94-C61C40909A0E}"/>
                  </a:ext>
                </a:extLst>
              </p:cNvPr>
              <p:cNvCxnSpPr>
                <a:cxnSpLocks/>
                <a:stCxn id="23" idx="0"/>
                <a:endCxn id="2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213">
                <a:extLst>
                  <a:ext uri="{FF2B5EF4-FFF2-40B4-BE49-F238E27FC236}">
                    <a16:creationId xmlns:a16="http://schemas.microsoft.com/office/drawing/2014/main" id="{83381481-EF81-FD8D-7B70-F3ABB922B303}"/>
                  </a:ext>
                </a:extLst>
              </p:cNvPr>
              <p:cNvCxnSpPr>
                <a:cxnSpLocks/>
                <a:stCxn id="28" idx="0"/>
                <a:endCxn id="35"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214">
                <a:extLst>
                  <a:ext uri="{FF2B5EF4-FFF2-40B4-BE49-F238E27FC236}">
                    <a16:creationId xmlns:a16="http://schemas.microsoft.com/office/drawing/2014/main" id="{139FB840-E622-A927-B05A-0C25F7117E56}"/>
                  </a:ext>
                </a:extLst>
              </p:cNvPr>
              <p:cNvCxnSpPr>
                <a:cxnSpLocks/>
                <a:stCxn id="25" idx="0"/>
                <a:endCxn id="2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215">
                <a:extLst>
                  <a:ext uri="{FF2B5EF4-FFF2-40B4-BE49-F238E27FC236}">
                    <a16:creationId xmlns:a16="http://schemas.microsoft.com/office/drawing/2014/main" id="{A94F91F2-2890-87E7-D8C3-E81230B7F854}"/>
                  </a:ext>
                </a:extLst>
              </p:cNvPr>
              <p:cNvCxnSpPr>
                <a:cxnSpLocks/>
                <a:stCxn id="26" idx="0"/>
                <a:endCxn id="29"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216">
                <a:extLst>
                  <a:ext uri="{FF2B5EF4-FFF2-40B4-BE49-F238E27FC236}">
                    <a16:creationId xmlns:a16="http://schemas.microsoft.com/office/drawing/2014/main" id="{2FB9FBB2-2D5A-FF0C-5DB8-4CB0CB12CA01}"/>
                  </a:ext>
                </a:extLst>
              </p:cNvPr>
              <p:cNvCxnSpPr>
                <a:cxnSpLocks/>
                <a:stCxn id="29" idx="0"/>
                <a:endCxn id="30"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217">
                <a:extLst>
                  <a:ext uri="{FF2B5EF4-FFF2-40B4-BE49-F238E27FC236}">
                    <a16:creationId xmlns:a16="http://schemas.microsoft.com/office/drawing/2014/main" id="{3ED4AA10-8330-3920-E745-2C4E011EDB8D}"/>
                  </a:ext>
                </a:extLst>
              </p:cNvPr>
              <p:cNvCxnSpPr>
                <a:cxnSpLocks/>
                <a:stCxn id="30" idx="0"/>
                <a:endCxn id="53"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218">
                <a:extLst>
                  <a:ext uri="{FF2B5EF4-FFF2-40B4-BE49-F238E27FC236}">
                    <a16:creationId xmlns:a16="http://schemas.microsoft.com/office/drawing/2014/main" id="{F9CFCC97-CD87-06DD-C8E0-620783EED9DA}"/>
                  </a:ext>
                </a:extLst>
              </p:cNvPr>
              <p:cNvCxnSpPr>
                <a:cxnSpLocks/>
                <a:stCxn id="26" idx="0"/>
                <a:endCxn id="31"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219">
                <a:extLst>
                  <a:ext uri="{FF2B5EF4-FFF2-40B4-BE49-F238E27FC236}">
                    <a16:creationId xmlns:a16="http://schemas.microsoft.com/office/drawing/2014/main" id="{CBEB98C7-4601-A493-14F1-A271C932B2B3}"/>
                  </a:ext>
                </a:extLst>
              </p:cNvPr>
              <p:cNvCxnSpPr>
                <a:cxnSpLocks/>
                <a:stCxn id="31" idx="0"/>
                <a:endCxn id="32"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220">
                <a:extLst>
                  <a:ext uri="{FF2B5EF4-FFF2-40B4-BE49-F238E27FC236}">
                    <a16:creationId xmlns:a16="http://schemas.microsoft.com/office/drawing/2014/main" id="{7AFE7F43-732D-390C-2A59-3C912EF27F88}"/>
                  </a:ext>
                </a:extLst>
              </p:cNvPr>
              <p:cNvCxnSpPr>
                <a:cxnSpLocks/>
                <a:stCxn id="32" idx="0"/>
                <a:endCxn id="33"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221">
                <a:extLst>
                  <a:ext uri="{FF2B5EF4-FFF2-40B4-BE49-F238E27FC236}">
                    <a16:creationId xmlns:a16="http://schemas.microsoft.com/office/drawing/2014/main" id="{F00E1BE4-C1D8-2545-FFC7-4594B36FF04D}"/>
                  </a:ext>
                </a:extLst>
              </p:cNvPr>
              <p:cNvCxnSpPr>
                <a:cxnSpLocks/>
                <a:stCxn id="33" idx="0"/>
                <a:endCxn id="34"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9" name="Rectangle 222">
                <a:extLst>
                  <a:ext uri="{FF2B5EF4-FFF2-40B4-BE49-F238E27FC236}">
                    <a16:creationId xmlns:a16="http://schemas.microsoft.com/office/drawing/2014/main" id="{E91540D4-EF0F-595D-4B9B-22D53A9F9F0A}"/>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50" name="Connecteur droit avec flèche 223">
                <a:extLst>
                  <a:ext uri="{FF2B5EF4-FFF2-40B4-BE49-F238E27FC236}">
                    <a16:creationId xmlns:a16="http://schemas.microsoft.com/office/drawing/2014/main" id="{CE76E052-650D-69C3-79E1-2D5FE769F96C}"/>
                  </a:ext>
                </a:extLst>
              </p:cNvPr>
              <p:cNvCxnSpPr>
                <a:cxnSpLocks/>
                <a:stCxn id="31" idx="0"/>
                <a:endCxn id="49"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1" name="Rectangle 224">
                <a:extLst>
                  <a:ext uri="{FF2B5EF4-FFF2-40B4-BE49-F238E27FC236}">
                    <a16:creationId xmlns:a16="http://schemas.microsoft.com/office/drawing/2014/main" id="{34079C5A-0B09-1B41-CE48-10687CEAB109}"/>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52" name="Connecteur droit avec flèche 225">
                <a:extLst>
                  <a:ext uri="{FF2B5EF4-FFF2-40B4-BE49-F238E27FC236}">
                    <a16:creationId xmlns:a16="http://schemas.microsoft.com/office/drawing/2014/main" id="{3ACE002B-FAC1-FDBE-CD8E-4E77E57B7A4C}"/>
                  </a:ext>
                </a:extLst>
              </p:cNvPr>
              <p:cNvCxnSpPr>
                <a:cxnSpLocks/>
                <a:stCxn id="25" idx="0"/>
                <a:endCxn id="51"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3" name="Rectangle 226">
                <a:extLst>
                  <a:ext uri="{FF2B5EF4-FFF2-40B4-BE49-F238E27FC236}">
                    <a16:creationId xmlns:a16="http://schemas.microsoft.com/office/drawing/2014/main" id="{FF189B93-2546-BC35-66CA-27CE235F8121}"/>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grpSp>
        <p:pic>
          <p:nvPicPr>
            <p:cNvPr id="22" name="Graphique 227" descr="Poumons avec un remplissage uni">
              <a:extLst>
                <a:ext uri="{FF2B5EF4-FFF2-40B4-BE49-F238E27FC236}">
                  <a16:creationId xmlns:a16="http://schemas.microsoft.com/office/drawing/2014/main" id="{694F4AF3-2F6C-C649-1A21-904E7501F7B3}"/>
                </a:ext>
              </a:extLst>
            </p:cNvPr>
            <p:cNvPicPr>
              <a:picLocks noChangeAspect="1"/>
            </p:cNvPicPr>
            <p:nvPr/>
          </p:nvPicPr>
          <p:blipFill rotWithShape="1">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rcRect t="16884"/>
            <a:stretch/>
          </p:blipFill>
          <p:spPr>
            <a:xfrm>
              <a:off x="6001627" y="3514405"/>
              <a:ext cx="730448" cy="607118"/>
            </a:xfrm>
            <a:prstGeom prst="rect">
              <a:avLst/>
            </a:prstGeom>
          </p:spPr>
        </p:pic>
      </p:grpSp>
      <p:sp>
        <p:nvSpPr>
          <p:cNvPr id="196" name="Rectangle 3">
            <a:extLst>
              <a:ext uri="{FF2B5EF4-FFF2-40B4-BE49-F238E27FC236}">
                <a16:creationId xmlns:a16="http://schemas.microsoft.com/office/drawing/2014/main" id="{B802B026-D9C1-5588-6AC9-3F5B099FC871}"/>
              </a:ext>
            </a:extLst>
          </p:cNvPr>
          <p:cNvSpPr/>
          <p:nvPr/>
        </p:nvSpPr>
        <p:spPr>
          <a:xfrm>
            <a:off x="491924" y="4796772"/>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1</a:t>
            </a:r>
          </a:p>
          <a:p>
            <a:pPr algn="ctr"/>
            <a:r>
              <a:rPr lang="en-US" sz="1200" dirty="0">
                <a:solidFill>
                  <a:schemeClr val="bg1"/>
                </a:solidFill>
              </a:rPr>
              <a:t>Un nouvel arrivant arrive dans l'équipe projet/produit, il a besoin de mieux comprendre l'environnement qu'il vient d'intégrer</a:t>
            </a:r>
          </a:p>
        </p:txBody>
      </p:sp>
      <p:sp>
        <p:nvSpPr>
          <p:cNvPr id="2" name="Rectangle 3">
            <a:extLst>
              <a:ext uri="{FF2B5EF4-FFF2-40B4-BE49-F238E27FC236}">
                <a16:creationId xmlns:a16="http://schemas.microsoft.com/office/drawing/2014/main" id="{56AE752B-2981-590A-A16B-0F8BED422510}"/>
              </a:ext>
            </a:extLst>
          </p:cNvPr>
          <p:cNvSpPr/>
          <p:nvPr/>
        </p:nvSpPr>
        <p:spPr>
          <a:xfrm>
            <a:off x="4689522" y="4778945"/>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a:p>
            <a:pPr algn="ctr"/>
            <a:r>
              <a:rPr lang="en-US" sz="1200" dirty="0">
                <a:solidFill>
                  <a:schemeClr val="bg1"/>
                </a:solidFill>
              </a:rPr>
              <a:t>Le chef de projet utilise des </a:t>
            </a:r>
            <a:r>
              <a:rPr lang="en-US" sz="1200" dirty="0" err="1">
                <a:solidFill>
                  <a:schemeClr val="bg1"/>
                </a:solidFill>
              </a:rPr>
              <a:t>Canevas</a:t>
            </a:r>
            <a:r>
              <a:rPr lang="en-US" sz="1200" dirty="0">
                <a:solidFill>
                  <a:schemeClr val="bg1"/>
                </a:solidFill>
              </a:rPr>
              <a:t> "6 pourquoi" pour expliquer les différents aspects de l'objectif du projet/produit, au lieu d'une présentation plate.</a:t>
            </a:r>
          </a:p>
        </p:txBody>
      </p:sp>
      <p:pic>
        <p:nvPicPr>
          <p:cNvPr id="3" name="Graphique 23" descr="Femme avec bras prothétique">
            <a:extLst>
              <a:ext uri="{FF2B5EF4-FFF2-40B4-BE49-F238E27FC236}">
                <a16:creationId xmlns:a16="http://schemas.microsoft.com/office/drawing/2014/main" id="{3B8FEA1A-64B7-F222-33EB-6E5A36434C92}"/>
              </a:ext>
            </a:extLst>
          </p:cNvPr>
          <p:cNvPicPr>
            <a:picLocks noChangeAspect="1"/>
          </p:cNvPicPr>
          <p:nvPr/>
        </p:nvPicPr>
        <p:blipFill>
          <a:blip r:embed="rId28">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flipH="1">
            <a:off x="6258884" y="3562228"/>
            <a:ext cx="1094006" cy="1184436"/>
          </a:xfrm>
          <a:prstGeom prst="rect">
            <a:avLst/>
          </a:prstGeom>
        </p:spPr>
      </p:pic>
      <p:pic>
        <p:nvPicPr>
          <p:cNvPr id="7" name="Elemento grafico 6" descr="Donna che regge un laptop">
            <a:extLst>
              <a:ext uri="{FF2B5EF4-FFF2-40B4-BE49-F238E27FC236}">
                <a16:creationId xmlns:a16="http://schemas.microsoft.com/office/drawing/2014/main" id="{C18FC892-D06E-0B91-FEBE-FE5521964D7F}"/>
              </a:ext>
            </a:extLst>
          </p:cNvPr>
          <p:cNvPicPr>
            <a:picLocks noChangeAspect="1"/>
          </p:cNvPicPr>
          <p:nvPr/>
        </p:nvPicPr>
        <p:blipFill>
          <a:blip r:embed="rId30">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1165448" y="3008692"/>
            <a:ext cx="1781175" cy="1809750"/>
          </a:xfrm>
          <a:prstGeom prst="rect">
            <a:avLst/>
          </a:prstGeom>
        </p:spPr>
      </p:pic>
    </p:spTree>
    <p:extLst>
      <p:ext uri="{BB962C8B-B14F-4D97-AF65-F5344CB8AC3E}">
        <p14:creationId xmlns:p14="http://schemas.microsoft.com/office/powerpoint/2010/main" val="13469722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Les situations opérationnelles qui peuvent conduire à l'utilisation des 6 POURQUOI</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Absence de narration concrète autour d'un projet / produit</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 de version commune d'une vision parmi les membres d'une équipe de projet/produit.</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Pas de moyen facile de discuter de l'objectif sans faire de fortes digressions.</a:t>
            </a:r>
          </a:p>
        </p:txBody>
      </p:sp>
      <p:grpSp>
        <p:nvGrpSpPr>
          <p:cNvPr id="10" name="Groupe 5">
            <a:extLst>
              <a:ext uri="{FF2B5EF4-FFF2-40B4-BE49-F238E27FC236}">
                <a16:creationId xmlns:a16="http://schemas.microsoft.com/office/drawing/2014/main" id="{D6AD1152-317B-F620-B9D5-ACD2CDD0D710}"/>
              </a:ext>
            </a:extLst>
          </p:cNvPr>
          <p:cNvGrpSpPr/>
          <p:nvPr/>
        </p:nvGrpSpPr>
        <p:grpSpPr>
          <a:xfrm>
            <a:off x="5997148" y="2495302"/>
            <a:ext cx="5589097" cy="2616078"/>
            <a:chOff x="463550" y="1420160"/>
            <a:chExt cx="11264900" cy="5272740"/>
          </a:xfrm>
        </p:grpSpPr>
        <p:sp>
          <p:nvSpPr>
            <p:cNvPr id="11" name="Trapèze 6">
              <a:extLst>
                <a:ext uri="{FF2B5EF4-FFF2-40B4-BE49-F238E27FC236}">
                  <a16:creationId xmlns:a16="http://schemas.microsoft.com/office/drawing/2014/main" id="{E077BCF0-D570-FCA5-A5AD-CCE12403CFBB}"/>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t>CAUSE</a:t>
              </a:r>
            </a:p>
          </p:txBody>
        </p:sp>
        <p:sp>
          <p:nvSpPr>
            <p:cNvPr id="12" name="Triangle isocèle 7">
              <a:extLst>
                <a:ext uri="{FF2B5EF4-FFF2-40B4-BE49-F238E27FC236}">
                  <a16:creationId xmlns:a16="http://schemas.microsoft.com/office/drawing/2014/main" id="{E9984EBB-7F63-0F18-6AC8-2A6C23A33CE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GRAND BUT</a:t>
              </a:r>
            </a:p>
            <a:p>
              <a:pPr algn="ctr"/>
              <a:endParaRPr lang="en-US" sz="1100"/>
            </a:p>
          </p:txBody>
        </p:sp>
        <p:grpSp>
          <p:nvGrpSpPr>
            <p:cNvPr id="13" name="Groupe 8">
              <a:extLst>
                <a:ext uri="{FF2B5EF4-FFF2-40B4-BE49-F238E27FC236}">
                  <a16:creationId xmlns:a16="http://schemas.microsoft.com/office/drawing/2014/main" id="{29E434F5-278E-9E9D-DA52-20C521831E64}"/>
                </a:ext>
              </a:extLst>
            </p:cNvPr>
            <p:cNvGrpSpPr/>
            <p:nvPr/>
          </p:nvGrpSpPr>
          <p:grpSpPr>
            <a:xfrm>
              <a:off x="1527175" y="3040767"/>
              <a:ext cx="9137650" cy="1969383"/>
              <a:chOff x="1644650" y="3040767"/>
              <a:chExt cx="9137650" cy="1907219"/>
            </a:xfrm>
          </p:grpSpPr>
          <p:sp>
            <p:nvSpPr>
              <p:cNvPr id="16" name="Trapèze 11">
                <a:extLst>
                  <a:ext uri="{FF2B5EF4-FFF2-40B4-BE49-F238E27FC236}">
                    <a16:creationId xmlns:a16="http://schemas.microsoft.com/office/drawing/2014/main" id="{B19EDD7C-4106-E1D6-BDBC-B44C1D3F19E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a:t>MAUVAIS SOUVENIRS</a:t>
                </a:r>
                <a:endParaRPr lang="en-US" sz="900"/>
              </a:p>
            </p:txBody>
          </p:sp>
          <p:sp>
            <p:nvSpPr>
              <p:cNvPr id="17" name="Trapèze 12">
                <a:extLst>
                  <a:ext uri="{FF2B5EF4-FFF2-40B4-BE49-F238E27FC236}">
                    <a16:creationId xmlns:a16="http://schemas.microsoft.com/office/drawing/2014/main" id="{C5BF0917-F31A-239E-E46E-EBA129A34D0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dirty="0"/>
                  <a:t>HISTOIRES FICTIVES ERRONÉES - RISQUES</a:t>
                </a:r>
              </a:p>
            </p:txBody>
          </p:sp>
          <p:sp>
            <p:nvSpPr>
              <p:cNvPr id="18" name="Trapèze 13">
                <a:extLst>
                  <a:ext uri="{FF2B5EF4-FFF2-40B4-BE49-F238E27FC236}">
                    <a16:creationId xmlns:a16="http://schemas.microsoft.com/office/drawing/2014/main" id="{E3D39A8D-FE26-8552-3885-2D627553CA5B}"/>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a:t>BONS SOUVENIRS</a:t>
                </a:r>
                <a:endParaRPr lang="en-US" sz="900"/>
              </a:p>
            </p:txBody>
          </p:sp>
          <p:sp>
            <p:nvSpPr>
              <p:cNvPr id="19" name="Trapèze 14">
                <a:extLst>
                  <a:ext uri="{FF2B5EF4-FFF2-40B4-BE49-F238E27FC236}">
                    <a16:creationId xmlns:a16="http://schemas.microsoft.com/office/drawing/2014/main" id="{58CD14C6-EA17-F0EB-F500-26DAF4EF2DDC}"/>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a:t>HISTOIRES IDÉALES</a:t>
                </a:r>
              </a:p>
            </p:txBody>
          </p:sp>
        </p:grpSp>
        <p:sp>
          <p:nvSpPr>
            <p:cNvPr id="14" name="Triangle isocèle 9">
              <a:extLst>
                <a:ext uri="{FF2B5EF4-FFF2-40B4-BE49-F238E27FC236}">
                  <a16:creationId xmlns:a16="http://schemas.microsoft.com/office/drawing/2014/main" id="{3E3931A7-869D-99D2-2422-878BDC04D9CC}"/>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5" name="ZoneTexte 10">
              <a:extLst>
                <a:ext uri="{FF2B5EF4-FFF2-40B4-BE49-F238E27FC236}">
                  <a16:creationId xmlns:a16="http://schemas.microsoft.com/office/drawing/2014/main" id="{45A5A6E5-8668-6F28-E039-0C35E28C5977}"/>
                </a:ext>
              </a:extLst>
            </p:cNvPr>
            <p:cNvSpPr txBox="1"/>
            <p:nvPr/>
          </p:nvSpPr>
          <p:spPr>
            <a:xfrm>
              <a:off x="4952497" y="3044170"/>
              <a:ext cx="2287007" cy="496262"/>
            </a:xfrm>
            <a:prstGeom prst="rect">
              <a:avLst/>
            </a:prstGeom>
            <a:noFill/>
          </p:spPr>
          <p:txBody>
            <a:bodyPr wrap="square">
              <a:spAutoFit/>
            </a:bodyPr>
            <a:lstStyle/>
            <a:p>
              <a:pPr algn="ctr"/>
              <a:r>
                <a:rPr lang="en-US" sz="1000" b="1"/>
                <a:t>CONDITIONS</a:t>
              </a:r>
            </a:p>
          </p:txBody>
        </p:sp>
      </p:gr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539764" y="5441632"/>
            <a:ext cx="4661636"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chemeClr val="tx1"/>
                </a:solidFill>
              </a:rPr>
              <a:t>Utiliser</a:t>
            </a:r>
            <a:r>
              <a:rPr lang="en-US" sz="2800" b="1" dirty="0">
                <a:solidFill>
                  <a:schemeClr val="tx1"/>
                </a:solidFill>
              </a:rPr>
              <a:t> la PYRAMIDE DU SENS</a:t>
            </a:r>
          </a:p>
        </p:txBody>
      </p:sp>
    </p:spTree>
    <p:extLst>
      <p:ext uri="{BB962C8B-B14F-4D97-AF65-F5344CB8AC3E}">
        <p14:creationId xmlns:p14="http://schemas.microsoft.com/office/powerpoint/2010/main" val="35178429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Situations opérationnelles pouvant conduire à l'utilisation des 6 POURQUOI</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Manque d'autovision des membres de l'équipe de projet / produit</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Manque de coopération entre les membres d'un même projet / produit</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Trop de concentration sur les petits objectifs individuels au lieu des objectifs collectifs du projet / produit</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chemeClr val="tx1"/>
                </a:solidFill>
              </a:rPr>
              <a:t>Utiliser</a:t>
            </a:r>
            <a:r>
              <a:rPr lang="en-US" sz="2800" b="1" dirty="0">
                <a:solidFill>
                  <a:schemeClr val="tx1"/>
                </a:solidFill>
              </a:rPr>
              <a:t> la MAISON DE CONTRIBUTION</a:t>
            </a:r>
          </a:p>
        </p:txBody>
      </p:sp>
      <p:grpSp>
        <p:nvGrpSpPr>
          <p:cNvPr id="3" name="Groupe 9">
            <a:extLst>
              <a:ext uri="{FF2B5EF4-FFF2-40B4-BE49-F238E27FC236}">
                <a16:creationId xmlns:a16="http://schemas.microsoft.com/office/drawing/2014/main" id="{14D8EA71-7406-C920-B9F5-6FD332D255CA}"/>
              </a:ext>
            </a:extLst>
          </p:cNvPr>
          <p:cNvGrpSpPr/>
          <p:nvPr/>
        </p:nvGrpSpPr>
        <p:grpSpPr>
          <a:xfrm>
            <a:off x="6059249" y="2880360"/>
            <a:ext cx="5151474" cy="2289272"/>
            <a:chOff x="262080" y="1563591"/>
            <a:chExt cx="11723435" cy="5209797"/>
          </a:xfrm>
        </p:grpSpPr>
        <p:grpSp>
          <p:nvGrpSpPr>
            <p:cNvPr id="7" name="Groupe 54">
              <a:extLst>
                <a:ext uri="{FF2B5EF4-FFF2-40B4-BE49-F238E27FC236}">
                  <a16:creationId xmlns:a16="http://schemas.microsoft.com/office/drawing/2014/main" id="{ED50CF14-2511-4EE6-87FA-B5440E4E93A6}"/>
                </a:ext>
              </a:extLst>
            </p:cNvPr>
            <p:cNvGrpSpPr/>
            <p:nvPr/>
          </p:nvGrpSpPr>
          <p:grpSpPr>
            <a:xfrm>
              <a:off x="2609577" y="1563591"/>
              <a:ext cx="1467257" cy="1169474"/>
              <a:chOff x="2609577" y="1563591"/>
              <a:chExt cx="1467257" cy="1169474"/>
            </a:xfrm>
          </p:grpSpPr>
          <p:grpSp>
            <p:nvGrpSpPr>
              <p:cNvPr id="143" name="Groupe 41">
                <a:extLst>
                  <a:ext uri="{FF2B5EF4-FFF2-40B4-BE49-F238E27FC236}">
                    <a16:creationId xmlns:a16="http://schemas.microsoft.com/office/drawing/2014/main" id="{8CD81A1E-9A35-EA47-0409-BE824AA3A68E}"/>
                  </a:ext>
                </a:extLst>
              </p:cNvPr>
              <p:cNvGrpSpPr/>
              <p:nvPr/>
            </p:nvGrpSpPr>
            <p:grpSpPr>
              <a:xfrm>
                <a:off x="2609577" y="1563591"/>
                <a:ext cx="1412109" cy="1169474"/>
                <a:chOff x="2645545" y="3994190"/>
                <a:chExt cx="1412109" cy="1169474"/>
              </a:xfrm>
            </p:grpSpPr>
            <p:pic>
              <p:nvPicPr>
                <p:cNvPr id="145" name="Graphique 42" descr="Diable avec un remplissage uni">
                  <a:extLst>
                    <a:ext uri="{FF2B5EF4-FFF2-40B4-BE49-F238E27FC236}">
                      <a16:creationId xmlns:a16="http://schemas.microsoft.com/office/drawing/2014/main" id="{C65B66D1-1323-1E5E-B860-465E9618C6A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46" name="Graphique 43" descr="Base-ball avec un remplissage uni">
                  <a:extLst>
                    <a:ext uri="{FF2B5EF4-FFF2-40B4-BE49-F238E27FC236}">
                      <a16:creationId xmlns:a16="http://schemas.microsoft.com/office/drawing/2014/main" id="{41894558-50C7-F036-8F0F-CDE6AA4DDD14}"/>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47" name="Rectangle 44">
                  <a:extLst>
                    <a:ext uri="{FF2B5EF4-FFF2-40B4-BE49-F238E27FC236}">
                      <a16:creationId xmlns:a16="http://schemas.microsoft.com/office/drawing/2014/main" id="{C44695DF-60BA-A7F7-560A-72C322816A88}"/>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4" name="Graphique 53" descr="Boîte à archives avec un remplissage uni">
                <a:extLst>
                  <a:ext uri="{FF2B5EF4-FFF2-40B4-BE49-F238E27FC236}">
                    <a16:creationId xmlns:a16="http://schemas.microsoft.com/office/drawing/2014/main" id="{948C9A0B-E808-0608-C198-1B2B6043932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 name="Groupe 79">
              <a:extLst>
                <a:ext uri="{FF2B5EF4-FFF2-40B4-BE49-F238E27FC236}">
                  <a16:creationId xmlns:a16="http://schemas.microsoft.com/office/drawing/2014/main" id="{F62DDEE6-0939-AE1E-D9B4-00163D8C2C15}"/>
                </a:ext>
              </a:extLst>
            </p:cNvPr>
            <p:cNvGrpSpPr/>
            <p:nvPr/>
          </p:nvGrpSpPr>
          <p:grpSpPr>
            <a:xfrm>
              <a:off x="2907742" y="4287731"/>
              <a:ext cx="1467257" cy="1169474"/>
              <a:chOff x="2609577" y="1563591"/>
              <a:chExt cx="1467257" cy="1169474"/>
            </a:xfrm>
          </p:grpSpPr>
          <p:grpSp>
            <p:nvGrpSpPr>
              <p:cNvPr id="138" name="Groupe 80">
                <a:extLst>
                  <a:ext uri="{FF2B5EF4-FFF2-40B4-BE49-F238E27FC236}">
                    <a16:creationId xmlns:a16="http://schemas.microsoft.com/office/drawing/2014/main" id="{0BBC8606-BA1B-033D-74AF-15188FA08A10}"/>
                  </a:ext>
                </a:extLst>
              </p:cNvPr>
              <p:cNvGrpSpPr/>
              <p:nvPr/>
            </p:nvGrpSpPr>
            <p:grpSpPr>
              <a:xfrm>
                <a:off x="2609577" y="1563591"/>
                <a:ext cx="1412109" cy="1169474"/>
                <a:chOff x="2645545" y="3994190"/>
                <a:chExt cx="1412109" cy="1169474"/>
              </a:xfrm>
            </p:grpSpPr>
            <p:pic>
              <p:nvPicPr>
                <p:cNvPr id="140" name="Graphique 82" descr="Diable avec un remplissage uni">
                  <a:extLst>
                    <a:ext uri="{FF2B5EF4-FFF2-40B4-BE49-F238E27FC236}">
                      <a16:creationId xmlns:a16="http://schemas.microsoft.com/office/drawing/2014/main" id="{EAF8E11C-1141-6233-ED11-7C3880B6E45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41" name="Graphique 83" descr="Base-ball avec un remplissage uni">
                  <a:extLst>
                    <a:ext uri="{FF2B5EF4-FFF2-40B4-BE49-F238E27FC236}">
                      <a16:creationId xmlns:a16="http://schemas.microsoft.com/office/drawing/2014/main" id="{599E660B-2B73-7E47-F6C7-529BDF1F505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42" name="Rectangle 84">
                  <a:extLst>
                    <a:ext uri="{FF2B5EF4-FFF2-40B4-BE49-F238E27FC236}">
                      <a16:creationId xmlns:a16="http://schemas.microsoft.com/office/drawing/2014/main" id="{F3FBB84E-2A83-17A0-9F54-484CE18194A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9" name="Graphique 81" descr="Boîte à archives avec un remplissage uni">
                <a:extLst>
                  <a:ext uri="{FF2B5EF4-FFF2-40B4-BE49-F238E27FC236}">
                    <a16:creationId xmlns:a16="http://schemas.microsoft.com/office/drawing/2014/main" id="{19D1E5E5-28F9-D176-4145-3B4EE8D17CD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 name="Groupe 85">
              <a:extLst>
                <a:ext uri="{FF2B5EF4-FFF2-40B4-BE49-F238E27FC236}">
                  <a16:creationId xmlns:a16="http://schemas.microsoft.com/office/drawing/2014/main" id="{261709F2-A5FE-DA64-E984-1B24001D37CF}"/>
                </a:ext>
              </a:extLst>
            </p:cNvPr>
            <p:cNvGrpSpPr/>
            <p:nvPr/>
          </p:nvGrpSpPr>
          <p:grpSpPr>
            <a:xfrm>
              <a:off x="2547542" y="5603914"/>
              <a:ext cx="1467257" cy="1169474"/>
              <a:chOff x="2609577" y="1563591"/>
              <a:chExt cx="1467257" cy="1169474"/>
            </a:xfrm>
          </p:grpSpPr>
          <p:grpSp>
            <p:nvGrpSpPr>
              <p:cNvPr id="133" name="Groupe 86">
                <a:extLst>
                  <a:ext uri="{FF2B5EF4-FFF2-40B4-BE49-F238E27FC236}">
                    <a16:creationId xmlns:a16="http://schemas.microsoft.com/office/drawing/2014/main" id="{E1E8DE9B-7FCA-DF8A-8B6C-8EB53F7DDF24}"/>
                  </a:ext>
                </a:extLst>
              </p:cNvPr>
              <p:cNvGrpSpPr/>
              <p:nvPr/>
            </p:nvGrpSpPr>
            <p:grpSpPr>
              <a:xfrm>
                <a:off x="2609577" y="1563591"/>
                <a:ext cx="1412109" cy="1169474"/>
                <a:chOff x="2645545" y="3994190"/>
                <a:chExt cx="1412109" cy="1169474"/>
              </a:xfrm>
            </p:grpSpPr>
            <p:pic>
              <p:nvPicPr>
                <p:cNvPr id="135" name="Graphique 88" descr="Diable avec un remplissage uni">
                  <a:extLst>
                    <a:ext uri="{FF2B5EF4-FFF2-40B4-BE49-F238E27FC236}">
                      <a16:creationId xmlns:a16="http://schemas.microsoft.com/office/drawing/2014/main" id="{A72C1EE7-0231-F86A-3BEC-271FBC703E1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36" name="Graphique 89" descr="Base-ball avec un remplissage uni">
                  <a:extLst>
                    <a:ext uri="{FF2B5EF4-FFF2-40B4-BE49-F238E27FC236}">
                      <a16:creationId xmlns:a16="http://schemas.microsoft.com/office/drawing/2014/main" id="{8B91DC40-1DBF-9405-0F30-91DF0BCAD1E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37" name="Rectangle 90">
                  <a:extLst>
                    <a:ext uri="{FF2B5EF4-FFF2-40B4-BE49-F238E27FC236}">
                      <a16:creationId xmlns:a16="http://schemas.microsoft.com/office/drawing/2014/main" id="{7F3A1E1D-EFB2-17FF-17EA-7BC34C68E80D}"/>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4" name="Graphique 87" descr="Boîte à archives avec un remplissage uni">
                <a:extLst>
                  <a:ext uri="{FF2B5EF4-FFF2-40B4-BE49-F238E27FC236}">
                    <a16:creationId xmlns:a16="http://schemas.microsoft.com/office/drawing/2014/main" id="{DAF85BA4-A4D2-9F4D-77C6-61A0EA41AF6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24" name="Groupe 91">
              <a:extLst>
                <a:ext uri="{FF2B5EF4-FFF2-40B4-BE49-F238E27FC236}">
                  <a16:creationId xmlns:a16="http://schemas.microsoft.com/office/drawing/2014/main" id="{982B1FE9-4020-E224-1437-430850A33A96}"/>
                </a:ext>
              </a:extLst>
            </p:cNvPr>
            <p:cNvGrpSpPr/>
            <p:nvPr/>
          </p:nvGrpSpPr>
          <p:grpSpPr>
            <a:xfrm>
              <a:off x="1098866" y="4806407"/>
              <a:ext cx="1467257" cy="1169474"/>
              <a:chOff x="2609577" y="1563591"/>
              <a:chExt cx="1467257" cy="1169474"/>
            </a:xfrm>
          </p:grpSpPr>
          <p:grpSp>
            <p:nvGrpSpPr>
              <p:cNvPr id="128" name="Groupe 92">
                <a:extLst>
                  <a:ext uri="{FF2B5EF4-FFF2-40B4-BE49-F238E27FC236}">
                    <a16:creationId xmlns:a16="http://schemas.microsoft.com/office/drawing/2014/main" id="{63E2E683-786B-178E-2034-FDE6CAC6B2DF}"/>
                  </a:ext>
                </a:extLst>
              </p:cNvPr>
              <p:cNvGrpSpPr/>
              <p:nvPr/>
            </p:nvGrpSpPr>
            <p:grpSpPr>
              <a:xfrm>
                <a:off x="2609577" y="1563591"/>
                <a:ext cx="1412109" cy="1169474"/>
                <a:chOff x="2645545" y="3994190"/>
                <a:chExt cx="1412109" cy="1169474"/>
              </a:xfrm>
            </p:grpSpPr>
            <p:pic>
              <p:nvPicPr>
                <p:cNvPr id="130" name="Graphique 94" descr="Diable avec un remplissage uni">
                  <a:extLst>
                    <a:ext uri="{FF2B5EF4-FFF2-40B4-BE49-F238E27FC236}">
                      <a16:creationId xmlns:a16="http://schemas.microsoft.com/office/drawing/2014/main" id="{9C4B3583-9354-4A3C-B566-A4AA7434617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31" name="Graphique 95" descr="Base-ball avec un remplissage uni">
                  <a:extLst>
                    <a:ext uri="{FF2B5EF4-FFF2-40B4-BE49-F238E27FC236}">
                      <a16:creationId xmlns:a16="http://schemas.microsoft.com/office/drawing/2014/main" id="{071108BB-AACF-1A06-4B79-D3426176D7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32" name="Rectangle 96">
                  <a:extLst>
                    <a:ext uri="{FF2B5EF4-FFF2-40B4-BE49-F238E27FC236}">
                      <a16:creationId xmlns:a16="http://schemas.microsoft.com/office/drawing/2014/main" id="{9E1FD413-DF62-E732-CD09-322849A2CF6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9" name="Graphique 93" descr="Boîte à archives avec un remplissage uni">
                <a:extLst>
                  <a:ext uri="{FF2B5EF4-FFF2-40B4-BE49-F238E27FC236}">
                    <a16:creationId xmlns:a16="http://schemas.microsoft.com/office/drawing/2014/main" id="{396E4989-C07B-6B79-32E3-20E25B81356B}"/>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25" name="Groupe 105">
              <a:extLst>
                <a:ext uri="{FF2B5EF4-FFF2-40B4-BE49-F238E27FC236}">
                  <a16:creationId xmlns:a16="http://schemas.microsoft.com/office/drawing/2014/main" id="{6336A537-53F8-6BAF-2448-784BEB9CDAFD}"/>
                </a:ext>
              </a:extLst>
            </p:cNvPr>
            <p:cNvGrpSpPr/>
            <p:nvPr/>
          </p:nvGrpSpPr>
          <p:grpSpPr>
            <a:xfrm flipH="1">
              <a:off x="5650743" y="2263842"/>
              <a:ext cx="1093937" cy="1165158"/>
              <a:chOff x="1680627" y="1783722"/>
              <a:chExt cx="1331514" cy="1331514"/>
            </a:xfrm>
          </p:grpSpPr>
          <p:pic>
            <p:nvPicPr>
              <p:cNvPr id="115" name="Graphique 178" descr="Mur de briques en construction avec un remplissage uni">
                <a:extLst>
                  <a:ext uri="{FF2B5EF4-FFF2-40B4-BE49-F238E27FC236}">
                    <a16:creationId xmlns:a16="http://schemas.microsoft.com/office/drawing/2014/main" id="{3823C919-FE56-954E-59E4-A4B47786918C}"/>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16" name="Rectangle 179">
                <a:extLst>
                  <a:ext uri="{FF2B5EF4-FFF2-40B4-BE49-F238E27FC236}">
                    <a16:creationId xmlns:a16="http://schemas.microsoft.com/office/drawing/2014/main" id="{69274787-A25A-B391-7D56-F34A829703C0}"/>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80">
                <a:extLst>
                  <a:ext uri="{FF2B5EF4-FFF2-40B4-BE49-F238E27FC236}">
                    <a16:creationId xmlns:a16="http://schemas.microsoft.com/office/drawing/2014/main" id="{EA24813C-B9CD-6655-1227-42F4598190DD}"/>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81">
                <a:extLst>
                  <a:ext uri="{FF2B5EF4-FFF2-40B4-BE49-F238E27FC236}">
                    <a16:creationId xmlns:a16="http://schemas.microsoft.com/office/drawing/2014/main" id="{ADFAECC4-FA51-59A7-2222-9298137A8C61}"/>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82">
                <a:extLst>
                  <a:ext uri="{FF2B5EF4-FFF2-40B4-BE49-F238E27FC236}">
                    <a16:creationId xmlns:a16="http://schemas.microsoft.com/office/drawing/2014/main" id="{2BF4580C-5F37-C3CB-EFFF-DBBF996BFF61}"/>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83">
                <a:extLst>
                  <a:ext uri="{FF2B5EF4-FFF2-40B4-BE49-F238E27FC236}">
                    <a16:creationId xmlns:a16="http://schemas.microsoft.com/office/drawing/2014/main" id="{CBA2ABF0-9741-C424-4606-255F0EE6C26B}"/>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84">
                <a:extLst>
                  <a:ext uri="{FF2B5EF4-FFF2-40B4-BE49-F238E27FC236}">
                    <a16:creationId xmlns:a16="http://schemas.microsoft.com/office/drawing/2014/main" id="{832C05A8-7DF6-4617-7614-1DE4577164B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85">
                <a:extLst>
                  <a:ext uri="{FF2B5EF4-FFF2-40B4-BE49-F238E27FC236}">
                    <a16:creationId xmlns:a16="http://schemas.microsoft.com/office/drawing/2014/main" id="{9C24B088-6B18-5319-D599-D7C8AEF61C44}"/>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86">
                <a:extLst>
                  <a:ext uri="{FF2B5EF4-FFF2-40B4-BE49-F238E27FC236}">
                    <a16:creationId xmlns:a16="http://schemas.microsoft.com/office/drawing/2014/main" id="{DA38FDAB-71D1-4516-B940-A84CE1B150C9}"/>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87">
                <a:extLst>
                  <a:ext uri="{FF2B5EF4-FFF2-40B4-BE49-F238E27FC236}">
                    <a16:creationId xmlns:a16="http://schemas.microsoft.com/office/drawing/2014/main" id="{77868739-C01A-5C1C-884F-A652B7FD10EC}"/>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88">
                <a:extLst>
                  <a:ext uri="{FF2B5EF4-FFF2-40B4-BE49-F238E27FC236}">
                    <a16:creationId xmlns:a16="http://schemas.microsoft.com/office/drawing/2014/main" id="{B616EDBF-80CF-09EF-45D4-DEE6CBC28CD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89">
                <a:extLst>
                  <a:ext uri="{FF2B5EF4-FFF2-40B4-BE49-F238E27FC236}">
                    <a16:creationId xmlns:a16="http://schemas.microsoft.com/office/drawing/2014/main" id="{26AB0C56-82F3-DD55-13AC-F2BF1EE8C357}"/>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90">
                <a:extLst>
                  <a:ext uri="{FF2B5EF4-FFF2-40B4-BE49-F238E27FC236}">
                    <a16:creationId xmlns:a16="http://schemas.microsoft.com/office/drawing/2014/main" id="{54A076E2-F85E-2424-128C-4DBC6195A0E4}"/>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 name="Groupe 5">
              <a:extLst>
                <a:ext uri="{FF2B5EF4-FFF2-40B4-BE49-F238E27FC236}">
                  <a16:creationId xmlns:a16="http://schemas.microsoft.com/office/drawing/2014/main" id="{201C6DFB-2AB1-8C8E-C491-30DB02089289}"/>
                </a:ext>
              </a:extLst>
            </p:cNvPr>
            <p:cNvGrpSpPr/>
            <p:nvPr/>
          </p:nvGrpSpPr>
          <p:grpSpPr>
            <a:xfrm>
              <a:off x="875862" y="1893808"/>
              <a:ext cx="1383385" cy="1242096"/>
              <a:chOff x="5247267" y="8072371"/>
              <a:chExt cx="817082" cy="733631"/>
            </a:xfrm>
          </p:grpSpPr>
          <p:grpSp>
            <p:nvGrpSpPr>
              <p:cNvPr id="110" name="Groupe 104">
                <a:extLst>
                  <a:ext uri="{FF2B5EF4-FFF2-40B4-BE49-F238E27FC236}">
                    <a16:creationId xmlns:a16="http://schemas.microsoft.com/office/drawing/2014/main" id="{6D726D7F-BBCD-EEFB-1C36-A1DB24F5D836}"/>
                  </a:ext>
                </a:extLst>
              </p:cNvPr>
              <p:cNvGrpSpPr/>
              <p:nvPr/>
            </p:nvGrpSpPr>
            <p:grpSpPr>
              <a:xfrm>
                <a:off x="5247267" y="8117813"/>
                <a:ext cx="817082" cy="688189"/>
                <a:chOff x="3890963" y="2438774"/>
                <a:chExt cx="1085661" cy="914400"/>
              </a:xfrm>
            </p:grpSpPr>
            <p:pic>
              <p:nvPicPr>
                <p:cNvPr id="112" name="Graphique 191" descr="Culturiste avec un remplissage uni">
                  <a:extLst>
                    <a:ext uri="{FF2B5EF4-FFF2-40B4-BE49-F238E27FC236}">
                      <a16:creationId xmlns:a16="http://schemas.microsoft.com/office/drawing/2014/main" id="{A1A7C027-E9E3-F164-9BD9-D8FE9547E6F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13" name="Rectangle 192">
                  <a:extLst>
                    <a:ext uri="{FF2B5EF4-FFF2-40B4-BE49-F238E27FC236}">
                      <a16:creationId xmlns:a16="http://schemas.microsoft.com/office/drawing/2014/main" id="{9D352B08-6B77-41D4-9E8C-ECE089773792}"/>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93">
                  <a:extLst>
                    <a:ext uri="{FF2B5EF4-FFF2-40B4-BE49-F238E27FC236}">
                      <a16:creationId xmlns:a16="http://schemas.microsoft.com/office/drawing/2014/main" id="{E34E601D-F156-8F4C-4152-3EEA5DC45CE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11" name="Rectangle 106">
                <a:extLst>
                  <a:ext uri="{FF2B5EF4-FFF2-40B4-BE49-F238E27FC236}">
                    <a16:creationId xmlns:a16="http://schemas.microsoft.com/office/drawing/2014/main" id="{56515792-3979-80A7-B305-C4D2B8E10B04}"/>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108">
              <a:extLst>
                <a:ext uri="{FF2B5EF4-FFF2-40B4-BE49-F238E27FC236}">
                  <a16:creationId xmlns:a16="http://schemas.microsoft.com/office/drawing/2014/main" id="{7D9AD502-461A-6A02-3AF0-06913851FBBB}"/>
                </a:ext>
              </a:extLst>
            </p:cNvPr>
            <p:cNvGrpSpPr/>
            <p:nvPr/>
          </p:nvGrpSpPr>
          <p:grpSpPr>
            <a:xfrm flipH="1">
              <a:off x="648773" y="3490364"/>
              <a:ext cx="627050" cy="1144490"/>
              <a:chOff x="5134003" y="2196472"/>
              <a:chExt cx="563254" cy="1156702"/>
            </a:xfrm>
          </p:grpSpPr>
          <p:pic>
            <p:nvPicPr>
              <p:cNvPr id="108" name="Graphique 174" descr="Réussite du groupe avec un remplissage uni">
                <a:extLst>
                  <a:ext uri="{FF2B5EF4-FFF2-40B4-BE49-F238E27FC236}">
                    <a16:creationId xmlns:a16="http://schemas.microsoft.com/office/drawing/2014/main" id="{11B0EAFC-3C80-228A-BBB5-6785F85593D4}"/>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09" name="Rectangle 175">
                <a:extLst>
                  <a:ext uri="{FF2B5EF4-FFF2-40B4-BE49-F238E27FC236}">
                    <a16:creationId xmlns:a16="http://schemas.microsoft.com/office/drawing/2014/main" id="{23641741-E185-B405-16E7-D4C882256370}"/>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8" name="Groupe 6">
              <a:extLst>
                <a:ext uri="{FF2B5EF4-FFF2-40B4-BE49-F238E27FC236}">
                  <a16:creationId xmlns:a16="http://schemas.microsoft.com/office/drawing/2014/main" id="{31FF4BF6-43E7-6FA6-FD17-3DD9B3501558}"/>
                </a:ext>
              </a:extLst>
            </p:cNvPr>
            <p:cNvGrpSpPr/>
            <p:nvPr/>
          </p:nvGrpSpPr>
          <p:grpSpPr>
            <a:xfrm>
              <a:off x="9653107" y="2807835"/>
              <a:ext cx="2332408" cy="2332408"/>
              <a:chOff x="9835911" y="2807662"/>
              <a:chExt cx="1796250" cy="1796250"/>
            </a:xfrm>
          </p:grpSpPr>
          <p:pic>
            <p:nvPicPr>
              <p:cNvPr id="45" name="Graphique 103" descr="Cathédrale avec un remplissage uni">
                <a:extLst>
                  <a:ext uri="{FF2B5EF4-FFF2-40B4-BE49-F238E27FC236}">
                    <a16:creationId xmlns:a16="http://schemas.microsoft.com/office/drawing/2014/main" id="{CC7806F3-2698-421F-2AD0-EC9CFC29D5A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46" name="Rectangle 112">
                <a:extLst>
                  <a:ext uri="{FF2B5EF4-FFF2-40B4-BE49-F238E27FC236}">
                    <a16:creationId xmlns:a16="http://schemas.microsoft.com/office/drawing/2014/main" id="{AB910A7F-63A0-4303-54D2-9E2BA0BF1C9D}"/>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13">
                <a:extLst>
                  <a:ext uri="{FF2B5EF4-FFF2-40B4-BE49-F238E27FC236}">
                    <a16:creationId xmlns:a16="http://schemas.microsoft.com/office/drawing/2014/main" id="{2D8AAF99-F047-A78C-0131-9E58DFDE46F1}"/>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14">
                <a:extLst>
                  <a:ext uri="{FF2B5EF4-FFF2-40B4-BE49-F238E27FC236}">
                    <a16:creationId xmlns:a16="http://schemas.microsoft.com/office/drawing/2014/main" id="{0C43D21A-5865-9F65-8F7D-5EC6DE8F17A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15">
                <a:extLst>
                  <a:ext uri="{FF2B5EF4-FFF2-40B4-BE49-F238E27FC236}">
                    <a16:creationId xmlns:a16="http://schemas.microsoft.com/office/drawing/2014/main" id="{E8E4BD1B-D6D6-468E-EA31-3F48080F015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16">
                <a:extLst>
                  <a:ext uri="{FF2B5EF4-FFF2-40B4-BE49-F238E27FC236}">
                    <a16:creationId xmlns:a16="http://schemas.microsoft.com/office/drawing/2014/main" id="{48CCC73C-29C8-07DC-31BA-574919653EB9}"/>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17">
                <a:extLst>
                  <a:ext uri="{FF2B5EF4-FFF2-40B4-BE49-F238E27FC236}">
                    <a16:creationId xmlns:a16="http://schemas.microsoft.com/office/drawing/2014/main" id="{0F4AE004-E4E4-EA6C-AA6F-A30AB558A91B}"/>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18">
                <a:extLst>
                  <a:ext uri="{FF2B5EF4-FFF2-40B4-BE49-F238E27FC236}">
                    <a16:creationId xmlns:a16="http://schemas.microsoft.com/office/drawing/2014/main" id="{94DDAF38-E53E-847E-3556-25CA5833308B}"/>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19">
                <a:extLst>
                  <a:ext uri="{FF2B5EF4-FFF2-40B4-BE49-F238E27FC236}">
                    <a16:creationId xmlns:a16="http://schemas.microsoft.com/office/drawing/2014/main" id="{A3E9E5CD-B160-C157-8CDD-81911E78BBA8}"/>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20">
                <a:extLst>
                  <a:ext uri="{FF2B5EF4-FFF2-40B4-BE49-F238E27FC236}">
                    <a16:creationId xmlns:a16="http://schemas.microsoft.com/office/drawing/2014/main" id="{857F7614-F364-F697-6AF8-2AEF083FC360}"/>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21">
                <a:extLst>
                  <a:ext uri="{FF2B5EF4-FFF2-40B4-BE49-F238E27FC236}">
                    <a16:creationId xmlns:a16="http://schemas.microsoft.com/office/drawing/2014/main" id="{C497A613-0FE7-3649-2CFB-3C9B9D706D4D}"/>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22">
                <a:extLst>
                  <a:ext uri="{FF2B5EF4-FFF2-40B4-BE49-F238E27FC236}">
                    <a16:creationId xmlns:a16="http://schemas.microsoft.com/office/drawing/2014/main" id="{359BF43A-BBBA-64F3-1937-2D4EB095A97C}"/>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123">
                <a:extLst>
                  <a:ext uri="{FF2B5EF4-FFF2-40B4-BE49-F238E27FC236}">
                    <a16:creationId xmlns:a16="http://schemas.microsoft.com/office/drawing/2014/main" id="{43530104-A40C-F07A-1A0D-116F2A5DB8C0}"/>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124">
                <a:extLst>
                  <a:ext uri="{FF2B5EF4-FFF2-40B4-BE49-F238E27FC236}">
                    <a16:creationId xmlns:a16="http://schemas.microsoft.com/office/drawing/2014/main" id="{B794F5FC-C70C-3261-A2D1-2705365A4735}"/>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125">
                <a:extLst>
                  <a:ext uri="{FF2B5EF4-FFF2-40B4-BE49-F238E27FC236}">
                    <a16:creationId xmlns:a16="http://schemas.microsoft.com/office/drawing/2014/main" id="{EA46A63B-635B-CA46-86E3-93EE9C68F704}"/>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126">
                <a:extLst>
                  <a:ext uri="{FF2B5EF4-FFF2-40B4-BE49-F238E27FC236}">
                    <a16:creationId xmlns:a16="http://schemas.microsoft.com/office/drawing/2014/main" id="{D5917442-C1CE-E3F8-E6F6-9AF2AFC664F6}"/>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127">
                <a:extLst>
                  <a:ext uri="{FF2B5EF4-FFF2-40B4-BE49-F238E27FC236}">
                    <a16:creationId xmlns:a16="http://schemas.microsoft.com/office/drawing/2014/main" id="{8DBD9677-1905-7E75-B80F-79225843D24B}"/>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28">
                <a:extLst>
                  <a:ext uri="{FF2B5EF4-FFF2-40B4-BE49-F238E27FC236}">
                    <a16:creationId xmlns:a16="http://schemas.microsoft.com/office/drawing/2014/main" id="{5349DA2D-A98E-7FEA-2DB5-33A919AD1A5E}"/>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129">
                <a:extLst>
                  <a:ext uri="{FF2B5EF4-FFF2-40B4-BE49-F238E27FC236}">
                    <a16:creationId xmlns:a16="http://schemas.microsoft.com/office/drawing/2014/main" id="{1C4473CF-C367-244F-7416-532F3D99A62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130">
                <a:extLst>
                  <a:ext uri="{FF2B5EF4-FFF2-40B4-BE49-F238E27FC236}">
                    <a16:creationId xmlns:a16="http://schemas.microsoft.com/office/drawing/2014/main" id="{ECCB44D8-9B9C-5CA0-A7F5-6D7004CAF533}"/>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131">
                <a:extLst>
                  <a:ext uri="{FF2B5EF4-FFF2-40B4-BE49-F238E27FC236}">
                    <a16:creationId xmlns:a16="http://schemas.microsoft.com/office/drawing/2014/main" id="{B29AB229-56CF-ECE4-1808-2DD43C5A998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132">
                <a:extLst>
                  <a:ext uri="{FF2B5EF4-FFF2-40B4-BE49-F238E27FC236}">
                    <a16:creationId xmlns:a16="http://schemas.microsoft.com/office/drawing/2014/main" id="{11227B7F-2C4C-DEBA-A27A-5FA0DB8B7609}"/>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133">
                <a:extLst>
                  <a:ext uri="{FF2B5EF4-FFF2-40B4-BE49-F238E27FC236}">
                    <a16:creationId xmlns:a16="http://schemas.microsoft.com/office/drawing/2014/main" id="{88386E8C-5025-D779-F221-1488570CC522}"/>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134">
                <a:extLst>
                  <a:ext uri="{FF2B5EF4-FFF2-40B4-BE49-F238E27FC236}">
                    <a16:creationId xmlns:a16="http://schemas.microsoft.com/office/drawing/2014/main" id="{B3D718E7-C6AE-754F-26D8-62D8C2C006CE}"/>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35">
                <a:extLst>
                  <a:ext uri="{FF2B5EF4-FFF2-40B4-BE49-F238E27FC236}">
                    <a16:creationId xmlns:a16="http://schemas.microsoft.com/office/drawing/2014/main" id="{F1CAC58C-AFF0-83C6-C06D-1AA172584DB3}"/>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36">
                <a:extLst>
                  <a:ext uri="{FF2B5EF4-FFF2-40B4-BE49-F238E27FC236}">
                    <a16:creationId xmlns:a16="http://schemas.microsoft.com/office/drawing/2014/main" id="{6ADDB73A-19CF-91A3-0BAE-EB560A752FDA}"/>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37">
                <a:extLst>
                  <a:ext uri="{FF2B5EF4-FFF2-40B4-BE49-F238E27FC236}">
                    <a16:creationId xmlns:a16="http://schemas.microsoft.com/office/drawing/2014/main" id="{4B916DCE-38C1-2857-29E0-DC1D56C1E47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38">
                <a:extLst>
                  <a:ext uri="{FF2B5EF4-FFF2-40B4-BE49-F238E27FC236}">
                    <a16:creationId xmlns:a16="http://schemas.microsoft.com/office/drawing/2014/main" id="{634F38D0-4BFD-B959-CA59-DB4ADD5CFF92}"/>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39">
                <a:extLst>
                  <a:ext uri="{FF2B5EF4-FFF2-40B4-BE49-F238E27FC236}">
                    <a16:creationId xmlns:a16="http://schemas.microsoft.com/office/drawing/2014/main" id="{192880A2-E094-3FC8-BA26-02E72A6D2905}"/>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40">
                <a:extLst>
                  <a:ext uri="{FF2B5EF4-FFF2-40B4-BE49-F238E27FC236}">
                    <a16:creationId xmlns:a16="http://schemas.microsoft.com/office/drawing/2014/main" id="{77D6E2DD-15E2-0DDA-4EEF-964679A1AEFA}"/>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41">
                <a:extLst>
                  <a:ext uri="{FF2B5EF4-FFF2-40B4-BE49-F238E27FC236}">
                    <a16:creationId xmlns:a16="http://schemas.microsoft.com/office/drawing/2014/main" id="{476816E2-9233-53C4-0661-919AA188825D}"/>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42">
                <a:extLst>
                  <a:ext uri="{FF2B5EF4-FFF2-40B4-BE49-F238E27FC236}">
                    <a16:creationId xmlns:a16="http://schemas.microsoft.com/office/drawing/2014/main" id="{9E5588FD-7C84-D331-A8A8-D6A998E4C16C}"/>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43">
                <a:extLst>
                  <a:ext uri="{FF2B5EF4-FFF2-40B4-BE49-F238E27FC236}">
                    <a16:creationId xmlns:a16="http://schemas.microsoft.com/office/drawing/2014/main" id="{9674522F-4682-139E-9251-83DAEA8E47A1}"/>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44">
                <a:extLst>
                  <a:ext uri="{FF2B5EF4-FFF2-40B4-BE49-F238E27FC236}">
                    <a16:creationId xmlns:a16="http://schemas.microsoft.com/office/drawing/2014/main" id="{24F37633-FD09-3ECF-1692-68795953FD4E}"/>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45">
                <a:extLst>
                  <a:ext uri="{FF2B5EF4-FFF2-40B4-BE49-F238E27FC236}">
                    <a16:creationId xmlns:a16="http://schemas.microsoft.com/office/drawing/2014/main" id="{057A2C19-0563-EBFC-5243-75F5A6325E25}"/>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46">
                <a:extLst>
                  <a:ext uri="{FF2B5EF4-FFF2-40B4-BE49-F238E27FC236}">
                    <a16:creationId xmlns:a16="http://schemas.microsoft.com/office/drawing/2014/main" id="{1708717F-EEE2-2DC0-B79B-691CD6B0A14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47">
                <a:extLst>
                  <a:ext uri="{FF2B5EF4-FFF2-40B4-BE49-F238E27FC236}">
                    <a16:creationId xmlns:a16="http://schemas.microsoft.com/office/drawing/2014/main" id="{A2FA310E-387C-BCDB-41EB-EA8F9862293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48">
                <a:extLst>
                  <a:ext uri="{FF2B5EF4-FFF2-40B4-BE49-F238E27FC236}">
                    <a16:creationId xmlns:a16="http://schemas.microsoft.com/office/drawing/2014/main" id="{D921EA68-3564-22D8-5619-3E6E1F82F6F8}"/>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49">
                <a:extLst>
                  <a:ext uri="{FF2B5EF4-FFF2-40B4-BE49-F238E27FC236}">
                    <a16:creationId xmlns:a16="http://schemas.microsoft.com/office/drawing/2014/main" id="{6EB82D9F-F0AB-6134-3DA6-E9385A65F4E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50">
                <a:extLst>
                  <a:ext uri="{FF2B5EF4-FFF2-40B4-BE49-F238E27FC236}">
                    <a16:creationId xmlns:a16="http://schemas.microsoft.com/office/drawing/2014/main" id="{27282F5D-EA44-289C-8D7B-217D6BA11692}"/>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51">
                <a:extLst>
                  <a:ext uri="{FF2B5EF4-FFF2-40B4-BE49-F238E27FC236}">
                    <a16:creationId xmlns:a16="http://schemas.microsoft.com/office/drawing/2014/main" id="{02C42B6C-3064-D40B-9289-53149FF4D34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52">
                <a:extLst>
                  <a:ext uri="{FF2B5EF4-FFF2-40B4-BE49-F238E27FC236}">
                    <a16:creationId xmlns:a16="http://schemas.microsoft.com/office/drawing/2014/main" id="{3490EA70-031C-62C3-4E1C-44DB3C445065}"/>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53">
                <a:extLst>
                  <a:ext uri="{FF2B5EF4-FFF2-40B4-BE49-F238E27FC236}">
                    <a16:creationId xmlns:a16="http://schemas.microsoft.com/office/drawing/2014/main" id="{AE01700B-1099-0D0E-05EE-887C612D019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54">
                <a:extLst>
                  <a:ext uri="{FF2B5EF4-FFF2-40B4-BE49-F238E27FC236}">
                    <a16:creationId xmlns:a16="http://schemas.microsoft.com/office/drawing/2014/main" id="{3A973013-FB0F-E8B1-B3B5-58732006932F}"/>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55">
                <a:extLst>
                  <a:ext uri="{FF2B5EF4-FFF2-40B4-BE49-F238E27FC236}">
                    <a16:creationId xmlns:a16="http://schemas.microsoft.com/office/drawing/2014/main" id="{393C3283-2A79-74DF-4A53-E9D538939C3B}"/>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56">
                <a:extLst>
                  <a:ext uri="{FF2B5EF4-FFF2-40B4-BE49-F238E27FC236}">
                    <a16:creationId xmlns:a16="http://schemas.microsoft.com/office/drawing/2014/main" id="{41760583-743D-2744-9503-8873717342B1}"/>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57">
                <a:extLst>
                  <a:ext uri="{FF2B5EF4-FFF2-40B4-BE49-F238E27FC236}">
                    <a16:creationId xmlns:a16="http://schemas.microsoft.com/office/drawing/2014/main" id="{72E175E5-CB2C-D407-777E-B116DF0961D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58">
                <a:extLst>
                  <a:ext uri="{FF2B5EF4-FFF2-40B4-BE49-F238E27FC236}">
                    <a16:creationId xmlns:a16="http://schemas.microsoft.com/office/drawing/2014/main" id="{E8A6047E-ACEE-7FC6-AB0F-105D6994860E}"/>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59">
                <a:extLst>
                  <a:ext uri="{FF2B5EF4-FFF2-40B4-BE49-F238E27FC236}">
                    <a16:creationId xmlns:a16="http://schemas.microsoft.com/office/drawing/2014/main" id="{601D671C-C9A5-7F24-93A9-CC1033AFF35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60">
                <a:extLst>
                  <a:ext uri="{FF2B5EF4-FFF2-40B4-BE49-F238E27FC236}">
                    <a16:creationId xmlns:a16="http://schemas.microsoft.com/office/drawing/2014/main" id="{B294A7A7-D4A3-EF52-4C69-D4ECCA2C2A20}"/>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61">
                <a:extLst>
                  <a:ext uri="{FF2B5EF4-FFF2-40B4-BE49-F238E27FC236}">
                    <a16:creationId xmlns:a16="http://schemas.microsoft.com/office/drawing/2014/main" id="{746BEF3B-5D0D-7196-E5AB-FACC1F22F4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62">
                <a:extLst>
                  <a:ext uri="{FF2B5EF4-FFF2-40B4-BE49-F238E27FC236}">
                    <a16:creationId xmlns:a16="http://schemas.microsoft.com/office/drawing/2014/main" id="{153FD898-D75D-E5B2-1BB5-83CF7088F1B7}"/>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63">
                <a:extLst>
                  <a:ext uri="{FF2B5EF4-FFF2-40B4-BE49-F238E27FC236}">
                    <a16:creationId xmlns:a16="http://schemas.microsoft.com/office/drawing/2014/main" id="{97D3808A-C065-3AE8-5FBC-50E2E934AF7F}"/>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64">
                <a:extLst>
                  <a:ext uri="{FF2B5EF4-FFF2-40B4-BE49-F238E27FC236}">
                    <a16:creationId xmlns:a16="http://schemas.microsoft.com/office/drawing/2014/main" id="{6543BB40-A02D-53A9-91B3-98D52F5EF4A0}"/>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65">
                <a:extLst>
                  <a:ext uri="{FF2B5EF4-FFF2-40B4-BE49-F238E27FC236}">
                    <a16:creationId xmlns:a16="http://schemas.microsoft.com/office/drawing/2014/main" id="{39C4C798-C881-3208-9919-F8DB0EEE4829}"/>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66">
                <a:extLst>
                  <a:ext uri="{FF2B5EF4-FFF2-40B4-BE49-F238E27FC236}">
                    <a16:creationId xmlns:a16="http://schemas.microsoft.com/office/drawing/2014/main" id="{8B18317B-7C61-3A5A-612C-C2A100DB5525}"/>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67">
                <a:extLst>
                  <a:ext uri="{FF2B5EF4-FFF2-40B4-BE49-F238E27FC236}">
                    <a16:creationId xmlns:a16="http://schemas.microsoft.com/office/drawing/2014/main" id="{354ECFED-E2C9-FEF9-1DBA-C3486EF8675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68">
                <a:extLst>
                  <a:ext uri="{FF2B5EF4-FFF2-40B4-BE49-F238E27FC236}">
                    <a16:creationId xmlns:a16="http://schemas.microsoft.com/office/drawing/2014/main" id="{801828BB-4006-BA7E-78BE-FC9D6C362CF3}"/>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69">
                <a:extLst>
                  <a:ext uri="{FF2B5EF4-FFF2-40B4-BE49-F238E27FC236}">
                    <a16:creationId xmlns:a16="http://schemas.microsoft.com/office/drawing/2014/main" id="{530FD69B-C0AD-4BAE-ECED-25E96C41335F}"/>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70">
                <a:extLst>
                  <a:ext uri="{FF2B5EF4-FFF2-40B4-BE49-F238E27FC236}">
                    <a16:creationId xmlns:a16="http://schemas.microsoft.com/office/drawing/2014/main" id="{F2C27864-F4DE-EC38-391A-3E9B0A99AD2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71">
                <a:extLst>
                  <a:ext uri="{FF2B5EF4-FFF2-40B4-BE49-F238E27FC236}">
                    <a16:creationId xmlns:a16="http://schemas.microsoft.com/office/drawing/2014/main" id="{F3065754-EA1D-1CEE-865C-0D48EE07BCB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72">
                <a:extLst>
                  <a:ext uri="{FF2B5EF4-FFF2-40B4-BE49-F238E27FC236}">
                    <a16:creationId xmlns:a16="http://schemas.microsoft.com/office/drawing/2014/main" id="{237927C3-FC80-31A4-D64B-C3410E7C6DDE}"/>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73">
                <a:extLst>
                  <a:ext uri="{FF2B5EF4-FFF2-40B4-BE49-F238E27FC236}">
                    <a16:creationId xmlns:a16="http://schemas.microsoft.com/office/drawing/2014/main" id="{9B3B5335-6AC6-06A1-136E-E32286C0B46D}"/>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9" name="Groupe 194">
              <a:extLst>
                <a:ext uri="{FF2B5EF4-FFF2-40B4-BE49-F238E27FC236}">
                  <a16:creationId xmlns:a16="http://schemas.microsoft.com/office/drawing/2014/main" id="{1BC67384-26F7-E23E-28B0-AF7F403E2068}"/>
                </a:ext>
              </a:extLst>
            </p:cNvPr>
            <p:cNvGrpSpPr/>
            <p:nvPr/>
          </p:nvGrpSpPr>
          <p:grpSpPr>
            <a:xfrm>
              <a:off x="1586592" y="3400064"/>
              <a:ext cx="1383385" cy="1242096"/>
              <a:chOff x="5247267" y="8072371"/>
              <a:chExt cx="817082" cy="733631"/>
            </a:xfrm>
          </p:grpSpPr>
          <p:grpSp>
            <p:nvGrpSpPr>
              <p:cNvPr id="40" name="Groupe 195">
                <a:extLst>
                  <a:ext uri="{FF2B5EF4-FFF2-40B4-BE49-F238E27FC236}">
                    <a16:creationId xmlns:a16="http://schemas.microsoft.com/office/drawing/2014/main" id="{5B582997-861E-7238-CF02-31F71EE420F5}"/>
                  </a:ext>
                </a:extLst>
              </p:cNvPr>
              <p:cNvGrpSpPr/>
              <p:nvPr/>
            </p:nvGrpSpPr>
            <p:grpSpPr>
              <a:xfrm>
                <a:off x="5247267" y="8117813"/>
                <a:ext cx="817082" cy="688189"/>
                <a:chOff x="3890963" y="2438774"/>
                <a:chExt cx="1085661" cy="914400"/>
              </a:xfrm>
            </p:grpSpPr>
            <p:pic>
              <p:nvPicPr>
                <p:cNvPr id="42" name="Graphique 197" descr="Culturiste avec un remplissage uni">
                  <a:extLst>
                    <a:ext uri="{FF2B5EF4-FFF2-40B4-BE49-F238E27FC236}">
                      <a16:creationId xmlns:a16="http://schemas.microsoft.com/office/drawing/2014/main" id="{2822698B-C8C7-2AD1-B019-DE06888DA55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43" name="Rectangle 198">
                  <a:extLst>
                    <a:ext uri="{FF2B5EF4-FFF2-40B4-BE49-F238E27FC236}">
                      <a16:creationId xmlns:a16="http://schemas.microsoft.com/office/drawing/2014/main" id="{692C1349-70FF-6CD5-5B1D-C8F1BFA8CF66}"/>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199">
                  <a:extLst>
                    <a:ext uri="{FF2B5EF4-FFF2-40B4-BE49-F238E27FC236}">
                      <a16:creationId xmlns:a16="http://schemas.microsoft.com/office/drawing/2014/main" id="{A4162283-D1AD-409C-FBD0-68BE805BFBC6}"/>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1" name="Rectangle 196">
                <a:extLst>
                  <a:ext uri="{FF2B5EF4-FFF2-40B4-BE49-F238E27FC236}">
                    <a16:creationId xmlns:a16="http://schemas.microsoft.com/office/drawing/2014/main" id="{8B9CB6B7-F465-D594-5223-5986DF48C7C2}"/>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0" name="Groupe 200">
              <a:extLst>
                <a:ext uri="{FF2B5EF4-FFF2-40B4-BE49-F238E27FC236}">
                  <a16:creationId xmlns:a16="http://schemas.microsoft.com/office/drawing/2014/main" id="{DDA4DA8F-9B9B-3D63-27FA-78326FAC4D3A}"/>
                </a:ext>
              </a:extLst>
            </p:cNvPr>
            <p:cNvGrpSpPr/>
            <p:nvPr/>
          </p:nvGrpSpPr>
          <p:grpSpPr>
            <a:xfrm flipH="1">
              <a:off x="262080" y="5046378"/>
              <a:ext cx="635480" cy="1274252"/>
              <a:chOff x="5134003" y="2196472"/>
              <a:chExt cx="563254" cy="1156702"/>
            </a:xfrm>
          </p:grpSpPr>
          <p:pic>
            <p:nvPicPr>
              <p:cNvPr id="38" name="Graphique 201" descr="Réussite du groupe avec un remplissage uni">
                <a:extLst>
                  <a:ext uri="{FF2B5EF4-FFF2-40B4-BE49-F238E27FC236}">
                    <a16:creationId xmlns:a16="http://schemas.microsoft.com/office/drawing/2014/main" id="{E594696F-DFE0-A66B-5FB1-127E97FD8501}"/>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39" name="Rectangle 202">
                <a:extLst>
                  <a:ext uri="{FF2B5EF4-FFF2-40B4-BE49-F238E27FC236}">
                    <a16:creationId xmlns:a16="http://schemas.microsoft.com/office/drawing/2014/main" id="{7415F432-8B44-6E63-4A22-5FEB4C399370}"/>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1" name="Groupe 203">
              <a:extLst>
                <a:ext uri="{FF2B5EF4-FFF2-40B4-BE49-F238E27FC236}">
                  <a16:creationId xmlns:a16="http://schemas.microsoft.com/office/drawing/2014/main" id="{72DEC351-F1A7-37FD-6BA2-39A3DEA76EE0}"/>
                </a:ext>
              </a:extLst>
            </p:cNvPr>
            <p:cNvGrpSpPr/>
            <p:nvPr/>
          </p:nvGrpSpPr>
          <p:grpSpPr>
            <a:xfrm flipH="1">
              <a:off x="3424466" y="3197940"/>
              <a:ext cx="544643" cy="1109212"/>
              <a:chOff x="5134003" y="2196472"/>
              <a:chExt cx="563254" cy="1156702"/>
            </a:xfrm>
          </p:grpSpPr>
          <p:pic>
            <p:nvPicPr>
              <p:cNvPr id="36" name="Graphique 204" descr="Réussite du groupe avec un remplissage uni">
                <a:extLst>
                  <a:ext uri="{FF2B5EF4-FFF2-40B4-BE49-F238E27FC236}">
                    <a16:creationId xmlns:a16="http://schemas.microsoft.com/office/drawing/2014/main" id="{23050EE3-88A9-FD10-4A1A-F394F470ACDA}"/>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37" name="Rectangle 205">
                <a:extLst>
                  <a:ext uri="{FF2B5EF4-FFF2-40B4-BE49-F238E27FC236}">
                    <a16:creationId xmlns:a16="http://schemas.microsoft.com/office/drawing/2014/main" id="{908BE6FF-674F-0A60-4AFE-6E8A6334F17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2" name="Graphique 8" descr="Mur de briques en construction avec un remplissage uni">
              <a:extLst>
                <a:ext uri="{FF2B5EF4-FFF2-40B4-BE49-F238E27FC236}">
                  <a16:creationId xmlns:a16="http://schemas.microsoft.com/office/drawing/2014/main" id="{503214B5-98A6-4BBB-DFBF-2F338675A5F0}"/>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33" name="Graphique 248" descr="Mur de briques en construction avec un remplissage uni">
              <a:extLst>
                <a:ext uri="{FF2B5EF4-FFF2-40B4-BE49-F238E27FC236}">
                  <a16:creationId xmlns:a16="http://schemas.microsoft.com/office/drawing/2014/main" id="{B8B6BD38-0576-24A5-986F-EF07DF9EE60E}"/>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34" name="Graphique 249" descr="Mur de briques en construction avec un remplissage uni">
              <a:extLst>
                <a:ext uri="{FF2B5EF4-FFF2-40B4-BE49-F238E27FC236}">
                  <a16:creationId xmlns:a16="http://schemas.microsoft.com/office/drawing/2014/main" id="{E005DDF4-8595-393E-1B61-297224D6AD47}"/>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35" name="Graphique 250" descr="Mur de briques en construction avec un remplissage uni">
              <a:extLst>
                <a:ext uri="{FF2B5EF4-FFF2-40B4-BE49-F238E27FC236}">
                  <a16:creationId xmlns:a16="http://schemas.microsoft.com/office/drawing/2014/main" id="{CEA92E6A-30DA-53B2-842E-EC8517B4B0D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grpSp>
    </p:spTree>
    <p:extLst>
      <p:ext uri="{BB962C8B-B14F-4D97-AF65-F5344CB8AC3E}">
        <p14:creationId xmlns:p14="http://schemas.microsoft.com/office/powerpoint/2010/main" val="3794474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Les situations opérationnelles qui peuvent conduire à l'utilisation des 6 POURQUOI</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Les membres de l'équipe de projet/produit manquent de connaissances contextuelles justifiant le moment et l'urgence.</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Difficulté à demander des disponibilités simultanées de ressources pour saisir une opportunité.</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 pas comprendre le rythme d'un projet / produit et ses enjeux</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Utiliser le CHRONOGRAPHE DES OPPORTUNITES</a:t>
            </a:r>
          </a:p>
        </p:txBody>
      </p:sp>
      <p:grpSp>
        <p:nvGrpSpPr>
          <p:cNvPr id="10" name="Groupe 173">
            <a:extLst>
              <a:ext uri="{FF2B5EF4-FFF2-40B4-BE49-F238E27FC236}">
                <a16:creationId xmlns:a16="http://schemas.microsoft.com/office/drawing/2014/main" id="{A80F73CD-F23E-34B7-5521-FBC61BB0B24A}"/>
              </a:ext>
            </a:extLst>
          </p:cNvPr>
          <p:cNvGrpSpPr/>
          <p:nvPr/>
        </p:nvGrpSpPr>
        <p:grpSpPr>
          <a:xfrm>
            <a:off x="6398348" y="2935954"/>
            <a:ext cx="4473276" cy="2182431"/>
            <a:chOff x="127000" y="915986"/>
            <a:chExt cx="12052300" cy="5880100"/>
          </a:xfrm>
        </p:grpSpPr>
        <p:sp>
          <p:nvSpPr>
            <p:cNvPr id="11" name="Flèche : droite 174">
              <a:extLst>
                <a:ext uri="{FF2B5EF4-FFF2-40B4-BE49-F238E27FC236}">
                  <a16:creationId xmlns:a16="http://schemas.microsoft.com/office/drawing/2014/main" id="{A064AE33-97A5-B2FF-0C86-20F98220E3C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2" name="Rectangle 175">
              <a:extLst>
                <a:ext uri="{FF2B5EF4-FFF2-40B4-BE49-F238E27FC236}">
                  <a16:creationId xmlns:a16="http://schemas.microsoft.com/office/drawing/2014/main" id="{04ADD5A0-1868-5664-007C-562D7C65D6CB}"/>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3" name="Rectangle 176">
              <a:extLst>
                <a:ext uri="{FF2B5EF4-FFF2-40B4-BE49-F238E27FC236}">
                  <a16:creationId xmlns:a16="http://schemas.microsoft.com/office/drawing/2014/main" id="{60DD683C-D456-4A80-C332-4E959715BE83}"/>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4" name="Rectangle 177">
              <a:extLst>
                <a:ext uri="{FF2B5EF4-FFF2-40B4-BE49-F238E27FC236}">
                  <a16:creationId xmlns:a16="http://schemas.microsoft.com/office/drawing/2014/main" id="{FE61DD07-56ED-5978-15D0-52FFB3E56B7D}"/>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5" name="Rectangle 178">
              <a:extLst>
                <a:ext uri="{FF2B5EF4-FFF2-40B4-BE49-F238E27FC236}">
                  <a16:creationId xmlns:a16="http://schemas.microsoft.com/office/drawing/2014/main" id="{AB19552B-E5C0-6934-9375-1F4D55300B6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Tree>
    <p:extLst>
      <p:ext uri="{BB962C8B-B14F-4D97-AF65-F5344CB8AC3E}">
        <p14:creationId xmlns:p14="http://schemas.microsoft.com/office/powerpoint/2010/main" val="18168364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Situations opérationnelles pouvant conduire à l'utilisation des 6 POURQUOI</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Manque de connaissances contextuelles des parties prenantes du projet / produit (surtout internes)</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Manque de compréhension de la cible / des ventes / des priorités d'influence, ou désalignement dans l'équipe du projet / du produit.</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Manque de compréhension des efforts "politiques" des chefs d'équipe</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Utiliser la CARTE D'INFLUENCE</a:t>
            </a:r>
          </a:p>
        </p:txBody>
      </p:sp>
      <p:grpSp>
        <p:nvGrpSpPr>
          <p:cNvPr id="3" name="Groupe 125">
            <a:extLst>
              <a:ext uri="{FF2B5EF4-FFF2-40B4-BE49-F238E27FC236}">
                <a16:creationId xmlns:a16="http://schemas.microsoft.com/office/drawing/2014/main" id="{1CF51C54-C32D-9D6A-523B-6B0AD5860F25}"/>
              </a:ext>
            </a:extLst>
          </p:cNvPr>
          <p:cNvGrpSpPr/>
          <p:nvPr/>
        </p:nvGrpSpPr>
        <p:grpSpPr>
          <a:xfrm>
            <a:off x="6605177" y="2275123"/>
            <a:ext cx="4139023" cy="3073840"/>
            <a:chOff x="4856111" y="1739195"/>
            <a:chExt cx="6696567" cy="4973195"/>
          </a:xfrm>
        </p:grpSpPr>
        <p:pic>
          <p:nvPicPr>
            <p:cNvPr id="7" name="Graphique 126" descr="Sphères de Harvey 100% avec un remplissage uni">
              <a:extLst>
                <a:ext uri="{FF2B5EF4-FFF2-40B4-BE49-F238E27FC236}">
                  <a16:creationId xmlns:a16="http://schemas.microsoft.com/office/drawing/2014/main" id="{1B2AFF6B-4E3A-A565-04F6-99EC32309DB8}"/>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grpSp>
          <p:nvGrpSpPr>
            <p:cNvPr id="8" name="Groupe 128">
              <a:extLst>
                <a:ext uri="{FF2B5EF4-FFF2-40B4-BE49-F238E27FC236}">
                  <a16:creationId xmlns:a16="http://schemas.microsoft.com/office/drawing/2014/main" id="{5D00ABD5-692A-1F90-B2B8-81C9087F7D32}"/>
                </a:ext>
              </a:extLst>
            </p:cNvPr>
            <p:cNvGrpSpPr/>
            <p:nvPr/>
          </p:nvGrpSpPr>
          <p:grpSpPr>
            <a:xfrm>
              <a:off x="8201266" y="2889716"/>
              <a:ext cx="1203959" cy="1114429"/>
              <a:chOff x="495541" y="3991241"/>
              <a:chExt cx="1203959" cy="1114429"/>
            </a:xfrm>
          </p:grpSpPr>
          <p:sp>
            <p:nvSpPr>
              <p:cNvPr id="48" name="Rectangle 195">
                <a:extLst>
                  <a:ext uri="{FF2B5EF4-FFF2-40B4-BE49-F238E27FC236}">
                    <a16:creationId xmlns:a16="http://schemas.microsoft.com/office/drawing/2014/main" id="{5EE5CD0F-E293-1864-F190-E6D9DD79E987}"/>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49" name="Graphique 196" descr="Utilisateurs avec un remplissage uni">
                <a:extLst>
                  <a:ext uri="{FF2B5EF4-FFF2-40B4-BE49-F238E27FC236}">
                    <a16:creationId xmlns:a16="http://schemas.microsoft.com/office/drawing/2014/main" id="{EA654837-0E55-3D3D-2110-D7790482986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9" name="Groupe 129">
              <a:extLst>
                <a:ext uri="{FF2B5EF4-FFF2-40B4-BE49-F238E27FC236}">
                  <a16:creationId xmlns:a16="http://schemas.microsoft.com/office/drawing/2014/main" id="{60B2E7B3-BE0F-B519-90AC-00C04138F498}"/>
                </a:ext>
              </a:extLst>
            </p:cNvPr>
            <p:cNvGrpSpPr/>
            <p:nvPr/>
          </p:nvGrpSpPr>
          <p:grpSpPr>
            <a:xfrm>
              <a:off x="8144116" y="4080387"/>
              <a:ext cx="1203959" cy="1114429"/>
              <a:chOff x="495541" y="3991241"/>
              <a:chExt cx="1203959" cy="1114429"/>
            </a:xfrm>
            <a:solidFill>
              <a:srgbClr val="0683AA"/>
            </a:solidFill>
          </p:grpSpPr>
          <p:sp>
            <p:nvSpPr>
              <p:cNvPr id="46" name="Rectangle 193">
                <a:extLst>
                  <a:ext uri="{FF2B5EF4-FFF2-40B4-BE49-F238E27FC236}">
                    <a16:creationId xmlns:a16="http://schemas.microsoft.com/office/drawing/2014/main" id="{364A0D27-EE90-3C4B-CE90-2623C7DB2BF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47" name="Graphique 194" descr="Utilisateurs avec un remplissage uni">
                <a:extLst>
                  <a:ext uri="{FF2B5EF4-FFF2-40B4-BE49-F238E27FC236}">
                    <a16:creationId xmlns:a16="http://schemas.microsoft.com/office/drawing/2014/main" id="{6057DE58-2102-99EB-DF11-ADBBA9DBE96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6" name="Groupe 130">
              <a:extLst>
                <a:ext uri="{FF2B5EF4-FFF2-40B4-BE49-F238E27FC236}">
                  <a16:creationId xmlns:a16="http://schemas.microsoft.com/office/drawing/2014/main" id="{334874EF-28ED-37BE-C8CA-AF746F160BE2}"/>
                </a:ext>
              </a:extLst>
            </p:cNvPr>
            <p:cNvGrpSpPr/>
            <p:nvPr/>
          </p:nvGrpSpPr>
          <p:grpSpPr>
            <a:xfrm>
              <a:off x="7765182" y="5459500"/>
              <a:ext cx="1203959" cy="1114429"/>
              <a:chOff x="495541" y="3991241"/>
              <a:chExt cx="1203959" cy="1114429"/>
            </a:xfrm>
          </p:grpSpPr>
          <p:sp>
            <p:nvSpPr>
              <p:cNvPr id="44" name="Rectangle 191">
                <a:extLst>
                  <a:ext uri="{FF2B5EF4-FFF2-40B4-BE49-F238E27FC236}">
                    <a16:creationId xmlns:a16="http://schemas.microsoft.com/office/drawing/2014/main" id="{466A9651-33D4-2A6E-3F72-6C8EA8D019E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45" name="Graphique 192" descr="Utilisateurs avec un remplissage uni">
                <a:extLst>
                  <a:ext uri="{FF2B5EF4-FFF2-40B4-BE49-F238E27FC236}">
                    <a16:creationId xmlns:a16="http://schemas.microsoft.com/office/drawing/2014/main" id="{641D6705-0F58-89F5-97AF-11EDC82CF11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7" name="Groupe 131">
              <a:extLst>
                <a:ext uri="{FF2B5EF4-FFF2-40B4-BE49-F238E27FC236}">
                  <a16:creationId xmlns:a16="http://schemas.microsoft.com/office/drawing/2014/main" id="{31DEAECF-A143-CDAA-A1AE-49BDF48F01A6}"/>
                </a:ext>
              </a:extLst>
            </p:cNvPr>
            <p:cNvGrpSpPr/>
            <p:nvPr/>
          </p:nvGrpSpPr>
          <p:grpSpPr>
            <a:xfrm>
              <a:off x="10040031" y="5626122"/>
              <a:ext cx="1203959" cy="1086268"/>
              <a:chOff x="1844480" y="4004145"/>
              <a:chExt cx="1203959" cy="1086268"/>
            </a:xfrm>
          </p:grpSpPr>
          <p:sp>
            <p:nvSpPr>
              <p:cNvPr id="42" name="Rectangle 189">
                <a:extLst>
                  <a:ext uri="{FF2B5EF4-FFF2-40B4-BE49-F238E27FC236}">
                    <a16:creationId xmlns:a16="http://schemas.microsoft.com/office/drawing/2014/main" id="{26993126-EE84-2E41-5A30-A667A4E18DFA}"/>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43" name="Graphique 190" descr="Utilisateurs avec un remplissage uni">
                <a:extLst>
                  <a:ext uri="{FF2B5EF4-FFF2-40B4-BE49-F238E27FC236}">
                    <a16:creationId xmlns:a16="http://schemas.microsoft.com/office/drawing/2014/main" id="{A4E80B15-98E3-9DBA-8248-6CAC6D65ACA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8" name="Groupe 132">
              <a:extLst>
                <a:ext uri="{FF2B5EF4-FFF2-40B4-BE49-F238E27FC236}">
                  <a16:creationId xmlns:a16="http://schemas.microsoft.com/office/drawing/2014/main" id="{0AC48AB9-78AB-B214-182A-907699BA0DA6}"/>
                </a:ext>
              </a:extLst>
            </p:cNvPr>
            <p:cNvGrpSpPr/>
            <p:nvPr/>
          </p:nvGrpSpPr>
          <p:grpSpPr>
            <a:xfrm>
              <a:off x="10348719" y="4140742"/>
              <a:ext cx="1203959" cy="1086268"/>
              <a:chOff x="1844480" y="4004145"/>
              <a:chExt cx="1203959" cy="1086268"/>
            </a:xfrm>
          </p:grpSpPr>
          <p:sp>
            <p:nvSpPr>
              <p:cNvPr id="40" name="Rectangle 187">
                <a:extLst>
                  <a:ext uri="{FF2B5EF4-FFF2-40B4-BE49-F238E27FC236}">
                    <a16:creationId xmlns:a16="http://schemas.microsoft.com/office/drawing/2014/main" id="{E15F09FD-6A10-0252-824D-456B1DFD80BF}"/>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41" name="Graphique 188" descr="Utilisateurs avec un remplissage uni">
                <a:extLst>
                  <a:ext uri="{FF2B5EF4-FFF2-40B4-BE49-F238E27FC236}">
                    <a16:creationId xmlns:a16="http://schemas.microsoft.com/office/drawing/2014/main" id="{653F1AC7-895A-F953-1506-DBF443A69B1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19" name="Graphique 185" descr="Utilisateur avec un remplissage uni">
              <a:extLst>
                <a:ext uri="{FF2B5EF4-FFF2-40B4-BE49-F238E27FC236}">
                  <a16:creationId xmlns:a16="http://schemas.microsoft.com/office/drawing/2014/main" id="{1D1DCB2B-A2FC-D5ED-4D2D-D02362A15B43}"/>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1137" y="1940358"/>
              <a:ext cx="634194" cy="634194"/>
            </a:xfrm>
            <a:prstGeom prst="rect">
              <a:avLst/>
            </a:prstGeom>
          </p:spPr>
        </p:pic>
        <p:grpSp>
          <p:nvGrpSpPr>
            <p:cNvPr id="24" name="Groupe 134">
              <a:extLst>
                <a:ext uri="{FF2B5EF4-FFF2-40B4-BE49-F238E27FC236}">
                  <a16:creationId xmlns:a16="http://schemas.microsoft.com/office/drawing/2014/main" id="{C96FFABE-2EF4-23E0-1CA6-BF9D10D6B4A3}"/>
                </a:ext>
              </a:extLst>
            </p:cNvPr>
            <p:cNvGrpSpPr/>
            <p:nvPr/>
          </p:nvGrpSpPr>
          <p:grpSpPr>
            <a:xfrm>
              <a:off x="10058713" y="1739195"/>
              <a:ext cx="1203959" cy="1086268"/>
              <a:chOff x="1844480" y="4004145"/>
              <a:chExt cx="1203959" cy="1086268"/>
            </a:xfrm>
          </p:grpSpPr>
          <p:sp>
            <p:nvSpPr>
              <p:cNvPr id="38" name="Rectangle 150">
                <a:extLst>
                  <a:ext uri="{FF2B5EF4-FFF2-40B4-BE49-F238E27FC236}">
                    <a16:creationId xmlns:a16="http://schemas.microsoft.com/office/drawing/2014/main" id="{9E25F3F9-0B37-9DAC-4895-2E844DB9AB55}"/>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39" name="Graphique 151" descr="Utilisateurs avec un remplissage uni">
                <a:extLst>
                  <a:ext uri="{FF2B5EF4-FFF2-40B4-BE49-F238E27FC236}">
                    <a16:creationId xmlns:a16="http://schemas.microsoft.com/office/drawing/2014/main" id="{67CA247D-FB5C-81F3-5216-7E42BD7D291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5" name="Graphique 148" descr="Utilisateur avec un remplissage uni">
              <a:extLst>
                <a:ext uri="{FF2B5EF4-FFF2-40B4-BE49-F238E27FC236}">
                  <a16:creationId xmlns:a16="http://schemas.microsoft.com/office/drawing/2014/main" id="{B55A5BD9-679F-5CCF-EE02-0B609DC052D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24912" y="3254927"/>
              <a:ext cx="634194" cy="634194"/>
            </a:xfrm>
            <a:prstGeom prst="rect">
              <a:avLst/>
            </a:prstGeom>
          </p:spPr>
        </p:pic>
        <p:sp>
          <p:nvSpPr>
            <p:cNvPr id="26" name="Flèche : droite 136">
              <a:extLst>
                <a:ext uri="{FF2B5EF4-FFF2-40B4-BE49-F238E27FC236}">
                  <a16:creationId xmlns:a16="http://schemas.microsoft.com/office/drawing/2014/main" id="{9FDB9FD6-AA36-3F16-1187-9F1B1D1F806A}"/>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7" name="Flèche : droite 137">
              <a:extLst>
                <a:ext uri="{FF2B5EF4-FFF2-40B4-BE49-F238E27FC236}">
                  <a16:creationId xmlns:a16="http://schemas.microsoft.com/office/drawing/2014/main" id="{165F4C1C-C88B-732A-84DC-C0677874A038}"/>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8" name="Flèche : droite 138">
              <a:extLst>
                <a:ext uri="{FF2B5EF4-FFF2-40B4-BE49-F238E27FC236}">
                  <a16:creationId xmlns:a16="http://schemas.microsoft.com/office/drawing/2014/main" id="{3984E5FA-E7CA-705B-3C17-DA46BB5E064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9" name="Flèche : droite 139">
              <a:extLst>
                <a:ext uri="{FF2B5EF4-FFF2-40B4-BE49-F238E27FC236}">
                  <a16:creationId xmlns:a16="http://schemas.microsoft.com/office/drawing/2014/main" id="{16DEEECA-0734-724F-99B3-E3DEBBDF35FB}"/>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0" name="Flèche : droite 140">
              <a:extLst>
                <a:ext uri="{FF2B5EF4-FFF2-40B4-BE49-F238E27FC236}">
                  <a16:creationId xmlns:a16="http://schemas.microsoft.com/office/drawing/2014/main" id="{6083E3B7-D5C7-6FCA-B892-591C172DA0FB}"/>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1" name="Flèche : droite 141">
              <a:extLst>
                <a:ext uri="{FF2B5EF4-FFF2-40B4-BE49-F238E27FC236}">
                  <a16:creationId xmlns:a16="http://schemas.microsoft.com/office/drawing/2014/main" id="{1780FE84-270A-5F48-6912-7528148583EC}"/>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32" name="Flèche : droite 142">
              <a:extLst>
                <a:ext uri="{FF2B5EF4-FFF2-40B4-BE49-F238E27FC236}">
                  <a16:creationId xmlns:a16="http://schemas.microsoft.com/office/drawing/2014/main" id="{7BDB9A14-0781-863F-9F61-FAAB602D2AF9}"/>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33" name="Flèche : droite 143">
              <a:extLst>
                <a:ext uri="{FF2B5EF4-FFF2-40B4-BE49-F238E27FC236}">
                  <a16:creationId xmlns:a16="http://schemas.microsoft.com/office/drawing/2014/main" id="{9487D16F-694A-2898-A589-95F26778733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34" name="Flèche : droite 144">
              <a:extLst>
                <a:ext uri="{FF2B5EF4-FFF2-40B4-BE49-F238E27FC236}">
                  <a16:creationId xmlns:a16="http://schemas.microsoft.com/office/drawing/2014/main" id="{B4352B1D-6FCD-C9DC-39A9-2B77953A8A9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35" name="Graphique 145" descr="Utilisateur avec un remplissage uni">
              <a:extLst>
                <a:ext uri="{FF2B5EF4-FFF2-40B4-BE49-F238E27FC236}">
                  <a16:creationId xmlns:a16="http://schemas.microsoft.com/office/drawing/2014/main" id="{71328B5C-DEE4-F0A1-1E63-C41CBFC4C46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36" name="Graphique 146" descr="Utilisateur avec un remplissage uni">
              <a:extLst>
                <a:ext uri="{FF2B5EF4-FFF2-40B4-BE49-F238E27FC236}">
                  <a16:creationId xmlns:a16="http://schemas.microsoft.com/office/drawing/2014/main" id="{05EA37C6-E949-C446-6CEA-7A42E079567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37" name="Graphique 147" descr="Utilisateur avec un remplissage uni">
              <a:extLst>
                <a:ext uri="{FF2B5EF4-FFF2-40B4-BE49-F238E27FC236}">
                  <a16:creationId xmlns:a16="http://schemas.microsoft.com/office/drawing/2014/main" id="{D70CD783-F8E2-EECB-E3A1-8B7CD0BBB19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10225177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Les situations opérationnelles qui peuvent conduire à l'utilisation des 6 POURQUOI</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Doute sur la manière d'adapter le projet/produit à la volonté ou à la réticence au changement des parties prenantes.</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Mauvaise estimation du coût du changement des habitudes lors du lancement d'un nouveau projet / produit.</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Manque d'empathie avec une partie prenante donnée d'un projet/produit porteur de changement.</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Utiliser l'équilibre de la différenciation</a:t>
            </a:r>
          </a:p>
        </p:txBody>
      </p:sp>
      <p:grpSp>
        <p:nvGrpSpPr>
          <p:cNvPr id="10" name="Gruppo 9">
            <a:extLst>
              <a:ext uri="{FF2B5EF4-FFF2-40B4-BE49-F238E27FC236}">
                <a16:creationId xmlns:a16="http://schemas.microsoft.com/office/drawing/2014/main" id="{E715A7FA-2C5A-DABB-C4F0-B788B55FCCDE}"/>
              </a:ext>
            </a:extLst>
          </p:cNvPr>
          <p:cNvGrpSpPr/>
          <p:nvPr/>
        </p:nvGrpSpPr>
        <p:grpSpPr>
          <a:xfrm>
            <a:off x="7261862" y="1973301"/>
            <a:ext cx="2746248" cy="3592076"/>
            <a:chOff x="6096000" y="2268537"/>
            <a:chExt cx="1471902" cy="1925239"/>
          </a:xfrm>
        </p:grpSpPr>
        <p:grpSp>
          <p:nvGrpSpPr>
            <p:cNvPr id="11" name="Groupe 1">
              <a:extLst>
                <a:ext uri="{FF2B5EF4-FFF2-40B4-BE49-F238E27FC236}">
                  <a16:creationId xmlns:a16="http://schemas.microsoft.com/office/drawing/2014/main" id="{11FC1CFC-B449-4E76-CA8A-1149E4F318EB}"/>
                </a:ext>
              </a:extLst>
            </p:cNvPr>
            <p:cNvGrpSpPr/>
            <p:nvPr/>
          </p:nvGrpSpPr>
          <p:grpSpPr>
            <a:xfrm>
              <a:off x="6096000" y="2643760"/>
              <a:ext cx="1471902" cy="1550016"/>
              <a:chOff x="6119047" y="342948"/>
              <a:chExt cx="5553478" cy="5848201"/>
            </a:xfrm>
          </p:grpSpPr>
          <p:pic>
            <p:nvPicPr>
              <p:cNvPr id="13" name="Graphique 112" descr="Balance de la justice avec un remplissage uni">
                <a:extLst>
                  <a:ext uri="{FF2B5EF4-FFF2-40B4-BE49-F238E27FC236}">
                    <a16:creationId xmlns:a16="http://schemas.microsoft.com/office/drawing/2014/main" id="{65392E28-B40D-F889-20BF-EE4AF8505A7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6521388" y="342948"/>
                <a:ext cx="4441794" cy="4461491"/>
              </a:xfrm>
              <a:prstGeom prst="rect">
                <a:avLst/>
              </a:prstGeom>
            </p:spPr>
          </p:pic>
          <p:sp>
            <p:nvSpPr>
              <p:cNvPr id="14" name="Rectangle 116">
                <a:extLst>
                  <a:ext uri="{FF2B5EF4-FFF2-40B4-BE49-F238E27FC236}">
                    <a16:creationId xmlns:a16="http://schemas.microsoft.com/office/drawing/2014/main" id="{00B63E04-8A2D-877D-4065-F0C3365FF0AA}"/>
                  </a:ext>
                </a:extLst>
              </p:cNvPr>
              <p:cNvSpPr/>
              <p:nvPr/>
            </p:nvSpPr>
            <p:spPr>
              <a:xfrm>
                <a:off x="6119047" y="220098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5" name="Rectangle 117">
                <a:extLst>
                  <a:ext uri="{FF2B5EF4-FFF2-40B4-BE49-F238E27FC236}">
                    <a16:creationId xmlns:a16="http://schemas.microsoft.com/office/drawing/2014/main" id="{B59E7623-2314-D03E-1A81-D91A11880A7E}"/>
                  </a:ext>
                </a:extLst>
              </p:cNvPr>
              <p:cNvSpPr/>
              <p:nvPr/>
            </p:nvSpPr>
            <p:spPr>
              <a:xfrm>
                <a:off x="7279062" y="2219854"/>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0" name="Rectangle 118">
                <a:extLst>
                  <a:ext uri="{FF2B5EF4-FFF2-40B4-BE49-F238E27FC236}">
                    <a16:creationId xmlns:a16="http://schemas.microsoft.com/office/drawing/2014/main" id="{48103BCB-5659-5FEE-F84B-0C80EE4AB284}"/>
                  </a:ext>
                </a:extLst>
              </p:cNvPr>
              <p:cNvSpPr/>
              <p:nvPr/>
            </p:nvSpPr>
            <p:spPr>
              <a:xfrm>
                <a:off x="10494151"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1" name="Rectangle 119">
                <a:extLst>
                  <a:ext uri="{FF2B5EF4-FFF2-40B4-BE49-F238E27FC236}">
                    <a16:creationId xmlns:a16="http://schemas.microsoft.com/office/drawing/2014/main" id="{9EDFBF6A-A41A-C478-A369-64BF6612FEC9}"/>
                  </a:ext>
                </a:extLst>
              </p:cNvPr>
              <p:cNvSpPr/>
              <p:nvPr/>
            </p:nvSpPr>
            <p:spPr>
              <a:xfrm>
                <a:off x="7021611" y="144880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2" name="Rectangle 120">
                <a:extLst>
                  <a:ext uri="{FF2B5EF4-FFF2-40B4-BE49-F238E27FC236}">
                    <a16:creationId xmlns:a16="http://schemas.microsoft.com/office/drawing/2014/main" id="{2DEB8D7D-8FD0-1DAF-B05D-15FF97CF37FA}"/>
                  </a:ext>
                </a:extLst>
              </p:cNvPr>
              <p:cNvSpPr/>
              <p:nvPr/>
            </p:nvSpPr>
            <p:spPr>
              <a:xfrm>
                <a:off x="9694763" y="1481023"/>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3" name="Rectangle 121">
                <a:extLst>
                  <a:ext uri="{FF2B5EF4-FFF2-40B4-BE49-F238E27FC236}">
                    <a16:creationId xmlns:a16="http://schemas.microsoft.com/office/drawing/2014/main" id="{C55429CF-932C-8FC2-329F-A10C8729A8A2}"/>
                  </a:ext>
                </a:extLst>
              </p:cNvPr>
              <p:cNvSpPr/>
              <p:nvPr/>
            </p:nvSpPr>
            <p:spPr>
              <a:xfrm>
                <a:off x="9243916"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4" name="Rectangle 122">
                <a:extLst>
                  <a:ext uri="{FF2B5EF4-FFF2-40B4-BE49-F238E27FC236}">
                    <a16:creationId xmlns:a16="http://schemas.microsoft.com/office/drawing/2014/main" id="{3139C496-33FD-AA79-E305-E9E2AED8D865}"/>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5" name="Rectangle 123">
                <a:extLst>
                  <a:ext uri="{FF2B5EF4-FFF2-40B4-BE49-F238E27FC236}">
                    <a16:creationId xmlns:a16="http://schemas.microsoft.com/office/drawing/2014/main" id="{834ED2F8-8491-460F-93DF-C490ED93CBD6}"/>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6" name="Rectangle 124">
                <a:extLst>
                  <a:ext uri="{FF2B5EF4-FFF2-40B4-BE49-F238E27FC236}">
                    <a16:creationId xmlns:a16="http://schemas.microsoft.com/office/drawing/2014/main" id="{6A363BE0-622D-4B3B-CFD8-4287A9B274FB}"/>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pic>
          <p:nvPicPr>
            <p:cNvPr id="12" name="Graphique 227" descr="Poumons avec un remplissage uni">
              <a:extLst>
                <a:ext uri="{FF2B5EF4-FFF2-40B4-BE49-F238E27FC236}">
                  <a16:creationId xmlns:a16="http://schemas.microsoft.com/office/drawing/2014/main" id="{06E9A443-F31B-7F26-8B12-FC346E160C12}"/>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6884"/>
            <a:stretch/>
          </p:blipFill>
          <p:spPr>
            <a:xfrm>
              <a:off x="6442590" y="2268537"/>
              <a:ext cx="730448" cy="607118"/>
            </a:xfrm>
            <a:prstGeom prst="rect">
              <a:avLst/>
            </a:prstGeom>
          </p:spPr>
        </p:pic>
      </p:grpSp>
    </p:spTree>
    <p:extLst>
      <p:ext uri="{BB962C8B-B14F-4D97-AF65-F5344CB8AC3E}">
        <p14:creationId xmlns:p14="http://schemas.microsoft.com/office/powerpoint/2010/main" val="31371249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Les situations opérationnelles qui peuvent conduire à l'utilisation des 6 POURQUOI</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Manque de volonté d'essayer</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Pensée rigide, manque de créativité situationnelle ou manque de créativité situationnelle réaliste</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Incapacité à pivoter ou à accepter l'idée de pivoter un projet / produit</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Utilisez l'ARBRE DE SERENDIPITE</a:t>
            </a:r>
          </a:p>
        </p:txBody>
      </p:sp>
      <p:grpSp>
        <p:nvGrpSpPr>
          <p:cNvPr id="48" name="Gruppo 47">
            <a:extLst>
              <a:ext uri="{FF2B5EF4-FFF2-40B4-BE49-F238E27FC236}">
                <a16:creationId xmlns:a16="http://schemas.microsoft.com/office/drawing/2014/main" id="{574D81D8-6020-71A9-8082-D335EE1F6ED5}"/>
              </a:ext>
            </a:extLst>
          </p:cNvPr>
          <p:cNvGrpSpPr/>
          <p:nvPr/>
        </p:nvGrpSpPr>
        <p:grpSpPr>
          <a:xfrm>
            <a:off x="6825988" y="1314989"/>
            <a:ext cx="3775016" cy="4228022"/>
            <a:chOff x="6900539" y="986484"/>
            <a:chExt cx="5204718" cy="5829290"/>
          </a:xfrm>
        </p:grpSpPr>
        <p:pic>
          <p:nvPicPr>
            <p:cNvPr id="3" name="Graphique 35" descr="Arbre avec racines avec un remplissage uni">
              <a:extLst>
                <a:ext uri="{FF2B5EF4-FFF2-40B4-BE49-F238E27FC236}">
                  <a16:creationId xmlns:a16="http://schemas.microsoft.com/office/drawing/2014/main" id="{84A9EBE3-5377-F294-8003-CADA182506F5}"/>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7" name="Rectangle 6">
              <a:extLst>
                <a:ext uri="{FF2B5EF4-FFF2-40B4-BE49-F238E27FC236}">
                  <a16:creationId xmlns:a16="http://schemas.microsoft.com/office/drawing/2014/main" id="{EFBB3DA2-BC3A-AC0B-2570-63444F838E89}"/>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 de base</a:t>
              </a:r>
            </a:p>
          </p:txBody>
        </p:sp>
        <p:sp>
          <p:nvSpPr>
            <p:cNvPr id="8" name="Rectangle 7">
              <a:extLst>
                <a:ext uri="{FF2B5EF4-FFF2-40B4-BE49-F238E27FC236}">
                  <a16:creationId xmlns:a16="http://schemas.microsoft.com/office/drawing/2014/main" id="{942F271D-DFFF-BA11-AF72-9EF05962A7E9}"/>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Concrétisation</a:t>
              </a:r>
            </a:p>
          </p:txBody>
        </p:sp>
        <p:sp>
          <p:nvSpPr>
            <p:cNvPr id="9" name="Rectangle 8">
              <a:extLst>
                <a:ext uri="{FF2B5EF4-FFF2-40B4-BE49-F238E27FC236}">
                  <a16:creationId xmlns:a16="http://schemas.microsoft.com/office/drawing/2014/main" id="{BCD28951-49F8-B1BC-D103-A4CDB317CE65}"/>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Conséquence positive</a:t>
              </a:r>
            </a:p>
          </p:txBody>
        </p:sp>
        <p:sp>
          <p:nvSpPr>
            <p:cNvPr id="16" name="Rectangle 9">
              <a:extLst>
                <a:ext uri="{FF2B5EF4-FFF2-40B4-BE49-F238E27FC236}">
                  <a16:creationId xmlns:a16="http://schemas.microsoft.com/office/drawing/2014/main" id="{3A09B870-EDFE-2103-6BFF-D26CC40FC67E}"/>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sp>
          <p:nvSpPr>
            <p:cNvPr id="17" name="Rectangle 11">
              <a:extLst>
                <a:ext uri="{FF2B5EF4-FFF2-40B4-BE49-F238E27FC236}">
                  <a16:creationId xmlns:a16="http://schemas.microsoft.com/office/drawing/2014/main" id="{22B3FC16-CBD0-047C-62F6-C2ED21325761}"/>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Concrétisation</a:t>
              </a:r>
            </a:p>
          </p:txBody>
        </p:sp>
        <p:sp>
          <p:nvSpPr>
            <p:cNvPr id="18" name="Rectangle 12">
              <a:extLst>
                <a:ext uri="{FF2B5EF4-FFF2-40B4-BE49-F238E27FC236}">
                  <a16:creationId xmlns:a16="http://schemas.microsoft.com/office/drawing/2014/main" id="{351EC580-D272-1F3F-66E2-630095C5AA89}"/>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Concrétisation</a:t>
              </a:r>
            </a:p>
          </p:txBody>
        </p:sp>
        <p:sp>
          <p:nvSpPr>
            <p:cNvPr id="19" name="Rectangle 13">
              <a:extLst>
                <a:ext uri="{FF2B5EF4-FFF2-40B4-BE49-F238E27FC236}">
                  <a16:creationId xmlns:a16="http://schemas.microsoft.com/office/drawing/2014/main" id="{8F9A33DD-B3DA-269E-DF33-AED3519CDEBD}"/>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Concrétisation</a:t>
              </a:r>
            </a:p>
          </p:txBody>
        </p:sp>
        <p:sp>
          <p:nvSpPr>
            <p:cNvPr id="24" name="Rectangle 14">
              <a:extLst>
                <a:ext uri="{FF2B5EF4-FFF2-40B4-BE49-F238E27FC236}">
                  <a16:creationId xmlns:a16="http://schemas.microsoft.com/office/drawing/2014/main" id="{B08AA967-B485-1C9E-B164-1F135C4AA70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sp>
          <p:nvSpPr>
            <p:cNvPr id="25" name="Rectangle 19">
              <a:extLst>
                <a:ext uri="{FF2B5EF4-FFF2-40B4-BE49-F238E27FC236}">
                  <a16:creationId xmlns:a16="http://schemas.microsoft.com/office/drawing/2014/main" id="{029E6830-49E0-1BF8-0259-4A6E630848CE}"/>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Concrétisation</a:t>
              </a:r>
            </a:p>
          </p:txBody>
        </p:sp>
        <p:sp>
          <p:nvSpPr>
            <p:cNvPr id="26" name="Rectangle 20">
              <a:extLst>
                <a:ext uri="{FF2B5EF4-FFF2-40B4-BE49-F238E27FC236}">
                  <a16:creationId xmlns:a16="http://schemas.microsoft.com/office/drawing/2014/main" id="{A96DB2B8-1BA0-8A23-64CC-419F61A61F5A}"/>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Conséquence positive</a:t>
              </a:r>
            </a:p>
          </p:txBody>
        </p:sp>
        <p:sp>
          <p:nvSpPr>
            <p:cNvPr id="27" name="Rectangle 21">
              <a:extLst>
                <a:ext uri="{FF2B5EF4-FFF2-40B4-BE49-F238E27FC236}">
                  <a16:creationId xmlns:a16="http://schemas.microsoft.com/office/drawing/2014/main" id="{3EF3F567-B21C-EDB8-1D1F-FCA53F291338}"/>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Conséquence positive</a:t>
              </a:r>
            </a:p>
          </p:txBody>
        </p:sp>
        <p:sp>
          <p:nvSpPr>
            <p:cNvPr id="28" name="Rectangle 22">
              <a:extLst>
                <a:ext uri="{FF2B5EF4-FFF2-40B4-BE49-F238E27FC236}">
                  <a16:creationId xmlns:a16="http://schemas.microsoft.com/office/drawing/2014/main" id="{6564B53A-6B68-7AFF-31C7-A4CF58375124}"/>
                </a:ext>
              </a:extLst>
            </p:cNvPr>
            <p:cNvSpPr/>
            <p:nvPr/>
          </p:nvSpPr>
          <p:spPr>
            <a:xfrm>
              <a:off x="6900539" y="986484"/>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sp>
          <p:nvSpPr>
            <p:cNvPr id="29" name="Rectangle 24">
              <a:extLst>
                <a:ext uri="{FF2B5EF4-FFF2-40B4-BE49-F238E27FC236}">
                  <a16:creationId xmlns:a16="http://schemas.microsoft.com/office/drawing/2014/main" id="{77ABD477-7CBD-0EDF-4A43-0E69599D85B3}"/>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Conséquence positive</a:t>
              </a:r>
            </a:p>
          </p:txBody>
        </p:sp>
        <p:cxnSp>
          <p:nvCxnSpPr>
            <p:cNvPr id="30" name="Connecteur droit avec flèche 26">
              <a:extLst>
                <a:ext uri="{FF2B5EF4-FFF2-40B4-BE49-F238E27FC236}">
                  <a16:creationId xmlns:a16="http://schemas.microsoft.com/office/drawing/2014/main" id="{5F9EF16C-9502-FEF9-EBE7-CEAF950BA2B6}"/>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28">
              <a:extLst>
                <a:ext uri="{FF2B5EF4-FFF2-40B4-BE49-F238E27FC236}">
                  <a16:creationId xmlns:a16="http://schemas.microsoft.com/office/drawing/2014/main" id="{67049F62-F376-D583-39EC-35719B8EA703}"/>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A3895EB1-A453-C0A4-0000-9C169DBB7DC5}"/>
                </a:ext>
              </a:extLst>
            </p:cNvPr>
            <p:cNvCxnSpPr>
              <a:cxnSpLocks/>
              <a:stCxn id="7" idx="0"/>
              <a:endCxn id="17"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4">
              <a:extLst>
                <a:ext uri="{FF2B5EF4-FFF2-40B4-BE49-F238E27FC236}">
                  <a16:creationId xmlns:a16="http://schemas.microsoft.com/office/drawing/2014/main" id="{CB34C016-D4C1-C797-5D73-A78649374030}"/>
                </a:ext>
              </a:extLst>
            </p:cNvPr>
            <p:cNvCxnSpPr>
              <a:cxnSpLocks/>
              <a:stCxn id="7" idx="0"/>
              <a:endCxn id="18"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37">
              <a:extLst>
                <a:ext uri="{FF2B5EF4-FFF2-40B4-BE49-F238E27FC236}">
                  <a16:creationId xmlns:a16="http://schemas.microsoft.com/office/drawing/2014/main" id="{6F9A1B41-656F-C61A-59FB-F81701C304BF}"/>
                </a:ext>
              </a:extLst>
            </p:cNvPr>
            <p:cNvCxnSpPr>
              <a:cxnSpLocks/>
              <a:stCxn id="18" idx="0"/>
              <a:endCxn id="29"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40">
              <a:extLst>
                <a:ext uri="{FF2B5EF4-FFF2-40B4-BE49-F238E27FC236}">
                  <a16:creationId xmlns:a16="http://schemas.microsoft.com/office/drawing/2014/main" id="{781267C3-5ABA-25BD-AA75-2185D43A9D61}"/>
                </a:ext>
              </a:extLst>
            </p:cNvPr>
            <p:cNvCxnSpPr>
              <a:cxnSpLocks/>
              <a:stCxn id="9" idx="0"/>
              <a:endCxn id="16"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43">
              <a:extLst>
                <a:ext uri="{FF2B5EF4-FFF2-40B4-BE49-F238E27FC236}">
                  <a16:creationId xmlns:a16="http://schemas.microsoft.com/office/drawing/2014/main" id="{961BB934-EEAF-EE5A-9724-D44C3A238446}"/>
                </a:ext>
              </a:extLst>
            </p:cNvPr>
            <p:cNvCxnSpPr>
              <a:cxnSpLocks/>
              <a:stCxn id="16" idx="0"/>
              <a:endCxn id="19"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47">
              <a:extLst>
                <a:ext uri="{FF2B5EF4-FFF2-40B4-BE49-F238E27FC236}">
                  <a16:creationId xmlns:a16="http://schemas.microsoft.com/office/drawing/2014/main" id="{F283595B-EEC6-9F16-5F58-F02BC3C6F191}"/>
                </a:ext>
              </a:extLst>
            </p:cNvPr>
            <p:cNvCxnSpPr>
              <a:cxnSpLocks/>
              <a:stCxn id="19" idx="0"/>
              <a:endCxn id="24"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50">
              <a:extLst>
                <a:ext uri="{FF2B5EF4-FFF2-40B4-BE49-F238E27FC236}">
                  <a16:creationId xmlns:a16="http://schemas.microsoft.com/office/drawing/2014/main" id="{2FBB5F97-76D6-3495-3F6F-A0570A7FBF46}"/>
                </a:ext>
              </a:extLst>
            </p:cNvPr>
            <p:cNvCxnSpPr>
              <a:cxnSpLocks/>
              <a:stCxn id="24" idx="0"/>
              <a:endCxn id="47"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54">
              <a:extLst>
                <a:ext uri="{FF2B5EF4-FFF2-40B4-BE49-F238E27FC236}">
                  <a16:creationId xmlns:a16="http://schemas.microsoft.com/office/drawing/2014/main" id="{CE2CCA55-4DB7-D364-A2C4-FF32B6371CC3}"/>
                </a:ext>
              </a:extLst>
            </p:cNvPr>
            <p:cNvCxnSpPr>
              <a:cxnSpLocks/>
              <a:stCxn id="16" idx="0"/>
              <a:endCxn id="25"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57">
              <a:extLst>
                <a:ext uri="{FF2B5EF4-FFF2-40B4-BE49-F238E27FC236}">
                  <a16:creationId xmlns:a16="http://schemas.microsoft.com/office/drawing/2014/main" id="{40F7E2CB-04C6-A74E-3A1E-ACDF59189198}"/>
                </a:ext>
              </a:extLst>
            </p:cNvPr>
            <p:cNvCxnSpPr>
              <a:cxnSpLocks/>
              <a:stCxn id="25" idx="0"/>
              <a:endCxn id="26"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60">
              <a:extLst>
                <a:ext uri="{FF2B5EF4-FFF2-40B4-BE49-F238E27FC236}">
                  <a16:creationId xmlns:a16="http://schemas.microsoft.com/office/drawing/2014/main" id="{F6D42B30-CAC6-403C-0373-62B4D3A45A69}"/>
                </a:ext>
              </a:extLst>
            </p:cNvPr>
            <p:cNvCxnSpPr>
              <a:cxnSpLocks/>
              <a:stCxn id="26" idx="0"/>
              <a:endCxn id="27"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63">
              <a:extLst>
                <a:ext uri="{FF2B5EF4-FFF2-40B4-BE49-F238E27FC236}">
                  <a16:creationId xmlns:a16="http://schemas.microsoft.com/office/drawing/2014/main" id="{7C524A17-0B2C-5DAC-D82E-18F44B66A4B3}"/>
                </a:ext>
              </a:extLst>
            </p:cNvPr>
            <p:cNvCxnSpPr>
              <a:cxnSpLocks/>
              <a:stCxn id="27" idx="0"/>
              <a:endCxn id="28" idx="2"/>
            </p:cNvCxnSpPr>
            <p:nvPr/>
          </p:nvCxnSpPr>
          <p:spPr>
            <a:xfrm flipH="1" flipV="1">
              <a:off x="7484060" y="1452054"/>
              <a:ext cx="92663" cy="278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3" name="Rectangle 67">
              <a:extLst>
                <a:ext uri="{FF2B5EF4-FFF2-40B4-BE49-F238E27FC236}">
                  <a16:creationId xmlns:a16="http://schemas.microsoft.com/office/drawing/2014/main" id="{3C9ECDA4-D25B-9F93-96C7-CD21B3702C84}"/>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Conséquence positive</a:t>
              </a:r>
            </a:p>
          </p:txBody>
        </p:sp>
        <p:cxnSp>
          <p:nvCxnSpPr>
            <p:cNvPr id="44" name="Connecteur droit avec flèche 68">
              <a:extLst>
                <a:ext uri="{FF2B5EF4-FFF2-40B4-BE49-F238E27FC236}">
                  <a16:creationId xmlns:a16="http://schemas.microsoft.com/office/drawing/2014/main" id="{0FFF9126-D9B4-4C28-5E10-DDB2C5D49BF1}"/>
                </a:ext>
              </a:extLst>
            </p:cNvPr>
            <p:cNvCxnSpPr>
              <a:cxnSpLocks/>
              <a:stCxn id="25" idx="0"/>
              <a:endCxn id="43"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5" name="Rectangle 73">
              <a:extLst>
                <a:ext uri="{FF2B5EF4-FFF2-40B4-BE49-F238E27FC236}">
                  <a16:creationId xmlns:a16="http://schemas.microsoft.com/office/drawing/2014/main" id="{1B95B4D3-FD3C-3266-0DBC-0DF049B2E6F5}"/>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cxnSp>
          <p:nvCxnSpPr>
            <p:cNvPr id="46" name="Connecteur droit avec flèche 75">
              <a:extLst>
                <a:ext uri="{FF2B5EF4-FFF2-40B4-BE49-F238E27FC236}">
                  <a16:creationId xmlns:a16="http://schemas.microsoft.com/office/drawing/2014/main" id="{D1B89117-5E9E-1C7D-339F-DC62C839FAF4}"/>
                </a:ext>
              </a:extLst>
            </p:cNvPr>
            <p:cNvCxnSpPr>
              <a:cxnSpLocks/>
              <a:stCxn id="9" idx="0"/>
              <a:endCxn id="45"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7" name="Rectangle 81">
              <a:extLst>
                <a:ext uri="{FF2B5EF4-FFF2-40B4-BE49-F238E27FC236}">
                  <a16:creationId xmlns:a16="http://schemas.microsoft.com/office/drawing/2014/main" id="{E493172A-92B3-80B0-9CD9-8091AE12E37A}"/>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Concrétisation</a:t>
              </a:r>
            </a:p>
          </p:txBody>
        </p:sp>
      </p:grpSp>
    </p:spTree>
    <p:extLst>
      <p:ext uri="{BB962C8B-B14F-4D97-AF65-F5344CB8AC3E}">
        <p14:creationId xmlns:p14="http://schemas.microsoft.com/office/powerpoint/2010/main" val="21319426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930277-35BD-E498-F19A-B42E2CB590A6}"/>
              </a:ext>
            </a:extLst>
          </p:cNvPr>
          <p:cNvSpPr>
            <a:spLocks noGrp="1"/>
          </p:cNvSpPr>
          <p:nvPr>
            <p:ph type="title"/>
          </p:nvPr>
        </p:nvSpPr>
        <p:spPr/>
        <p:txBody>
          <a:bodyPr/>
          <a:lstStyle/>
          <a:p>
            <a:r>
              <a:rPr lang="en-US" dirty="0"/>
              <a:t>Résumé des différents cas d'utilisation</a:t>
            </a:r>
          </a:p>
        </p:txBody>
      </p:sp>
      <p:sp>
        <p:nvSpPr>
          <p:cNvPr id="3" name="Segnaposto contenuto 2">
            <a:extLst>
              <a:ext uri="{FF2B5EF4-FFF2-40B4-BE49-F238E27FC236}">
                <a16:creationId xmlns:a16="http://schemas.microsoft.com/office/drawing/2014/main" id="{D81A357A-8294-4862-4E12-157AA7D9BBED}"/>
              </a:ext>
            </a:extLst>
          </p:cNvPr>
          <p:cNvSpPr>
            <a:spLocks noGrp="1"/>
          </p:cNvSpPr>
          <p:nvPr>
            <p:ph idx="1"/>
          </p:nvPr>
        </p:nvSpPr>
        <p:spPr>
          <a:xfrm>
            <a:off x="2834640" y="1825625"/>
            <a:ext cx="8519160" cy="4667250"/>
          </a:xfrm>
        </p:spPr>
        <p:txBody>
          <a:bodyPr>
            <a:normAutofit lnSpcReduction="10000"/>
          </a:bodyPr>
          <a:lstStyle/>
          <a:p>
            <a:r>
              <a:rPr lang="en-US" sz="1800" dirty="0"/>
              <a:t>Embarquement d'un nouveau membre de l'équipe Projet/Produit</a:t>
            </a:r>
          </a:p>
          <a:p>
            <a:endParaRPr lang="en-US" sz="1800" dirty="0"/>
          </a:p>
          <a:p>
            <a:endParaRPr lang="en-US" sz="1800" dirty="0"/>
          </a:p>
          <a:p>
            <a:endParaRPr lang="en-US" sz="1800" dirty="0"/>
          </a:p>
          <a:p>
            <a:r>
              <a:rPr lang="en-US" sz="1800" dirty="0"/>
              <a:t>Atelier entre coéquipiers pour un meilleur alignement</a:t>
            </a:r>
          </a:p>
          <a:p>
            <a:endParaRPr lang="en-US" sz="1800" dirty="0"/>
          </a:p>
          <a:p>
            <a:endParaRPr lang="en-US" sz="1800" dirty="0"/>
          </a:p>
          <a:p>
            <a:endParaRPr lang="en-US" sz="1800" dirty="0"/>
          </a:p>
          <a:p>
            <a:r>
              <a:rPr lang="en-US" sz="1800" dirty="0"/>
              <a:t>Utilisation individuelle de canevas visuels pour clarifier les pensées et les intentions</a:t>
            </a:r>
          </a:p>
          <a:p>
            <a:endParaRPr lang="en-US" sz="1800" dirty="0"/>
          </a:p>
          <a:p>
            <a:endParaRPr lang="en-US" sz="1800" dirty="0"/>
          </a:p>
          <a:p>
            <a:endParaRPr lang="en-US" sz="1800" dirty="0"/>
          </a:p>
          <a:p>
            <a:r>
              <a:rPr lang="en-US" sz="1800" dirty="0"/>
              <a:t>Lancement d'une communauté d'entreprises ascendante </a:t>
            </a:r>
          </a:p>
          <a:p>
            <a:endParaRPr lang="en-US" sz="1800" dirty="0"/>
          </a:p>
        </p:txBody>
      </p:sp>
      <p:grpSp>
        <p:nvGrpSpPr>
          <p:cNvPr id="10" name="Gruppo 9">
            <a:extLst>
              <a:ext uri="{FF2B5EF4-FFF2-40B4-BE49-F238E27FC236}">
                <a16:creationId xmlns:a16="http://schemas.microsoft.com/office/drawing/2014/main" id="{630E4310-4856-AFB0-F1D3-EA821D02A097}"/>
              </a:ext>
            </a:extLst>
          </p:cNvPr>
          <p:cNvGrpSpPr/>
          <p:nvPr/>
        </p:nvGrpSpPr>
        <p:grpSpPr>
          <a:xfrm flipH="1">
            <a:off x="877883" y="2611093"/>
            <a:ext cx="2155430" cy="1002012"/>
            <a:chOff x="0" y="2133809"/>
            <a:chExt cx="3231704" cy="1565683"/>
          </a:xfrm>
        </p:grpSpPr>
        <p:pic>
          <p:nvPicPr>
            <p:cNvPr id="4" name="Graphique 28" descr="Homme en tenue professionnelle">
              <a:extLst>
                <a:ext uri="{FF2B5EF4-FFF2-40B4-BE49-F238E27FC236}">
                  <a16:creationId xmlns:a16="http://schemas.microsoft.com/office/drawing/2014/main" id="{8A8E6D63-3AD2-A16E-807A-F488AA484FF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2173198" y="2250593"/>
              <a:ext cx="811293" cy="1059810"/>
            </a:xfrm>
            <a:prstGeom prst="rect">
              <a:avLst/>
            </a:prstGeom>
          </p:spPr>
        </p:pic>
        <p:pic>
          <p:nvPicPr>
            <p:cNvPr id="5" name="Graphique 34" descr="Homme à lunettes portant un col roulé">
              <a:extLst>
                <a:ext uri="{FF2B5EF4-FFF2-40B4-BE49-F238E27FC236}">
                  <a16:creationId xmlns:a16="http://schemas.microsoft.com/office/drawing/2014/main" id="{84EA26C3-ABFD-9C40-13EF-570BE4D46D9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0" y="2667775"/>
              <a:ext cx="723253" cy="933592"/>
            </a:xfrm>
            <a:prstGeom prst="rect">
              <a:avLst/>
            </a:prstGeom>
          </p:spPr>
        </p:pic>
        <p:pic>
          <p:nvPicPr>
            <p:cNvPr id="6" name="Graphique 23" descr="Femme avec bras prothétique">
              <a:extLst>
                <a:ext uri="{FF2B5EF4-FFF2-40B4-BE49-F238E27FC236}">
                  <a16:creationId xmlns:a16="http://schemas.microsoft.com/office/drawing/2014/main" id="{EC26B560-07FE-90E0-2AA2-828DD02F05D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348877" y="2619423"/>
              <a:ext cx="882827" cy="924927"/>
            </a:xfrm>
            <a:prstGeom prst="rect">
              <a:avLst/>
            </a:prstGeom>
          </p:spPr>
        </p:pic>
        <p:sp>
          <p:nvSpPr>
            <p:cNvPr id="7" name="Rectangle 27">
              <a:extLst>
                <a:ext uri="{FF2B5EF4-FFF2-40B4-BE49-F238E27FC236}">
                  <a16:creationId xmlns:a16="http://schemas.microsoft.com/office/drawing/2014/main" id="{D5C45B68-6290-8011-80F6-314464B89A4C}"/>
                </a:ext>
              </a:extLst>
            </p:cNvPr>
            <p:cNvSpPr/>
            <p:nvPr/>
          </p:nvSpPr>
          <p:spPr>
            <a:xfrm>
              <a:off x="1004904" y="2250593"/>
              <a:ext cx="618191" cy="52685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Lorem Ipsum</a:t>
              </a:r>
            </a:p>
          </p:txBody>
        </p:sp>
        <p:sp>
          <p:nvSpPr>
            <p:cNvPr id="8" name="Bulle narrative : ronde 6">
              <a:extLst>
                <a:ext uri="{FF2B5EF4-FFF2-40B4-BE49-F238E27FC236}">
                  <a16:creationId xmlns:a16="http://schemas.microsoft.com/office/drawing/2014/main" id="{82D51DD7-469E-C9CD-1AC9-4988F034CABC}"/>
                </a:ext>
              </a:extLst>
            </p:cNvPr>
            <p:cNvSpPr/>
            <p:nvPr/>
          </p:nvSpPr>
          <p:spPr>
            <a:xfrm>
              <a:off x="603673" y="2133809"/>
              <a:ext cx="1636515" cy="724055"/>
            </a:xfrm>
            <a:prstGeom prst="wedgeEllipseCallout">
              <a:avLst>
                <a:gd name="adj1" fmla="val -53830"/>
                <a:gd name="adj2" fmla="val 28469"/>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solidFill>
                  <a:schemeClr val="tx1"/>
                </a:solidFill>
              </a:endParaRPr>
            </a:p>
          </p:txBody>
        </p:sp>
        <p:pic>
          <p:nvPicPr>
            <p:cNvPr id="9" name="Graphique 30" descr="Homme portant une veste">
              <a:extLst>
                <a:ext uri="{FF2B5EF4-FFF2-40B4-BE49-F238E27FC236}">
                  <a16:creationId xmlns:a16="http://schemas.microsoft.com/office/drawing/2014/main" id="{24744C11-7E89-1421-B0B7-59AE9835F364}"/>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173198" y="2778358"/>
              <a:ext cx="691793" cy="921134"/>
            </a:xfrm>
            <a:prstGeom prst="rect">
              <a:avLst/>
            </a:prstGeom>
          </p:spPr>
        </p:pic>
      </p:grpSp>
      <p:pic>
        <p:nvPicPr>
          <p:cNvPr id="11" name="Elemento grafico 10" descr="Donna che regge un laptop">
            <a:extLst>
              <a:ext uri="{FF2B5EF4-FFF2-40B4-BE49-F238E27FC236}">
                <a16:creationId xmlns:a16="http://schemas.microsoft.com/office/drawing/2014/main" id="{4E600687-A7B2-223E-D69D-7509022C209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349861" y="1582104"/>
            <a:ext cx="748153" cy="683711"/>
          </a:xfrm>
          <a:prstGeom prst="rect">
            <a:avLst/>
          </a:prstGeom>
        </p:spPr>
      </p:pic>
      <p:pic>
        <p:nvPicPr>
          <p:cNvPr id="13" name="Graphique 23" descr="Femme avec bras prothétique">
            <a:extLst>
              <a:ext uri="{FF2B5EF4-FFF2-40B4-BE49-F238E27FC236}">
                <a16:creationId xmlns:a16="http://schemas.microsoft.com/office/drawing/2014/main" id="{B27B4F4B-DCBF-7D15-6675-531D43EF564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251975" y="4211583"/>
            <a:ext cx="834239" cy="838666"/>
          </a:xfrm>
          <a:prstGeom prst="rect">
            <a:avLst/>
          </a:prstGeom>
        </p:spPr>
      </p:pic>
      <p:grpSp>
        <p:nvGrpSpPr>
          <p:cNvPr id="14" name="Gruppo 13">
            <a:extLst>
              <a:ext uri="{FF2B5EF4-FFF2-40B4-BE49-F238E27FC236}">
                <a16:creationId xmlns:a16="http://schemas.microsoft.com/office/drawing/2014/main" id="{A639AD8A-60D1-2AFC-30A5-E47ED4E85240}"/>
              </a:ext>
            </a:extLst>
          </p:cNvPr>
          <p:cNvGrpSpPr/>
          <p:nvPr/>
        </p:nvGrpSpPr>
        <p:grpSpPr>
          <a:xfrm flipH="1">
            <a:off x="1745014" y="5538050"/>
            <a:ext cx="936746" cy="927272"/>
            <a:chOff x="1600444" y="2250593"/>
            <a:chExt cx="1631260" cy="1448899"/>
          </a:xfrm>
        </p:grpSpPr>
        <p:pic>
          <p:nvPicPr>
            <p:cNvPr id="15" name="Graphique 28" descr="Homme en tenue professionnelle">
              <a:extLst>
                <a:ext uri="{FF2B5EF4-FFF2-40B4-BE49-F238E27FC236}">
                  <a16:creationId xmlns:a16="http://schemas.microsoft.com/office/drawing/2014/main" id="{0880423A-C821-74B6-06BA-DC5EB820920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2173198" y="2250593"/>
              <a:ext cx="811293" cy="1059810"/>
            </a:xfrm>
            <a:prstGeom prst="rect">
              <a:avLst/>
            </a:prstGeom>
          </p:spPr>
        </p:pic>
        <p:pic>
          <p:nvPicPr>
            <p:cNvPr id="16" name="Graphique 34" descr="Homme à lunettes portant un col roulé">
              <a:extLst>
                <a:ext uri="{FF2B5EF4-FFF2-40B4-BE49-F238E27FC236}">
                  <a16:creationId xmlns:a16="http://schemas.microsoft.com/office/drawing/2014/main" id="{F50035C7-CAC0-D2A1-17A0-3843A9C8148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1600444" y="2615090"/>
              <a:ext cx="748433" cy="933592"/>
            </a:xfrm>
            <a:prstGeom prst="rect">
              <a:avLst/>
            </a:prstGeom>
          </p:spPr>
        </p:pic>
        <p:pic>
          <p:nvPicPr>
            <p:cNvPr id="17" name="Graphique 23" descr="Femme avec bras prothétique">
              <a:extLst>
                <a:ext uri="{FF2B5EF4-FFF2-40B4-BE49-F238E27FC236}">
                  <a16:creationId xmlns:a16="http://schemas.microsoft.com/office/drawing/2014/main" id="{9BE1716E-61E5-59CD-5DC9-569E4649E3E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348877" y="2619423"/>
              <a:ext cx="882827" cy="924927"/>
            </a:xfrm>
            <a:prstGeom prst="rect">
              <a:avLst/>
            </a:prstGeom>
          </p:spPr>
        </p:pic>
        <p:pic>
          <p:nvPicPr>
            <p:cNvPr id="20" name="Graphique 30" descr="Homme portant une veste">
              <a:extLst>
                <a:ext uri="{FF2B5EF4-FFF2-40B4-BE49-F238E27FC236}">
                  <a16:creationId xmlns:a16="http://schemas.microsoft.com/office/drawing/2014/main" id="{9883E288-0493-AE19-4A2A-02B0978EB14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173198" y="2778358"/>
              <a:ext cx="691793" cy="921134"/>
            </a:xfrm>
            <a:prstGeom prst="rect">
              <a:avLst/>
            </a:prstGeom>
          </p:spPr>
        </p:pic>
      </p:grpSp>
      <p:pic>
        <p:nvPicPr>
          <p:cNvPr id="22" name="Elemento grafico 21" descr="Uomo che indossa una felpa">
            <a:extLst>
              <a:ext uri="{FF2B5EF4-FFF2-40B4-BE49-F238E27FC236}">
                <a16:creationId xmlns:a16="http://schemas.microsoft.com/office/drawing/2014/main" id="{8E59EE95-0216-7279-A9FF-12399E655974}"/>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599507" y="5577547"/>
            <a:ext cx="470266" cy="633988"/>
          </a:xfrm>
          <a:prstGeom prst="rect">
            <a:avLst/>
          </a:prstGeom>
        </p:spPr>
      </p:pic>
      <p:pic>
        <p:nvPicPr>
          <p:cNvPr id="24" name="Elemento grafico 23" descr="Donna che piange con una tazza tra le mani">
            <a:extLst>
              <a:ext uri="{FF2B5EF4-FFF2-40B4-BE49-F238E27FC236}">
                <a16:creationId xmlns:a16="http://schemas.microsoft.com/office/drawing/2014/main" id="{CEB48780-5F02-7824-CABA-7518F1C75E9C}"/>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360065" y="5601534"/>
            <a:ext cx="494650" cy="675790"/>
          </a:xfrm>
          <a:prstGeom prst="rect">
            <a:avLst/>
          </a:prstGeom>
        </p:spPr>
      </p:pic>
      <p:pic>
        <p:nvPicPr>
          <p:cNvPr id="26" name="Elemento grafico 25" descr="Donna con capelli lunghi mossi">
            <a:extLst>
              <a:ext uri="{FF2B5EF4-FFF2-40B4-BE49-F238E27FC236}">
                <a16:creationId xmlns:a16="http://schemas.microsoft.com/office/drawing/2014/main" id="{FEC67DE8-AEC6-87B6-4BD1-0840997B3AFD}"/>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510036" y="6070064"/>
            <a:ext cx="459815" cy="644438"/>
          </a:xfrm>
          <a:prstGeom prst="rect">
            <a:avLst/>
          </a:prstGeom>
        </p:spPr>
      </p:pic>
      <p:pic>
        <p:nvPicPr>
          <p:cNvPr id="28" name="Elemento grafico 27" descr="Donna con coda di cavallo">
            <a:extLst>
              <a:ext uri="{FF2B5EF4-FFF2-40B4-BE49-F238E27FC236}">
                <a16:creationId xmlns:a16="http://schemas.microsoft.com/office/drawing/2014/main" id="{F541224D-C11C-7440-9AD7-D81BCD92D97D}"/>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07066" y="6091573"/>
            <a:ext cx="438915" cy="661856"/>
          </a:xfrm>
          <a:prstGeom prst="rect">
            <a:avLst/>
          </a:prstGeom>
        </p:spPr>
      </p:pic>
      <p:pic>
        <p:nvPicPr>
          <p:cNvPr id="30" name="Elemento grafico 29" descr="Donna che indossa un cardigan">
            <a:extLst>
              <a:ext uri="{FF2B5EF4-FFF2-40B4-BE49-F238E27FC236}">
                <a16:creationId xmlns:a16="http://schemas.microsoft.com/office/drawing/2014/main" id="{28870216-15D8-52CD-8135-C391F98C50AB}"/>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405878" y="5969039"/>
            <a:ext cx="442398" cy="616570"/>
          </a:xfrm>
          <a:prstGeom prst="rect">
            <a:avLst/>
          </a:prstGeom>
        </p:spPr>
      </p:pic>
    </p:spTree>
    <p:extLst>
      <p:ext uri="{BB962C8B-B14F-4D97-AF65-F5344CB8AC3E}">
        <p14:creationId xmlns:p14="http://schemas.microsoft.com/office/powerpoint/2010/main" val="26526501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Utilisation d'autres formats d'affichage</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196781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ttangolo 47">
            <a:extLst>
              <a:ext uri="{FF2B5EF4-FFF2-40B4-BE49-F238E27FC236}">
                <a16:creationId xmlns:a16="http://schemas.microsoft.com/office/drawing/2014/main" id="{C6A73ADB-5E5F-2F4A-D708-144CAC83AC9E}"/>
              </a:ext>
            </a:extLst>
          </p:cNvPr>
          <p:cNvSpPr/>
          <p:nvPr/>
        </p:nvSpPr>
        <p:spPr>
          <a:xfrm>
            <a:off x="10381130" y="2016983"/>
            <a:ext cx="1357474" cy="15400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D570E261-B709-0378-3599-EF921D7A580B}"/>
              </a:ext>
            </a:extLst>
          </p:cNvPr>
          <p:cNvSpPr>
            <a:spLocks noGrp="1"/>
          </p:cNvSpPr>
          <p:nvPr>
            <p:ph type="title"/>
          </p:nvPr>
        </p:nvSpPr>
        <p:spPr/>
        <p:txBody>
          <a:bodyPr/>
          <a:lstStyle/>
          <a:p>
            <a:r>
              <a:rPr lang="en-US" dirty="0"/>
              <a:t>Garder le fond, adapter la forme</a:t>
            </a:r>
          </a:p>
        </p:txBody>
      </p:sp>
      <p:sp>
        <p:nvSpPr>
          <p:cNvPr id="5" name="Segnaposto contenuto 4">
            <a:extLst>
              <a:ext uri="{FF2B5EF4-FFF2-40B4-BE49-F238E27FC236}">
                <a16:creationId xmlns:a16="http://schemas.microsoft.com/office/drawing/2014/main" id="{D0773DA2-481E-39FC-A750-2ABF11BBE50F}"/>
              </a:ext>
            </a:extLst>
          </p:cNvPr>
          <p:cNvSpPr>
            <a:spLocks noGrp="1"/>
          </p:cNvSpPr>
          <p:nvPr>
            <p:ph idx="1"/>
          </p:nvPr>
        </p:nvSpPr>
        <p:spPr>
          <a:xfrm>
            <a:off x="838200" y="1825625"/>
            <a:ext cx="4026408" cy="4351338"/>
          </a:xfrm>
        </p:spPr>
        <p:txBody>
          <a:bodyPr>
            <a:normAutofit fontScale="77500" lnSpcReduction="20000"/>
          </a:bodyPr>
          <a:lstStyle/>
          <a:p>
            <a:pPr marL="0" indent="0">
              <a:buNone/>
            </a:pPr>
            <a:r>
              <a:rPr lang="en-US" sz="2000" dirty="0"/>
              <a:t>Les </a:t>
            </a:r>
            <a:r>
              <a:rPr lang="en-US" sz="2000" dirty="0" err="1"/>
              <a:t>Canevas</a:t>
            </a:r>
            <a:r>
              <a:rPr lang="en-US" sz="2000" dirty="0"/>
              <a:t> des 6 POURQUOI </a:t>
            </a:r>
            <a:r>
              <a:rPr lang="en-US" sz="2000" dirty="0" err="1"/>
              <a:t>sont</a:t>
            </a:r>
            <a:r>
              <a:rPr lang="en-US" sz="2000" dirty="0"/>
              <a:t> faits (et </a:t>
            </a:r>
            <a:r>
              <a:rPr lang="en-US" sz="2000" dirty="0" err="1"/>
              <a:t>nommés</a:t>
            </a:r>
            <a:r>
              <a:rPr lang="en-US" sz="2000" dirty="0"/>
              <a:t>) pour se souvenir facilement des aspects clés des objectifs d'un projet / produit.</a:t>
            </a:r>
          </a:p>
          <a:p>
            <a:pPr marL="0" indent="0">
              <a:buNone/>
            </a:pPr>
            <a:endParaRPr lang="en-US" sz="2000" dirty="0"/>
          </a:p>
          <a:p>
            <a:pPr marL="0" indent="0">
              <a:buNone/>
            </a:pPr>
            <a:r>
              <a:rPr lang="en-US" sz="2000" dirty="0"/>
              <a:t>Les </a:t>
            </a:r>
            <a:r>
              <a:rPr lang="en-US" sz="2000" dirty="0" err="1"/>
              <a:t>Canevas</a:t>
            </a:r>
            <a:r>
              <a:rPr lang="en-US" sz="2000" dirty="0"/>
              <a:t> </a:t>
            </a:r>
            <a:r>
              <a:rPr lang="en-US" sz="2000" dirty="0" err="1"/>
              <a:t>sont</a:t>
            </a:r>
            <a:r>
              <a:rPr lang="en-US" sz="2000" dirty="0"/>
              <a:t> faits pour simplifier l'expression, compléter les informations et discuter plus facilement.</a:t>
            </a:r>
          </a:p>
          <a:p>
            <a:pPr marL="0" indent="0">
              <a:buNone/>
            </a:pPr>
            <a:endParaRPr lang="en-US" sz="2000" dirty="0"/>
          </a:p>
          <a:p>
            <a:pPr marL="0" indent="0">
              <a:buNone/>
            </a:pPr>
            <a:r>
              <a:rPr lang="en-US" sz="2000" dirty="0"/>
              <a:t>Si une forme particulière est inconfortable, peu familière ou difficile à utiliser, la même information peut être traitée avec d'autres formats d'affichage que les </a:t>
            </a:r>
            <a:r>
              <a:rPr lang="en-US" sz="2000" dirty="0" err="1"/>
              <a:t>Canevas</a:t>
            </a:r>
            <a:r>
              <a:rPr lang="en-US" sz="2000" dirty="0"/>
              <a:t> </a:t>
            </a:r>
            <a:r>
              <a:rPr lang="en-US" sz="2000" dirty="0" err="1"/>
              <a:t>visuels</a:t>
            </a:r>
            <a:r>
              <a:rPr lang="en-US" sz="2000" dirty="0"/>
              <a:t> comme la pyramide, la ligne de temps ou l'arbre.</a:t>
            </a:r>
          </a:p>
          <a:p>
            <a:pPr marL="0" indent="0">
              <a:buNone/>
            </a:pPr>
            <a:endParaRPr lang="en-US" sz="2000" dirty="0"/>
          </a:p>
          <a:p>
            <a:pPr marL="0" indent="0">
              <a:buNone/>
            </a:pPr>
            <a:r>
              <a:rPr lang="en-US" sz="2000" dirty="0"/>
              <a:t>Les diapositives suivantes présentent les 6 </a:t>
            </a:r>
            <a:r>
              <a:rPr lang="en-US" sz="2000" dirty="0" err="1"/>
              <a:t>canevas</a:t>
            </a:r>
            <a:r>
              <a:rPr lang="en-US" sz="2000" dirty="0"/>
              <a:t> POURQUOI sous forme de feuilles de calcul, mais il en existe beaucoup d'autres que vous pouvez utiliser.</a:t>
            </a:r>
          </a:p>
        </p:txBody>
      </p:sp>
      <p:grpSp>
        <p:nvGrpSpPr>
          <p:cNvPr id="6" name="Groupe 2">
            <a:extLst>
              <a:ext uri="{FF2B5EF4-FFF2-40B4-BE49-F238E27FC236}">
                <a16:creationId xmlns:a16="http://schemas.microsoft.com/office/drawing/2014/main" id="{6E55E173-5DCE-DB03-7D89-1345E36C0974}"/>
              </a:ext>
            </a:extLst>
          </p:cNvPr>
          <p:cNvGrpSpPr/>
          <p:nvPr/>
        </p:nvGrpSpPr>
        <p:grpSpPr>
          <a:xfrm>
            <a:off x="5977294" y="1859291"/>
            <a:ext cx="1444635" cy="1532205"/>
            <a:chOff x="6900539" y="986484"/>
            <a:chExt cx="5204718" cy="5520217"/>
          </a:xfrm>
        </p:grpSpPr>
        <p:sp>
          <p:nvSpPr>
            <p:cNvPr id="7" name="Rectangle 186">
              <a:extLst>
                <a:ext uri="{FF2B5EF4-FFF2-40B4-BE49-F238E27FC236}">
                  <a16:creationId xmlns:a16="http://schemas.microsoft.com/office/drawing/2014/main" id="{8C4A59D4-2354-0CD0-7FAA-43BE548638A9}"/>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 de base</a:t>
              </a:r>
            </a:p>
          </p:txBody>
        </p:sp>
        <p:sp>
          <p:nvSpPr>
            <p:cNvPr id="8" name="Rectangle 197">
              <a:extLst>
                <a:ext uri="{FF2B5EF4-FFF2-40B4-BE49-F238E27FC236}">
                  <a16:creationId xmlns:a16="http://schemas.microsoft.com/office/drawing/2014/main" id="{DE7E3FF4-C2F0-F8AB-C735-93FDCA902041}"/>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9" name="Rectangle 198">
              <a:extLst>
                <a:ext uri="{FF2B5EF4-FFF2-40B4-BE49-F238E27FC236}">
                  <a16:creationId xmlns:a16="http://schemas.microsoft.com/office/drawing/2014/main" id="{94F1FF0D-7F9A-09C8-A47C-ADB2E652EA6F}"/>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10" name="Rectangle 199">
              <a:extLst>
                <a:ext uri="{FF2B5EF4-FFF2-40B4-BE49-F238E27FC236}">
                  <a16:creationId xmlns:a16="http://schemas.microsoft.com/office/drawing/2014/main" id="{007F4B43-396D-9BF4-87BF-E22BD0B1004C}"/>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1" name="Rectangle 200">
              <a:extLst>
                <a:ext uri="{FF2B5EF4-FFF2-40B4-BE49-F238E27FC236}">
                  <a16:creationId xmlns:a16="http://schemas.microsoft.com/office/drawing/2014/main" id="{A4844AE6-169E-28B1-C675-0F9D373E7C69}"/>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2" name="Rectangle 201">
              <a:extLst>
                <a:ext uri="{FF2B5EF4-FFF2-40B4-BE49-F238E27FC236}">
                  <a16:creationId xmlns:a16="http://schemas.microsoft.com/office/drawing/2014/main" id="{230196F5-A8A8-229C-70BE-582B1287E684}"/>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3" name="Rectangle 202">
              <a:extLst>
                <a:ext uri="{FF2B5EF4-FFF2-40B4-BE49-F238E27FC236}">
                  <a16:creationId xmlns:a16="http://schemas.microsoft.com/office/drawing/2014/main" id="{0C06E5D0-1280-30B3-D24D-52CACFE8A28C}"/>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sp>
          <p:nvSpPr>
            <p:cNvPr id="14" name="Rectangle 203">
              <a:extLst>
                <a:ext uri="{FF2B5EF4-FFF2-40B4-BE49-F238E27FC236}">
                  <a16:creationId xmlns:a16="http://schemas.microsoft.com/office/drawing/2014/main" id="{8B092454-C562-52F5-04D8-48FC9C8CA4C7}"/>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5" name="Rectangle 204">
              <a:extLst>
                <a:ext uri="{FF2B5EF4-FFF2-40B4-BE49-F238E27FC236}">
                  <a16:creationId xmlns:a16="http://schemas.microsoft.com/office/drawing/2014/main" id="{E57A82CE-CEA0-6492-C375-FAFBF6CEDA05}"/>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Concrétisation</a:t>
              </a:r>
            </a:p>
          </p:txBody>
        </p:sp>
        <p:sp>
          <p:nvSpPr>
            <p:cNvPr id="16" name="Rectangle 205">
              <a:extLst>
                <a:ext uri="{FF2B5EF4-FFF2-40B4-BE49-F238E27FC236}">
                  <a16:creationId xmlns:a16="http://schemas.microsoft.com/office/drawing/2014/main" id="{AB1B7CA8-FF19-D56B-8404-5D19ACFBE2B8}"/>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17" name="Rectangle 206">
              <a:extLst>
                <a:ext uri="{FF2B5EF4-FFF2-40B4-BE49-F238E27FC236}">
                  <a16:creationId xmlns:a16="http://schemas.microsoft.com/office/drawing/2014/main" id="{1A049B48-E5B5-5589-8B18-770035E4F64C}"/>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sp>
          <p:nvSpPr>
            <p:cNvPr id="18" name="Rectangle 207">
              <a:extLst>
                <a:ext uri="{FF2B5EF4-FFF2-40B4-BE49-F238E27FC236}">
                  <a16:creationId xmlns:a16="http://schemas.microsoft.com/office/drawing/2014/main" id="{7C9A5AF3-62ED-C118-ED75-EE40E84D39C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9" name="Rectangle 208">
              <a:extLst>
                <a:ext uri="{FF2B5EF4-FFF2-40B4-BE49-F238E27FC236}">
                  <a16:creationId xmlns:a16="http://schemas.microsoft.com/office/drawing/2014/main" id="{3DDA7CB3-449B-1695-F7AF-8E344A11E43E}"/>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20" name="Connecteur droit avec flèche 209">
              <a:extLst>
                <a:ext uri="{FF2B5EF4-FFF2-40B4-BE49-F238E27FC236}">
                  <a16:creationId xmlns:a16="http://schemas.microsoft.com/office/drawing/2014/main" id="{4809D367-C566-DE26-EFF5-CFBF9D15C804}"/>
                </a:ext>
              </a:extLst>
            </p:cNvPr>
            <p:cNvCxnSpPr>
              <a:cxnSpLocks/>
              <a:endCxn id="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10">
              <a:extLst>
                <a:ext uri="{FF2B5EF4-FFF2-40B4-BE49-F238E27FC236}">
                  <a16:creationId xmlns:a16="http://schemas.microsoft.com/office/drawing/2014/main" id="{E34313DE-35D8-1B49-49DA-DA2761DFDC9A}"/>
                </a:ext>
              </a:extLst>
            </p:cNvPr>
            <p:cNvCxnSpPr>
              <a:cxnSpLocks/>
              <a:stCxn id="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1">
              <a:extLst>
                <a:ext uri="{FF2B5EF4-FFF2-40B4-BE49-F238E27FC236}">
                  <a16:creationId xmlns:a16="http://schemas.microsoft.com/office/drawing/2014/main" id="{AE11DB7D-1B9B-03B8-36F8-2A48DCBFCD47}"/>
                </a:ext>
              </a:extLst>
            </p:cNvPr>
            <p:cNvCxnSpPr>
              <a:cxnSpLocks/>
              <a:stCxn id="7" idx="0"/>
              <a:endCxn id="1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12">
              <a:extLst>
                <a:ext uri="{FF2B5EF4-FFF2-40B4-BE49-F238E27FC236}">
                  <a16:creationId xmlns:a16="http://schemas.microsoft.com/office/drawing/2014/main" id="{5B7EE3E1-A2F8-2127-7728-054625A8BFA2}"/>
                </a:ext>
              </a:extLst>
            </p:cNvPr>
            <p:cNvCxnSpPr>
              <a:cxnSpLocks/>
              <a:stCxn id="7" idx="0"/>
              <a:endCxn id="1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13">
              <a:extLst>
                <a:ext uri="{FF2B5EF4-FFF2-40B4-BE49-F238E27FC236}">
                  <a16:creationId xmlns:a16="http://schemas.microsoft.com/office/drawing/2014/main" id="{7AFE3602-944F-551F-3F93-58B5C72BFFD6}"/>
                </a:ext>
              </a:extLst>
            </p:cNvPr>
            <p:cNvCxnSpPr>
              <a:cxnSpLocks/>
              <a:stCxn id="12" idx="0"/>
              <a:endCxn id="1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14">
              <a:extLst>
                <a:ext uri="{FF2B5EF4-FFF2-40B4-BE49-F238E27FC236}">
                  <a16:creationId xmlns:a16="http://schemas.microsoft.com/office/drawing/2014/main" id="{83D08B4A-0B15-9216-D599-7639BBE069B6}"/>
                </a:ext>
              </a:extLst>
            </p:cNvPr>
            <p:cNvCxnSpPr>
              <a:cxnSpLocks/>
              <a:stCxn id="9" idx="0"/>
              <a:endCxn id="1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15">
              <a:extLst>
                <a:ext uri="{FF2B5EF4-FFF2-40B4-BE49-F238E27FC236}">
                  <a16:creationId xmlns:a16="http://schemas.microsoft.com/office/drawing/2014/main" id="{77D34E9D-66C6-9C77-8ECE-4D66F20A9A24}"/>
                </a:ext>
              </a:extLst>
            </p:cNvPr>
            <p:cNvCxnSpPr>
              <a:cxnSpLocks/>
              <a:stCxn id="10" idx="0"/>
              <a:endCxn id="1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16">
              <a:extLst>
                <a:ext uri="{FF2B5EF4-FFF2-40B4-BE49-F238E27FC236}">
                  <a16:creationId xmlns:a16="http://schemas.microsoft.com/office/drawing/2014/main" id="{231D99BB-7C7F-7EC0-4958-10BF773A4E8F}"/>
                </a:ext>
              </a:extLst>
            </p:cNvPr>
            <p:cNvCxnSpPr>
              <a:cxnSpLocks/>
              <a:stCxn id="13" idx="0"/>
              <a:endCxn id="1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17">
              <a:extLst>
                <a:ext uri="{FF2B5EF4-FFF2-40B4-BE49-F238E27FC236}">
                  <a16:creationId xmlns:a16="http://schemas.microsoft.com/office/drawing/2014/main" id="{1DB0F8CA-9426-3FB7-16CB-D6A67F15CAC1}"/>
                </a:ext>
              </a:extLst>
            </p:cNvPr>
            <p:cNvCxnSpPr>
              <a:cxnSpLocks/>
              <a:stCxn id="14" idx="0"/>
              <a:endCxn id="3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18">
              <a:extLst>
                <a:ext uri="{FF2B5EF4-FFF2-40B4-BE49-F238E27FC236}">
                  <a16:creationId xmlns:a16="http://schemas.microsoft.com/office/drawing/2014/main" id="{951F66A9-F900-5D9A-8166-46C5A8F10ED7}"/>
                </a:ext>
              </a:extLst>
            </p:cNvPr>
            <p:cNvCxnSpPr>
              <a:cxnSpLocks/>
              <a:stCxn id="10" idx="0"/>
              <a:endCxn id="1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19">
              <a:extLst>
                <a:ext uri="{FF2B5EF4-FFF2-40B4-BE49-F238E27FC236}">
                  <a16:creationId xmlns:a16="http://schemas.microsoft.com/office/drawing/2014/main" id="{A60D8FD6-4682-75EF-7936-6B04FC77B928}"/>
                </a:ext>
              </a:extLst>
            </p:cNvPr>
            <p:cNvCxnSpPr>
              <a:cxnSpLocks/>
              <a:stCxn id="15" idx="0"/>
              <a:endCxn id="1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220">
              <a:extLst>
                <a:ext uri="{FF2B5EF4-FFF2-40B4-BE49-F238E27FC236}">
                  <a16:creationId xmlns:a16="http://schemas.microsoft.com/office/drawing/2014/main" id="{F3412D28-95DE-8817-0DA4-041C16BC7A80}"/>
                </a:ext>
              </a:extLst>
            </p:cNvPr>
            <p:cNvCxnSpPr>
              <a:cxnSpLocks/>
              <a:stCxn id="16" idx="0"/>
              <a:endCxn id="1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221">
              <a:extLst>
                <a:ext uri="{FF2B5EF4-FFF2-40B4-BE49-F238E27FC236}">
                  <a16:creationId xmlns:a16="http://schemas.microsoft.com/office/drawing/2014/main" id="{7E267327-5B8C-1217-A03F-FFCC00861F3A}"/>
                </a:ext>
              </a:extLst>
            </p:cNvPr>
            <p:cNvCxnSpPr>
              <a:cxnSpLocks/>
              <a:stCxn id="17" idx="0"/>
              <a:endCxn id="1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3" name="Rectangle 222">
              <a:extLst>
                <a:ext uri="{FF2B5EF4-FFF2-40B4-BE49-F238E27FC236}">
                  <a16:creationId xmlns:a16="http://schemas.microsoft.com/office/drawing/2014/main" id="{76C9B45B-4940-9624-2B0D-A22A3931E014}"/>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Conséquence positive</a:t>
              </a:r>
            </a:p>
          </p:txBody>
        </p:sp>
        <p:cxnSp>
          <p:nvCxnSpPr>
            <p:cNvPr id="34" name="Connecteur droit avec flèche 223">
              <a:extLst>
                <a:ext uri="{FF2B5EF4-FFF2-40B4-BE49-F238E27FC236}">
                  <a16:creationId xmlns:a16="http://schemas.microsoft.com/office/drawing/2014/main" id="{DDE72B24-FF8C-A943-7F40-FC6CC5A1B01F}"/>
                </a:ext>
              </a:extLst>
            </p:cNvPr>
            <p:cNvCxnSpPr>
              <a:cxnSpLocks/>
              <a:stCxn id="15" idx="0"/>
              <a:endCxn id="3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5" name="Rectangle 224">
              <a:extLst>
                <a:ext uri="{FF2B5EF4-FFF2-40B4-BE49-F238E27FC236}">
                  <a16:creationId xmlns:a16="http://schemas.microsoft.com/office/drawing/2014/main" id="{86DD72F4-8E16-2BE6-94FC-CD6198AB5F40}"/>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36" name="Connecteur droit avec flèche 225">
              <a:extLst>
                <a:ext uri="{FF2B5EF4-FFF2-40B4-BE49-F238E27FC236}">
                  <a16:creationId xmlns:a16="http://schemas.microsoft.com/office/drawing/2014/main" id="{C35E004D-A07A-4745-B352-6020A44113E3}"/>
                </a:ext>
              </a:extLst>
            </p:cNvPr>
            <p:cNvCxnSpPr>
              <a:cxnSpLocks/>
              <a:stCxn id="9" idx="0"/>
              <a:endCxn id="3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7" name="Rectangle 226">
              <a:extLst>
                <a:ext uri="{FF2B5EF4-FFF2-40B4-BE49-F238E27FC236}">
                  <a16:creationId xmlns:a16="http://schemas.microsoft.com/office/drawing/2014/main" id="{3EDD27DF-FBA5-6FA0-02BD-AE2A79CDDE76}"/>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Concrétisation</a:t>
              </a:r>
            </a:p>
          </p:txBody>
        </p:sp>
      </p:grpSp>
      <p:sp>
        <p:nvSpPr>
          <p:cNvPr id="38" name="ZoneTexte 179">
            <a:extLst>
              <a:ext uri="{FF2B5EF4-FFF2-40B4-BE49-F238E27FC236}">
                <a16:creationId xmlns:a16="http://schemas.microsoft.com/office/drawing/2014/main" id="{68D39C0C-81BA-2950-2334-6CDC7E8930A9}"/>
              </a:ext>
            </a:extLst>
          </p:cNvPr>
          <p:cNvSpPr txBox="1"/>
          <p:nvPr/>
        </p:nvSpPr>
        <p:spPr>
          <a:xfrm>
            <a:off x="5619225" y="3625175"/>
            <a:ext cx="2031457" cy="954107"/>
          </a:xfrm>
          <a:prstGeom prst="rect">
            <a:avLst/>
          </a:prstGeom>
          <a:noFill/>
        </p:spPr>
        <p:txBody>
          <a:bodyPr wrap="square" rtlCol="0">
            <a:spAutoFit/>
          </a:bodyPr>
          <a:lstStyle/>
          <a:p>
            <a:pPr algn="ctr"/>
            <a:r>
              <a:rPr lang="en-US" sz="1400" b="1" dirty="0"/>
              <a:t>FORMAT VISUEL : </a:t>
            </a:r>
          </a:p>
          <a:p>
            <a:pPr algn="ctr"/>
            <a:r>
              <a:rPr lang="en-US" sz="1400" dirty="0"/>
              <a:t>Mieux pour les ateliers visuels sur des tableaux blancs virtuels ou réels</a:t>
            </a:r>
          </a:p>
        </p:txBody>
      </p:sp>
      <p:sp>
        <p:nvSpPr>
          <p:cNvPr id="39" name="ZoneTexte 179">
            <a:extLst>
              <a:ext uri="{FF2B5EF4-FFF2-40B4-BE49-F238E27FC236}">
                <a16:creationId xmlns:a16="http://schemas.microsoft.com/office/drawing/2014/main" id="{408FD2F8-8BF8-7395-AE22-990D6A2676AE}"/>
              </a:ext>
            </a:extLst>
          </p:cNvPr>
          <p:cNvSpPr txBox="1"/>
          <p:nvPr/>
        </p:nvSpPr>
        <p:spPr>
          <a:xfrm>
            <a:off x="8156448" y="3625174"/>
            <a:ext cx="1560778" cy="954107"/>
          </a:xfrm>
          <a:prstGeom prst="rect">
            <a:avLst/>
          </a:prstGeom>
          <a:noFill/>
        </p:spPr>
        <p:txBody>
          <a:bodyPr wrap="square" rtlCol="0">
            <a:spAutoFit/>
          </a:bodyPr>
          <a:lstStyle/>
          <a:p>
            <a:pPr algn="ctr"/>
            <a:r>
              <a:rPr lang="en-US" sz="1400" b="1" dirty="0"/>
              <a:t>FORMAT DE FEUILLE DE CALCUL : </a:t>
            </a:r>
          </a:p>
          <a:p>
            <a:pPr algn="ctr"/>
            <a:r>
              <a:rPr lang="en-US" sz="1400" dirty="0"/>
              <a:t>Mieux pour le traitement des données</a:t>
            </a:r>
          </a:p>
        </p:txBody>
      </p:sp>
      <p:sp>
        <p:nvSpPr>
          <p:cNvPr id="40" name="ZoneTexte 179">
            <a:extLst>
              <a:ext uri="{FF2B5EF4-FFF2-40B4-BE49-F238E27FC236}">
                <a16:creationId xmlns:a16="http://schemas.microsoft.com/office/drawing/2014/main" id="{9B90D028-36D7-D49F-4560-AA6E4BC026B2}"/>
              </a:ext>
            </a:extLst>
          </p:cNvPr>
          <p:cNvSpPr txBox="1"/>
          <p:nvPr/>
        </p:nvSpPr>
        <p:spPr>
          <a:xfrm>
            <a:off x="10305288" y="3625173"/>
            <a:ext cx="1560778" cy="738664"/>
          </a:xfrm>
          <a:prstGeom prst="rect">
            <a:avLst/>
          </a:prstGeom>
          <a:noFill/>
        </p:spPr>
        <p:txBody>
          <a:bodyPr wrap="square" rtlCol="0">
            <a:spAutoFit/>
          </a:bodyPr>
          <a:lstStyle/>
          <a:p>
            <a:pPr algn="ctr"/>
            <a:r>
              <a:rPr lang="en-US" sz="1400" b="1" dirty="0"/>
              <a:t>FORMAT DES FORMES : </a:t>
            </a:r>
          </a:p>
          <a:p>
            <a:pPr algn="ctr"/>
            <a:r>
              <a:rPr lang="en-US" sz="1400" dirty="0"/>
              <a:t>Mieux pour la collecte de données</a:t>
            </a:r>
          </a:p>
        </p:txBody>
      </p:sp>
      <p:sp>
        <p:nvSpPr>
          <p:cNvPr id="41" name="ZoneTexte 179">
            <a:extLst>
              <a:ext uri="{FF2B5EF4-FFF2-40B4-BE49-F238E27FC236}">
                <a16:creationId xmlns:a16="http://schemas.microsoft.com/office/drawing/2014/main" id="{CEF4F6A5-7CED-895A-DF50-8386E17FFCD9}"/>
              </a:ext>
            </a:extLst>
          </p:cNvPr>
          <p:cNvSpPr txBox="1"/>
          <p:nvPr/>
        </p:nvSpPr>
        <p:spPr>
          <a:xfrm>
            <a:off x="7151552" y="5914533"/>
            <a:ext cx="1560778" cy="738664"/>
          </a:xfrm>
          <a:prstGeom prst="rect">
            <a:avLst/>
          </a:prstGeom>
          <a:noFill/>
        </p:spPr>
        <p:txBody>
          <a:bodyPr wrap="square" rtlCol="0">
            <a:spAutoFit/>
          </a:bodyPr>
          <a:lstStyle/>
          <a:p>
            <a:pPr algn="ctr"/>
            <a:r>
              <a:rPr lang="en-US" sz="1400" b="1" dirty="0"/>
              <a:t>FORMAT DU TEXTE : </a:t>
            </a:r>
          </a:p>
          <a:p>
            <a:pPr algn="ctr"/>
            <a:r>
              <a:rPr lang="en-US" sz="1400" dirty="0"/>
              <a:t>Plus simple pour l'enregistrement</a:t>
            </a:r>
          </a:p>
        </p:txBody>
      </p:sp>
      <p:sp>
        <p:nvSpPr>
          <p:cNvPr id="42" name="ZoneTexte 179">
            <a:extLst>
              <a:ext uri="{FF2B5EF4-FFF2-40B4-BE49-F238E27FC236}">
                <a16:creationId xmlns:a16="http://schemas.microsoft.com/office/drawing/2014/main" id="{06B0EB1A-074B-59B0-F276-6DD84F9767BB}"/>
              </a:ext>
            </a:extLst>
          </p:cNvPr>
          <p:cNvSpPr txBox="1"/>
          <p:nvPr/>
        </p:nvSpPr>
        <p:spPr>
          <a:xfrm>
            <a:off x="9783878" y="5914533"/>
            <a:ext cx="1560778" cy="738664"/>
          </a:xfrm>
          <a:prstGeom prst="rect">
            <a:avLst/>
          </a:prstGeom>
          <a:noFill/>
        </p:spPr>
        <p:txBody>
          <a:bodyPr wrap="square" rtlCol="0">
            <a:spAutoFit/>
          </a:bodyPr>
          <a:lstStyle/>
          <a:p>
            <a:pPr algn="ctr"/>
            <a:r>
              <a:rPr lang="en-US" sz="1400" b="1" dirty="0"/>
              <a:t>FORMAT DE TALK : </a:t>
            </a:r>
          </a:p>
          <a:p>
            <a:pPr algn="ctr"/>
            <a:r>
              <a:rPr lang="en-US" sz="1400" dirty="0"/>
              <a:t>Plus simple pour l'expression</a:t>
            </a:r>
          </a:p>
        </p:txBody>
      </p:sp>
      <p:graphicFrame>
        <p:nvGraphicFramePr>
          <p:cNvPr id="43" name="Tabella 43">
            <a:extLst>
              <a:ext uri="{FF2B5EF4-FFF2-40B4-BE49-F238E27FC236}">
                <a16:creationId xmlns:a16="http://schemas.microsoft.com/office/drawing/2014/main" id="{807204ED-04EA-8592-602B-36FC6BA93575}"/>
              </a:ext>
            </a:extLst>
          </p:cNvPr>
          <p:cNvGraphicFramePr>
            <a:graphicFrameLocks noGrp="1"/>
          </p:cNvGraphicFramePr>
          <p:nvPr>
            <p:extLst>
              <p:ext uri="{D42A27DB-BD31-4B8C-83A1-F6EECF244321}">
                <p14:modId xmlns:p14="http://schemas.microsoft.com/office/powerpoint/2010/main" val="1673467225"/>
              </p:ext>
            </p:extLst>
          </p:nvPr>
        </p:nvGraphicFramePr>
        <p:xfrm>
          <a:off x="8405930" y="2366889"/>
          <a:ext cx="1166580" cy="1097280"/>
        </p:xfrm>
        <a:graphic>
          <a:graphicData uri="http://schemas.openxmlformats.org/drawingml/2006/table">
            <a:tbl>
              <a:tblPr firstRow="1" bandRow="1">
                <a:tableStyleId>{5C22544A-7EE6-4342-B048-85BDC9FD1C3A}</a:tableStyleId>
              </a:tblPr>
              <a:tblGrid>
                <a:gridCol w="583290">
                  <a:extLst>
                    <a:ext uri="{9D8B030D-6E8A-4147-A177-3AD203B41FA5}">
                      <a16:colId xmlns:a16="http://schemas.microsoft.com/office/drawing/2014/main" val="2499756692"/>
                    </a:ext>
                  </a:extLst>
                </a:gridCol>
                <a:gridCol w="583290">
                  <a:extLst>
                    <a:ext uri="{9D8B030D-6E8A-4147-A177-3AD203B41FA5}">
                      <a16:colId xmlns:a16="http://schemas.microsoft.com/office/drawing/2014/main" val="3427052145"/>
                    </a:ext>
                  </a:extLst>
                </a:gridCol>
              </a:tblGrid>
              <a:tr h="297311">
                <a:tc>
                  <a:txBody>
                    <a:bodyPr/>
                    <a:lstStyle/>
                    <a:p>
                      <a:endParaRPr lang="en-US" dirty="0"/>
                    </a:p>
                  </a:txBody>
                  <a:tcPr>
                    <a:solidFill>
                      <a:schemeClr val="tx1"/>
                    </a:solidFill>
                  </a:tcPr>
                </a:tc>
                <a:tc>
                  <a:txBody>
                    <a:bodyPr/>
                    <a:lstStyle/>
                    <a:p>
                      <a:endParaRPr lang="en-US"/>
                    </a:p>
                  </a:txBody>
                  <a:tcPr>
                    <a:solidFill>
                      <a:schemeClr val="tx1"/>
                    </a:solidFill>
                  </a:tcPr>
                </a:tc>
                <a:extLst>
                  <a:ext uri="{0D108BD9-81ED-4DB2-BD59-A6C34878D82A}">
                    <a16:rowId xmlns:a16="http://schemas.microsoft.com/office/drawing/2014/main" val="2417356727"/>
                  </a:ext>
                </a:extLst>
              </a:tr>
              <a:tr h="297311">
                <a:tc>
                  <a:txBody>
                    <a:bodyPr/>
                    <a:lstStyle/>
                    <a:p>
                      <a:endParaRPr lang="en-US"/>
                    </a:p>
                  </a:txBody>
                  <a:tcPr>
                    <a:solidFill>
                      <a:schemeClr val="tx1"/>
                    </a:solidFill>
                  </a:tcPr>
                </a:tc>
                <a:tc>
                  <a:txBody>
                    <a:bodyPr/>
                    <a:lstStyle/>
                    <a:p>
                      <a:endParaRPr lang="en-US"/>
                    </a:p>
                  </a:txBody>
                  <a:tcPr>
                    <a:solidFill>
                      <a:schemeClr val="tx1"/>
                    </a:solidFill>
                  </a:tcPr>
                </a:tc>
                <a:extLst>
                  <a:ext uri="{0D108BD9-81ED-4DB2-BD59-A6C34878D82A}">
                    <a16:rowId xmlns:a16="http://schemas.microsoft.com/office/drawing/2014/main" val="533508022"/>
                  </a:ext>
                </a:extLst>
              </a:tr>
              <a:tr h="297311">
                <a:tc>
                  <a:txBody>
                    <a:bodyPr/>
                    <a:lstStyle/>
                    <a:p>
                      <a:endParaRPr lang="en-US"/>
                    </a:p>
                  </a:txBody>
                  <a:tcPr>
                    <a:solidFill>
                      <a:schemeClr val="tx1"/>
                    </a:solidFill>
                  </a:tcPr>
                </a:tc>
                <a:tc>
                  <a:txBody>
                    <a:bodyPr/>
                    <a:lstStyle/>
                    <a:p>
                      <a:endParaRPr lang="en-US" dirty="0"/>
                    </a:p>
                  </a:txBody>
                  <a:tcPr>
                    <a:solidFill>
                      <a:schemeClr val="tx1"/>
                    </a:solidFill>
                  </a:tcPr>
                </a:tc>
                <a:extLst>
                  <a:ext uri="{0D108BD9-81ED-4DB2-BD59-A6C34878D82A}">
                    <a16:rowId xmlns:a16="http://schemas.microsoft.com/office/drawing/2014/main" val="3437958282"/>
                  </a:ext>
                </a:extLst>
              </a:tr>
            </a:tbl>
          </a:graphicData>
        </a:graphic>
      </p:graphicFrame>
      <p:sp>
        <p:nvSpPr>
          <p:cNvPr id="44" name="Ovale 43">
            <a:extLst>
              <a:ext uri="{FF2B5EF4-FFF2-40B4-BE49-F238E27FC236}">
                <a16:creationId xmlns:a16="http://schemas.microsoft.com/office/drawing/2014/main" id="{5DE51792-4A0A-BFD1-5A73-9CF333533AD8}"/>
              </a:ext>
            </a:extLst>
          </p:cNvPr>
          <p:cNvSpPr/>
          <p:nvPr/>
        </p:nvSpPr>
        <p:spPr>
          <a:xfrm>
            <a:off x="10497312" y="2237664"/>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e 44">
            <a:extLst>
              <a:ext uri="{FF2B5EF4-FFF2-40B4-BE49-F238E27FC236}">
                <a16:creationId xmlns:a16="http://schemas.microsoft.com/office/drawing/2014/main" id="{DAE21D2A-9A6B-6F42-8AA5-65D04989A8C2}"/>
              </a:ext>
            </a:extLst>
          </p:cNvPr>
          <p:cNvSpPr/>
          <p:nvPr/>
        </p:nvSpPr>
        <p:spPr>
          <a:xfrm>
            <a:off x="10497312" y="2556666"/>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e 45">
            <a:extLst>
              <a:ext uri="{FF2B5EF4-FFF2-40B4-BE49-F238E27FC236}">
                <a16:creationId xmlns:a16="http://schemas.microsoft.com/office/drawing/2014/main" id="{FC4A5F3C-BF8D-801F-8E7A-EBE5005A9DF9}"/>
              </a:ext>
            </a:extLst>
          </p:cNvPr>
          <p:cNvSpPr/>
          <p:nvPr/>
        </p:nvSpPr>
        <p:spPr>
          <a:xfrm>
            <a:off x="10497312" y="2875668"/>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e 46">
            <a:extLst>
              <a:ext uri="{FF2B5EF4-FFF2-40B4-BE49-F238E27FC236}">
                <a16:creationId xmlns:a16="http://schemas.microsoft.com/office/drawing/2014/main" id="{F3305FAD-B2F3-A26F-0855-93AD6BAF4942}"/>
              </a:ext>
            </a:extLst>
          </p:cNvPr>
          <p:cNvSpPr/>
          <p:nvPr/>
        </p:nvSpPr>
        <p:spPr>
          <a:xfrm>
            <a:off x="10497312" y="3194669"/>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Elemento grafico 49" descr="Segno di spunta con riempimento a tinta unita">
            <a:extLst>
              <a:ext uri="{FF2B5EF4-FFF2-40B4-BE49-F238E27FC236}">
                <a16:creationId xmlns:a16="http://schemas.microsoft.com/office/drawing/2014/main" id="{8FA90640-3B7A-E9A5-873F-25E96E9049C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80416" y="2047398"/>
            <a:ext cx="346741" cy="346741"/>
          </a:xfrm>
          <a:prstGeom prst="rect">
            <a:avLst/>
          </a:prstGeom>
        </p:spPr>
      </p:pic>
      <p:pic>
        <p:nvPicPr>
          <p:cNvPr id="51" name="Elemento grafico 50" descr="Segno di spunta con riempimento a tinta unita">
            <a:extLst>
              <a:ext uri="{FF2B5EF4-FFF2-40B4-BE49-F238E27FC236}">
                <a16:creationId xmlns:a16="http://schemas.microsoft.com/office/drawing/2014/main" id="{2895584C-77C9-79AD-767C-B7ED5C30A40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97312" y="2722476"/>
            <a:ext cx="346741" cy="346741"/>
          </a:xfrm>
          <a:prstGeom prst="rect">
            <a:avLst/>
          </a:prstGeom>
        </p:spPr>
      </p:pic>
      <p:sp>
        <p:nvSpPr>
          <p:cNvPr id="52" name="ZoneTexte 179">
            <a:extLst>
              <a:ext uri="{FF2B5EF4-FFF2-40B4-BE49-F238E27FC236}">
                <a16:creationId xmlns:a16="http://schemas.microsoft.com/office/drawing/2014/main" id="{8528BE5A-B3AC-61C0-633B-72ED423F985A}"/>
              </a:ext>
            </a:extLst>
          </p:cNvPr>
          <p:cNvSpPr txBox="1"/>
          <p:nvPr/>
        </p:nvSpPr>
        <p:spPr>
          <a:xfrm>
            <a:off x="7273146" y="4976715"/>
            <a:ext cx="1192578" cy="738664"/>
          </a:xfrm>
          <a:prstGeom prst="rect">
            <a:avLst/>
          </a:prstGeom>
          <a:noFill/>
          <a:ln>
            <a:solidFill>
              <a:schemeClr val="tx1"/>
            </a:solidFill>
          </a:ln>
        </p:spPr>
        <p:txBody>
          <a:bodyPr wrap="square" rtlCol="0">
            <a:spAutoFit/>
          </a:bodyPr>
          <a:lstStyle/>
          <a:p>
            <a:pPr algn="ctr"/>
            <a:r>
              <a:rPr lang="en-US" sz="1400" i="1" dirty="0"/>
              <a:t>Lorem Ipsum</a:t>
            </a:r>
          </a:p>
          <a:p>
            <a:pPr algn="ctr"/>
            <a:r>
              <a:rPr lang="en-US" sz="1400" i="1" dirty="0"/>
              <a:t>Lorem Ipsum</a:t>
            </a:r>
          </a:p>
          <a:p>
            <a:pPr algn="ctr"/>
            <a:endParaRPr lang="en-US" sz="1400" i="1" dirty="0"/>
          </a:p>
        </p:txBody>
      </p:sp>
      <p:sp>
        <p:nvSpPr>
          <p:cNvPr id="53" name="Bulle narrative : ronde 11">
            <a:extLst>
              <a:ext uri="{FF2B5EF4-FFF2-40B4-BE49-F238E27FC236}">
                <a16:creationId xmlns:a16="http://schemas.microsoft.com/office/drawing/2014/main" id="{3A6F9C31-919E-7118-115A-176FF7283821}"/>
              </a:ext>
            </a:extLst>
          </p:cNvPr>
          <p:cNvSpPr/>
          <p:nvPr/>
        </p:nvSpPr>
        <p:spPr>
          <a:xfrm>
            <a:off x="9567102" y="5003702"/>
            <a:ext cx="1994329" cy="751215"/>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Tree>
    <p:extLst>
      <p:ext uri="{BB962C8B-B14F-4D97-AF65-F5344CB8AC3E}">
        <p14:creationId xmlns:p14="http://schemas.microsoft.com/office/powerpoint/2010/main" val="37545324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0323F-D267-4C75-906C-E32C71BBED5C}"/>
              </a:ext>
            </a:extLst>
          </p:cNvPr>
          <p:cNvSpPr>
            <a:spLocks noGrp="1"/>
          </p:cNvSpPr>
          <p:nvPr>
            <p:ph type="title"/>
          </p:nvPr>
        </p:nvSpPr>
        <p:spPr/>
        <p:txBody>
          <a:bodyPr>
            <a:normAutofit/>
          </a:bodyPr>
          <a:lstStyle/>
          <a:p>
            <a:r>
              <a:rPr lang="en-US" dirty="0"/>
              <a:t>Version simplifiée du </a:t>
            </a:r>
            <a:r>
              <a:rPr lang="en-US" b="1" dirty="0" err="1"/>
              <a:t>canevas</a:t>
            </a:r>
            <a:r>
              <a:rPr lang="en-US" b="1" dirty="0"/>
              <a:t> POURQUOI d’un </a:t>
            </a:r>
            <a:r>
              <a:rPr lang="en-US" dirty="0" err="1"/>
              <a:t>projet</a:t>
            </a:r>
            <a:r>
              <a:rPr lang="en-US" dirty="0"/>
              <a:t> / </a:t>
            </a:r>
            <a:r>
              <a:rPr lang="en-US" dirty="0" err="1"/>
              <a:t>produit</a:t>
            </a:r>
            <a:endParaRPr lang="en-US" b="1" dirty="0"/>
          </a:p>
        </p:txBody>
      </p:sp>
      <p:sp>
        <p:nvSpPr>
          <p:cNvPr id="3" name="Espace réservé du contenu 2">
            <a:extLst>
              <a:ext uri="{FF2B5EF4-FFF2-40B4-BE49-F238E27FC236}">
                <a16:creationId xmlns:a16="http://schemas.microsoft.com/office/drawing/2014/main" id="{754F3EAC-1436-438D-8F6E-925CC75E2260}"/>
              </a:ext>
            </a:extLst>
          </p:cNvPr>
          <p:cNvSpPr>
            <a:spLocks noGrp="1"/>
          </p:cNvSpPr>
          <p:nvPr>
            <p:ph idx="1"/>
          </p:nvPr>
        </p:nvSpPr>
        <p:spPr>
          <a:xfrm>
            <a:off x="838200" y="1825625"/>
            <a:ext cx="10515600" cy="704511"/>
          </a:xfrm>
        </p:spPr>
        <p:txBody>
          <a:bodyPr>
            <a:normAutofit fontScale="85000" lnSpcReduction="20000"/>
          </a:bodyPr>
          <a:lstStyle/>
          <a:p>
            <a:pPr marL="0" indent="0">
              <a:buNone/>
            </a:pPr>
            <a:r>
              <a:rPr lang="en-US" sz="2000" dirty="0"/>
              <a:t>Il </a:t>
            </a:r>
            <a:r>
              <a:rPr lang="en-US" sz="2000" dirty="0" err="1"/>
              <a:t>s'agit</a:t>
            </a:r>
            <a:r>
              <a:rPr lang="en-US" sz="2000" dirty="0"/>
              <a:t> </a:t>
            </a:r>
            <a:r>
              <a:rPr lang="en-US" sz="2000" dirty="0" err="1"/>
              <a:t>d'une</a:t>
            </a:r>
            <a:r>
              <a:rPr lang="en-US" sz="2000" dirty="0"/>
              <a:t> version très </a:t>
            </a:r>
            <a:r>
              <a:rPr lang="en-US" sz="2000" dirty="0" err="1"/>
              <a:t>simplifiée</a:t>
            </a:r>
            <a:r>
              <a:rPr lang="en-US" sz="2000" dirty="0"/>
              <a:t> du </a:t>
            </a:r>
            <a:r>
              <a:rPr lang="en-US" sz="2000" dirty="0" err="1"/>
              <a:t>projet</a:t>
            </a:r>
            <a:r>
              <a:rPr lang="en-US" sz="2000" dirty="0"/>
              <a:t>/</a:t>
            </a:r>
            <a:r>
              <a:rPr lang="en-US" sz="2000" dirty="0" err="1"/>
              <a:t>produit</a:t>
            </a:r>
            <a:r>
              <a:rPr lang="en-US" sz="2000" dirty="0"/>
              <a:t> POURQUOI, sans les </a:t>
            </a:r>
            <a:r>
              <a:rPr lang="en-US" sz="2000" dirty="0" err="1"/>
              <a:t>métaphores</a:t>
            </a:r>
            <a:r>
              <a:rPr lang="en-US" sz="2000" dirty="0"/>
              <a:t> </a:t>
            </a:r>
            <a:r>
              <a:rPr lang="en-US" sz="2000" dirty="0" err="1"/>
              <a:t>visuelles</a:t>
            </a:r>
            <a:r>
              <a:rPr lang="en-US" sz="2000" dirty="0"/>
              <a:t> de </a:t>
            </a:r>
            <a:r>
              <a:rPr lang="en-US" sz="2000" dirty="0" err="1"/>
              <a:t>l'atelier</a:t>
            </a:r>
            <a:r>
              <a:rPr lang="en-US" sz="2000" dirty="0"/>
              <a:t>, et avec </a:t>
            </a:r>
            <a:r>
              <a:rPr lang="en-US" sz="2000" dirty="0" err="1"/>
              <a:t>moins</a:t>
            </a:r>
            <a:r>
              <a:rPr lang="en-US" sz="2000" dirty="0"/>
              <a:t> de </a:t>
            </a:r>
            <a:r>
              <a:rPr lang="en-US" sz="2000" dirty="0" err="1"/>
              <a:t>détails</a:t>
            </a:r>
            <a:r>
              <a:rPr lang="en-US" sz="2000" dirty="0"/>
              <a:t>. Il </a:t>
            </a:r>
            <a:r>
              <a:rPr lang="en-US" sz="2000" dirty="0" err="1"/>
              <a:t>peut</a:t>
            </a:r>
            <a:r>
              <a:rPr lang="en-US" sz="2000" dirty="0"/>
              <a:t> </a:t>
            </a:r>
            <a:r>
              <a:rPr lang="en-US" sz="2000" dirty="0" err="1"/>
              <a:t>être</a:t>
            </a:r>
            <a:r>
              <a:rPr lang="en-US" sz="2000" dirty="0"/>
              <a:t> </a:t>
            </a:r>
            <a:r>
              <a:rPr lang="en-US" sz="2000" dirty="0" err="1"/>
              <a:t>utilisé</a:t>
            </a:r>
            <a:r>
              <a:rPr lang="en-US" sz="2000" dirty="0"/>
              <a:t> </a:t>
            </a:r>
            <a:r>
              <a:rPr lang="en-US" sz="2000" dirty="0" err="1"/>
              <a:t>comme</a:t>
            </a:r>
            <a:r>
              <a:rPr lang="en-US" sz="2000" dirty="0"/>
              <a:t> un </a:t>
            </a:r>
            <a:r>
              <a:rPr lang="en-US" sz="2000" dirty="0" err="1"/>
              <a:t>canevas</a:t>
            </a:r>
            <a:r>
              <a:rPr lang="en-US" sz="2000" dirty="0"/>
              <a:t> de </a:t>
            </a:r>
            <a:r>
              <a:rPr lang="en-US" sz="2000" dirty="0" err="1"/>
              <a:t>départ</a:t>
            </a:r>
            <a:r>
              <a:rPr lang="en-US" sz="2000" dirty="0"/>
              <a:t> </a:t>
            </a:r>
            <a:r>
              <a:rPr lang="en-US" sz="2000" dirty="0" err="1"/>
              <a:t>ou</a:t>
            </a:r>
            <a:r>
              <a:rPr lang="en-US" sz="2000" dirty="0"/>
              <a:t> </a:t>
            </a:r>
            <a:r>
              <a:rPr lang="en-US" sz="2000" dirty="0" err="1"/>
              <a:t>lorsque</a:t>
            </a:r>
            <a:r>
              <a:rPr lang="en-US" sz="2000" dirty="0"/>
              <a:t> le temps </a:t>
            </a:r>
            <a:r>
              <a:rPr lang="en-US" sz="2000" dirty="0" err="1"/>
              <a:t>est</a:t>
            </a:r>
            <a:r>
              <a:rPr lang="en-US" sz="2000" dirty="0"/>
              <a:t> </a:t>
            </a:r>
            <a:r>
              <a:rPr lang="en-US" sz="2000" dirty="0" err="1"/>
              <a:t>compté</a:t>
            </a:r>
            <a:r>
              <a:rPr lang="en-US" sz="2000" dirty="0"/>
              <a:t>. Si </a:t>
            </a:r>
            <a:r>
              <a:rPr lang="en-US" sz="2000" dirty="0" err="1"/>
              <a:t>nécessaire</a:t>
            </a:r>
            <a:r>
              <a:rPr lang="en-US" sz="2000" dirty="0"/>
              <a:t>, on </a:t>
            </a:r>
            <a:r>
              <a:rPr lang="en-US" sz="2000" dirty="0" err="1"/>
              <a:t>peut</a:t>
            </a:r>
            <a:r>
              <a:rPr lang="en-US" sz="2000" dirty="0"/>
              <a:t> se reporter aux sous-ateliers pour plus de </a:t>
            </a:r>
            <a:r>
              <a:rPr lang="en-US" sz="2000" dirty="0" err="1"/>
              <a:t>détails</a:t>
            </a:r>
            <a:r>
              <a:rPr lang="en-US" sz="2000" dirty="0"/>
              <a:t>.</a:t>
            </a:r>
          </a:p>
        </p:txBody>
      </p:sp>
      <p:graphicFrame>
        <p:nvGraphicFramePr>
          <p:cNvPr id="4" name="Tableau 4">
            <a:extLst>
              <a:ext uri="{FF2B5EF4-FFF2-40B4-BE49-F238E27FC236}">
                <a16:creationId xmlns:a16="http://schemas.microsoft.com/office/drawing/2014/main" id="{A26FED53-CE8B-4A5C-AD4F-4FB3B0A64553}"/>
              </a:ext>
            </a:extLst>
          </p:cNvPr>
          <p:cNvGraphicFramePr>
            <a:graphicFrameLocks noGrp="1"/>
          </p:cNvGraphicFramePr>
          <p:nvPr>
            <p:extLst>
              <p:ext uri="{D42A27DB-BD31-4B8C-83A1-F6EECF244321}">
                <p14:modId xmlns:p14="http://schemas.microsoft.com/office/powerpoint/2010/main" val="2450477447"/>
              </p:ext>
            </p:extLst>
          </p:nvPr>
        </p:nvGraphicFramePr>
        <p:xfrm>
          <a:off x="593817" y="2739663"/>
          <a:ext cx="11195730" cy="3753212"/>
        </p:xfrm>
        <a:graphic>
          <a:graphicData uri="http://schemas.openxmlformats.org/drawingml/2006/table">
            <a:tbl>
              <a:tblPr firstRow="1" bandRow="1">
                <a:tableStyleId>{5C22544A-7EE6-4342-B048-85BDC9FD1C3A}</a:tableStyleId>
              </a:tblPr>
              <a:tblGrid>
                <a:gridCol w="3731910">
                  <a:extLst>
                    <a:ext uri="{9D8B030D-6E8A-4147-A177-3AD203B41FA5}">
                      <a16:colId xmlns:a16="http://schemas.microsoft.com/office/drawing/2014/main" val="4026071118"/>
                    </a:ext>
                  </a:extLst>
                </a:gridCol>
                <a:gridCol w="3731910">
                  <a:extLst>
                    <a:ext uri="{9D8B030D-6E8A-4147-A177-3AD203B41FA5}">
                      <a16:colId xmlns:a16="http://schemas.microsoft.com/office/drawing/2014/main" val="624515629"/>
                    </a:ext>
                  </a:extLst>
                </a:gridCol>
                <a:gridCol w="3731910">
                  <a:extLst>
                    <a:ext uri="{9D8B030D-6E8A-4147-A177-3AD203B41FA5}">
                      <a16:colId xmlns:a16="http://schemas.microsoft.com/office/drawing/2014/main" val="3925909638"/>
                    </a:ext>
                  </a:extLst>
                </a:gridCol>
              </a:tblGrid>
              <a:tr h="0">
                <a:tc>
                  <a:txBody>
                    <a:bodyPr/>
                    <a:lstStyle/>
                    <a:p>
                      <a:r>
                        <a:rPr lang="en-US" dirty="0"/>
                        <a:t>POURQUOI </a:t>
                      </a:r>
                      <a:r>
                        <a:rPr lang="en-US" dirty="0" err="1"/>
                        <a:t>ce</a:t>
                      </a:r>
                      <a:r>
                        <a:rPr lang="en-US" dirty="0"/>
                        <a:t> </a:t>
                      </a:r>
                      <a:r>
                        <a:rPr lang="en-US" dirty="0" err="1"/>
                        <a:t>projet</a:t>
                      </a:r>
                      <a:r>
                        <a:rPr lang="en-US" dirty="0"/>
                        <a:t> / </a:t>
                      </a:r>
                      <a:r>
                        <a:rPr lang="en-US" dirty="0" err="1"/>
                        <a:t>produit</a:t>
                      </a:r>
                      <a:r>
                        <a:rPr lang="en-US" dirty="0"/>
                        <a:t> ?</a:t>
                      </a:r>
                    </a:p>
                  </a:txBody>
                  <a:tcPr/>
                </a:tc>
                <a:tc>
                  <a:txBody>
                    <a:bodyPr/>
                    <a:lstStyle/>
                    <a:p>
                      <a:r>
                        <a:rPr lang="en-US" dirty="0" err="1"/>
                        <a:t>Pourquoi</a:t>
                      </a:r>
                      <a:r>
                        <a:rPr lang="en-US" dirty="0"/>
                        <a:t> nous ?</a:t>
                      </a:r>
                    </a:p>
                  </a:txBody>
                  <a:tcPr/>
                </a:tc>
                <a:tc>
                  <a:txBody>
                    <a:bodyPr/>
                    <a:lstStyle/>
                    <a:p>
                      <a:r>
                        <a:rPr lang="en-US"/>
                        <a:t>Pourquoi maintenant ?</a:t>
                      </a:r>
                    </a:p>
                  </a:txBody>
                  <a:tcPr/>
                </a:tc>
                <a:extLst>
                  <a:ext uri="{0D108BD9-81ED-4DB2-BD59-A6C34878D82A}">
                    <a16:rowId xmlns:a16="http://schemas.microsoft.com/office/drawing/2014/main" val="2565916048"/>
                  </a:ext>
                </a:extLst>
              </a:tr>
              <a:tr h="1510846">
                <a:tc>
                  <a:txBody>
                    <a:bodyPr/>
                    <a:lstStyle/>
                    <a:p>
                      <a:r>
                        <a:rPr lang="en-US" sz="1200" i="1"/>
                        <a:t>Quelle est notre cause ? Notre objectif ? Quelle histoire voulons-nous raconter ?</a:t>
                      </a:r>
                    </a:p>
                  </a:txBody>
                  <a:tcPr/>
                </a:tc>
                <a:tc>
                  <a:txBody>
                    <a:bodyPr/>
                    <a:lstStyle/>
                    <a:p>
                      <a:r>
                        <a:rPr lang="en-US" sz="1200" i="1"/>
                        <a:t>Qu'est-ce que chacun pense pouvoir apporter au projet/produit ? Que pouvons-nous commencer à construire ensemble ? Quels sont les défis que nous ne pouvons pas relever individuellement ?</a:t>
                      </a:r>
                    </a:p>
                  </a:txBody>
                  <a:tcPr/>
                </a:tc>
                <a:tc>
                  <a:txBody>
                    <a:bodyPr/>
                    <a:lstStyle/>
                    <a:p>
                      <a:r>
                        <a:rPr lang="en-US" sz="1200" i="1"/>
                        <a:t>Pourquoi n'avons-nous pas lancé le projet plus tôt ? Pourquoi ne pas attendre trop longtemps ? Comment tirer le meilleur parti de notre fenêtre d'opportunité ?</a:t>
                      </a:r>
                    </a:p>
                  </a:txBody>
                  <a:tcPr/>
                </a:tc>
                <a:extLst>
                  <a:ext uri="{0D108BD9-81ED-4DB2-BD59-A6C34878D82A}">
                    <a16:rowId xmlns:a16="http://schemas.microsoft.com/office/drawing/2014/main" val="1510266931"/>
                  </a:ext>
                </a:extLst>
              </a:tr>
              <a:tr h="0">
                <a:tc>
                  <a:txBody>
                    <a:bodyPr/>
                    <a:lstStyle/>
                    <a:p>
                      <a:r>
                        <a:rPr lang="en-US" b="1"/>
                        <a:t>Pourquoi ICI ? </a:t>
                      </a:r>
                    </a:p>
                  </a:txBody>
                  <a:tcPr>
                    <a:solidFill>
                      <a:schemeClr val="accent2"/>
                    </a:solidFill>
                  </a:tcPr>
                </a:tc>
                <a:tc>
                  <a:txBody>
                    <a:bodyPr/>
                    <a:lstStyle/>
                    <a:p>
                      <a:r>
                        <a:rPr lang="en-US" b="1"/>
                        <a:t>Pourquoi cela ?</a:t>
                      </a:r>
                    </a:p>
                  </a:txBody>
                  <a:tcPr>
                    <a:solidFill>
                      <a:schemeClr val="accent2"/>
                    </a:solidFill>
                  </a:tcPr>
                </a:tc>
                <a:tc>
                  <a:txBody>
                    <a:bodyPr/>
                    <a:lstStyle/>
                    <a:p>
                      <a:r>
                        <a:rPr lang="en-US" b="1"/>
                        <a:t>Pourquoi ne pas essayer ? </a:t>
                      </a:r>
                    </a:p>
                  </a:txBody>
                  <a:tcPr>
                    <a:solidFill>
                      <a:schemeClr val="accent2"/>
                    </a:solidFill>
                  </a:tcPr>
                </a:tc>
                <a:extLst>
                  <a:ext uri="{0D108BD9-81ED-4DB2-BD59-A6C34878D82A}">
                    <a16:rowId xmlns:a16="http://schemas.microsoft.com/office/drawing/2014/main" val="3486925273"/>
                  </a:ext>
                </a:extLst>
              </a:tr>
              <a:tr h="1510846">
                <a:tc>
                  <a:txBody>
                    <a:bodyPr/>
                    <a:lstStyle/>
                    <a:p>
                      <a:r>
                        <a:rPr lang="en-US" sz="1200" i="1"/>
                        <a:t>A qui s'adresse le projet / produit ? Pourquoi sont-ils de bonnes cibles ? Quels seront les impacts directs et indirects de notre projet / produit ?</a:t>
                      </a:r>
                    </a:p>
                  </a:txBody>
                  <a:tcPr>
                    <a:solidFill>
                      <a:schemeClr val="accent2">
                        <a:lumMod val="20000"/>
                        <a:lumOff val="80000"/>
                      </a:schemeClr>
                    </a:solidFill>
                  </a:tcPr>
                </a:tc>
                <a:tc>
                  <a:txBody>
                    <a:bodyPr/>
                    <a:lstStyle/>
                    <a:p>
                      <a:r>
                        <a:rPr lang="en-US" sz="1200" i="1"/>
                        <a:t>Pourquoi le projet / produit devrait-il être différent des activités quotidiennes en dehors du projet / produit ? Quelles seraient les différences ? Les similitudes ?</a:t>
                      </a:r>
                    </a:p>
                  </a:txBody>
                  <a:tcPr>
                    <a:solidFill>
                      <a:schemeClr val="accent2">
                        <a:lumMod val="20000"/>
                        <a:lumOff val="80000"/>
                      </a:schemeClr>
                    </a:solidFill>
                  </a:tcPr>
                </a:tc>
                <a:tc>
                  <a:txBody>
                    <a:bodyPr/>
                    <a:lstStyle/>
                    <a:p>
                      <a:r>
                        <a:rPr lang="en-US" sz="1200" i="1"/>
                        <a:t>Quelle est notre motivation première ? Quelles histoires pouvons-nous imaginer à partir d'un petit projet / produit de départ qui est vraiment motivé ? Quelles histoires pouvons-nous imaginer à partir de ces histoires ?</a:t>
                      </a:r>
                    </a:p>
                  </a:txBody>
                  <a:tcPr>
                    <a:solidFill>
                      <a:schemeClr val="accent2">
                        <a:lumMod val="20000"/>
                        <a:lumOff val="80000"/>
                      </a:schemeClr>
                    </a:solidFill>
                  </a:tcPr>
                </a:tc>
                <a:extLst>
                  <a:ext uri="{0D108BD9-81ED-4DB2-BD59-A6C34878D82A}">
                    <a16:rowId xmlns:a16="http://schemas.microsoft.com/office/drawing/2014/main" val="2354464328"/>
                  </a:ext>
                </a:extLst>
              </a:tr>
            </a:tbl>
          </a:graphicData>
        </a:graphic>
      </p:graphicFrame>
    </p:spTree>
    <p:extLst>
      <p:ext uri="{BB962C8B-B14F-4D97-AF65-F5344CB8AC3E}">
        <p14:creationId xmlns:p14="http://schemas.microsoft.com/office/powerpoint/2010/main" val="25571968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363324" cy="811486"/>
          </a:xfrm>
        </p:spPr>
        <p:txBody>
          <a:bodyPr>
            <a:normAutofit fontScale="90000"/>
          </a:bodyPr>
          <a:lstStyle/>
          <a:p>
            <a:r>
              <a:rPr lang="en-US" dirty="0"/>
              <a:t>POURQUOI</a:t>
            </a:r>
            <a:br>
              <a:rPr lang="en-US" dirty="0"/>
            </a:br>
            <a:r>
              <a:rPr lang="en-US" dirty="0"/>
              <a:t>Version tableur</a:t>
            </a:r>
          </a:p>
        </p:txBody>
      </p:sp>
      <p:graphicFrame>
        <p:nvGraphicFramePr>
          <p:cNvPr id="4" name="Tableau 4">
            <a:extLst>
              <a:ext uri="{FF2B5EF4-FFF2-40B4-BE49-F238E27FC236}">
                <a16:creationId xmlns:a16="http://schemas.microsoft.com/office/drawing/2014/main" id="{1E9BD25C-FBC0-4B3D-A8A8-D9AFBCB8D293}"/>
              </a:ext>
            </a:extLst>
          </p:cNvPr>
          <p:cNvGraphicFramePr>
            <a:graphicFrameLocks noGrp="1"/>
          </p:cNvGraphicFramePr>
          <p:nvPr>
            <p:ph idx="1"/>
            <p:extLst>
              <p:ext uri="{D42A27DB-BD31-4B8C-83A1-F6EECF244321}">
                <p14:modId xmlns:p14="http://schemas.microsoft.com/office/powerpoint/2010/main" val="2454161798"/>
              </p:ext>
            </p:extLst>
          </p:nvPr>
        </p:nvGraphicFramePr>
        <p:xfrm>
          <a:off x="419099" y="1786943"/>
          <a:ext cx="11363324" cy="4724678"/>
        </p:xfrm>
        <a:graphic>
          <a:graphicData uri="http://schemas.openxmlformats.org/drawingml/2006/table">
            <a:tbl>
              <a:tblPr firstRow="1" bandRow="1">
                <a:tableStyleId>{5C22544A-7EE6-4342-B048-85BDC9FD1C3A}</a:tableStyleId>
              </a:tblPr>
              <a:tblGrid>
                <a:gridCol w="1623332">
                  <a:extLst>
                    <a:ext uri="{9D8B030D-6E8A-4147-A177-3AD203B41FA5}">
                      <a16:colId xmlns:a16="http://schemas.microsoft.com/office/drawing/2014/main" val="1566518169"/>
                    </a:ext>
                  </a:extLst>
                </a:gridCol>
                <a:gridCol w="1623332">
                  <a:extLst>
                    <a:ext uri="{9D8B030D-6E8A-4147-A177-3AD203B41FA5}">
                      <a16:colId xmlns:a16="http://schemas.microsoft.com/office/drawing/2014/main" val="2322797741"/>
                    </a:ext>
                  </a:extLst>
                </a:gridCol>
                <a:gridCol w="1623332">
                  <a:extLst>
                    <a:ext uri="{9D8B030D-6E8A-4147-A177-3AD203B41FA5}">
                      <a16:colId xmlns:a16="http://schemas.microsoft.com/office/drawing/2014/main" val="622285905"/>
                    </a:ext>
                  </a:extLst>
                </a:gridCol>
                <a:gridCol w="1623332">
                  <a:extLst>
                    <a:ext uri="{9D8B030D-6E8A-4147-A177-3AD203B41FA5}">
                      <a16:colId xmlns:a16="http://schemas.microsoft.com/office/drawing/2014/main" val="3043492688"/>
                    </a:ext>
                  </a:extLst>
                </a:gridCol>
                <a:gridCol w="1623332">
                  <a:extLst>
                    <a:ext uri="{9D8B030D-6E8A-4147-A177-3AD203B41FA5}">
                      <a16:colId xmlns:a16="http://schemas.microsoft.com/office/drawing/2014/main" val="262395946"/>
                    </a:ext>
                  </a:extLst>
                </a:gridCol>
                <a:gridCol w="1623332">
                  <a:extLst>
                    <a:ext uri="{9D8B030D-6E8A-4147-A177-3AD203B41FA5}">
                      <a16:colId xmlns:a16="http://schemas.microsoft.com/office/drawing/2014/main" val="4089803428"/>
                    </a:ext>
                  </a:extLst>
                </a:gridCol>
                <a:gridCol w="1623332">
                  <a:extLst>
                    <a:ext uri="{9D8B030D-6E8A-4147-A177-3AD203B41FA5}">
                      <a16:colId xmlns:a16="http://schemas.microsoft.com/office/drawing/2014/main" val="2784887812"/>
                    </a:ext>
                  </a:extLst>
                </a:gridCol>
              </a:tblGrid>
              <a:tr h="1565857">
                <a:tc>
                  <a:txBody>
                    <a:bodyPr/>
                    <a:lstStyle/>
                    <a:p>
                      <a:r>
                        <a:rPr lang="en-US"/>
                        <a:t>Notre CAUSE</a:t>
                      </a:r>
                    </a:p>
                  </a:txBody>
                  <a:tcPr/>
                </a:tc>
                <a:tc>
                  <a:txBody>
                    <a:bodyPr/>
                    <a:lstStyle/>
                    <a:p>
                      <a:r>
                        <a:rPr lang="en-US"/>
                        <a:t>Des situations passées réelles dont nous ne voulons plus jamais être témoins</a:t>
                      </a:r>
                    </a:p>
                  </a:txBody>
                  <a:tcPr/>
                </a:tc>
                <a:tc>
                  <a:txBody>
                    <a:bodyPr/>
                    <a:lstStyle/>
                    <a:p>
                      <a:r>
                        <a:rPr lang="en-US"/>
                        <a:t>Des situations passées réelles dont nous voulons être témoins à nouveau</a:t>
                      </a:r>
                    </a:p>
                  </a:txBody>
                  <a:tcPr/>
                </a:tc>
                <a:tc>
                  <a:txBody>
                    <a:bodyPr/>
                    <a:lstStyle/>
                    <a:p>
                      <a:r>
                        <a:rPr lang="en-US"/>
                        <a:t>Situations fictives que nous voulons éviter</a:t>
                      </a:r>
                    </a:p>
                  </a:txBody>
                  <a:tcPr/>
                </a:tc>
                <a:tc>
                  <a:txBody>
                    <a:bodyPr/>
                    <a:lstStyle/>
                    <a:p>
                      <a:r>
                        <a:rPr lang="en-US"/>
                        <a:t>Des situations fictives que nous voulons voir se produire</a:t>
                      </a:r>
                    </a:p>
                  </a:txBody>
                  <a:tcPr/>
                </a:tc>
                <a:tc>
                  <a:txBody>
                    <a:bodyPr/>
                    <a:lstStyle/>
                    <a:p>
                      <a:pPr algn="ctr"/>
                      <a:r>
                        <a:rPr lang="en-US" sz="1800" b="1"/>
                        <a:t>CONDITIONS</a:t>
                      </a:r>
                    </a:p>
                    <a:p>
                      <a:pPr algn="ctr"/>
                      <a:r>
                        <a:rPr lang="en-US" sz="1800" b="1"/>
                        <a:t>Les conditions dans lesquelles nous voulons atteindre notre objectif</a:t>
                      </a:r>
                    </a:p>
                  </a:txBody>
                  <a:tcPr/>
                </a:tc>
                <a:tc>
                  <a:txBody>
                    <a:bodyPr/>
                    <a:lstStyle/>
                    <a:p>
                      <a:r>
                        <a:rPr lang="en-US"/>
                        <a:t>Notre seul grand objectif</a:t>
                      </a:r>
                    </a:p>
                  </a:txBody>
                  <a:tcPr/>
                </a:tc>
                <a:extLst>
                  <a:ext uri="{0D108BD9-81ED-4DB2-BD59-A6C34878D82A}">
                    <a16:rowId xmlns:a16="http://schemas.microsoft.com/office/drawing/2014/main" val="2906519638"/>
                  </a:ext>
                </a:extLst>
              </a:tr>
              <a:tr h="1493659">
                <a:tc rowSpan="2">
                  <a:txBody>
                    <a:bodyPr/>
                    <a:lstStyle/>
                    <a:p>
                      <a:endParaRPr lang="en-US"/>
                    </a:p>
                  </a:txBody>
                  <a:tcPr/>
                </a:tc>
                <a:tc>
                  <a:txBody>
                    <a:bodyPr/>
                    <a:lstStyle/>
                    <a:p>
                      <a:r>
                        <a:rPr lang="en-US" dirty="0"/>
                        <a:t>Top 3</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Top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Top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Top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txBody>
                  <a:tcPr/>
                </a:tc>
                <a:tc rowSpan="2">
                  <a:txBody>
                    <a:bodyPr/>
                    <a:lstStyle/>
                    <a:p>
                      <a:endParaRPr lang="en-US"/>
                    </a:p>
                  </a:txBody>
                  <a:tcPr/>
                </a:tc>
                <a:tc rowSpan="2">
                  <a:txBody>
                    <a:bodyPr/>
                    <a:lstStyle/>
                    <a:p>
                      <a:endParaRPr lang="en-US"/>
                    </a:p>
                  </a:txBody>
                  <a:tcPr/>
                </a:tc>
                <a:extLst>
                  <a:ext uri="{0D108BD9-81ED-4DB2-BD59-A6C34878D82A}">
                    <a16:rowId xmlns:a16="http://schemas.microsoft.com/office/drawing/2014/main" val="4083776639"/>
                  </a:ext>
                </a:extLst>
              </a:tr>
              <a:tr h="1493659">
                <a:tc vMerge="1">
                  <a:txBody>
                    <a:bodyPr/>
                    <a:lstStyle/>
                    <a:p>
                      <a:endParaRPr lang="en-US"/>
                    </a:p>
                  </a:txBody>
                  <a:tcPr/>
                </a:tc>
                <a:tc>
                  <a:txBody>
                    <a:bodyPr/>
                    <a:lstStyle/>
                    <a:p>
                      <a:r>
                        <a:rPr lang="en-US"/>
                        <a:t>Autres</a:t>
                      </a:r>
                    </a:p>
                  </a:txBody>
                  <a:tcPr/>
                </a:tc>
                <a:tc>
                  <a:txBody>
                    <a:bodyPr/>
                    <a:lstStyle/>
                    <a:p>
                      <a:r>
                        <a:rPr lang="en-US"/>
                        <a:t>Autres</a:t>
                      </a:r>
                    </a:p>
                  </a:txBody>
                  <a:tcPr/>
                </a:tc>
                <a:tc>
                  <a:txBody>
                    <a:bodyPr/>
                    <a:lstStyle/>
                    <a:p>
                      <a:r>
                        <a:rPr lang="en-US"/>
                        <a:t>Autres</a:t>
                      </a:r>
                    </a:p>
                  </a:txBody>
                  <a:tcPr/>
                </a:tc>
                <a:tc>
                  <a:txBody>
                    <a:bodyPr/>
                    <a:lstStyle/>
                    <a:p>
                      <a:r>
                        <a:rPr lang="en-US" dirty="0"/>
                        <a:t>Autres</a:t>
                      </a:r>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82631526"/>
                  </a:ext>
                </a:extLst>
              </a:tr>
            </a:tbl>
          </a:graphicData>
        </a:graphic>
      </p:graphicFrame>
    </p:spTree>
    <p:extLst>
      <p:ext uri="{BB962C8B-B14F-4D97-AF65-F5344CB8AC3E}">
        <p14:creationId xmlns:p14="http://schemas.microsoft.com/office/powerpoint/2010/main" val="41876479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1054100"/>
          </a:xfrm>
        </p:spPr>
        <p:txBody>
          <a:bodyPr>
            <a:normAutofit fontScale="90000"/>
          </a:bodyPr>
          <a:lstStyle/>
          <a:p>
            <a:r>
              <a:rPr lang="en-US" dirty="0"/>
              <a:t>POURQUOI NOUS ?</a:t>
            </a:r>
            <a:br>
              <a:rPr lang="en-US" dirty="0"/>
            </a:br>
            <a:r>
              <a:rPr lang="en-US" dirty="0"/>
              <a:t>Version tableur</a:t>
            </a:r>
          </a:p>
        </p:txBody>
      </p:sp>
      <p:graphicFrame>
        <p:nvGraphicFramePr>
          <p:cNvPr id="4" name="Tableau 4">
            <a:extLst>
              <a:ext uri="{FF2B5EF4-FFF2-40B4-BE49-F238E27FC236}">
                <a16:creationId xmlns:a16="http://schemas.microsoft.com/office/drawing/2014/main" id="{8CB26B71-16D4-4641-8D3D-72A903D9F48D}"/>
              </a:ext>
            </a:extLst>
          </p:cNvPr>
          <p:cNvGraphicFramePr>
            <a:graphicFrameLocks noGrp="1"/>
          </p:cNvGraphicFramePr>
          <p:nvPr>
            <p:ph idx="1"/>
            <p:extLst>
              <p:ext uri="{D42A27DB-BD31-4B8C-83A1-F6EECF244321}">
                <p14:modId xmlns:p14="http://schemas.microsoft.com/office/powerpoint/2010/main" val="3872641105"/>
              </p:ext>
            </p:extLst>
          </p:nvPr>
        </p:nvGraphicFramePr>
        <p:xfrm>
          <a:off x="749300" y="1612900"/>
          <a:ext cx="11010900" cy="5026435"/>
        </p:xfrm>
        <a:graphic>
          <a:graphicData uri="http://schemas.openxmlformats.org/drawingml/2006/table">
            <a:tbl>
              <a:tblPr firstRow="1" bandRow="1">
                <a:tableStyleId>{5C22544A-7EE6-4342-B048-85BDC9FD1C3A}</a:tableStyleId>
              </a:tblPr>
              <a:tblGrid>
                <a:gridCol w="3670300">
                  <a:extLst>
                    <a:ext uri="{9D8B030D-6E8A-4147-A177-3AD203B41FA5}">
                      <a16:colId xmlns:a16="http://schemas.microsoft.com/office/drawing/2014/main" val="1299617564"/>
                    </a:ext>
                  </a:extLst>
                </a:gridCol>
                <a:gridCol w="3670300">
                  <a:extLst>
                    <a:ext uri="{9D8B030D-6E8A-4147-A177-3AD203B41FA5}">
                      <a16:colId xmlns:a16="http://schemas.microsoft.com/office/drawing/2014/main" val="1472474364"/>
                    </a:ext>
                  </a:extLst>
                </a:gridCol>
                <a:gridCol w="3670300">
                  <a:extLst>
                    <a:ext uri="{9D8B030D-6E8A-4147-A177-3AD203B41FA5}">
                      <a16:colId xmlns:a16="http://schemas.microsoft.com/office/drawing/2014/main" val="3867335779"/>
                    </a:ext>
                  </a:extLst>
                </a:gridCol>
              </a:tblGrid>
              <a:tr h="988285">
                <a:tc>
                  <a:txBody>
                    <a:bodyPr/>
                    <a:lstStyle/>
                    <a:p>
                      <a:r>
                        <a:rPr lang="en-US"/>
                        <a:t>Ce que chacun peut apporter pour la cause</a:t>
                      </a:r>
                    </a:p>
                  </a:txBody>
                  <a:tcPr/>
                </a:tc>
                <a:tc>
                  <a:txBody>
                    <a:bodyPr/>
                    <a:lstStyle/>
                    <a:p>
                      <a:r>
                        <a:rPr lang="en-US" sz="1800"/>
                        <a:t>Premières idées de contributions groupées</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Des succès que nous ne pouvions atteindre en tant qu'individus dispersés</a:t>
                      </a:r>
                    </a:p>
                    <a:p>
                      <a:endParaRPr lang="en-US"/>
                    </a:p>
                  </a:txBody>
                  <a:tcPr/>
                </a:tc>
                <a:extLst>
                  <a:ext uri="{0D108BD9-81ED-4DB2-BD59-A6C34878D82A}">
                    <a16:rowId xmlns:a16="http://schemas.microsoft.com/office/drawing/2014/main" val="1306687535"/>
                  </a:ext>
                </a:extLst>
              </a:tr>
              <a:tr h="1485253">
                <a:tc rowSpan="2">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tc>
                <a:tc>
                  <a:txBody>
                    <a:bodyPr/>
                    <a:lstStyle/>
                    <a:p>
                      <a:r>
                        <a:rPr lang="en-US"/>
                        <a:t>Les 3 premiers de la liste</a:t>
                      </a:r>
                    </a:p>
                    <a:p>
                      <a:pPr marL="342900" indent="-342900">
                        <a:buFont typeface="+mj-lt"/>
                        <a:buAutoNum type="arabicPeriod"/>
                      </a:pPr>
                      <a:r>
                        <a:rPr lang="en-US"/>
                        <a:t> </a:t>
                      </a:r>
                    </a:p>
                    <a:p>
                      <a:pPr marL="342900" indent="-342900">
                        <a:buFont typeface="+mj-lt"/>
                        <a:buAutoNum type="arabicPeriod"/>
                      </a:pPr>
                      <a:r>
                        <a:rPr lang="en-US"/>
                        <a:t> </a:t>
                      </a:r>
                    </a:p>
                    <a:p>
                      <a:pPr marL="342900" indent="-342900">
                        <a:buFont typeface="+mj-lt"/>
                        <a:buAutoNum type="arabicPeriod"/>
                      </a:pPr>
                      <a:r>
                        <a:rPr lang="en-US"/>
                        <a:t> </a:t>
                      </a:r>
                    </a:p>
                  </a:txBody>
                  <a:tcPr/>
                </a:tc>
                <a:tc>
                  <a:txBody>
                    <a:bodyPr/>
                    <a:lstStyle/>
                    <a:p>
                      <a:r>
                        <a:rPr lang="en-US"/>
                        <a:t>Les 3 premiers de la liste</a:t>
                      </a:r>
                    </a:p>
                    <a:p>
                      <a:pPr marL="342900" indent="-342900">
                        <a:buFont typeface="+mj-lt"/>
                        <a:buAutoNum type="arabicPeriod"/>
                      </a:pPr>
                      <a:r>
                        <a:rPr lang="en-US"/>
                        <a:t> </a:t>
                      </a:r>
                    </a:p>
                    <a:p>
                      <a:pPr marL="342900" indent="-342900">
                        <a:buFont typeface="+mj-lt"/>
                        <a:buAutoNum type="arabicPeriod"/>
                      </a:pPr>
                      <a:r>
                        <a:rPr lang="en-US"/>
                        <a:t> </a:t>
                      </a:r>
                    </a:p>
                    <a:p>
                      <a:pPr marL="342900" indent="-342900">
                        <a:buFont typeface="+mj-lt"/>
                        <a:buAutoNum type="arabicPeriod"/>
                      </a:pPr>
                      <a:r>
                        <a:rPr lang="en-US"/>
                        <a:t> </a:t>
                      </a:r>
                    </a:p>
                    <a:p>
                      <a:endParaRPr lang="en-US"/>
                    </a:p>
                  </a:txBody>
                  <a:tcPr/>
                </a:tc>
                <a:extLst>
                  <a:ext uri="{0D108BD9-81ED-4DB2-BD59-A6C34878D82A}">
                    <a16:rowId xmlns:a16="http://schemas.microsoft.com/office/drawing/2014/main" val="1962790182"/>
                  </a:ext>
                </a:extLst>
              </a:tr>
              <a:tr h="2352462">
                <a:tc vMerge="1">
                  <a:txBody>
                    <a:bodyPr/>
                    <a:lstStyle/>
                    <a:p>
                      <a:endParaRPr lang="en-US"/>
                    </a:p>
                  </a:txBody>
                  <a:tcPr/>
                </a:tc>
                <a:tc>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tc>
                <a:tc>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tc>
                <a:extLst>
                  <a:ext uri="{0D108BD9-81ED-4DB2-BD59-A6C34878D82A}">
                    <a16:rowId xmlns:a16="http://schemas.microsoft.com/office/drawing/2014/main" val="2901536998"/>
                  </a:ext>
                </a:extLst>
              </a:tr>
            </a:tbl>
          </a:graphicData>
        </a:graphic>
      </p:graphicFrame>
    </p:spTree>
    <p:extLst>
      <p:ext uri="{BB962C8B-B14F-4D97-AF65-F5344CB8AC3E}">
        <p14:creationId xmlns:p14="http://schemas.microsoft.com/office/powerpoint/2010/main" val="23940285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lstStyle/>
          <a:p>
            <a:r>
              <a:rPr lang="en-US" dirty="0" err="1"/>
              <a:t>Pourquoi</a:t>
            </a:r>
            <a:r>
              <a:rPr lang="en-US" dirty="0"/>
              <a:t> MAINTENANT ? </a:t>
            </a:r>
            <a:br>
              <a:rPr lang="en-US" dirty="0"/>
            </a:br>
            <a:r>
              <a:rPr lang="en-US" dirty="0"/>
              <a:t>Version tableur</a:t>
            </a:r>
          </a:p>
        </p:txBody>
      </p:sp>
      <p:graphicFrame>
        <p:nvGraphicFramePr>
          <p:cNvPr id="3" name="Tableau 3">
            <a:extLst>
              <a:ext uri="{FF2B5EF4-FFF2-40B4-BE49-F238E27FC236}">
                <a16:creationId xmlns:a16="http://schemas.microsoft.com/office/drawing/2014/main" id="{1E0E2344-7D11-4E6C-B32D-15364A794CE6}"/>
              </a:ext>
            </a:extLst>
          </p:cNvPr>
          <p:cNvGraphicFramePr>
            <a:graphicFrameLocks noGrp="1"/>
          </p:cNvGraphicFramePr>
          <p:nvPr>
            <p:extLst>
              <p:ext uri="{D42A27DB-BD31-4B8C-83A1-F6EECF244321}">
                <p14:modId xmlns:p14="http://schemas.microsoft.com/office/powerpoint/2010/main" val="132850449"/>
              </p:ext>
            </p:extLst>
          </p:nvPr>
        </p:nvGraphicFramePr>
        <p:xfrm>
          <a:off x="571500" y="2316480"/>
          <a:ext cx="11074400" cy="4430352"/>
        </p:xfrm>
        <a:graphic>
          <a:graphicData uri="http://schemas.openxmlformats.org/drawingml/2006/table">
            <a:tbl>
              <a:tblPr firstRow="1" bandRow="1">
                <a:tableStyleId>{5C22544A-7EE6-4342-B048-85BDC9FD1C3A}</a:tableStyleId>
              </a:tblPr>
              <a:tblGrid>
                <a:gridCol w="2214880">
                  <a:extLst>
                    <a:ext uri="{9D8B030D-6E8A-4147-A177-3AD203B41FA5}">
                      <a16:colId xmlns:a16="http://schemas.microsoft.com/office/drawing/2014/main" val="2431529625"/>
                    </a:ext>
                  </a:extLst>
                </a:gridCol>
                <a:gridCol w="2214880">
                  <a:extLst>
                    <a:ext uri="{9D8B030D-6E8A-4147-A177-3AD203B41FA5}">
                      <a16:colId xmlns:a16="http://schemas.microsoft.com/office/drawing/2014/main" val="547416600"/>
                    </a:ext>
                  </a:extLst>
                </a:gridCol>
                <a:gridCol w="2214880">
                  <a:extLst>
                    <a:ext uri="{9D8B030D-6E8A-4147-A177-3AD203B41FA5}">
                      <a16:colId xmlns:a16="http://schemas.microsoft.com/office/drawing/2014/main" val="373471762"/>
                    </a:ext>
                  </a:extLst>
                </a:gridCol>
                <a:gridCol w="2214880">
                  <a:extLst>
                    <a:ext uri="{9D8B030D-6E8A-4147-A177-3AD203B41FA5}">
                      <a16:colId xmlns:a16="http://schemas.microsoft.com/office/drawing/2014/main" val="1455552081"/>
                    </a:ext>
                  </a:extLst>
                </a:gridCol>
                <a:gridCol w="2214880">
                  <a:extLst>
                    <a:ext uri="{9D8B030D-6E8A-4147-A177-3AD203B41FA5}">
                      <a16:colId xmlns:a16="http://schemas.microsoft.com/office/drawing/2014/main" val="4277235255"/>
                    </a:ext>
                  </a:extLst>
                </a:gridCol>
              </a:tblGrid>
              <a:tr h="8024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TROP TÔT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DÉCLENCHEURS DE LANCEMENT</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NOTRE FENÊTRE D'OPPORTUNITÉ</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TRIGGERS PIVOT</a:t>
                      </a:r>
                    </a:p>
                  </a:txBody>
                  <a:tcPr/>
                </a:tc>
                <a:tc>
                  <a:txBody>
                    <a:bodyPr/>
                    <a:lstStyle/>
                    <a:p>
                      <a:pPr algn="ctr"/>
                      <a:r>
                        <a:rPr lang="en-US">
                          <a:solidFill>
                            <a:schemeClr val="tx1"/>
                          </a:solidFill>
                        </a:rPr>
                        <a:t>TROP TARD</a:t>
                      </a:r>
                    </a:p>
                  </a:txBody>
                  <a:tcPr/>
                </a:tc>
                <a:extLst>
                  <a:ext uri="{0D108BD9-81ED-4DB2-BD59-A6C34878D82A}">
                    <a16:rowId xmlns:a16="http://schemas.microsoft.com/office/drawing/2014/main" val="3589057550"/>
                  </a:ext>
                </a:extLst>
              </a:tr>
              <a:tr h="49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Décrivez des exemples de moments où il était trop tôt pour lancer le projet ou le produit.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Événements notables qui nous amènent à lancer le projet bientôt ou maintenant</a:t>
                      </a:r>
                    </a:p>
                    <a:p>
                      <a:endParaRPr lang="en-US" sz="11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Durée de la fenêtre d'opportunité pour le lancement et comment le projet / produit interceptera cette fenêtre (premières actions)</a:t>
                      </a:r>
                    </a:p>
                    <a:p>
                      <a:endParaRPr lang="en-US" sz="11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Les événements ou dates remarquables qui peuvent nous amener à faire pivoter nos conditions de lancement avant qu'il ne soit trop tard.</a:t>
                      </a:r>
                    </a:p>
                    <a:p>
                      <a:endParaRPr lang="en-US" sz="1100"/>
                    </a:p>
                  </a:txBody>
                  <a:tcPr/>
                </a:tc>
                <a:tc>
                  <a:txBody>
                    <a:bodyPr/>
                    <a:lstStyle/>
                    <a:p>
                      <a:pPr algn="ctr"/>
                      <a:r>
                        <a:rPr lang="en-US" sz="1100">
                          <a:solidFill>
                            <a:schemeClr val="tx1"/>
                          </a:solidFill>
                        </a:rPr>
                        <a:t>Décrivez des exemples de moments où il serait trop tard pour lancer le projet/produit.</a:t>
                      </a:r>
                    </a:p>
                    <a:p>
                      <a:endParaRPr lang="en-US" sz="1100"/>
                    </a:p>
                  </a:txBody>
                  <a:tcPr/>
                </a:tc>
                <a:extLst>
                  <a:ext uri="{0D108BD9-81ED-4DB2-BD59-A6C34878D82A}">
                    <a16:rowId xmlns:a16="http://schemas.microsoft.com/office/drawing/2014/main" val="516993019"/>
                  </a:ext>
                </a:extLst>
              </a:tr>
              <a:tr h="2418672">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53400854"/>
                  </a:ext>
                </a:extLst>
              </a:tr>
            </a:tbl>
          </a:graphicData>
        </a:graphic>
      </p:graphicFrame>
    </p:spTree>
    <p:extLst>
      <p:ext uri="{BB962C8B-B14F-4D97-AF65-F5344CB8AC3E}">
        <p14:creationId xmlns:p14="http://schemas.microsoft.com/office/powerpoint/2010/main" val="20240414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F29DD9-7FBE-4C30-8913-504F2A004106}"/>
              </a:ext>
            </a:extLst>
          </p:cNvPr>
          <p:cNvSpPr>
            <a:spLocks noGrp="1"/>
          </p:cNvSpPr>
          <p:nvPr>
            <p:ph type="title"/>
          </p:nvPr>
        </p:nvSpPr>
        <p:spPr/>
        <p:txBody>
          <a:bodyPr>
            <a:normAutofit/>
          </a:bodyPr>
          <a:lstStyle/>
          <a:p>
            <a:r>
              <a:rPr lang="en-US" sz="4400" dirty="0"/>
              <a:t>POURQUOI ICI ?</a:t>
            </a:r>
            <a:br>
              <a:rPr lang="en-US" sz="4400" dirty="0"/>
            </a:br>
            <a:r>
              <a:rPr lang="en-US" sz="4400" dirty="0"/>
              <a:t>Version tableur</a:t>
            </a:r>
            <a:endParaRPr lang="en-US" dirty="0"/>
          </a:p>
        </p:txBody>
      </p:sp>
      <p:graphicFrame>
        <p:nvGraphicFramePr>
          <p:cNvPr id="4" name="Tableau 4">
            <a:extLst>
              <a:ext uri="{FF2B5EF4-FFF2-40B4-BE49-F238E27FC236}">
                <a16:creationId xmlns:a16="http://schemas.microsoft.com/office/drawing/2014/main" id="{23A74072-D9F0-4488-892D-BD11F8F76D0E}"/>
              </a:ext>
            </a:extLst>
          </p:cNvPr>
          <p:cNvGraphicFramePr>
            <a:graphicFrameLocks noGrp="1"/>
          </p:cNvGraphicFramePr>
          <p:nvPr>
            <p:ph idx="1"/>
            <p:extLst>
              <p:ext uri="{D42A27DB-BD31-4B8C-83A1-F6EECF244321}">
                <p14:modId xmlns:p14="http://schemas.microsoft.com/office/powerpoint/2010/main" val="372852646"/>
              </p:ext>
            </p:extLst>
          </p:nvPr>
        </p:nvGraphicFramePr>
        <p:xfrm>
          <a:off x="1275207" y="1690688"/>
          <a:ext cx="6858000" cy="4632006"/>
        </p:xfrm>
        <a:graphic>
          <a:graphicData uri="http://schemas.openxmlformats.org/drawingml/2006/table">
            <a:tbl>
              <a:tblPr firstRow="1" firstCol="1" bandRow="1">
                <a:tableStyleId>{5C22544A-7EE6-4342-B048-85BDC9FD1C3A}</a:tableStyleId>
              </a:tblPr>
              <a:tblGrid>
                <a:gridCol w="1143000">
                  <a:extLst>
                    <a:ext uri="{9D8B030D-6E8A-4147-A177-3AD203B41FA5}">
                      <a16:colId xmlns:a16="http://schemas.microsoft.com/office/drawing/2014/main" val="2661784749"/>
                    </a:ext>
                  </a:extLst>
                </a:gridCol>
                <a:gridCol w="1143000">
                  <a:extLst>
                    <a:ext uri="{9D8B030D-6E8A-4147-A177-3AD203B41FA5}">
                      <a16:colId xmlns:a16="http://schemas.microsoft.com/office/drawing/2014/main" val="3014210136"/>
                    </a:ext>
                  </a:extLst>
                </a:gridCol>
                <a:gridCol w="1143000">
                  <a:extLst>
                    <a:ext uri="{9D8B030D-6E8A-4147-A177-3AD203B41FA5}">
                      <a16:colId xmlns:a16="http://schemas.microsoft.com/office/drawing/2014/main" val="2101393841"/>
                    </a:ext>
                  </a:extLst>
                </a:gridCol>
                <a:gridCol w="1143000">
                  <a:extLst>
                    <a:ext uri="{9D8B030D-6E8A-4147-A177-3AD203B41FA5}">
                      <a16:colId xmlns:a16="http://schemas.microsoft.com/office/drawing/2014/main" val="796008192"/>
                    </a:ext>
                  </a:extLst>
                </a:gridCol>
                <a:gridCol w="1143000">
                  <a:extLst>
                    <a:ext uri="{9D8B030D-6E8A-4147-A177-3AD203B41FA5}">
                      <a16:colId xmlns:a16="http://schemas.microsoft.com/office/drawing/2014/main" val="4152095670"/>
                    </a:ext>
                  </a:extLst>
                </a:gridCol>
                <a:gridCol w="1143000">
                  <a:extLst>
                    <a:ext uri="{9D8B030D-6E8A-4147-A177-3AD203B41FA5}">
                      <a16:colId xmlns:a16="http://schemas.microsoft.com/office/drawing/2014/main" val="1983373690"/>
                    </a:ext>
                  </a:extLst>
                </a:gridCol>
              </a:tblGrid>
              <a:tr h="452437">
                <a:tc>
                  <a:txBody>
                    <a:bodyPr/>
                    <a:lstStyle/>
                    <a:p>
                      <a:r>
                        <a:rPr lang="en-US" sz="1200"/>
                        <a:t>Direct Groupes cibles (ou individus)</a:t>
                      </a:r>
                    </a:p>
                  </a:txBody>
                  <a:tcPr/>
                </a:tc>
                <a:tc>
                  <a:txBody>
                    <a:bodyPr/>
                    <a:lstStyle/>
                    <a:p>
                      <a:endParaRPr lang="en-US" sz="1200" dirty="0"/>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891111011"/>
                  </a:ext>
                </a:extLst>
              </a:tr>
              <a:tr h="814387">
                <a:tc>
                  <a:txBody>
                    <a:bodyPr/>
                    <a:lstStyle/>
                    <a:p>
                      <a:r>
                        <a:rPr lang="en-US" sz="1200"/>
                        <a:t>Pourquoi est-ce un groupe cible pour le projet/produit ?</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537498861"/>
                  </a:ext>
                </a:extLst>
              </a:tr>
              <a:tr h="995362">
                <a:tc>
                  <a:txBody>
                    <a:bodyPr/>
                    <a:lstStyle/>
                    <a:p>
                      <a:r>
                        <a:rPr lang="en-US" sz="1200"/>
                        <a:t>Les membres qui font déjà partie de ces groupes</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1819936513"/>
                  </a:ext>
                </a:extLst>
              </a:tr>
              <a:tr h="995362">
                <a:tc>
                  <a:txBody>
                    <a:bodyPr/>
                    <a:lstStyle/>
                    <a:p>
                      <a:pPr algn="ctr"/>
                      <a:r>
                        <a:rPr lang="en-US" sz="1200">
                          <a:solidFill>
                            <a:schemeClr val="bg1"/>
                          </a:solidFill>
                        </a:rPr>
                        <a:t>Groupes cibles indirects connexes</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173676233"/>
                  </a:ext>
                </a:extLst>
              </a:tr>
              <a:tr h="995362">
                <a:tc>
                  <a:txBody>
                    <a:bodyPr/>
                    <a:lstStyle/>
                    <a:p>
                      <a:pPr algn="ctr"/>
                      <a:r>
                        <a:rPr lang="en-US" sz="1200">
                          <a:solidFill>
                            <a:schemeClr val="bg1"/>
                          </a:solidFill>
                        </a:rPr>
                        <a:t>Individu cible indirecte connexe</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2860979478"/>
                  </a:ext>
                </a:extLst>
              </a:tr>
            </a:tbl>
          </a:graphicData>
        </a:graphic>
      </p:graphicFrame>
    </p:spTree>
    <p:extLst>
      <p:ext uri="{BB962C8B-B14F-4D97-AF65-F5344CB8AC3E}">
        <p14:creationId xmlns:p14="http://schemas.microsoft.com/office/powerpoint/2010/main" val="23576217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9F9CEA-111B-46CA-92B5-8B7CE9D54702}"/>
              </a:ext>
            </a:extLst>
          </p:cNvPr>
          <p:cNvSpPr>
            <a:spLocks noGrp="1"/>
          </p:cNvSpPr>
          <p:nvPr>
            <p:ph type="title"/>
          </p:nvPr>
        </p:nvSpPr>
        <p:spPr/>
        <p:txBody>
          <a:bodyPr>
            <a:normAutofit/>
          </a:bodyPr>
          <a:lstStyle/>
          <a:p>
            <a:r>
              <a:rPr lang="en-US" sz="4400" dirty="0" err="1"/>
              <a:t>Pourquoi</a:t>
            </a:r>
            <a:r>
              <a:rPr lang="en-US" sz="4400" dirty="0"/>
              <a:t> CELA ? </a:t>
            </a:r>
            <a:br>
              <a:rPr lang="en-US" sz="4400" dirty="0"/>
            </a:br>
            <a:r>
              <a:rPr lang="en-US" sz="4400" dirty="0"/>
              <a:t>Version tableur</a:t>
            </a:r>
            <a:endParaRPr lang="en-US" dirty="0"/>
          </a:p>
        </p:txBody>
      </p:sp>
      <p:graphicFrame>
        <p:nvGraphicFramePr>
          <p:cNvPr id="4" name="Tableau 4">
            <a:extLst>
              <a:ext uri="{FF2B5EF4-FFF2-40B4-BE49-F238E27FC236}">
                <a16:creationId xmlns:a16="http://schemas.microsoft.com/office/drawing/2014/main" id="{3CCBA50E-CE70-4BAE-B841-81479971DA91}"/>
              </a:ext>
            </a:extLst>
          </p:cNvPr>
          <p:cNvGraphicFramePr>
            <a:graphicFrameLocks noGrp="1"/>
          </p:cNvGraphicFramePr>
          <p:nvPr>
            <p:ph idx="1"/>
            <p:extLst>
              <p:ext uri="{D42A27DB-BD31-4B8C-83A1-F6EECF244321}">
                <p14:modId xmlns:p14="http://schemas.microsoft.com/office/powerpoint/2010/main" val="1484806758"/>
              </p:ext>
            </p:extLst>
          </p:nvPr>
        </p:nvGraphicFramePr>
        <p:xfrm>
          <a:off x="654050" y="1744978"/>
          <a:ext cx="10883900" cy="4747897"/>
        </p:xfrm>
        <a:graphic>
          <a:graphicData uri="http://schemas.openxmlformats.org/drawingml/2006/table">
            <a:tbl>
              <a:tblPr firstRow="1" bandRow="1">
                <a:tableStyleId>{5C22544A-7EE6-4342-B048-85BDC9FD1C3A}</a:tableStyleId>
              </a:tblPr>
              <a:tblGrid>
                <a:gridCol w="5441950">
                  <a:extLst>
                    <a:ext uri="{9D8B030D-6E8A-4147-A177-3AD203B41FA5}">
                      <a16:colId xmlns:a16="http://schemas.microsoft.com/office/drawing/2014/main" val="1430108019"/>
                    </a:ext>
                  </a:extLst>
                </a:gridCol>
                <a:gridCol w="5441950">
                  <a:extLst>
                    <a:ext uri="{9D8B030D-6E8A-4147-A177-3AD203B41FA5}">
                      <a16:colId xmlns:a16="http://schemas.microsoft.com/office/drawing/2014/main" val="3015373069"/>
                    </a:ext>
                  </a:extLst>
                </a:gridCol>
              </a:tblGrid>
              <a:tr h="13587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Expérience actuelle des parties prenantes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(différent de l'expérience en matière de projets / produits)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Expérience en matière de projets / produits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(différent de l'expérience quotidienne)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284678"/>
                  </a:ext>
                </a:extLst>
              </a:tr>
              <a:tr h="1334899">
                <a:tc>
                  <a:txBody>
                    <a:bodyPr/>
                    <a:lstStyle/>
                    <a:p>
                      <a:pPr marL="285750" indent="-285750">
                        <a:buFont typeface="Arial" panose="020B0604020202020204" pitchFamily="34" charset="0"/>
                        <a:buChar char="•"/>
                      </a:pPr>
                      <a:r>
                        <a:rPr lang="en-US" sz="1600"/>
                        <a:t> </a:t>
                      </a:r>
                    </a:p>
                    <a:p>
                      <a:pPr marL="285750" indent="-285750">
                        <a:buFont typeface="Arial" panose="020B0604020202020204" pitchFamily="34" charset="0"/>
                        <a:buChar char="•"/>
                      </a:pPr>
                      <a:r>
                        <a:rPr lang="en-US" sz="1600"/>
                        <a:t> </a:t>
                      </a:r>
                    </a:p>
                    <a:p>
                      <a:pPr marL="285750" indent="-285750">
                        <a:buFont typeface="Arial" panose="020B0604020202020204" pitchFamily="34" charset="0"/>
                        <a:buChar char="•"/>
                      </a:pPr>
                      <a:r>
                        <a:rPr lang="en-US" sz="1600"/>
                        <a:t> </a:t>
                      </a:r>
                    </a:p>
                    <a:p>
                      <a:pPr marL="285750" indent="-285750">
                        <a:buFont typeface="Arial" panose="020B0604020202020204" pitchFamily="34" charset="0"/>
                        <a:buChar char="•"/>
                      </a:pPr>
                      <a:r>
                        <a:rPr lang="en-US" sz="1600"/>
                        <a:t> </a:t>
                      </a:r>
                    </a:p>
                    <a:p>
                      <a:pPr marL="285750" indent="-285750">
                        <a:buFont typeface="Arial" panose="020B0604020202020204" pitchFamily="34" charset="0"/>
                        <a:buChar char="•"/>
                      </a:pPr>
                      <a:r>
                        <a:rPr lang="en-US" sz="160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600" dirty="0"/>
                        <a:t> </a:t>
                      </a:r>
                    </a:p>
                    <a:p>
                      <a:pPr marL="285750" indent="-285750">
                        <a:buFont typeface="Arial" panose="020B0604020202020204" pitchFamily="34" charset="0"/>
                        <a:buChar char="•"/>
                      </a:pPr>
                      <a:r>
                        <a:rPr lang="en-US" sz="1600" dirty="0"/>
                        <a:t> </a:t>
                      </a:r>
                    </a:p>
                    <a:p>
                      <a:pPr marL="285750" indent="-285750">
                        <a:buFont typeface="Arial" panose="020B0604020202020204" pitchFamily="34" charset="0"/>
                        <a:buChar char="•"/>
                      </a:pPr>
                      <a:r>
                        <a:rPr lang="en-US" sz="1600" dirty="0"/>
                        <a:t> </a:t>
                      </a:r>
                    </a:p>
                    <a:p>
                      <a:pPr marL="285750" indent="-285750">
                        <a:buFont typeface="Arial" panose="020B0604020202020204" pitchFamily="34" charset="0"/>
                        <a:buChar char="•"/>
                      </a:pPr>
                      <a:r>
                        <a:rPr lang="en-US" sz="1600" dirty="0"/>
                        <a:t> </a:t>
                      </a:r>
                    </a:p>
                    <a:p>
                      <a:pPr marL="285750" indent="-285750">
                        <a:buFont typeface="Arial" panose="020B0604020202020204" pitchFamily="34" charset="0"/>
                        <a:buChar char="•"/>
                      </a:pPr>
                      <a:r>
                        <a:rPr lang="en-US" sz="160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2443852"/>
                  </a:ext>
                </a:extLst>
              </a:tr>
              <a:tr h="71934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bg1"/>
                          </a:solidFill>
                        </a:rPr>
                        <a:t>Points communs entre l'expérience du projet / produit et l'expérience actuelle des parties prenantes</a:t>
                      </a:r>
                    </a:p>
                  </a:txBody>
                  <a:tcPr>
                    <a:lnT w="12700" cap="flat" cmpd="sng" algn="ctr">
                      <a:solidFill>
                        <a:schemeClr val="tx1"/>
                      </a:solidFill>
                      <a:prstDash val="solid"/>
                      <a:round/>
                      <a:headEnd type="none" w="med" len="med"/>
                      <a:tailEnd type="none" w="med" len="med"/>
                    </a:lnT>
                    <a:solidFill>
                      <a:srgbClr val="0683AA"/>
                    </a:solidFill>
                  </a:tcPr>
                </a:tc>
                <a:tc hMerge="1">
                  <a:txBody>
                    <a:bodyPr/>
                    <a:lstStyle/>
                    <a:p>
                      <a:endParaRPr lang="en-US"/>
                    </a:p>
                  </a:txBody>
                  <a:tcPr>
                    <a:solidFill>
                      <a:srgbClr val="0683AA"/>
                    </a:solidFill>
                  </a:tcPr>
                </a:tc>
                <a:extLst>
                  <a:ext uri="{0D108BD9-81ED-4DB2-BD59-A6C34878D82A}">
                    <a16:rowId xmlns:a16="http://schemas.microsoft.com/office/drawing/2014/main" val="3603062988"/>
                  </a:ext>
                </a:extLst>
              </a:tr>
              <a:tr h="1334899">
                <a:tc gridSpan="2">
                  <a:txBody>
                    <a:bodyPr/>
                    <a:lstStyle/>
                    <a:p>
                      <a:pPr marL="285750" indent="-285750">
                        <a:buFont typeface="Arial" panose="020B0604020202020204" pitchFamily="34" charset="0"/>
                        <a:buChar char="•"/>
                      </a:pPr>
                      <a:r>
                        <a:rPr lang="en-US" sz="1600" dirty="0"/>
                        <a:t> </a:t>
                      </a:r>
                    </a:p>
                    <a:p>
                      <a:pPr marL="285750" indent="-285750">
                        <a:buFont typeface="Arial" panose="020B0604020202020204" pitchFamily="34" charset="0"/>
                        <a:buChar char="•"/>
                      </a:pPr>
                      <a:r>
                        <a:rPr lang="en-US" sz="1600" dirty="0"/>
                        <a:t> </a:t>
                      </a:r>
                    </a:p>
                    <a:p>
                      <a:pPr marL="285750" indent="-285750">
                        <a:buFont typeface="Arial" panose="020B0604020202020204" pitchFamily="34" charset="0"/>
                        <a:buChar char="•"/>
                      </a:pPr>
                      <a:r>
                        <a:rPr lang="en-US" sz="1600" dirty="0"/>
                        <a:t> </a:t>
                      </a:r>
                    </a:p>
                  </a:txBody>
                  <a:tcPr/>
                </a:tc>
                <a:tc hMerge="1">
                  <a:txBody>
                    <a:bodyPr/>
                    <a:lstStyle/>
                    <a:p>
                      <a:endParaRPr lang="en-US"/>
                    </a:p>
                  </a:txBody>
                  <a:tcPr/>
                </a:tc>
                <a:extLst>
                  <a:ext uri="{0D108BD9-81ED-4DB2-BD59-A6C34878D82A}">
                    <a16:rowId xmlns:a16="http://schemas.microsoft.com/office/drawing/2014/main" val="2844400956"/>
                  </a:ext>
                </a:extLst>
              </a:tr>
            </a:tbl>
          </a:graphicData>
        </a:graphic>
      </p:graphicFrame>
    </p:spTree>
    <p:extLst>
      <p:ext uri="{BB962C8B-B14F-4D97-AF65-F5344CB8AC3E}">
        <p14:creationId xmlns:p14="http://schemas.microsoft.com/office/powerpoint/2010/main" val="9142780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538861"/>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Pourquoi PAS ?</a:t>
            </a:r>
            <a:br>
              <a:rPr lang="en-US" sz="3200" dirty="0"/>
            </a:br>
            <a:r>
              <a:rPr lang="en-US" sz="3200" dirty="0"/>
              <a:t>Version tableur</a:t>
            </a:r>
          </a:p>
        </p:txBody>
      </p:sp>
      <p:graphicFrame>
        <p:nvGraphicFramePr>
          <p:cNvPr id="6" name="Tableau 10">
            <a:extLst>
              <a:ext uri="{FF2B5EF4-FFF2-40B4-BE49-F238E27FC236}">
                <a16:creationId xmlns:a16="http://schemas.microsoft.com/office/drawing/2014/main" id="{3BADB43A-47E0-4C9E-8813-BB99B1BA22EA}"/>
              </a:ext>
            </a:extLst>
          </p:cNvPr>
          <p:cNvGraphicFramePr>
            <a:graphicFrameLocks noGrp="1"/>
          </p:cNvGraphicFramePr>
          <p:nvPr>
            <p:ph idx="1"/>
            <p:extLst>
              <p:ext uri="{D42A27DB-BD31-4B8C-83A1-F6EECF244321}">
                <p14:modId xmlns:p14="http://schemas.microsoft.com/office/powerpoint/2010/main" val="3406709647"/>
              </p:ext>
            </p:extLst>
          </p:nvPr>
        </p:nvGraphicFramePr>
        <p:xfrm>
          <a:off x="838200" y="1559295"/>
          <a:ext cx="10515597" cy="4354153"/>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21199282"/>
                    </a:ext>
                  </a:extLst>
                </a:gridCol>
                <a:gridCol w="3505199">
                  <a:extLst>
                    <a:ext uri="{9D8B030D-6E8A-4147-A177-3AD203B41FA5}">
                      <a16:colId xmlns:a16="http://schemas.microsoft.com/office/drawing/2014/main" val="766052494"/>
                    </a:ext>
                  </a:extLst>
                </a:gridCol>
                <a:gridCol w="3505199">
                  <a:extLst>
                    <a:ext uri="{9D8B030D-6E8A-4147-A177-3AD203B41FA5}">
                      <a16:colId xmlns:a16="http://schemas.microsoft.com/office/drawing/2014/main" val="3191954954"/>
                    </a:ext>
                  </a:extLst>
                </a:gridCol>
              </a:tblGrid>
              <a:tr h="0">
                <a:tc gridSpan="3">
                  <a:txBody>
                    <a:bodyPr/>
                    <a:lstStyle/>
                    <a:p>
                      <a:pPr algn="ctr"/>
                      <a:r>
                        <a:rPr lang="en-US"/>
                        <a:t>Motivation de base</a:t>
                      </a:r>
                    </a:p>
                  </a:txBody>
                  <a:tcPr>
                    <a:solidFill>
                      <a:srgbClr val="ED7D31"/>
                    </a:solidFill>
                  </a:tcPr>
                </a:tc>
                <a:tc hMerge="1">
                  <a:txBody>
                    <a:bodyPr/>
                    <a:lstStyle/>
                    <a:p>
                      <a:endParaRPr lang="en-US"/>
                    </a:p>
                  </a:txBody>
                  <a:tcPr>
                    <a:solidFill>
                      <a:srgbClr val="ED7D31"/>
                    </a:solidFill>
                  </a:tcPr>
                </a:tc>
                <a:tc hMerge="1">
                  <a:txBody>
                    <a:bodyPr/>
                    <a:lstStyle/>
                    <a:p>
                      <a:endParaRPr lang="en-US"/>
                    </a:p>
                  </a:txBody>
                  <a:tcPr>
                    <a:solidFill>
                      <a:srgbClr val="ED7D31"/>
                    </a:solidFill>
                  </a:tcPr>
                </a:tc>
                <a:extLst>
                  <a:ext uri="{0D108BD9-81ED-4DB2-BD59-A6C34878D82A}">
                    <a16:rowId xmlns:a16="http://schemas.microsoft.com/office/drawing/2014/main" val="4195550654"/>
                  </a:ext>
                </a:extLst>
              </a:tr>
              <a:tr h="1045266">
                <a:tc gridSpan="3">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9543647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Motivations</a:t>
                      </a:r>
                    </a:p>
                  </a:txBody>
                  <a:tcPr>
                    <a:solidFill>
                      <a:srgbClr val="ED7D31"/>
                    </a:solidFill>
                  </a:tcPr>
                </a:tc>
                <a:tc>
                  <a:txBody>
                    <a:bodyPr/>
                    <a:lstStyle/>
                    <a:p>
                      <a:r>
                        <a:rPr lang="en-US" b="1">
                          <a:solidFill>
                            <a:schemeClr val="bg1"/>
                          </a:solidFill>
                        </a:rPr>
                        <a:t>Concrétisation</a:t>
                      </a:r>
                    </a:p>
                  </a:txBody>
                  <a:tcPr>
                    <a:solidFill>
                      <a:schemeClr val="tx1"/>
                    </a:solidFill>
                  </a:tcPr>
                </a:tc>
                <a:tc>
                  <a:txBody>
                    <a:bodyPr/>
                    <a:lstStyle/>
                    <a:p>
                      <a:r>
                        <a:rPr lang="en-US" b="1">
                          <a:solidFill>
                            <a:schemeClr val="bg1"/>
                          </a:solidFill>
                        </a:rPr>
                        <a:t>Conséquence positive</a:t>
                      </a:r>
                    </a:p>
                  </a:txBody>
                  <a:tcPr>
                    <a:solidFill>
                      <a:srgbClr val="0683AA"/>
                    </a:solidFill>
                  </a:tcPr>
                </a:tc>
                <a:extLst>
                  <a:ext uri="{0D108BD9-81ED-4DB2-BD59-A6C34878D82A}">
                    <a16:rowId xmlns:a16="http://schemas.microsoft.com/office/drawing/2014/main" val="36969767"/>
                  </a:ext>
                </a:extLst>
              </a:tr>
              <a:tr h="2577367">
                <a:tc>
                  <a:txBody>
                    <a:bodyPr/>
                    <a:lstStyle/>
                    <a:p>
                      <a:pPr marL="342900" indent="-342900">
                        <a:buFont typeface="+mj-lt"/>
                        <a:buAutoNum type="arabicPeriod"/>
                      </a:pPr>
                      <a:r>
                        <a:rPr lang="en-US"/>
                        <a:t> Lorem Ipsum (entraîne une conséquence positive 1)</a:t>
                      </a:r>
                    </a:p>
                    <a:p>
                      <a:pPr marL="342900" indent="-342900">
                        <a:buFont typeface="+mj-lt"/>
                        <a:buAutoNum type="arabicPeriod"/>
                      </a:pPr>
                      <a:r>
                        <a:rPr lang="en-US"/>
                        <a:t>Lorem Ipsum</a:t>
                      </a:r>
                    </a:p>
                  </a:txBody>
                  <a:tcPr/>
                </a:tc>
                <a:tc>
                  <a:txBody>
                    <a:bodyPr/>
                    <a:lstStyle/>
                    <a:p>
                      <a:pPr marL="342900" indent="-342900">
                        <a:buFont typeface="+mj-lt"/>
                        <a:buAutoNum type="arabicPeriod"/>
                      </a:pPr>
                      <a:r>
                        <a:rPr lang="en-US"/>
                        <a:t>Lorem Ipsum (motivation de cause numéro 1) </a:t>
                      </a:r>
                    </a:p>
                  </a:txBody>
                  <a:tcPr/>
                </a:tc>
                <a:tc>
                  <a:txBody>
                    <a:bodyPr/>
                    <a:lstStyle/>
                    <a:p>
                      <a:pPr marL="342900" indent="-342900">
                        <a:buFont typeface="+mj-lt"/>
                        <a:buAutoNum type="arabicPeriod"/>
                      </a:pPr>
                      <a:r>
                        <a:rPr lang="en-US"/>
                        <a:t>Lorem Ipsum (causes motivationnelles 2)</a:t>
                      </a:r>
                    </a:p>
                  </a:txBody>
                  <a:tcPr/>
                </a:tc>
                <a:extLst>
                  <a:ext uri="{0D108BD9-81ED-4DB2-BD59-A6C34878D82A}">
                    <a16:rowId xmlns:a16="http://schemas.microsoft.com/office/drawing/2014/main" val="462133832"/>
                  </a:ext>
                </a:extLst>
              </a:tr>
            </a:tbl>
          </a:graphicData>
        </a:graphic>
      </p:graphicFrame>
    </p:spTree>
    <p:extLst>
      <p:ext uri="{BB962C8B-B14F-4D97-AF65-F5344CB8AC3E}">
        <p14:creationId xmlns:p14="http://schemas.microsoft.com/office/powerpoint/2010/main" val="27503057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A0A74CB2-CFB2-92E2-FC53-0A69D7F5FD84}"/>
              </a:ext>
            </a:extLst>
          </p:cNvPr>
          <p:cNvSpPr>
            <a:spLocks noGrp="1"/>
          </p:cNvSpPr>
          <p:nvPr>
            <p:ph type="title"/>
          </p:nvPr>
        </p:nvSpPr>
        <p:spPr/>
        <p:txBody>
          <a:bodyPr/>
          <a:lstStyle/>
          <a:p>
            <a:r>
              <a:rPr lang="en-US" dirty="0"/>
              <a:t>Exemple de bout </a:t>
            </a:r>
            <a:r>
              <a:rPr lang="en-US" dirty="0" err="1"/>
              <a:t>en</a:t>
            </a:r>
            <a:r>
              <a:rPr lang="en-US" dirty="0"/>
              <a:t> bout des 6 POURQUOI </a:t>
            </a:r>
            <a:br>
              <a:rPr lang="en-US" dirty="0"/>
            </a:br>
            <a:r>
              <a:rPr lang="en-US" dirty="0"/>
              <a:t>Cas d'utilisation</a:t>
            </a:r>
          </a:p>
        </p:txBody>
      </p:sp>
      <p:sp>
        <p:nvSpPr>
          <p:cNvPr id="5" name="Segnaposto testo 4">
            <a:extLst>
              <a:ext uri="{FF2B5EF4-FFF2-40B4-BE49-F238E27FC236}">
                <a16:creationId xmlns:a16="http://schemas.microsoft.com/office/drawing/2014/main" id="{D9BF1BF4-A16B-5C1B-A71D-A07FB1819D3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905636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BADC61EC-212B-2093-1242-9D2D3F678DDF}"/>
              </a:ext>
            </a:extLst>
          </p:cNvPr>
          <p:cNvSpPr>
            <a:spLocks noGrp="1"/>
          </p:cNvSpPr>
          <p:nvPr>
            <p:ph type="title"/>
          </p:nvPr>
        </p:nvSpPr>
        <p:spPr/>
        <p:txBody>
          <a:bodyPr/>
          <a:lstStyle/>
          <a:p>
            <a:r>
              <a:rPr lang="en-US" dirty="0"/>
              <a:t>Exemples de cas d'utilisation</a:t>
            </a:r>
          </a:p>
        </p:txBody>
      </p:sp>
      <p:sp>
        <p:nvSpPr>
          <p:cNvPr id="5" name="Segnaposto contenuto 4">
            <a:extLst>
              <a:ext uri="{FF2B5EF4-FFF2-40B4-BE49-F238E27FC236}">
                <a16:creationId xmlns:a16="http://schemas.microsoft.com/office/drawing/2014/main" id="{88E9EC13-37B9-231F-A7D5-D558D25989ED}"/>
              </a:ext>
            </a:extLst>
          </p:cNvPr>
          <p:cNvSpPr>
            <a:spLocks noGrp="1"/>
          </p:cNvSpPr>
          <p:nvPr>
            <p:ph idx="1"/>
          </p:nvPr>
        </p:nvSpPr>
        <p:spPr>
          <a:xfrm>
            <a:off x="838200" y="1825625"/>
            <a:ext cx="4447032" cy="4351338"/>
          </a:xfrm>
        </p:spPr>
        <p:txBody>
          <a:bodyPr>
            <a:normAutofit/>
          </a:bodyPr>
          <a:lstStyle/>
          <a:p>
            <a:r>
              <a:rPr lang="en-US" sz="1800" dirty="0"/>
              <a:t>Cette partie montre un exemple </a:t>
            </a:r>
            <a:r>
              <a:rPr lang="en-US" sz="1800" dirty="0" err="1"/>
              <a:t>complet</a:t>
            </a:r>
            <a:r>
              <a:rPr lang="en-US" sz="1800" dirty="0"/>
              <a:t> des 6 </a:t>
            </a:r>
            <a:r>
              <a:rPr lang="en-US" sz="1800" dirty="0" err="1"/>
              <a:t>Canevas</a:t>
            </a:r>
            <a:r>
              <a:rPr lang="en-US" sz="1800" dirty="0"/>
              <a:t> des POURQUOI appliqués aux mêmes exemples.</a:t>
            </a:r>
          </a:p>
          <a:p>
            <a:endParaRPr lang="en-US" sz="1800" dirty="0"/>
          </a:p>
          <a:p>
            <a:r>
              <a:rPr lang="en-US" sz="1800" dirty="0"/>
              <a:t>Il s'agit ici de montrer une utilisation cohérente des 6 POURQUOI pour la même situation, au lieu de divers exemples</a:t>
            </a:r>
          </a:p>
          <a:p>
            <a:endParaRPr lang="en-US" sz="1800" dirty="0"/>
          </a:p>
          <a:p>
            <a:r>
              <a:rPr lang="en-US" sz="1800" dirty="0"/>
              <a:t>Vous pouvez utiliser ces cas d'utilisation à des fins de formation ou pour comprendre les différences entre les 6 POURQUOI.</a:t>
            </a:r>
          </a:p>
          <a:p>
            <a:endParaRPr lang="en-US" sz="1800" dirty="0"/>
          </a:p>
          <a:p>
            <a:endParaRPr lang="en-US" sz="1800" dirty="0"/>
          </a:p>
        </p:txBody>
      </p:sp>
      <p:grpSp>
        <p:nvGrpSpPr>
          <p:cNvPr id="7" name="Groupe 5">
            <a:extLst>
              <a:ext uri="{FF2B5EF4-FFF2-40B4-BE49-F238E27FC236}">
                <a16:creationId xmlns:a16="http://schemas.microsoft.com/office/drawing/2014/main" id="{815077E3-E1DF-2016-3B96-621594A70FA0}"/>
              </a:ext>
            </a:extLst>
          </p:cNvPr>
          <p:cNvGrpSpPr/>
          <p:nvPr/>
        </p:nvGrpSpPr>
        <p:grpSpPr>
          <a:xfrm>
            <a:off x="6330062" y="1990902"/>
            <a:ext cx="1191652" cy="557774"/>
            <a:chOff x="463550" y="1420160"/>
            <a:chExt cx="11264900" cy="5272740"/>
          </a:xfrm>
        </p:grpSpPr>
        <p:sp>
          <p:nvSpPr>
            <p:cNvPr id="177" name="Trapèze 6">
              <a:extLst>
                <a:ext uri="{FF2B5EF4-FFF2-40B4-BE49-F238E27FC236}">
                  <a16:creationId xmlns:a16="http://schemas.microsoft.com/office/drawing/2014/main" id="{F1F4CE17-C4A8-EB58-B242-E833612D8886}"/>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dirty="0"/>
                <a:t>CAUSE</a:t>
              </a:r>
            </a:p>
          </p:txBody>
        </p:sp>
        <p:sp>
          <p:nvSpPr>
            <p:cNvPr id="178" name="Triangle isocèle 7">
              <a:extLst>
                <a:ext uri="{FF2B5EF4-FFF2-40B4-BE49-F238E27FC236}">
                  <a16:creationId xmlns:a16="http://schemas.microsoft.com/office/drawing/2014/main" id="{CAE57C21-8FE4-BF7F-59D9-3448D07556A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GRAND BUT</a:t>
              </a:r>
            </a:p>
            <a:p>
              <a:pPr algn="ctr"/>
              <a:endParaRPr lang="en-US" sz="100"/>
            </a:p>
          </p:txBody>
        </p:sp>
        <p:grpSp>
          <p:nvGrpSpPr>
            <p:cNvPr id="179" name="Groupe 8">
              <a:extLst>
                <a:ext uri="{FF2B5EF4-FFF2-40B4-BE49-F238E27FC236}">
                  <a16:creationId xmlns:a16="http://schemas.microsoft.com/office/drawing/2014/main" id="{B5CE879D-84C2-14FA-AF30-518919E74D93}"/>
                </a:ext>
              </a:extLst>
            </p:cNvPr>
            <p:cNvGrpSpPr/>
            <p:nvPr/>
          </p:nvGrpSpPr>
          <p:grpSpPr>
            <a:xfrm>
              <a:off x="1527175" y="3040767"/>
              <a:ext cx="9137650" cy="1969383"/>
              <a:chOff x="1644650" y="3040767"/>
              <a:chExt cx="9137650" cy="1907219"/>
            </a:xfrm>
          </p:grpSpPr>
          <p:sp>
            <p:nvSpPr>
              <p:cNvPr id="182" name="Trapèze 11">
                <a:extLst>
                  <a:ext uri="{FF2B5EF4-FFF2-40B4-BE49-F238E27FC236}">
                    <a16:creationId xmlns:a16="http://schemas.microsoft.com/office/drawing/2014/main" id="{C0DAF3DD-D606-B221-02DD-27C37E6D63E6}"/>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MAUVAIS SOUVENIRS</a:t>
                </a:r>
                <a:endParaRPr lang="en-US" sz="100"/>
              </a:p>
            </p:txBody>
          </p:sp>
          <p:sp>
            <p:nvSpPr>
              <p:cNvPr id="183" name="Trapèze 12">
                <a:extLst>
                  <a:ext uri="{FF2B5EF4-FFF2-40B4-BE49-F238E27FC236}">
                    <a16:creationId xmlns:a16="http://schemas.microsoft.com/office/drawing/2014/main" id="{2B311238-81B7-8D5F-B645-FF0C2CA1AE4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HISTOIRES FICTIVES ERRONÉES - RISQUES</a:t>
                </a:r>
              </a:p>
            </p:txBody>
          </p:sp>
          <p:sp>
            <p:nvSpPr>
              <p:cNvPr id="184" name="Trapèze 13">
                <a:extLst>
                  <a:ext uri="{FF2B5EF4-FFF2-40B4-BE49-F238E27FC236}">
                    <a16:creationId xmlns:a16="http://schemas.microsoft.com/office/drawing/2014/main" id="{5E5F951F-6422-3A07-07FA-9F6D37EE6F79}"/>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BONS SOUVENIRS</a:t>
                </a:r>
                <a:endParaRPr lang="en-US" sz="100"/>
              </a:p>
            </p:txBody>
          </p:sp>
          <p:sp>
            <p:nvSpPr>
              <p:cNvPr id="185" name="Trapèze 14">
                <a:extLst>
                  <a:ext uri="{FF2B5EF4-FFF2-40B4-BE49-F238E27FC236}">
                    <a16:creationId xmlns:a16="http://schemas.microsoft.com/office/drawing/2014/main" id="{E05B65FB-7883-D46B-3F95-43A259D645A8}"/>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HISTOIRES IDÉALES</a:t>
                </a:r>
              </a:p>
            </p:txBody>
          </p:sp>
        </p:grpSp>
        <p:sp>
          <p:nvSpPr>
            <p:cNvPr id="180" name="Triangle isocèle 9">
              <a:extLst>
                <a:ext uri="{FF2B5EF4-FFF2-40B4-BE49-F238E27FC236}">
                  <a16:creationId xmlns:a16="http://schemas.microsoft.com/office/drawing/2014/main" id="{3DF7BCD7-9197-D6A7-F691-D1B76926EA4D}"/>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81" name="ZoneTexte 10">
              <a:extLst>
                <a:ext uri="{FF2B5EF4-FFF2-40B4-BE49-F238E27FC236}">
                  <a16:creationId xmlns:a16="http://schemas.microsoft.com/office/drawing/2014/main" id="{0231CA8A-9E45-5650-4602-E1B567EFEC26}"/>
                </a:ext>
              </a:extLst>
            </p:cNvPr>
            <p:cNvSpPr txBox="1"/>
            <p:nvPr/>
          </p:nvSpPr>
          <p:spPr>
            <a:xfrm>
              <a:off x="4952496" y="3044170"/>
              <a:ext cx="2287008" cy="1163791"/>
            </a:xfrm>
            <a:prstGeom prst="rect">
              <a:avLst/>
            </a:prstGeom>
            <a:noFill/>
          </p:spPr>
          <p:txBody>
            <a:bodyPr wrap="square">
              <a:spAutoFit/>
            </a:bodyPr>
            <a:lstStyle/>
            <a:p>
              <a:pPr algn="ctr"/>
              <a:r>
                <a:rPr lang="en-US" sz="100" b="1"/>
                <a:t>CONDITIONS</a:t>
              </a:r>
            </a:p>
          </p:txBody>
        </p:sp>
      </p:grpSp>
      <p:grpSp>
        <p:nvGrpSpPr>
          <p:cNvPr id="8" name="Groupe 172">
            <a:extLst>
              <a:ext uri="{FF2B5EF4-FFF2-40B4-BE49-F238E27FC236}">
                <a16:creationId xmlns:a16="http://schemas.microsoft.com/office/drawing/2014/main" id="{858931DB-C987-9CBB-FAAE-1BD0B0DB4649}"/>
              </a:ext>
            </a:extLst>
          </p:cNvPr>
          <p:cNvGrpSpPr/>
          <p:nvPr/>
        </p:nvGrpSpPr>
        <p:grpSpPr>
          <a:xfrm>
            <a:off x="8173393" y="1235772"/>
            <a:ext cx="1535986" cy="572573"/>
            <a:chOff x="7527020" y="2036345"/>
            <a:chExt cx="3826780" cy="1426517"/>
          </a:xfrm>
        </p:grpSpPr>
        <p:grpSp>
          <p:nvGrpSpPr>
            <p:cNvPr id="93" name="Groupe 32">
              <a:extLst>
                <a:ext uri="{FF2B5EF4-FFF2-40B4-BE49-F238E27FC236}">
                  <a16:creationId xmlns:a16="http://schemas.microsoft.com/office/drawing/2014/main" id="{3EB17446-EE85-BE6C-854A-A378B5E5D964}"/>
                </a:ext>
              </a:extLst>
            </p:cNvPr>
            <p:cNvGrpSpPr/>
            <p:nvPr/>
          </p:nvGrpSpPr>
          <p:grpSpPr>
            <a:xfrm>
              <a:off x="10055197" y="2036345"/>
              <a:ext cx="1298603" cy="1298603"/>
              <a:chOff x="9835911" y="2807662"/>
              <a:chExt cx="1796250" cy="1796250"/>
            </a:xfrm>
          </p:grpSpPr>
          <p:pic>
            <p:nvPicPr>
              <p:cNvPr id="114" name="Graphique 49" descr="Cathédrale avec un remplissage uni">
                <a:extLst>
                  <a:ext uri="{FF2B5EF4-FFF2-40B4-BE49-F238E27FC236}">
                    <a16:creationId xmlns:a16="http://schemas.microsoft.com/office/drawing/2014/main" id="{8A0348E7-9A50-9ACD-B4A6-F3078E80FD9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115" name="Rectangle 50">
                <a:extLst>
                  <a:ext uri="{FF2B5EF4-FFF2-40B4-BE49-F238E27FC236}">
                    <a16:creationId xmlns:a16="http://schemas.microsoft.com/office/drawing/2014/main" id="{7C48572C-9CAF-1560-ED22-90BF18158EA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51">
                <a:extLst>
                  <a:ext uri="{FF2B5EF4-FFF2-40B4-BE49-F238E27FC236}">
                    <a16:creationId xmlns:a16="http://schemas.microsoft.com/office/drawing/2014/main" id="{DA945DDD-018E-E932-5884-477C32BE8D9B}"/>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52">
                <a:extLst>
                  <a:ext uri="{FF2B5EF4-FFF2-40B4-BE49-F238E27FC236}">
                    <a16:creationId xmlns:a16="http://schemas.microsoft.com/office/drawing/2014/main" id="{4F034BC1-1AB9-A97F-3DD2-25A7C1C6B995}"/>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8" name="Rectangle 53">
                <a:extLst>
                  <a:ext uri="{FF2B5EF4-FFF2-40B4-BE49-F238E27FC236}">
                    <a16:creationId xmlns:a16="http://schemas.microsoft.com/office/drawing/2014/main" id="{D5751390-B8BA-EF07-B655-D9C9643A6EC9}"/>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9" name="Rectangle 54">
                <a:extLst>
                  <a:ext uri="{FF2B5EF4-FFF2-40B4-BE49-F238E27FC236}">
                    <a16:creationId xmlns:a16="http://schemas.microsoft.com/office/drawing/2014/main" id="{F2429A60-2317-4A05-7285-8B0E5505140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0" name="Rectangle 55">
                <a:extLst>
                  <a:ext uri="{FF2B5EF4-FFF2-40B4-BE49-F238E27FC236}">
                    <a16:creationId xmlns:a16="http://schemas.microsoft.com/office/drawing/2014/main" id="{F6C94A2B-48A2-31DC-0A84-F9C8D4003E7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1" name="Rectangle 56">
                <a:extLst>
                  <a:ext uri="{FF2B5EF4-FFF2-40B4-BE49-F238E27FC236}">
                    <a16:creationId xmlns:a16="http://schemas.microsoft.com/office/drawing/2014/main" id="{7BA19648-E721-1E77-9B39-31ACD5C20AC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2" name="Rectangle 57">
                <a:extLst>
                  <a:ext uri="{FF2B5EF4-FFF2-40B4-BE49-F238E27FC236}">
                    <a16:creationId xmlns:a16="http://schemas.microsoft.com/office/drawing/2014/main" id="{0859220F-5E40-5A05-7D5C-D277A928AE63}"/>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3" name="Rectangle 58">
                <a:extLst>
                  <a:ext uri="{FF2B5EF4-FFF2-40B4-BE49-F238E27FC236}">
                    <a16:creationId xmlns:a16="http://schemas.microsoft.com/office/drawing/2014/main" id="{5488E2DB-6F07-40E5-297A-5194C62E128D}"/>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4" name="Rectangle 59">
                <a:extLst>
                  <a:ext uri="{FF2B5EF4-FFF2-40B4-BE49-F238E27FC236}">
                    <a16:creationId xmlns:a16="http://schemas.microsoft.com/office/drawing/2014/main" id="{C54F7A18-AB9B-299A-1B5B-AF4DDA1A63FE}"/>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60">
                <a:extLst>
                  <a:ext uri="{FF2B5EF4-FFF2-40B4-BE49-F238E27FC236}">
                    <a16:creationId xmlns:a16="http://schemas.microsoft.com/office/drawing/2014/main" id="{F6914660-28BA-032D-9BE3-4979A9122752}"/>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61">
                <a:extLst>
                  <a:ext uri="{FF2B5EF4-FFF2-40B4-BE49-F238E27FC236}">
                    <a16:creationId xmlns:a16="http://schemas.microsoft.com/office/drawing/2014/main" id="{22264A75-CC39-9D97-2579-26D3BEEF61E3}"/>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62">
                <a:extLst>
                  <a:ext uri="{FF2B5EF4-FFF2-40B4-BE49-F238E27FC236}">
                    <a16:creationId xmlns:a16="http://schemas.microsoft.com/office/drawing/2014/main" id="{07DE1619-B660-BC4A-18D8-E75DB4D56679}"/>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63">
                <a:extLst>
                  <a:ext uri="{FF2B5EF4-FFF2-40B4-BE49-F238E27FC236}">
                    <a16:creationId xmlns:a16="http://schemas.microsoft.com/office/drawing/2014/main" id="{675E2516-43C9-33EC-74E7-737471D25DD5}"/>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64">
                <a:extLst>
                  <a:ext uri="{FF2B5EF4-FFF2-40B4-BE49-F238E27FC236}">
                    <a16:creationId xmlns:a16="http://schemas.microsoft.com/office/drawing/2014/main" id="{9E43FAC5-9594-AD62-DFD6-9A30BF65E692}"/>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65">
                <a:extLst>
                  <a:ext uri="{FF2B5EF4-FFF2-40B4-BE49-F238E27FC236}">
                    <a16:creationId xmlns:a16="http://schemas.microsoft.com/office/drawing/2014/main" id="{13B3D5AD-27AC-5F01-1AFD-6992F325EFF3}"/>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66">
                <a:extLst>
                  <a:ext uri="{FF2B5EF4-FFF2-40B4-BE49-F238E27FC236}">
                    <a16:creationId xmlns:a16="http://schemas.microsoft.com/office/drawing/2014/main" id="{C6C4166D-665D-1674-9C57-63914FFCA7A4}"/>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67">
                <a:extLst>
                  <a:ext uri="{FF2B5EF4-FFF2-40B4-BE49-F238E27FC236}">
                    <a16:creationId xmlns:a16="http://schemas.microsoft.com/office/drawing/2014/main" id="{A43A62D6-1928-C8B0-7081-9A0C2A689D3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68">
                <a:extLst>
                  <a:ext uri="{FF2B5EF4-FFF2-40B4-BE49-F238E27FC236}">
                    <a16:creationId xmlns:a16="http://schemas.microsoft.com/office/drawing/2014/main" id="{A1C0F19F-8E5D-1C20-203F-C38CEAF75908}"/>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9">
                <a:extLst>
                  <a:ext uri="{FF2B5EF4-FFF2-40B4-BE49-F238E27FC236}">
                    <a16:creationId xmlns:a16="http://schemas.microsoft.com/office/drawing/2014/main" id="{C0BDCA01-B4BD-CB39-3593-7A14A2A96D8A}"/>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70">
                <a:extLst>
                  <a:ext uri="{FF2B5EF4-FFF2-40B4-BE49-F238E27FC236}">
                    <a16:creationId xmlns:a16="http://schemas.microsoft.com/office/drawing/2014/main" id="{29D5FA55-CDC0-C4D7-4329-6630F8F168A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71">
                <a:extLst>
                  <a:ext uri="{FF2B5EF4-FFF2-40B4-BE49-F238E27FC236}">
                    <a16:creationId xmlns:a16="http://schemas.microsoft.com/office/drawing/2014/main" id="{020345A7-6BE8-CBE3-6326-D2D9C2E1D6F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72">
                <a:extLst>
                  <a:ext uri="{FF2B5EF4-FFF2-40B4-BE49-F238E27FC236}">
                    <a16:creationId xmlns:a16="http://schemas.microsoft.com/office/drawing/2014/main" id="{602A306B-08B4-A6EE-1D62-2E451305A043}"/>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73">
                <a:extLst>
                  <a:ext uri="{FF2B5EF4-FFF2-40B4-BE49-F238E27FC236}">
                    <a16:creationId xmlns:a16="http://schemas.microsoft.com/office/drawing/2014/main" id="{61C59499-6710-D203-7EC7-15F7603D0F93}"/>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74">
                <a:extLst>
                  <a:ext uri="{FF2B5EF4-FFF2-40B4-BE49-F238E27FC236}">
                    <a16:creationId xmlns:a16="http://schemas.microsoft.com/office/drawing/2014/main" id="{55E70132-11C8-1488-A03D-0625EC61D52E}"/>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75">
                <a:extLst>
                  <a:ext uri="{FF2B5EF4-FFF2-40B4-BE49-F238E27FC236}">
                    <a16:creationId xmlns:a16="http://schemas.microsoft.com/office/drawing/2014/main" id="{E0D0FCAE-67DF-642A-3BBC-53783E61FF7C}"/>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76">
                <a:extLst>
                  <a:ext uri="{FF2B5EF4-FFF2-40B4-BE49-F238E27FC236}">
                    <a16:creationId xmlns:a16="http://schemas.microsoft.com/office/drawing/2014/main" id="{73BB38A3-9985-3C99-4358-76E70F54C3D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77">
                <a:extLst>
                  <a:ext uri="{FF2B5EF4-FFF2-40B4-BE49-F238E27FC236}">
                    <a16:creationId xmlns:a16="http://schemas.microsoft.com/office/drawing/2014/main" id="{E67BAE9C-D63F-9963-4146-364DE1EE4D4D}"/>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78">
                <a:extLst>
                  <a:ext uri="{FF2B5EF4-FFF2-40B4-BE49-F238E27FC236}">
                    <a16:creationId xmlns:a16="http://schemas.microsoft.com/office/drawing/2014/main" id="{D5793431-C172-B793-ADAC-430858195287}"/>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9">
                <a:extLst>
                  <a:ext uri="{FF2B5EF4-FFF2-40B4-BE49-F238E27FC236}">
                    <a16:creationId xmlns:a16="http://schemas.microsoft.com/office/drawing/2014/main" id="{F50843C8-E1DE-3EF0-0F1F-86129C59939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80">
                <a:extLst>
                  <a:ext uri="{FF2B5EF4-FFF2-40B4-BE49-F238E27FC236}">
                    <a16:creationId xmlns:a16="http://schemas.microsoft.com/office/drawing/2014/main" id="{A492C74E-9C24-1027-1008-6F1DBD5BD0A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81">
                <a:extLst>
                  <a:ext uri="{FF2B5EF4-FFF2-40B4-BE49-F238E27FC236}">
                    <a16:creationId xmlns:a16="http://schemas.microsoft.com/office/drawing/2014/main" id="{E2249ED2-DA62-BE14-978B-E1903B6A5138}"/>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82">
                <a:extLst>
                  <a:ext uri="{FF2B5EF4-FFF2-40B4-BE49-F238E27FC236}">
                    <a16:creationId xmlns:a16="http://schemas.microsoft.com/office/drawing/2014/main" id="{B2EB9EF7-4ED7-5524-11E3-74852774DE47}"/>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83">
                <a:extLst>
                  <a:ext uri="{FF2B5EF4-FFF2-40B4-BE49-F238E27FC236}">
                    <a16:creationId xmlns:a16="http://schemas.microsoft.com/office/drawing/2014/main" id="{A2C92947-9C82-ACAB-CF3E-E9BC4B843CF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84">
                <a:extLst>
                  <a:ext uri="{FF2B5EF4-FFF2-40B4-BE49-F238E27FC236}">
                    <a16:creationId xmlns:a16="http://schemas.microsoft.com/office/drawing/2014/main" id="{5B468197-6271-5AE4-514D-2FF6562F191F}"/>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85">
                <a:extLst>
                  <a:ext uri="{FF2B5EF4-FFF2-40B4-BE49-F238E27FC236}">
                    <a16:creationId xmlns:a16="http://schemas.microsoft.com/office/drawing/2014/main" id="{7466CB75-1C74-6D25-EFB4-6ADD05B64F9B}"/>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86">
                <a:extLst>
                  <a:ext uri="{FF2B5EF4-FFF2-40B4-BE49-F238E27FC236}">
                    <a16:creationId xmlns:a16="http://schemas.microsoft.com/office/drawing/2014/main" id="{BBB29CEA-30B1-8738-75B1-8C6625A6D561}"/>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87">
                <a:extLst>
                  <a:ext uri="{FF2B5EF4-FFF2-40B4-BE49-F238E27FC236}">
                    <a16:creationId xmlns:a16="http://schemas.microsoft.com/office/drawing/2014/main" id="{D0AB0F16-4641-4DB6-E79E-C9AA5498CB5E}"/>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88">
                <a:extLst>
                  <a:ext uri="{FF2B5EF4-FFF2-40B4-BE49-F238E27FC236}">
                    <a16:creationId xmlns:a16="http://schemas.microsoft.com/office/drawing/2014/main" id="{5F8BEDB2-48BF-9133-69B0-E8A3B44453A5}"/>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9">
                <a:extLst>
                  <a:ext uri="{FF2B5EF4-FFF2-40B4-BE49-F238E27FC236}">
                    <a16:creationId xmlns:a16="http://schemas.microsoft.com/office/drawing/2014/main" id="{2C088098-B29C-14DC-0FE9-9F426D88A773}"/>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90">
                <a:extLst>
                  <a:ext uri="{FF2B5EF4-FFF2-40B4-BE49-F238E27FC236}">
                    <a16:creationId xmlns:a16="http://schemas.microsoft.com/office/drawing/2014/main" id="{000E6B64-6F76-54E7-9EA9-3E3A920020E0}"/>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91">
                <a:extLst>
                  <a:ext uri="{FF2B5EF4-FFF2-40B4-BE49-F238E27FC236}">
                    <a16:creationId xmlns:a16="http://schemas.microsoft.com/office/drawing/2014/main" id="{68EFB387-F09F-9F4D-2C15-DF3BB2742D07}"/>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92">
                <a:extLst>
                  <a:ext uri="{FF2B5EF4-FFF2-40B4-BE49-F238E27FC236}">
                    <a16:creationId xmlns:a16="http://schemas.microsoft.com/office/drawing/2014/main" id="{5683483A-E5BA-E25C-C995-D16E5C30A46F}"/>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93">
                <a:extLst>
                  <a:ext uri="{FF2B5EF4-FFF2-40B4-BE49-F238E27FC236}">
                    <a16:creationId xmlns:a16="http://schemas.microsoft.com/office/drawing/2014/main" id="{263E18A7-1882-DFF3-5332-5D21201773BE}"/>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94">
                <a:extLst>
                  <a:ext uri="{FF2B5EF4-FFF2-40B4-BE49-F238E27FC236}">
                    <a16:creationId xmlns:a16="http://schemas.microsoft.com/office/drawing/2014/main" id="{D08DF1E9-1B41-407A-458A-ED35223AA72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95">
                <a:extLst>
                  <a:ext uri="{FF2B5EF4-FFF2-40B4-BE49-F238E27FC236}">
                    <a16:creationId xmlns:a16="http://schemas.microsoft.com/office/drawing/2014/main" id="{7FDF6D41-68BE-044C-E4B4-5276C6C189CB}"/>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96">
                <a:extLst>
                  <a:ext uri="{FF2B5EF4-FFF2-40B4-BE49-F238E27FC236}">
                    <a16:creationId xmlns:a16="http://schemas.microsoft.com/office/drawing/2014/main" id="{329F3329-C840-131A-9D27-40B778E316F5}"/>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97">
                <a:extLst>
                  <a:ext uri="{FF2B5EF4-FFF2-40B4-BE49-F238E27FC236}">
                    <a16:creationId xmlns:a16="http://schemas.microsoft.com/office/drawing/2014/main" id="{9021859D-E394-D0A3-CF77-C2BE628824E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98">
                <a:extLst>
                  <a:ext uri="{FF2B5EF4-FFF2-40B4-BE49-F238E27FC236}">
                    <a16:creationId xmlns:a16="http://schemas.microsoft.com/office/drawing/2014/main" id="{F7D7E9B8-2DB8-E69B-F2E5-B3CF2DB72255}"/>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9">
                <a:extLst>
                  <a:ext uri="{FF2B5EF4-FFF2-40B4-BE49-F238E27FC236}">
                    <a16:creationId xmlns:a16="http://schemas.microsoft.com/office/drawing/2014/main" id="{8A2CED77-8635-5AAC-A77D-4F6EC36D1B20}"/>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100">
                <a:extLst>
                  <a:ext uri="{FF2B5EF4-FFF2-40B4-BE49-F238E27FC236}">
                    <a16:creationId xmlns:a16="http://schemas.microsoft.com/office/drawing/2014/main" id="{EFB1DD98-4749-B8E4-CBCC-08CF05AEC17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101">
                <a:extLst>
                  <a:ext uri="{FF2B5EF4-FFF2-40B4-BE49-F238E27FC236}">
                    <a16:creationId xmlns:a16="http://schemas.microsoft.com/office/drawing/2014/main" id="{8DC55F49-0A68-EBDA-FD16-AE74603CC485}"/>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102">
                <a:extLst>
                  <a:ext uri="{FF2B5EF4-FFF2-40B4-BE49-F238E27FC236}">
                    <a16:creationId xmlns:a16="http://schemas.microsoft.com/office/drawing/2014/main" id="{5376B664-F47C-A7CE-1EAA-2EF7495641CF}"/>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103">
                <a:extLst>
                  <a:ext uri="{FF2B5EF4-FFF2-40B4-BE49-F238E27FC236}">
                    <a16:creationId xmlns:a16="http://schemas.microsoft.com/office/drawing/2014/main" id="{ED0DD9A9-4C0A-F066-F71B-A0D4428004B7}"/>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104">
                <a:extLst>
                  <a:ext uri="{FF2B5EF4-FFF2-40B4-BE49-F238E27FC236}">
                    <a16:creationId xmlns:a16="http://schemas.microsoft.com/office/drawing/2014/main" id="{E67202E3-7C19-86E3-ADC6-7A993F04410D}"/>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105">
                <a:extLst>
                  <a:ext uri="{FF2B5EF4-FFF2-40B4-BE49-F238E27FC236}">
                    <a16:creationId xmlns:a16="http://schemas.microsoft.com/office/drawing/2014/main" id="{2EBDC157-7B3F-CEA7-BF9B-4766D0E96B9D}"/>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106">
                <a:extLst>
                  <a:ext uri="{FF2B5EF4-FFF2-40B4-BE49-F238E27FC236}">
                    <a16:creationId xmlns:a16="http://schemas.microsoft.com/office/drawing/2014/main" id="{8E524E20-EDC8-0729-E737-92CC25C55B8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107">
                <a:extLst>
                  <a:ext uri="{FF2B5EF4-FFF2-40B4-BE49-F238E27FC236}">
                    <a16:creationId xmlns:a16="http://schemas.microsoft.com/office/drawing/2014/main" id="{4A6E163C-041B-230B-D3A0-AEEA8EFB2F72}"/>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108">
                <a:extLst>
                  <a:ext uri="{FF2B5EF4-FFF2-40B4-BE49-F238E27FC236}">
                    <a16:creationId xmlns:a16="http://schemas.microsoft.com/office/drawing/2014/main" id="{7F14C486-F44D-418D-E1B2-24DE8C2734FF}"/>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9">
                <a:extLst>
                  <a:ext uri="{FF2B5EF4-FFF2-40B4-BE49-F238E27FC236}">
                    <a16:creationId xmlns:a16="http://schemas.microsoft.com/office/drawing/2014/main" id="{1CC242E0-7262-46F2-2301-A467633FF040}"/>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10">
                <a:extLst>
                  <a:ext uri="{FF2B5EF4-FFF2-40B4-BE49-F238E27FC236}">
                    <a16:creationId xmlns:a16="http://schemas.microsoft.com/office/drawing/2014/main" id="{44B356ED-DCC6-B594-79B4-7B4D1233A54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11">
                <a:extLst>
                  <a:ext uri="{FF2B5EF4-FFF2-40B4-BE49-F238E27FC236}">
                    <a16:creationId xmlns:a16="http://schemas.microsoft.com/office/drawing/2014/main" id="{D6354C14-F376-18B8-EE76-32DE10365ECE}"/>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94" name="Groupe 152">
              <a:extLst>
                <a:ext uri="{FF2B5EF4-FFF2-40B4-BE49-F238E27FC236}">
                  <a16:creationId xmlns:a16="http://schemas.microsoft.com/office/drawing/2014/main" id="{73B394DA-2682-C932-ACBB-3D53AD354892}"/>
                </a:ext>
              </a:extLst>
            </p:cNvPr>
            <p:cNvGrpSpPr/>
            <p:nvPr/>
          </p:nvGrpSpPr>
          <p:grpSpPr>
            <a:xfrm>
              <a:off x="7527020" y="2174293"/>
              <a:ext cx="1467257" cy="1169474"/>
              <a:chOff x="2609577" y="1563591"/>
              <a:chExt cx="1467257" cy="1169474"/>
            </a:xfrm>
          </p:grpSpPr>
          <p:grpSp>
            <p:nvGrpSpPr>
              <p:cNvPr id="109" name="Groupe 153">
                <a:extLst>
                  <a:ext uri="{FF2B5EF4-FFF2-40B4-BE49-F238E27FC236}">
                    <a16:creationId xmlns:a16="http://schemas.microsoft.com/office/drawing/2014/main" id="{3422A40B-73ED-84D9-A425-8FFAFF8C808D}"/>
                  </a:ext>
                </a:extLst>
              </p:cNvPr>
              <p:cNvGrpSpPr/>
              <p:nvPr/>
            </p:nvGrpSpPr>
            <p:grpSpPr>
              <a:xfrm>
                <a:off x="2609577" y="1563591"/>
                <a:ext cx="1412109" cy="1169474"/>
                <a:chOff x="2645545" y="3994190"/>
                <a:chExt cx="1412109" cy="1169474"/>
              </a:xfrm>
            </p:grpSpPr>
            <p:pic>
              <p:nvPicPr>
                <p:cNvPr id="111" name="Graphique 155" descr="Diable avec un remplissage uni">
                  <a:extLst>
                    <a:ext uri="{FF2B5EF4-FFF2-40B4-BE49-F238E27FC236}">
                      <a16:creationId xmlns:a16="http://schemas.microsoft.com/office/drawing/2014/main" id="{CC3B78BA-45D6-AC35-87C7-F61DD0D2BEA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12" name="Graphique 156" descr="Base-ball avec un remplissage uni">
                  <a:extLst>
                    <a:ext uri="{FF2B5EF4-FFF2-40B4-BE49-F238E27FC236}">
                      <a16:creationId xmlns:a16="http://schemas.microsoft.com/office/drawing/2014/main" id="{14571399-2C84-7EFF-86AF-1C58408797E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13" name="Rectangle 157">
                  <a:extLst>
                    <a:ext uri="{FF2B5EF4-FFF2-40B4-BE49-F238E27FC236}">
                      <a16:creationId xmlns:a16="http://schemas.microsoft.com/office/drawing/2014/main" id="{DF2E9A44-01A9-A7AF-62A8-0EABC0766E5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0" name="Graphique 154" descr="Boîte à archives avec un remplissage uni">
                <a:extLst>
                  <a:ext uri="{FF2B5EF4-FFF2-40B4-BE49-F238E27FC236}">
                    <a16:creationId xmlns:a16="http://schemas.microsoft.com/office/drawing/2014/main" id="{C8309C4D-40C4-D047-DE88-792D20D8496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95" name="Groupe 158">
              <a:extLst>
                <a:ext uri="{FF2B5EF4-FFF2-40B4-BE49-F238E27FC236}">
                  <a16:creationId xmlns:a16="http://schemas.microsoft.com/office/drawing/2014/main" id="{0F69309C-76A9-ED90-3D60-3E5CEC61E129}"/>
                </a:ext>
              </a:extLst>
            </p:cNvPr>
            <p:cNvGrpSpPr/>
            <p:nvPr/>
          </p:nvGrpSpPr>
          <p:grpSpPr>
            <a:xfrm flipH="1">
              <a:off x="8944157" y="2297704"/>
              <a:ext cx="1093937" cy="1165158"/>
              <a:chOff x="1680627" y="1783722"/>
              <a:chExt cx="1331514" cy="1331514"/>
            </a:xfrm>
          </p:grpSpPr>
          <p:pic>
            <p:nvPicPr>
              <p:cNvPr id="96" name="Graphique 159" descr="Mur de briques en construction avec un remplissage uni">
                <a:extLst>
                  <a:ext uri="{FF2B5EF4-FFF2-40B4-BE49-F238E27FC236}">
                    <a16:creationId xmlns:a16="http://schemas.microsoft.com/office/drawing/2014/main" id="{2FBF453D-7764-F7A1-B316-4703C597435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97" name="Rectangle 160">
                <a:extLst>
                  <a:ext uri="{FF2B5EF4-FFF2-40B4-BE49-F238E27FC236}">
                    <a16:creationId xmlns:a16="http://schemas.microsoft.com/office/drawing/2014/main" id="{8F1514D7-476B-5E57-ACCD-B4E51AB8A1C1}"/>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98" name="Rectangle 161">
                <a:extLst>
                  <a:ext uri="{FF2B5EF4-FFF2-40B4-BE49-F238E27FC236}">
                    <a16:creationId xmlns:a16="http://schemas.microsoft.com/office/drawing/2014/main" id="{7AB9D655-F52D-33DA-54CC-A1A5075C37B2}"/>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99" name="Rectangle 162">
                <a:extLst>
                  <a:ext uri="{FF2B5EF4-FFF2-40B4-BE49-F238E27FC236}">
                    <a16:creationId xmlns:a16="http://schemas.microsoft.com/office/drawing/2014/main" id="{75E05FFD-8F32-84D1-11AA-98AFB1D4AD7A}"/>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0" name="Rectangle 163">
                <a:extLst>
                  <a:ext uri="{FF2B5EF4-FFF2-40B4-BE49-F238E27FC236}">
                    <a16:creationId xmlns:a16="http://schemas.microsoft.com/office/drawing/2014/main" id="{049A5C62-BCC3-BA64-231B-63142B4E8104}"/>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1" name="Rectangle 164">
                <a:extLst>
                  <a:ext uri="{FF2B5EF4-FFF2-40B4-BE49-F238E27FC236}">
                    <a16:creationId xmlns:a16="http://schemas.microsoft.com/office/drawing/2014/main" id="{6515A7A2-EE33-628B-3B60-91DADA51FB36}"/>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2" name="Rectangle 165">
                <a:extLst>
                  <a:ext uri="{FF2B5EF4-FFF2-40B4-BE49-F238E27FC236}">
                    <a16:creationId xmlns:a16="http://schemas.microsoft.com/office/drawing/2014/main" id="{036BDC89-2603-1A33-94FF-3E8EE7C4FA7E}"/>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3" name="Rectangle 166">
                <a:extLst>
                  <a:ext uri="{FF2B5EF4-FFF2-40B4-BE49-F238E27FC236}">
                    <a16:creationId xmlns:a16="http://schemas.microsoft.com/office/drawing/2014/main" id="{BD066098-FB3C-60C0-1EEF-527628A3A8D6}"/>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4" name="Rectangle 167">
                <a:extLst>
                  <a:ext uri="{FF2B5EF4-FFF2-40B4-BE49-F238E27FC236}">
                    <a16:creationId xmlns:a16="http://schemas.microsoft.com/office/drawing/2014/main" id="{802911AA-ACBC-8AE2-17A1-D29D0A43AE55}"/>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5" name="Rectangle 168">
                <a:extLst>
                  <a:ext uri="{FF2B5EF4-FFF2-40B4-BE49-F238E27FC236}">
                    <a16:creationId xmlns:a16="http://schemas.microsoft.com/office/drawing/2014/main" id="{3FB9FBA5-A9E2-B00E-FE28-1E580719C8A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6" name="Rectangle 169">
                <a:extLst>
                  <a:ext uri="{FF2B5EF4-FFF2-40B4-BE49-F238E27FC236}">
                    <a16:creationId xmlns:a16="http://schemas.microsoft.com/office/drawing/2014/main" id="{C0BBFB0A-A618-6371-DE36-2E784D55A3AE}"/>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70">
                <a:extLst>
                  <a:ext uri="{FF2B5EF4-FFF2-40B4-BE49-F238E27FC236}">
                    <a16:creationId xmlns:a16="http://schemas.microsoft.com/office/drawing/2014/main" id="{722F63F9-E5C7-DCEE-5A2E-8FDF6F424B0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71">
                <a:extLst>
                  <a:ext uri="{FF2B5EF4-FFF2-40B4-BE49-F238E27FC236}">
                    <a16:creationId xmlns:a16="http://schemas.microsoft.com/office/drawing/2014/main" id="{EAE0D8F8-DE7E-9291-A675-DE9678FFF837}"/>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9" name="Groupe 173">
            <a:extLst>
              <a:ext uri="{FF2B5EF4-FFF2-40B4-BE49-F238E27FC236}">
                <a16:creationId xmlns:a16="http://schemas.microsoft.com/office/drawing/2014/main" id="{699A6067-C673-86EA-9D6A-839A813E2AB8}"/>
              </a:ext>
            </a:extLst>
          </p:cNvPr>
          <p:cNvGrpSpPr/>
          <p:nvPr/>
        </p:nvGrpSpPr>
        <p:grpSpPr>
          <a:xfrm>
            <a:off x="10561963" y="2058655"/>
            <a:ext cx="1253441" cy="611531"/>
            <a:chOff x="127000" y="915986"/>
            <a:chExt cx="12052300" cy="5880100"/>
          </a:xfrm>
        </p:grpSpPr>
        <p:sp>
          <p:nvSpPr>
            <p:cNvPr id="88" name="Flèche : droite 174">
              <a:extLst>
                <a:ext uri="{FF2B5EF4-FFF2-40B4-BE49-F238E27FC236}">
                  <a16:creationId xmlns:a16="http://schemas.microsoft.com/office/drawing/2014/main" id="{AA36520E-0827-BF4E-974F-D47AB074C379}"/>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89" name="Rectangle 175">
              <a:extLst>
                <a:ext uri="{FF2B5EF4-FFF2-40B4-BE49-F238E27FC236}">
                  <a16:creationId xmlns:a16="http://schemas.microsoft.com/office/drawing/2014/main" id="{9A9F8484-3A4D-5A00-9ABF-100ADFD39A14}"/>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0" name="Rectangle 176">
              <a:extLst>
                <a:ext uri="{FF2B5EF4-FFF2-40B4-BE49-F238E27FC236}">
                  <a16:creationId xmlns:a16="http://schemas.microsoft.com/office/drawing/2014/main" id="{B22396F2-2026-7A9F-0BF5-32571FD2D11D}"/>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1" name="Rectangle 177">
              <a:extLst>
                <a:ext uri="{FF2B5EF4-FFF2-40B4-BE49-F238E27FC236}">
                  <a16:creationId xmlns:a16="http://schemas.microsoft.com/office/drawing/2014/main" id="{3B268C7A-9932-8394-616D-D070411CD95D}"/>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2" name="Rectangle 178">
              <a:extLst>
                <a:ext uri="{FF2B5EF4-FFF2-40B4-BE49-F238E27FC236}">
                  <a16:creationId xmlns:a16="http://schemas.microsoft.com/office/drawing/2014/main" id="{FEFDEAA4-84ED-6BB2-1D15-B7D38FBA478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1" name="Groupe 125">
            <a:extLst>
              <a:ext uri="{FF2B5EF4-FFF2-40B4-BE49-F238E27FC236}">
                <a16:creationId xmlns:a16="http://schemas.microsoft.com/office/drawing/2014/main" id="{FF2E7AC5-AAC2-0288-CEBA-264B4B210725}"/>
              </a:ext>
            </a:extLst>
          </p:cNvPr>
          <p:cNvGrpSpPr/>
          <p:nvPr/>
        </p:nvGrpSpPr>
        <p:grpSpPr>
          <a:xfrm>
            <a:off x="6646950" y="4349156"/>
            <a:ext cx="827909" cy="614846"/>
            <a:chOff x="4856111" y="1739195"/>
            <a:chExt cx="6696567" cy="4973195"/>
          </a:xfrm>
        </p:grpSpPr>
        <p:pic>
          <p:nvPicPr>
            <p:cNvPr id="45" name="Graphique 126" descr="Sphères de Harvey 100% avec un remplissage uni">
              <a:extLst>
                <a:ext uri="{FF2B5EF4-FFF2-40B4-BE49-F238E27FC236}">
                  <a16:creationId xmlns:a16="http://schemas.microsoft.com/office/drawing/2014/main" id="{B7DC740B-A0DB-B85F-D420-B98EA70E3D2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grpSp>
          <p:nvGrpSpPr>
            <p:cNvPr id="46" name="Groupe 128">
              <a:extLst>
                <a:ext uri="{FF2B5EF4-FFF2-40B4-BE49-F238E27FC236}">
                  <a16:creationId xmlns:a16="http://schemas.microsoft.com/office/drawing/2014/main" id="{11AECB0C-2BF8-89A3-3524-7BAB7815DBEB}"/>
                </a:ext>
              </a:extLst>
            </p:cNvPr>
            <p:cNvGrpSpPr/>
            <p:nvPr/>
          </p:nvGrpSpPr>
          <p:grpSpPr>
            <a:xfrm>
              <a:off x="8201266" y="2889716"/>
              <a:ext cx="1203959" cy="1114429"/>
              <a:chOff x="495541" y="3991241"/>
              <a:chExt cx="1203959" cy="1114429"/>
            </a:xfrm>
          </p:grpSpPr>
          <p:sp>
            <p:nvSpPr>
              <p:cNvPr id="76" name="Rectangle 195">
                <a:extLst>
                  <a:ext uri="{FF2B5EF4-FFF2-40B4-BE49-F238E27FC236}">
                    <a16:creationId xmlns:a16="http://schemas.microsoft.com/office/drawing/2014/main" id="{B52D7DBE-1600-B5EC-7700-BC818492F3EE}"/>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77" name="Graphique 196" descr="Utilisateurs avec un remplissage uni">
                <a:extLst>
                  <a:ext uri="{FF2B5EF4-FFF2-40B4-BE49-F238E27FC236}">
                    <a16:creationId xmlns:a16="http://schemas.microsoft.com/office/drawing/2014/main" id="{2B9A738F-43D8-D64F-CB5B-B4CBAC6CB475}"/>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83195" y="3991241"/>
                <a:ext cx="710146" cy="710146"/>
              </a:xfrm>
              <a:prstGeom prst="rect">
                <a:avLst/>
              </a:prstGeom>
            </p:spPr>
          </p:pic>
        </p:grpSp>
        <p:grpSp>
          <p:nvGrpSpPr>
            <p:cNvPr id="47" name="Groupe 129">
              <a:extLst>
                <a:ext uri="{FF2B5EF4-FFF2-40B4-BE49-F238E27FC236}">
                  <a16:creationId xmlns:a16="http://schemas.microsoft.com/office/drawing/2014/main" id="{3FF2DCF0-B777-42A7-362A-6D1DEB1E3577}"/>
                </a:ext>
              </a:extLst>
            </p:cNvPr>
            <p:cNvGrpSpPr/>
            <p:nvPr/>
          </p:nvGrpSpPr>
          <p:grpSpPr>
            <a:xfrm>
              <a:off x="8144116" y="4080387"/>
              <a:ext cx="1203959" cy="1114429"/>
              <a:chOff x="495541" y="3991241"/>
              <a:chExt cx="1203959" cy="1114429"/>
            </a:xfrm>
            <a:solidFill>
              <a:srgbClr val="0683AA"/>
            </a:solidFill>
          </p:grpSpPr>
          <p:sp>
            <p:nvSpPr>
              <p:cNvPr id="74" name="Rectangle 193">
                <a:extLst>
                  <a:ext uri="{FF2B5EF4-FFF2-40B4-BE49-F238E27FC236}">
                    <a16:creationId xmlns:a16="http://schemas.microsoft.com/office/drawing/2014/main" id="{E47A4865-8DDB-93F6-B181-FB8A7071678B}"/>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75" name="Graphique 194" descr="Utilisateurs avec un remplissage uni">
                <a:extLst>
                  <a:ext uri="{FF2B5EF4-FFF2-40B4-BE49-F238E27FC236}">
                    <a16:creationId xmlns:a16="http://schemas.microsoft.com/office/drawing/2014/main" id="{5BE0CF1A-049C-F1BE-FA2B-AEE063724FD2}"/>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83195" y="3991241"/>
                <a:ext cx="710146" cy="710146"/>
              </a:xfrm>
              <a:prstGeom prst="rect">
                <a:avLst/>
              </a:prstGeom>
            </p:spPr>
          </p:pic>
        </p:grpSp>
        <p:grpSp>
          <p:nvGrpSpPr>
            <p:cNvPr id="48" name="Groupe 130">
              <a:extLst>
                <a:ext uri="{FF2B5EF4-FFF2-40B4-BE49-F238E27FC236}">
                  <a16:creationId xmlns:a16="http://schemas.microsoft.com/office/drawing/2014/main" id="{81EDB24C-9145-2281-6783-9C9279A77B7D}"/>
                </a:ext>
              </a:extLst>
            </p:cNvPr>
            <p:cNvGrpSpPr/>
            <p:nvPr/>
          </p:nvGrpSpPr>
          <p:grpSpPr>
            <a:xfrm>
              <a:off x="7765182" y="5459500"/>
              <a:ext cx="1203959" cy="1114429"/>
              <a:chOff x="495541" y="3991241"/>
              <a:chExt cx="1203959" cy="1114429"/>
            </a:xfrm>
          </p:grpSpPr>
          <p:sp>
            <p:nvSpPr>
              <p:cNvPr id="72" name="Rectangle 191">
                <a:extLst>
                  <a:ext uri="{FF2B5EF4-FFF2-40B4-BE49-F238E27FC236}">
                    <a16:creationId xmlns:a16="http://schemas.microsoft.com/office/drawing/2014/main" id="{212BB4EB-61E3-D068-CDCD-415C87EC052A}"/>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73" name="Graphique 192" descr="Utilisateurs avec un remplissage uni">
                <a:extLst>
                  <a:ext uri="{FF2B5EF4-FFF2-40B4-BE49-F238E27FC236}">
                    <a16:creationId xmlns:a16="http://schemas.microsoft.com/office/drawing/2014/main" id="{E7CC2C81-95D1-A751-F395-79D35D77E2AD}"/>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83195" y="3991241"/>
                <a:ext cx="710146" cy="710146"/>
              </a:xfrm>
              <a:prstGeom prst="rect">
                <a:avLst/>
              </a:prstGeom>
            </p:spPr>
          </p:pic>
        </p:grpSp>
        <p:grpSp>
          <p:nvGrpSpPr>
            <p:cNvPr id="49" name="Groupe 131">
              <a:extLst>
                <a:ext uri="{FF2B5EF4-FFF2-40B4-BE49-F238E27FC236}">
                  <a16:creationId xmlns:a16="http://schemas.microsoft.com/office/drawing/2014/main" id="{E59621C5-94F9-742C-6651-623E5DCD17D1}"/>
                </a:ext>
              </a:extLst>
            </p:cNvPr>
            <p:cNvGrpSpPr/>
            <p:nvPr/>
          </p:nvGrpSpPr>
          <p:grpSpPr>
            <a:xfrm>
              <a:off x="10040031" y="5626122"/>
              <a:ext cx="1203959" cy="1086268"/>
              <a:chOff x="1844480" y="4004145"/>
              <a:chExt cx="1203959" cy="1086268"/>
            </a:xfrm>
          </p:grpSpPr>
          <p:sp>
            <p:nvSpPr>
              <p:cNvPr id="70" name="Rectangle 189">
                <a:extLst>
                  <a:ext uri="{FF2B5EF4-FFF2-40B4-BE49-F238E27FC236}">
                    <a16:creationId xmlns:a16="http://schemas.microsoft.com/office/drawing/2014/main" id="{58BEE4CB-F8F0-F280-799A-588807501158}"/>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1" name="Graphique 190" descr="Utilisateurs avec un remplissage uni">
                <a:extLst>
                  <a:ext uri="{FF2B5EF4-FFF2-40B4-BE49-F238E27FC236}">
                    <a16:creationId xmlns:a16="http://schemas.microsoft.com/office/drawing/2014/main" id="{9EEC9DFB-6A43-DFF4-F3FE-364847A0598D}"/>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091386" y="4004145"/>
                <a:ext cx="710146" cy="710146"/>
              </a:xfrm>
              <a:prstGeom prst="rect">
                <a:avLst/>
              </a:prstGeom>
            </p:spPr>
          </p:pic>
        </p:grpSp>
        <p:grpSp>
          <p:nvGrpSpPr>
            <p:cNvPr id="50" name="Groupe 132">
              <a:extLst>
                <a:ext uri="{FF2B5EF4-FFF2-40B4-BE49-F238E27FC236}">
                  <a16:creationId xmlns:a16="http://schemas.microsoft.com/office/drawing/2014/main" id="{9C2A1B00-0FB1-760B-593C-F1D3177F1596}"/>
                </a:ext>
              </a:extLst>
            </p:cNvPr>
            <p:cNvGrpSpPr/>
            <p:nvPr/>
          </p:nvGrpSpPr>
          <p:grpSpPr>
            <a:xfrm>
              <a:off x="10348719" y="4140742"/>
              <a:ext cx="1203959" cy="1086268"/>
              <a:chOff x="1844480" y="4004145"/>
              <a:chExt cx="1203959" cy="1086268"/>
            </a:xfrm>
          </p:grpSpPr>
          <p:sp>
            <p:nvSpPr>
              <p:cNvPr id="68" name="Rectangle 187">
                <a:extLst>
                  <a:ext uri="{FF2B5EF4-FFF2-40B4-BE49-F238E27FC236}">
                    <a16:creationId xmlns:a16="http://schemas.microsoft.com/office/drawing/2014/main" id="{1699116B-379C-677A-7317-12AC804D80A1}"/>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69" name="Graphique 188" descr="Utilisateurs avec un remplissage uni">
                <a:extLst>
                  <a:ext uri="{FF2B5EF4-FFF2-40B4-BE49-F238E27FC236}">
                    <a16:creationId xmlns:a16="http://schemas.microsoft.com/office/drawing/2014/main" id="{3FEAB8DB-D82D-2433-F888-63109FDDD558}"/>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091386" y="4004145"/>
                <a:ext cx="710146" cy="710146"/>
              </a:xfrm>
              <a:prstGeom prst="rect">
                <a:avLst/>
              </a:prstGeom>
            </p:spPr>
          </p:pic>
        </p:grpSp>
        <p:pic>
          <p:nvPicPr>
            <p:cNvPr id="51" name="Graphique 185" descr="Utilisateur avec un remplissage uni">
              <a:extLst>
                <a:ext uri="{FF2B5EF4-FFF2-40B4-BE49-F238E27FC236}">
                  <a16:creationId xmlns:a16="http://schemas.microsoft.com/office/drawing/2014/main" id="{7A9F08E0-2F57-C88F-96DE-EE0944D1E412}"/>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451137" y="1940358"/>
              <a:ext cx="634194" cy="634194"/>
            </a:xfrm>
            <a:prstGeom prst="rect">
              <a:avLst/>
            </a:prstGeom>
          </p:spPr>
        </p:pic>
        <p:grpSp>
          <p:nvGrpSpPr>
            <p:cNvPr id="52" name="Groupe 134">
              <a:extLst>
                <a:ext uri="{FF2B5EF4-FFF2-40B4-BE49-F238E27FC236}">
                  <a16:creationId xmlns:a16="http://schemas.microsoft.com/office/drawing/2014/main" id="{261F7FBA-E08B-C2B3-2A65-46CD8C04BCA4}"/>
                </a:ext>
              </a:extLst>
            </p:cNvPr>
            <p:cNvGrpSpPr/>
            <p:nvPr/>
          </p:nvGrpSpPr>
          <p:grpSpPr>
            <a:xfrm>
              <a:off x="10058713" y="1739195"/>
              <a:ext cx="1203959" cy="1086268"/>
              <a:chOff x="1844480" y="4004145"/>
              <a:chExt cx="1203959" cy="1086268"/>
            </a:xfrm>
          </p:grpSpPr>
          <p:sp>
            <p:nvSpPr>
              <p:cNvPr id="66" name="Rectangle 150">
                <a:extLst>
                  <a:ext uri="{FF2B5EF4-FFF2-40B4-BE49-F238E27FC236}">
                    <a16:creationId xmlns:a16="http://schemas.microsoft.com/office/drawing/2014/main" id="{FD744241-8B74-A086-69D0-FE3BDB0DDF4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67" name="Graphique 151" descr="Utilisateurs avec un remplissage uni">
                <a:extLst>
                  <a:ext uri="{FF2B5EF4-FFF2-40B4-BE49-F238E27FC236}">
                    <a16:creationId xmlns:a16="http://schemas.microsoft.com/office/drawing/2014/main" id="{D5BF63AD-D311-BDEA-311B-BFAEC6768284}"/>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091386" y="4004145"/>
                <a:ext cx="710146" cy="710146"/>
              </a:xfrm>
              <a:prstGeom prst="rect">
                <a:avLst/>
              </a:prstGeom>
            </p:spPr>
          </p:pic>
        </p:grpSp>
        <p:pic>
          <p:nvPicPr>
            <p:cNvPr id="53" name="Graphique 148" descr="Utilisateur avec un remplissage uni">
              <a:extLst>
                <a:ext uri="{FF2B5EF4-FFF2-40B4-BE49-F238E27FC236}">
                  <a16:creationId xmlns:a16="http://schemas.microsoft.com/office/drawing/2014/main" id="{83F77C4E-B4F4-CFBE-82D4-79A319832148}"/>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0324912" y="3254927"/>
              <a:ext cx="634194" cy="634194"/>
            </a:xfrm>
            <a:prstGeom prst="rect">
              <a:avLst/>
            </a:prstGeom>
          </p:spPr>
        </p:pic>
        <p:sp>
          <p:nvSpPr>
            <p:cNvPr id="54" name="Flèche : droite 136">
              <a:extLst>
                <a:ext uri="{FF2B5EF4-FFF2-40B4-BE49-F238E27FC236}">
                  <a16:creationId xmlns:a16="http://schemas.microsoft.com/office/drawing/2014/main" id="{13A347DE-3645-ECF7-BDB0-BD24BA9554A4}"/>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5" name="Flèche : droite 137">
              <a:extLst>
                <a:ext uri="{FF2B5EF4-FFF2-40B4-BE49-F238E27FC236}">
                  <a16:creationId xmlns:a16="http://schemas.microsoft.com/office/drawing/2014/main" id="{49946D40-A5E8-2B3D-7B44-2C88E29653F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6" name="Flèche : droite 138">
              <a:extLst>
                <a:ext uri="{FF2B5EF4-FFF2-40B4-BE49-F238E27FC236}">
                  <a16:creationId xmlns:a16="http://schemas.microsoft.com/office/drawing/2014/main" id="{ECC9BA0A-1D55-6AF6-2DE7-E02364FA2D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7" name="Flèche : droite 139">
              <a:extLst>
                <a:ext uri="{FF2B5EF4-FFF2-40B4-BE49-F238E27FC236}">
                  <a16:creationId xmlns:a16="http://schemas.microsoft.com/office/drawing/2014/main" id="{97D63BEC-8AF9-D9A3-A058-355028CE7AD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8" name="Flèche : droite 140">
              <a:extLst>
                <a:ext uri="{FF2B5EF4-FFF2-40B4-BE49-F238E27FC236}">
                  <a16:creationId xmlns:a16="http://schemas.microsoft.com/office/drawing/2014/main" id="{6246BCFA-840D-924B-0F34-9BE5BFD6C6A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9" name="Flèche : droite 141">
              <a:extLst>
                <a:ext uri="{FF2B5EF4-FFF2-40B4-BE49-F238E27FC236}">
                  <a16:creationId xmlns:a16="http://schemas.microsoft.com/office/drawing/2014/main" id="{5E50E7D0-FA29-BF9D-95C6-CAF1B4449AC6}"/>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0" name="Flèche : droite 142">
              <a:extLst>
                <a:ext uri="{FF2B5EF4-FFF2-40B4-BE49-F238E27FC236}">
                  <a16:creationId xmlns:a16="http://schemas.microsoft.com/office/drawing/2014/main" id="{DCA62305-F452-6FAF-C874-07EB0A8E852D}"/>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1" name="Flèche : droite 143">
              <a:extLst>
                <a:ext uri="{FF2B5EF4-FFF2-40B4-BE49-F238E27FC236}">
                  <a16:creationId xmlns:a16="http://schemas.microsoft.com/office/drawing/2014/main" id="{65D661DD-0837-D31E-3EE3-F9153260D040}"/>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2" name="Flèche : droite 144">
              <a:extLst>
                <a:ext uri="{FF2B5EF4-FFF2-40B4-BE49-F238E27FC236}">
                  <a16:creationId xmlns:a16="http://schemas.microsoft.com/office/drawing/2014/main" id="{D824C178-D089-7091-A46D-D7C461A15CDB}"/>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63" name="Graphique 145" descr="Utilisateur avec un remplissage uni">
              <a:extLst>
                <a:ext uri="{FF2B5EF4-FFF2-40B4-BE49-F238E27FC236}">
                  <a16:creationId xmlns:a16="http://schemas.microsoft.com/office/drawing/2014/main" id="{2EBEC772-F8ED-20EE-387C-3A6136A123BA}"/>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9199066" y="3752255"/>
              <a:ext cx="410445" cy="410445"/>
            </a:xfrm>
            <a:prstGeom prst="rect">
              <a:avLst/>
            </a:prstGeom>
          </p:spPr>
        </p:pic>
        <p:pic>
          <p:nvPicPr>
            <p:cNvPr id="64" name="Graphique 146" descr="Utilisateur avec un remplissage uni">
              <a:extLst>
                <a:ext uri="{FF2B5EF4-FFF2-40B4-BE49-F238E27FC236}">
                  <a16:creationId xmlns:a16="http://schemas.microsoft.com/office/drawing/2014/main" id="{7BDFF3E4-F1B4-A480-4C85-202C539B555E}"/>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997464" y="4944818"/>
              <a:ext cx="410445" cy="410445"/>
            </a:xfrm>
            <a:prstGeom prst="rect">
              <a:avLst/>
            </a:prstGeom>
          </p:spPr>
        </p:pic>
        <p:pic>
          <p:nvPicPr>
            <p:cNvPr id="65" name="Graphique 147" descr="Utilisateur avec un remplissage uni">
              <a:extLst>
                <a:ext uri="{FF2B5EF4-FFF2-40B4-BE49-F238E27FC236}">
                  <a16:creationId xmlns:a16="http://schemas.microsoft.com/office/drawing/2014/main" id="{72D86DDE-8EDB-2441-8088-4AA6A5631503}"/>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985327" y="2533953"/>
              <a:ext cx="410445" cy="410445"/>
            </a:xfrm>
            <a:prstGeom prst="rect">
              <a:avLst/>
            </a:prstGeom>
          </p:spPr>
        </p:pic>
      </p:grpSp>
      <p:grpSp>
        <p:nvGrpSpPr>
          <p:cNvPr id="12" name="Groupe 2">
            <a:extLst>
              <a:ext uri="{FF2B5EF4-FFF2-40B4-BE49-F238E27FC236}">
                <a16:creationId xmlns:a16="http://schemas.microsoft.com/office/drawing/2014/main" id="{4E7869D1-A364-16B1-B648-733E3E558CF6}"/>
              </a:ext>
            </a:extLst>
          </p:cNvPr>
          <p:cNvGrpSpPr/>
          <p:nvPr/>
        </p:nvGrpSpPr>
        <p:grpSpPr>
          <a:xfrm>
            <a:off x="10626211" y="4212506"/>
            <a:ext cx="728431" cy="772587"/>
            <a:chOff x="6900539" y="986484"/>
            <a:chExt cx="5204718" cy="5520217"/>
          </a:xfrm>
        </p:grpSpPr>
        <p:sp>
          <p:nvSpPr>
            <p:cNvPr id="14" name="Rectangle 186">
              <a:extLst>
                <a:ext uri="{FF2B5EF4-FFF2-40B4-BE49-F238E27FC236}">
                  <a16:creationId xmlns:a16="http://schemas.microsoft.com/office/drawing/2014/main" id="{6F94D7B7-EB1B-8E5C-0BAC-E91AE30A1215}"/>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 de base</a:t>
              </a:r>
            </a:p>
          </p:txBody>
        </p:sp>
        <p:sp>
          <p:nvSpPr>
            <p:cNvPr id="15" name="Rectangle 197">
              <a:extLst>
                <a:ext uri="{FF2B5EF4-FFF2-40B4-BE49-F238E27FC236}">
                  <a16:creationId xmlns:a16="http://schemas.microsoft.com/office/drawing/2014/main" id="{7B12F3B6-6880-B404-F93D-ABD5D065E7FD}"/>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16" name="Rectangle 198">
              <a:extLst>
                <a:ext uri="{FF2B5EF4-FFF2-40B4-BE49-F238E27FC236}">
                  <a16:creationId xmlns:a16="http://schemas.microsoft.com/office/drawing/2014/main" id="{DE69D61E-3DF9-EC07-C8E2-AAA475958F17}"/>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17" name="Rectangle 199">
              <a:extLst>
                <a:ext uri="{FF2B5EF4-FFF2-40B4-BE49-F238E27FC236}">
                  <a16:creationId xmlns:a16="http://schemas.microsoft.com/office/drawing/2014/main" id="{DB349EFB-67CF-5661-C76E-8BC58364B7C2}"/>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18" name="Rectangle 200">
              <a:extLst>
                <a:ext uri="{FF2B5EF4-FFF2-40B4-BE49-F238E27FC236}">
                  <a16:creationId xmlns:a16="http://schemas.microsoft.com/office/drawing/2014/main" id="{FD48DFD6-1522-ED6D-C01C-C2274454C1E0}"/>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19" name="Rectangle 201">
              <a:extLst>
                <a:ext uri="{FF2B5EF4-FFF2-40B4-BE49-F238E27FC236}">
                  <a16:creationId xmlns:a16="http://schemas.microsoft.com/office/drawing/2014/main" id="{6CBC673B-0B93-739C-AE44-7C92359CD772}"/>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0" name="Rectangle 202">
              <a:extLst>
                <a:ext uri="{FF2B5EF4-FFF2-40B4-BE49-F238E27FC236}">
                  <a16:creationId xmlns:a16="http://schemas.microsoft.com/office/drawing/2014/main" id="{C1B5706F-491D-23C5-69A0-194163387758}"/>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1" name="Rectangle 203">
              <a:extLst>
                <a:ext uri="{FF2B5EF4-FFF2-40B4-BE49-F238E27FC236}">
                  <a16:creationId xmlns:a16="http://schemas.microsoft.com/office/drawing/2014/main" id="{DC034185-5114-A373-4DB9-F270D23A36F4}"/>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2" name="Rectangle 204">
              <a:extLst>
                <a:ext uri="{FF2B5EF4-FFF2-40B4-BE49-F238E27FC236}">
                  <a16:creationId xmlns:a16="http://schemas.microsoft.com/office/drawing/2014/main" id="{048CFA22-7D2E-C5AF-7A27-04D28EFE26B3}"/>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sp>
          <p:nvSpPr>
            <p:cNvPr id="23" name="Rectangle 205">
              <a:extLst>
                <a:ext uri="{FF2B5EF4-FFF2-40B4-BE49-F238E27FC236}">
                  <a16:creationId xmlns:a16="http://schemas.microsoft.com/office/drawing/2014/main" id="{E3F3EED5-BA37-5ED8-B4F4-624BA2759878}"/>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24" name="Rectangle 206">
              <a:extLst>
                <a:ext uri="{FF2B5EF4-FFF2-40B4-BE49-F238E27FC236}">
                  <a16:creationId xmlns:a16="http://schemas.microsoft.com/office/drawing/2014/main" id="{5B50B3E0-5A7D-F07A-4D02-ED4C22AE5809}"/>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sp>
          <p:nvSpPr>
            <p:cNvPr id="25" name="Rectangle 207">
              <a:extLst>
                <a:ext uri="{FF2B5EF4-FFF2-40B4-BE49-F238E27FC236}">
                  <a16:creationId xmlns:a16="http://schemas.microsoft.com/office/drawing/2014/main" id="{BB335722-8E65-BCCA-CEF7-E8DF82D53A5B}"/>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6" name="Rectangle 208">
              <a:extLst>
                <a:ext uri="{FF2B5EF4-FFF2-40B4-BE49-F238E27FC236}">
                  <a16:creationId xmlns:a16="http://schemas.microsoft.com/office/drawing/2014/main" id="{7E86499D-722E-37A7-1DB2-1C733434C07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27" name="Connecteur droit avec flèche 209">
              <a:extLst>
                <a:ext uri="{FF2B5EF4-FFF2-40B4-BE49-F238E27FC236}">
                  <a16:creationId xmlns:a16="http://schemas.microsoft.com/office/drawing/2014/main" id="{F216049D-C36E-DDD9-568E-6A211BCBF0EC}"/>
                </a:ext>
              </a:extLst>
            </p:cNvPr>
            <p:cNvCxnSpPr>
              <a:cxnSpLocks/>
              <a:endCxn id="16"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10">
              <a:extLst>
                <a:ext uri="{FF2B5EF4-FFF2-40B4-BE49-F238E27FC236}">
                  <a16:creationId xmlns:a16="http://schemas.microsoft.com/office/drawing/2014/main" id="{AF4B5EFD-CE08-02F9-D59B-FA4BF2C2208E}"/>
                </a:ext>
              </a:extLst>
            </p:cNvPr>
            <p:cNvCxnSpPr>
              <a:cxnSpLocks/>
              <a:stCxn id="14"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11">
              <a:extLst>
                <a:ext uri="{FF2B5EF4-FFF2-40B4-BE49-F238E27FC236}">
                  <a16:creationId xmlns:a16="http://schemas.microsoft.com/office/drawing/2014/main" id="{CDFB967C-A39C-D8C9-FC7C-CD3723DF122F}"/>
                </a:ext>
              </a:extLst>
            </p:cNvPr>
            <p:cNvCxnSpPr>
              <a:cxnSpLocks/>
              <a:stCxn id="14" idx="0"/>
              <a:endCxn id="18"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12">
              <a:extLst>
                <a:ext uri="{FF2B5EF4-FFF2-40B4-BE49-F238E27FC236}">
                  <a16:creationId xmlns:a16="http://schemas.microsoft.com/office/drawing/2014/main" id="{4D1433E2-9AA6-455B-879A-14B6C27441C5}"/>
                </a:ext>
              </a:extLst>
            </p:cNvPr>
            <p:cNvCxnSpPr>
              <a:cxnSpLocks/>
              <a:stCxn id="14" idx="0"/>
              <a:endCxn id="19"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213">
              <a:extLst>
                <a:ext uri="{FF2B5EF4-FFF2-40B4-BE49-F238E27FC236}">
                  <a16:creationId xmlns:a16="http://schemas.microsoft.com/office/drawing/2014/main" id="{D96547C5-6272-5905-3FD8-8D918D83934D}"/>
                </a:ext>
              </a:extLst>
            </p:cNvPr>
            <p:cNvCxnSpPr>
              <a:cxnSpLocks/>
              <a:stCxn id="19" idx="0"/>
              <a:endCxn id="26"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214">
              <a:extLst>
                <a:ext uri="{FF2B5EF4-FFF2-40B4-BE49-F238E27FC236}">
                  <a16:creationId xmlns:a16="http://schemas.microsoft.com/office/drawing/2014/main" id="{7635B9E2-B5E9-42AE-700C-4F3AE4C78CE8}"/>
                </a:ext>
              </a:extLst>
            </p:cNvPr>
            <p:cNvCxnSpPr>
              <a:cxnSpLocks/>
              <a:stCxn id="16" idx="0"/>
              <a:endCxn id="17"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215">
              <a:extLst>
                <a:ext uri="{FF2B5EF4-FFF2-40B4-BE49-F238E27FC236}">
                  <a16:creationId xmlns:a16="http://schemas.microsoft.com/office/drawing/2014/main" id="{C941DDE9-4E4B-D0CA-C186-70B71F700CF0}"/>
                </a:ext>
              </a:extLst>
            </p:cNvPr>
            <p:cNvCxnSpPr>
              <a:cxnSpLocks/>
              <a:stCxn id="17" idx="0"/>
              <a:endCxn id="20"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216">
              <a:extLst>
                <a:ext uri="{FF2B5EF4-FFF2-40B4-BE49-F238E27FC236}">
                  <a16:creationId xmlns:a16="http://schemas.microsoft.com/office/drawing/2014/main" id="{C79A5233-84AF-66F7-EF15-3D28336BCC0D}"/>
                </a:ext>
              </a:extLst>
            </p:cNvPr>
            <p:cNvCxnSpPr>
              <a:cxnSpLocks/>
              <a:stCxn id="20" idx="0"/>
              <a:endCxn id="21"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217">
              <a:extLst>
                <a:ext uri="{FF2B5EF4-FFF2-40B4-BE49-F238E27FC236}">
                  <a16:creationId xmlns:a16="http://schemas.microsoft.com/office/drawing/2014/main" id="{31286BDD-3F31-C8E9-B9D7-F2A5DB118755}"/>
                </a:ext>
              </a:extLst>
            </p:cNvPr>
            <p:cNvCxnSpPr>
              <a:cxnSpLocks/>
              <a:stCxn id="21" idx="0"/>
              <a:endCxn id="44"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218">
              <a:extLst>
                <a:ext uri="{FF2B5EF4-FFF2-40B4-BE49-F238E27FC236}">
                  <a16:creationId xmlns:a16="http://schemas.microsoft.com/office/drawing/2014/main" id="{67D82B50-FBA6-3D0D-5BA4-9765A002FB58}"/>
                </a:ext>
              </a:extLst>
            </p:cNvPr>
            <p:cNvCxnSpPr>
              <a:cxnSpLocks/>
              <a:stCxn id="17" idx="0"/>
              <a:endCxn id="22"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9">
              <a:extLst>
                <a:ext uri="{FF2B5EF4-FFF2-40B4-BE49-F238E27FC236}">
                  <a16:creationId xmlns:a16="http://schemas.microsoft.com/office/drawing/2014/main" id="{DCD06038-9CED-734B-4FAC-ABC0E4DEEC45}"/>
                </a:ext>
              </a:extLst>
            </p:cNvPr>
            <p:cNvCxnSpPr>
              <a:cxnSpLocks/>
              <a:stCxn id="22" idx="0"/>
              <a:endCxn id="23"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20">
              <a:extLst>
                <a:ext uri="{FF2B5EF4-FFF2-40B4-BE49-F238E27FC236}">
                  <a16:creationId xmlns:a16="http://schemas.microsoft.com/office/drawing/2014/main" id="{D5209C58-F082-7C9D-D87A-807E1BFE3633}"/>
                </a:ext>
              </a:extLst>
            </p:cNvPr>
            <p:cNvCxnSpPr>
              <a:cxnSpLocks/>
              <a:stCxn id="23" idx="0"/>
              <a:endCxn id="24"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21">
              <a:extLst>
                <a:ext uri="{FF2B5EF4-FFF2-40B4-BE49-F238E27FC236}">
                  <a16:creationId xmlns:a16="http://schemas.microsoft.com/office/drawing/2014/main" id="{D0D9296D-39C9-012E-687C-1B7D1710CE98}"/>
                </a:ext>
              </a:extLst>
            </p:cNvPr>
            <p:cNvCxnSpPr>
              <a:cxnSpLocks/>
              <a:stCxn id="24" idx="0"/>
              <a:endCxn id="25"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0" name="Rectangle 222">
              <a:extLst>
                <a:ext uri="{FF2B5EF4-FFF2-40B4-BE49-F238E27FC236}">
                  <a16:creationId xmlns:a16="http://schemas.microsoft.com/office/drawing/2014/main" id="{E041478C-DD62-2B1D-CED2-38A3C5B95E06}"/>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Conséquence positive</a:t>
              </a:r>
            </a:p>
          </p:txBody>
        </p:sp>
        <p:cxnSp>
          <p:nvCxnSpPr>
            <p:cNvPr id="41" name="Connecteur droit avec flèche 223">
              <a:extLst>
                <a:ext uri="{FF2B5EF4-FFF2-40B4-BE49-F238E27FC236}">
                  <a16:creationId xmlns:a16="http://schemas.microsoft.com/office/drawing/2014/main" id="{004BF82B-72C7-5F8F-CDDE-C91DB17E6211}"/>
                </a:ext>
              </a:extLst>
            </p:cNvPr>
            <p:cNvCxnSpPr>
              <a:cxnSpLocks/>
              <a:stCxn id="22" idx="0"/>
              <a:endCxn id="40"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2" name="Rectangle 224">
              <a:extLst>
                <a:ext uri="{FF2B5EF4-FFF2-40B4-BE49-F238E27FC236}">
                  <a16:creationId xmlns:a16="http://schemas.microsoft.com/office/drawing/2014/main" id="{E3307D15-86C0-B154-2F82-F075C62DCCA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43" name="Connecteur droit avec flèche 225">
              <a:extLst>
                <a:ext uri="{FF2B5EF4-FFF2-40B4-BE49-F238E27FC236}">
                  <a16:creationId xmlns:a16="http://schemas.microsoft.com/office/drawing/2014/main" id="{642CF687-FE91-51EC-D196-25F8665F6CB6}"/>
                </a:ext>
              </a:extLst>
            </p:cNvPr>
            <p:cNvCxnSpPr>
              <a:cxnSpLocks/>
              <a:stCxn id="16" idx="0"/>
              <a:endCxn id="42"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4" name="Rectangle 226">
              <a:extLst>
                <a:ext uri="{FF2B5EF4-FFF2-40B4-BE49-F238E27FC236}">
                  <a16:creationId xmlns:a16="http://schemas.microsoft.com/office/drawing/2014/main" id="{F8FB8F43-0C3E-EEC5-D50F-67025FC3F46A}"/>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Concrétisation</a:t>
              </a:r>
            </a:p>
          </p:txBody>
        </p:sp>
      </p:grpSp>
      <p:grpSp>
        <p:nvGrpSpPr>
          <p:cNvPr id="10" name="Groupe 1">
            <a:extLst>
              <a:ext uri="{FF2B5EF4-FFF2-40B4-BE49-F238E27FC236}">
                <a16:creationId xmlns:a16="http://schemas.microsoft.com/office/drawing/2014/main" id="{4DF99F02-2F02-290C-3E76-DEE411871C35}"/>
              </a:ext>
            </a:extLst>
          </p:cNvPr>
          <p:cNvGrpSpPr/>
          <p:nvPr/>
        </p:nvGrpSpPr>
        <p:grpSpPr>
          <a:xfrm>
            <a:off x="8643613" y="5247680"/>
            <a:ext cx="753130" cy="793098"/>
            <a:chOff x="6119047" y="342948"/>
            <a:chExt cx="5553478" cy="5848201"/>
          </a:xfrm>
        </p:grpSpPr>
        <p:pic>
          <p:nvPicPr>
            <p:cNvPr id="78" name="Graphique 112" descr="Balance de la justice avec un remplissage uni">
              <a:extLst>
                <a:ext uri="{FF2B5EF4-FFF2-40B4-BE49-F238E27FC236}">
                  <a16:creationId xmlns:a16="http://schemas.microsoft.com/office/drawing/2014/main" id="{A708396F-35E5-9326-645D-349B058AB7A1}"/>
                </a:ext>
              </a:extLst>
            </p:cNvPr>
            <p:cNvPicPr>
              <a:picLocks noChangeAspect="1"/>
            </p:cNvPicPr>
            <p:nvPr/>
          </p:nvPicPr>
          <p:blipFill rotWithShape="1">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rcRect l="6972" t="7530" r="8041" b="7105"/>
            <a:stretch/>
          </p:blipFill>
          <p:spPr>
            <a:xfrm>
              <a:off x="6521388" y="342948"/>
              <a:ext cx="4441794" cy="4461491"/>
            </a:xfrm>
            <a:prstGeom prst="rect">
              <a:avLst/>
            </a:prstGeom>
          </p:spPr>
        </p:pic>
        <p:sp>
          <p:nvSpPr>
            <p:cNvPr id="79" name="Rectangle 116">
              <a:extLst>
                <a:ext uri="{FF2B5EF4-FFF2-40B4-BE49-F238E27FC236}">
                  <a16:creationId xmlns:a16="http://schemas.microsoft.com/office/drawing/2014/main" id="{E2FCF575-0AE6-D59E-B419-8092DC7CE17E}"/>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0" name="Rectangle 117">
              <a:extLst>
                <a:ext uri="{FF2B5EF4-FFF2-40B4-BE49-F238E27FC236}">
                  <a16:creationId xmlns:a16="http://schemas.microsoft.com/office/drawing/2014/main" id="{03205061-8312-0310-311A-4FFB1C99C426}"/>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1" name="Rectangle 118">
              <a:extLst>
                <a:ext uri="{FF2B5EF4-FFF2-40B4-BE49-F238E27FC236}">
                  <a16:creationId xmlns:a16="http://schemas.microsoft.com/office/drawing/2014/main" id="{7640B906-5810-E9DF-BC3B-2256D213B922}"/>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2" name="Rectangle 119">
              <a:extLst>
                <a:ext uri="{FF2B5EF4-FFF2-40B4-BE49-F238E27FC236}">
                  <a16:creationId xmlns:a16="http://schemas.microsoft.com/office/drawing/2014/main" id="{1FB4187C-B6ED-76E0-95BE-7554F187773F}"/>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3" name="Rectangle 120">
              <a:extLst>
                <a:ext uri="{FF2B5EF4-FFF2-40B4-BE49-F238E27FC236}">
                  <a16:creationId xmlns:a16="http://schemas.microsoft.com/office/drawing/2014/main" id="{130D783B-8D35-AE40-0E56-5311B9BE780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4" name="Rectangle 121">
              <a:extLst>
                <a:ext uri="{FF2B5EF4-FFF2-40B4-BE49-F238E27FC236}">
                  <a16:creationId xmlns:a16="http://schemas.microsoft.com/office/drawing/2014/main" id="{76AE1C70-ADE6-5BE1-E22F-1AB84498E03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5" name="Rectangle 122">
              <a:extLst>
                <a:ext uri="{FF2B5EF4-FFF2-40B4-BE49-F238E27FC236}">
                  <a16:creationId xmlns:a16="http://schemas.microsoft.com/office/drawing/2014/main" id="{4B823B02-8342-9BDA-D7CD-B382A2495263}"/>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6" name="Rectangle 123">
              <a:extLst>
                <a:ext uri="{FF2B5EF4-FFF2-40B4-BE49-F238E27FC236}">
                  <a16:creationId xmlns:a16="http://schemas.microsoft.com/office/drawing/2014/main" id="{073183F5-22CF-A38A-2D1E-BDB20A611764}"/>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7" name="Rectangle 124">
              <a:extLst>
                <a:ext uri="{FF2B5EF4-FFF2-40B4-BE49-F238E27FC236}">
                  <a16:creationId xmlns:a16="http://schemas.microsoft.com/office/drawing/2014/main" id="{B1603004-E666-1A2A-DF53-052429791EBA}"/>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pic>
        <p:nvPicPr>
          <p:cNvPr id="188" name="Immagine 187" descr="Immagine che contiene persona, gruppo, persone, folla&#10;&#10;Descrizione generata automaticamente">
            <a:extLst>
              <a:ext uri="{FF2B5EF4-FFF2-40B4-BE49-F238E27FC236}">
                <a16:creationId xmlns:a16="http://schemas.microsoft.com/office/drawing/2014/main" id="{8A0ED382-9159-47BC-DEB6-74ADF46952E2}"/>
              </a:ext>
            </a:extLst>
          </p:cNvPr>
          <p:cNvPicPr>
            <a:picLocks noChangeAspect="1"/>
          </p:cNvPicPr>
          <p:nvPr/>
        </p:nvPicPr>
        <p:blipFill>
          <a:blip r:embed="rId26" cstate="screen">
            <a:extLst>
              <a:ext uri="{28A0092B-C50C-407E-A947-70E740481C1C}">
                <a14:useLocalDpi xmlns:a14="http://schemas.microsoft.com/office/drawing/2010/main"/>
              </a:ext>
              <a:ext uri="{837473B0-CC2E-450A-ABE3-18F120FF3D39}">
                <a1611:picAttrSrcUrl xmlns:a1611="http://schemas.microsoft.com/office/drawing/2016/11/main" r:id="rId27"/>
              </a:ext>
            </a:extLst>
          </a:blip>
          <a:stretch>
            <a:fillRect/>
          </a:stretch>
        </p:blipFill>
        <p:spPr>
          <a:xfrm>
            <a:off x="7979024" y="2733867"/>
            <a:ext cx="2175841" cy="1451694"/>
          </a:xfrm>
          <a:prstGeom prst="rect">
            <a:avLst/>
          </a:prstGeom>
        </p:spPr>
      </p:pic>
      <p:sp>
        <p:nvSpPr>
          <p:cNvPr id="189" name="Freccia a destra 188">
            <a:extLst>
              <a:ext uri="{FF2B5EF4-FFF2-40B4-BE49-F238E27FC236}">
                <a16:creationId xmlns:a16="http://schemas.microsoft.com/office/drawing/2014/main" id="{DA1ADEA3-5A3F-B373-164A-48047F8A4D82}"/>
              </a:ext>
            </a:extLst>
          </p:cNvPr>
          <p:cNvSpPr/>
          <p:nvPr/>
        </p:nvSpPr>
        <p:spPr>
          <a:xfrm rot="1488003">
            <a:off x="7586406" y="2594460"/>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Freccia a destra 189">
            <a:extLst>
              <a:ext uri="{FF2B5EF4-FFF2-40B4-BE49-F238E27FC236}">
                <a16:creationId xmlns:a16="http://schemas.microsoft.com/office/drawing/2014/main" id="{F11AFF33-B25B-B349-D251-44838B5FD1FA}"/>
              </a:ext>
            </a:extLst>
          </p:cNvPr>
          <p:cNvSpPr/>
          <p:nvPr/>
        </p:nvSpPr>
        <p:spPr>
          <a:xfrm rot="5400000">
            <a:off x="8719408" y="2245412"/>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Freccia a destra 190">
            <a:extLst>
              <a:ext uri="{FF2B5EF4-FFF2-40B4-BE49-F238E27FC236}">
                <a16:creationId xmlns:a16="http://schemas.microsoft.com/office/drawing/2014/main" id="{3D0F272E-3E49-98BC-7A4F-A3F3DABC8A29}"/>
              </a:ext>
            </a:extLst>
          </p:cNvPr>
          <p:cNvSpPr/>
          <p:nvPr/>
        </p:nvSpPr>
        <p:spPr>
          <a:xfrm rot="8969856">
            <a:off x="9768901" y="2639661"/>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Freccia a destra 191">
            <a:extLst>
              <a:ext uri="{FF2B5EF4-FFF2-40B4-BE49-F238E27FC236}">
                <a16:creationId xmlns:a16="http://schemas.microsoft.com/office/drawing/2014/main" id="{977376B3-109A-5D49-A78E-F84915900C79}"/>
              </a:ext>
            </a:extLst>
          </p:cNvPr>
          <p:cNvSpPr/>
          <p:nvPr/>
        </p:nvSpPr>
        <p:spPr>
          <a:xfrm rot="12657506">
            <a:off x="9797420" y="4110092"/>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Freccia a destra 192">
            <a:extLst>
              <a:ext uri="{FF2B5EF4-FFF2-40B4-BE49-F238E27FC236}">
                <a16:creationId xmlns:a16="http://schemas.microsoft.com/office/drawing/2014/main" id="{E575BD02-0DE6-3E6A-5DDD-91719BDCC301}"/>
              </a:ext>
            </a:extLst>
          </p:cNvPr>
          <p:cNvSpPr/>
          <p:nvPr/>
        </p:nvSpPr>
        <p:spPr>
          <a:xfrm rot="16200000">
            <a:off x="8680597" y="4283691"/>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Freccia a destra 193">
            <a:extLst>
              <a:ext uri="{FF2B5EF4-FFF2-40B4-BE49-F238E27FC236}">
                <a16:creationId xmlns:a16="http://schemas.microsoft.com/office/drawing/2014/main" id="{495E1856-829D-8517-F358-2E2F99FCE052}"/>
              </a:ext>
            </a:extLst>
          </p:cNvPr>
          <p:cNvSpPr/>
          <p:nvPr/>
        </p:nvSpPr>
        <p:spPr>
          <a:xfrm rot="19067789">
            <a:off x="7659772" y="4054831"/>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77297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0E14BE-C37C-A3DB-D136-5619272E1368}"/>
              </a:ext>
            </a:extLst>
          </p:cNvPr>
          <p:cNvSpPr>
            <a:spLocks noGrp="1"/>
          </p:cNvSpPr>
          <p:nvPr>
            <p:ph type="title"/>
          </p:nvPr>
        </p:nvSpPr>
        <p:spPr/>
        <p:txBody>
          <a:bodyPr>
            <a:normAutofit fontScale="90000"/>
          </a:bodyPr>
          <a:lstStyle/>
          <a:p>
            <a:r>
              <a:rPr lang="en-US" dirty="0"/>
              <a:t>Cas d'utilisation 1 </a:t>
            </a:r>
            <a:br>
              <a:rPr lang="en-US" dirty="0"/>
            </a:br>
            <a:r>
              <a:rPr lang="en-US" dirty="0"/>
              <a:t>Un projet de transformation de l'entreprise autour de l'apprentissage</a:t>
            </a:r>
          </a:p>
        </p:txBody>
      </p:sp>
      <p:sp>
        <p:nvSpPr>
          <p:cNvPr id="3" name="Segnaposto contenuto 2">
            <a:extLst>
              <a:ext uri="{FF2B5EF4-FFF2-40B4-BE49-F238E27FC236}">
                <a16:creationId xmlns:a16="http://schemas.microsoft.com/office/drawing/2014/main" id="{183CCA1B-1322-6A04-3870-54B01A18F55F}"/>
              </a:ext>
            </a:extLst>
          </p:cNvPr>
          <p:cNvSpPr>
            <a:spLocks noGrp="1"/>
          </p:cNvSpPr>
          <p:nvPr>
            <p:ph idx="1"/>
          </p:nvPr>
        </p:nvSpPr>
        <p:spPr>
          <a:xfrm>
            <a:off x="838200" y="2258567"/>
            <a:ext cx="3642360" cy="3918395"/>
          </a:xfrm>
        </p:spPr>
        <p:txBody>
          <a:bodyPr>
            <a:normAutofit lnSpcReduction="10000"/>
          </a:bodyPr>
          <a:lstStyle/>
          <a:p>
            <a:pPr marL="0" indent="0">
              <a:buNone/>
            </a:pPr>
            <a:r>
              <a:rPr lang="en-US" sz="1800" dirty="0"/>
              <a:t>Vous supervisez l'évolution d'une grande entreprise, et votre intention est de changer la culture de l'entreprise en matière d'apprentissage.</a:t>
            </a:r>
          </a:p>
          <a:p>
            <a:pPr marL="0" indent="0">
              <a:buNone/>
            </a:pPr>
            <a:endParaRPr lang="en-US" sz="1800" dirty="0"/>
          </a:p>
          <a:p>
            <a:pPr marL="0" indent="0">
              <a:buNone/>
            </a:pPr>
            <a:r>
              <a:rPr lang="en-US" sz="1800" dirty="0"/>
              <a:t>Vous êtes "Chief Learning Officer". Vous avez votre propre équipe d'experts et de managers, et vous voulez définir ensemble la stratégie et la finalité de votre département. </a:t>
            </a:r>
          </a:p>
          <a:p>
            <a:pPr marL="0" indent="0">
              <a:buNone/>
            </a:pPr>
            <a:endParaRPr lang="en-US" sz="1800" dirty="0"/>
          </a:p>
          <a:p>
            <a:pPr marL="0" indent="0">
              <a:buNone/>
            </a:pPr>
            <a:r>
              <a:rPr lang="en-US" sz="1800" dirty="0"/>
              <a:t>Vous décidez d'utiliser les 6 </a:t>
            </a:r>
            <a:r>
              <a:rPr lang="en-US" sz="1800" dirty="0" err="1"/>
              <a:t>Canevas</a:t>
            </a:r>
            <a:r>
              <a:rPr lang="en-US" sz="1800" dirty="0"/>
              <a:t> POURQUOI pour mettre en forme vos réflexions collectives.</a:t>
            </a:r>
          </a:p>
        </p:txBody>
      </p:sp>
      <p:pic>
        <p:nvPicPr>
          <p:cNvPr id="4" name="Immagine 3" descr="Immagine che contiene persona, gruppo, persone, folla&#10;&#10;Descrizione generata automaticamente">
            <a:extLst>
              <a:ext uri="{FF2B5EF4-FFF2-40B4-BE49-F238E27FC236}">
                <a16:creationId xmlns:a16="http://schemas.microsoft.com/office/drawing/2014/main" id="{C33D1E72-B382-B2AC-ABFE-EE801D9938CD}"/>
              </a:ext>
            </a:extLst>
          </p:cNvPr>
          <p:cNvPicPr>
            <a:picLocks noChangeAspect="1"/>
          </p:cNvPicPr>
          <p:nvPr/>
        </p:nvPicPr>
        <p:blipFill>
          <a:blip r:embed="rId2">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5401272" y="2587752"/>
            <a:ext cx="4094634" cy="2731889"/>
          </a:xfrm>
          <a:prstGeom prst="rect">
            <a:avLst/>
          </a:prstGeom>
        </p:spPr>
      </p:pic>
    </p:spTree>
    <p:extLst>
      <p:ext uri="{BB962C8B-B14F-4D97-AF65-F5344CB8AC3E}">
        <p14:creationId xmlns:p14="http://schemas.microsoft.com/office/powerpoint/2010/main" val="16859892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grpSp>
        <p:nvGrpSpPr>
          <p:cNvPr id="4" name="Groupe 21">
            <a:extLst>
              <a:ext uri="{FF2B5EF4-FFF2-40B4-BE49-F238E27FC236}">
                <a16:creationId xmlns:a16="http://schemas.microsoft.com/office/drawing/2014/main" id="{77F6A546-105B-C08A-DEDB-DEA89D02F534}"/>
              </a:ext>
            </a:extLst>
          </p:cNvPr>
          <p:cNvGrpSpPr/>
          <p:nvPr/>
        </p:nvGrpSpPr>
        <p:grpSpPr>
          <a:xfrm>
            <a:off x="399542" y="1292144"/>
            <a:ext cx="11264900" cy="5200731"/>
            <a:chOff x="463550" y="1420160"/>
            <a:chExt cx="11264900" cy="5272740"/>
          </a:xfrm>
        </p:grpSpPr>
        <p:sp>
          <p:nvSpPr>
            <p:cNvPr id="5" name="Trapèze 4">
              <a:extLst>
                <a:ext uri="{FF2B5EF4-FFF2-40B4-BE49-F238E27FC236}">
                  <a16:creationId xmlns:a16="http://schemas.microsoft.com/office/drawing/2014/main" id="{F40B2C0E-22B0-D6A2-8A6A-1C968F008C6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6" name="Triangle isocèle 9">
              <a:extLst>
                <a:ext uri="{FF2B5EF4-FFF2-40B4-BE49-F238E27FC236}">
                  <a16:creationId xmlns:a16="http://schemas.microsoft.com/office/drawing/2014/main" id="{7E47423D-C4E2-157C-5084-72C30CDFF9D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GRAND BUT</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7" name="Groupe 16">
              <a:extLst>
                <a:ext uri="{FF2B5EF4-FFF2-40B4-BE49-F238E27FC236}">
                  <a16:creationId xmlns:a16="http://schemas.microsoft.com/office/drawing/2014/main" id="{9430172B-5DD2-2AFF-2928-391EB562F1AE}"/>
                </a:ext>
              </a:extLst>
            </p:cNvPr>
            <p:cNvGrpSpPr/>
            <p:nvPr/>
          </p:nvGrpSpPr>
          <p:grpSpPr>
            <a:xfrm>
              <a:off x="1527175" y="3040767"/>
              <a:ext cx="9137650" cy="1969383"/>
              <a:chOff x="1644650" y="3040767"/>
              <a:chExt cx="9137650" cy="1907219"/>
            </a:xfrm>
          </p:grpSpPr>
          <p:sp>
            <p:nvSpPr>
              <p:cNvPr id="10" name="Trapèze 5">
                <a:extLst>
                  <a:ext uri="{FF2B5EF4-FFF2-40B4-BE49-F238E27FC236}">
                    <a16:creationId xmlns:a16="http://schemas.microsoft.com/office/drawing/2014/main" id="{1D53AC5D-FB0D-C844-246F-FD0E3E3C6F4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LES MAUVAIS SOUVENIRS POUR ÉVITER QU'ILS NE SE REPRODUISENT</a:t>
                </a:r>
              </a:p>
            </p:txBody>
          </p:sp>
          <p:sp>
            <p:nvSpPr>
              <p:cNvPr id="11" name="Trapèze 7">
                <a:extLst>
                  <a:ext uri="{FF2B5EF4-FFF2-40B4-BE49-F238E27FC236}">
                    <a16:creationId xmlns:a16="http://schemas.microsoft.com/office/drawing/2014/main" id="{9B0339BF-E6B4-5449-46A6-6CF44C20DC1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FICTIVES ERRONÉES - RISQUES</a:t>
                </a:r>
              </a:p>
            </p:txBody>
          </p:sp>
          <p:sp>
            <p:nvSpPr>
              <p:cNvPr id="12" name="Trapèze 12">
                <a:extLst>
                  <a:ext uri="{FF2B5EF4-FFF2-40B4-BE49-F238E27FC236}">
                    <a16:creationId xmlns:a16="http://schemas.microsoft.com/office/drawing/2014/main" id="{3CA9F1CD-4EA1-B9C3-593E-E14A5CA5B11D}"/>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DE BONS SOUVENIRS À RECRÉER</a:t>
                </a:r>
              </a:p>
            </p:txBody>
          </p:sp>
          <p:sp>
            <p:nvSpPr>
              <p:cNvPr id="13" name="Trapèze 13">
                <a:extLst>
                  <a:ext uri="{FF2B5EF4-FFF2-40B4-BE49-F238E27FC236}">
                    <a16:creationId xmlns:a16="http://schemas.microsoft.com/office/drawing/2014/main" id="{BC17C376-EB4E-7788-D366-A431A728145F}"/>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HISTOIRES IDÉALES</a:t>
                </a:r>
              </a:p>
            </p:txBody>
          </p:sp>
        </p:grpSp>
        <p:sp>
          <p:nvSpPr>
            <p:cNvPr id="8" name="Triangle isocèle 15">
              <a:extLst>
                <a:ext uri="{FF2B5EF4-FFF2-40B4-BE49-F238E27FC236}">
                  <a16:creationId xmlns:a16="http://schemas.microsoft.com/office/drawing/2014/main" id="{15F648A4-BB20-AA48-6A93-F583DBDEEF8B}"/>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18">
              <a:extLst>
                <a:ext uri="{FF2B5EF4-FFF2-40B4-BE49-F238E27FC236}">
                  <a16:creationId xmlns:a16="http://schemas.microsoft.com/office/drawing/2014/main" id="{5D43B9D6-0D12-1189-348E-FBDE1113E8B5}"/>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4" name="Rectangle 14">
            <a:extLst>
              <a:ext uri="{FF2B5EF4-FFF2-40B4-BE49-F238E27FC236}">
                <a16:creationId xmlns:a16="http://schemas.microsoft.com/office/drawing/2014/main" id="{0C9C1022-0DE7-8696-A96A-076EFBD478AF}"/>
              </a:ext>
            </a:extLst>
          </p:cNvPr>
          <p:cNvSpPr/>
          <p:nvPr/>
        </p:nvSpPr>
        <p:spPr>
          <a:xfrm>
            <a:off x="5292217" y="1888456"/>
            <a:ext cx="1453605"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D'ici 2030, tous les membres du personnel consacreront 10 % de leur temps à l'apprentissage. </a:t>
            </a:r>
          </a:p>
        </p:txBody>
      </p:sp>
      <p:sp>
        <p:nvSpPr>
          <p:cNvPr id="15" name="Rectangle 27">
            <a:extLst>
              <a:ext uri="{FF2B5EF4-FFF2-40B4-BE49-F238E27FC236}">
                <a16:creationId xmlns:a16="http://schemas.microsoft.com/office/drawing/2014/main" id="{6E6F345B-6DCD-50EF-F1A9-26CAC11737EB}"/>
              </a:ext>
            </a:extLst>
          </p:cNvPr>
          <p:cNvSpPr/>
          <p:nvPr/>
        </p:nvSpPr>
        <p:spPr>
          <a:xfrm>
            <a:off x="6609393" y="416755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Les départements informatiques créent eux-mêmes des communautés d'apprentissage</a:t>
            </a:r>
          </a:p>
        </p:txBody>
      </p:sp>
      <p:sp>
        <p:nvSpPr>
          <p:cNvPr id="16" name="Rectangle 28">
            <a:extLst>
              <a:ext uri="{FF2B5EF4-FFF2-40B4-BE49-F238E27FC236}">
                <a16:creationId xmlns:a16="http://schemas.microsoft.com/office/drawing/2014/main" id="{F80ACB5E-B37C-7627-7191-1D566805FED0}"/>
              </a:ext>
            </a:extLst>
          </p:cNvPr>
          <p:cNvSpPr/>
          <p:nvPr/>
        </p:nvSpPr>
        <p:spPr>
          <a:xfrm>
            <a:off x="7799340" y="416755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Le manager John X. alloue spontanément un jour par mois à son personnel pour l'apprentissage.</a:t>
            </a:r>
          </a:p>
        </p:txBody>
      </p:sp>
      <p:sp>
        <p:nvSpPr>
          <p:cNvPr id="17" name="Rectangle 29">
            <a:extLst>
              <a:ext uri="{FF2B5EF4-FFF2-40B4-BE49-F238E27FC236}">
                <a16:creationId xmlns:a16="http://schemas.microsoft.com/office/drawing/2014/main" id="{610D3F24-1886-E0EC-9F55-5B97ADADF9B3}"/>
              </a:ext>
            </a:extLst>
          </p:cNvPr>
          <p:cNvSpPr/>
          <p:nvPr/>
        </p:nvSpPr>
        <p:spPr>
          <a:xfrm>
            <a:off x="8989287" y="4167554"/>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Les clients félicitent notre entreprise pour notre culture d'apprentissage</a:t>
            </a:r>
          </a:p>
        </p:txBody>
      </p:sp>
      <p:sp>
        <p:nvSpPr>
          <p:cNvPr id="18" name="Rectangle 33">
            <a:extLst>
              <a:ext uri="{FF2B5EF4-FFF2-40B4-BE49-F238E27FC236}">
                <a16:creationId xmlns:a16="http://schemas.microsoft.com/office/drawing/2014/main" id="{BB875FC2-A145-94C0-9D02-143A3F4DA95D}"/>
              </a:ext>
            </a:extLst>
          </p:cNvPr>
          <p:cNvSpPr/>
          <p:nvPr/>
        </p:nvSpPr>
        <p:spPr>
          <a:xfrm>
            <a:off x="3481822" y="5323977"/>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Compétitivité</a:t>
            </a:r>
          </a:p>
        </p:txBody>
      </p:sp>
      <p:sp>
        <p:nvSpPr>
          <p:cNvPr id="19" name="Rectangle 34">
            <a:extLst>
              <a:ext uri="{FF2B5EF4-FFF2-40B4-BE49-F238E27FC236}">
                <a16:creationId xmlns:a16="http://schemas.microsoft.com/office/drawing/2014/main" id="{0DED5BCE-08B1-4609-AFD5-64D9E8BA4B7F}"/>
              </a:ext>
            </a:extLst>
          </p:cNvPr>
          <p:cNvSpPr/>
          <p:nvPr/>
        </p:nvSpPr>
        <p:spPr>
          <a:xfrm>
            <a:off x="5251010" y="5323977"/>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Rétention et fidélisation du personnel</a:t>
            </a:r>
          </a:p>
        </p:txBody>
      </p:sp>
      <p:sp>
        <p:nvSpPr>
          <p:cNvPr id="20" name="Rectangle 35">
            <a:extLst>
              <a:ext uri="{FF2B5EF4-FFF2-40B4-BE49-F238E27FC236}">
                <a16:creationId xmlns:a16="http://schemas.microsoft.com/office/drawing/2014/main" id="{DF8A93A8-88B8-5717-2C76-EBD9A628054E}"/>
              </a:ext>
            </a:extLst>
          </p:cNvPr>
          <p:cNvSpPr/>
          <p:nvPr/>
        </p:nvSpPr>
        <p:spPr>
          <a:xfrm>
            <a:off x="6964500" y="5323977"/>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L'apprentissage tout au long de la vie</a:t>
            </a:r>
          </a:p>
        </p:txBody>
      </p:sp>
      <p:sp>
        <p:nvSpPr>
          <p:cNvPr id="21" name="Rectangle 40">
            <a:extLst>
              <a:ext uri="{FF2B5EF4-FFF2-40B4-BE49-F238E27FC236}">
                <a16:creationId xmlns:a16="http://schemas.microsoft.com/office/drawing/2014/main" id="{3E3B3F1D-BBB1-B9DE-C5BE-D600192AC036}"/>
              </a:ext>
            </a:extLst>
          </p:cNvPr>
          <p:cNvSpPr/>
          <p:nvPr/>
        </p:nvSpPr>
        <p:spPr>
          <a:xfrm>
            <a:off x="5345318" y="3148877"/>
            <a:ext cx="884210"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Les contenus sont en anglais ET dans les langues locales</a:t>
            </a:r>
          </a:p>
        </p:txBody>
      </p:sp>
      <p:sp>
        <p:nvSpPr>
          <p:cNvPr id="22" name="Rectangle 41">
            <a:extLst>
              <a:ext uri="{FF2B5EF4-FFF2-40B4-BE49-F238E27FC236}">
                <a16:creationId xmlns:a16="http://schemas.microsoft.com/office/drawing/2014/main" id="{85AB6746-0B71-EBE3-5B6B-662D20C8B7A4}"/>
              </a:ext>
            </a:extLst>
          </p:cNvPr>
          <p:cNvSpPr/>
          <p:nvPr/>
        </p:nvSpPr>
        <p:spPr>
          <a:xfrm>
            <a:off x="5517454" y="3881979"/>
            <a:ext cx="109871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L'impact de l'apprentissage est examiné au moins une fois par trimestre</a:t>
            </a:r>
          </a:p>
        </p:txBody>
      </p:sp>
      <p:sp>
        <p:nvSpPr>
          <p:cNvPr id="23" name="Rectangle 42">
            <a:extLst>
              <a:ext uri="{FF2B5EF4-FFF2-40B4-BE49-F238E27FC236}">
                <a16:creationId xmlns:a16="http://schemas.microsoft.com/office/drawing/2014/main" id="{0945901D-965F-6869-1B77-C2470B6CC4F8}"/>
              </a:ext>
            </a:extLst>
          </p:cNvPr>
          <p:cNvSpPr/>
          <p:nvPr/>
        </p:nvSpPr>
        <p:spPr>
          <a:xfrm>
            <a:off x="1979190" y="422022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 département de l'apprentissage est accusé de dépenser trop de budget </a:t>
            </a:r>
          </a:p>
        </p:txBody>
      </p:sp>
      <p:sp>
        <p:nvSpPr>
          <p:cNvPr id="24" name="Rectangle 43">
            <a:extLst>
              <a:ext uri="{FF2B5EF4-FFF2-40B4-BE49-F238E27FC236}">
                <a16:creationId xmlns:a16="http://schemas.microsoft.com/office/drawing/2014/main" id="{5E09F7BB-A6C4-FEDA-BFE0-0410137A9D77}"/>
              </a:ext>
            </a:extLst>
          </p:cNvPr>
          <p:cNvSpPr/>
          <p:nvPr/>
        </p:nvSpPr>
        <p:spPr>
          <a:xfrm>
            <a:off x="3155601" y="422022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L'apprentissage est systématiquement privé de priorité en raison de contraintes opérationnelles.</a:t>
            </a:r>
          </a:p>
        </p:txBody>
      </p:sp>
      <p:sp>
        <p:nvSpPr>
          <p:cNvPr id="25" name="Rectangle 44">
            <a:extLst>
              <a:ext uri="{FF2B5EF4-FFF2-40B4-BE49-F238E27FC236}">
                <a16:creationId xmlns:a16="http://schemas.microsoft.com/office/drawing/2014/main" id="{7A210150-DAFD-B35F-1699-ED99BF44DA91}"/>
              </a:ext>
            </a:extLst>
          </p:cNvPr>
          <p:cNvSpPr/>
          <p:nvPr/>
        </p:nvSpPr>
        <p:spPr>
          <a:xfrm>
            <a:off x="4345548" y="422022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L'expérience d'apprentissage est jugée insatisfaisante par le département logistique </a:t>
            </a:r>
          </a:p>
        </p:txBody>
      </p:sp>
      <p:sp>
        <p:nvSpPr>
          <p:cNvPr id="26" name="Rectangle 45">
            <a:extLst>
              <a:ext uri="{FF2B5EF4-FFF2-40B4-BE49-F238E27FC236}">
                <a16:creationId xmlns:a16="http://schemas.microsoft.com/office/drawing/2014/main" id="{977CAA77-C72B-6592-8192-80317BDE2175}"/>
              </a:ext>
            </a:extLst>
          </p:cNvPr>
          <p:cNvSpPr/>
          <p:nvPr/>
        </p:nvSpPr>
        <p:spPr>
          <a:xfrm>
            <a:off x="7876967" y="3300984"/>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L'apprentissage est considéré comme une nécessité par tous les managers</a:t>
            </a:r>
          </a:p>
        </p:txBody>
      </p:sp>
      <p:sp>
        <p:nvSpPr>
          <p:cNvPr id="27" name="Rectangle 46">
            <a:extLst>
              <a:ext uri="{FF2B5EF4-FFF2-40B4-BE49-F238E27FC236}">
                <a16:creationId xmlns:a16="http://schemas.microsoft.com/office/drawing/2014/main" id="{C2FCD5E4-BD5A-D6F7-1A9C-843A6B796EA3}"/>
              </a:ext>
            </a:extLst>
          </p:cNvPr>
          <p:cNvSpPr/>
          <p:nvPr/>
        </p:nvSpPr>
        <p:spPr>
          <a:xfrm>
            <a:off x="3061589" y="3284276"/>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L'entreprise abandonne tout type d'apprentissage sauf l'apprentissage "sur le tas".</a:t>
            </a:r>
          </a:p>
        </p:txBody>
      </p:sp>
      <p:pic>
        <p:nvPicPr>
          <p:cNvPr id="29" name="Immagine 28" descr="Immagine che contiene persona, gruppo, persone, folla&#10;&#10;Descrizione generata automaticamente">
            <a:extLst>
              <a:ext uri="{FF2B5EF4-FFF2-40B4-BE49-F238E27FC236}">
                <a16:creationId xmlns:a16="http://schemas.microsoft.com/office/drawing/2014/main" id="{B208581F-0839-40A1-9B2B-ECBB85BEC403}"/>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507738" y="2101679"/>
            <a:ext cx="1627236" cy="1085672"/>
          </a:xfrm>
          <a:prstGeom prst="rect">
            <a:avLst/>
          </a:prstGeom>
        </p:spPr>
      </p:pic>
    </p:spTree>
    <p:extLst>
      <p:ext uri="{BB962C8B-B14F-4D97-AF65-F5344CB8AC3E}">
        <p14:creationId xmlns:p14="http://schemas.microsoft.com/office/powerpoint/2010/main" val="3766466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pic>
        <p:nvPicPr>
          <p:cNvPr id="29" name="Immagine 28" descr="Immagine che contiene persona, gruppo, persone, folla&#10;&#10;Descrizione generata automaticamente">
            <a:extLst>
              <a:ext uri="{FF2B5EF4-FFF2-40B4-BE49-F238E27FC236}">
                <a16:creationId xmlns:a16="http://schemas.microsoft.com/office/drawing/2014/main" id="{B208581F-0839-40A1-9B2B-ECBB85BEC403}"/>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571746" y="2229695"/>
            <a:ext cx="1627236" cy="1085672"/>
          </a:xfrm>
          <a:prstGeom prst="rect">
            <a:avLst/>
          </a:prstGeom>
        </p:spPr>
      </p:pic>
      <p:sp>
        <p:nvSpPr>
          <p:cNvPr id="3" name="ZoneTexte 47">
            <a:extLst>
              <a:ext uri="{FF2B5EF4-FFF2-40B4-BE49-F238E27FC236}">
                <a16:creationId xmlns:a16="http://schemas.microsoft.com/office/drawing/2014/main" id="{96438622-C69D-8263-6F8B-77009987A09E}"/>
              </a:ext>
            </a:extLst>
          </p:cNvPr>
          <p:cNvSpPr txBox="1"/>
          <p:nvPr/>
        </p:nvSpPr>
        <p:spPr>
          <a:xfrm>
            <a:off x="3835005" y="1934658"/>
            <a:ext cx="2824323" cy="231170"/>
          </a:xfrm>
          <a:prstGeom prst="rect">
            <a:avLst/>
          </a:prstGeom>
          <a:noFill/>
        </p:spPr>
        <p:txBody>
          <a:bodyPr wrap="square">
            <a:spAutoFit/>
          </a:bodyPr>
          <a:lstStyle/>
          <a:p>
            <a:pPr algn="ctr"/>
            <a:r>
              <a:rPr lang="en-US" sz="1600" b="1" i="1" dirty="0"/>
              <a:t>Ce que chacun peut commencer à apporter pour l'objectif</a:t>
            </a:r>
          </a:p>
        </p:txBody>
      </p:sp>
      <p:sp>
        <p:nvSpPr>
          <p:cNvPr id="28" name="ZoneTexte 48">
            <a:extLst>
              <a:ext uri="{FF2B5EF4-FFF2-40B4-BE49-F238E27FC236}">
                <a16:creationId xmlns:a16="http://schemas.microsoft.com/office/drawing/2014/main" id="{DAD8CD32-02F1-D540-6252-6E617938AE2D}"/>
              </a:ext>
            </a:extLst>
          </p:cNvPr>
          <p:cNvSpPr txBox="1"/>
          <p:nvPr/>
        </p:nvSpPr>
        <p:spPr>
          <a:xfrm>
            <a:off x="7737118" y="1951924"/>
            <a:ext cx="1542238" cy="399294"/>
          </a:xfrm>
          <a:prstGeom prst="rect">
            <a:avLst/>
          </a:prstGeom>
          <a:noFill/>
        </p:spPr>
        <p:txBody>
          <a:bodyPr wrap="square">
            <a:spAutoFit/>
          </a:bodyPr>
          <a:lstStyle/>
          <a:p>
            <a:pPr algn="ctr"/>
            <a:r>
              <a:rPr lang="en-US" sz="1600" b="1" i="1" dirty="0"/>
              <a:t>Premières idées de contributions combinées</a:t>
            </a:r>
          </a:p>
        </p:txBody>
      </p:sp>
      <p:sp>
        <p:nvSpPr>
          <p:cNvPr id="30" name="ZoneTexte 51">
            <a:extLst>
              <a:ext uri="{FF2B5EF4-FFF2-40B4-BE49-F238E27FC236}">
                <a16:creationId xmlns:a16="http://schemas.microsoft.com/office/drawing/2014/main" id="{7051BA38-F493-DFB4-7BC6-661F8CB4E118}"/>
              </a:ext>
            </a:extLst>
          </p:cNvPr>
          <p:cNvSpPr txBox="1"/>
          <p:nvPr/>
        </p:nvSpPr>
        <p:spPr>
          <a:xfrm>
            <a:off x="9822587" y="2008328"/>
            <a:ext cx="2148238" cy="830997"/>
          </a:xfrm>
          <a:prstGeom prst="rect">
            <a:avLst/>
          </a:prstGeom>
          <a:noFill/>
        </p:spPr>
        <p:txBody>
          <a:bodyPr wrap="square">
            <a:spAutoFit/>
          </a:bodyPr>
          <a:lstStyle/>
          <a:p>
            <a:pPr algn="ctr"/>
            <a:r>
              <a:rPr lang="en-US" sz="1600" b="1" i="1" dirty="0"/>
              <a:t>Des succès que nous ne pouvions atteindre en tant qu'individus dispersés</a:t>
            </a:r>
          </a:p>
        </p:txBody>
      </p:sp>
      <p:grpSp>
        <p:nvGrpSpPr>
          <p:cNvPr id="31" name="Groupe 54">
            <a:extLst>
              <a:ext uri="{FF2B5EF4-FFF2-40B4-BE49-F238E27FC236}">
                <a16:creationId xmlns:a16="http://schemas.microsoft.com/office/drawing/2014/main" id="{0B5E2ACD-76D0-3F02-DA8F-5C2BCDCEB2C6}"/>
              </a:ext>
            </a:extLst>
          </p:cNvPr>
          <p:cNvGrpSpPr/>
          <p:nvPr/>
        </p:nvGrpSpPr>
        <p:grpSpPr>
          <a:xfrm>
            <a:off x="5362241" y="2411379"/>
            <a:ext cx="1001867" cy="798536"/>
            <a:chOff x="2609577" y="1563591"/>
            <a:chExt cx="1467257" cy="1169474"/>
          </a:xfrm>
        </p:grpSpPr>
        <p:grpSp>
          <p:nvGrpSpPr>
            <p:cNvPr id="32" name="Groupe 41">
              <a:extLst>
                <a:ext uri="{FF2B5EF4-FFF2-40B4-BE49-F238E27FC236}">
                  <a16:creationId xmlns:a16="http://schemas.microsoft.com/office/drawing/2014/main" id="{096B0EEF-5140-09A2-3499-A4E1FFD74575}"/>
                </a:ext>
              </a:extLst>
            </p:cNvPr>
            <p:cNvGrpSpPr/>
            <p:nvPr/>
          </p:nvGrpSpPr>
          <p:grpSpPr>
            <a:xfrm>
              <a:off x="2609577" y="1563591"/>
              <a:ext cx="1412109" cy="1169474"/>
              <a:chOff x="2645545" y="3994190"/>
              <a:chExt cx="1412109" cy="1169474"/>
            </a:xfrm>
          </p:grpSpPr>
          <p:pic>
            <p:nvPicPr>
              <p:cNvPr id="34" name="Graphique 42" descr="Diable avec un remplissage uni">
                <a:extLst>
                  <a:ext uri="{FF2B5EF4-FFF2-40B4-BE49-F238E27FC236}">
                    <a16:creationId xmlns:a16="http://schemas.microsoft.com/office/drawing/2014/main" id="{0F10DE3E-EFC4-02AE-0C3B-EEA1547D4E4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35" name="Graphique 43" descr="Base-ball avec un remplissage uni">
                <a:extLst>
                  <a:ext uri="{FF2B5EF4-FFF2-40B4-BE49-F238E27FC236}">
                    <a16:creationId xmlns:a16="http://schemas.microsoft.com/office/drawing/2014/main" id="{131661CC-49DB-8FE6-CBA3-3EF5F048E5BF}"/>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36" name="Rectangle 44">
                <a:extLst>
                  <a:ext uri="{FF2B5EF4-FFF2-40B4-BE49-F238E27FC236}">
                    <a16:creationId xmlns:a16="http://schemas.microsoft.com/office/drawing/2014/main" id="{2DC4D147-3868-5767-89AE-D8A77DD85A25}"/>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que 53" descr="Boîte à archives avec un remplissage uni">
              <a:extLst>
                <a:ext uri="{FF2B5EF4-FFF2-40B4-BE49-F238E27FC236}">
                  <a16:creationId xmlns:a16="http://schemas.microsoft.com/office/drawing/2014/main" id="{F16E4C69-D090-739C-178A-3D6D44871E9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37" name="Groupe 85">
            <a:extLst>
              <a:ext uri="{FF2B5EF4-FFF2-40B4-BE49-F238E27FC236}">
                <a16:creationId xmlns:a16="http://schemas.microsoft.com/office/drawing/2014/main" id="{82F82052-BE27-32E4-D444-D5915F7BED20}"/>
              </a:ext>
            </a:extLst>
          </p:cNvPr>
          <p:cNvGrpSpPr/>
          <p:nvPr/>
        </p:nvGrpSpPr>
        <p:grpSpPr>
          <a:xfrm>
            <a:off x="5319883" y="5170180"/>
            <a:ext cx="1001867" cy="798536"/>
            <a:chOff x="2609577" y="1563591"/>
            <a:chExt cx="1467257" cy="1169474"/>
          </a:xfrm>
        </p:grpSpPr>
        <p:grpSp>
          <p:nvGrpSpPr>
            <p:cNvPr id="38" name="Groupe 86">
              <a:extLst>
                <a:ext uri="{FF2B5EF4-FFF2-40B4-BE49-F238E27FC236}">
                  <a16:creationId xmlns:a16="http://schemas.microsoft.com/office/drawing/2014/main" id="{CB99E5D5-71D2-659D-BF1C-85D23D0A609B}"/>
                </a:ext>
              </a:extLst>
            </p:cNvPr>
            <p:cNvGrpSpPr/>
            <p:nvPr/>
          </p:nvGrpSpPr>
          <p:grpSpPr>
            <a:xfrm>
              <a:off x="2609577" y="1563591"/>
              <a:ext cx="1412109" cy="1169474"/>
              <a:chOff x="2645545" y="3994190"/>
              <a:chExt cx="1412109" cy="1169474"/>
            </a:xfrm>
          </p:grpSpPr>
          <p:pic>
            <p:nvPicPr>
              <p:cNvPr id="40" name="Graphique 88" descr="Diable avec un remplissage uni">
                <a:extLst>
                  <a:ext uri="{FF2B5EF4-FFF2-40B4-BE49-F238E27FC236}">
                    <a16:creationId xmlns:a16="http://schemas.microsoft.com/office/drawing/2014/main" id="{F4DFAFA3-C374-43E8-15E5-EA9FB600F44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41" name="Graphique 89" descr="Base-ball avec un remplissage uni">
                <a:extLst>
                  <a:ext uri="{FF2B5EF4-FFF2-40B4-BE49-F238E27FC236}">
                    <a16:creationId xmlns:a16="http://schemas.microsoft.com/office/drawing/2014/main" id="{88F635BD-327C-0B18-A139-9FD5D7A5FE7F}"/>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42" name="Rectangle 90">
                <a:extLst>
                  <a:ext uri="{FF2B5EF4-FFF2-40B4-BE49-F238E27FC236}">
                    <a16:creationId xmlns:a16="http://schemas.microsoft.com/office/drawing/2014/main" id="{3374D55F-0287-BF79-8519-0AD0C8318C3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que 87" descr="Boîte à archives avec un remplissage uni">
              <a:extLst>
                <a:ext uri="{FF2B5EF4-FFF2-40B4-BE49-F238E27FC236}">
                  <a16:creationId xmlns:a16="http://schemas.microsoft.com/office/drawing/2014/main" id="{F94F39CF-B04C-9BC6-E597-83FDE8D82A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43" name="Groupe 105">
            <a:extLst>
              <a:ext uri="{FF2B5EF4-FFF2-40B4-BE49-F238E27FC236}">
                <a16:creationId xmlns:a16="http://schemas.microsoft.com/office/drawing/2014/main" id="{6A476FD6-EF89-8A85-E680-1236549FFB0A}"/>
              </a:ext>
            </a:extLst>
          </p:cNvPr>
          <p:cNvGrpSpPr/>
          <p:nvPr/>
        </p:nvGrpSpPr>
        <p:grpSpPr>
          <a:xfrm flipH="1">
            <a:off x="7798691" y="3163553"/>
            <a:ext cx="746958" cy="795589"/>
            <a:chOff x="1680627" y="1783722"/>
            <a:chExt cx="1331514" cy="1331514"/>
          </a:xfrm>
        </p:grpSpPr>
        <p:pic>
          <p:nvPicPr>
            <p:cNvPr id="44" name="Graphique 178" descr="Mur de briques en construction avec un remplissage uni">
              <a:extLst>
                <a:ext uri="{FF2B5EF4-FFF2-40B4-BE49-F238E27FC236}">
                  <a16:creationId xmlns:a16="http://schemas.microsoft.com/office/drawing/2014/main" id="{208F0739-AF27-E48B-2737-E6B8D910A39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45" name="Rectangle 179">
              <a:extLst>
                <a:ext uri="{FF2B5EF4-FFF2-40B4-BE49-F238E27FC236}">
                  <a16:creationId xmlns:a16="http://schemas.microsoft.com/office/drawing/2014/main" id="{C56F20B7-1FD3-D900-22F6-14ACD15AE3D8}"/>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180">
              <a:extLst>
                <a:ext uri="{FF2B5EF4-FFF2-40B4-BE49-F238E27FC236}">
                  <a16:creationId xmlns:a16="http://schemas.microsoft.com/office/drawing/2014/main" id="{8C2841D7-F635-0C7A-7266-891B74F375A0}"/>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81">
              <a:extLst>
                <a:ext uri="{FF2B5EF4-FFF2-40B4-BE49-F238E27FC236}">
                  <a16:creationId xmlns:a16="http://schemas.microsoft.com/office/drawing/2014/main" id="{A0FA6987-45DC-261F-BCA3-91D2E96976DB}"/>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82">
              <a:extLst>
                <a:ext uri="{FF2B5EF4-FFF2-40B4-BE49-F238E27FC236}">
                  <a16:creationId xmlns:a16="http://schemas.microsoft.com/office/drawing/2014/main" id="{15FC83FA-FBE5-81D5-8080-FBC09581459E}"/>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83">
              <a:extLst>
                <a:ext uri="{FF2B5EF4-FFF2-40B4-BE49-F238E27FC236}">
                  <a16:creationId xmlns:a16="http://schemas.microsoft.com/office/drawing/2014/main" id="{DFFE0C2B-AC78-8AED-8372-AAA763D505BE}"/>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84">
              <a:extLst>
                <a:ext uri="{FF2B5EF4-FFF2-40B4-BE49-F238E27FC236}">
                  <a16:creationId xmlns:a16="http://schemas.microsoft.com/office/drawing/2014/main" id="{F5E03EAE-824C-7599-9A5B-B6A0F7361DD9}"/>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85">
              <a:extLst>
                <a:ext uri="{FF2B5EF4-FFF2-40B4-BE49-F238E27FC236}">
                  <a16:creationId xmlns:a16="http://schemas.microsoft.com/office/drawing/2014/main" id="{D4331AAD-86F7-D73F-D7A4-DFF1AF4E84FE}"/>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86">
              <a:extLst>
                <a:ext uri="{FF2B5EF4-FFF2-40B4-BE49-F238E27FC236}">
                  <a16:creationId xmlns:a16="http://schemas.microsoft.com/office/drawing/2014/main" id="{832A302A-8B6A-4A80-02F9-B0B37CB3A7AC}"/>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87">
              <a:extLst>
                <a:ext uri="{FF2B5EF4-FFF2-40B4-BE49-F238E27FC236}">
                  <a16:creationId xmlns:a16="http://schemas.microsoft.com/office/drawing/2014/main" id="{557316CB-EF94-9A6F-573E-542D2280898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88">
              <a:extLst>
                <a:ext uri="{FF2B5EF4-FFF2-40B4-BE49-F238E27FC236}">
                  <a16:creationId xmlns:a16="http://schemas.microsoft.com/office/drawing/2014/main" id="{9BD4D168-DBE2-7B01-64FE-9B433A5EFBA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89">
              <a:extLst>
                <a:ext uri="{FF2B5EF4-FFF2-40B4-BE49-F238E27FC236}">
                  <a16:creationId xmlns:a16="http://schemas.microsoft.com/office/drawing/2014/main" id="{C0630E24-E126-101D-1666-887D4B0F3F81}"/>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90">
              <a:extLst>
                <a:ext uri="{FF2B5EF4-FFF2-40B4-BE49-F238E27FC236}">
                  <a16:creationId xmlns:a16="http://schemas.microsoft.com/office/drawing/2014/main" id="{4DD5688F-2A71-2CAB-1383-2B77F15F16A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 name="Groupe 5">
            <a:extLst>
              <a:ext uri="{FF2B5EF4-FFF2-40B4-BE49-F238E27FC236}">
                <a16:creationId xmlns:a16="http://schemas.microsoft.com/office/drawing/2014/main" id="{083EDE75-9CA9-F9DE-FEA2-21C666E7E6E2}"/>
              </a:ext>
            </a:extLst>
          </p:cNvPr>
          <p:cNvGrpSpPr/>
          <p:nvPr/>
        </p:nvGrpSpPr>
        <p:grpSpPr>
          <a:xfrm>
            <a:off x="4124360" y="2713224"/>
            <a:ext cx="944598" cy="848124"/>
            <a:chOff x="5247267" y="8072371"/>
            <a:chExt cx="817082" cy="733631"/>
          </a:xfrm>
        </p:grpSpPr>
        <p:grpSp>
          <p:nvGrpSpPr>
            <p:cNvPr id="58" name="Groupe 104">
              <a:extLst>
                <a:ext uri="{FF2B5EF4-FFF2-40B4-BE49-F238E27FC236}">
                  <a16:creationId xmlns:a16="http://schemas.microsoft.com/office/drawing/2014/main" id="{EFEA7E51-E6FB-EA8C-551A-A5EB1F562DB2}"/>
                </a:ext>
              </a:extLst>
            </p:cNvPr>
            <p:cNvGrpSpPr/>
            <p:nvPr/>
          </p:nvGrpSpPr>
          <p:grpSpPr>
            <a:xfrm>
              <a:off x="5247267" y="8117813"/>
              <a:ext cx="817082" cy="688189"/>
              <a:chOff x="3890963" y="2438774"/>
              <a:chExt cx="1085661" cy="914400"/>
            </a:xfrm>
          </p:grpSpPr>
          <p:pic>
            <p:nvPicPr>
              <p:cNvPr id="60" name="Graphique 191" descr="Culturiste avec un remplissage uni">
                <a:extLst>
                  <a:ext uri="{FF2B5EF4-FFF2-40B4-BE49-F238E27FC236}">
                    <a16:creationId xmlns:a16="http://schemas.microsoft.com/office/drawing/2014/main" id="{1EEAF95D-70C2-B369-278E-61F07CEC0A9A}"/>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981356" y="2438774"/>
                <a:ext cx="914400" cy="914400"/>
              </a:xfrm>
              <a:prstGeom prst="rect">
                <a:avLst/>
              </a:prstGeom>
            </p:spPr>
          </p:pic>
          <p:sp>
            <p:nvSpPr>
              <p:cNvPr id="61" name="Rectangle 192">
                <a:extLst>
                  <a:ext uri="{FF2B5EF4-FFF2-40B4-BE49-F238E27FC236}">
                    <a16:creationId xmlns:a16="http://schemas.microsoft.com/office/drawing/2014/main" id="{84750BB2-EAEA-D840-F428-68CABF8F3C4B}"/>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93">
                <a:extLst>
                  <a:ext uri="{FF2B5EF4-FFF2-40B4-BE49-F238E27FC236}">
                    <a16:creationId xmlns:a16="http://schemas.microsoft.com/office/drawing/2014/main" id="{EB556ABB-E8EC-B604-3C68-AB7B43336211}"/>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9" name="Rectangle 106">
              <a:extLst>
                <a:ext uri="{FF2B5EF4-FFF2-40B4-BE49-F238E27FC236}">
                  <a16:creationId xmlns:a16="http://schemas.microsoft.com/office/drawing/2014/main" id="{9715592B-28DA-AD64-1CA4-698F09ED06E0}"/>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3" name="Groupe 108">
            <a:extLst>
              <a:ext uri="{FF2B5EF4-FFF2-40B4-BE49-F238E27FC236}">
                <a16:creationId xmlns:a16="http://schemas.microsoft.com/office/drawing/2014/main" id="{252CBC22-0076-09AD-F168-6E1A698D9C43}"/>
              </a:ext>
            </a:extLst>
          </p:cNvPr>
          <p:cNvGrpSpPr/>
          <p:nvPr/>
        </p:nvGrpSpPr>
        <p:grpSpPr>
          <a:xfrm flipH="1">
            <a:off x="3909927" y="3744577"/>
            <a:ext cx="428160" cy="781477"/>
            <a:chOff x="5134003" y="2196472"/>
            <a:chExt cx="563254" cy="1156702"/>
          </a:xfrm>
        </p:grpSpPr>
        <p:pic>
          <p:nvPicPr>
            <p:cNvPr id="64" name="Graphique 174" descr="Réussite du groupe avec un remplissage uni">
              <a:extLst>
                <a:ext uri="{FF2B5EF4-FFF2-40B4-BE49-F238E27FC236}">
                  <a16:creationId xmlns:a16="http://schemas.microsoft.com/office/drawing/2014/main" id="{5E6004A7-AB6A-1C3A-E64D-42916E5F7168}"/>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977" t="13713" r="6403" b="17430"/>
            <a:stretch/>
          </p:blipFill>
          <p:spPr>
            <a:xfrm>
              <a:off x="5300474" y="2196472"/>
              <a:ext cx="396783" cy="1156702"/>
            </a:xfrm>
            <a:prstGeom prst="rect">
              <a:avLst/>
            </a:prstGeom>
          </p:spPr>
        </p:pic>
        <p:sp>
          <p:nvSpPr>
            <p:cNvPr id="65" name="Rectangle 175">
              <a:extLst>
                <a:ext uri="{FF2B5EF4-FFF2-40B4-BE49-F238E27FC236}">
                  <a16:creationId xmlns:a16="http://schemas.microsoft.com/office/drawing/2014/main" id="{77781163-7A1F-C8F8-7521-7920DB27F91A}"/>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6" name="Groupe 6">
            <a:extLst>
              <a:ext uri="{FF2B5EF4-FFF2-40B4-BE49-F238E27FC236}">
                <a16:creationId xmlns:a16="http://schemas.microsoft.com/office/drawing/2014/main" id="{E75DD5B5-EDD4-50B2-7197-9BD04AF4872D}"/>
              </a:ext>
            </a:extLst>
          </p:cNvPr>
          <p:cNvGrpSpPr/>
          <p:nvPr/>
        </p:nvGrpSpPr>
        <p:grpSpPr>
          <a:xfrm>
            <a:off x="10166578" y="2880374"/>
            <a:ext cx="1592607" cy="1592607"/>
            <a:chOff x="9835911" y="2807662"/>
            <a:chExt cx="1796250" cy="1796250"/>
          </a:xfrm>
        </p:grpSpPr>
        <p:pic>
          <p:nvPicPr>
            <p:cNvPr id="67" name="Graphique 103" descr="Cathédrale avec un remplissage uni">
              <a:extLst>
                <a:ext uri="{FF2B5EF4-FFF2-40B4-BE49-F238E27FC236}">
                  <a16:creationId xmlns:a16="http://schemas.microsoft.com/office/drawing/2014/main" id="{3C815062-1F3B-28BE-462F-74C46707FDE1}"/>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9835911" y="2807662"/>
              <a:ext cx="1796250" cy="1796250"/>
            </a:xfrm>
            <a:prstGeom prst="rect">
              <a:avLst/>
            </a:prstGeom>
          </p:spPr>
        </p:pic>
        <p:sp>
          <p:nvSpPr>
            <p:cNvPr id="68" name="Rectangle 112">
              <a:extLst>
                <a:ext uri="{FF2B5EF4-FFF2-40B4-BE49-F238E27FC236}">
                  <a16:creationId xmlns:a16="http://schemas.microsoft.com/office/drawing/2014/main" id="{C465BE2F-0B76-E1D5-8C80-4FFF5FDAC66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13">
              <a:extLst>
                <a:ext uri="{FF2B5EF4-FFF2-40B4-BE49-F238E27FC236}">
                  <a16:creationId xmlns:a16="http://schemas.microsoft.com/office/drawing/2014/main" id="{B34BF937-AE38-ED15-D403-15966955188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14">
              <a:extLst>
                <a:ext uri="{FF2B5EF4-FFF2-40B4-BE49-F238E27FC236}">
                  <a16:creationId xmlns:a16="http://schemas.microsoft.com/office/drawing/2014/main" id="{6C420611-3533-D63C-3B33-BC146CBF53B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15">
              <a:extLst>
                <a:ext uri="{FF2B5EF4-FFF2-40B4-BE49-F238E27FC236}">
                  <a16:creationId xmlns:a16="http://schemas.microsoft.com/office/drawing/2014/main" id="{A4F38091-86C3-354F-6579-E268A8AD986F}"/>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16">
              <a:extLst>
                <a:ext uri="{FF2B5EF4-FFF2-40B4-BE49-F238E27FC236}">
                  <a16:creationId xmlns:a16="http://schemas.microsoft.com/office/drawing/2014/main" id="{450CCF55-6076-D630-566B-2E631824F71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17">
              <a:extLst>
                <a:ext uri="{FF2B5EF4-FFF2-40B4-BE49-F238E27FC236}">
                  <a16:creationId xmlns:a16="http://schemas.microsoft.com/office/drawing/2014/main" id="{8E7935DF-5F79-123E-9134-972AEA1A25C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18">
              <a:extLst>
                <a:ext uri="{FF2B5EF4-FFF2-40B4-BE49-F238E27FC236}">
                  <a16:creationId xmlns:a16="http://schemas.microsoft.com/office/drawing/2014/main" id="{628B7E5F-9598-A208-4E1F-EF7EEB3A87A3}"/>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19">
              <a:extLst>
                <a:ext uri="{FF2B5EF4-FFF2-40B4-BE49-F238E27FC236}">
                  <a16:creationId xmlns:a16="http://schemas.microsoft.com/office/drawing/2014/main" id="{14A603FE-BE08-C424-64A9-0E924EE5FC6D}"/>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20">
              <a:extLst>
                <a:ext uri="{FF2B5EF4-FFF2-40B4-BE49-F238E27FC236}">
                  <a16:creationId xmlns:a16="http://schemas.microsoft.com/office/drawing/2014/main" id="{33CE812E-8F59-11F6-4C13-5762C73F0D4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21">
              <a:extLst>
                <a:ext uri="{FF2B5EF4-FFF2-40B4-BE49-F238E27FC236}">
                  <a16:creationId xmlns:a16="http://schemas.microsoft.com/office/drawing/2014/main" id="{A8229294-2AB1-6268-652A-1CBE607AF69C}"/>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22">
              <a:extLst>
                <a:ext uri="{FF2B5EF4-FFF2-40B4-BE49-F238E27FC236}">
                  <a16:creationId xmlns:a16="http://schemas.microsoft.com/office/drawing/2014/main" id="{B9D533DC-628A-32E7-914E-4AD89C5A6A19}"/>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23">
              <a:extLst>
                <a:ext uri="{FF2B5EF4-FFF2-40B4-BE49-F238E27FC236}">
                  <a16:creationId xmlns:a16="http://schemas.microsoft.com/office/drawing/2014/main" id="{F0F085CC-0DE1-72DA-3682-D50A66952C4A}"/>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24">
              <a:extLst>
                <a:ext uri="{FF2B5EF4-FFF2-40B4-BE49-F238E27FC236}">
                  <a16:creationId xmlns:a16="http://schemas.microsoft.com/office/drawing/2014/main" id="{E00DE56F-E1A6-DD90-17A5-EEC9962509C7}"/>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25">
              <a:extLst>
                <a:ext uri="{FF2B5EF4-FFF2-40B4-BE49-F238E27FC236}">
                  <a16:creationId xmlns:a16="http://schemas.microsoft.com/office/drawing/2014/main" id="{49B824A0-D694-4744-10BA-2E982412E2F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26">
              <a:extLst>
                <a:ext uri="{FF2B5EF4-FFF2-40B4-BE49-F238E27FC236}">
                  <a16:creationId xmlns:a16="http://schemas.microsoft.com/office/drawing/2014/main" id="{83A61B59-FE90-A11C-D735-C3BAF61AC26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27">
              <a:extLst>
                <a:ext uri="{FF2B5EF4-FFF2-40B4-BE49-F238E27FC236}">
                  <a16:creationId xmlns:a16="http://schemas.microsoft.com/office/drawing/2014/main" id="{D47DF6FD-34B0-0D56-0BDE-B22EA5ED12E2}"/>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28">
              <a:extLst>
                <a:ext uri="{FF2B5EF4-FFF2-40B4-BE49-F238E27FC236}">
                  <a16:creationId xmlns:a16="http://schemas.microsoft.com/office/drawing/2014/main" id="{86E8F644-7355-1C0E-B6FC-92C6AFC6F31D}"/>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29">
              <a:extLst>
                <a:ext uri="{FF2B5EF4-FFF2-40B4-BE49-F238E27FC236}">
                  <a16:creationId xmlns:a16="http://schemas.microsoft.com/office/drawing/2014/main" id="{2CC4D2A8-B68E-58F7-1A7A-8EBEFD08EA2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30">
              <a:extLst>
                <a:ext uri="{FF2B5EF4-FFF2-40B4-BE49-F238E27FC236}">
                  <a16:creationId xmlns:a16="http://schemas.microsoft.com/office/drawing/2014/main" id="{2271FB80-3481-DEFA-9BE6-6C89CF1D1CED}"/>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31">
              <a:extLst>
                <a:ext uri="{FF2B5EF4-FFF2-40B4-BE49-F238E27FC236}">
                  <a16:creationId xmlns:a16="http://schemas.microsoft.com/office/drawing/2014/main" id="{4A7036C8-A7A8-E08A-A67D-39009BB15B1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32">
              <a:extLst>
                <a:ext uri="{FF2B5EF4-FFF2-40B4-BE49-F238E27FC236}">
                  <a16:creationId xmlns:a16="http://schemas.microsoft.com/office/drawing/2014/main" id="{8366B2C4-5EEF-B3CC-7864-C39796F356AB}"/>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33">
              <a:extLst>
                <a:ext uri="{FF2B5EF4-FFF2-40B4-BE49-F238E27FC236}">
                  <a16:creationId xmlns:a16="http://schemas.microsoft.com/office/drawing/2014/main" id="{1737299A-9C0E-C49B-4CB5-31DBD789F600}"/>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34">
              <a:extLst>
                <a:ext uri="{FF2B5EF4-FFF2-40B4-BE49-F238E27FC236}">
                  <a16:creationId xmlns:a16="http://schemas.microsoft.com/office/drawing/2014/main" id="{62D29D56-AA16-8660-BBEA-F0EBC01C7222}"/>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35">
              <a:extLst>
                <a:ext uri="{FF2B5EF4-FFF2-40B4-BE49-F238E27FC236}">
                  <a16:creationId xmlns:a16="http://schemas.microsoft.com/office/drawing/2014/main" id="{9E03B824-A419-A929-D031-28306BF5BF5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36">
              <a:extLst>
                <a:ext uri="{FF2B5EF4-FFF2-40B4-BE49-F238E27FC236}">
                  <a16:creationId xmlns:a16="http://schemas.microsoft.com/office/drawing/2014/main" id="{24E9C893-1F7E-B445-EBD5-077B98E434C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37">
              <a:extLst>
                <a:ext uri="{FF2B5EF4-FFF2-40B4-BE49-F238E27FC236}">
                  <a16:creationId xmlns:a16="http://schemas.microsoft.com/office/drawing/2014/main" id="{2D10F5DF-A6DE-4543-5027-CE878CC1251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38">
              <a:extLst>
                <a:ext uri="{FF2B5EF4-FFF2-40B4-BE49-F238E27FC236}">
                  <a16:creationId xmlns:a16="http://schemas.microsoft.com/office/drawing/2014/main" id="{AA63A859-4DBE-D51F-AFB2-508F251AFF5D}"/>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39">
              <a:extLst>
                <a:ext uri="{FF2B5EF4-FFF2-40B4-BE49-F238E27FC236}">
                  <a16:creationId xmlns:a16="http://schemas.microsoft.com/office/drawing/2014/main" id="{1A41742D-3887-B967-10EE-60F0840B8D0B}"/>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40">
              <a:extLst>
                <a:ext uri="{FF2B5EF4-FFF2-40B4-BE49-F238E27FC236}">
                  <a16:creationId xmlns:a16="http://schemas.microsoft.com/office/drawing/2014/main" id="{A2B39ACF-E073-8909-F01C-4FFF6B2BD3D5}"/>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41">
              <a:extLst>
                <a:ext uri="{FF2B5EF4-FFF2-40B4-BE49-F238E27FC236}">
                  <a16:creationId xmlns:a16="http://schemas.microsoft.com/office/drawing/2014/main" id="{A12209A4-CC6E-CCFC-AF45-7FB171BCC22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42">
              <a:extLst>
                <a:ext uri="{FF2B5EF4-FFF2-40B4-BE49-F238E27FC236}">
                  <a16:creationId xmlns:a16="http://schemas.microsoft.com/office/drawing/2014/main" id="{9D0008A1-3493-9140-D096-C930919B1A4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43">
              <a:extLst>
                <a:ext uri="{FF2B5EF4-FFF2-40B4-BE49-F238E27FC236}">
                  <a16:creationId xmlns:a16="http://schemas.microsoft.com/office/drawing/2014/main" id="{C693A956-4B3F-18A6-B8D1-5F76D8EE05DA}"/>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44">
              <a:extLst>
                <a:ext uri="{FF2B5EF4-FFF2-40B4-BE49-F238E27FC236}">
                  <a16:creationId xmlns:a16="http://schemas.microsoft.com/office/drawing/2014/main" id="{2517360F-F38F-E015-C701-73600CEA116D}"/>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45">
              <a:extLst>
                <a:ext uri="{FF2B5EF4-FFF2-40B4-BE49-F238E27FC236}">
                  <a16:creationId xmlns:a16="http://schemas.microsoft.com/office/drawing/2014/main" id="{63FB0F32-F77F-3A8B-0F1F-11F79881D3D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46">
              <a:extLst>
                <a:ext uri="{FF2B5EF4-FFF2-40B4-BE49-F238E27FC236}">
                  <a16:creationId xmlns:a16="http://schemas.microsoft.com/office/drawing/2014/main" id="{9B6615AA-2E54-5570-E5B8-8DAACD54D7D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47">
              <a:extLst>
                <a:ext uri="{FF2B5EF4-FFF2-40B4-BE49-F238E27FC236}">
                  <a16:creationId xmlns:a16="http://schemas.microsoft.com/office/drawing/2014/main" id="{990C2E52-B30C-86F1-112F-610D44379243}"/>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48">
              <a:extLst>
                <a:ext uri="{FF2B5EF4-FFF2-40B4-BE49-F238E27FC236}">
                  <a16:creationId xmlns:a16="http://schemas.microsoft.com/office/drawing/2014/main" id="{7B1392F3-12A3-B3DB-8DC7-49A0C0CADB2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49">
              <a:extLst>
                <a:ext uri="{FF2B5EF4-FFF2-40B4-BE49-F238E27FC236}">
                  <a16:creationId xmlns:a16="http://schemas.microsoft.com/office/drawing/2014/main" id="{16B33310-409E-1E5C-0CB9-D4D15270C3C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50">
              <a:extLst>
                <a:ext uri="{FF2B5EF4-FFF2-40B4-BE49-F238E27FC236}">
                  <a16:creationId xmlns:a16="http://schemas.microsoft.com/office/drawing/2014/main" id="{4156195B-DEFE-C765-7BD8-AB3BA15EBF04}"/>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51">
              <a:extLst>
                <a:ext uri="{FF2B5EF4-FFF2-40B4-BE49-F238E27FC236}">
                  <a16:creationId xmlns:a16="http://schemas.microsoft.com/office/drawing/2014/main" id="{28B95581-F9DE-14A7-577F-D5FD15FF6FD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52">
              <a:extLst>
                <a:ext uri="{FF2B5EF4-FFF2-40B4-BE49-F238E27FC236}">
                  <a16:creationId xmlns:a16="http://schemas.microsoft.com/office/drawing/2014/main" id="{3ECF342E-59DB-5778-3613-04DD93930D9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53">
              <a:extLst>
                <a:ext uri="{FF2B5EF4-FFF2-40B4-BE49-F238E27FC236}">
                  <a16:creationId xmlns:a16="http://schemas.microsoft.com/office/drawing/2014/main" id="{1B3F3DAD-906E-76F7-FEE6-EBF1E25E04F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54">
              <a:extLst>
                <a:ext uri="{FF2B5EF4-FFF2-40B4-BE49-F238E27FC236}">
                  <a16:creationId xmlns:a16="http://schemas.microsoft.com/office/drawing/2014/main" id="{7D2224C6-1123-2153-65B3-ED38387B0C99}"/>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55">
              <a:extLst>
                <a:ext uri="{FF2B5EF4-FFF2-40B4-BE49-F238E27FC236}">
                  <a16:creationId xmlns:a16="http://schemas.microsoft.com/office/drawing/2014/main" id="{7BC30A40-F4DC-B525-FEA8-EDC6B70C24D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56">
              <a:extLst>
                <a:ext uri="{FF2B5EF4-FFF2-40B4-BE49-F238E27FC236}">
                  <a16:creationId xmlns:a16="http://schemas.microsoft.com/office/drawing/2014/main" id="{A59834D7-D561-8A72-B5C8-650C1D6728A7}"/>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57">
              <a:extLst>
                <a:ext uri="{FF2B5EF4-FFF2-40B4-BE49-F238E27FC236}">
                  <a16:creationId xmlns:a16="http://schemas.microsoft.com/office/drawing/2014/main" id="{FEC8C72D-1C6E-E1EF-DC45-4F70005E170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58">
              <a:extLst>
                <a:ext uri="{FF2B5EF4-FFF2-40B4-BE49-F238E27FC236}">
                  <a16:creationId xmlns:a16="http://schemas.microsoft.com/office/drawing/2014/main" id="{FF9E5CAA-A48B-0DA3-BA05-565A1D09FFA6}"/>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59">
              <a:extLst>
                <a:ext uri="{FF2B5EF4-FFF2-40B4-BE49-F238E27FC236}">
                  <a16:creationId xmlns:a16="http://schemas.microsoft.com/office/drawing/2014/main" id="{669662BB-BC4D-741A-BD54-08BC67D63B9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60">
              <a:extLst>
                <a:ext uri="{FF2B5EF4-FFF2-40B4-BE49-F238E27FC236}">
                  <a16:creationId xmlns:a16="http://schemas.microsoft.com/office/drawing/2014/main" id="{41E0FAAA-A041-514E-CDA4-36D72BFE240E}"/>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61">
              <a:extLst>
                <a:ext uri="{FF2B5EF4-FFF2-40B4-BE49-F238E27FC236}">
                  <a16:creationId xmlns:a16="http://schemas.microsoft.com/office/drawing/2014/main" id="{BD775213-0D7A-FFFA-C99C-22EAD4D22EA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62">
              <a:extLst>
                <a:ext uri="{FF2B5EF4-FFF2-40B4-BE49-F238E27FC236}">
                  <a16:creationId xmlns:a16="http://schemas.microsoft.com/office/drawing/2014/main" id="{C05D14A5-BB11-6CA5-7983-064ECFAC8EDF}"/>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63">
              <a:extLst>
                <a:ext uri="{FF2B5EF4-FFF2-40B4-BE49-F238E27FC236}">
                  <a16:creationId xmlns:a16="http://schemas.microsoft.com/office/drawing/2014/main" id="{230FF5FE-D5A1-4D66-EE32-D6BAB3CEA779}"/>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64">
              <a:extLst>
                <a:ext uri="{FF2B5EF4-FFF2-40B4-BE49-F238E27FC236}">
                  <a16:creationId xmlns:a16="http://schemas.microsoft.com/office/drawing/2014/main" id="{13D83DBA-AC33-8DE4-C8B7-544110157552}"/>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65">
              <a:extLst>
                <a:ext uri="{FF2B5EF4-FFF2-40B4-BE49-F238E27FC236}">
                  <a16:creationId xmlns:a16="http://schemas.microsoft.com/office/drawing/2014/main" id="{80597FAD-5613-EEC3-1EAF-3AF27D45BB78}"/>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66">
              <a:extLst>
                <a:ext uri="{FF2B5EF4-FFF2-40B4-BE49-F238E27FC236}">
                  <a16:creationId xmlns:a16="http://schemas.microsoft.com/office/drawing/2014/main" id="{6490ABD1-1401-263C-9C0A-1E22C94A577E}"/>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67">
              <a:extLst>
                <a:ext uri="{FF2B5EF4-FFF2-40B4-BE49-F238E27FC236}">
                  <a16:creationId xmlns:a16="http://schemas.microsoft.com/office/drawing/2014/main" id="{BD119B05-CE5A-E7AB-6937-6C3FE41770B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68">
              <a:extLst>
                <a:ext uri="{FF2B5EF4-FFF2-40B4-BE49-F238E27FC236}">
                  <a16:creationId xmlns:a16="http://schemas.microsoft.com/office/drawing/2014/main" id="{8395EEEC-1F05-0552-18AF-F0096D99FEC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69">
              <a:extLst>
                <a:ext uri="{FF2B5EF4-FFF2-40B4-BE49-F238E27FC236}">
                  <a16:creationId xmlns:a16="http://schemas.microsoft.com/office/drawing/2014/main" id="{E6D23A86-429A-EA70-EF36-C057A8346697}"/>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70">
              <a:extLst>
                <a:ext uri="{FF2B5EF4-FFF2-40B4-BE49-F238E27FC236}">
                  <a16:creationId xmlns:a16="http://schemas.microsoft.com/office/drawing/2014/main" id="{811E8166-A89F-CDC7-179F-8A275A3C1D53}"/>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71">
              <a:extLst>
                <a:ext uri="{FF2B5EF4-FFF2-40B4-BE49-F238E27FC236}">
                  <a16:creationId xmlns:a16="http://schemas.microsoft.com/office/drawing/2014/main" id="{7EB1C337-92E5-1A65-49DA-0D78B7CCACC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72">
              <a:extLst>
                <a:ext uri="{FF2B5EF4-FFF2-40B4-BE49-F238E27FC236}">
                  <a16:creationId xmlns:a16="http://schemas.microsoft.com/office/drawing/2014/main" id="{D8177DE2-F43D-0DD8-2887-3D296321D15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73">
              <a:extLst>
                <a:ext uri="{FF2B5EF4-FFF2-40B4-BE49-F238E27FC236}">
                  <a16:creationId xmlns:a16="http://schemas.microsoft.com/office/drawing/2014/main" id="{E2D1FDF7-ACA0-3ABC-1EA3-FEF4CF71ED18}"/>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0" name="Groupe 194">
            <a:extLst>
              <a:ext uri="{FF2B5EF4-FFF2-40B4-BE49-F238E27FC236}">
                <a16:creationId xmlns:a16="http://schemas.microsoft.com/office/drawing/2014/main" id="{D2CF2E28-7E41-9075-1D83-BA2424073B56}"/>
              </a:ext>
            </a:extLst>
          </p:cNvPr>
          <p:cNvGrpSpPr/>
          <p:nvPr/>
        </p:nvGrpSpPr>
        <p:grpSpPr>
          <a:xfrm>
            <a:off x="4689381" y="4212748"/>
            <a:ext cx="944598" cy="848124"/>
            <a:chOff x="5247267" y="8072371"/>
            <a:chExt cx="817082" cy="733631"/>
          </a:xfrm>
        </p:grpSpPr>
        <p:grpSp>
          <p:nvGrpSpPr>
            <p:cNvPr id="131" name="Groupe 195">
              <a:extLst>
                <a:ext uri="{FF2B5EF4-FFF2-40B4-BE49-F238E27FC236}">
                  <a16:creationId xmlns:a16="http://schemas.microsoft.com/office/drawing/2014/main" id="{7C9AFDAD-C023-2C6E-2D9A-66AA7D0812E4}"/>
                </a:ext>
              </a:extLst>
            </p:cNvPr>
            <p:cNvGrpSpPr/>
            <p:nvPr/>
          </p:nvGrpSpPr>
          <p:grpSpPr>
            <a:xfrm>
              <a:off x="5247267" y="8117813"/>
              <a:ext cx="817082" cy="688189"/>
              <a:chOff x="3890963" y="2438774"/>
              <a:chExt cx="1085661" cy="914400"/>
            </a:xfrm>
          </p:grpSpPr>
          <p:pic>
            <p:nvPicPr>
              <p:cNvPr id="133" name="Graphique 197" descr="Culturiste avec un remplissage uni">
                <a:extLst>
                  <a:ext uri="{FF2B5EF4-FFF2-40B4-BE49-F238E27FC236}">
                    <a16:creationId xmlns:a16="http://schemas.microsoft.com/office/drawing/2014/main" id="{97E55981-771A-1B4F-5CDC-C29B1BE9B7E6}"/>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981356" y="2438774"/>
                <a:ext cx="914400" cy="914400"/>
              </a:xfrm>
              <a:prstGeom prst="rect">
                <a:avLst/>
              </a:prstGeom>
            </p:spPr>
          </p:pic>
          <p:sp>
            <p:nvSpPr>
              <p:cNvPr id="134" name="Rectangle 198">
                <a:extLst>
                  <a:ext uri="{FF2B5EF4-FFF2-40B4-BE49-F238E27FC236}">
                    <a16:creationId xmlns:a16="http://schemas.microsoft.com/office/drawing/2014/main" id="{6DC859A9-38E0-F0CC-AEB2-750BC39EB71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99">
                <a:extLst>
                  <a:ext uri="{FF2B5EF4-FFF2-40B4-BE49-F238E27FC236}">
                    <a16:creationId xmlns:a16="http://schemas.microsoft.com/office/drawing/2014/main" id="{5727CC43-BB93-3296-F533-AADB36BF798B}"/>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2" name="Rectangle 196">
              <a:extLst>
                <a:ext uri="{FF2B5EF4-FFF2-40B4-BE49-F238E27FC236}">
                  <a16:creationId xmlns:a16="http://schemas.microsoft.com/office/drawing/2014/main" id="{654FA93B-0559-2219-9CCF-1584F9D563BF}"/>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6" name="Groupe 200">
            <a:extLst>
              <a:ext uri="{FF2B5EF4-FFF2-40B4-BE49-F238E27FC236}">
                <a16:creationId xmlns:a16="http://schemas.microsoft.com/office/drawing/2014/main" id="{ACFCC49F-2590-2019-0612-620415CB18C4}"/>
              </a:ext>
            </a:extLst>
          </p:cNvPr>
          <p:cNvGrpSpPr/>
          <p:nvPr/>
        </p:nvGrpSpPr>
        <p:grpSpPr>
          <a:xfrm flipH="1">
            <a:off x="3862516" y="4970514"/>
            <a:ext cx="433916" cy="870081"/>
            <a:chOff x="5134003" y="2196472"/>
            <a:chExt cx="563254" cy="1156702"/>
          </a:xfrm>
        </p:grpSpPr>
        <p:pic>
          <p:nvPicPr>
            <p:cNvPr id="137" name="Graphique 201" descr="Réussite du groupe avec un remplissage uni">
              <a:extLst>
                <a:ext uri="{FF2B5EF4-FFF2-40B4-BE49-F238E27FC236}">
                  <a16:creationId xmlns:a16="http://schemas.microsoft.com/office/drawing/2014/main" id="{6DE0281D-052C-FAB1-E352-83E574578A91}"/>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977" t="13713" r="6403" b="17430"/>
            <a:stretch/>
          </p:blipFill>
          <p:spPr>
            <a:xfrm>
              <a:off x="5300474" y="2196472"/>
              <a:ext cx="396783" cy="1156702"/>
            </a:xfrm>
            <a:prstGeom prst="rect">
              <a:avLst/>
            </a:prstGeom>
          </p:spPr>
        </p:pic>
        <p:sp>
          <p:nvSpPr>
            <p:cNvPr id="138" name="Rectangle 202">
              <a:extLst>
                <a:ext uri="{FF2B5EF4-FFF2-40B4-BE49-F238E27FC236}">
                  <a16:creationId xmlns:a16="http://schemas.microsoft.com/office/drawing/2014/main" id="{E9496A2D-ACC6-2602-6A12-B10725CB106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9" name="Groupe 203">
            <a:extLst>
              <a:ext uri="{FF2B5EF4-FFF2-40B4-BE49-F238E27FC236}">
                <a16:creationId xmlns:a16="http://schemas.microsoft.com/office/drawing/2014/main" id="{CF26DE29-0D9C-BC2F-503C-6927EE7195AC}"/>
              </a:ext>
            </a:extLst>
          </p:cNvPr>
          <p:cNvGrpSpPr/>
          <p:nvPr/>
        </p:nvGrpSpPr>
        <p:grpSpPr>
          <a:xfrm flipH="1">
            <a:off x="5918661" y="3527340"/>
            <a:ext cx="371891" cy="757389"/>
            <a:chOff x="5134003" y="2196472"/>
            <a:chExt cx="563254" cy="1156702"/>
          </a:xfrm>
        </p:grpSpPr>
        <p:pic>
          <p:nvPicPr>
            <p:cNvPr id="140" name="Graphique 204" descr="Réussite du groupe avec un remplissage uni">
              <a:extLst>
                <a:ext uri="{FF2B5EF4-FFF2-40B4-BE49-F238E27FC236}">
                  <a16:creationId xmlns:a16="http://schemas.microsoft.com/office/drawing/2014/main" id="{63D793D0-2B6E-4EDE-DC0E-5C22B51EA982}"/>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977" t="13713" r="6403" b="17430"/>
            <a:stretch/>
          </p:blipFill>
          <p:spPr>
            <a:xfrm>
              <a:off x="5300474" y="2196472"/>
              <a:ext cx="396783" cy="1156702"/>
            </a:xfrm>
            <a:prstGeom prst="rect">
              <a:avLst/>
            </a:prstGeom>
          </p:spPr>
        </p:pic>
        <p:sp>
          <p:nvSpPr>
            <p:cNvPr id="141" name="Rectangle 205">
              <a:extLst>
                <a:ext uri="{FF2B5EF4-FFF2-40B4-BE49-F238E27FC236}">
                  <a16:creationId xmlns:a16="http://schemas.microsoft.com/office/drawing/2014/main" id="{AC06D115-C71F-B997-9E24-FD63704B3AD7}"/>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2" name="Graphique 8" descr="Mur de briques en construction avec un remplissage uni">
            <a:extLst>
              <a:ext uri="{FF2B5EF4-FFF2-40B4-BE49-F238E27FC236}">
                <a16:creationId xmlns:a16="http://schemas.microsoft.com/office/drawing/2014/main" id="{11BFAECD-5C79-8435-D41F-E75939417814}"/>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7909757" y="5638765"/>
            <a:ext cx="678523" cy="686587"/>
          </a:xfrm>
          <a:prstGeom prst="rect">
            <a:avLst/>
          </a:prstGeom>
        </p:spPr>
      </p:pic>
      <p:pic>
        <p:nvPicPr>
          <p:cNvPr id="143" name="Graphique 248" descr="Mur de briques en construction avec un remplissage uni">
            <a:extLst>
              <a:ext uri="{FF2B5EF4-FFF2-40B4-BE49-F238E27FC236}">
                <a16:creationId xmlns:a16="http://schemas.microsoft.com/office/drawing/2014/main" id="{4962277E-4851-3649-CE9E-4EDF0B9F4426}"/>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869882" y="4603429"/>
            <a:ext cx="678523" cy="686587"/>
          </a:xfrm>
          <a:prstGeom prst="rect">
            <a:avLst/>
          </a:prstGeom>
        </p:spPr>
      </p:pic>
      <p:sp>
        <p:nvSpPr>
          <p:cNvPr id="144" name="Rectangle 2">
            <a:extLst>
              <a:ext uri="{FF2B5EF4-FFF2-40B4-BE49-F238E27FC236}">
                <a16:creationId xmlns:a16="http://schemas.microsoft.com/office/drawing/2014/main" id="{8E439821-F18F-6062-9541-F47E8F337B2A}"/>
              </a:ext>
            </a:extLst>
          </p:cNvPr>
          <p:cNvSpPr/>
          <p:nvPr/>
        </p:nvSpPr>
        <p:spPr>
          <a:xfrm>
            <a:off x="3252179" y="3133605"/>
            <a:ext cx="1497384"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Alice - </a:t>
            </a:r>
            <a:r>
              <a:rPr lang="en-US" sz="1100" dirty="0">
                <a:solidFill>
                  <a:schemeClr val="tx1"/>
                </a:solidFill>
              </a:rPr>
              <a:t>Peut user de son influence auprès des cadres supérieurs</a:t>
            </a:r>
          </a:p>
        </p:txBody>
      </p:sp>
      <p:sp>
        <p:nvSpPr>
          <p:cNvPr id="145" name="Rectangle 176">
            <a:extLst>
              <a:ext uri="{FF2B5EF4-FFF2-40B4-BE49-F238E27FC236}">
                <a16:creationId xmlns:a16="http://schemas.microsoft.com/office/drawing/2014/main" id="{A8B881CC-529D-F497-33C6-ADE4480B2D63}"/>
              </a:ext>
            </a:extLst>
          </p:cNvPr>
          <p:cNvSpPr/>
          <p:nvPr/>
        </p:nvSpPr>
        <p:spPr>
          <a:xfrm>
            <a:off x="3280835" y="4089532"/>
            <a:ext cx="131252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Charlie - </a:t>
            </a:r>
            <a:r>
              <a:rPr lang="en-US" sz="1050" dirty="0">
                <a:solidFill>
                  <a:schemeClr val="tx1"/>
                </a:solidFill>
              </a:rPr>
              <a:t>Peut partager sur les nouvelles méthodes d'apprentissage</a:t>
            </a:r>
          </a:p>
        </p:txBody>
      </p:sp>
      <p:sp>
        <p:nvSpPr>
          <p:cNvPr id="146" name="Rectangle 177">
            <a:extLst>
              <a:ext uri="{FF2B5EF4-FFF2-40B4-BE49-F238E27FC236}">
                <a16:creationId xmlns:a16="http://schemas.microsoft.com/office/drawing/2014/main" id="{724A418B-5059-164D-41A6-7FE63A4905B5}"/>
              </a:ext>
            </a:extLst>
          </p:cNvPr>
          <p:cNvSpPr/>
          <p:nvPr/>
        </p:nvSpPr>
        <p:spPr>
          <a:xfrm>
            <a:off x="6146777" y="5242218"/>
            <a:ext cx="954777"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Gary - </a:t>
            </a:r>
            <a:r>
              <a:rPr lang="en-US" sz="1200" dirty="0">
                <a:solidFill>
                  <a:schemeClr val="tx1"/>
                </a:solidFill>
              </a:rPr>
              <a:t>Peut obtenir un budget supplémentaire </a:t>
            </a:r>
          </a:p>
        </p:txBody>
      </p:sp>
      <p:sp>
        <p:nvSpPr>
          <p:cNvPr id="147" name="Rectangle 206">
            <a:extLst>
              <a:ext uri="{FF2B5EF4-FFF2-40B4-BE49-F238E27FC236}">
                <a16:creationId xmlns:a16="http://schemas.microsoft.com/office/drawing/2014/main" id="{91865901-C4CF-7F60-F06D-92150F21578B}"/>
              </a:ext>
            </a:extLst>
          </p:cNvPr>
          <p:cNvSpPr/>
          <p:nvPr/>
        </p:nvSpPr>
        <p:spPr>
          <a:xfrm>
            <a:off x="6045429" y="2695698"/>
            <a:ext cx="1174079"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Bob </a:t>
            </a:r>
            <a:r>
              <a:rPr lang="en-US" sz="1050" dirty="0">
                <a:solidFill>
                  <a:schemeClr val="tx1"/>
                </a:solidFill>
              </a:rPr>
              <a:t>- Peut organiser les horaires du personnel</a:t>
            </a:r>
          </a:p>
        </p:txBody>
      </p:sp>
      <p:sp>
        <p:nvSpPr>
          <p:cNvPr id="148" name="Rectangle 207">
            <a:extLst>
              <a:ext uri="{FF2B5EF4-FFF2-40B4-BE49-F238E27FC236}">
                <a16:creationId xmlns:a16="http://schemas.microsoft.com/office/drawing/2014/main" id="{71AAB50D-D527-9216-1E5E-2C769BEF5B17}"/>
              </a:ext>
            </a:extLst>
          </p:cNvPr>
          <p:cNvSpPr/>
          <p:nvPr/>
        </p:nvSpPr>
        <p:spPr>
          <a:xfrm>
            <a:off x="5184261" y="4542650"/>
            <a:ext cx="1425447"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Erin - </a:t>
            </a:r>
            <a:r>
              <a:rPr lang="en-US" sz="1000" dirty="0">
                <a:solidFill>
                  <a:schemeClr val="tx1"/>
                </a:solidFill>
              </a:rPr>
              <a:t>Peut optimiser les coûts pour les fournisseurs d'apprentissage</a:t>
            </a:r>
          </a:p>
        </p:txBody>
      </p:sp>
      <p:sp>
        <p:nvSpPr>
          <p:cNvPr id="149" name="Rectangle 208">
            <a:extLst>
              <a:ext uri="{FF2B5EF4-FFF2-40B4-BE49-F238E27FC236}">
                <a16:creationId xmlns:a16="http://schemas.microsoft.com/office/drawing/2014/main" id="{5B96AB65-3FF6-DF6E-C672-9B94A47B0588}"/>
              </a:ext>
            </a:extLst>
          </p:cNvPr>
          <p:cNvSpPr/>
          <p:nvPr/>
        </p:nvSpPr>
        <p:spPr>
          <a:xfrm>
            <a:off x="6111048" y="3681303"/>
            <a:ext cx="1358711" cy="6626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Donna - </a:t>
            </a:r>
            <a:r>
              <a:rPr lang="en-US" sz="1100" dirty="0">
                <a:solidFill>
                  <a:schemeClr val="tx1"/>
                </a:solidFill>
              </a:rPr>
              <a:t>Peut évaluer et amorcer des plates-formes d'apprentissage </a:t>
            </a:r>
          </a:p>
        </p:txBody>
      </p:sp>
      <p:sp>
        <p:nvSpPr>
          <p:cNvPr id="150" name="Rectangle 209">
            <a:extLst>
              <a:ext uri="{FF2B5EF4-FFF2-40B4-BE49-F238E27FC236}">
                <a16:creationId xmlns:a16="http://schemas.microsoft.com/office/drawing/2014/main" id="{F788770E-9301-2649-7094-44601F10BD1A}"/>
              </a:ext>
            </a:extLst>
          </p:cNvPr>
          <p:cNvSpPr/>
          <p:nvPr/>
        </p:nvSpPr>
        <p:spPr>
          <a:xfrm>
            <a:off x="3793860" y="5405554"/>
            <a:ext cx="1182376" cy="87008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Francis - </a:t>
            </a:r>
            <a:r>
              <a:rPr lang="en-US" sz="1000" dirty="0">
                <a:solidFill>
                  <a:schemeClr val="tx1"/>
                </a:solidFill>
              </a:rPr>
              <a:t>Peut encadrer les communautés d'apprentissage pour obtenir de meilleurs résultats</a:t>
            </a:r>
          </a:p>
        </p:txBody>
      </p:sp>
      <p:sp>
        <p:nvSpPr>
          <p:cNvPr id="151" name="Rectangle 210">
            <a:extLst>
              <a:ext uri="{FF2B5EF4-FFF2-40B4-BE49-F238E27FC236}">
                <a16:creationId xmlns:a16="http://schemas.microsoft.com/office/drawing/2014/main" id="{FD922A47-02D8-054A-4E77-AD3056FE25B9}"/>
              </a:ext>
            </a:extLst>
          </p:cNvPr>
          <p:cNvSpPr/>
          <p:nvPr/>
        </p:nvSpPr>
        <p:spPr>
          <a:xfrm>
            <a:off x="8251819" y="4976833"/>
            <a:ext cx="1493229"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Alice + Bob + Francis</a:t>
            </a:r>
          </a:p>
          <a:p>
            <a:pPr algn="ctr"/>
            <a:r>
              <a:rPr lang="en-US" sz="900" dirty="0">
                <a:solidFill>
                  <a:schemeClr val="tx1"/>
                </a:solidFill>
              </a:rPr>
              <a:t>Trouver les meilleures pratiques pour optimiser les opérations d'apprentissage </a:t>
            </a:r>
          </a:p>
        </p:txBody>
      </p:sp>
      <p:sp>
        <p:nvSpPr>
          <p:cNvPr id="152" name="Rectangle 211">
            <a:extLst>
              <a:ext uri="{FF2B5EF4-FFF2-40B4-BE49-F238E27FC236}">
                <a16:creationId xmlns:a16="http://schemas.microsoft.com/office/drawing/2014/main" id="{85DB2762-232A-EB14-C6EB-9DFAE7DC6D1B}"/>
              </a:ext>
            </a:extLst>
          </p:cNvPr>
          <p:cNvSpPr/>
          <p:nvPr/>
        </p:nvSpPr>
        <p:spPr>
          <a:xfrm>
            <a:off x="8191814" y="5941421"/>
            <a:ext cx="1671487" cy="7326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Gary + Alice + Erin </a:t>
            </a:r>
            <a:r>
              <a:rPr lang="en-US" sz="1200" dirty="0">
                <a:solidFill>
                  <a:schemeClr val="tx1"/>
                </a:solidFill>
              </a:rPr>
              <a:t>:</a:t>
            </a:r>
          </a:p>
          <a:p>
            <a:pPr algn="ctr"/>
            <a:r>
              <a:rPr lang="en-US" sz="1000" dirty="0">
                <a:solidFill>
                  <a:schemeClr val="tx1"/>
                </a:solidFill>
              </a:rPr>
              <a:t>Créer une analyse de rentabilité de l'apprentissage à présenter aux autres cadres.</a:t>
            </a:r>
          </a:p>
        </p:txBody>
      </p:sp>
      <p:sp>
        <p:nvSpPr>
          <p:cNvPr id="153" name="Rectangle 212">
            <a:extLst>
              <a:ext uri="{FF2B5EF4-FFF2-40B4-BE49-F238E27FC236}">
                <a16:creationId xmlns:a16="http://schemas.microsoft.com/office/drawing/2014/main" id="{2F569E41-FF31-372A-024C-A9461C867577}"/>
              </a:ext>
            </a:extLst>
          </p:cNvPr>
          <p:cNvSpPr/>
          <p:nvPr/>
        </p:nvSpPr>
        <p:spPr>
          <a:xfrm>
            <a:off x="10298571" y="6073442"/>
            <a:ext cx="1518562"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Montrer une forte cohérence avec le modèle économique de l'entreprise</a:t>
            </a:r>
          </a:p>
        </p:txBody>
      </p:sp>
      <p:sp>
        <p:nvSpPr>
          <p:cNvPr id="154" name="Rectangle 213">
            <a:extLst>
              <a:ext uri="{FF2B5EF4-FFF2-40B4-BE49-F238E27FC236}">
                <a16:creationId xmlns:a16="http://schemas.microsoft.com/office/drawing/2014/main" id="{94279BBE-3133-D938-32FE-5C26D5F5480E}"/>
              </a:ext>
            </a:extLst>
          </p:cNvPr>
          <p:cNvSpPr/>
          <p:nvPr/>
        </p:nvSpPr>
        <p:spPr>
          <a:xfrm>
            <a:off x="10295839" y="4592510"/>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Changer durablement la culture de l'apprentissage dans l'entreprise</a:t>
            </a:r>
          </a:p>
        </p:txBody>
      </p:sp>
      <p:sp>
        <p:nvSpPr>
          <p:cNvPr id="155" name="Rectangle 214">
            <a:extLst>
              <a:ext uri="{FF2B5EF4-FFF2-40B4-BE49-F238E27FC236}">
                <a16:creationId xmlns:a16="http://schemas.microsoft.com/office/drawing/2014/main" id="{C5E6FFAE-195A-7C5D-3D42-7F32B55471D6}"/>
              </a:ext>
            </a:extLst>
          </p:cNvPr>
          <p:cNvSpPr/>
          <p:nvPr/>
        </p:nvSpPr>
        <p:spPr>
          <a:xfrm>
            <a:off x="8190629" y="3633946"/>
            <a:ext cx="1592607"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Donna + Erin + Charlie : </a:t>
            </a:r>
            <a:r>
              <a:rPr lang="en-US" sz="1100" dirty="0">
                <a:solidFill>
                  <a:schemeClr val="tx1"/>
                </a:solidFill>
              </a:rPr>
              <a:t>Recherche combinée de solutions innovantes</a:t>
            </a:r>
          </a:p>
        </p:txBody>
      </p:sp>
      <p:sp>
        <p:nvSpPr>
          <p:cNvPr id="156" name="Rectangle 215">
            <a:extLst>
              <a:ext uri="{FF2B5EF4-FFF2-40B4-BE49-F238E27FC236}">
                <a16:creationId xmlns:a16="http://schemas.microsoft.com/office/drawing/2014/main" id="{0C13209B-913B-B7AD-F245-BE13A9CCFC8A}"/>
              </a:ext>
            </a:extLst>
          </p:cNvPr>
          <p:cNvSpPr/>
          <p:nvPr/>
        </p:nvSpPr>
        <p:spPr>
          <a:xfrm>
            <a:off x="10299530" y="5321682"/>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Couvrir plusieurs équipes et communautés au cours d'une même année</a:t>
            </a:r>
          </a:p>
        </p:txBody>
      </p:sp>
      <p:sp>
        <p:nvSpPr>
          <p:cNvPr id="158" name="Segnaposto contenuto 2">
            <a:extLst>
              <a:ext uri="{FF2B5EF4-FFF2-40B4-BE49-F238E27FC236}">
                <a16:creationId xmlns:a16="http://schemas.microsoft.com/office/drawing/2014/main" id="{60552458-892E-3F34-9337-4229E8A32160}"/>
              </a:ext>
            </a:extLst>
          </p:cNvPr>
          <p:cNvSpPr>
            <a:spLocks noGrp="1"/>
          </p:cNvSpPr>
          <p:nvPr>
            <p:ph idx="1"/>
          </p:nvPr>
        </p:nvSpPr>
        <p:spPr>
          <a:xfrm>
            <a:off x="380935" y="3717827"/>
            <a:ext cx="2731568" cy="2844799"/>
          </a:xfrm>
        </p:spPr>
        <p:txBody>
          <a:bodyPr>
            <a:normAutofit lnSpcReduction="10000"/>
          </a:bodyPr>
          <a:lstStyle/>
          <a:p>
            <a:pPr marL="0" indent="0">
              <a:buNone/>
            </a:pPr>
            <a:r>
              <a:rPr lang="en-US" sz="1400" dirty="0"/>
              <a:t>Votre équipe comprend</a:t>
            </a:r>
          </a:p>
          <a:p>
            <a:pPr marL="0" indent="0">
              <a:buNone/>
            </a:pPr>
            <a:r>
              <a:rPr lang="en-US" sz="1400" dirty="0"/>
              <a:t>Alice - Vous-même</a:t>
            </a:r>
          </a:p>
          <a:p>
            <a:pPr marL="0" indent="0">
              <a:buNone/>
            </a:pPr>
            <a:r>
              <a:rPr lang="en-US" sz="1400" dirty="0"/>
              <a:t>Bob - Directeur du personnel</a:t>
            </a:r>
          </a:p>
          <a:p>
            <a:pPr marL="0" indent="0">
              <a:buNone/>
            </a:pPr>
            <a:r>
              <a:rPr lang="en-US" sz="1400" dirty="0"/>
              <a:t>Charlie - Expert en apprentissage</a:t>
            </a:r>
          </a:p>
          <a:p>
            <a:pPr marL="0" indent="0">
              <a:buNone/>
            </a:pPr>
            <a:r>
              <a:rPr lang="en-US" sz="1400" dirty="0"/>
              <a:t>Donna - Experte en plateformes</a:t>
            </a:r>
          </a:p>
          <a:p>
            <a:pPr marL="0" indent="0">
              <a:buNone/>
            </a:pPr>
            <a:r>
              <a:rPr lang="en-US" sz="1400" dirty="0"/>
              <a:t>Erin - Responsable des fournisseurs de formation</a:t>
            </a:r>
          </a:p>
          <a:p>
            <a:pPr marL="0" indent="0">
              <a:buNone/>
            </a:pPr>
            <a:r>
              <a:rPr lang="en-US" sz="1400" dirty="0"/>
              <a:t>Francis - Expert en construction communautaire</a:t>
            </a:r>
          </a:p>
          <a:p>
            <a:pPr marL="0" indent="0">
              <a:buNone/>
            </a:pPr>
            <a:r>
              <a:rPr lang="en-US" sz="1400" dirty="0"/>
              <a:t>Gary - Responsable du budget</a:t>
            </a:r>
          </a:p>
          <a:p>
            <a:pPr marL="0" indent="0">
              <a:buNone/>
            </a:pPr>
            <a:endParaRPr lang="en-US" sz="1400" dirty="0"/>
          </a:p>
          <a:p>
            <a:pPr marL="0" indent="0">
              <a:buNone/>
            </a:pPr>
            <a:endParaRPr lang="en-US" sz="1200" dirty="0"/>
          </a:p>
        </p:txBody>
      </p:sp>
    </p:spTree>
    <p:extLst>
      <p:ext uri="{BB962C8B-B14F-4D97-AF65-F5344CB8AC3E}">
        <p14:creationId xmlns:p14="http://schemas.microsoft.com/office/powerpoint/2010/main" val="26066119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2800" dirty="0"/>
              <a:t>Cas d'utilisation 1 </a:t>
            </a:r>
            <a:br>
              <a:rPr lang="en-US" sz="2800" dirty="0"/>
            </a:br>
            <a:r>
              <a:rPr lang="en-US" sz="2800" dirty="0"/>
              <a:t>Un projet de transformation de l'entreprise sur l'apprentissage</a:t>
            </a:r>
          </a:p>
        </p:txBody>
      </p:sp>
      <p:sp>
        <p:nvSpPr>
          <p:cNvPr id="11" name="Flèche : droite 4">
            <a:extLst>
              <a:ext uri="{FF2B5EF4-FFF2-40B4-BE49-F238E27FC236}">
                <a16:creationId xmlns:a16="http://schemas.microsoft.com/office/drawing/2014/main" id="{D685F454-8AF5-8E9D-CE15-22DE00B91CAE}"/>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TROP TARD</a:t>
            </a:r>
          </a:p>
          <a:p>
            <a:pPr algn="ctr"/>
            <a:endParaRPr lang="en-US" dirty="0">
              <a:solidFill>
                <a:schemeClr val="tx1"/>
              </a:solidFill>
            </a:endParaRPr>
          </a:p>
          <a:p>
            <a:pPr algn="ctr"/>
            <a:r>
              <a:rPr lang="en-US" sz="1100" dirty="0" err="1">
                <a:solidFill>
                  <a:schemeClr val="tx1"/>
                </a:solidFill>
              </a:rPr>
              <a:t>Décrivez</a:t>
            </a:r>
            <a:r>
              <a:rPr lang="en-US" sz="1100" dirty="0">
                <a:solidFill>
                  <a:schemeClr val="tx1"/>
                </a:solidFill>
              </a:rPr>
              <a:t> des </a:t>
            </a:r>
            <a:r>
              <a:rPr lang="en-US" sz="1100" dirty="0" err="1">
                <a:solidFill>
                  <a:schemeClr val="tx1"/>
                </a:solidFill>
              </a:rPr>
              <a:t>exemples</a:t>
            </a:r>
            <a:r>
              <a:rPr lang="en-US" sz="1100" dirty="0">
                <a:solidFill>
                  <a:schemeClr val="tx1"/>
                </a:solidFill>
              </a:rPr>
              <a:t> de moments </a:t>
            </a:r>
            <a:r>
              <a:rPr lang="en-US" sz="1100" dirty="0" err="1">
                <a:solidFill>
                  <a:schemeClr val="tx1"/>
                </a:solidFill>
              </a:rPr>
              <a:t>où</a:t>
            </a:r>
            <a:r>
              <a:rPr lang="en-US" sz="1100" dirty="0">
                <a:solidFill>
                  <a:schemeClr val="tx1"/>
                </a:solidFill>
              </a:rPr>
              <a:t> il </a:t>
            </a:r>
            <a:r>
              <a:rPr lang="en-US" sz="1100" dirty="0" err="1">
                <a:solidFill>
                  <a:schemeClr val="tx1"/>
                </a:solidFill>
              </a:rPr>
              <a:t>serait</a:t>
            </a:r>
            <a:r>
              <a:rPr lang="en-US" sz="1100" dirty="0">
                <a:solidFill>
                  <a:schemeClr val="tx1"/>
                </a:solidFill>
              </a:rPr>
              <a:t> trop tard pour lancer le </a:t>
            </a:r>
            <a:r>
              <a:rPr lang="en-US" sz="1100" dirty="0" err="1">
                <a:solidFill>
                  <a:schemeClr val="tx1"/>
                </a:solidFill>
              </a:rPr>
              <a:t>projet</a:t>
            </a:r>
            <a:r>
              <a:rPr lang="en-US" sz="1100" dirty="0">
                <a:solidFill>
                  <a:schemeClr val="tx1"/>
                </a:solidFill>
              </a:rPr>
              <a:t>/</a:t>
            </a:r>
            <a:r>
              <a:rPr lang="en-US" sz="1100" dirty="0" err="1">
                <a:solidFill>
                  <a:schemeClr val="tx1"/>
                </a:solidFill>
              </a:rPr>
              <a:t>produit</a:t>
            </a:r>
            <a:r>
              <a:rPr lang="en-US" sz="1100" dirty="0">
                <a:solidFill>
                  <a:schemeClr val="tx1"/>
                </a:solidFill>
              </a:rPr>
              <a:t>.</a:t>
            </a:r>
          </a:p>
        </p:txBody>
      </p:sp>
      <p:sp>
        <p:nvSpPr>
          <p:cNvPr id="12" name="Rectangle 5">
            <a:extLst>
              <a:ext uri="{FF2B5EF4-FFF2-40B4-BE49-F238E27FC236}">
                <a16:creationId xmlns:a16="http://schemas.microsoft.com/office/drawing/2014/main" id="{3B12E90E-0E48-60E9-6219-F4DA7D9B36DE}"/>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NOTRE FENÊTRE D'OPPORTUNITÉ</a:t>
            </a:r>
          </a:p>
          <a:p>
            <a:pPr algn="ctr"/>
            <a:endParaRPr lang="en-US"/>
          </a:p>
          <a:p>
            <a:pPr algn="ctr"/>
            <a:r>
              <a:rPr lang="en-US" sz="1200"/>
              <a:t>Durée de la fenêtre d'opportunité pour le lancement et comment le projet / produit interceptera cette fenêtre (premières actions)</a:t>
            </a:r>
          </a:p>
        </p:txBody>
      </p:sp>
      <p:sp>
        <p:nvSpPr>
          <p:cNvPr id="13" name="Rectangle 6">
            <a:extLst>
              <a:ext uri="{FF2B5EF4-FFF2-40B4-BE49-F238E27FC236}">
                <a16:creationId xmlns:a16="http://schemas.microsoft.com/office/drawing/2014/main" id="{F01E7664-2433-53C7-10E7-1E91AA41F69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TÔT</a:t>
            </a:r>
          </a:p>
          <a:p>
            <a:pPr algn="ctr"/>
            <a:endParaRPr lang="en-US">
              <a:solidFill>
                <a:schemeClr val="tx1"/>
              </a:solidFill>
            </a:endParaRPr>
          </a:p>
          <a:p>
            <a:pPr algn="ctr"/>
            <a:r>
              <a:rPr lang="en-US" sz="1200">
                <a:solidFill>
                  <a:schemeClr val="tx1"/>
                </a:solidFill>
              </a:rPr>
              <a:t>Décrivez des exemples de moments où il était trop tôt pour lancer le projet ou le produit.</a:t>
            </a:r>
          </a:p>
        </p:txBody>
      </p:sp>
      <p:sp>
        <p:nvSpPr>
          <p:cNvPr id="14" name="Rectangle 7">
            <a:extLst>
              <a:ext uri="{FF2B5EF4-FFF2-40B4-BE49-F238E27FC236}">
                <a16:creationId xmlns:a16="http://schemas.microsoft.com/office/drawing/2014/main" id="{B775C4FC-F439-7DFB-C557-A26DBB8A8B9C}"/>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DÉCLENCHEURS DE LANCEMENT</a:t>
            </a:r>
          </a:p>
          <a:p>
            <a:pPr algn="ctr"/>
            <a:endParaRPr lang="en-US" dirty="0">
              <a:solidFill>
                <a:schemeClr val="tx1"/>
              </a:solidFill>
            </a:endParaRPr>
          </a:p>
          <a:p>
            <a:pPr algn="ctr"/>
            <a:r>
              <a:rPr lang="en-US" sz="1050" dirty="0">
                <a:solidFill>
                  <a:schemeClr val="tx1"/>
                </a:solidFill>
              </a:rPr>
              <a:t>Événements notables qui nous amènent à lancer le projet bientôt ou maintenant</a:t>
            </a:r>
          </a:p>
        </p:txBody>
      </p:sp>
      <p:sp>
        <p:nvSpPr>
          <p:cNvPr id="15" name="Rectangle 8">
            <a:extLst>
              <a:ext uri="{FF2B5EF4-FFF2-40B4-BE49-F238E27FC236}">
                <a16:creationId xmlns:a16="http://schemas.microsoft.com/office/drawing/2014/main" id="{EC218C87-D8FE-4E45-56CA-2E45DD30DB1A}"/>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TRIGGERS PIVOT</a:t>
            </a:r>
          </a:p>
          <a:p>
            <a:pPr algn="ctr"/>
            <a:endParaRPr lang="en-US" dirty="0">
              <a:solidFill>
                <a:schemeClr val="tx1"/>
              </a:solidFill>
            </a:endParaRPr>
          </a:p>
          <a:p>
            <a:pPr algn="ctr"/>
            <a:r>
              <a:rPr lang="en-US" sz="1050" dirty="0">
                <a:solidFill>
                  <a:schemeClr val="tx1"/>
                </a:solidFill>
              </a:rPr>
              <a:t>Les </a:t>
            </a:r>
            <a:r>
              <a:rPr lang="en-US" sz="1050" dirty="0" err="1">
                <a:solidFill>
                  <a:schemeClr val="tx1"/>
                </a:solidFill>
              </a:rPr>
              <a:t>événements</a:t>
            </a:r>
            <a:r>
              <a:rPr lang="en-US" sz="1050" dirty="0">
                <a:solidFill>
                  <a:schemeClr val="tx1"/>
                </a:solidFill>
              </a:rPr>
              <a:t> </a:t>
            </a:r>
            <a:r>
              <a:rPr lang="en-US" sz="1050" dirty="0" err="1">
                <a:solidFill>
                  <a:schemeClr val="tx1"/>
                </a:solidFill>
              </a:rPr>
              <a:t>ou</a:t>
            </a:r>
            <a:r>
              <a:rPr lang="en-US" sz="1050" dirty="0">
                <a:solidFill>
                  <a:schemeClr val="tx1"/>
                </a:solidFill>
              </a:rPr>
              <a:t> dates </a:t>
            </a:r>
            <a:r>
              <a:rPr lang="en-US" sz="1050" dirty="0" err="1">
                <a:solidFill>
                  <a:schemeClr val="tx1"/>
                </a:solidFill>
              </a:rPr>
              <a:t>remarquables</a:t>
            </a:r>
            <a:r>
              <a:rPr lang="en-US" sz="1050" dirty="0">
                <a:solidFill>
                  <a:schemeClr val="tx1"/>
                </a:solidFill>
              </a:rPr>
              <a:t> qui </a:t>
            </a:r>
            <a:r>
              <a:rPr lang="en-US" sz="1050" dirty="0" err="1">
                <a:solidFill>
                  <a:schemeClr val="tx1"/>
                </a:solidFill>
              </a:rPr>
              <a:t>peuvent</a:t>
            </a:r>
            <a:r>
              <a:rPr lang="en-US" sz="1050" dirty="0">
                <a:solidFill>
                  <a:schemeClr val="tx1"/>
                </a:solidFill>
              </a:rPr>
              <a:t> nous </a:t>
            </a:r>
            <a:r>
              <a:rPr lang="en-US" sz="1050" dirty="0" err="1">
                <a:solidFill>
                  <a:schemeClr val="tx1"/>
                </a:solidFill>
              </a:rPr>
              <a:t>amener</a:t>
            </a:r>
            <a:r>
              <a:rPr lang="en-US" sz="1050" dirty="0">
                <a:solidFill>
                  <a:schemeClr val="tx1"/>
                </a:solidFill>
              </a:rPr>
              <a:t> à faire pivoter </a:t>
            </a:r>
            <a:r>
              <a:rPr lang="en-US" sz="1050" dirty="0" err="1">
                <a:solidFill>
                  <a:schemeClr val="tx1"/>
                </a:solidFill>
              </a:rPr>
              <a:t>nos</a:t>
            </a:r>
            <a:r>
              <a:rPr lang="en-US" sz="1050" dirty="0">
                <a:solidFill>
                  <a:schemeClr val="tx1"/>
                </a:solidFill>
              </a:rPr>
              <a:t> conditions de </a:t>
            </a:r>
            <a:r>
              <a:rPr lang="en-US" sz="1050" dirty="0" err="1">
                <a:solidFill>
                  <a:schemeClr val="tx1"/>
                </a:solidFill>
              </a:rPr>
              <a:t>lancement</a:t>
            </a:r>
            <a:r>
              <a:rPr lang="en-US" sz="1050" dirty="0">
                <a:solidFill>
                  <a:schemeClr val="tx1"/>
                </a:solidFill>
              </a:rPr>
              <a:t> </a:t>
            </a:r>
            <a:r>
              <a:rPr lang="en-US" sz="1050" dirty="0" err="1">
                <a:solidFill>
                  <a:schemeClr val="tx1"/>
                </a:solidFill>
              </a:rPr>
              <a:t>avant</a:t>
            </a:r>
            <a:r>
              <a:rPr lang="en-US" sz="1050" dirty="0">
                <a:solidFill>
                  <a:schemeClr val="tx1"/>
                </a:solidFill>
              </a:rPr>
              <a:t> </a:t>
            </a:r>
            <a:r>
              <a:rPr lang="en-US" sz="1050" dirty="0" err="1">
                <a:solidFill>
                  <a:schemeClr val="tx1"/>
                </a:solidFill>
              </a:rPr>
              <a:t>qu'il</a:t>
            </a:r>
            <a:r>
              <a:rPr lang="en-US" sz="1050" dirty="0">
                <a:solidFill>
                  <a:schemeClr val="tx1"/>
                </a:solidFill>
              </a:rPr>
              <a:t> ne </a:t>
            </a:r>
            <a:r>
              <a:rPr lang="en-US" sz="1050" dirty="0" err="1">
                <a:solidFill>
                  <a:schemeClr val="tx1"/>
                </a:solidFill>
              </a:rPr>
              <a:t>soit</a:t>
            </a:r>
            <a:r>
              <a:rPr lang="en-US" sz="1050" dirty="0">
                <a:solidFill>
                  <a:schemeClr val="tx1"/>
                </a:solidFill>
              </a:rPr>
              <a:t> trop tard.</a:t>
            </a:r>
          </a:p>
        </p:txBody>
      </p:sp>
      <p:sp>
        <p:nvSpPr>
          <p:cNvPr id="16" name="Rectangle 9">
            <a:extLst>
              <a:ext uri="{FF2B5EF4-FFF2-40B4-BE49-F238E27FC236}">
                <a16:creationId xmlns:a16="http://schemas.microsoft.com/office/drawing/2014/main" id="{E67DB36E-F593-C5F4-6DB8-AEB96EB2DD7A}"/>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L'apprentissage n'était pas la priorité pendant la phase d'expansion internationale</a:t>
            </a:r>
          </a:p>
        </p:txBody>
      </p:sp>
      <p:sp>
        <p:nvSpPr>
          <p:cNvPr id="17" name="Rectangle 10">
            <a:extLst>
              <a:ext uri="{FF2B5EF4-FFF2-40B4-BE49-F238E27FC236}">
                <a16:creationId xmlns:a16="http://schemas.microsoft.com/office/drawing/2014/main" id="{E6FFB597-BA97-4CA8-A415-B609C6036641}"/>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La société a été satisfaite de toutes les performances</a:t>
            </a:r>
          </a:p>
        </p:txBody>
      </p:sp>
      <p:sp>
        <p:nvSpPr>
          <p:cNvPr id="18" name="Rectangle 11">
            <a:extLst>
              <a:ext uri="{FF2B5EF4-FFF2-40B4-BE49-F238E27FC236}">
                <a16:creationId xmlns:a16="http://schemas.microsoft.com/office/drawing/2014/main" id="{AB3335A9-BA06-F564-865B-05511A68DC42}"/>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Pas de problèmes d'attrition dus au "manque d'apprentissage".</a:t>
            </a:r>
          </a:p>
        </p:txBody>
      </p:sp>
      <p:sp>
        <p:nvSpPr>
          <p:cNvPr id="19" name="Rectangle 12">
            <a:extLst>
              <a:ext uri="{FF2B5EF4-FFF2-40B4-BE49-F238E27FC236}">
                <a16:creationId xmlns:a16="http://schemas.microsoft.com/office/drawing/2014/main" id="{E0569BAE-A862-F5BF-0510-F3E10AE91112}"/>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Nouveaux concurrents et technologies innovantes</a:t>
            </a:r>
          </a:p>
        </p:txBody>
      </p:sp>
      <p:sp>
        <p:nvSpPr>
          <p:cNvPr id="20" name="Rectangle 13">
            <a:extLst>
              <a:ext uri="{FF2B5EF4-FFF2-40B4-BE49-F238E27FC236}">
                <a16:creationId xmlns:a16="http://schemas.microsoft.com/office/drawing/2014/main" id="{3329E95A-C430-88A1-8AF6-711B3094F9A3}"/>
              </a:ext>
            </a:extLst>
          </p:cNvPr>
          <p:cNvSpPr/>
          <p:nvPr/>
        </p:nvSpPr>
        <p:spPr>
          <a:xfrm>
            <a:off x="2749636" y="496663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Tout le monde a été forcé d'apprendre pendant la crise de Covid19.</a:t>
            </a:r>
          </a:p>
        </p:txBody>
      </p:sp>
      <p:sp>
        <p:nvSpPr>
          <p:cNvPr id="21" name="Rectangle 14">
            <a:extLst>
              <a:ext uri="{FF2B5EF4-FFF2-40B4-BE49-F238E27FC236}">
                <a16:creationId xmlns:a16="http://schemas.microsoft.com/office/drawing/2014/main" id="{52D531BF-E6CD-0BE6-362A-B99C7ECE068E}"/>
              </a:ext>
            </a:extLst>
          </p:cNvPr>
          <p:cNvSpPr/>
          <p:nvPr/>
        </p:nvSpPr>
        <p:spPr>
          <a:xfrm>
            <a:off x="5227556" y="3330618"/>
            <a:ext cx="884490" cy="1065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Durée : Un an avant le départ à la retraite du sponsor principal (VP du personnel)</a:t>
            </a:r>
          </a:p>
        </p:txBody>
      </p:sp>
      <p:sp>
        <p:nvSpPr>
          <p:cNvPr id="22" name="Rectangle 15">
            <a:extLst>
              <a:ext uri="{FF2B5EF4-FFF2-40B4-BE49-F238E27FC236}">
                <a16:creationId xmlns:a16="http://schemas.microsoft.com/office/drawing/2014/main" id="{DB16DF44-DD8E-380F-0D09-B7A3C02688C1}"/>
              </a:ext>
            </a:extLst>
          </p:cNvPr>
          <p:cNvSpPr/>
          <p:nvPr/>
        </p:nvSpPr>
        <p:spPr>
          <a:xfrm>
            <a:off x="4125994" y="3355259"/>
            <a:ext cx="972722" cy="1065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Durée : 3 ans (délai budgétaire habituel pour les grandes initiatives jusqu'à leur révision).</a:t>
            </a:r>
          </a:p>
        </p:txBody>
      </p:sp>
      <p:sp>
        <p:nvSpPr>
          <p:cNvPr id="23" name="Rectangle 16">
            <a:extLst>
              <a:ext uri="{FF2B5EF4-FFF2-40B4-BE49-F238E27FC236}">
                <a16:creationId xmlns:a16="http://schemas.microsoft.com/office/drawing/2014/main" id="{3F153535-2DC8-9F07-364B-AC9D8827417E}"/>
              </a:ext>
            </a:extLst>
          </p:cNvPr>
          <p:cNvSpPr/>
          <p:nvPr/>
        </p:nvSpPr>
        <p:spPr>
          <a:xfrm>
            <a:off x="5047646" y="4649139"/>
            <a:ext cx="1088144"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Première action : Communiquer sur les ambitions</a:t>
            </a:r>
          </a:p>
        </p:txBody>
      </p:sp>
      <p:sp>
        <p:nvSpPr>
          <p:cNvPr id="24" name="Rectangle 18">
            <a:extLst>
              <a:ext uri="{FF2B5EF4-FFF2-40B4-BE49-F238E27FC236}">
                <a16:creationId xmlns:a16="http://schemas.microsoft.com/office/drawing/2014/main" id="{4FAC6B43-F123-77E2-7D72-BECCCEAD7952}"/>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Acquisition de notre grand concurrent</a:t>
            </a:r>
          </a:p>
        </p:txBody>
      </p:sp>
      <p:sp>
        <p:nvSpPr>
          <p:cNvPr id="25" name="Rectangle 19">
            <a:extLst>
              <a:ext uri="{FF2B5EF4-FFF2-40B4-BE49-F238E27FC236}">
                <a16:creationId xmlns:a16="http://schemas.microsoft.com/office/drawing/2014/main" id="{5F60151E-9A7A-1E86-90F7-38DE962505CC}"/>
              </a:ext>
            </a:extLst>
          </p:cNvPr>
          <p:cNvSpPr/>
          <p:nvPr/>
        </p:nvSpPr>
        <p:spPr>
          <a:xfrm>
            <a:off x="9408774" y="3667873"/>
            <a:ext cx="103857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Après le départ des membres actuels de la conduite de l'entreprise</a:t>
            </a:r>
          </a:p>
        </p:txBody>
      </p:sp>
      <p:sp>
        <p:nvSpPr>
          <p:cNvPr id="26" name="Rectangle 20">
            <a:extLst>
              <a:ext uri="{FF2B5EF4-FFF2-40B4-BE49-F238E27FC236}">
                <a16:creationId xmlns:a16="http://schemas.microsoft.com/office/drawing/2014/main" id="{A79E8508-BE26-2254-54ED-B32C0ADB3208}"/>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Après que nous ayons épuisé nos fonds provenant de la collecte de fonds.</a:t>
            </a:r>
          </a:p>
        </p:txBody>
      </p:sp>
      <p:sp>
        <p:nvSpPr>
          <p:cNvPr id="27" name="Rectangle 21">
            <a:extLst>
              <a:ext uri="{FF2B5EF4-FFF2-40B4-BE49-F238E27FC236}">
                <a16:creationId xmlns:a16="http://schemas.microsoft.com/office/drawing/2014/main" id="{4D8D303A-7040-63F8-11E3-A6256010D94E}"/>
              </a:ext>
            </a:extLst>
          </p:cNvPr>
          <p:cNvSpPr/>
          <p:nvPr/>
        </p:nvSpPr>
        <p:spPr>
          <a:xfrm>
            <a:off x="9304430" y="4649139"/>
            <a:ext cx="1142914"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Avant qu'un autre grand projet n'accapare l'attention de l'entreprise</a:t>
            </a:r>
          </a:p>
        </p:txBody>
      </p:sp>
    </p:spTree>
    <p:extLst>
      <p:ext uri="{BB962C8B-B14F-4D97-AF65-F5344CB8AC3E}">
        <p14:creationId xmlns:p14="http://schemas.microsoft.com/office/powerpoint/2010/main" val="12519168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Autofit/>
          </a:bodyPr>
          <a:lstStyle/>
          <a:p>
            <a:r>
              <a:rPr lang="en-US" sz="3600" dirty="0"/>
              <a:t>Cas d'utilisation 1 </a:t>
            </a:r>
            <a:br>
              <a:rPr lang="en-US" sz="3600" dirty="0"/>
            </a:br>
            <a:r>
              <a:rPr lang="en-US" sz="3600" dirty="0"/>
              <a:t>Un projet de transformation de l'entreprise sur l'apprentissage</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Effet</a:t>
            </a:r>
            <a:r>
              <a:rPr lang="en-US" sz="1600" dirty="0">
                <a:solidFill>
                  <a:schemeClr val="tx1"/>
                </a:solidFill>
              </a:rPr>
              <a:t> </a:t>
            </a:r>
            <a:r>
              <a:rPr lang="en-US" sz="1600" dirty="0" err="1">
                <a:solidFill>
                  <a:schemeClr val="tx1"/>
                </a:solidFill>
              </a:rPr>
              <a:t>secondaire</a:t>
            </a:r>
            <a:r>
              <a:rPr lang="en-US" sz="1600" dirty="0">
                <a:solidFill>
                  <a:schemeClr val="tx1"/>
                </a:solidFill>
              </a:rPr>
              <a:t> </a:t>
            </a:r>
            <a:r>
              <a:rPr lang="en-US" sz="1600" dirty="0" err="1">
                <a:solidFill>
                  <a:schemeClr val="tx1"/>
                </a:solidFill>
              </a:rPr>
              <a:t>positif</a:t>
            </a:r>
            <a:endParaRPr lang="en-US" sz="1600" dirty="0">
              <a:solidFill>
                <a:schemeClr val="tx1"/>
              </a:solidFill>
            </a:endParaRP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Influence directe sur les activités du projet / produit</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 Groupe </a:t>
              </a:r>
              <a:r>
                <a:rPr lang="en-US" sz="1200" dirty="0" err="1">
                  <a:solidFill>
                    <a:schemeClr val="tx1"/>
                  </a:solidFill>
                </a:rPr>
                <a:t>cible</a:t>
              </a:r>
              <a:r>
                <a:rPr lang="en-US" sz="1200" dirty="0">
                  <a:solidFill>
                    <a:schemeClr val="tx1"/>
                  </a:solidFill>
                </a:rPr>
                <a:t> direct</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Groupe </a:t>
              </a:r>
              <a:r>
                <a:rPr lang="en-US" sz="1200" dirty="0" err="1">
                  <a:solidFill>
                    <a:schemeClr val="tx1"/>
                  </a:solidFill>
                </a:rPr>
                <a:t>cible</a:t>
              </a:r>
              <a:r>
                <a:rPr lang="en-US" sz="1200" dirty="0">
                  <a:solidFill>
                    <a:schemeClr val="tx1"/>
                  </a:solidFill>
                </a:rPr>
                <a:t> indirect</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 Personne cible directe</a:t>
            </a:r>
          </a:p>
        </p:txBody>
      </p:sp>
      <p:sp>
        <p:nvSpPr>
          <p:cNvPr id="24" name="Rectangle 23">
            <a:extLst>
              <a:ext uri="{FF2B5EF4-FFF2-40B4-BE49-F238E27FC236}">
                <a16:creationId xmlns:a16="http://schemas.microsoft.com/office/drawing/2014/main" id="{EFF0DE9B-E02C-473A-8B24-A7B6892A878E}"/>
              </a:ext>
            </a:extLst>
          </p:cNvPr>
          <p:cNvSpPr/>
          <p:nvPr/>
        </p:nvSpPr>
        <p:spPr>
          <a:xfrm>
            <a:off x="139505" y="1948921"/>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Légende de la carte</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a:t>Membre de l'équipe</a:t>
            </a:r>
            <a:endParaRPr lang="en-US" dirty="0"/>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en-US" sz="1200" dirty="0" err="1">
                <a:solidFill>
                  <a:schemeClr val="tx1"/>
                </a:solidFill>
              </a:rPr>
              <a:t>Personne</a:t>
            </a:r>
            <a:r>
              <a:rPr lang="en-US" sz="1200" dirty="0">
                <a:solidFill>
                  <a:schemeClr val="tx1"/>
                </a:solidFill>
              </a:rPr>
              <a:t> </a:t>
            </a:r>
            <a:r>
              <a:rPr lang="en-US" sz="1200" dirty="0" err="1">
                <a:solidFill>
                  <a:schemeClr val="tx1"/>
                </a:solidFill>
              </a:rPr>
              <a:t>cible</a:t>
            </a:r>
            <a:r>
              <a:rPr lang="en-US" sz="1200" dirty="0">
                <a:solidFill>
                  <a:schemeClr val="tx1"/>
                </a:solidFill>
              </a:rPr>
              <a:t> </a:t>
            </a:r>
            <a:r>
              <a:rPr lang="en-US" sz="1200" dirty="0" err="1">
                <a:solidFill>
                  <a:schemeClr val="tx1"/>
                </a:solidFill>
              </a:rPr>
              <a:t>indirecte</a:t>
            </a:r>
            <a:endParaRPr lang="en-US" sz="1200" dirty="0">
              <a:solidFill>
                <a:schemeClr val="tx1"/>
              </a:solidFill>
            </a:endParaRPr>
          </a:p>
        </p:txBody>
      </p:sp>
      <p:pic>
        <p:nvPicPr>
          <p:cNvPr id="16" name="Graphique 29" descr="Sphères de Harvey 100% avec un remplissage uni">
            <a:extLst>
              <a:ext uri="{FF2B5EF4-FFF2-40B4-BE49-F238E27FC236}">
                <a16:creationId xmlns:a16="http://schemas.microsoft.com/office/drawing/2014/main" id="{10D3E887-579B-5D7C-1F3A-063A451552F7}"/>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21" name="ZoneTexte 30">
            <a:extLst>
              <a:ext uri="{FF2B5EF4-FFF2-40B4-BE49-F238E27FC236}">
                <a16:creationId xmlns:a16="http://schemas.microsoft.com/office/drawing/2014/main" id="{C9E93CA3-BFA1-09B9-5136-E8ECBF04180A}"/>
              </a:ext>
            </a:extLst>
          </p:cNvPr>
          <p:cNvSpPr txBox="1"/>
          <p:nvPr/>
        </p:nvSpPr>
        <p:spPr>
          <a:xfrm>
            <a:off x="4012968" y="4012345"/>
            <a:ext cx="1656371" cy="1077218"/>
          </a:xfrm>
          <a:prstGeom prst="rect">
            <a:avLst/>
          </a:prstGeom>
          <a:noFill/>
        </p:spPr>
        <p:txBody>
          <a:bodyPr wrap="square" rtlCol="0">
            <a:spAutoFit/>
          </a:bodyPr>
          <a:lstStyle/>
          <a:p>
            <a:r>
              <a:rPr lang="en-US" sz="1600" dirty="0"/>
              <a:t>Initiative de transformation de l'apprentissage</a:t>
            </a:r>
          </a:p>
        </p:txBody>
      </p:sp>
      <p:sp>
        <p:nvSpPr>
          <p:cNvPr id="29" name="Flèche : droite 61">
            <a:extLst>
              <a:ext uri="{FF2B5EF4-FFF2-40B4-BE49-F238E27FC236}">
                <a16:creationId xmlns:a16="http://schemas.microsoft.com/office/drawing/2014/main" id="{F906E31D-56B1-D1BA-37EE-860BB320DB19}"/>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9" name="Flèche : droite 62">
            <a:extLst>
              <a:ext uri="{FF2B5EF4-FFF2-40B4-BE49-F238E27FC236}">
                <a16:creationId xmlns:a16="http://schemas.microsoft.com/office/drawing/2014/main" id="{DCBD84C2-5A1A-6E8B-1F58-A4DFB25777BA}"/>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0" name="Flèche : droite 63">
            <a:extLst>
              <a:ext uri="{FF2B5EF4-FFF2-40B4-BE49-F238E27FC236}">
                <a16:creationId xmlns:a16="http://schemas.microsoft.com/office/drawing/2014/main" id="{A44CBF9F-C632-9939-F255-08DD6589939D}"/>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1" name="Flèche : droite 64">
            <a:extLst>
              <a:ext uri="{FF2B5EF4-FFF2-40B4-BE49-F238E27FC236}">
                <a16:creationId xmlns:a16="http://schemas.microsoft.com/office/drawing/2014/main" id="{F6A35664-79F7-67A9-496B-425A4AD94157}"/>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2" name="Rectangle 8">
            <a:extLst>
              <a:ext uri="{FF2B5EF4-FFF2-40B4-BE49-F238E27FC236}">
                <a16:creationId xmlns:a16="http://schemas.microsoft.com/office/drawing/2014/main" id="{933C98CD-019E-CD6D-8BDD-6C6AE1008237}"/>
              </a:ext>
            </a:extLst>
          </p:cNvPr>
          <p:cNvSpPr/>
          <p:nvPr/>
        </p:nvSpPr>
        <p:spPr>
          <a:xfrm>
            <a:off x="6833198" y="2367313"/>
            <a:ext cx="1329128"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Contacts clés (rebelles d'entreprise) dans le département des RH</a:t>
            </a:r>
          </a:p>
        </p:txBody>
      </p:sp>
      <p:sp>
        <p:nvSpPr>
          <p:cNvPr id="73" name="Rectangle 8">
            <a:extLst>
              <a:ext uri="{FF2B5EF4-FFF2-40B4-BE49-F238E27FC236}">
                <a16:creationId xmlns:a16="http://schemas.microsoft.com/office/drawing/2014/main" id="{E4776DEF-73E7-B547-7BD9-AAA7F365370D}"/>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Nouvelles méthodes de travail de la communauté</a:t>
            </a:r>
          </a:p>
        </p:txBody>
      </p:sp>
      <p:sp>
        <p:nvSpPr>
          <p:cNvPr id="74" name="Rectangle 8">
            <a:extLst>
              <a:ext uri="{FF2B5EF4-FFF2-40B4-BE49-F238E27FC236}">
                <a16:creationId xmlns:a16="http://schemas.microsoft.com/office/drawing/2014/main" id="{E333E9A4-D42C-E955-D343-7D6FD5FE67AC}"/>
              </a:ext>
            </a:extLst>
          </p:cNvPr>
          <p:cNvSpPr/>
          <p:nvPr/>
        </p:nvSpPr>
        <p:spPr>
          <a:xfrm>
            <a:off x="7200028"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Communauté de développement des entreprises</a:t>
            </a:r>
          </a:p>
        </p:txBody>
      </p:sp>
      <p:sp>
        <p:nvSpPr>
          <p:cNvPr id="75" name="ZoneTexte 22">
            <a:extLst>
              <a:ext uri="{FF2B5EF4-FFF2-40B4-BE49-F238E27FC236}">
                <a16:creationId xmlns:a16="http://schemas.microsoft.com/office/drawing/2014/main" id="{690D9923-7D32-A6E0-B634-E9C8D4403967}"/>
              </a:ext>
            </a:extLst>
          </p:cNvPr>
          <p:cNvSpPr txBox="1"/>
          <p:nvPr/>
        </p:nvSpPr>
        <p:spPr>
          <a:xfrm>
            <a:off x="6843896" y="5795059"/>
            <a:ext cx="792001" cy="792000"/>
          </a:xfrm>
          <a:prstGeom prst="rect">
            <a:avLst/>
          </a:prstGeom>
          <a:solidFill>
            <a:srgbClr val="FFFF00"/>
          </a:solidFill>
          <a:ln>
            <a:solidFill>
              <a:schemeClr val="tx1"/>
            </a:solidFill>
          </a:ln>
        </p:spPr>
        <p:txBody>
          <a:bodyPr wrap="square">
            <a:noAutofit/>
          </a:bodyPr>
          <a:lstStyle/>
          <a:p>
            <a:pPr algn="ctr"/>
            <a:r>
              <a:rPr lang="en-US" sz="1100" dirty="0">
                <a:solidFill>
                  <a:schemeClr val="tx1"/>
                </a:solidFill>
              </a:rPr>
              <a:t>Directeur régional de Scranton</a:t>
            </a:r>
          </a:p>
        </p:txBody>
      </p:sp>
      <p:sp>
        <p:nvSpPr>
          <p:cNvPr id="76" name="ZoneTexte 25">
            <a:extLst>
              <a:ext uri="{FF2B5EF4-FFF2-40B4-BE49-F238E27FC236}">
                <a16:creationId xmlns:a16="http://schemas.microsoft.com/office/drawing/2014/main" id="{D8C1C1DD-0DEF-E1A9-508C-54559A44A606}"/>
              </a:ext>
            </a:extLst>
          </p:cNvPr>
          <p:cNvSpPr txBox="1"/>
          <p:nvPr/>
        </p:nvSpPr>
        <p:spPr>
          <a:xfrm>
            <a:off x="8184411" y="5176672"/>
            <a:ext cx="792000" cy="618387"/>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Alice</a:t>
            </a:r>
          </a:p>
          <a:p>
            <a:r>
              <a:rPr lang="en-US" dirty="0"/>
              <a:t>Charlie</a:t>
            </a:r>
          </a:p>
        </p:txBody>
      </p:sp>
      <p:sp>
        <p:nvSpPr>
          <p:cNvPr id="77" name="Flèche : droite 13">
            <a:extLst>
              <a:ext uri="{FF2B5EF4-FFF2-40B4-BE49-F238E27FC236}">
                <a16:creationId xmlns:a16="http://schemas.microsoft.com/office/drawing/2014/main" id="{0A1E6499-CCAA-10E1-B12C-58936C6AE353}"/>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8" name="Rectangle 17">
            <a:extLst>
              <a:ext uri="{FF2B5EF4-FFF2-40B4-BE49-F238E27FC236}">
                <a16:creationId xmlns:a16="http://schemas.microsoft.com/office/drawing/2014/main" id="{73011C7A-14CE-5B07-96F1-88ED415F3A73}"/>
              </a:ext>
            </a:extLst>
          </p:cNvPr>
          <p:cNvSpPr/>
          <p:nvPr/>
        </p:nvSpPr>
        <p:spPr>
          <a:xfrm>
            <a:off x="10128210"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Directeurs régionaux adjoints</a:t>
            </a:r>
          </a:p>
        </p:txBody>
      </p:sp>
      <p:sp>
        <p:nvSpPr>
          <p:cNvPr id="79" name="Flèche : droite 13">
            <a:extLst>
              <a:ext uri="{FF2B5EF4-FFF2-40B4-BE49-F238E27FC236}">
                <a16:creationId xmlns:a16="http://schemas.microsoft.com/office/drawing/2014/main" id="{C28B012F-8F53-69EB-2719-4A67C9CF4D75}"/>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0" name="Rectangle 17">
            <a:extLst>
              <a:ext uri="{FF2B5EF4-FFF2-40B4-BE49-F238E27FC236}">
                <a16:creationId xmlns:a16="http://schemas.microsoft.com/office/drawing/2014/main" id="{51C623CD-F296-E82D-95D7-0595F7D67018}"/>
              </a:ext>
            </a:extLst>
          </p:cNvPr>
          <p:cNvSpPr/>
          <p:nvPr/>
        </p:nvSpPr>
        <p:spPr>
          <a:xfrm>
            <a:off x="9745541" y="348005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Équipe chargée de la transformation numérique</a:t>
            </a:r>
          </a:p>
        </p:txBody>
      </p:sp>
      <p:sp>
        <p:nvSpPr>
          <p:cNvPr id="81" name="Rectangle 17">
            <a:extLst>
              <a:ext uri="{FF2B5EF4-FFF2-40B4-BE49-F238E27FC236}">
                <a16:creationId xmlns:a16="http://schemas.microsoft.com/office/drawing/2014/main" id="{F57B21A7-19BB-AE48-B1EA-32171514CE47}"/>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Département des ventes</a:t>
            </a:r>
          </a:p>
        </p:txBody>
      </p:sp>
      <p:sp>
        <p:nvSpPr>
          <p:cNvPr id="82" name="Flèche : droite 13">
            <a:extLst>
              <a:ext uri="{FF2B5EF4-FFF2-40B4-BE49-F238E27FC236}">
                <a16:creationId xmlns:a16="http://schemas.microsoft.com/office/drawing/2014/main" id="{D1E51439-804C-0915-DD8A-1C099D816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ZoneTexte 22">
            <a:extLst>
              <a:ext uri="{FF2B5EF4-FFF2-40B4-BE49-F238E27FC236}">
                <a16:creationId xmlns:a16="http://schemas.microsoft.com/office/drawing/2014/main" id="{B6EF4AE5-40B5-3427-D0EB-C15BCFD17329}"/>
              </a:ext>
            </a:extLst>
          </p:cNvPr>
          <p:cNvSpPr txBox="1"/>
          <p:nvPr/>
        </p:nvSpPr>
        <p:spPr>
          <a:xfrm>
            <a:off x="9726130" y="2493062"/>
            <a:ext cx="792000" cy="792000"/>
          </a:xfrm>
          <a:prstGeom prst="rect">
            <a:avLst/>
          </a:prstGeom>
          <a:solidFill>
            <a:srgbClr val="FF66FF"/>
          </a:solidFill>
        </p:spPr>
        <p:txBody>
          <a:bodyPr wrap="square">
            <a:noAutofit/>
          </a:bodyPr>
          <a:lstStyle/>
          <a:p>
            <a:pPr algn="ctr"/>
            <a:r>
              <a:rPr lang="en-US" sz="1100" dirty="0"/>
              <a:t>Yann X, </a:t>
            </a:r>
            <a:r>
              <a:rPr lang="en-US" sz="1100" dirty="0">
                <a:solidFill>
                  <a:schemeClr val="tx1"/>
                </a:solidFill>
              </a:rPr>
              <a:t>DRH, </a:t>
            </a:r>
          </a:p>
          <a:p>
            <a:pPr algn="ctr"/>
            <a:r>
              <a:rPr lang="en-US" sz="1100" dirty="0"/>
              <a:t>Sponsor potentiel</a:t>
            </a:r>
            <a:endParaRPr lang="en-US" sz="1100" dirty="0">
              <a:solidFill>
                <a:schemeClr val="tx1"/>
              </a:solidFill>
            </a:endParaRPr>
          </a:p>
        </p:txBody>
      </p:sp>
      <p:sp>
        <p:nvSpPr>
          <p:cNvPr id="84" name="Flèche : droite 13">
            <a:extLst>
              <a:ext uri="{FF2B5EF4-FFF2-40B4-BE49-F238E27FC236}">
                <a16:creationId xmlns:a16="http://schemas.microsoft.com/office/drawing/2014/main" id="{40EC5243-41A3-276E-2E92-861600FD97FB}"/>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Flèche : droite 13">
            <a:extLst>
              <a:ext uri="{FF2B5EF4-FFF2-40B4-BE49-F238E27FC236}">
                <a16:creationId xmlns:a16="http://schemas.microsoft.com/office/drawing/2014/main" id="{762D299A-4519-7630-C474-BC6BF35BC3D2}"/>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6" name="ZoneTexte 25">
            <a:extLst>
              <a:ext uri="{FF2B5EF4-FFF2-40B4-BE49-F238E27FC236}">
                <a16:creationId xmlns:a16="http://schemas.microsoft.com/office/drawing/2014/main" id="{93F1416C-9545-7573-1270-6A728AE6DF9B}"/>
              </a:ext>
            </a:extLst>
          </p:cNvPr>
          <p:cNvSpPr txBox="1"/>
          <p:nvPr/>
        </p:nvSpPr>
        <p:spPr>
          <a:xfrm>
            <a:off x="10890283" y="3807115"/>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Bob </a:t>
            </a:r>
          </a:p>
          <a:p>
            <a:r>
              <a:rPr lang="en-US" dirty="0"/>
              <a:t>Donna</a:t>
            </a:r>
          </a:p>
        </p:txBody>
      </p:sp>
    </p:spTree>
    <p:extLst>
      <p:ext uri="{BB962C8B-B14F-4D97-AF65-F5344CB8AC3E}">
        <p14:creationId xmlns:p14="http://schemas.microsoft.com/office/powerpoint/2010/main" val="14295383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558194" y="2940263"/>
            <a:ext cx="122666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Les apprenants peuvent également partager leurs connaissances et créer des communautés d'entreprise.</a:t>
            </a: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1050050"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L'apprentissage est considéré comme une nécessité pour être compétitif</a:t>
            </a: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L'apprentissage est principalement considéré comme une obligation inutile</a:t>
            </a:r>
          </a:p>
        </p:txBody>
      </p:sp>
      <p:sp>
        <p:nvSpPr>
          <p:cNvPr id="7" name="Rectangle 49">
            <a:extLst>
              <a:ext uri="{FF2B5EF4-FFF2-40B4-BE49-F238E27FC236}">
                <a16:creationId xmlns:a16="http://schemas.microsoft.com/office/drawing/2014/main" id="{E8E4E29D-F3EB-FAF3-AF69-D000DFA1F074}"/>
              </a:ext>
            </a:extLst>
          </p:cNvPr>
          <p:cNvSpPr/>
          <p:nvPr/>
        </p:nvSpPr>
        <p:spPr>
          <a:xfrm>
            <a:off x="7460459" y="2328741"/>
            <a:ext cx="985536"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Une demi-journée toutes les 3 semaines en moyenne</a:t>
            </a: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Quelques jours consécutifs par an</a:t>
            </a: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Approche descendante avec des formateurs externes</a:t>
            </a: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Toujours principalement des interactions d'homme à homme</a:t>
            </a: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Un contenu identique même avec des formats différents</a:t>
            </a:r>
          </a:p>
        </p:txBody>
      </p:sp>
      <p:sp>
        <p:nvSpPr>
          <p:cNvPr id="29" name="Rectangle 54">
            <a:extLst>
              <a:ext uri="{FF2B5EF4-FFF2-40B4-BE49-F238E27FC236}">
                <a16:creationId xmlns:a16="http://schemas.microsoft.com/office/drawing/2014/main" id="{BEB3CF1B-FD7E-68D3-D0A0-00C47D37FF23}"/>
              </a:ext>
            </a:extLst>
          </p:cNvPr>
          <p:cNvSpPr/>
          <p:nvPr/>
        </p:nvSpPr>
        <p:spPr>
          <a:xfrm>
            <a:off x="8519773" y="5942462"/>
            <a:ext cx="1264933"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La moitié du volume d'activités d'apprentissage est toujours facultative, l'autre est obligatoire</a:t>
            </a: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FAMILIARITÉ</a:t>
            </a:r>
          </a:p>
          <a:p>
            <a:pPr algn="ctr"/>
            <a:r>
              <a:rPr lang="en-US" sz="1200" dirty="0">
                <a:solidFill>
                  <a:schemeClr val="tx1"/>
                </a:solidFill>
              </a:rPr>
              <a:t>Points communs entre l'expérience du projet / produit et l'expérience actuelle des parties prenantes</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3949244" y="2182199"/>
            <a:ext cx="1975268" cy="1815882"/>
          </a:xfrm>
          <a:prstGeom prst="rect">
            <a:avLst/>
          </a:prstGeom>
          <a:noFill/>
        </p:spPr>
        <p:txBody>
          <a:bodyPr wrap="square">
            <a:spAutoFit/>
          </a:bodyPr>
          <a:lstStyle/>
          <a:p>
            <a:pPr marL="0" indent="0" algn="ctr">
              <a:buNone/>
            </a:pPr>
            <a:r>
              <a:rPr lang="en-US" sz="1600" b="1" dirty="0"/>
              <a:t>EXPÉRIENCE ACTUELLE DES PARTIES PRENANTES: </a:t>
            </a:r>
          </a:p>
          <a:p>
            <a:pPr marL="0" indent="0" algn="ctr">
              <a:buNone/>
            </a:pPr>
            <a:r>
              <a:rPr lang="en-US" sz="1600" dirty="0"/>
              <a:t>Apprentissage sur le lieu de travail, formation annuelle en classe</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1077218"/>
          </a:xfrm>
          <a:prstGeom prst="rect">
            <a:avLst/>
          </a:prstGeom>
          <a:noFill/>
        </p:spPr>
        <p:txBody>
          <a:bodyPr wrap="square">
            <a:spAutoFit/>
          </a:bodyPr>
          <a:lstStyle/>
          <a:p>
            <a:pPr marL="0" indent="0" algn="ctr">
              <a:buNone/>
            </a:pPr>
            <a:r>
              <a:rPr lang="en-US" sz="1600" b="1" dirty="0"/>
              <a:t>NOUVELLE EXPÉRIENCE </a:t>
            </a:r>
            <a:r>
              <a:rPr lang="en-US" sz="1600" dirty="0"/>
              <a:t>: Apprentissage communautaire</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1107996"/>
          </a:xfrm>
          <a:prstGeom prst="rect">
            <a:avLst/>
          </a:prstGeom>
          <a:noFill/>
        </p:spPr>
        <p:txBody>
          <a:bodyPr wrap="square">
            <a:spAutoFit/>
          </a:bodyPr>
          <a:lstStyle/>
          <a:p>
            <a:pPr marL="0" indent="0" algn="ctr">
              <a:buNone/>
            </a:pPr>
            <a:r>
              <a:rPr lang="en-US" sz="1600" b="1" dirty="0"/>
              <a:t>PARTIE PRENANTE CHOISIE </a:t>
            </a:r>
            <a:r>
              <a:rPr lang="en-US" sz="1600" dirty="0"/>
              <a:t>: Apprenants</a:t>
            </a:r>
          </a:p>
        </p:txBody>
      </p:sp>
      <p:pic>
        <p:nvPicPr>
          <p:cNvPr id="36" name="Immagine 35" descr="Immagine che contiene interni, persona, circondato, folla&#10;&#10;Descrizione generata automaticamente">
            <a:extLst>
              <a:ext uri="{FF2B5EF4-FFF2-40B4-BE49-F238E27FC236}">
                <a16:creationId xmlns:a16="http://schemas.microsoft.com/office/drawing/2014/main" id="{4AB586D8-7C28-C109-A0F9-C98BDA600E65}"/>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214050" y="4275003"/>
            <a:ext cx="1656078" cy="1017690"/>
          </a:xfrm>
          <a:prstGeom prst="rect">
            <a:avLst/>
          </a:prstGeom>
        </p:spPr>
      </p:pic>
      <p:pic>
        <p:nvPicPr>
          <p:cNvPr id="38" name="Immagine 37" descr="Immagine che contiene pavimento, interni, parete, sedia&#10;&#10;Descrizione generata automaticamente">
            <a:extLst>
              <a:ext uri="{FF2B5EF4-FFF2-40B4-BE49-F238E27FC236}">
                <a16:creationId xmlns:a16="http://schemas.microsoft.com/office/drawing/2014/main" id="{526F517E-C6AB-9975-3BAE-21294431FEA6}"/>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4208544" y="4275002"/>
            <a:ext cx="1519849" cy="1017690"/>
          </a:xfrm>
          <a:prstGeom prst="rect">
            <a:avLst/>
          </a:prstGeom>
        </p:spPr>
      </p:pic>
      <p:pic>
        <p:nvPicPr>
          <p:cNvPr id="41" name="Immagine 40" descr="Immagine che contiene testo, libro, persona, mensola&#10;&#10;Descrizione generata automaticamente">
            <a:extLst>
              <a:ext uri="{FF2B5EF4-FFF2-40B4-BE49-F238E27FC236}">
                <a16:creationId xmlns:a16="http://schemas.microsoft.com/office/drawing/2014/main" id="{62F8BEFD-66F4-CA32-3943-EF222E4BF825}"/>
              </a:ext>
            </a:extLst>
          </p:cNvPr>
          <p:cNvPicPr>
            <a:picLocks noChangeAspect="1"/>
          </p:cNvPicPr>
          <p:nvPr/>
        </p:nvPicPr>
        <p:blipFill>
          <a:blip r:embed="rId8" cstate="screen">
            <a:extLst>
              <a:ext uri="{28A0092B-C50C-407E-A947-70E740481C1C}">
                <a14:useLocalDpi xmlns:a14="http://schemas.microsoft.com/office/drawing/2010/main"/>
              </a:ext>
              <a:ext uri="{837473B0-CC2E-450A-ABE3-18F120FF3D39}">
                <a1611:picAttrSrcUrl xmlns:a1611="http://schemas.microsoft.com/office/drawing/2016/11/main" r:id="rId9"/>
              </a:ext>
            </a:extLst>
          </a:blip>
          <a:stretch>
            <a:fillRect/>
          </a:stretch>
        </p:blipFill>
        <p:spPr>
          <a:xfrm>
            <a:off x="2330138" y="4265402"/>
            <a:ext cx="1555335" cy="1036890"/>
          </a:xfrm>
          <a:prstGeom prst="rect">
            <a:avLst/>
          </a:prstGeom>
        </p:spPr>
      </p:pic>
    </p:spTree>
    <p:extLst>
      <p:ext uri="{BB962C8B-B14F-4D97-AF65-F5344CB8AC3E}">
        <p14:creationId xmlns:p14="http://schemas.microsoft.com/office/powerpoint/2010/main" val="1057991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661864" y="2940263"/>
            <a:ext cx="1122994"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L'intelligence collective sélectionne les sujets d'apprentissage</a:t>
            </a:r>
          </a:p>
        </p:txBody>
      </p:sp>
      <p:sp>
        <p:nvSpPr>
          <p:cNvPr id="5" name="Rectangle 47">
            <a:extLst>
              <a:ext uri="{FF2B5EF4-FFF2-40B4-BE49-F238E27FC236}">
                <a16:creationId xmlns:a16="http://schemas.microsoft.com/office/drawing/2014/main" id="{BE8B0128-3107-BD27-E3E5-FB5812AFF0D9}"/>
              </a:ext>
            </a:extLst>
          </p:cNvPr>
          <p:cNvSpPr/>
          <p:nvPr/>
        </p:nvSpPr>
        <p:spPr>
          <a:xfrm>
            <a:off x="7863012" y="2954122"/>
            <a:ext cx="1248796"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La communauté exige la coopération de plusieurs responsables du personnel</a:t>
            </a: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1366608"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Les gestionnaires du personnel travaillent uniquement sur leur propre périmètre et de manière indépendante</a:t>
            </a:r>
          </a:p>
        </p:txBody>
      </p:sp>
      <p:sp>
        <p:nvSpPr>
          <p:cNvPr id="7" name="Rectangle 49">
            <a:extLst>
              <a:ext uri="{FF2B5EF4-FFF2-40B4-BE49-F238E27FC236}">
                <a16:creationId xmlns:a16="http://schemas.microsoft.com/office/drawing/2014/main" id="{E8E4E29D-F3EB-FAF3-AF69-D000DFA1F074}"/>
              </a:ext>
            </a:extLst>
          </p:cNvPr>
          <p:cNvSpPr/>
          <p:nvPr/>
        </p:nvSpPr>
        <p:spPr>
          <a:xfrm>
            <a:off x="7255123" y="2303093"/>
            <a:ext cx="1248797"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Les apprenants de la communauté sont formés à l'auto-organisation</a:t>
            </a: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1397344"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Les managers s'occupent de toutes les de </a:t>
            </a:r>
            <a:r>
              <a:rPr lang="en-US" sz="900" dirty="0" err="1">
                <a:solidFill>
                  <a:schemeClr val="tx1"/>
                </a:solidFill>
              </a:rPr>
              <a:t>logistiququestionse</a:t>
            </a:r>
            <a:r>
              <a:rPr lang="en-US" sz="900" dirty="0">
                <a:solidFill>
                  <a:schemeClr val="tx1"/>
                </a:solidFill>
              </a:rPr>
              <a:t> pour les </a:t>
            </a:r>
            <a:r>
              <a:rPr lang="en-US" sz="900" dirty="0" err="1">
                <a:solidFill>
                  <a:schemeClr val="tx1"/>
                </a:solidFill>
              </a:rPr>
              <a:t>apprentissages</a:t>
            </a:r>
            <a:r>
              <a:rPr lang="en-US" sz="900" dirty="0">
                <a:solidFill>
                  <a:schemeClr val="tx1"/>
                </a:solidFill>
              </a:rPr>
              <a:t>.</a:t>
            </a: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Les managers définissent les sujets d'apprentissage</a:t>
            </a: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1425510"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bg1"/>
                </a:solidFill>
              </a:rPr>
              <a:t>Les managers ont toujours le pouvoir d'opposer leur veto à une session d'apprentissage donnée pour des raisons opérationnelles.</a:t>
            </a:r>
          </a:p>
        </p:txBody>
      </p:sp>
      <p:sp>
        <p:nvSpPr>
          <p:cNvPr id="28" name="Rectangle 53">
            <a:extLst>
              <a:ext uri="{FF2B5EF4-FFF2-40B4-BE49-F238E27FC236}">
                <a16:creationId xmlns:a16="http://schemas.microsoft.com/office/drawing/2014/main" id="{D09DE783-6751-21B0-C272-C393A8DC7FDA}"/>
              </a:ext>
            </a:extLst>
          </p:cNvPr>
          <p:cNvSpPr/>
          <p:nvPr/>
        </p:nvSpPr>
        <p:spPr>
          <a:xfrm>
            <a:off x="7687065" y="5252747"/>
            <a:ext cx="1425510"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L'emploi du temps des apprenants est toujours défini avec la validation des managers.</a:t>
            </a: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1425510"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Les managers sont toujours en charge de la stratégie d'apprentissage sur le tas.</a:t>
            </a: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FAMILIARITÉ</a:t>
            </a:r>
          </a:p>
          <a:p>
            <a:pPr algn="ctr"/>
            <a:r>
              <a:rPr lang="en-US" sz="1100" dirty="0">
                <a:solidFill>
                  <a:schemeClr val="tx1"/>
                </a:solidFill>
              </a:rPr>
              <a:t>Points communs entre l'expérience du projet / produit et l'expérience actuelle des parties prenantes</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4009613" y="2173055"/>
            <a:ext cx="1975268" cy="1600438"/>
          </a:xfrm>
          <a:prstGeom prst="rect">
            <a:avLst/>
          </a:prstGeom>
          <a:noFill/>
        </p:spPr>
        <p:txBody>
          <a:bodyPr wrap="square">
            <a:spAutoFit/>
          </a:bodyPr>
          <a:lstStyle/>
          <a:p>
            <a:pPr marL="0" indent="0" algn="ctr">
              <a:buNone/>
            </a:pPr>
            <a:r>
              <a:rPr lang="en-US" sz="1400" b="1" dirty="0"/>
              <a:t>EXPÉRIENCE ACTUELLE DES PARTIES PRENANTES : </a:t>
            </a:r>
          </a:p>
          <a:p>
            <a:pPr marL="0" indent="0" algn="ctr">
              <a:buNone/>
            </a:pPr>
            <a:r>
              <a:rPr lang="en-US" sz="1400" dirty="0"/>
              <a:t>Gestion de l'absence du personnel quelques jours par an par membre du personnel </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1384995"/>
          </a:xfrm>
          <a:prstGeom prst="rect">
            <a:avLst/>
          </a:prstGeom>
          <a:noFill/>
        </p:spPr>
        <p:txBody>
          <a:bodyPr wrap="square">
            <a:spAutoFit/>
          </a:bodyPr>
          <a:lstStyle/>
          <a:p>
            <a:pPr marL="0" indent="0" algn="ctr">
              <a:buNone/>
            </a:pPr>
            <a:r>
              <a:rPr lang="en-US" sz="1400" b="1" dirty="0"/>
              <a:t>NOUVELLE EXPÉRIENCE </a:t>
            </a:r>
            <a:r>
              <a:rPr lang="en-US" sz="1400" dirty="0"/>
              <a:t>: Apprentissage communautaire pour les membres du personnel</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1323439"/>
          </a:xfrm>
          <a:prstGeom prst="rect">
            <a:avLst/>
          </a:prstGeom>
          <a:noFill/>
        </p:spPr>
        <p:txBody>
          <a:bodyPr wrap="square">
            <a:spAutoFit/>
          </a:bodyPr>
          <a:lstStyle/>
          <a:p>
            <a:pPr marL="0" indent="0" algn="ctr">
              <a:buNone/>
            </a:pPr>
            <a:r>
              <a:rPr lang="en-US" sz="1600" b="1" dirty="0"/>
              <a:t>PORTEUR DE PARTENARIAT CHOISI </a:t>
            </a:r>
            <a:r>
              <a:rPr lang="en-US" sz="1600" dirty="0"/>
              <a:t>: Responsables du personnel</a:t>
            </a:r>
          </a:p>
        </p:txBody>
      </p:sp>
      <p:pic>
        <p:nvPicPr>
          <p:cNvPr id="11" name="Immagine 10" descr="Immagine che contiene interni, persona, circondato, folla&#10;&#10;Descrizione generata automaticamente">
            <a:extLst>
              <a:ext uri="{FF2B5EF4-FFF2-40B4-BE49-F238E27FC236}">
                <a16:creationId xmlns:a16="http://schemas.microsoft.com/office/drawing/2014/main" id="{39639DC3-F5AC-D7DE-5042-83BD75243FC3}"/>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214050" y="4275003"/>
            <a:ext cx="1656078" cy="1017690"/>
          </a:xfrm>
          <a:prstGeom prst="rect">
            <a:avLst/>
          </a:prstGeom>
        </p:spPr>
      </p:pic>
      <p:pic>
        <p:nvPicPr>
          <p:cNvPr id="13" name="Immagine 12" descr="Immagine che contiene lavagnabianca&#10;&#10;Descrizione generata automaticamente">
            <a:extLst>
              <a:ext uri="{FF2B5EF4-FFF2-40B4-BE49-F238E27FC236}">
                <a16:creationId xmlns:a16="http://schemas.microsoft.com/office/drawing/2014/main" id="{94D37706-B49E-8E15-B480-97B1BA0DB114}"/>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4453287" y="4178425"/>
            <a:ext cx="1109966" cy="1109966"/>
          </a:xfrm>
          <a:prstGeom prst="rect">
            <a:avLst/>
          </a:prstGeom>
        </p:spPr>
      </p:pic>
      <p:pic>
        <p:nvPicPr>
          <p:cNvPr id="15" name="Immagine 14" descr="Immagine che contiene edificio, esterni, persona, computer&#10;&#10;Descrizione generata automaticamente">
            <a:extLst>
              <a:ext uri="{FF2B5EF4-FFF2-40B4-BE49-F238E27FC236}">
                <a16:creationId xmlns:a16="http://schemas.microsoft.com/office/drawing/2014/main" id="{05CEAE96-6147-77F8-920E-1713BBABFBDF}"/>
              </a:ext>
            </a:extLst>
          </p:cNvPr>
          <p:cNvPicPr>
            <a:picLocks noChangeAspect="1"/>
          </p:cNvPicPr>
          <p:nvPr/>
        </p:nvPicPr>
        <p:blipFill rotWithShape="1">
          <a:blip r:embed="rId8" cstate="screen">
            <a:extLst>
              <a:ext uri="{28A0092B-C50C-407E-A947-70E740481C1C}">
                <a14:useLocalDpi xmlns:a14="http://schemas.microsoft.com/office/drawing/2010/main"/>
              </a:ext>
              <a:ext uri="{837473B0-CC2E-450A-ABE3-18F120FF3D39}">
                <a1611:picAttrSrcUrl xmlns:a1611="http://schemas.microsoft.com/office/drawing/2016/11/main" r:id="rId9"/>
              </a:ext>
            </a:extLst>
          </a:blip>
          <a:srcRect/>
          <a:stretch/>
        </p:blipFill>
        <p:spPr>
          <a:xfrm>
            <a:off x="2271942" y="4270701"/>
            <a:ext cx="1527005" cy="1019357"/>
          </a:xfrm>
          <a:prstGeom prst="rect">
            <a:avLst/>
          </a:prstGeom>
        </p:spPr>
      </p:pic>
    </p:spTree>
    <p:extLst>
      <p:ext uri="{BB962C8B-B14F-4D97-AF65-F5344CB8AC3E}">
        <p14:creationId xmlns:p14="http://schemas.microsoft.com/office/powerpoint/2010/main" val="17459872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Changer la façon dont nous apprenons socialement</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Rencontre avec d'autres entreprises</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La communauté devient un lieu de prise de décisions</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Nouvelles méthodes de travail en collaboration</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Apprentissage communautaire</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Réseau en ligne de pairs d'entreprises</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Nouveau type de mutualisation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7" y="2235049"/>
            <a:ext cx="1582911"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Réduire les coûts de documentation dus à la redondance entre les services</a:t>
            </a:r>
          </a:p>
        </p:txBody>
      </p:sp>
      <p:sp>
        <p:nvSpPr>
          <p:cNvPr id="20" name="Rectangle 19">
            <a:extLst>
              <a:ext uri="{FF2B5EF4-FFF2-40B4-BE49-F238E27FC236}">
                <a16:creationId xmlns:a16="http://schemas.microsoft.com/office/drawing/2014/main" id="{26408BAC-151A-4937-8139-07370AEB2B17}"/>
              </a:ext>
            </a:extLst>
          </p:cNvPr>
          <p:cNvSpPr/>
          <p:nvPr/>
        </p:nvSpPr>
        <p:spPr>
          <a:xfrm>
            <a:off x="8298596" y="2913432"/>
            <a:ext cx="1474987"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Coopération entre les dirigeants et les gestionnaires de la communauté</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Plus de rétention</a:t>
            </a: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Plus de compétitivité</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Croissance de l'entreprise</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Une mobilité interne accrue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317617"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978213" y="2020186"/>
            <a:ext cx="77306"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Pourquoi ne pas essayer ?</a:t>
            </a:r>
            <a:br>
              <a:rPr lang="en-US" sz="3200"/>
            </a:br>
            <a:r>
              <a:rPr lang="en-US" sz="3200"/>
              <a:t>L'arbre de la sérendipité (exemple de version atelier visuel)</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036090" y="3379002"/>
            <a:ext cx="651115"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03223"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De meilleures relations avec la direction</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036090" y="2541915"/>
            <a:ext cx="388388"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Un esprit d'entreprise libéré</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Recouper la documentation de l'entreprise pour y trouver les meilleures pratiques</a:t>
            </a:r>
          </a:p>
        </p:txBody>
      </p:sp>
      <p:sp>
        <p:nvSpPr>
          <p:cNvPr id="6" name="Rectangle 38">
            <a:extLst>
              <a:ext uri="{FF2B5EF4-FFF2-40B4-BE49-F238E27FC236}">
                <a16:creationId xmlns:a16="http://schemas.microsoft.com/office/drawing/2014/main" id="{5B2DEFE8-6EC9-3666-0078-CB9A4552989C}"/>
              </a:ext>
            </a:extLst>
          </p:cNvPr>
          <p:cNvSpPr/>
          <p:nvPr/>
        </p:nvSpPr>
        <p:spPr>
          <a:xfrm>
            <a:off x="4591619" y="551515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Concrétisation</a:t>
            </a:r>
          </a:p>
        </p:txBody>
      </p:sp>
      <p:sp>
        <p:nvSpPr>
          <p:cNvPr id="11" name="Rectangle 39">
            <a:extLst>
              <a:ext uri="{FF2B5EF4-FFF2-40B4-BE49-F238E27FC236}">
                <a16:creationId xmlns:a16="http://schemas.microsoft.com/office/drawing/2014/main" id="{C251BD9A-6908-BA96-2B6B-AA42DE11484D}"/>
              </a:ext>
            </a:extLst>
          </p:cNvPr>
          <p:cNvSpPr/>
          <p:nvPr/>
        </p:nvSpPr>
        <p:spPr>
          <a:xfrm>
            <a:off x="4591619" y="4921527"/>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Conséquence positive</a:t>
            </a:r>
          </a:p>
        </p:txBody>
      </p:sp>
      <p:sp>
        <p:nvSpPr>
          <p:cNvPr id="16" name="Rectangle 44">
            <a:extLst>
              <a:ext uri="{FF2B5EF4-FFF2-40B4-BE49-F238E27FC236}">
                <a16:creationId xmlns:a16="http://schemas.microsoft.com/office/drawing/2014/main" id="{A26CD0A8-686E-0225-ED5C-58681CFE58B4}"/>
              </a:ext>
            </a:extLst>
          </p:cNvPr>
          <p:cNvSpPr/>
          <p:nvPr/>
        </p:nvSpPr>
        <p:spPr>
          <a:xfrm>
            <a:off x="4591619" y="6108779"/>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Motivation de base</a:t>
            </a:r>
          </a:p>
        </p:txBody>
      </p:sp>
      <p:sp>
        <p:nvSpPr>
          <p:cNvPr id="18" name="CasellaDiTesto 17">
            <a:extLst>
              <a:ext uri="{FF2B5EF4-FFF2-40B4-BE49-F238E27FC236}">
                <a16:creationId xmlns:a16="http://schemas.microsoft.com/office/drawing/2014/main" id="{F53604D8-E692-7F96-F3BC-2F40E1A71B7E}"/>
              </a:ext>
            </a:extLst>
          </p:cNvPr>
          <p:cNvSpPr txBox="1"/>
          <p:nvPr/>
        </p:nvSpPr>
        <p:spPr>
          <a:xfrm>
            <a:off x="4431950" y="4252178"/>
            <a:ext cx="1544433" cy="646331"/>
          </a:xfrm>
          <a:prstGeom prst="rect">
            <a:avLst/>
          </a:prstGeom>
          <a:noFill/>
        </p:spPr>
        <p:txBody>
          <a:bodyPr wrap="square">
            <a:spAutoFit/>
          </a:bodyPr>
          <a:lstStyle/>
          <a:p>
            <a:pPr algn="ctr"/>
            <a:r>
              <a:rPr lang="en-US" b="1" dirty="0">
                <a:solidFill>
                  <a:schemeClr val="tx1"/>
                </a:solidFill>
              </a:rPr>
              <a:t>Légende de l'atelier</a:t>
            </a:r>
          </a:p>
        </p:txBody>
      </p:sp>
      <p:pic>
        <p:nvPicPr>
          <p:cNvPr id="19" name="Immagine 18" descr="Immagine che contiene persona, gruppo, persone, folla&#10;&#10;Descrizione generata automaticamente">
            <a:extLst>
              <a:ext uri="{FF2B5EF4-FFF2-40B4-BE49-F238E27FC236}">
                <a16:creationId xmlns:a16="http://schemas.microsoft.com/office/drawing/2014/main" id="{A4360F79-3AE6-07EE-880F-173D411A2218}"/>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571746" y="2229695"/>
            <a:ext cx="1627236" cy="1085672"/>
          </a:xfrm>
          <a:prstGeom prst="rect">
            <a:avLst/>
          </a:prstGeom>
        </p:spPr>
      </p:pic>
      <p:sp>
        <p:nvSpPr>
          <p:cNvPr id="24" name="Segnaposto contenuto 2">
            <a:extLst>
              <a:ext uri="{FF2B5EF4-FFF2-40B4-BE49-F238E27FC236}">
                <a16:creationId xmlns:a16="http://schemas.microsoft.com/office/drawing/2014/main" id="{24BAB7B8-4BC0-8943-594B-C8AD3EDBCBF7}"/>
              </a:ext>
            </a:extLst>
          </p:cNvPr>
          <p:cNvSpPr>
            <a:spLocks noGrp="1"/>
          </p:cNvSpPr>
          <p:nvPr>
            <p:ph idx="1"/>
          </p:nvPr>
        </p:nvSpPr>
        <p:spPr>
          <a:xfrm>
            <a:off x="380935" y="3717827"/>
            <a:ext cx="2731568" cy="2844799"/>
          </a:xfrm>
        </p:spPr>
        <p:txBody>
          <a:bodyPr>
            <a:normAutofit/>
          </a:bodyPr>
          <a:lstStyle/>
          <a:p>
            <a:pPr marL="0" indent="0">
              <a:buNone/>
            </a:pPr>
            <a:r>
              <a:rPr lang="en-US" sz="1400" dirty="0"/>
              <a:t>Brainstorm sur les effets fortuits possibles du lancement d'une initiative de transformation de l'apprentissage.</a:t>
            </a:r>
            <a:endParaRPr lang="en-US" sz="1200" dirty="0"/>
          </a:p>
        </p:txBody>
      </p:sp>
    </p:spTree>
    <p:extLst>
      <p:ext uri="{BB962C8B-B14F-4D97-AF65-F5344CB8AC3E}">
        <p14:creationId xmlns:p14="http://schemas.microsoft.com/office/powerpoint/2010/main" val="38688409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183CCA1B-1322-6A04-3870-54B01A18F55F}"/>
              </a:ext>
            </a:extLst>
          </p:cNvPr>
          <p:cNvSpPr>
            <a:spLocks noGrp="1"/>
          </p:cNvSpPr>
          <p:nvPr>
            <p:ph idx="1"/>
          </p:nvPr>
        </p:nvSpPr>
        <p:spPr>
          <a:xfrm>
            <a:off x="838200" y="2512381"/>
            <a:ext cx="3642360" cy="3664581"/>
          </a:xfrm>
        </p:spPr>
        <p:txBody>
          <a:bodyPr>
            <a:normAutofit lnSpcReduction="10000"/>
          </a:bodyPr>
          <a:lstStyle/>
          <a:p>
            <a:pPr marL="0" indent="0">
              <a:buNone/>
            </a:pPr>
            <a:r>
              <a:rPr lang="en-US" sz="1800" dirty="0" err="1"/>
              <a:t>Vous</a:t>
            </a:r>
            <a:r>
              <a:rPr lang="en-US" sz="1800" dirty="0"/>
              <a:t> </a:t>
            </a:r>
            <a:r>
              <a:rPr lang="en-US" sz="1800" dirty="0" err="1"/>
              <a:t>êtes</a:t>
            </a:r>
            <a:r>
              <a:rPr lang="en-US" sz="1800" dirty="0"/>
              <a:t> le </a:t>
            </a:r>
            <a:r>
              <a:rPr lang="en-US" sz="1800" dirty="0" err="1"/>
              <a:t>responsable</a:t>
            </a:r>
            <a:r>
              <a:rPr lang="en-US" sz="1800" dirty="0"/>
              <a:t> </a:t>
            </a:r>
            <a:r>
              <a:rPr lang="en-US" sz="1800" dirty="0" err="1"/>
              <a:t>produit</a:t>
            </a:r>
            <a:r>
              <a:rPr lang="en-US" sz="1800" dirty="0"/>
              <a:t> d’un </a:t>
            </a:r>
            <a:r>
              <a:rPr lang="en-US" sz="1800" dirty="0" err="1"/>
              <a:t>avioneur</a:t>
            </a:r>
            <a:r>
              <a:rPr lang="en-US" sz="1800" dirty="0"/>
              <a:t> </a:t>
            </a:r>
            <a:r>
              <a:rPr lang="en-US" sz="1800" dirty="0" err="1"/>
              <a:t>réputé</a:t>
            </a:r>
            <a:r>
              <a:rPr lang="en-US" sz="1800" dirty="0"/>
              <a:t> et </a:t>
            </a:r>
            <a:r>
              <a:rPr lang="en-US" sz="1800" dirty="0" err="1"/>
              <a:t>expérimenté</a:t>
            </a:r>
            <a:r>
              <a:rPr lang="en-US" sz="1800" dirty="0"/>
              <a:t>.</a:t>
            </a:r>
          </a:p>
          <a:p>
            <a:pPr marL="0" indent="0">
              <a:buNone/>
            </a:pPr>
            <a:endParaRPr lang="en-US" sz="1800" dirty="0"/>
          </a:p>
          <a:p>
            <a:pPr marL="0" indent="0">
              <a:buNone/>
            </a:pPr>
            <a:r>
              <a:rPr lang="en-US" sz="1800" dirty="0" err="1"/>
              <a:t>Vous</a:t>
            </a:r>
            <a:r>
              <a:rPr lang="en-US" sz="1800" dirty="0"/>
              <a:t> </a:t>
            </a:r>
            <a:r>
              <a:rPr lang="en-US" sz="1800" dirty="0" err="1"/>
              <a:t>travaillez</a:t>
            </a:r>
            <a:r>
              <a:rPr lang="en-US" sz="1800" dirty="0"/>
              <a:t> avec </a:t>
            </a:r>
            <a:r>
              <a:rPr lang="en-US" sz="1800" dirty="0" err="1"/>
              <a:t>plusieurs</a:t>
            </a:r>
            <a:r>
              <a:rPr lang="en-US" sz="1800" dirty="0"/>
              <a:t> </a:t>
            </a:r>
            <a:r>
              <a:rPr lang="en-US" sz="1800" dirty="0" err="1"/>
              <a:t>équipes</a:t>
            </a:r>
            <a:r>
              <a:rPr lang="en-US" sz="1800" dirty="0"/>
              <a:t> d'experts et de managers, et vous voulez définir ensemble la vision et la </a:t>
            </a:r>
            <a:r>
              <a:rPr lang="en-US" sz="1800" dirty="0" err="1"/>
              <a:t>finalité</a:t>
            </a:r>
            <a:r>
              <a:rPr lang="en-US" sz="1800" dirty="0"/>
              <a:t> de </a:t>
            </a:r>
            <a:r>
              <a:rPr lang="en-US" sz="1800" dirty="0" err="1"/>
              <a:t>ce</a:t>
            </a:r>
            <a:r>
              <a:rPr lang="en-US" sz="1800" dirty="0"/>
              <a:t> nouveau </a:t>
            </a:r>
            <a:r>
              <a:rPr lang="en-US" sz="1800" dirty="0" err="1"/>
              <a:t>produit</a:t>
            </a:r>
            <a:r>
              <a:rPr lang="en-US" sz="1800" dirty="0"/>
              <a:t> innovant et très </a:t>
            </a:r>
            <a:r>
              <a:rPr lang="en-US" sz="1800" dirty="0" err="1"/>
              <a:t>ambitieux</a:t>
            </a:r>
            <a:r>
              <a:rPr lang="en-US" sz="1800" dirty="0"/>
              <a:t>. </a:t>
            </a:r>
          </a:p>
          <a:p>
            <a:pPr marL="0" indent="0">
              <a:buNone/>
            </a:pPr>
            <a:endParaRPr lang="en-US" sz="1800" dirty="0"/>
          </a:p>
          <a:p>
            <a:pPr marL="0" indent="0">
              <a:buNone/>
            </a:pPr>
            <a:r>
              <a:rPr lang="en-US" sz="1800" dirty="0"/>
              <a:t>Vous décidez d'utiliser les 6 </a:t>
            </a:r>
            <a:r>
              <a:rPr lang="en-US" sz="1800" dirty="0" err="1"/>
              <a:t>Canevas</a:t>
            </a:r>
            <a:r>
              <a:rPr lang="en-US" sz="1800" dirty="0"/>
              <a:t> POURQUOI pour mettre en forme vos réflexions collectives.</a:t>
            </a:r>
          </a:p>
        </p:txBody>
      </p:sp>
      <p:pic>
        <p:nvPicPr>
          <p:cNvPr id="5" name="Immagine 3">
            <a:extLst>
              <a:ext uri="{FF2B5EF4-FFF2-40B4-BE49-F238E27FC236}">
                <a16:creationId xmlns:a16="http://schemas.microsoft.com/office/drawing/2014/main" id="{B05B1533-DE26-7BC1-8A7F-8E9544A7DACA}"/>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6279460" y="2869622"/>
            <a:ext cx="3370567" cy="1503528"/>
          </a:xfrm>
          <a:prstGeom prst="rect">
            <a:avLst/>
          </a:prstGeom>
        </p:spPr>
      </p:pic>
      <p:sp>
        <p:nvSpPr>
          <p:cNvPr id="8" name="Titolo 1">
            <a:extLst>
              <a:ext uri="{FF2B5EF4-FFF2-40B4-BE49-F238E27FC236}">
                <a16:creationId xmlns:a16="http://schemas.microsoft.com/office/drawing/2014/main" id="{2F015651-2D66-492C-84CC-5737E7B4DC93}"/>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Cas d'utilisation 2</a:t>
            </a:r>
            <a:br>
              <a:rPr lang="en-US"/>
            </a:br>
            <a:r>
              <a:rPr lang="en-US"/>
              <a:t>Un nouveau type d'avion entièrement électrique</a:t>
            </a:r>
            <a:endParaRPr lang="en-US" dirty="0"/>
          </a:p>
        </p:txBody>
      </p:sp>
    </p:spTree>
    <p:extLst>
      <p:ext uri="{BB962C8B-B14F-4D97-AF65-F5344CB8AC3E}">
        <p14:creationId xmlns:p14="http://schemas.microsoft.com/office/powerpoint/2010/main" val="34731095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4C6A6531-BC17-45C2-ACEE-E0D68875DE67}"/>
              </a:ext>
            </a:extLst>
          </p:cNvPr>
          <p:cNvGrpSpPr/>
          <p:nvPr/>
        </p:nvGrpSpPr>
        <p:grpSpPr>
          <a:xfrm>
            <a:off x="463550" y="1420160"/>
            <a:ext cx="11264900" cy="5026360"/>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GRAND BUT</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LES MAUVAIS SOUVENIRS POUR ÉVITER QU'ILS NE SE REPRODUISENT</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FICTIVES ERRONÉES - RISQUES</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DE BONS SOUVENIRS À RECRÉER</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HISTOIRES IDÉALES</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5" name="Rectangle 14">
            <a:extLst>
              <a:ext uri="{FF2B5EF4-FFF2-40B4-BE49-F238E27FC236}">
                <a16:creationId xmlns:a16="http://schemas.microsoft.com/office/drawing/2014/main" id="{931ED3A0-3A92-4E8E-89BD-2F150AD7B50C}"/>
              </a:ext>
            </a:extLst>
          </p:cNvPr>
          <p:cNvSpPr/>
          <p:nvPr/>
        </p:nvSpPr>
        <p:spPr>
          <a:xfrm>
            <a:off x="5157216" y="2016472"/>
            <a:ext cx="1670158"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50% du trafic aérien mondial en 2050 sera effectué avec notre avion</a:t>
            </a:r>
          </a:p>
        </p:txBody>
      </p:sp>
      <p:sp>
        <p:nvSpPr>
          <p:cNvPr id="28" name="Rectangle 27">
            <a:extLst>
              <a:ext uri="{FF2B5EF4-FFF2-40B4-BE49-F238E27FC236}">
                <a16:creationId xmlns:a16="http://schemas.microsoft.com/office/drawing/2014/main" id="{CBB1940F-0E89-4402-9806-4C947E946E25}"/>
              </a:ext>
            </a:extLst>
          </p:cNvPr>
          <p:cNvSpPr/>
          <p:nvPr/>
        </p:nvSpPr>
        <p:spPr>
          <a:xfrm>
            <a:off x="6673401"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Films sur l'industrie aéronautique</a:t>
            </a:r>
          </a:p>
        </p:txBody>
      </p:sp>
      <p:sp>
        <p:nvSpPr>
          <p:cNvPr id="29" name="Rectangle 28">
            <a:extLst>
              <a:ext uri="{FF2B5EF4-FFF2-40B4-BE49-F238E27FC236}">
                <a16:creationId xmlns:a16="http://schemas.microsoft.com/office/drawing/2014/main" id="{67D74174-932B-4B33-8C34-BE9AA86A7D9E}"/>
              </a:ext>
            </a:extLst>
          </p:cNvPr>
          <p:cNvSpPr/>
          <p:nvPr/>
        </p:nvSpPr>
        <p:spPr>
          <a:xfrm>
            <a:off x="7863348"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 personnes travaillant avec passion depuis des années </a:t>
            </a:r>
          </a:p>
        </p:txBody>
      </p:sp>
      <p:sp>
        <p:nvSpPr>
          <p:cNvPr id="34" name="Rectangle 33">
            <a:extLst>
              <a:ext uri="{FF2B5EF4-FFF2-40B4-BE49-F238E27FC236}">
                <a16:creationId xmlns:a16="http://schemas.microsoft.com/office/drawing/2014/main" id="{E44D38C6-FBBC-4DF7-9F62-A1F30B410673}"/>
              </a:ext>
            </a:extLst>
          </p:cNvPr>
          <p:cNvSpPr/>
          <p:nvPr/>
        </p:nvSpPr>
        <p:spPr>
          <a:xfrm>
            <a:off x="3577702" y="5435176"/>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Citoyenneté mondiale</a:t>
            </a:r>
          </a:p>
        </p:txBody>
      </p:sp>
      <p:sp>
        <p:nvSpPr>
          <p:cNvPr id="35" name="Rectangle 34">
            <a:extLst>
              <a:ext uri="{FF2B5EF4-FFF2-40B4-BE49-F238E27FC236}">
                <a16:creationId xmlns:a16="http://schemas.microsoft.com/office/drawing/2014/main" id="{F9B632FC-22D0-48C9-ABCB-B775849179BA}"/>
              </a:ext>
            </a:extLst>
          </p:cNvPr>
          <p:cNvSpPr/>
          <p:nvPr/>
        </p:nvSpPr>
        <p:spPr>
          <a:xfrm>
            <a:off x="531501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Innovation</a:t>
            </a:r>
          </a:p>
        </p:txBody>
      </p:sp>
      <p:sp>
        <p:nvSpPr>
          <p:cNvPr id="36" name="Rectangle 35">
            <a:extLst>
              <a:ext uri="{FF2B5EF4-FFF2-40B4-BE49-F238E27FC236}">
                <a16:creationId xmlns:a16="http://schemas.microsoft.com/office/drawing/2014/main" id="{4FF508ED-1802-40CA-9D67-BB9767775C0C}"/>
              </a:ext>
            </a:extLst>
          </p:cNvPr>
          <p:cNvSpPr/>
          <p:nvPr/>
        </p:nvSpPr>
        <p:spPr>
          <a:xfrm>
            <a:off x="702850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Transport durable</a:t>
            </a:r>
          </a:p>
        </p:txBody>
      </p:sp>
      <p:sp>
        <p:nvSpPr>
          <p:cNvPr id="37" name="Titre 1">
            <a:extLst>
              <a:ext uri="{FF2B5EF4-FFF2-40B4-BE49-F238E27FC236}">
                <a16:creationId xmlns:a16="http://schemas.microsoft.com/office/drawing/2014/main" id="{59140D95-A43B-4263-B551-DD98CAA4AFFA}"/>
              </a:ext>
            </a:extLst>
          </p:cNvPr>
          <p:cNvSpPr txBox="1">
            <a:spLocks/>
          </p:cNvSpPr>
          <p:nvPr/>
        </p:nvSpPr>
        <p:spPr>
          <a:xfrm>
            <a:off x="4086" y="1653666"/>
            <a:ext cx="1928603" cy="143140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600" b="1" dirty="0"/>
          </a:p>
        </p:txBody>
      </p:sp>
      <p:sp>
        <p:nvSpPr>
          <p:cNvPr id="41" name="Rectangle 40">
            <a:extLst>
              <a:ext uri="{FF2B5EF4-FFF2-40B4-BE49-F238E27FC236}">
                <a16:creationId xmlns:a16="http://schemas.microsoft.com/office/drawing/2014/main" id="{2FB037F4-EB3E-4E62-8889-F3A58A7C9334}"/>
              </a:ext>
            </a:extLst>
          </p:cNvPr>
          <p:cNvSpPr/>
          <p:nvPr/>
        </p:nvSpPr>
        <p:spPr>
          <a:xfrm>
            <a:off x="5340046" y="3276893"/>
            <a:ext cx="1469785"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Coopération internationale entre pays égaux</a:t>
            </a:r>
          </a:p>
        </p:txBody>
      </p:sp>
      <p:sp>
        <p:nvSpPr>
          <p:cNvPr id="43" name="Rectangle 42">
            <a:extLst>
              <a:ext uri="{FF2B5EF4-FFF2-40B4-BE49-F238E27FC236}">
                <a16:creationId xmlns:a16="http://schemas.microsoft.com/office/drawing/2014/main" id="{85CE9BC5-E6C8-4FE1-A874-45B2A994EB0E}"/>
              </a:ext>
            </a:extLst>
          </p:cNvPr>
          <p:cNvSpPr/>
          <p:nvPr/>
        </p:nvSpPr>
        <p:spPr>
          <a:xfrm>
            <a:off x="2040666" y="434824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Accident du Concorde</a:t>
            </a:r>
          </a:p>
        </p:txBody>
      </p:sp>
      <p:sp>
        <p:nvSpPr>
          <p:cNvPr id="44" name="Rectangle 43">
            <a:extLst>
              <a:ext uri="{FF2B5EF4-FFF2-40B4-BE49-F238E27FC236}">
                <a16:creationId xmlns:a16="http://schemas.microsoft.com/office/drawing/2014/main" id="{271544CF-27B6-49ED-B757-486D558A6BD9}"/>
              </a:ext>
            </a:extLst>
          </p:cNvPr>
          <p:cNvSpPr/>
          <p:nvPr/>
        </p:nvSpPr>
        <p:spPr>
          <a:xfrm>
            <a:off x="3230613" y="447687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Piste d'atterrissage trop serrée, rendant l'atterrissage trop difficile</a:t>
            </a:r>
          </a:p>
        </p:txBody>
      </p:sp>
      <p:sp>
        <p:nvSpPr>
          <p:cNvPr id="45" name="Rectangle 44">
            <a:extLst>
              <a:ext uri="{FF2B5EF4-FFF2-40B4-BE49-F238E27FC236}">
                <a16:creationId xmlns:a16="http://schemas.microsoft.com/office/drawing/2014/main" id="{D43A0727-9E23-429C-92B1-B12657F0FB77}"/>
              </a:ext>
            </a:extLst>
          </p:cNvPr>
          <p:cNvSpPr/>
          <p:nvPr/>
        </p:nvSpPr>
        <p:spPr>
          <a:xfrm>
            <a:off x="4411296" y="434824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Des billets super chers lors du lancement de nouveaux plans</a:t>
            </a:r>
          </a:p>
        </p:txBody>
      </p:sp>
      <p:sp>
        <p:nvSpPr>
          <p:cNvPr id="46" name="Rectangle 45">
            <a:extLst>
              <a:ext uri="{FF2B5EF4-FFF2-40B4-BE49-F238E27FC236}">
                <a16:creationId xmlns:a16="http://schemas.microsoft.com/office/drawing/2014/main" id="{25ADDED6-A855-462A-8F8D-69EA2075746D}"/>
              </a:ext>
            </a:extLst>
          </p:cNvPr>
          <p:cNvSpPr/>
          <p:nvPr/>
        </p:nvSpPr>
        <p:spPr>
          <a:xfrm>
            <a:off x="7984005" y="335684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Soutien des gouvernements du G20 dans le monde</a:t>
            </a:r>
          </a:p>
        </p:txBody>
      </p:sp>
      <p:sp>
        <p:nvSpPr>
          <p:cNvPr id="47" name="Rectangle 46">
            <a:extLst>
              <a:ext uri="{FF2B5EF4-FFF2-40B4-BE49-F238E27FC236}">
                <a16:creationId xmlns:a16="http://schemas.microsoft.com/office/drawing/2014/main" id="{8BEB797D-1D73-407C-AD48-9DE77FAA1522}"/>
              </a:ext>
            </a:extLst>
          </p:cNvPr>
          <p:cNvSpPr/>
          <p:nvPr/>
        </p:nvSpPr>
        <p:spPr>
          <a:xfrm>
            <a:off x="2371243" y="3276893"/>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Un avion est piraté ou transformé en drone terroriste</a:t>
            </a:r>
          </a:p>
        </p:txBody>
      </p:sp>
      <p:pic>
        <p:nvPicPr>
          <p:cNvPr id="4" name="Immagine 3">
            <a:extLst>
              <a:ext uri="{FF2B5EF4-FFF2-40B4-BE49-F238E27FC236}">
                <a16:creationId xmlns:a16="http://schemas.microsoft.com/office/drawing/2014/main" id="{7FF09E1B-A3C0-7255-DAC3-5CA201609524}"/>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274173" y="1839573"/>
            <a:ext cx="2000019" cy="892160"/>
          </a:xfrm>
          <a:prstGeom prst="rect">
            <a:avLst/>
          </a:prstGeom>
        </p:spPr>
      </p:pic>
      <p:sp>
        <p:nvSpPr>
          <p:cNvPr id="11" name="Titolo 1">
            <a:extLst>
              <a:ext uri="{FF2B5EF4-FFF2-40B4-BE49-F238E27FC236}">
                <a16:creationId xmlns:a16="http://schemas.microsoft.com/office/drawing/2014/main" id="{77EBB4B7-7DD3-81D9-63A2-0C8C9EAE26F3}"/>
              </a:ext>
            </a:extLst>
          </p:cNvPr>
          <p:cNvSpPr>
            <a:spLocks noGrp="1"/>
          </p:cNvSpPr>
          <p:nvPr>
            <p:ph type="title"/>
          </p:nvPr>
        </p:nvSpPr>
        <p:spPr>
          <a:xfrm>
            <a:off x="634013" y="123439"/>
            <a:ext cx="10578483" cy="1325563"/>
          </a:xfrm>
        </p:spPr>
        <p:txBody>
          <a:bodyPr>
            <a:normAutofit fontScale="90000"/>
          </a:bodyPr>
          <a:lstStyle/>
          <a:p>
            <a:r>
              <a:rPr lang="en-US" dirty="0"/>
              <a:t>Cas </a:t>
            </a:r>
            <a:r>
              <a:rPr lang="en-US" dirty="0" err="1"/>
              <a:t>d'utilisation</a:t>
            </a:r>
            <a:r>
              <a:rPr lang="en-US" dirty="0"/>
              <a:t> 2</a:t>
            </a:r>
            <a:br>
              <a:rPr lang="en-US" dirty="0"/>
            </a:br>
            <a:r>
              <a:rPr lang="en-US" dirty="0"/>
              <a:t>U</a:t>
            </a:r>
            <a:r>
              <a:rPr lang="en-US" sz="4400" dirty="0"/>
              <a:t>n nouveau type </a:t>
            </a:r>
            <a:r>
              <a:rPr lang="en-US" sz="4400" dirty="0" err="1"/>
              <a:t>d'avion</a:t>
            </a:r>
            <a:r>
              <a:rPr lang="en-US" sz="4400" dirty="0"/>
              <a:t> </a:t>
            </a:r>
            <a:r>
              <a:rPr lang="en-US" sz="4400" dirty="0" err="1"/>
              <a:t>entièrement</a:t>
            </a:r>
            <a:r>
              <a:rPr lang="en-US" sz="4400" dirty="0"/>
              <a:t> </a:t>
            </a:r>
            <a:r>
              <a:rPr lang="en-US" sz="4400" dirty="0" err="1"/>
              <a:t>électrique</a:t>
            </a:r>
            <a:endParaRPr lang="en-US" dirty="0"/>
          </a:p>
        </p:txBody>
      </p:sp>
    </p:spTree>
    <p:extLst>
      <p:ext uri="{BB962C8B-B14F-4D97-AF65-F5344CB8AC3E}">
        <p14:creationId xmlns:p14="http://schemas.microsoft.com/office/powerpoint/2010/main" val="42211102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918624" y="2940263"/>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Impact </a:t>
            </a:r>
            <a:r>
              <a:rPr lang="en-US" sz="900" dirty="0" err="1">
                <a:solidFill>
                  <a:schemeClr val="tx1"/>
                </a:solidFill>
              </a:rPr>
              <a:t>sonore</a:t>
            </a:r>
            <a:r>
              <a:rPr lang="en-US" sz="900" dirty="0">
                <a:solidFill>
                  <a:schemeClr val="tx1"/>
                </a:solidFill>
              </a:rPr>
              <a:t> </a:t>
            </a:r>
            <a:r>
              <a:rPr lang="en-US" sz="900" dirty="0" err="1">
                <a:solidFill>
                  <a:schemeClr val="tx1"/>
                </a:solidFill>
              </a:rPr>
              <a:t>limité</a:t>
            </a:r>
            <a:r>
              <a:rPr lang="en-US" sz="900" dirty="0">
                <a:solidFill>
                  <a:schemeClr val="tx1"/>
                </a:solidFill>
              </a:rPr>
              <a:t> pour les </a:t>
            </a:r>
            <a:r>
              <a:rPr lang="en-US" sz="900" dirty="0" err="1">
                <a:solidFill>
                  <a:schemeClr val="tx1"/>
                </a:solidFill>
              </a:rPr>
              <a:t>riverains</a:t>
            </a:r>
            <a:endParaRPr lang="en-US" sz="900" dirty="0">
              <a:solidFill>
                <a:schemeClr val="tx1"/>
              </a:solidFill>
            </a:endParaRP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Plus </a:t>
            </a:r>
            <a:r>
              <a:rPr lang="en-US" sz="1000" dirty="0" err="1">
                <a:solidFill>
                  <a:schemeClr val="tx1"/>
                </a:solidFill>
              </a:rPr>
              <a:t>besoin</a:t>
            </a:r>
            <a:r>
              <a:rPr lang="en-US" sz="1000" dirty="0">
                <a:solidFill>
                  <a:schemeClr val="tx1"/>
                </a:solidFill>
              </a:rPr>
              <a:t> </a:t>
            </a:r>
            <a:r>
              <a:rPr lang="en-US" sz="1000" dirty="0" err="1">
                <a:solidFill>
                  <a:schemeClr val="tx1"/>
                </a:solidFill>
              </a:rPr>
              <a:t>d’acheminer</a:t>
            </a:r>
            <a:r>
              <a:rPr lang="en-US" sz="1000" dirty="0">
                <a:solidFill>
                  <a:schemeClr val="tx1"/>
                </a:solidFill>
              </a:rPr>
              <a:t> du </a:t>
            </a:r>
            <a:r>
              <a:rPr lang="en-US" sz="1000" dirty="0" err="1">
                <a:solidFill>
                  <a:schemeClr val="tx1"/>
                </a:solidFill>
              </a:rPr>
              <a:t>Kérosène</a:t>
            </a:r>
            <a:endParaRPr lang="en-US" sz="1000" dirty="0">
              <a:solidFill>
                <a:schemeClr val="tx1"/>
              </a:solidFill>
            </a:endParaRP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Chaine</a:t>
            </a:r>
            <a:r>
              <a:rPr lang="en-US" sz="1000" dirty="0">
                <a:solidFill>
                  <a:schemeClr val="bg1"/>
                </a:solidFill>
              </a:rPr>
              <a:t> </a:t>
            </a:r>
            <a:r>
              <a:rPr lang="en-US" sz="1000" dirty="0" err="1">
                <a:solidFill>
                  <a:schemeClr val="bg1"/>
                </a:solidFill>
              </a:rPr>
              <a:t>logistique</a:t>
            </a:r>
            <a:r>
              <a:rPr lang="en-US" sz="1000" dirty="0">
                <a:solidFill>
                  <a:schemeClr val="bg1"/>
                </a:solidFill>
              </a:rPr>
              <a:t> pour charger le carburant</a:t>
            </a:r>
          </a:p>
        </p:txBody>
      </p:sp>
      <p:sp>
        <p:nvSpPr>
          <p:cNvPr id="7" name="Rectangle 49">
            <a:extLst>
              <a:ext uri="{FF2B5EF4-FFF2-40B4-BE49-F238E27FC236}">
                <a16:creationId xmlns:a16="http://schemas.microsoft.com/office/drawing/2014/main" id="{E8E4E29D-F3EB-FAF3-AF69-D000DFA1F074}"/>
              </a:ext>
            </a:extLst>
          </p:cNvPr>
          <p:cNvSpPr/>
          <p:nvPr/>
        </p:nvSpPr>
        <p:spPr>
          <a:xfrm>
            <a:off x="7673485" y="2311175"/>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Impact </a:t>
            </a:r>
            <a:r>
              <a:rPr lang="en-US" sz="1000" dirty="0" err="1">
                <a:solidFill>
                  <a:schemeClr val="tx1"/>
                </a:solidFill>
              </a:rPr>
              <a:t>carbone</a:t>
            </a:r>
            <a:r>
              <a:rPr lang="en-US" sz="1000" dirty="0">
                <a:solidFill>
                  <a:schemeClr val="tx1"/>
                </a:solidFill>
              </a:rPr>
              <a:t> très </a:t>
            </a:r>
            <a:r>
              <a:rPr lang="en-US" sz="1000" dirty="0" err="1">
                <a:solidFill>
                  <a:schemeClr val="tx1"/>
                </a:solidFill>
              </a:rPr>
              <a:t>limité</a:t>
            </a:r>
            <a:endParaRPr lang="en-US" sz="1000" dirty="0">
              <a:solidFill>
                <a:schemeClr val="tx1"/>
              </a:solidFill>
            </a:endParaRP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Impact Carbone important</a:t>
            </a: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Conflits</a:t>
            </a:r>
            <a:r>
              <a:rPr lang="en-US" sz="1000" dirty="0">
                <a:solidFill>
                  <a:schemeClr val="bg1"/>
                </a:solidFill>
              </a:rPr>
              <a:t> avec les </a:t>
            </a:r>
            <a:r>
              <a:rPr lang="en-US" sz="1000" dirty="0" err="1">
                <a:solidFill>
                  <a:schemeClr val="bg1"/>
                </a:solidFill>
              </a:rPr>
              <a:t>riverains</a:t>
            </a:r>
            <a:r>
              <a:rPr lang="en-US" sz="1000" dirty="0">
                <a:solidFill>
                  <a:schemeClr val="bg1"/>
                </a:solidFill>
              </a:rPr>
              <a:t> à cause de </a:t>
            </a:r>
            <a:r>
              <a:rPr lang="en-US" sz="1000" dirty="0" err="1">
                <a:solidFill>
                  <a:schemeClr val="bg1"/>
                </a:solidFill>
              </a:rPr>
              <a:t>l’impact</a:t>
            </a:r>
            <a:r>
              <a:rPr lang="en-US" sz="1000" dirty="0">
                <a:solidFill>
                  <a:schemeClr val="bg1"/>
                </a:solidFill>
              </a:rPr>
              <a:t> </a:t>
            </a:r>
            <a:r>
              <a:rPr lang="en-US" sz="1000" dirty="0" err="1">
                <a:solidFill>
                  <a:schemeClr val="bg1"/>
                </a:solidFill>
              </a:rPr>
              <a:t>sonore</a:t>
            </a:r>
            <a:endParaRPr lang="en-US" sz="1000" dirty="0">
              <a:solidFill>
                <a:schemeClr val="bg1"/>
              </a:solidFill>
            </a:endParaRP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Possibilité</a:t>
            </a:r>
            <a:r>
              <a:rPr lang="en-US" sz="1000" dirty="0">
                <a:solidFill>
                  <a:schemeClr val="bg1"/>
                </a:solidFill>
              </a:rPr>
              <a:t> </a:t>
            </a:r>
            <a:r>
              <a:rPr lang="en-US" sz="1000" dirty="0" err="1">
                <a:solidFill>
                  <a:schemeClr val="bg1"/>
                </a:solidFill>
              </a:rPr>
              <a:t>d’utiliser</a:t>
            </a:r>
            <a:r>
              <a:rPr lang="en-US" sz="1000" dirty="0">
                <a:solidFill>
                  <a:schemeClr val="bg1"/>
                </a:solidFill>
              </a:rPr>
              <a:t> les </a:t>
            </a:r>
            <a:r>
              <a:rPr lang="en-US" sz="1000" dirty="0" err="1">
                <a:solidFill>
                  <a:schemeClr val="bg1"/>
                </a:solidFill>
              </a:rPr>
              <a:t>mêmes</a:t>
            </a:r>
            <a:r>
              <a:rPr lang="en-US" sz="1000" dirty="0">
                <a:solidFill>
                  <a:schemeClr val="bg1"/>
                </a:solidFill>
              </a:rPr>
              <a:t> </a:t>
            </a:r>
            <a:r>
              <a:rPr lang="en-US" sz="1000" dirty="0" err="1">
                <a:solidFill>
                  <a:schemeClr val="bg1"/>
                </a:solidFill>
              </a:rPr>
              <a:t>pistes</a:t>
            </a:r>
            <a:endParaRPr lang="en-US" sz="1000" dirty="0">
              <a:solidFill>
                <a:schemeClr val="bg1"/>
              </a:solidFill>
            </a:endParaRP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Départ</a:t>
            </a:r>
            <a:r>
              <a:rPr lang="en-US" sz="1000" dirty="0">
                <a:solidFill>
                  <a:schemeClr val="bg1"/>
                </a:solidFill>
              </a:rPr>
              <a:t> </a:t>
            </a:r>
            <a:r>
              <a:rPr lang="en-US" sz="1000" dirty="0" err="1">
                <a:solidFill>
                  <a:schemeClr val="bg1"/>
                </a:solidFill>
              </a:rPr>
              <a:t>depuis</a:t>
            </a:r>
            <a:r>
              <a:rPr lang="en-US" sz="1000" dirty="0">
                <a:solidFill>
                  <a:schemeClr val="bg1"/>
                </a:solidFill>
              </a:rPr>
              <a:t> les </a:t>
            </a:r>
            <a:r>
              <a:rPr lang="en-US" sz="1000" dirty="0" err="1">
                <a:solidFill>
                  <a:schemeClr val="bg1"/>
                </a:solidFill>
              </a:rPr>
              <a:t>aéroports</a:t>
            </a:r>
            <a:r>
              <a:rPr lang="en-US" sz="1000" dirty="0">
                <a:solidFill>
                  <a:schemeClr val="bg1"/>
                </a:solidFill>
              </a:rPr>
              <a:t> </a:t>
            </a:r>
            <a:r>
              <a:rPr lang="en-US" sz="1000" dirty="0" err="1">
                <a:solidFill>
                  <a:schemeClr val="bg1"/>
                </a:solidFill>
              </a:rPr>
              <a:t>actuels</a:t>
            </a:r>
            <a:endParaRPr lang="en-US" sz="1000" dirty="0">
              <a:solidFill>
                <a:schemeClr val="bg1"/>
              </a:solidFill>
            </a:endParaRP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Nécessaire</a:t>
            </a:r>
            <a:r>
              <a:rPr lang="en-US" sz="1000" dirty="0">
                <a:solidFill>
                  <a:schemeClr val="bg1"/>
                </a:solidFill>
              </a:rPr>
              <a:t> de </a:t>
            </a:r>
            <a:r>
              <a:rPr lang="en-US" sz="1000" dirty="0" err="1">
                <a:solidFill>
                  <a:schemeClr val="bg1"/>
                </a:solidFill>
              </a:rPr>
              <a:t>s’enregistrer</a:t>
            </a:r>
            <a:r>
              <a:rPr lang="en-US" sz="1000" dirty="0">
                <a:solidFill>
                  <a:schemeClr val="bg1"/>
                </a:solidFill>
              </a:rPr>
              <a:t> </a:t>
            </a:r>
            <a:r>
              <a:rPr lang="en-US" sz="1000" dirty="0" err="1">
                <a:solidFill>
                  <a:schemeClr val="bg1"/>
                </a:solidFill>
              </a:rPr>
              <a:t>avant</a:t>
            </a:r>
            <a:r>
              <a:rPr lang="en-US" sz="1000" dirty="0">
                <a:solidFill>
                  <a:schemeClr val="bg1"/>
                </a:solidFill>
              </a:rPr>
              <a:t> </a:t>
            </a:r>
            <a:r>
              <a:rPr lang="en-US" sz="1000" dirty="0" err="1">
                <a:solidFill>
                  <a:schemeClr val="bg1"/>
                </a:solidFill>
              </a:rPr>
              <a:t>d’embarquer</a:t>
            </a:r>
            <a:endParaRPr lang="en-US" sz="1000" dirty="0">
              <a:solidFill>
                <a:schemeClr val="bg1"/>
              </a:solidFill>
            </a:endParaRP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FAMILIARITÉ</a:t>
            </a:r>
          </a:p>
          <a:p>
            <a:pPr algn="ctr"/>
            <a:r>
              <a:rPr lang="en-US" sz="1200" dirty="0">
                <a:solidFill>
                  <a:schemeClr val="tx1"/>
                </a:solidFill>
              </a:rPr>
              <a:t>Points communs entre l'expérience du projet / produit et l'expérience actuelle des parties prenantes</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4120732" y="2012564"/>
            <a:ext cx="1975268" cy="923330"/>
          </a:xfrm>
          <a:prstGeom prst="rect">
            <a:avLst/>
          </a:prstGeom>
          <a:noFill/>
        </p:spPr>
        <p:txBody>
          <a:bodyPr wrap="square">
            <a:spAutoFit/>
          </a:bodyPr>
          <a:lstStyle/>
          <a:p>
            <a:pPr marL="0" indent="0" algn="ctr">
              <a:buNone/>
            </a:pPr>
            <a:r>
              <a:rPr lang="en-US" sz="1800" b="1" dirty="0"/>
              <a:t>EXPÉRIENCE ACTUELLE DES PARTIES PRENANTES : </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646331"/>
          </a:xfrm>
          <a:prstGeom prst="rect">
            <a:avLst/>
          </a:prstGeom>
          <a:noFill/>
        </p:spPr>
        <p:txBody>
          <a:bodyPr wrap="square">
            <a:spAutoFit/>
          </a:bodyPr>
          <a:lstStyle/>
          <a:p>
            <a:pPr marL="0" indent="0" algn="ctr">
              <a:buNone/>
            </a:pPr>
            <a:r>
              <a:rPr lang="en-US" sz="1800" b="1" dirty="0"/>
              <a:t>NOUVELLE EXPÉRIENCE </a:t>
            </a:r>
            <a:r>
              <a:rPr lang="en-US" sz="1800" dirty="0"/>
              <a:t>:</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9871" y="2249025"/>
            <a:ext cx="1709373" cy="646331"/>
          </a:xfrm>
          <a:prstGeom prst="rect">
            <a:avLst/>
          </a:prstGeom>
          <a:noFill/>
        </p:spPr>
        <p:txBody>
          <a:bodyPr wrap="square">
            <a:spAutoFit/>
          </a:bodyPr>
          <a:lstStyle/>
          <a:p>
            <a:pPr marL="0" indent="0" algn="ctr">
              <a:buNone/>
            </a:pPr>
            <a:r>
              <a:rPr lang="en-US" sz="1800" b="1" dirty="0"/>
              <a:t>PARTIE PRENANTE CHOISIE </a:t>
            </a:r>
            <a:r>
              <a:rPr lang="en-US" sz="1800" dirty="0"/>
              <a:t>:</a:t>
            </a:r>
          </a:p>
        </p:txBody>
      </p:sp>
      <p:sp>
        <p:nvSpPr>
          <p:cNvPr id="13" name="Titolo 1">
            <a:extLst>
              <a:ext uri="{FF2B5EF4-FFF2-40B4-BE49-F238E27FC236}">
                <a16:creationId xmlns:a16="http://schemas.microsoft.com/office/drawing/2014/main" id="{F01530FD-5667-F7DD-E92D-1EE34FDC57A1}"/>
              </a:ext>
            </a:extLst>
          </p:cNvPr>
          <p:cNvSpPr>
            <a:spLocks noGrp="1"/>
          </p:cNvSpPr>
          <p:nvPr>
            <p:ph type="title"/>
          </p:nvPr>
        </p:nvSpPr>
        <p:spPr>
          <a:xfrm>
            <a:off x="634013" y="123439"/>
            <a:ext cx="10578483" cy="1325563"/>
          </a:xfrm>
        </p:spPr>
        <p:txBody>
          <a:bodyPr>
            <a:normAutofit fontScale="90000"/>
          </a:bodyPr>
          <a:lstStyle/>
          <a:p>
            <a:r>
              <a:rPr lang="en-US" dirty="0"/>
              <a:t>Cas </a:t>
            </a:r>
            <a:r>
              <a:rPr lang="en-US" dirty="0" err="1"/>
              <a:t>d'utilisation</a:t>
            </a:r>
            <a:r>
              <a:rPr lang="en-US" dirty="0"/>
              <a:t> 2</a:t>
            </a:r>
            <a:br>
              <a:rPr lang="en-US" dirty="0"/>
            </a:br>
            <a:r>
              <a:rPr lang="en-US" dirty="0"/>
              <a:t>U</a:t>
            </a:r>
            <a:r>
              <a:rPr lang="en-US" sz="4400" dirty="0"/>
              <a:t>n nouveau type </a:t>
            </a:r>
            <a:r>
              <a:rPr lang="en-US" sz="4400" dirty="0" err="1"/>
              <a:t>d'avion</a:t>
            </a:r>
            <a:r>
              <a:rPr lang="en-US" sz="4400" dirty="0"/>
              <a:t> </a:t>
            </a:r>
            <a:r>
              <a:rPr lang="en-US" sz="4400" dirty="0" err="1"/>
              <a:t>entièrement</a:t>
            </a:r>
            <a:r>
              <a:rPr lang="en-US" sz="4400" dirty="0"/>
              <a:t> </a:t>
            </a:r>
            <a:r>
              <a:rPr lang="en-US" sz="4400" dirty="0" err="1"/>
              <a:t>électrique</a:t>
            </a:r>
            <a:endParaRPr lang="en-US" dirty="0"/>
          </a:p>
        </p:txBody>
      </p:sp>
      <p:pic>
        <p:nvPicPr>
          <p:cNvPr id="14" name="Immagine 3">
            <a:extLst>
              <a:ext uri="{FF2B5EF4-FFF2-40B4-BE49-F238E27FC236}">
                <a16:creationId xmlns:a16="http://schemas.microsoft.com/office/drawing/2014/main" id="{DBD9F21C-A8F5-A3A0-41F4-AE3C421AF857}"/>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127603" y="3281895"/>
            <a:ext cx="2000019" cy="892160"/>
          </a:xfrm>
          <a:prstGeom prst="rect">
            <a:avLst/>
          </a:prstGeom>
        </p:spPr>
      </p:pic>
      <p:pic>
        <p:nvPicPr>
          <p:cNvPr id="15" name="Image 14">
            <a:extLst>
              <a:ext uri="{FF2B5EF4-FFF2-40B4-BE49-F238E27FC236}">
                <a16:creationId xmlns:a16="http://schemas.microsoft.com/office/drawing/2014/main" id="{43B6539F-887D-FDCF-99A1-7B0564420E33}"/>
              </a:ext>
            </a:extLst>
          </p:cNvPr>
          <p:cNvPicPr>
            <a:picLocks noChangeAspect="1"/>
          </p:cNvPicPr>
          <p:nvPr/>
        </p:nvPicPr>
        <p:blipFill>
          <a:blip r:embed="rId6"/>
          <a:stretch>
            <a:fillRect/>
          </a:stretch>
        </p:blipFill>
        <p:spPr>
          <a:xfrm>
            <a:off x="2376561" y="3254546"/>
            <a:ext cx="1746662" cy="987244"/>
          </a:xfrm>
          <a:prstGeom prst="rect">
            <a:avLst/>
          </a:prstGeom>
        </p:spPr>
      </p:pic>
      <p:sp>
        <p:nvSpPr>
          <p:cNvPr id="16" name="ZoneTexte 15">
            <a:extLst>
              <a:ext uri="{FF2B5EF4-FFF2-40B4-BE49-F238E27FC236}">
                <a16:creationId xmlns:a16="http://schemas.microsoft.com/office/drawing/2014/main" id="{3315DD8B-BE85-AF82-CAD7-CABEBBC06A4A}"/>
              </a:ext>
            </a:extLst>
          </p:cNvPr>
          <p:cNvSpPr txBox="1"/>
          <p:nvPr/>
        </p:nvSpPr>
        <p:spPr>
          <a:xfrm>
            <a:off x="2595257" y="4291113"/>
            <a:ext cx="1532471" cy="646331"/>
          </a:xfrm>
          <a:prstGeom prst="rect">
            <a:avLst/>
          </a:prstGeom>
          <a:noFill/>
        </p:spPr>
        <p:txBody>
          <a:bodyPr wrap="none" rtlCol="0">
            <a:spAutoFit/>
          </a:bodyPr>
          <a:lstStyle/>
          <a:p>
            <a:r>
              <a:rPr lang="fr-FR" dirty="0"/>
              <a:t>La compagnie </a:t>
            </a:r>
          </a:p>
          <a:p>
            <a:r>
              <a:rPr lang="fr-FR" dirty="0"/>
              <a:t>aérienne</a:t>
            </a:r>
          </a:p>
        </p:txBody>
      </p:sp>
      <p:pic>
        <p:nvPicPr>
          <p:cNvPr id="17" name="Image 16">
            <a:extLst>
              <a:ext uri="{FF2B5EF4-FFF2-40B4-BE49-F238E27FC236}">
                <a16:creationId xmlns:a16="http://schemas.microsoft.com/office/drawing/2014/main" id="{E75B0D77-AF6A-62F7-826E-E46F61E0988E}"/>
              </a:ext>
            </a:extLst>
          </p:cNvPr>
          <p:cNvPicPr>
            <a:picLocks noChangeAspect="1"/>
          </p:cNvPicPr>
          <p:nvPr/>
        </p:nvPicPr>
        <p:blipFill>
          <a:blip r:embed="rId7"/>
          <a:stretch>
            <a:fillRect/>
          </a:stretch>
        </p:blipFill>
        <p:spPr>
          <a:xfrm>
            <a:off x="4372061" y="3215469"/>
            <a:ext cx="1615534" cy="1210091"/>
          </a:xfrm>
          <a:prstGeom prst="rect">
            <a:avLst/>
          </a:prstGeom>
        </p:spPr>
      </p:pic>
    </p:spTree>
    <p:extLst>
      <p:ext uri="{BB962C8B-B14F-4D97-AF65-F5344CB8AC3E}">
        <p14:creationId xmlns:p14="http://schemas.microsoft.com/office/powerpoint/2010/main" val="20102510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47">
            <a:extLst>
              <a:ext uri="{FF2B5EF4-FFF2-40B4-BE49-F238E27FC236}">
                <a16:creationId xmlns:a16="http://schemas.microsoft.com/office/drawing/2014/main" id="{96438622-C69D-8263-6F8B-77009987A09E}"/>
              </a:ext>
            </a:extLst>
          </p:cNvPr>
          <p:cNvSpPr txBox="1"/>
          <p:nvPr/>
        </p:nvSpPr>
        <p:spPr>
          <a:xfrm>
            <a:off x="3835005" y="1934658"/>
            <a:ext cx="2824323" cy="231170"/>
          </a:xfrm>
          <a:prstGeom prst="rect">
            <a:avLst/>
          </a:prstGeom>
          <a:noFill/>
        </p:spPr>
        <p:txBody>
          <a:bodyPr wrap="square">
            <a:spAutoFit/>
          </a:bodyPr>
          <a:lstStyle/>
          <a:p>
            <a:pPr algn="ctr"/>
            <a:r>
              <a:rPr lang="en-US" sz="1600" b="1" i="1" dirty="0"/>
              <a:t>Ce que chacun peut commencer à apporter pour l'objectif</a:t>
            </a:r>
          </a:p>
        </p:txBody>
      </p:sp>
      <p:sp>
        <p:nvSpPr>
          <p:cNvPr id="28" name="ZoneTexte 48">
            <a:extLst>
              <a:ext uri="{FF2B5EF4-FFF2-40B4-BE49-F238E27FC236}">
                <a16:creationId xmlns:a16="http://schemas.microsoft.com/office/drawing/2014/main" id="{DAD8CD32-02F1-D540-6252-6E617938AE2D}"/>
              </a:ext>
            </a:extLst>
          </p:cNvPr>
          <p:cNvSpPr txBox="1"/>
          <p:nvPr/>
        </p:nvSpPr>
        <p:spPr>
          <a:xfrm>
            <a:off x="7737118" y="1951924"/>
            <a:ext cx="1542238" cy="399294"/>
          </a:xfrm>
          <a:prstGeom prst="rect">
            <a:avLst/>
          </a:prstGeom>
          <a:noFill/>
        </p:spPr>
        <p:txBody>
          <a:bodyPr wrap="square">
            <a:spAutoFit/>
          </a:bodyPr>
          <a:lstStyle/>
          <a:p>
            <a:pPr algn="ctr"/>
            <a:r>
              <a:rPr lang="en-US" sz="1600" b="1" i="1" dirty="0"/>
              <a:t>Premières idées de contributions combinées</a:t>
            </a:r>
          </a:p>
        </p:txBody>
      </p:sp>
      <p:sp>
        <p:nvSpPr>
          <p:cNvPr id="30" name="ZoneTexte 51">
            <a:extLst>
              <a:ext uri="{FF2B5EF4-FFF2-40B4-BE49-F238E27FC236}">
                <a16:creationId xmlns:a16="http://schemas.microsoft.com/office/drawing/2014/main" id="{7051BA38-F493-DFB4-7BC6-661F8CB4E118}"/>
              </a:ext>
            </a:extLst>
          </p:cNvPr>
          <p:cNvSpPr txBox="1"/>
          <p:nvPr/>
        </p:nvSpPr>
        <p:spPr>
          <a:xfrm>
            <a:off x="9822587" y="2008328"/>
            <a:ext cx="2148238" cy="830997"/>
          </a:xfrm>
          <a:prstGeom prst="rect">
            <a:avLst/>
          </a:prstGeom>
          <a:noFill/>
        </p:spPr>
        <p:txBody>
          <a:bodyPr wrap="square">
            <a:spAutoFit/>
          </a:bodyPr>
          <a:lstStyle/>
          <a:p>
            <a:pPr algn="ctr"/>
            <a:r>
              <a:rPr lang="en-US" sz="1600" b="1" i="1" dirty="0"/>
              <a:t>Des succès que nous ne pouvions atteindre en tant qu'individus dispersés</a:t>
            </a:r>
          </a:p>
        </p:txBody>
      </p:sp>
      <p:grpSp>
        <p:nvGrpSpPr>
          <p:cNvPr id="31" name="Groupe 54">
            <a:extLst>
              <a:ext uri="{FF2B5EF4-FFF2-40B4-BE49-F238E27FC236}">
                <a16:creationId xmlns:a16="http://schemas.microsoft.com/office/drawing/2014/main" id="{0B5E2ACD-76D0-3F02-DA8F-5C2BCDCEB2C6}"/>
              </a:ext>
            </a:extLst>
          </p:cNvPr>
          <p:cNvGrpSpPr/>
          <p:nvPr/>
        </p:nvGrpSpPr>
        <p:grpSpPr>
          <a:xfrm>
            <a:off x="5362241" y="2411379"/>
            <a:ext cx="1001867" cy="798536"/>
            <a:chOff x="2609577" y="1563591"/>
            <a:chExt cx="1467257" cy="1169474"/>
          </a:xfrm>
        </p:grpSpPr>
        <p:grpSp>
          <p:nvGrpSpPr>
            <p:cNvPr id="32" name="Groupe 41">
              <a:extLst>
                <a:ext uri="{FF2B5EF4-FFF2-40B4-BE49-F238E27FC236}">
                  <a16:creationId xmlns:a16="http://schemas.microsoft.com/office/drawing/2014/main" id="{096B0EEF-5140-09A2-3499-A4E1FFD74575}"/>
                </a:ext>
              </a:extLst>
            </p:cNvPr>
            <p:cNvGrpSpPr/>
            <p:nvPr/>
          </p:nvGrpSpPr>
          <p:grpSpPr>
            <a:xfrm>
              <a:off x="2609577" y="1563591"/>
              <a:ext cx="1412109" cy="1169474"/>
              <a:chOff x="2645545" y="3994190"/>
              <a:chExt cx="1412109" cy="1169474"/>
            </a:xfrm>
          </p:grpSpPr>
          <p:pic>
            <p:nvPicPr>
              <p:cNvPr id="34" name="Graphique 42" descr="Diable avec un remplissage uni">
                <a:extLst>
                  <a:ext uri="{FF2B5EF4-FFF2-40B4-BE49-F238E27FC236}">
                    <a16:creationId xmlns:a16="http://schemas.microsoft.com/office/drawing/2014/main" id="{0F10DE3E-EFC4-02AE-0C3B-EEA1547D4E4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35" name="Graphique 43" descr="Base-ball avec un remplissage uni">
                <a:extLst>
                  <a:ext uri="{FF2B5EF4-FFF2-40B4-BE49-F238E27FC236}">
                    <a16:creationId xmlns:a16="http://schemas.microsoft.com/office/drawing/2014/main" id="{131661CC-49DB-8FE6-CBA3-3EF5F048E5B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36" name="Rectangle 44">
                <a:extLst>
                  <a:ext uri="{FF2B5EF4-FFF2-40B4-BE49-F238E27FC236}">
                    <a16:creationId xmlns:a16="http://schemas.microsoft.com/office/drawing/2014/main" id="{2DC4D147-3868-5767-89AE-D8A77DD85A25}"/>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que 53" descr="Boîte à archives avec un remplissage uni">
              <a:extLst>
                <a:ext uri="{FF2B5EF4-FFF2-40B4-BE49-F238E27FC236}">
                  <a16:creationId xmlns:a16="http://schemas.microsoft.com/office/drawing/2014/main" id="{F16E4C69-D090-739C-178A-3D6D44871E9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37" name="Groupe 85">
            <a:extLst>
              <a:ext uri="{FF2B5EF4-FFF2-40B4-BE49-F238E27FC236}">
                <a16:creationId xmlns:a16="http://schemas.microsoft.com/office/drawing/2014/main" id="{82F82052-BE27-32E4-D444-D5915F7BED20}"/>
              </a:ext>
            </a:extLst>
          </p:cNvPr>
          <p:cNvGrpSpPr/>
          <p:nvPr/>
        </p:nvGrpSpPr>
        <p:grpSpPr>
          <a:xfrm>
            <a:off x="5319883" y="5170180"/>
            <a:ext cx="1001867" cy="798536"/>
            <a:chOff x="2609577" y="1563591"/>
            <a:chExt cx="1467257" cy="1169474"/>
          </a:xfrm>
        </p:grpSpPr>
        <p:grpSp>
          <p:nvGrpSpPr>
            <p:cNvPr id="38" name="Groupe 86">
              <a:extLst>
                <a:ext uri="{FF2B5EF4-FFF2-40B4-BE49-F238E27FC236}">
                  <a16:creationId xmlns:a16="http://schemas.microsoft.com/office/drawing/2014/main" id="{CB99E5D5-71D2-659D-BF1C-85D23D0A609B}"/>
                </a:ext>
              </a:extLst>
            </p:cNvPr>
            <p:cNvGrpSpPr/>
            <p:nvPr/>
          </p:nvGrpSpPr>
          <p:grpSpPr>
            <a:xfrm>
              <a:off x="2609577" y="1563591"/>
              <a:ext cx="1412109" cy="1169474"/>
              <a:chOff x="2645545" y="3994190"/>
              <a:chExt cx="1412109" cy="1169474"/>
            </a:xfrm>
          </p:grpSpPr>
          <p:pic>
            <p:nvPicPr>
              <p:cNvPr id="40" name="Graphique 88" descr="Diable avec un remplissage uni">
                <a:extLst>
                  <a:ext uri="{FF2B5EF4-FFF2-40B4-BE49-F238E27FC236}">
                    <a16:creationId xmlns:a16="http://schemas.microsoft.com/office/drawing/2014/main" id="{F4DFAFA3-C374-43E8-15E5-EA9FB600F44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1" name="Graphique 89" descr="Base-ball avec un remplissage uni">
                <a:extLst>
                  <a:ext uri="{FF2B5EF4-FFF2-40B4-BE49-F238E27FC236}">
                    <a16:creationId xmlns:a16="http://schemas.microsoft.com/office/drawing/2014/main" id="{88F635BD-327C-0B18-A139-9FD5D7A5FE7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2" name="Rectangle 90">
                <a:extLst>
                  <a:ext uri="{FF2B5EF4-FFF2-40B4-BE49-F238E27FC236}">
                    <a16:creationId xmlns:a16="http://schemas.microsoft.com/office/drawing/2014/main" id="{3374D55F-0287-BF79-8519-0AD0C8318C3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que 87" descr="Boîte à archives avec un remplissage uni">
              <a:extLst>
                <a:ext uri="{FF2B5EF4-FFF2-40B4-BE49-F238E27FC236}">
                  <a16:creationId xmlns:a16="http://schemas.microsoft.com/office/drawing/2014/main" id="{F94F39CF-B04C-9BC6-E597-83FDE8D82A0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43" name="Groupe 105">
            <a:extLst>
              <a:ext uri="{FF2B5EF4-FFF2-40B4-BE49-F238E27FC236}">
                <a16:creationId xmlns:a16="http://schemas.microsoft.com/office/drawing/2014/main" id="{6A476FD6-EF89-8A85-E680-1236549FFB0A}"/>
              </a:ext>
            </a:extLst>
          </p:cNvPr>
          <p:cNvGrpSpPr/>
          <p:nvPr/>
        </p:nvGrpSpPr>
        <p:grpSpPr>
          <a:xfrm flipH="1">
            <a:off x="7798691" y="3163553"/>
            <a:ext cx="746958" cy="795589"/>
            <a:chOff x="1680627" y="1783722"/>
            <a:chExt cx="1331514" cy="1331514"/>
          </a:xfrm>
        </p:grpSpPr>
        <p:pic>
          <p:nvPicPr>
            <p:cNvPr id="44" name="Graphique 178" descr="Mur de briques en construction avec un remplissage uni">
              <a:extLst>
                <a:ext uri="{FF2B5EF4-FFF2-40B4-BE49-F238E27FC236}">
                  <a16:creationId xmlns:a16="http://schemas.microsoft.com/office/drawing/2014/main" id="{208F0739-AF27-E48B-2737-E6B8D910A39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45" name="Rectangle 179">
              <a:extLst>
                <a:ext uri="{FF2B5EF4-FFF2-40B4-BE49-F238E27FC236}">
                  <a16:creationId xmlns:a16="http://schemas.microsoft.com/office/drawing/2014/main" id="{C56F20B7-1FD3-D900-22F6-14ACD15AE3D8}"/>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180">
              <a:extLst>
                <a:ext uri="{FF2B5EF4-FFF2-40B4-BE49-F238E27FC236}">
                  <a16:creationId xmlns:a16="http://schemas.microsoft.com/office/drawing/2014/main" id="{8C2841D7-F635-0C7A-7266-891B74F375A0}"/>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81">
              <a:extLst>
                <a:ext uri="{FF2B5EF4-FFF2-40B4-BE49-F238E27FC236}">
                  <a16:creationId xmlns:a16="http://schemas.microsoft.com/office/drawing/2014/main" id="{A0FA6987-45DC-261F-BCA3-91D2E96976DB}"/>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82">
              <a:extLst>
                <a:ext uri="{FF2B5EF4-FFF2-40B4-BE49-F238E27FC236}">
                  <a16:creationId xmlns:a16="http://schemas.microsoft.com/office/drawing/2014/main" id="{15FC83FA-FBE5-81D5-8080-FBC09581459E}"/>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83">
              <a:extLst>
                <a:ext uri="{FF2B5EF4-FFF2-40B4-BE49-F238E27FC236}">
                  <a16:creationId xmlns:a16="http://schemas.microsoft.com/office/drawing/2014/main" id="{DFFE0C2B-AC78-8AED-8372-AAA763D505BE}"/>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84">
              <a:extLst>
                <a:ext uri="{FF2B5EF4-FFF2-40B4-BE49-F238E27FC236}">
                  <a16:creationId xmlns:a16="http://schemas.microsoft.com/office/drawing/2014/main" id="{F5E03EAE-824C-7599-9A5B-B6A0F7361DD9}"/>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85">
              <a:extLst>
                <a:ext uri="{FF2B5EF4-FFF2-40B4-BE49-F238E27FC236}">
                  <a16:creationId xmlns:a16="http://schemas.microsoft.com/office/drawing/2014/main" id="{D4331AAD-86F7-D73F-D7A4-DFF1AF4E84FE}"/>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86">
              <a:extLst>
                <a:ext uri="{FF2B5EF4-FFF2-40B4-BE49-F238E27FC236}">
                  <a16:creationId xmlns:a16="http://schemas.microsoft.com/office/drawing/2014/main" id="{832A302A-8B6A-4A80-02F9-B0B37CB3A7AC}"/>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87">
              <a:extLst>
                <a:ext uri="{FF2B5EF4-FFF2-40B4-BE49-F238E27FC236}">
                  <a16:creationId xmlns:a16="http://schemas.microsoft.com/office/drawing/2014/main" id="{557316CB-EF94-9A6F-573E-542D2280898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88">
              <a:extLst>
                <a:ext uri="{FF2B5EF4-FFF2-40B4-BE49-F238E27FC236}">
                  <a16:creationId xmlns:a16="http://schemas.microsoft.com/office/drawing/2014/main" id="{9BD4D168-DBE2-7B01-64FE-9B433A5EFBA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89">
              <a:extLst>
                <a:ext uri="{FF2B5EF4-FFF2-40B4-BE49-F238E27FC236}">
                  <a16:creationId xmlns:a16="http://schemas.microsoft.com/office/drawing/2014/main" id="{C0630E24-E126-101D-1666-887D4B0F3F81}"/>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90">
              <a:extLst>
                <a:ext uri="{FF2B5EF4-FFF2-40B4-BE49-F238E27FC236}">
                  <a16:creationId xmlns:a16="http://schemas.microsoft.com/office/drawing/2014/main" id="{4DD5688F-2A71-2CAB-1383-2B77F15F16A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 name="Groupe 5">
            <a:extLst>
              <a:ext uri="{FF2B5EF4-FFF2-40B4-BE49-F238E27FC236}">
                <a16:creationId xmlns:a16="http://schemas.microsoft.com/office/drawing/2014/main" id="{083EDE75-9CA9-F9DE-FEA2-21C666E7E6E2}"/>
              </a:ext>
            </a:extLst>
          </p:cNvPr>
          <p:cNvGrpSpPr/>
          <p:nvPr/>
        </p:nvGrpSpPr>
        <p:grpSpPr>
          <a:xfrm>
            <a:off x="4124360" y="2713224"/>
            <a:ext cx="944598" cy="848124"/>
            <a:chOff x="5247267" y="8072371"/>
            <a:chExt cx="817082" cy="733631"/>
          </a:xfrm>
        </p:grpSpPr>
        <p:grpSp>
          <p:nvGrpSpPr>
            <p:cNvPr id="58" name="Groupe 104">
              <a:extLst>
                <a:ext uri="{FF2B5EF4-FFF2-40B4-BE49-F238E27FC236}">
                  <a16:creationId xmlns:a16="http://schemas.microsoft.com/office/drawing/2014/main" id="{EFEA7E51-E6FB-EA8C-551A-A5EB1F562DB2}"/>
                </a:ext>
              </a:extLst>
            </p:cNvPr>
            <p:cNvGrpSpPr/>
            <p:nvPr/>
          </p:nvGrpSpPr>
          <p:grpSpPr>
            <a:xfrm>
              <a:off x="5247267" y="8117813"/>
              <a:ext cx="817082" cy="688189"/>
              <a:chOff x="3890963" y="2438774"/>
              <a:chExt cx="1085661" cy="914400"/>
            </a:xfrm>
          </p:grpSpPr>
          <p:pic>
            <p:nvPicPr>
              <p:cNvPr id="60" name="Graphique 191" descr="Culturiste avec un remplissage uni">
                <a:extLst>
                  <a:ext uri="{FF2B5EF4-FFF2-40B4-BE49-F238E27FC236}">
                    <a16:creationId xmlns:a16="http://schemas.microsoft.com/office/drawing/2014/main" id="{1EEAF95D-70C2-B369-278E-61F07CEC0A9A}"/>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61" name="Rectangle 192">
                <a:extLst>
                  <a:ext uri="{FF2B5EF4-FFF2-40B4-BE49-F238E27FC236}">
                    <a16:creationId xmlns:a16="http://schemas.microsoft.com/office/drawing/2014/main" id="{84750BB2-EAEA-D840-F428-68CABF8F3C4B}"/>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93">
                <a:extLst>
                  <a:ext uri="{FF2B5EF4-FFF2-40B4-BE49-F238E27FC236}">
                    <a16:creationId xmlns:a16="http://schemas.microsoft.com/office/drawing/2014/main" id="{EB556ABB-E8EC-B604-3C68-AB7B43336211}"/>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9" name="Rectangle 106">
              <a:extLst>
                <a:ext uri="{FF2B5EF4-FFF2-40B4-BE49-F238E27FC236}">
                  <a16:creationId xmlns:a16="http://schemas.microsoft.com/office/drawing/2014/main" id="{9715592B-28DA-AD64-1CA4-698F09ED06E0}"/>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3" name="Groupe 108">
            <a:extLst>
              <a:ext uri="{FF2B5EF4-FFF2-40B4-BE49-F238E27FC236}">
                <a16:creationId xmlns:a16="http://schemas.microsoft.com/office/drawing/2014/main" id="{252CBC22-0076-09AD-F168-6E1A698D9C43}"/>
              </a:ext>
            </a:extLst>
          </p:cNvPr>
          <p:cNvGrpSpPr/>
          <p:nvPr/>
        </p:nvGrpSpPr>
        <p:grpSpPr>
          <a:xfrm flipH="1">
            <a:off x="3909927" y="3744577"/>
            <a:ext cx="428160" cy="781477"/>
            <a:chOff x="5134003" y="2196472"/>
            <a:chExt cx="563254" cy="1156702"/>
          </a:xfrm>
        </p:grpSpPr>
        <p:pic>
          <p:nvPicPr>
            <p:cNvPr id="64" name="Graphique 174" descr="Réussite du groupe avec un remplissage uni">
              <a:extLst>
                <a:ext uri="{FF2B5EF4-FFF2-40B4-BE49-F238E27FC236}">
                  <a16:creationId xmlns:a16="http://schemas.microsoft.com/office/drawing/2014/main" id="{5E6004A7-AB6A-1C3A-E64D-42916E5F716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65" name="Rectangle 175">
              <a:extLst>
                <a:ext uri="{FF2B5EF4-FFF2-40B4-BE49-F238E27FC236}">
                  <a16:creationId xmlns:a16="http://schemas.microsoft.com/office/drawing/2014/main" id="{77781163-7A1F-C8F8-7521-7920DB27F91A}"/>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6" name="Groupe 6">
            <a:extLst>
              <a:ext uri="{FF2B5EF4-FFF2-40B4-BE49-F238E27FC236}">
                <a16:creationId xmlns:a16="http://schemas.microsoft.com/office/drawing/2014/main" id="{E75DD5B5-EDD4-50B2-7197-9BD04AF4872D}"/>
              </a:ext>
            </a:extLst>
          </p:cNvPr>
          <p:cNvGrpSpPr/>
          <p:nvPr/>
        </p:nvGrpSpPr>
        <p:grpSpPr>
          <a:xfrm>
            <a:off x="10166578" y="2880374"/>
            <a:ext cx="1592607" cy="1592607"/>
            <a:chOff x="9835911" y="2807662"/>
            <a:chExt cx="1796250" cy="1796250"/>
          </a:xfrm>
        </p:grpSpPr>
        <p:pic>
          <p:nvPicPr>
            <p:cNvPr id="67" name="Graphique 103" descr="Cathédrale avec un remplissage uni">
              <a:extLst>
                <a:ext uri="{FF2B5EF4-FFF2-40B4-BE49-F238E27FC236}">
                  <a16:creationId xmlns:a16="http://schemas.microsoft.com/office/drawing/2014/main" id="{3C815062-1F3B-28BE-462F-74C46707FDE1}"/>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68" name="Rectangle 112">
              <a:extLst>
                <a:ext uri="{FF2B5EF4-FFF2-40B4-BE49-F238E27FC236}">
                  <a16:creationId xmlns:a16="http://schemas.microsoft.com/office/drawing/2014/main" id="{C465BE2F-0B76-E1D5-8C80-4FFF5FDAC66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13">
              <a:extLst>
                <a:ext uri="{FF2B5EF4-FFF2-40B4-BE49-F238E27FC236}">
                  <a16:creationId xmlns:a16="http://schemas.microsoft.com/office/drawing/2014/main" id="{B34BF937-AE38-ED15-D403-15966955188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14">
              <a:extLst>
                <a:ext uri="{FF2B5EF4-FFF2-40B4-BE49-F238E27FC236}">
                  <a16:creationId xmlns:a16="http://schemas.microsoft.com/office/drawing/2014/main" id="{6C420611-3533-D63C-3B33-BC146CBF53B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15">
              <a:extLst>
                <a:ext uri="{FF2B5EF4-FFF2-40B4-BE49-F238E27FC236}">
                  <a16:creationId xmlns:a16="http://schemas.microsoft.com/office/drawing/2014/main" id="{A4F38091-86C3-354F-6579-E268A8AD986F}"/>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16">
              <a:extLst>
                <a:ext uri="{FF2B5EF4-FFF2-40B4-BE49-F238E27FC236}">
                  <a16:creationId xmlns:a16="http://schemas.microsoft.com/office/drawing/2014/main" id="{450CCF55-6076-D630-566B-2E631824F71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17">
              <a:extLst>
                <a:ext uri="{FF2B5EF4-FFF2-40B4-BE49-F238E27FC236}">
                  <a16:creationId xmlns:a16="http://schemas.microsoft.com/office/drawing/2014/main" id="{8E7935DF-5F79-123E-9134-972AEA1A25C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18">
              <a:extLst>
                <a:ext uri="{FF2B5EF4-FFF2-40B4-BE49-F238E27FC236}">
                  <a16:creationId xmlns:a16="http://schemas.microsoft.com/office/drawing/2014/main" id="{628B7E5F-9598-A208-4E1F-EF7EEB3A87A3}"/>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19">
              <a:extLst>
                <a:ext uri="{FF2B5EF4-FFF2-40B4-BE49-F238E27FC236}">
                  <a16:creationId xmlns:a16="http://schemas.microsoft.com/office/drawing/2014/main" id="{14A603FE-BE08-C424-64A9-0E924EE5FC6D}"/>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20">
              <a:extLst>
                <a:ext uri="{FF2B5EF4-FFF2-40B4-BE49-F238E27FC236}">
                  <a16:creationId xmlns:a16="http://schemas.microsoft.com/office/drawing/2014/main" id="{33CE812E-8F59-11F6-4C13-5762C73F0D4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21">
              <a:extLst>
                <a:ext uri="{FF2B5EF4-FFF2-40B4-BE49-F238E27FC236}">
                  <a16:creationId xmlns:a16="http://schemas.microsoft.com/office/drawing/2014/main" id="{A8229294-2AB1-6268-652A-1CBE607AF69C}"/>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22">
              <a:extLst>
                <a:ext uri="{FF2B5EF4-FFF2-40B4-BE49-F238E27FC236}">
                  <a16:creationId xmlns:a16="http://schemas.microsoft.com/office/drawing/2014/main" id="{B9D533DC-628A-32E7-914E-4AD89C5A6A19}"/>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23">
              <a:extLst>
                <a:ext uri="{FF2B5EF4-FFF2-40B4-BE49-F238E27FC236}">
                  <a16:creationId xmlns:a16="http://schemas.microsoft.com/office/drawing/2014/main" id="{F0F085CC-0DE1-72DA-3682-D50A66952C4A}"/>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24">
              <a:extLst>
                <a:ext uri="{FF2B5EF4-FFF2-40B4-BE49-F238E27FC236}">
                  <a16:creationId xmlns:a16="http://schemas.microsoft.com/office/drawing/2014/main" id="{E00DE56F-E1A6-DD90-17A5-EEC9962509C7}"/>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25">
              <a:extLst>
                <a:ext uri="{FF2B5EF4-FFF2-40B4-BE49-F238E27FC236}">
                  <a16:creationId xmlns:a16="http://schemas.microsoft.com/office/drawing/2014/main" id="{49B824A0-D694-4744-10BA-2E982412E2F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26">
              <a:extLst>
                <a:ext uri="{FF2B5EF4-FFF2-40B4-BE49-F238E27FC236}">
                  <a16:creationId xmlns:a16="http://schemas.microsoft.com/office/drawing/2014/main" id="{83A61B59-FE90-A11C-D735-C3BAF61AC26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27">
              <a:extLst>
                <a:ext uri="{FF2B5EF4-FFF2-40B4-BE49-F238E27FC236}">
                  <a16:creationId xmlns:a16="http://schemas.microsoft.com/office/drawing/2014/main" id="{D47DF6FD-34B0-0D56-0BDE-B22EA5ED12E2}"/>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28">
              <a:extLst>
                <a:ext uri="{FF2B5EF4-FFF2-40B4-BE49-F238E27FC236}">
                  <a16:creationId xmlns:a16="http://schemas.microsoft.com/office/drawing/2014/main" id="{86E8F644-7355-1C0E-B6FC-92C6AFC6F31D}"/>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29">
              <a:extLst>
                <a:ext uri="{FF2B5EF4-FFF2-40B4-BE49-F238E27FC236}">
                  <a16:creationId xmlns:a16="http://schemas.microsoft.com/office/drawing/2014/main" id="{2CC4D2A8-B68E-58F7-1A7A-8EBEFD08EA2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30">
              <a:extLst>
                <a:ext uri="{FF2B5EF4-FFF2-40B4-BE49-F238E27FC236}">
                  <a16:creationId xmlns:a16="http://schemas.microsoft.com/office/drawing/2014/main" id="{2271FB80-3481-DEFA-9BE6-6C89CF1D1CED}"/>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31">
              <a:extLst>
                <a:ext uri="{FF2B5EF4-FFF2-40B4-BE49-F238E27FC236}">
                  <a16:creationId xmlns:a16="http://schemas.microsoft.com/office/drawing/2014/main" id="{4A7036C8-A7A8-E08A-A67D-39009BB15B1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32">
              <a:extLst>
                <a:ext uri="{FF2B5EF4-FFF2-40B4-BE49-F238E27FC236}">
                  <a16:creationId xmlns:a16="http://schemas.microsoft.com/office/drawing/2014/main" id="{8366B2C4-5EEF-B3CC-7864-C39796F356AB}"/>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33">
              <a:extLst>
                <a:ext uri="{FF2B5EF4-FFF2-40B4-BE49-F238E27FC236}">
                  <a16:creationId xmlns:a16="http://schemas.microsoft.com/office/drawing/2014/main" id="{1737299A-9C0E-C49B-4CB5-31DBD789F600}"/>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34">
              <a:extLst>
                <a:ext uri="{FF2B5EF4-FFF2-40B4-BE49-F238E27FC236}">
                  <a16:creationId xmlns:a16="http://schemas.microsoft.com/office/drawing/2014/main" id="{62D29D56-AA16-8660-BBEA-F0EBC01C7222}"/>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35">
              <a:extLst>
                <a:ext uri="{FF2B5EF4-FFF2-40B4-BE49-F238E27FC236}">
                  <a16:creationId xmlns:a16="http://schemas.microsoft.com/office/drawing/2014/main" id="{9E03B824-A419-A929-D031-28306BF5BF5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36">
              <a:extLst>
                <a:ext uri="{FF2B5EF4-FFF2-40B4-BE49-F238E27FC236}">
                  <a16:creationId xmlns:a16="http://schemas.microsoft.com/office/drawing/2014/main" id="{24E9C893-1F7E-B445-EBD5-077B98E434C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37">
              <a:extLst>
                <a:ext uri="{FF2B5EF4-FFF2-40B4-BE49-F238E27FC236}">
                  <a16:creationId xmlns:a16="http://schemas.microsoft.com/office/drawing/2014/main" id="{2D10F5DF-A6DE-4543-5027-CE878CC1251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38">
              <a:extLst>
                <a:ext uri="{FF2B5EF4-FFF2-40B4-BE49-F238E27FC236}">
                  <a16:creationId xmlns:a16="http://schemas.microsoft.com/office/drawing/2014/main" id="{AA63A859-4DBE-D51F-AFB2-508F251AFF5D}"/>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39">
              <a:extLst>
                <a:ext uri="{FF2B5EF4-FFF2-40B4-BE49-F238E27FC236}">
                  <a16:creationId xmlns:a16="http://schemas.microsoft.com/office/drawing/2014/main" id="{1A41742D-3887-B967-10EE-60F0840B8D0B}"/>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40">
              <a:extLst>
                <a:ext uri="{FF2B5EF4-FFF2-40B4-BE49-F238E27FC236}">
                  <a16:creationId xmlns:a16="http://schemas.microsoft.com/office/drawing/2014/main" id="{A2B39ACF-E073-8909-F01C-4FFF6B2BD3D5}"/>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41">
              <a:extLst>
                <a:ext uri="{FF2B5EF4-FFF2-40B4-BE49-F238E27FC236}">
                  <a16:creationId xmlns:a16="http://schemas.microsoft.com/office/drawing/2014/main" id="{A12209A4-CC6E-CCFC-AF45-7FB171BCC22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42">
              <a:extLst>
                <a:ext uri="{FF2B5EF4-FFF2-40B4-BE49-F238E27FC236}">
                  <a16:creationId xmlns:a16="http://schemas.microsoft.com/office/drawing/2014/main" id="{9D0008A1-3493-9140-D096-C930919B1A4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43">
              <a:extLst>
                <a:ext uri="{FF2B5EF4-FFF2-40B4-BE49-F238E27FC236}">
                  <a16:creationId xmlns:a16="http://schemas.microsoft.com/office/drawing/2014/main" id="{C693A956-4B3F-18A6-B8D1-5F76D8EE05DA}"/>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44">
              <a:extLst>
                <a:ext uri="{FF2B5EF4-FFF2-40B4-BE49-F238E27FC236}">
                  <a16:creationId xmlns:a16="http://schemas.microsoft.com/office/drawing/2014/main" id="{2517360F-F38F-E015-C701-73600CEA116D}"/>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45">
              <a:extLst>
                <a:ext uri="{FF2B5EF4-FFF2-40B4-BE49-F238E27FC236}">
                  <a16:creationId xmlns:a16="http://schemas.microsoft.com/office/drawing/2014/main" id="{63FB0F32-F77F-3A8B-0F1F-11F79881D3D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46">
              <a:extLst>
                <a:ext uri="{FF2B5EF4-FFF2-40B4-BE49-F238E27FC236}">
                  <a16:creationId xmlns:a16="http://schemas.microsoft.com/office/drawing/2014/main" id="{9B6615AA-2E54-5570-E5B8-8DAACD54D7D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47">
              <a:extLst>
                <a:ext uri="{FF2B5EF4-FFF2-40B4-BE49-F238E27FC236}">
                  <a16:creationId xmlns:a16="http://schemas.microsoft.com/office/drawing/2014/main" id="{990C2E52-B30C-86F1-112F-610D44379243}"/>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48">
              <a:extLst>
                <a:ext uri="{FF2B5EF4-FFF2-40B4-BE49-F238E27FC236}">
                  <a16:creationId xmlns:a16="http://schemas.microsoft.com/office/drawing/2014/main" id="{7B1392F3-12A3-B3DB-8DC7-49A0C0CADB2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49">
              <a:extLst>
                <a:ext uri="{FF2B5EF4-FFF2-40B4-BE49-F238E27FC236}">
                  <a16:creationId xmlns:a16="http://schemas.microsoft.com/office/drawing/2014/main" id="{16B33310-409E-1E5C-0CB9-D4D15270C3C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50">
              <a:extLst>
                <a:ext uri="{FF2B5EF4-FFF2-40B4-BE49-F238E27FC236}">
                  <a16:creationId xmlns:a16="http://schemas.microsoft.com/office/drawing/2014/main" id="{4156195B-DEFE-C765-7BD8-AB3BA15EBF04}"/>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51">
              <a:extLst>
                <a:ext uri="{FF2B5EF4-FFF2-40B4-BE49-F238E27FC236}">
                  <a16:creationId xmlns:a16="http://schemas.microsoft.com/office/drawing/2014/main" id="{28B95581-F9DE-14A7-577F-D5FD15FF6FD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52">
              <a:extLst>
                <a:ext uri="{FF2B5EF4-FFF2-40B4-BE49-F238E27FC236}">
                  <a16:creationId xmlns:a16="http://schemas.microsoft.com/office/drawing/2014/main" id="{3ECF342E-59DB-5778-3613-04DD93930D9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53">
              <a:extLst>
                <a:ext uri="{FF2B5EF4-FFF2-40B4-BE49-F238E27FC236}">
                  <a16:creationId xmlns:a16="http://schemas.microsoft.com/office/drawing/2014/main" id="{1B3F3DAD-906E-76F7-FEE6-EBF1E25E04F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54">
              <a:extLst>
                <a:ext uri="{FF2B5EF4-FFF2-40B4-BE49-F238E27FC236}">
                  <a16:creationId xmlns:a16="http://schemas.microsoft.com/office/drawing/2014/main" id="{7D2224C6-1123-2153-65B3-ED38387B0C99}"/>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55">
              <a:extLst>
                <a:ext uri="{FF2B5EF4-FFF2-40B4-BE49-F238E27FC236}">
                  <a16:creationId xmlns:a16="http://schemas.microsoft.com/office/drawing/2014/main" id="{7BC30A40-F4DC-B525-FEA8-EDC6B70C24D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56">
              <a:extLst>
                <a:ext uri="{FF2B5EF4-FFF2-40B4-BE49-F238E27FC236}">
                  <a16:creationId xmlns:a16="http://schemas.microsoft.com/office/drawing/2014/main" id="{A59834D7-D561-8A72-B5C8-650C1D6728A7}"/>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57">
              <a:extLst>
                <a:ext uri="{FF2B5EF4-FFF2-40B4-BE49-F238E27FC236}">
                  <a16:creationId xmlns:a16="http://schemas.microsoft.com/office/drawing/2014/main" id="{FEC8C72D-1C6E-E1EF-DC45-4F70005E170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58">
              <a:extLst>
                <a:ext uri="{FF2B5EF4-FFF2-40B4-BE49-F238E27FC236}">
                  <a16:creationId xmlns:a16="http://schemas.microsoft.com/office/drawing/2014/main" id="{FF9E5CAA-A48B-0DA3-BA05-565A1D09FFA6}"/>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59">
              <a:extLst>
                <a:ext uri="{FF2B5EF4-FFF2-40B4-BE49-F238E27FC236}">
                  <a16:creationId xmlns:a16="http://schemas.microsoft.com/office/drawing/2014/main" id="{669662BB-BC4D-741A-BD54-08BC67D63B9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60">
              <a:extLst>
                <a:ext uri="{FF2B5EF4-FFF2-40B4-BE49-F238E27FC236}">
                  <a16:creationId xmlns:a16="http://schemas.microsoft.com/office/drawing/2014/main" id="{41E0FAAA-A041-514E-CDA4-36D72BFE240E}"/>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61">
              <a:extLst>
                <a:ext uri="{FF2B5EF4-FFF2-40B4-BE49-F238E27FC236}">
                  <a16:creationId xmlns:a16="http://schemas.microsoft.com/office/drawing/2014/main" id="{BD775213-0D7A-FFFA-C99C-22EAD4D22EA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62">
              <a:extLst>
                <a:ext uri="{FF2B5EF4-FFF2-40B4-BE49-F238E27FC236}">
                  <a16:creationId xmlns:a16="http://schemas.microsoft.com/office/drawing/2014/main" id="{C05D14A5-BB11-6CA5-7983-064ECFAC8EDF}"/>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63">
              <a:extLst>
                <a:ext uri="{FF2B5EF4-FFF2-40B4-BE49-F238E27FC236}">
                  <a16:creationId xmlns:a16="http://schemas.microsoft.com/office/drawing/2014/main" id="{230FF5FE-D5A1-4D66-EE32-D6BAB3CEA779}"/>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64">
              <a:extLst>
                <a:ext uri="{FF2B5EF4-FFF2-40B4-BE49-F238E27FC236}">
                  <a16:creationId xmlns:a16="http://schemas.microsoft.com/office/drawing/2014/main" id="{13D83DBA-AC33-8DE4-C8B7-544110157552}"/>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65">
              <a:extLst>
                <a:ext uri="{FF2B5EF4-FFF2-40B4-BE49-F238E27FC236}">
                  <a16:creationId xmlns:a16="http://schemas.microsoft.com/office/drawing/2014/main" id="{80597FAD-5613-EEC3-1EAF-3AF27D45BB78}"/>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66">
              <a:extLst>
                <a:ext uri="{FF2B5EF4-FFF2-40B4-BE49-F238E27FC236}">
                  <a16:creationId xmlns:a16="http://schemas.microsoft.com/office/drawing/2014/main" id="{6490ABD1-1401-263C-9C0A-1E22C94A577E}"/>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67">
              <a:extLst>
                <a:ext uri="{FF2B5EF4-FFF2-40B4-BE49-F238E27FC236}">
                  <a16:creationId xmlns:a16="http://schemas.microsoft.com/office/drawing/2014/main" id="{BD119B05-CE5A-E7AB-6937-6C3FE41770B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68">
              <a:extLst>
                <a:ext uri="{FF2B5EF4-FFF2-40B4-BE49-F238E27FC236}">
                  <a16:creationId xmlns:a16="http://schemas.microsoft.com/office/drawing/2014/main" id="{8395EEEC-1F05-0552-18AF-F0096D99FEC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69">
              <a:extLst>
                <a:ext uri="{FF2B5EF4-FFF2-40B4-BE49-F238E27FC236}">
                  <a16:creationId xmlns:a16="http://schemas.microsoft.com/office/drawing/2014/main" id="{E6D23A86-429A-EA70-EF36-C057A8346697}"/>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70">
              <a:extLst>
                <a:ext uri="{FF2B5EF4-FFF2-40B4-BE49-F238E27FC236}">
                  <a16:creationId xmlns:a16="http://schemas.microsoft.com/office/drawing/2014/main" id="{811E8166-A89F-CDC7-179F-8A275A3C1D53}"/>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71">
              <a:extLst>
                <a:ext uri="{FF2B5EF4-FFF2-40B4-BE49-F238E27FC236}">
                  <a16:creationId xmlns:a16="http://schemas.microsoft.com/office/drawing/2014/main" id="{7EB1C337-92E5-1A65-49DA-0D78B7CCACC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72">
              <a:extLst>
                <a:ext uri="{FF2B5EF4-FFF2-40B4-BE49-F238E27FC236}">
                  <a16:creationId xmlns:a16="http://schemas.microsoft.com/office/drawing/2014/main" id="{D8177DE2-F43D-0DD8-2887-3D296321D15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73">
              <a:extLst>
                <a:ext uri="{FF2B5EF4-FFF2-40B4-BE49-F238E27FC236}">
                  <a16:creationId xmlns:a16="http://schemas.microsoft.com/office/drawing/2014/main" id="{E2D1FDF7-ACA0-3ABC-1EA3-FEF4CF71ED18}"/>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0" name="Groupe 194">
            <a:extLst>
              <a:ext uri="{FF2B5EF4-FFF2-40B4-BE49-F238E27FC236}">
                <a16:creationId xmlns:a16="http://schemas.microsoft.com/office/drawing/2014/main" id="{D2CF2E28-7E41-9075-1D83-BA2424073B56}"/>
              </a:ext>
            </a:extLst>
          </p:cNvPr>
          <p:cNvGrpSpPr/>
          <p:nvPr/>
        </p:nvGrpSpPr>
        <p:grpSpPr>
          <a:xfrm>
            <a:off x="4689381" y="4212748"/>
            <a:ext cx="944598" cy="848124"/>
            <a:chOff x="5247267" y="8072371"/>
            <a:chExt cx="817082" cy="733631"/>
          </a:xfrm>
        </p:grpSpPr>
        <p:grpSp>
          <p:nvGrpSpPr>
            <p:cNvPr id="131" name="Groupe 195">
              <a:extLst>
                <a:ext uri="{FF2B5EF4-FFF2-40B4-BE49-F238E27FC236}">
                  <a16:creationId xmlns:a16="http://schemas.microsoft.com/office/drawing/2014/main" id="{7C9AFDAD-C023-2C6E-2D9A-66AA7D0812E4}"/>
                </a:ext>
              </a:extLst>
            </p:cNvPr>
            <p:cNvGrpSpPr/>
            <p:nvPr/>
          </p:nvGrpSpPr>
          <p:grpSpPr>
            <a:xfrm>
              <a:off x="5247267" y="8117813"/>
              <a:ext cx="817082" cy="688189"/>
              <a:chOff x="3890963" y="2438774"/>
              <a:chExt cx="1085661" cy="914400"/>
            </a:xfrm>
          </p:grpSpPr>
          <p:pic>
            <p:nvPicPr>
              <p:cNvPr id="133" name="Graphique 197" descr="Culturiste avec un remplissage uni">
                <a:extLst>
                  <a:ext uri="{FF2B5EF4-FFF2-40B4-BE49-F238E27FC236}">
                    <a16:creationId xmlns:a16="http://schemas.microsoft.com/office/drawing/2014/main" id="{97E55981-771A-1B4F-5CDC-C29B1BE9B7E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34" name="Rectangle 198">
                <a:extLst>
                  <a:ext uri="{FF2B5EF4-FFF2-40B4-BE49-F238E27FC236}">
                    <a16:creationId xmlns:a16="http://schemas.microsoft.com/office/drawing/2014/main" id="{6DC859A9-38E0-F0CC-AEB2-750BC39EB71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99">
                <a:extLst>
                  <a:ext uri="{FF2B5EF4-FFF2-40B4-BE49-F238E27FC236}">
                    <a16:creationId xmlns:a16="http://schemas.microsoft.com/office/drawing/2014/main" id="{5727CC43-BB93-3296-F533-AADB36BF798B}"/>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2" name="Rectangle 196">
              <a:extLst>
                <a:ext uri="{FF2B5EF4-FFF2-40B4-BE49-F238E27FC236}">
                  <a16:creationId xmlns:a16="http://schemas.microsoft.com/office/drawing/2014/main" id="{654FA93B-0559-2219-9CCF-1584F9D563BF}"/>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6" name="Groupe 200">
            <a:extLst>
              <a:ext uri="{FF2B5EF4-FFF2-40B4-BE49-F238E27FC236}">
                <a16:creationId xmlns:a16="http://schemas.microsoft.com/office/drawing/2014/main" id="{ACFCC49F-2590-2019-0612-620415CB18C4}"/>
              </a:ext>
            </a:extLst>
          </p:cNvPr>
          <p:cNvGrpSpPr/>
          <p:nvPr/>
        </p:nvGrpSpPr>
        <p:grpSpPr>
          <a:xfrm flipH="1">
            <a:off x="3862516" y="4970514"/>
            <a:ext cx="433916" cy="870081"/>
            <a:chOff x="5134003" y="2196472"/>
            <a:chExt cx="563254" cy="1156702"/>
          </a:xfrm>
        </p:grpSpPr>
        <p:pic>
          <p:nvPicPr>
            <p:cNvPr id="137" name="Graphique 201" descr="Réussite du groupe avec un remplissage uni">
              <a:extLst>
                <a:ext uri="{FF2B5EF4-FFF2-40B4-BE49-F238E27FC236}">
                  <a16:creationId xmlns:a16="http://schemas.microsoft.com/office/drawing/2014/main" id="{6DE0281D-052C-FAB1-E352-83E574578A91}"/>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38" name="Rectangle 202">
              <a:extLst>
                <a:ext uri="{FF2B5EF4-FFF2-40B4-BE49-F238E27FC236}">
                  <a16:creationId xmlns:a16="http://schemas.microsoft.com/office/drawing/2014/main" id="{E9496A2D-ACC6-2602-6A12-B10725CB106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9" name="Groupe 203">
            <a:extLst>
              <a:ext uri="{FF2B5EF4-FFF2-40B4-BE49-F238E27FC236}">
                <a16:creationId xmlns:a16="http://schemas.microsoft.com/office/drawing/2014/main" id="{CF26DE29-0D9C-BC2F-503C-6927EE7195AC}"/>
              </a:ext>
            </a:extLst>
          </p:cNvPr>
          <p:cNvGrpSpPr/>
          <p:nvPr/>
        </p:nvGrpSpPr>
        <p:grpSpPr>
          <a:xfrm flipH="1">
            <a:off x="5918661" y="3527340"/>
            <a:ext cx="371891" cy="757389"/>
            <a:chOff x="5134003" y="2196472"/>
            <a:chExt cx="563254" cy="1156702"/>
          </a:xfrm>
        </p:grpSpPr>
        <p:pic>
          <p:nvPicPr>
            <p:cNvPr id="140" name="Graphique 204" descr="Réussite du groupe avec un remplissage uni">
              <a:extLst>
                <a:ext uri="{FF2B5EF4-FFF2-40B4-BE49-F238E27FC236}">
                  <a16:creationId xmlns:a16="http://schemas.microsoft.com/office/drawing/2014/main" id="{63D793D0-2B6E-4EDE-DC0E-5C22B51EA982}"/>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41" name="Rectangle 205">
              <a:extLst>
                <a:ext uri="{FF2B5EF4-FFF2-40B4-BE49-F238E27FC236}">
                  <a16:creationId xmlns:a16="http://schemas.microsoft.com/office/drawing/2014/main" id="{AC06D115-C71F-B997-9E24-FD63704B3AD7}"/>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2" name="Graphique 8" descr="Mur de briques en construction avec un remplissage uni">
            <a:extLst>
              <a:ext uri="{FF2B5EF4-FFF2-40B4-BE49-F238E27FC236}">
                <a16:creationId xmlns:a16="http://schemas.microsoft.com/office/drawing/2014/main" id="{11BFAECD-5C79-8435-D41F-E75939417814}"/>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909757" y="5638765"/>
            <a:ext cx="678523" cy="686587"/>
          </a:xfrm>
          <a:prstGeom prst="rect">
            <a:avLst/>
          </a:prstGeom>
        </p:spPr>
      </p:pic>
      <p:pic>
        <p:nvPicPr>
          <p:cNvPr id="143" name="Graphique 248" descr="Mur de briques en construction avec un remplissage uni">
            <a:extLst>
              <a:ext uri="{FF2B5EF4-FFF2-40B4-BE49-F238E27FC236}">
                <a16:creationId xmlns:a16="http://schemas.microsoft.com/office/drawing/2014/main" id="{4962277E-4851-3649-CE9E-4EDF0B9F4426}"/>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7869882" y="4603429"/>
            <a:ext cx="678523" cy="686587"/>
          </a:xfrm>
          <a:prstGeom prst="rect">
            <a:avLst/>
          </a:prstGeom>
        </p:spPr>
      </p:pic>
      <p:sp>
        <p:nvSpPr>
          <p:cNvPr id="144" name="Rectangle 2">
            <a:extLst>
              <a:ext uri="{FF2B5EF4-FFF2-40B4-BE49-F238E27FC236}">
                <a16:creationId xmlns:a16="http://schemas.microsoft.com/office/drawing/2014/main" id="{8E439821-F18F-6062-9541-F47E8F337B2A}"/>
              </a:ext>
            </a:extLst>
          </p:cNvPr>
          <p:cNvSpPr/>
          <p:nvPr/>
        </p:nvSpPr>
        <p:spPr>
          <a:xfrm>
            <a:off x="3708639" y="3011774"/>
            <a:ext cx="820635"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Bob a </a:t>
            </a:r>
            <a:r>
              <a:rPr lang="en-US" sz="900" dirty="0" err="1">
                <a:solidFill>
                  <a:schemeClr val="tx1"/>
                </a:solidFill>
              </a:rPr>
              <a:t>convaincu</a:t>
            </a:r>
            <a:r>
              <a:rPr lang="en-US" sz="900" dirty="0">
                <a:solidFill>
                  <a:schemeClr val="tx1"/>
                </a:solidFill>
              </a:rPr>
              <a:t> des </a:t>
            </a:r>
            <a:r>
              <a:rPr lang="en-US" sz="900" dirty="0" err="1">
                <a:solidFill>
                  <a:schemeClr val="tx1"/>
                </a:solidFill>
              </a:rPr>
              <a:t>investisseurs</a:t>
            </a:r>
            <a:endParaRPr lang="en-US" sz="900" dirty="0">
              <a:solidFill>
                <a:schemeClr val="tx1"/>
              </a:solidFill>
            </a:endParaRPr>
          </a:p>
        </p:txBody>
      </p:sp>
      <p:sp>
        <p:nvSpPr>
          <p:cNvPr id="145" name="Rectangle 176">
            <a:extLst>
              <a:ext uri="{FF2B5EF4-FFF2-40B4-BE49-F238E27FC236}">
                <a16:creationId xmlns:a16="http://schemas.microsoft.com/office/drawing/2014/main" id="{A8B881CC-529D-F497-33C6-ADE4480B2D63}"/>
              </a:ext>
            </a:extLst>
          </p:cNvPr>
          <p:cNvSpPr/>
          <p:nvPr/>
        </p:nvSpPr>
        <p:spPr>
          <a:xfrm>
            <a:off x="4196097" y="3829832"/>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Alice </a:t>
            </a:r>
            <a:r>
              <a:rPr lang="en-US" sz="800" dirty="0" err="1">
                <a:solidFill>
                  <a:schemeClr val="tx1"/>
                </a:solidFill>
              </a:rPr>
              <a:t>connait</a:t>
            </a:r>
            <a:r>
              <a:rPr lang="en-US" sz="800" dirty="0">
                <a:solidFill>
                  <a:schemeClr val="tx1"/>
                </a:solidFill>
              </a:rPr>
              <a:t> bien le </a:t>
            </a:r>
            <a:r>
              <a:rPr lang="en-US" sz="800" dirty="0" err="1">
                <a:solidFill>
                  <a:schemeClr val="tx1"/>
                </a:solidFill>
              </a:rPr>
              <a:t>modèle</a:t>
            </a:r>
            <a:r>
              <a:rPr lang="en-US" sz="800" dirty="0">
                <a:solidFill>
                  <a:schemeClr val="tx1"/>
                </a:solidFill>
              </a:rPr>
              <a:t> </a:t>
            </a:r>
            <a:r>
              <a:rPr lang="en-US" sz="800" dirty="0" err="1">
                <a:solidFill>
                  <a:schemeClr val="tx1"/>
                </a:solidFill>
              </a:rPr>
              <a:t>actuel</a:t>
            </a:r>
            <a:endParaRPr lang="en-US" sz="800" dirty="0">
              <a:solidFill>
                <a:schemeClr val="tx1"/>
              </a:solidFill>
            </a:endParaRPr>
          </a:p>
        </p:txBody>
      </p:sp>
      <p:sp>
        <p:nvSpPr>
          <p:cNvPr id="146" name="Rectangle 177">
            <a:extLst>
              <a:ext uri="{FF2B5EF4-FFF2-40B4-BE49-F238E27FC236}">
                <a16:creationId xmlns:a16="http://schemas.microsoft.com/office/drawing/2014/main" id="{724A418B-5059-164D-41A6-7FE63A4905B5}"/>
              </a:ext>
            </a:extLst>
          </p:cNvPr>
          <p:cNvSpPr/>
          <p:nvPr/>
        </p:nvSpPr>
        <p:spPr>
          <a:xfrm>
            <a:off x="6146778" y="5264800"/>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Francis a déjà </a:t>
            </a:r>
            <a:r>
              <a:rPr lang="en-US" sz="700" dirty="0" err="1">
                <a:solidFill>
                  <a:schemeClr val="tx1"/>
                </a:solidFill>
              </a:rPr>
              <a:t>géré</a:t>
            </a:r>
            <a:r>
              <a:rPr lang="en-US" sz="700" dirty="0">
                <a:solidFill>
                  <a:schemeClr val="tx1"/>
                </a:solidFill>
              </a:rPr>
              <a:t> un </a:t>
            </a:r>
            <a:r>
              <a:rPr lang="en-US" sz="700" dirty="0" err="1">
                <a:solidFill>
                  <a:schemeClr val="tx1"/>
                </a:solidFill>
              </a:rPr>
              <a:t>programme</a:t>
            </a:r>
            <a:r>
              <a:rPr lang="en-US" sz="700" dirty="0">
                <a:solidFill>
                  <a:schemeClr val="tx1"/>
                </a:solidFill>
              </a:rPr>
              <a:t> de bout </a:t>
            </a:r>
            <a:r>
              <a:rPr lang="en-US" sz="700" dirty="0" err="1">
                <a:solidFill>
                  <a:schemeClr val="tx1"/>
                </a:solidFill>
              </a:rPr>
              <a:t>en</a:t>
            </a:r>
            <a:r>
              <a:rPr lang="en-US" sz="700" dirty="0">
                <a:solidFill>
                  <a:schemeClr val="tx1"/>
                </a:solidFill>
              </a:rPr>
              <a:t> bout</a:t>
            </a:r>
          </a:p>
        </p:txBody>
      </p:sp>
      <p:sp>
        <p:nvSpPr>
          <p:cNvPr id="147" name="Rectangle 206">
            <a:extLst>
              <a:ext uri="{FF2B5EF4-FFF2-40B4-BE49-F238E27FC236}">
                <a16:creationId xmlns:a16="http://schemas.microsoft.com/office/drawing/2014/main" id="{91865901-C4CF-7F60-F06D-92150F21578B}"/>
              </a:ext>
            </a:extLst>
          </p:cNvPr>
          <p:cNvSpPr/>
          <p:nvPr/>
        </p:nvSpPr>
        <p:spPr>
          <a:xfrm>
            <a:off x="6045430" y="2695698"/>
            <a:ext cx="927806"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Gary a trouvé un budget de recherche</a:t>
            </a:r>
          </a:p>
        </p:txBody>
      </p:sp>
      <p:sp>
        <p:nvSpPr>
          <p:cNvPr id="148" name="Rectangle 207">
            <a:extLst>
              <a:ext uri="{FF2B5EF4-FFF2-40B4-BE49-F238E27FC236}">
                <a16:creationId xmlns:a16="http://schemas.microsoft.com/office/drawing/2014/main" id="{71AAB50D-D527-9216-1E5E-2C769BEF5B17}"/>
              </a:ext>
            </a:extLst>
          </p:cNvPr>
          <p:cNvSpPr/>
          <p:nvPr/>
        </p:nvSpPr>
        <p:spPr>
          <a:xfrm>
            <a:off x="5247167" y="4429268"/>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Charlie a fait </a:t>
            </a:r>
            <a:r>
              <a:rPr lang="en-US" sz="900" dirty="0" err="1">
                <a:solidFill>
                  <a:schemeClr val="tx1"/>
                </a:solidFill>
              </a:rPr>
              <a:t>une</a:t>
            </a:r>
            <a:r>
              <a:rPr lang="en-US" sz="900" dirty="0">
                <a:solidFill>
                  <a:schemeClr val="tx1"/>
                </a:solidFill>
              </a:rPr>
              <a:t> </a:t>
            </a:r>
            <a:r>
              <a:rPr lang="en-US" sz="900" dirty="0" err="1">
                <a:solidFill>
                  <a:schemeClr val="tx1"/>
                </a:solidFill>
              </a:rPr>
              <a:t>thèse</a:t>
            </a:r>
            <a:r>
              <a:rPr lang="en-US" sz="900" dirty="0">
                <a:solidFill>
                  <a:schemeClr val="tx1"/>
                </a:solidFill>
              </a:rPr>
              <a:t> sur </a:t>
            </a:r>
          </a:p>
        </p:txBody>
      </p:sp>
      <p:sp>
        <p:nvSpPr>
          <p:cNvPr id="149" name="Rectangle 208">
            <a:extLst>
              <a:ext uri="{FF2B5EF4-FFF2-40B4-BE49-F238E27FC236}">
                <a16:creationId xmlns:a16="http://schemas.microsoft.com/office/drawing/2014/main" id="{5B96AB65-3FF6-DF6E-C672-9B94A47B0588}"/>
              </a:ext>
            </a:extLst>
          </p:cNvPr>
          <p:cNvSpPr/>
          <p:nvPr/>
        </p:nvSpPr>
        <p:spPr>
          <a:xfrm>
            <a:off x="6129387" y="3721691"/>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Donna  a </a:t>
            </a:r>
            <a:r>
              <a:rPr lang="en-US" sz="700" dirty="0" err="1">
                <a:solidFill>
                  <a:schemeClr val="tx1"/>
                </a:solidFill>
              </a:rPr>
              <a:t>deposé</a:t>
            </a:r>
            <a:r>
              <a:rPr lang="en-US" sz="700" dirty="0">
                <a:solidFill>
                  <a:schemeClr val="tx1"/>
                </a:solidFill>
              </a:rPr>
              <a:t> un brevet </a:t>
            </a:r>
            <a:r>
              <a:rPr lang="en-US" sz="700" dirty="0" err="1">
                <a:solidFill>
                  <a:schemeClr val="tx1"/>
                </a:solidFill>
              </a:rPr>
              <a:t>révolutionnaire</a:t>
            </a:r>
            <a:r>
              <a:rPr lang="en-US" sz="700" dirty="0">
                <a:solidFill>
                  <a:schemeClr val="tx1"/>
                </a:solidFill>
              </a:rPr>
              <a:t> sur les batteries</a:t>
            </a:r>
          </a:p>
        </p:txBody>
      </p:sp>
      <p:sp>
        <p:nvSpPr>
          <p:cNvPr id="150" name="Rectangle 209">
            <a:extLst>
              <a:ext uri="{FF2B5EF4-FFF2-40B4-BE49-F238E27FC236}">
                <a16:creationId xmlns:a16="http://schemas.microsoft.com/office/drawing/2014/main" id="{F788770E-9301-2649-7094-44601F10BD1A}"/>
              </a:ext>
            </a:extLst>
          </p:cNvPr>
          <p:cNvSpPr/>
          <p:nvPr/>
        </p:nvSpPr>
        <p:spPr>
          <a:xfrm>
            <a:off x="3886582" y="5209795"/>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Erin </a:t>
            </a:r>
            <a:r>
              <a:rPr lang="en-US" sz="1000" dirty="0" err="1">
                <a:solidFill>
                  <a:schemeClr val="tx1"/>
                </a:solidFill>
              </a:rPr>
              <a:t>connait</a:t>
            </a:r>
            <a:r>
              <a:rPr lang="en-US" sz="1000" dirty="0">
                <a:solidFill>
                  <a:schemeClr val="tx1"/>
                </a:solidFill>
              </a:rPr>
              <a:t> de </a:t>
            </a:r>
            <a:r>
              <a:rPr lang="en-US" sz="1000" dirty="0" err="1">
                <a:solidFill>
                  <a:schemeClr val="tx1"/>
                </a:solidFill>
              </a:rPr>
              <a:t>nombreux</a:t>
            </a:r>
            <a:r>
              <a:rPr lang="en-US" sz="1000" dirty="0">
                <a:solidFill>
                  <a:schemeClr val="tx1"/>
                </a:solidFill>
              </a:rPr>
              <a:t> </a:t>
            </a:r>
            <a:r>
              <a:rPr lang="en-US" sz="1000" dirty="0" err="1">
                <a:solidFill>
                  <a:schemeClr val="tx1"/>
                </a:solidFill>
              </a:rPr>
              <a:t>partenaires</a:t>
            </a:r>
            <a:endParaRPr lang="en-US" sz="1000" dirty="0">
              <a:solidFill>
                <a:schemeClr val="tx1"/>
              </a:solidFill>
            </a:endParaRPr>
          </a:p>
        </p:txBody>
      </p:sp>
      <p:sp>
        <p:nvSpPr>
          <p:cNvPr id="151" name="Rectangle 210">
            <a:extLst>
              <a:ext uri="{FF2B5EF4-FFF2-40B4-BE49-F238E27FC236}">
                <a16:creationId xmlns:a16="http://schemas.microsoft.com/office/drawing/2014/main" id="{FD922A47-02D8-054A-4E77-AD3056FE25B9}"/>
              </a:ext>
            </a:extLst>
          </p:cNvPr>
          <p:cNvSpPr/>
          <p:nvPr/>
        </p:nvSpPr>
        <p:spPr>
          <a:xfrm>
            <a:off x="8205787" y="4966308"/>
            <a:ext cx="1145034"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Erin et Gary </a:t>
            </a:r>
            <a:r>
              <a:rPr lang="en-US" sz="1200" dirty="0" err="1">
                <a:solidFill>
                  <a:schemeClr val="tx1"/>
                </a:solidFill>
              </a:rPr>
              <a:t>sécurisent</a:t>
            </a:r>
            <a:r>
              <a:rPr lang="en-US" sz="1200" dirty="0">
                <a:solidFill>
                  <a:schemeClr val="tx1"/>
                </a:solidFill>
              </a:rPr>
              <a:t> le budget</a:t>
            </a:r>
          </a:p>
        </p:txBody>
      </p:sp>
      <p:sp>
        <p:nvSpPr>
          <p:cNvPr id="152" name="Rectangle 211">
            <a:extLst>
              <a:ext uri="{FF2B5EF4-FFF2-40B4-BE49-F238E27FC236}">
                <a16:creationId xmlns:a16="http://schemas.microsoft.com/office/drawing/2014/main" id="{85DB2762-232A-EB14-C6EB-9DFAE7DC6D1B}"/>
              </a:ext>
            </a:extLst>
          </p:cNvPr>
          <p:cNvSpPr/>
          <p:nvPr/>
        </p:nvSpPr>
        <p:spPr>
          <a:xfrm>
            <a:off x="8191814" y="5941422"/>
            <a:ext cx="1159005" cy="62120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Francis et Bob font un plan </a:t>
            </a:r>
            <a:r>
              <a:rPr lang="en-US" sz="1200" dirty="0" err="1">
                <a:solidFill>
                  <a:schemeClr val="tx1"/>
                </a:solidFill>
              </a:rPr>
              <a:t>projet</a:t>
            </a:r>
            <a:r>
              <a:rPr lang="en-US" sz="1200" dirty="0">
                <a:solidFill>
                  <a:schemeClr val="tx1"/>
                </a:solidFill>
              </a:rPr>
              <a:t> </a:t>
            </a:r>
          </a:p>
        </p:txBody>
      </p:sp>
      <p:sp>
        <p:nvSpPr>
          <p:cNvPr id="153" name="Rectangle 212">
            <a:extLst>
              <a:ext uri="{FF2B5EF4-FFF2-40B4-BE49-F238E27FC236}">
                <a16:creationId xmlns:a16="http://schemas.microsoft.com/office/drawing/2014/main" id="{2F569E41-FF31-372A-024C-A9461C867577}"/>
              </a:ext>
            </a:extLst>
          </p:cNvPr>
          <p:cNvSpPr/>
          <p:nvPr/>
        </p:nvSpPr>
        <p:spPr>
          <a:xfrm>
            <a:off x="10197634" y="6056657"/>
            <a:ext cx="1518562"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Le premier vol commercial </a:t>
            </a:r>
            <a:r>
              <a:rPr lang="en-US" sz="1200" dirty="0" err="1">
                <a:solidFill>
                  <a:schemeClr val="tx1"/>
                </a:solidFill>
              </a:rPr>
              <a:t>est</a:t>
            </a:r>
            <a:r>
              <a:rPr lang="en-US" sz="1200" dirty="0">
                <a:solidFill>
                  <a:schemeClr val="tx1"/>
                </a:solidFill>
              </a:rPr>
              <a:t> </a:t>
            </a:r>
            <a:r>
              <a:rPr lang="en-US" sz="1200" dirty="0" err="1">
                <a:solidFill>
                  <a:schemeClr val="tx1"/>
                </a:solidFill>
              </a:rPr>
              <a:t>célébré</a:t>
            </a:r>
            <a:endParaRPr lang="en-US" sz="1200" dirty="0">
              <a:solidFill>
                <a:schemeClr val="tx1"/>
              </a:solidFill>
            </a:endParaRPr>
          </a:p>
        </p:txBody>
      </p:sp>
      <p:sp>
        <p:nvSpPr>
          <p:cNvPr id="154" name="Rectangle 213">
            <a:extLst>
              <a:ext uri="{FF2B5EF4-FFF2-40B4-BE49-F238E27FC236}">
                <a16:creationId xmlns:a16="http://schemas.microsoft.com/office/drawing/2014/main" id="{94279BBE-3133-D938-32FE-5C26D5F5480E}"/>
              </a:ext>
            </a:extLst>
          </p:cNvPr>
          <p:cNvSpPr/>
          <p:nvPr/>
        </p:nvSpPr>
        <p:spPr>
          <a:xfrm>
            <a:off x="10189583" y="459272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Le premier avion </a:t>
            </a:r>
            <a:r>
              <a:rPr lang="en-US" sz="1200" dirty="0" err="1">
                <a:solidFill>
                  <a:schemeClr val="tx1"/>
                </a:solidFill>
              </a:rPr>
              <a:t>électrique</a:t>
            </a:r>
            <a:r>
              <a:rPr lang="en-US" sz="1200" dirty="0">
                <a:solidFill>
                  <a:schemeClr val="tx1"/>
                </a:solidFill>
              </a:rPr>
              <a:t> </a:t>
            </a:r>
            <a:r>
              <a:rPr lang="en-US" sz="1200" dirty="0" err="1">
                <a:solidFill>
                  <a:schemeClr val="tx1"/>
                </a:solidFill>
              </a:rPr>
              <a:t>est</a:t>
            </a:r>
            <a:r>
              <a:rPr lang="en-US" sz="1200" dirty="0">
                <a:solidFill>
                  <a:schemeClr val="tx1"/>
                </a:solidFill>
              </a:rPr>
              <a:t> </a:t>
            </a:r>
            <a:r>
              <a:rPr lang="en-US" sz="1200" dirty="0" err="1">
                <a:solidFill>
                  <a:schemeClr val="tx1"/>
                </a:solidFill>
              </a:rPr>
              <a:t>dévoilé</a:t>
            </a:r>
            <a:r>
              <a:rPr lang="en-US" sz="1200" dirty="0">
                <a:solidFill>
                  <a:schemeClr val="tx1"/>
                </a:solidFill>
              </a:rPr>
              <a:t> au Bourget </a:t>
            </a:r>
          </a:p>
        </p:txBody>
      </p:sp>
      <p:sp>
        <p:nvSpPr>
          <p:cNvPr id="155" name="Rectangle 214">
            <a:extLst>
              <a:ext uri="{FF2B5EF4-FFF2-40B4-BE49-F238E27FC236}">
                <a16:creationId xmlns:a16="http://schemas.microsoft.com/office/drawing/2014/main" id="{C5E6FFAE-195A-7C5D-3D42-7F32B55471D6}"/>
              </a:ext>
            </a:extLst>
          </p:cNvPr>
          <p:cNvSpPr/>
          <p:nvPr/>
        </p:nvSpPr>
        <p:spPr>
          <a:xfrm>
            <a:off x="8190630" y="3633946"/>
            <a:ext cx="1160190"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Donna, Charlie et Alice </a:t>
            </a:r>
            <a:r>
              <a:rPr lang="en-US" sz="1050" dirty="0" err="1">
                <a:solidFill>
                  <a:schemeClr val="tx1"/>
                </a:solidFill>
              </a:rPr>
              <a:t>conçoivent</a:t>
            </a:r>
            <a:r>
              <a:rPr lang="en-US" sz="1050" dirty="0">
                <a:solidFill>
                  <a:schemeClr val="tx1"/>
                </a:solidFill>
              </a:rPr>
              <a:t> un prototype</a:t>
            </a:r>
          </a:p>
        </p:txBody>
      </p:sp>
      <p:sp>
        <p:nvSpPr>
          <p:cNvPr id="156" name="Rectangle 215">
            <a:extLst>
              <a:ext uri="{FF2B5EF4-FFF2-40B4-BE49-F238E27FC236}">
                <a16:creationId xmlns:a16="http://schemas.microsoft.com/office/drawing/2014/main" id="{0C13209B-913B-B7AD-F245-BE13A9CCFC8A}"/>
              </a:ext>
            </a:extLst>
          </p:cNvPr>
          <p:cNvSpPr/>
          <p:nvPr/>
        </p:nvSpPr>
        <p:spPr>
          <a:xfrm>
            <a:off x="10181679" y="531903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Les premiers </a:t>
            </a:r>
            <a:r>
              <a:rPr lang="en-US" sz="1200" dirty="0" err="1">
                <a:solidFill>
                  <a:schemeClr val="tx1"/>
                </a:solidFill>
              </a:rPr>
              <a:t>contrats</a:t>
            </a:r>
            <a:r>
              <a:rPr lang="en-US" sz="1200" dirty="0">
                <a:solidFill>
                  <a:schemeClr val="tx1"/>
                </a:solidFill>
              </a:rPr>
              <a:t> </a:t>
            </a:r>
            <a:r>
              <a:rPr lang="en-US" sz="1200" dirty="0" err="1">
                <a:solidFill>
                  <a:schemeClr val="tx1"/>
                </a:solidFill>
              </a:rPr>
              <a:t>sont</a:t>
            </a:r>
            <a:r>
              <a:rPr lang="en-US" sz="1200" dirty="0">
                <a:solidFill>
                  <a:schemeClr val="tx1"/>
                </a:solidFill>
              </a:rPr>
              <a:t> </a:t>
            </a:r>
            <a:r>
              <a:rPr lang="en-US" sz="1200" dirty="0" err="1">
                <a:solidFill>
                  <a:schemeClr val="tx1"/>
                </a:solidFill>
              </a:rPr>
              <a:t>signés</a:t>
            </a:r>
            <a:r>
              <a:rPr lang="en-US" sz="1200" dirty="0">
                <a:solidFill>
                  <a:schemeClr val="tx1"/>
                </a:solidFill>
              </a:rPr>
              <a:t> par 5 </a:t>
            </a:r>
            <a:r>
              <a:rPr lang="en-US" sz="1200" dirty="0" err="1">
                <a:solidFill>
                  <a:schemeClr val="tx1"/>
                </a:solidFill>
              </a:rPr>
              <a:t>grandes</a:t>
            </a:r>
            <a:r>
              <a:rPr lang="en-US" sz="1200" dirty="0">
                <a:solidFill>
                  <a:schemeClr val="tx1"/>
                </a:solidFill>
              </a:rPr>
              <a:t> compagnies</a:t>
            </a:r>
          </a:p>
        </p:txBody>
      </p:sp>
      <p:sp>
        <p:nvSpPr>
          <p:cNvPr id="7" name="Titolo 1">
            <a:extLst>
              <a:ext uri="{FF2B5EF4-FFF2-40B4-BE49-F238E27FC236}">
                <a16:creationId xmlns:a16="http://schemas.microsoft.com/office/drawing/2014/main" id="{EF69A68F-A1BC-26E1-65C0-653FB1F95A20}"/>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Cas </a:t>
            </a:r>
            <a:r>
              <a:rPr lang="en-US" dirty="0" err="1"/>
              <a:t>d'utilisation</a:t>
            </a:r>
            <a:r>
              <a:rPr lang="en-US" dirty="0"/>
              <a:t> 2</a:t>
            </a:r>
            <a:br>
              <a:rPr lang="en-US" dirty="0"/>
            </a:br>
            <a:r>
              <a:rPr lang="en-US" dirty="0"/>
              <a:t>Un nouveau type </a:t>
            </a:r>
            <a:r>
              <a:rPr lang="en-US" dirty="0" err="1"/>
              <a:t>d'avion</a:t>
            </a:r>
            <a:r>
              <a:rPr lang="en-US" dirty="0"/>
              <a:t> </a:t>
            </a:r>
            <a:r>
              <a:rPr lang="en-US" dirty="0" err="1"/>
              <a:t>entièrement</a:t>
            </a:r>
            <a:r>
              <a:rPr lang="en-US" dirty="0"/>
              <a:t> </a:t>
            </a:r>
            <a:r>
              <a:rPr lang="en-US" dirty="0" err="1"/>
              <a:t>électrique</a:t>
            </a:r>
            <a:endParaRPr lang="en-US" dirty="0"/>
          </a:p>
        </p:txBody>
      </p:sp>
      <p:pic>
        <p:nvPicPr>
          <p:cNvPr id="8" name="Immagine 3">
            <a:extLst>
              <a:ext uri="{FF2B5EF4-FFF2-40B4-BE49-F238E27FC236}">
                <a16:creationId xmlns:a16="http://schemas.microsoft.com/office/drawing/2014/main" id="{A3E0E32E-3265-6E4D-E9DC-CB54FB36787E}"/>
              </a:ext>
            </a:extLst>
          </p:cNvPr>
          <p:cNvPicPr>
            <a:picLocks noChangeAspect="1"/>
          </p:cNvPicPr>
          <p:nvPr/>
        </p:nvPicPr>
        <p:blipFill>
          <a:blip r:embed="rId20" cstate="screen">
            <a:extLst>
              <a:ext uri="{28A0092B-C50C-407E-A947-70E740481C1C}">
                <a14:useLocalDpi xmlns:a14="http://schemas.microsoft.com/office/drawing/2010/main"/>
              </a:ext>
              <a:ext uri="{837473B0-CC2E-450A-ABE3-18F120FF3D39}">
                <a1611:picAttrSrcUrl xmlns:a1611="http://schemas.microsoft.com/office/drawing/2016/11/main" r:id="rId21"/>
              </a:ext>
            </a:extLst>
          </a:blip>
          <a:stretch>
            <a:fillRect/>
          </a:stretch>
        </p:blipFill>
        <p:spPr>
          <a:xfrm>
            <a:off x="274173" y="1839573"/>
            <a:ext cx="2000019" cy="892160"/>
          </a:xfrm>
          <a:prstGeom prst="rect">
            <a:avLst/>
          </a:prstGeom>
        </p:spPr>
      </p:pic>
      <p:sp>
        <p:nvSpPr>
          <p:cNvPr id="9" name="Segnaposto contenuto 2">
            <a:extLst>
              <a:ext uri="{FF2B5EF4-FFF2-40B4-BE49-F238E27FC236}">
                <a16:creationId xmlns:a16="http://schemas.microsoft.com/office/drawing/2014/main" id="{3FAF9F8A-32A1-4D00-329F-82CFCBC07D3B}"/>
              </a:ext>
            </a:extLst>
          </p:cNvPr>
          <p:cNvSpPr>
            <a:spLocks noGrp="1"/>
          </p:cNvSpPr>
          <p:nvPr>
            <p:ph idx="1"/>
          </p:nvPr>
        </p:nvSpPr>
        <p:spPr>
          <a:xfrm>
            <a:off x="230433" y="3403604"/>
            <a:ext cx="2731568" cy="2844799"/>
          </a:xfrm>
        </p:spPr>
        <p:txBody>
          <a:bodyPr>
            <a:normAutofit/>
          </a:bodyPr>
          <a:lstStyle/>
          <a:p>
            <a:pPr marL="0" indent="0">
              <a:buNone/>
            </a:pPr>
            <a:r>
              <a:rPr lang="en-US" sz="1400" dirty="0" err="1"/>
              <a:t>L’équipe</a:t>
            </a:r>
            <a:r>
              <a:rPr lang="en-US" sz="1400" dirty="0"/>
              <a:t> qui </a:t>
            </a:r>
            <a:r>
              <a:rPr lang="en-US" sz="1400" dirty="0" err="1"/>
              <a:t>s’occupe</a:t>
            </a:r>
            <a:r>
              <a:rPr lang="en-US" sz="1400" dirty="0"/>
              <a:t> </a:t>
            </a:r>
          </a:p>
          <a:p>
            <a:pPr marL="0" indent="0">
              <a:buNone/>
            </a:pPr>
            <a:r>
              <a:rPr lang="en-US" sz="1400" dirty="0"/>
              <a:t>Alice – </a:t>
            </a:r>
            <a:r>
              <a:rPr lang="en-US" sz="1400" dirty="0" err="1"/>
              <a:t>Chercheuse</a:t>
            </a:r>
            <a:r>
              <a:rPr lang="en-US" sz="1400" dirty="0"/>
              <a:t> </a:t>
            </a:r>
            <a:r>
              <a:rPr lang="en-US" sz="1400" dirty="0" err="1"/>
              <a:t>en</a:t>
            </a:r>
            <a:r>
              <a:rPr lang="en-US" sz="1400" dirty="0"/>
              <a:t> </a:t>
            </a:r>
            <a:r>
              <a:rPr lang="en-US" sz="1400" dirty="0" err="1"/>
              <a:t>avionique</a:t>
            </a:r>
            <a:endParaRPr lang="en-US" sz="1400" dirty="0"/>
          </a:p>
          <a:p>
            <a:pPr marL="0" indent="0">
              <a:buNone/>
            </a:pPr>
            <a:r>
              <a:rPr lang="en-US" sz="1400" dirty="0"/>
              <a:t>Bob – </a:t>
            </a:r>
            <a:r>
              <a:rPr lang="en-US" sz="1400" dirty="0" err="1"/>
              <a:t>Responsable</a:t>
            </a:r>
            <a:r>
              <a:rPr lang="en-US" sz="1400" dirty="0"/>
              <a:t> </a:t>
            </a:r>
            <a:r>
              <a:rPr lang="en-US" sz="1400" dirty="0" err="1"/>
              <a:t>produit</a:t>
            </a:r>
            <a:endParaRPr lang="en-US" sz="1400" dirty="0"/>
          </a:p>
          <a:p>
            <a:pPr marL="0" indent="0">
              <a:buNone/>
            </a:pPr>
            <a:r>
              <a:rPr lang="en-US" sz="1400" dirty="0"/>
              <a:t>Charlie – Expert </a:t>
            </a:r>
            <a:r>
              <a:rPr lang="en-US" sz="1400" dirty="0" err="1"/>
              <a:t>équipements</a:t>
            </a:r>
            <a:endParaRPr lang="en-US" sz="1400" dirty="0"/>
          </a:p>
          <a:p>
            <a:pPr marL="0" indent="0">
              <a:buNone/>
            </a:pPr>
            <a:r>
              <a:rPr lang="en-US" sz="1400" dirty="0"/>
              <a:t>Donna – Expert des batteries</a:t>
            </a:r>
          </a:p>
          <a:p>
            <a:pPr marL="0" indent="0">
              <a:buNone/>
            </a:pPr>
            <a:r>
              <a:rPr lang="en-US" sz="1400" dirty="0"/>
              <a:t>Erin - Responsable des </a:t>
            </a:r>
            <a:r>
              <a:rPr lang="en-US" sz="1400" dirty="0" err="1"/>
              <a:t>fournisseurs</a:t>
            </a:r>
            <a:r>
              <a:rPr lang="en-US" sz="1400" dirty="0"/>
              <a:t> </a:t>
            </a:r>
          </a:p>
          <a:p>
            <a:pPr marL="0" indent="0">
              <a:buNone/>
            </a:pPr>
            <a:r>
              <a:rPr lang="en-US" sz="1400" dirty="0"/>
              <a:t>Francis – Chef de </a:t>
            </a:r>
            <a:r>
              <a:rPr lang="en-US" sz="1400" dirty="0" err="1"/>
              <a:t>projet</a:t>
            </a:r>
            <a:endParaRPr lang="en-US" sz="1400" dirty="0"/>
          </a:p>
          <a:p>
            <a:pPr marL="0" indent="0">
              <a:buNone/>
            </a:pPr>
            <a:r>
              <a:rPr lang="en-US" sz="1400" dirty="0"/>
              <a:t>Gary - Responsable du budget</a:t>
            </a:r>
          </a:p>
          <a:p>
            <a:pPr marL="0" indent="0">
              <a:buNone/>
            </a:pPr>
            <a:endParaRPr lang="en-US" sz="1400" dirty="0"/>
          </a:p>
          <a:p>
            <a:pPr marL="0" indent="0">
              <a:buNone/>
            </a:pPr>
            <a:endParaRPr lang="en-US" sz="1200" dirty="0"/>
          </a:p>
        </p:txBody>
      </p:sp>
    </p:spTree>
    <p:extLst>
      <p:ext uri="{BB962C8B-B14F-4D97-AF65-F5344CB8AC3E}">
        <p14:creationId xmlns:p14="http://schemas.microsoft.com/office/powerpoint/2010/main" val="32768254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lèche : droite 4">
            <a:extLst>
              <a:ext uri="{FF2B5EF4-FFF2-40B4-BE49-F238E27FC236}">
                <a16:creationId xmlns:a16="http://schemas.microsoft.com/office/drawing/2014/main" id="{D685F454-8AF5-8E9D-CE15-22DE00B91CAE}"/>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TARD</a:t>
            </a:r>
          </a:p>
          <a:p>
            <a:pPr algn="ctr"/>
            <a:endParaRPr lang="en-US">
              <a:solidFill>
                <a:schemeClr val="tx1"/>
              </a:solidFill>
            </a:endParaRPr>
          </a:p>
          <a:p>
            <a:pPr algn="ctr"/>
            <a:r>
              <a:rPr lang="en-US" sz="1200">
                <a:solidFill>
                  <a:schemeClr val="tx1"/>
                </a:solidFill>
              </a:rPr>
              <a:t>Décrivez des exemples de moments où il serait trop tard pour lancer le projet/produit.</a:t>
            </a:r>
          </a:p>
        </p:txBody>
      </p:sp>
      <p:sp>
        <p:nvSpPr>
          <p:cNvPr id="12" name="Rectangle 5">
            <a:extLst>
              <a:ext uri="{FF2B5EF4-FFF2-40B4-BE49-F238E27FC236}">
                <a16:creationId xmlns:a16="http://schemas.microsoft.com/office/drawing/2014/main" id="{3B12E90E-0E48-60E9-6219-F4DA7D9B36DE}"/>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NOTRE FENÊTRE D'OPPORTUNITÉ</a:t>
            </a:r>
          </a:p>
          <a:p>
            <a:pPr algn="ctr"/>
            <a:endParaRPr lang="en-US"/>
          </a:p>
          <a:p>
            <a:pPr algn="ctr"/>
            <a:r>
              <a:rPr lang="en-US" sz="1200"/>
              <a:t>Durée de la fenêtre d'opportunité pour le lancement et comment le projet / produit interceptera cette fenêtre (premières actions)</a:t>
            </a:r>
          </a:p>
        </p:txBody>
      </p:sp>
      <p:sp>
        <p:nvSpPr>
          <p:cNvPr id="13" name="Rectangle 6">
            <a:extLst>
              <a:ext uri="{FF2B5EF4-FFF2-40B4-BE49-F238E27FC236}">
                <a16:creationId xmlns:a16="http://schemas.microsoft.com/office/drawing/2014/main" id="{F01E7664-2433-53C7-10E7-1E91AA41F69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TÔT</a:t>
            </a:r>
          </a:p>
          <a:p>
            <a:pPr algn="ctr"/>
            <a:endParaRPr lang="en-US">
              <a:solidFill>
                <a:schemeClr val="tx1"/>
              </a:solidFill>
            </a:endParaRPr>
          </a:p>
          <a:p>
            <a:pPr algn="ctr"/>
            <a:r>
              <a:rPr lang="en-US" sz="1200">
                <a:solidFill>
                  <a:schemeClr val="tx1"/>
                </a:solidFill>
              </a:rPr>
              <a:t>Décrivez des exemples de moments où il était trop tôt pour lancer le projet ou le produit.</a:t>
            </a:r>
          </a:p>
        </p:txBody>
      </p:sp>
      <p:sp>
        <p:nvSpPr>
          <p:cNvPr id="14" name="Rectangle 7">
            <a:extLst>
              <a:ext uri="{FF2B5EF4-FFF2-40B4-BE49-F238E27FC236}">
                <a16:creationId xmlns:a16="http://schemas.microsoft.com/office/drawing/2014/main" id="{B775C4FC-F439-7DFB-C557-A26DBB8A8B9C}"/>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DÉCLENCHEURS DE LANCEMENT</a:t>
            </a:r>
          </a:p>
          <a:p>
            <a:pPr algn="ctr"/>
            <a:endParaRPr lang="en-US"/>
          </a:p>
          <a:p>
            <a:pPr algn="ctr"/>
            <a:r>
              <a:rPr lang="en-US" sz="1200"/>
              <a:t>Événements notables qui nous amènent à lancer le projet bientôt ou maintenant</a:t>
            </a:r>
          </a:p>
        </p:txBody>
      </p:sp>
      <p:sp>
        <p:nvSpPr>
          <p:cNvPr id="15" name="Rectangle 8">
            <a:extLst>
              <a:ext uri="{FF2B5EF4-FFF2-40B4-BE49-F238E27FC236}">
                <a16:creationId xmlns:a16="http://schemas.microsoft.com/office/drawing/2014/main" id="{EC218C87-D8FE-4E45-56CA-2E45DD30DB1A}"/>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TRIGGERS PIVOT</a:t>
            </a:r>
          </a:p>
          <a:p>
            <a:pPr algn="ctr"/>
            <a:endParaRPr lang="en-US"/>
          </a:p>
          <a:p>
            <a:pPr algn="ctr"/>
            <a:r>
              <a:rPr lang="en-US" sz="1200"/>
              <a:t>Les événements ou dates remarquables qui peuvent nous amener à faire pivoter nos conditions de lancement avant qu'il ne soit trop tard.</a:t>
            </a:r>
          </a:p>
        </p:txBody>
      </p:sp>
      <p:sp>
        <p:nvSpPr>
          <p:cNvPr id="16" name="Rectangle 9">
            <a:extLst>
              <a:ext uri="{FF2B5EF4-FFF2-40B4-BE49-F238E27FC236}">
                <a16:creationId xmlns:a16="http://schemas.microsoft.com/office/drawing/2014/main" id="{E67DB36E-F593-C5F4-6DB8-AEB96EB2DD7A}"/>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Pas de sentiment </a:t>
            </a:r>
            <a:r>
              <a:rPr lang="en-US" sz="900" dirty="0" err="1">
                <a:solidFill>
                  <a:schemeClr val="tx1"/>
                </a:solidFill>
              </a:rPr>
              <a:t>d’urgence</a:t>
            </a:r>
            <a:r>
              <a:rPr lang="en-US" sz="900" dirty="0">
                <a:solidFill>
                  <a:schemeClr val="tx1"/>
                </a:solidFill>
              </a:rPr>
              <a:t> sur </a:t>
            </a:r>
            <a:r>
              <a:rPr lang="en-US" sz="900" dirty="0" err="1">
                <a:solidFill>
                  <a:schemeClr val="tx1"/>
                </a:solidFill>
              </a:rPr>
              <a:t>l’impact</a:t>
            </a:r>
            <a:r>
              <a:rPr lang="en-US" sz="900" dirty="0">
                <a:solidFill>
                  <a:schemeClr val="tx1"/>
                </a:solidFill>
              </a:rPr>
              <a:t> Carbone</a:t>
            </a:r>
          </a:p>
        </p:txBody>
      </p:sp>
      <p:sp>
        <p:nvSpPr>
          <p:cNvPr id="17" name="Rectangle 10">
            <a:extLst>
              <a:ext uri="{FF2B5EF4-FFF2-40B4-BE49-F238E27FC236}">
                <a16:creationId xmlns:a16="http://schemas.microsoft.com/office/drawing/2014/main" id="{E6FFB597-BA97-4CA8-A415-B609C6036641}"/>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Les </a:t>
            </a:r>
            <a:r>
              <a:rPr lang="en-US" sz="1100" dirty="0" err="1">
                <a:solidFill>
                  <a:schemeClr val="tx1"/>
                </a:solidFill>
              </a:rPr>
              <a:t>énergies</a:t>
            </a:r>
            <a:r>
              <a:rPr lang="en-US" sz="1100" dirty="0">
                <a:solidFill>
                  <a:schemeClr val="tx1"/>
                </a:solidFill>
              </a:rPr>
              <a:t> </a:t>
            </a:r>
            <a:r>
              <a:rPr lang="en-US" sz="1100" dirty="0" err="1">
                <a:solidFill>
                  <a:schemeClr val="tx1"/>
                </a:solidFill>
              </a:rPr>
              <a:t>fossiles</a:t>
            </a:r>
            <a:r>
              <a:rPr lang="en-US" sz="1100" dirty="0">
                <a:solidFill>
                  <a:schemeClr val="tx1"/>
                </a:solidFill>
              </a:rPr>
              <a:t> </a:t>
            </a:r>
            <a:r>
              <a:rPr lang="en-US" sz="1100" dirty="0" err="1">
                <a:solidFill>
                  <a:schemeClr val="tx1"/>
                </a:solidFill>
              </a:rPr>
              <a:t>sont</a:t>
            </a:r>
            <a:r>
              <a:rPr lang="en-US" sz="1100" dirty="0">
                <a:solidFill>
                  <a:schemeClr val="tx1"/>
                </a:solidFill>
              </a:rPr>
              <a:t> </a:t>
            </a:r>
            <a:r>
              <a:rPr lang="en-US" sz="1100" dirty="0" err="1">
                <a:solidFill>
                  <a:schemeClr val="tx1"/>
                </a:solidFill>
              </a:rPr>
              <a:t>abondantes</a:t>
            </a:r>
            <a:r>
              <a:rPr lang="en-US" sz="1100" dirty="0">
                <a:solidFill>
                  <a:schemeClr val="tx1"/>
                </a:solidFill>
              </a:rPr>
              <a:t> </a:t>
            </a:r>
          </a:p>
        </p:txBody>
      </p:sp>
      <p:sp>
        <p:nvSpPr>
          <p:cNvPr id="18" name="Rectangle 11">
            <a:extLst>
              <a:ext uri="{FF2B5EF4-FFF2-40B4-BE49-F238E27FC236}">
                <a16:creationId xmlns:a16="http://schemas.microsoft.com/office/drawing/2014/main" id="{AB3335A9-BA06-F564-865B-05511A68DC42}"/>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Les batteries </a:t>
            </a:r>
            <a:r>
              <a:rPr lang="en-US" sz="1000" dirty="0" err="1">
                <a:solidFill>
                  <a:schemeClr val="tx1"/>
                </a:solidFill>
              </a:rPr>
              <a:t>électriques</a:t>
            </a:r>
            <a:r>
              <a:rPr lang="en-US" sz="1000" dirty="0">
                <a:solidFill>
                  <a:schemeClr val="tx1"/>
                </a:solidFill>
              </a:rPr>
              <a:t> ne </a:t>
            </a:r>
            <a:r>
              <a:rPr lang="en-US" sz="1000" dirty="0" err="1">
                <a:solidFill>
                  <a:schemeClr val="tx1"/>
                </a:solidFill>
              </a:rPr>
              <a:t>sont</a:t>
            </a:r>
            <a:r>
              <a:rPr lang="en-US" sz="1000" dirty="0">
                <a:solidFill>
                  <a:schemeClr val="tx1"/>
                </a:solidFill>
              </a:rPr>
              <a:t> pas au point</a:t>
            </a:r>
          </a:p>
        </p:txBody>
      </p:sp>
      <p:sp>
        <p:nvSpPr>
          <p:cNvPr id="19" name="Rectangle 12">
            <a:extLst>
              <a:ext uri="{FF2B5EF4-FFF2-40B4-BE49-F238E27FC236}">
                <a16:creationId xmlns:a16="http://schemas.microsoft.com/office/drawing/2014/main" id="{E0569BAE-A862-F5BF-0510-F3E10AE91112}"/>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tx1"/>
                </a:solidFill>
              </a:rPr>
              <a:t>Prise</a:t>
            </a:r>
            <a:r>
              <a:rPr lang="en-US" sz="1000" dirty="0">
                <a:solidFill>
                  <a:schemeClr val="tx1"/>
                </a:solidFill>
              </a:rPr>
              <a:t> de conscience sur les </a:t>
            </a:r>
            <a:r>
              <a:rPr lang="en-US" sz="1000" dirty="0" err="1">
                <a:solidFill>
                  <a:schemeClr val="tx1"/>
                </a:solidFill>
              </a:rPr>
              <a:t>changements</a:t>
            </a:r>
            <a:r>
              <a:rPr lang="en-US" sz="1000" dirty="0">
                <a:solidFill>
                  <a:schemeClr val="tx1"/>
                </a:solidFill>
              </a:rPr>
              <a:t> </a:t>
            </a:r>
            <a:r>
              <a:rPr lang="en-US" sz="1000" dirty="0" err="1">
                <a:solidFill>
                  <a:schemeClr val="tx1"/>
                </a:solidFill>
              </a:rPr>
              <a:t>climatiques</a:t>
            </a:r>
            <a:endParaRPr lang="en-US" sz="1000" dirty="0">
              <a:solidFill>
                <a:schemeClr val="tx1"/>
              </a:solidFill>
            </a:endParaRPr>
          </a:p>
        </p:txBody>
      </p:sp>
      <p:sp>
        <p:nvSpPr>
          <p:cNvPr id="20" name="Rectangle 13">
            <a:extLst>
              <a:ext uri="{FF2B5EF4-FFF2-40B4-BE49-F238E27FC236}">
                <a16:creationId xmlns:a16="http://schemas.microsoft.com/office/drawing/2014/main" id="{3329E95A-C430-88A1-8AF6-711B3094F9A3}"/>
              </a:ext>
            </a:extLst>
          </p:cNvPr>
          <p:cNvSpPr/>
          <p:nvPr/>
        </p:nvSpPr>
        <p:spPr>
          <a:xfrm>
            <a:off x="2749636" y="490675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Le prix des </a:t>
            </a:r>
            <a:r>
              <a:rPr lang="en-US" sz="1100" dirty="0" err="1">
                <a:solidFill>
                  <a:schemeClr val="tx1"/>
                </a:solidFill>
              </a:rPr>
              <a:t>énergies</a:t>
            </a:r>
            <a:r>
              <a:rPr lang="en-US" sz="1100" dirty="0">
                <a:solidFill>
                  <a:schemeClr val="tx1"/>
                </a:solidFill>
              </a:rPr>
              <a:t> </a:t>
            </a:r>
            <a:r>
              <a:rPr lang="en-US" sz="1100" dirty="0" err="1">
                <a:solidFill>
                  <a:schemeClr val="tx1"/>
                </a:solidFill>
              </a:rPr>
              <a:t>fossiles</a:t>
            </a:r>
            <a:r>
              <a:rPr lang="en-US" sz="1100" dirty="0">
                <a:solidFill>
                  <a:schemeClr val="tx1"/>
                </a:solidFill>
              </a:rPr>
              <a:t> </a:t>
            </a:r>
            <a:r>
              <a:rPr lang="en-US" sz="1100" dirty="0" err="1">
                <a:solidFill>
                  <a:schemeClr val="tx1"/>
                </a:solidFill>
              </a:rPr>
              <a:t>flamble</a:t>
            </a:r>
            <a:endParaRPr lang="en-US" sz="1100" dirty="0">
              <a:solidFill>
                <a:schemeClr val="tx1"/>
              </a:solidFill>
            </a:endParaRPr>
          </a:p>
        </p:txBody>
      </p:sp>
      <p:sp>
        <p:nvSpPr>
          <p:cNvPr id="21" name="Rectangle 14">
            <a:extLst>
              <a:ext uri="{FF2B5EF4-FFF2-40B4-BE49-F238E27FC236}">
                <a16:creationId xmlns:a16="http://schemas.microsoft.com/office/drawing/2014/main" id="{52D531BF-E6CD-0BE6-362A-B99C7ECE068E}"/>
              </a:ext>
            </a:extLst>
          </p:cNvPr>
          <p:cNvSpPr/>
          <p:nvPr/>
        </p:nvSpPr>
        <p:spPr>
          <a:xfrm>
            <a:off x="5303827" y="394799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Les </a:t>
            </a:r>
            <a:r>
              <a:rPr lang="en-US" sz="900" dirty="0" err="1">
                <a:solidFill>
                  <a:schemeClr val="tx1"/>
                </a:solidFill>
              </a:rPr>
              <a:t>gouvernements</a:t>
            </a:r>
            <a:r>
              <a:rPr lang="en-US" sz="900" dirty="0">
                <a:solidFill>
                  <a:schemeClr val="tx1"/>
                </a:solidFill>
              </a:rPr>
              <a:t> </a:t>
            </a:r>
            <a:r>
              <a:rPr lang="en-US" sz="900" dirty="0" err="1">
                <a:solidFill>
                  <a:schemeClr val="tx1"/>
                </a:solidFill>
              </a:rPr>
              <a:t>mondiaux</a:t>
            </a:r>
            <a:r>
              <a:rPr lang="en-US" sz="900" dirty="0">
                <a:solidFill>
                  <a:schemeClr val="tx1"/>
                </a:solidFill>
              </a:rPr>
              <a:t> </a:t>
            </a:r>
            <a:r>
              <a:rPr lang="en-US" sz="900" dirty="0" err="1">
                <a:solidFill>
                  <a:schemeClr val="tx1"/>
                </a:solidFill>
              </a:rPr>
              <a:t>soutiennent</a:t>
            </a:r>
            <a:r>
              <a:rPr lang="en-US" sz="900" dirty="0">
                <a:solidFill>
                  <a:schemeClr val="tx1"/>
                </a:solidFill>
              </a:rPr>
              <a:t> le tout </a:t>
            </a:r>
            <a:r>
              <a:rPr lang="en-US" sz="900" dirty="0" err="1">
                <a:solidFill>
                  <a:schemeClr val="tx1"/>
                </a:solidFill>
              </a:rPr>
              <a:t>électrique</a:t>
            </a:r>
            <a:endParaRPr lang="en-US" sz="900" dirty="0">
              <a:solidFill>
                <a:schemeClr val="tx1"/>
              </a:solidFill>
            </a:endParaRPr>
          </a:p>
        </p:txBody>
      </p:sp>
      <p:sp>
        <p:nvSpPr>
          <p:cNvPr id="22" name="Rectangle 15">
            <a:extLst>
              <a:ext uri="{FF2B5EF4-FFF2-40B4-BE49-F238E27FC236}">
                <a16:creationId xmlns:a16="http://schemas.microsoft.com/office/drawing/2014/main" id="{DB16DF44-DD8E-380F-0D09-B7A3C02688C1}"/>
              </a:ext>
            </a:extLst>
          </p:cNvPr>
          <p:cNvSpPr/>
          <p:nvPr/>
        </p:nvSpPr>
        <p:spPr>
          <a:xfrm>
            <a:off x="4254834" y="386773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10 </a:t>
            </a:r>
            <a:r>
              <a:rPr lang="en-US" sz="900" dirty="0" err="1">
                <a:solidFill>
                  <a:schemeClr val="tx1"/>
                </a:solidFill>
              </a:rPr>
              <a:t>ans</a:t>
            </a:r>
            <a:endParaRPr lang="en-US" sz="900" dirty="0">
              <a:solidFill>
                <a:schemeClr val="tx1"/>
              </a:solidFill>
            </a:endParaRPr>
          </a:p>
        </p:txBody>
      </p:sp>
      <p:sp>
        <p:nvSpPr>
          <p:cNvPr id="23" name="Rectangle 16">
            <a:extLst>
              <a:ext uri="{FF2B5EF4-FFF2-40B4-BE49-F238E27FC236}">
                <a16:creationId xmlns:a16="http://schemas.microsoft.com/office/drawing/2014/main" id="{3F153535-2DC8-9F07-364B-AC9D8827417E}"/>
              </a:ext>
            </a:extLst>
          </p:cNvPr>
          <p:cNvSpPr/>
          <p:nvPr/>
        </p:nvSpPr>
        <p:spPr>
          <a:xfrm>
            <a:off x="6311200" y="404149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Les batteries </a:t>
            </a:r>
            <a:r>
              <a:rPr lang="en-US" sz="1000" dirty="0" err="1">
                <a:solidFill>
                  <a:schemeClr val="tx1"/>
                </a:solidFill>
              </a:rPr>
              <a:t>sont</a:t>
            </a:r>
            <a:r>
              <a:rPr lang="en-US" sz="1000" dirty="0">
                <a:solidFill>
                  <a:schemeClr val="tx1"/>
                </a:solidFill>
              </a:rPr>
              <a:t> </a:t>
            </a:r>
            <a:r>
              <a:rPr lang="en-US" sz="1000" dirty="0" err="1">
                <a:solidFill>
                  <a:schemeClr val="tx1"/>
                </a:solidFill>
              </a:rPr>
              <a:t>devenues</a:t>
            </a:r>
            <a:r>
              <a:rPr lang="en-US" sz="1000" dirty="0">
                <a:solidFill>
                  <a:schemeClr val="tx1"/>
                </a:solidFill>
              </a:rPr>
              <a:t> matures, </a:t>
            </a:r>
            <a:r>
              <a:rPr lang="en-US" sz="1000" dirty="0" err="1">
                <a:solidFill>
                  <a:schemeClr val="tx1"/>
                </a:solidFill>
              </a:rPr>
              <a:t>légères</a:t>
            </a:r>
            <a:r>
              <a:rPr lang="en-US" sz="1000" dirty="0">
                <a:solidFill>
                  <a:schemeClr val="tx1"/>
                </a:solidFill>
              </a:rPr>
              <a:t> et recyclables</a:t>
            </a:r>
          </a:p>
        </p:txBody>
      </p:sp>
      <p:sp>
        <p:nvSpPr>
          <p:cNvPr id="24" name="Rectangle 18">
            <a:extLst>
              <a:ext uri="{FF2B5EF4-FFF2-40B4-BE49-F238E27FC236}">
                <a16:creationId xmlns:a16="http://schemas.microsoft.com/office/drawing/2014/main" id="{4FAC6B43-F123-77E2-7D72-BECCCEAD7952}"/>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Une nouvelle </a:t>
            </a:r>
            <a:r>
              <a:rPr lang="en-US" sz="900" dirty="0" err="1">
                <a:solidFill>
                  <a:schemeClr val="tx1"/>
                </a:solidFill>
              </a:rPr>
              <a:t>énergie</a:t>
            </a:r>
            <a:r>
              <a:rPr lang="en-US" sz="900" dirty="0">
                <a:solidFill>
                  <a:schemeClr val="tx1"/>
                </a:solidFill>
              </a:rPr>
              <a:t> </a:t>
            </a:r>
            <a:r>
              <a:rPr lang="en-US" sz="900" dirty="0" err="1">
                <a:solidFill>
                  <a:schemeClr val="tx1"/>
                </a:solidFill>
              </a:rPr>
              <a:t>révolutionnaire</a:t>
            </a:r>
            <a:r>
              <a:rPr lang="en-US" sz="900" dirty="0">
                <a:solidFill>
                  <a:schemeClr val="tx1"/>
                </a:solidFill>
              </a:rPr>
              <a:t> </a:t>
            </a:r>
            <a:r>
              <a:rPr lang="en-US" sz="900" dirty="0" err="1">
                <a:solidFill>
                  <a:schemeClr val="tx1"/>
                </a:solidFill>
              </a:rPr>
              <a:t>vient</a:t>
            </a:r>
            <a:r>
              <a:rPr lang="en-US" sz="900" dirty="0">
                <a:solidFill>
                  <a:schemeClr val="tx1"/>
                </a:solidFill>
              </a:rPr>
              <a:t> </a:t>
            </a:r>
            <a:r>
              <a:rPr lang="en-US" sz="900" dirty="0" err="1">
                <a:solidFill>
                  <a:schemeClr val="tx1"/>
                </a:solidFill>
              </a:rPr>
              <a:t>remplacer</a:t>
            </a:r>
            <a:r>
              <a:rPr lang="en-US" sz="900" dirty="0">
                <a:solidFill>
                  <a:schemeClr val="tx1"/>
                </a:solidFill>
              </a:rPr>
              <a:t> </a:t>
            </a:r>
            <a:r>
              <a:rPr lang="en-US" sz="900" dirty="0" err="1">
                <a:solidFill>
                  <a:schemeClr val="tx1"/>
                </a:solidFill>
              </a:rPr>
              <a:t>l’électrique</a:t>
            </a:r>
            <a:endParaRPr lang="en-US" sz="900" dirty="0">
              <a:solidFill>
                <a:schemeClr val="tx1"/>
              </a:solidFill>
            </a:endParaRPr>
          </a:p>
        </p:txBody>
      </p:sp>
      <p:sp>
        <p:nvSpPr>
          <p:cNvPr id="25" name="Rectangle 19">
            <a:extLst>
              <a:ext uri="{FF2B5EF4-FFF2-40B4-BE49-F238E27FC236}">
                <a16:creationId xmlns:a16="http://schemas.microsoft.com/office/drawing/2014/main" id="{5F60151E-9A7A-1E86-90F7-38DE962505CC}"/>
              </a:ext>
            </a:extLst>
          </p:cNvPr>
          <p:cNvSpPr/>
          <p:nvPr/>
        </p:nvSpPr>
        <p:spPr>
          <a:xfrm>
            <a:off x="9474534" y="366787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Des transports </a:t>
            </a:r>
            <a:r>
              <a:rPr lang="en-US" sz="1100" dirty="0" err="1">
                <a:solidFill>
                  <a:schemeClr val="tx1"/>
                </a:solidFill>
              </a:rPr>
              <a:t>alternatifs</a:t>
            </a:r>
            <a:r>
              <a:rPr lang="en-US" sz="1100" dirty="0">
                <a:solidFill>
                  <a:schemeClr val="tx1"/>
                </a:solidFill>
              </a:rPr>
              <a:t> se </a:t>
            </a:r>
            <a:r>
              <a:rPr lang="en-US" sz="1100" dirty="0" err="1">
                <a:solidFill>
                  <a:schemeClr val="tx1"/>
                </a:solidFill>
              </a:rPr>
              <a:t>sont</a:t>
            </a:r>
            <a:r>
              <a:rPr lang="en-US" sz="1100" dirty="0">
                <a:solidFill>
                  <a:schemeClr val="tx1"/>
                </a:solidFill>
              </a:rPr>
              <a:t> </a:t>
            </a:r>
            <a:r>
              <a:rPr lang="en-US" sz="1100" dirty="0" err="1">
                <a:solidFill>
                  <a:schemeClr val="tx1"/>
                </a:solidFill>
              </a:rPr>
              <a:t>démocratisés</a:t>
            </a:r>
            <a:endParaRPr lang="en-US" sz="1100" dirty="0">
              <a:solidFill>
                <a:schemeClr val="tx1"/>
              </a:solidFill>
            </a:endParaRPr>
          </a:p>
        </p:txBody>
      </p:sp>
      <p:sp>
        <p:nvSpPr>
          <p:cNvPr id="26" name="Rectangle 20">
            <a:extLst>
              <a:ext uri="{FF2B5EF4-FFF2-40B4-BE49-F238E27FC236}">
                <a16:creationId xmlns:a16="http://schemas.microsoft.com/office/drawing/2014/main" id="{A79E8508-BE26-2254-54ED-B32C0ADB3208}"/>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Les populations </a:t>
            </a:r>
            <a:r>
              <a:rPr lang="en-US" sz="1000" dirty="0" err="1">
                <a:solidFill>
                  <a:schemeClr val="tx1"/>
                </a:solidFill>
              </a:rPr>
              <a:t>n’utilisent</a:t>
            </a:r>
            <a:r>
              <a:rPr lang="en-US" sz="1000" dirty="0">
                <a:solidFill>
                  <a:schemeClr val="tx1"/>
                </a:solidFill>
              </a:rPr>
              <a:t> plus le transport </a:t>
            </a:r>
            <a:r>
              <a:rPr lang="en-US" sz="1000" dirty="0" err="1">
                <a:solidFill>
                  <a:schemeClr val="tx1"/>
                </a:solidFill>
              </a:rPr>
              <a:t>aérien</a:t>
            </a:r>
            <a:endParaRPr lang="en-US" sz="1000" dirty="0">
              <a:solidFill>
                <a:schemeClr val="tx1"/>
              </a:solidFill>
            </a:endParaRPr>
          </a:p>
        </p:txBody>
      </p:sp>
      <p:sp>
        <p:nvSpPr>
          <p:cNvPr id="27" name="Rectangle 21">
            <a:extLst>
              <a:ext uri="{FF2B5EF4-FFF2-40B4-BE49-F238E27FC236}">
                <a16:creationId xmlns:a16="http://schemas.microsoft.com/office/drawing/2014/main" id="{4D8D303A-7040-63F8-11E3-A6256010D94E}"/>
              </a:ext>
            </a:extLst>
          </p:cNvPr>
          <p:cNvSpPr/>
          <p:nvPr/>
        </p:nvSpPr>
        <p:spPr>
          <a:xfrm>
            <a:off x="9506036" y="4676019"/>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tx1"/>
                </a:solidFill>
              </a:rPr>
              <a:t>L’énergie</a:t>
            </a:r>
            <a:r>
              <a:rPr lang="en-US" sz="1050" dirty="0">
                <a:solidFill>
                  <a:schemeClr val="tx1"/>
                </a:solidFill>
              </a:rPr>
              <a:t> et </a:t>
            </a:r>
            <a:r>
              <a:rPr lang="en-US" sz="1050" dirty="0" err="1">
                <a:solidFill>
                  <a:schemeClr val="tx1"/>
                </a:solidFill>
              </a:rPr>
              <a:t>l’impact</a:t>
            </a:r>
            <a:r>
              <a:rPr lang="en-US" sz="1050" dirty="0">
                <a:solidFill>
                  <a:schemeClr val="tx1"/>
                </a:solidFill>
              </a:rPr>
              <a:t> </a:t>
            </a:r>
            <a:r>
              <a:rPr lang="en-US" sz="1050" dirty="0" err="1">
                <a:solidFill>
                  <a:schemeClr val="tx1"/>
                </a:solidFill>
              </a:rPr>
              <a:t>carbone</a:t>
            </a:r>
            <a:r>
              <a:rPr lang="en-US" sz="1050" dirty="0">
                <a:solidFill>
                  <a:schemeClr val="tx1"/>
                </a:solidFill>
              </a:rPr>
              <a:t> ne </a:t>
            </a:r>
            <a:r>
              <a:rPr lang="en-US" sz="1050" dirty="0" err="1">
                <a:solidFill>
                  <a:schemeClr val="tx1"/>
                </a:solidFill>
              </a:rPr>
              <a:t>sont</a:t>
            </a:r>
            <a:r>
              <a:rPr lang="en-US" sz="1050" dirty="0">
                <a:solidFill>
                  <a:schemeClr val="tx1"/>
                </a:solidFill>
              </a:rPr>
              <a:t> plus des </a:t>
            </a:r>
            <a:r>
              <a:rPr lang="en-US" sz="1050" dirty="0" err="1">
                <a:solidFill>
                  <a:schemeClr val="tx1"/>
                </a:solidFill>
              </a:rPr>
              <a:t>problèmes</a:t>
            </a:r>
            <a:endParaRPr lang="en-US" sz="1050" dirty="0">
              <a:solidFill>
                <a:schemeClr val="tx1"/>
              </a:solidFill>
            </a:endParaRPr>
          </a:p>
        </p:txBody>
      </p:sp>
      <p:sp>
        <p:nvSpPr>
          <p:cNvPr id="5" name="Titolo 1">
            <a:extLst>
              <a:ext uri="{FF2B5EF4-FFF2-40B4-BE49-F238E27FC236}">
                <a16:creationId xmlns:a16="http://schemas.microsoft.com/office/drawing/2014/main" id="{C60E50DA-CA2B-D6C3-D223-BB0CFD5442B0}"/>
              </a:ext>
            </a:extLst>
          </p:cNvPr>
          <p:cNvSpPr>
            <a:spLocks noGrp="1"/>
          </p:cNvSpPr>
          <p:nvPr>
            <p:ph type="title"/>
          </p:nvPr>
        </p:nvSpPr>
        <p:spPr>
          <a:xfrm>
            <a:off x="634013" y="123439"/>
            <a:ext cx="10578483" cy="1325563"/>
          </a:xfrm>
        </p:spPr>
        <p:txBody>
          <a:bodyPr>
            <a:normAutofit fontScale="90000"/>
          </a:bodyPr>
          <a:lstStyle/>
          <a:p>
            <a:r>
              <a:rPr lang="en-US" dirty="0"/>
              <a:t>Cas </a:t>
            </a:r>
            <a:r>
              <a:rPr lang="en-US" dirty="0" err="1"/>
              <a:t>d'utilisation</a:t>
            </a:r>
            <a:r>
              <a:rPr lang="en-US" dirty="0"/>
              <a:t> 2</a:t>
            </a:r>
            <a:br>
              <a:rPr lang="en-US" dirty="0"/>
            </a:br>
            <a:r>
              <a:rPr lang="en-US" dirty="0"/>
              <a:t>U</a:t>
            </a:r>
            <a:r>
              <a:rPr lang="en-US" sz="4400" dirty="0"/>
              <a:t>n nouveau type </a:t>
            </a:r>
            <a:r>
              <a:rPr lang="en-US" sz="4400" dirty="0" err="1"/>
              <a:t>d'avion</a:t>
            </a:r>
            <a:r>
              <a:rPr lang="en-US" sz="4400" dirty="0"/>
              <a:t> </a:t>
            </a:r>
            <a:r>
              <a:rPr lang="en-US" sz="4400" dirty="0" err="1"/>
              <a:t>entièrement</a:t>
            </a:r>
            <a:r>
              <a:rPr lang="en-US" sz="4400" dirty="0"/>
              <a:t> </a:t>
            </a:r>
            <a:r>
              <a:rPr lang="en-US" sz="4400" dirty="0" err="1"/>
              <a:t>électrique</a:t>
            </a:r>
            <a:endParaRPr lang="en-US" dirty="0"/>
          </a:p>
        </p:txBody>
      </p:sp>
      <p:pic>
        <p:nvPicPr>
          <p:cNvPr id="6" name="Immagine 3">
            <a:extLst>
              <a:ext uri="{FF2B5EF4-FFF2-40B4-BE49-F238E27FC236}">
                <a16:creationId xmlns:a16="http://schemas.microsoft.com/office/drawing/2014/main" id="{30C2A7B3-7683-CC85-9C80-7830CF9DABF9}"/>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4013200" y="5842401"/>
            <a:ext cx="2000019" cy="892160"/>
          </a:xfrm>
          <a:prstGeom prst="rect">
            <a:avLst/>
          </a:prstGeom>
        </p:spPr>
      </p:pic>
    </p:spTree>
    <p:extLst>
      <p:ext uri="{BB962C8B-B14F-4D97-AF65-F5344CB8AC3E}">
        <p14:creationId xmlns:p14="http://schemas.microsoft.com/office/powerpoint/2010/main" val="41942015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Effet secondaire positif</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Influence directe sur les activités du projet / produit</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 Direct Groupe cible</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Indirect Groupe cible</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fr-FR" sz="1200">
                <a:solidFill>
                  <a:schemeClr val="tx1"/>
                </a:solidFill>
              </a:rPr>
              <a:t>🎯 Personne cible directe</a:t>
            </a:r>
          </a:p>
        </p:txBody>
      </p:sp>
      <p:sp>
        <p:nvSpPr>
          <p:cNvPr id="24" name="Rectangle 23">
            <a:extLst>
              <a:ext uri="{FF2B5EF4-FFF2-40B4-BE49-F238E27FC236}">
                <a16:creationId xmlns:a16="http://schemas.microsoft.com/office/drawing/2014/main" id="{EFF0DE9B-E02C-473A-8B24-A7B6892A878E}"/>
              </a:ext>
            </a:extLst>
          </p:cNvPr>
          <p:cNvSpPr/>
          <p:nvPr/>
        </p:nvSpPr>
        <p:spPr>
          <a:xfrm>
            <a:off x="139505" y="1948921"/>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a:solidFill>
                  <a:schemeClr val="tx1"/>
                </a:solidFill>
              </a:rPr>
              <a:t>Légende de la carte</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fr-FR"/>
              <a:t>Membre de l'équipe</a:t>
            </a:r>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fr-FR" sz="1200">
                <a:solidFill>
                  <a:schemeClr val="tx1"/>
                </a:solidFill>
              </a:rPr>
              <a:t>Indirect Personne cible</a:t>
            </a:r>
          </a:p>
        </p:txBody>
      </p:sp>
      <p:pic>
        <p:nvPicPr>
          <p:cNvPr id="16" name="Graphique 29" descr="Sphères de Harvey 100% avec un remplissage uni">
            <a:extLst>
              <a:ext uri="{FF2B5EF4-FFF2-40B4-BE49-F238E27FC236}">
                <a16:creationId xmlns:a16="http://schemas.microsoft.com/office/drawing/2014/main" id="{10D3E887-579B-5D7C-1F3A-063A451552F7}"/>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29" name="Flèche : droite 61">
            <a:extLst>
              <a:ext uri="{FF2B5EF4-FFF2-40B4-BE49-F238E27FC236}">
                <a16:creationId xmlns:a16="http://schemas.microsoft.com/office/drawing/2014/main" id="{F906E31D-56B1-D1BA-37EE-860BB320DB19}"/>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69" name="Flèche : droite 62">
            <a:extLst>
              <a:ext uri="{FF2B5EF4-FFF2-40B4-BE49-F238E27FC236}">
                <a16:creationId xmlns:a16="http://schemas.microsoft.com/office/drawing/2014/main" id="{DCBD84C2-5A1A-6E8B-1F58-A4DFB25777BA}"/>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70" name="Flèche : droite 63">
            <a:extLst>
              <a:ext uri="{FF2B5EF4-FFF2-40B4-BE49-F238E27FC236}">
                <a16:creationId xmlns:a16="http://schemas.microsoft.com/office/drawing/2014/main" id="{A44CBF9F-C632-9939-F255-08DD6589939D}"/>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71" name="Flèche : droite 64">
            <a:extLst>
              <a:ext uri="{FF2B5EF4-FFF2-40B4-BE49-F238E27FC236}">
                <a16:creationId xmlns:a16="http://schemas.microsoft.com/office/drawing/2014/main" id="{F6A35664-79F7-67A9-496B-425A4AD94157}"/>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72" name="Rectangle 8">
            <a:extLst>
              <a:ext uri="{FF2B5EF4-FFF2-40B4-BE49-F238E27FC236}">
                <a16:creationId xmlns:a16="http://schemas.microsoft.com/office/drawing/2014/main" id="{933C98CD-019E-CD6D-8BDD-6C6AE1008237}"/>
              </a:ext>
            </a:extLst>
          </p:cNvPr>
          <p:cNvSpPr/>
          <p:nvPr/>
        </p:nvSpPr>
        <p:spPr>
          <a:xfrm>
            <a:off x="6833198" y="2367313"/>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Les compagnies aériennes</a:t>
            </a:r>
          </a:p>
        </p:txBody>
      </p:sp>
      <p:sp>
        <p:nvSpPr>
          <p:cNvPr id="73" name="Rectangle 8">
            <a:extLst>
              <a:ext uri="{FF2B5EF4-FFF2-40B4-BE49-F238E27FC236}">
                <a16:creationId xmlns:a16="http://schemas.microsoft.com/office/drawing/2014/main" id="{E4776DEF-73E7-B547-7BD9-AAA7F365370D}"/>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Les entreprises du tourisme “vert”</a:t>
            </a:r>
          </a:p>
        </p:txBody>
      </p:sp>
      <p:sp>
        <p:nvSpPr>
          <p:cNvPr id="74" name="Rectangle 8">
            <a:extLst>
              <a:ext uri="{FF2B5EF4-FFF2-40B4-BE49-F238E27FC236}">
                <a16:creationId xmlns:a16="http://schemas.microsoft.com/office/drawing/2014/main" id="{E333E9A4-D42C-E955-D343-7D6FD5FE67AC}"/>
              </a:ext>
            </a:extLst>
          </p:cNvPr>
          <p:cNvSpPr/>
          <p:nvPr/>
        </p:nvSpPr>
        <p:spPr>
          <a:xfrm>
            <a:off x="7173177"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Les fournisseurs d’électricité industrielle</a:t>
            </a:r>
          </a:p>
        </p:txBody>
      </p:sp>
      <p:sp>
        <p:nvSpPr>
          <p:cNvPr id="75" name="ZoneTexte 22">
            <a:extLst>
              <a:ext uri="{FF2B5EF4-FFF2-40B4-BE49-F238E27FC236}">
                <a16:creationId xmlns:a16="http://schemas.microsoft.com/office/drawing/2014/main" id="{690D9923-7D32-A6E0-B634-E9C8D4403967}"/>
              </a:ext>
            </a:extLst>
          </p:cNvPr>
          <p:cNvSpPr txBox="1"/>
          <p:nvPr/>
        </p:nvSpPr>
        <p:spPr>
          <a:xfrm>
            <a:off x="6660231" y="5782511"/>
            <a:ext cx="1114925" cy="917514"/>
          </a:xfrm>
          <a:prstGeom prst="rect">
            <a:avLst/>
          </a:prstGeom>
          <a:solidFill>
            <a:srgbClr val="FFFF00"/>
          </a:solidFill>
          <a:ln>
            <a:solidFill>
              <a:schemeClr val="tx1"/>
            </a:solidFill>
          </a:ln>
        </p:spPr>
        <p:txBody>
          <a:bodyPr wrap="square" anchor="ctr">
            <a:noAutofit/>
          </a:bodyPr>
          <a:lstStyle/>
          <a:p>
            <a:pPr algn="ctr"/>
            <a:r>
              <a:rPr lang="fr-FR" sz="1200" dirty="0">
                <a:solidFill>
                  <a:schemeClr val="tx1"/>
                </a:solidFill>
              </a:rPr>
              <a:t>Le ministre de la compétitivité économique</a:t>
            </a:r>
          </a:p>
        </p:txBody>
      </p:sp>
      <p:sp>
        <p:nvSpPr>
          <p:cNvPr id="76" name="ZoneTexte 25">
            <a:extLst>
              <a:ext uri="{FF2B5EF4-FFF2-40B4-BE49-F238E27FC236}">
                <a16:creationId xmlns:a16="http://schemas.microsoft.com/office/drawing/2014/main" id="{D8C1C1DD-0DEF-E1A9-508C-54559A44A606}"/>
              </a:ext>
            </a:extLst>
          </p:cNvPr>
          <p:cNvSpPr txBox="1"/>
          <p:nvPr/>
        </p:nvSpPr>
        <p:spPr>
          <a:xfrm>
            <a:off x="8218908" y="5127357"/>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fr-FR"/>
              <a:t>Bob C., innovateur du secteur</a:t>
            </a:r>
          </a:p>
        </p:txBody>
      </p:sp>
      <p:sp>
        <p:nvSpPr>
          <p:cNvPr id="77" name="Flèche : droite 13">
            <a:extLst>
              <a:ext uri="{FF2B5EF4-FFF2-40B4-BE49-F238E27FC236}">
                <a16:creationId xmlns:a16="http://schemas.microsoft.com/office/drawing/2014/main" id="{0A1E6499-CCAA-10E1-B12C-58936C6AE353}"/>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Rectangle 17">
            <a:extLst>
              <a:ext uri="{FF2B5EF4-FFF2-40B4-BE49-F238E27FC236}">
                <a16:creationId xmlns:a16="http://schemas.microsoft.com/office/drawing/2014/main" id="{73011C7A-14CE-5B07-96F1-88ED415F3A73}"/>
              </a:ext>
            </a:extLst>
          </p:cNvPr>
          <p:cNvSpPr/>
          <p:nvPr/>
        </p:nvSpPr>
        <p:spPr>
          <a:xfrm>
            <a:off x="10008537"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Les fournisseurs potentiels</a:t>
            </a:r>
          </a:p>
        </p:txBody>
      </p:sp>
      <p:sp>
        <p:nvSpPr>
          <p:cNvPr id="79" name="Flèche : droite 13">
            <a:extLst>
              <a:ext uri="{FF2B5EF4-FFF2-40B4-BE49-F238E27FC236}">
                <a16:creationId xmlns:a16="http://schemas.microsoft.com/office/drawing/2014/main" id="{C28B012F-8F53-69EB-2719-4A67C9CF4D75}"/>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0" name="Rectangle 17">
            <a:extLst>
              <a:ext uri="{FF2B5EF4-FFF2-40B4-BE49-F238E27FC236}">
                <a16:creationId xmlns:a16="http://schemas.microsoft.com/office/drawing/2014/main" id="{51C623CD-F296-E82D-95D7-0595F7D67018}"/>
              </a:ext>
            </a:extLst>
          </p:cNvPr>
          <p:cNvSpPr/>
          <p:nvPr/>
        </p:nvSpPr>
        <p:spPr>
          <a:xfrm>
            <a:off x="9677799" y="2559031"/>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L’industrie du tourisme en général</a:t>
            </a:r>
          </a:p>
        </p:txBody>
      </p:sp>
      <p:sp>
        <p:nvSpPr>
          <p:cNvPr id="81" name="Rectangle 17">
            <a:extLst>
              <a:ext uri="{FF2B5EF4-FFF2-40B4-BE49-F238E27FC236}">
                <a16:creationId xmlns:a16="http://schemas.microsoft.com/office/drawing/2014/main" id="{F57B21A7-19BB-AE48-B1EA-32171514CE47}"/>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Les gestionnaires de réseau électrique </a:t>
            </a:r>
          </a:p>
        </p:txBody>
      </p:sp>
      <p:sp>
        <p:nvSpPr>
          <p:cNvPr id="82" name="Flèche : droite 13">
            <a:extLst>
              <a:ext uri="{FF2B5EF4-FFF2-40B4-BE49-F238E27FC236}">
                <a16:creationId xmlns:a16="http://schemas.microsoft.com/office/drawing/2014/main" id="{D1E51439-804C-0915-DD8A-1C099D816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3" name="ZoneTexte 22">
            <a:extLst>
              <a:ext uri="{FF2B5EF4-FFF2-40B4-BE49-F238E27FC236}">
                <a16:creationId xmlns:a16="http://schemas.microsoft.com/office/drawing/2014/main" id="{B6EF4AE5-40B5-3427-D0EB-C15BCFD17329}"/>
              </a:ext>
            </a:extLst>
          </p:cNvPr>
          <p:cNvSpPr txBox="1"/>
          <p:nvPr/>
        </p:nvSpPr>
        <p:spPr>
          <a:xfrm>
            <a:off x="9745541" y="3418008"/>
            <a:ext cx="792000" cy="792000"/>
          </a:xfrm>
          <a:prstGeom prst="rect">
            <a:avLst/>
          </a:prstGeom>
          <a:solidFill>
            <a:srgbClr val="FF66FF"/>
          </a:solidFill>
        </p:spPr>
        <p:txBody>
          <a:bodyPr wrap="square">
            <a:noAutofit/>
          </a:bodyPr>
          <a:lstStyle/>
          <a:p>
            <a:pPr algn="ctr"/>
            <a:r>
              <a:rPr lang="fr-FR" sz="1200">
                <a:solidFill>
                  <a:schemeClr val="tx1"/>
                </a:solidFill>
              </a:rPr>
              <a:t>Le ministre de l’écologie</a:t>
            </a:r>
          </a:p>
        </p:txBody>
      </p:sp>
      <p:sp>
        <p:nvSpPr>
          <p:cNvPr id="84" name="Flèche : droite 13">
            <a:extLst>
              <a:ext uri="{FF2B5EF4-FFF2-40B4-BE49-F238E27FC236}">
                <a16:creationId xmlns:a16="http://schemas.microsoft.com/office/drawing/2014/main" id="{40EC5243-41A3-276E-2E92-861600FD97FB}"/>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5" name="Flèche : droite 13">
            <a:extLst>
              <a:ext uri="{FF2B5EF4-FFF2-40B4-BE49-F238E27FC236}">
                <a16:creationId xmlns:a16="http://schemas.microsoft.com/office/drawing/2014/main" id="{762D299A-4519-7630-C474-BC6BF35BC3D2}"/>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6" name="ZoneTexte 25">
            <a:extLst>
              <a:ext uri="{FF2B5EF4-FFF2-40B4-BE49-F238E27FC236}">
                <a16:creationId xmlns:a16="http://schemas.microsoft.com/office/drawing/2014/main" id="{93F1416C-9545-7573-1270-6A728AE6DF9B}"/>
              </a:ext>
            </a:extLst>
          </p:cNvPr>
          <p:cNvSpPr txBox="1"/>
          <p:nvPr/>
        </p:nvSpPr>
        <p:spPr>
          <a:xfrm>
            <a:off x="10733353" y="275845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fr-FR" sz="1100"/>
              <a:t>Alice B., partenaire du secteur</a:t>
            </a:r>
          </a:p>
        </p:txBody>
      </p:sp>
      <p:sp>
        <p:nvSpPr>
          <p:cNvPr id="5" name="Titolo 1">
            <a:extLst>
              <a:ext uri="{FF2B5EF4-FFF2-40B4-BE49-F238E27FC236}">
                <a16:creationId xmlns:a16="http://schemas.microsoft.com/office/drawing/2014/main" id="{08B10783-FA04-000D-CA63-EC4003F185D6}"/>
              </a:ext>
            </a:extLst>
          </p:cNvPr>
          <p:cNvSpPr>
            <a:spLocks noGrp="1"/>
          </p:cNvSpPr>
          <p:nvPr>
            <p:ph type="title"/>
          </p:nvPr>
        </p:nvSpPr>
        <p:spPr>
          <a:xfrm>
            <a:off x="634013" y="123439"/>
            <a:ext cx="10578483" cy="1325563"/>
          </a:xfrm>
        </p:spPr>
        <p:txBody>
          <a:bodyPr>
            <a:normAutofit fontScale="90000"/>
          </a:bodyPr>
          <a:lstStyle/>
          <a:p>
            <a:r>
              <a:rPr lang="fr-FR"/>
              <a:t>Cas d'utilisation 2</a:t>
            </a:r>
            <a:br>
              <a:rPr lang="fr-FR"/>
            </a:br>
            <a:r>
              <a:rPr lang="fr-FR"/>
              <a:t>U</a:t>
            </a:r>
            <a:r>
              <a:rPr lang="fr-FR" sz="4400"/>
              <a:t>n nouveau type d'avion entièrement électrique</a:t>
            </a:r>
            <a:endParaRPr lang="fr-FR"/>
          </a:p>
        </p:txBody>
      </p:sp>
      <p:pic>
        <p:nvPicPr>
          <p:cNvPr id="6" name="Immagine 3">
            <a:extLst>
              <a:ext uri="{FF2B5EF4-FFF2-40B4-BE49-F238E27FC236}">
                <a16:creationId xmlns:a16="http://schemas.microsoft.com/office/drawing/2014/main" id="{49568DB8-DB3E-225A-7CE6-7A776A7A12DB}"/>
              </a:ext>
            </a:extLst>
          </p:cNvPr>
          <p:cNvPicPr>
            <a:picLocks noChangeAspect="1"/>
          </p:cNvPicPr>
          <p:nvPr/>
        </p:nvPicPr>
        <p:blipFill>
          <a:blip r:embed="rId14" cstate="screen">
            <a:extLst>
              <a:ext uri="{28A0092B-C50C-407E-A947-70E740481C1C}">
                <a14:useLocalDpi xmlns:a14="http://schemas.microsoft.com/office/drawing/2010/main"/>
              </a:ext>
              <a:ext uri="{837473B0-CC2E-450A-ABE3-18F120FF3D39}">
                <a1611:picAttrSrcUrl xmlns:a1611="http://schemas.microsoft.com/office/drawing/2016/11/main" r:id="rId15"/>
              </a:ext>
            </a:extLst>
          </a:blip>
          <a:stretch>
            <a:fillRect/>
          </a:stretch>
        </p:blipFill>
        <p:spPr>
          <a:xfrm>
            <a:off x="4281598" y="1558858"/>
            <a:ext cx="2000019" cy="892160"/>
          </a:xfrm>
          <a:prstGeom prst="rect">
            <a:avLst/>
          </a:prstGeom>
        </p:spPr>
      </p:pic>
      <p:sp>
        <p:nvSpPr>
          <p:cNvPr id="8" name="ZoneTexte 7">
            <a:extLst>
              <a:ext uri="{FF2B5EF4-FFF2-40B4-BE49-F238E27FC236}">
                <a16:creationId xmlns:a16="http://schemas.microsoft.com/office/drawing/2014/main" id="{DDA30D83-06BA-26A9-3BA8-E9991F6115B4}"/>
              </a:ext>
            </a:extLst>
          </p:cNvPr>
          <p:cNvSpPr txBox="1"/>
          <p:nvPr/>
        </p:nvSpPr>
        <p:spPr>
          <a:xfrm>
            <a:off x="4093667" y="3638885"/>
            <a:ext cx="1473536" cy="1477328"/>
          </a:xfrm>
          <a:prstGeom prst="rect">
            <a:avLst/>
          </a:prstGeom>
          <a:noFill/>
        </p:spPr>
        <p:txBody>
          <a:bodyPr wrap="square">
            <a:spAutoFit/>
          </a:bodyPr>
          <a:lstStyle/>
          <a:p>
            <a:br>
              <a:rPr lang="fr-FR"/>
            </a:br>
            <a:r>
              <a:rPr lang="fr-FR"/>
              <a:t>Un nouveau type d'avion entièrement électrique</a:t>
            </a:r>
          </a:p>
        </p:txBody>
      </p:sp>
    </p:spTree>
    <p:extLst>
      <p:ext uri="{BB962C8B-B14F-4D97-AF65-F5344CB8AC3E}">
        <p14:creationId xmlns:p14="http://schemas.microsoft.com/office/powerpoint/2010/main" val="39180055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fr-FR"/>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Voler sans carburant</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Avion électrique privé</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23611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Relance d’industrie du tourisme post covid</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Rendre </a:t>
            </a:r>
            <a:r>
              <a:rPr lang="fr-FR" sz="1050" dirty="0" err="1">
                <a:solidFill>
                  <a:schemeClr val="tx1"/>
                </a:solidFill>
              </a:rPr>
              <a:t>eco-responsable</a:t>
            </a:r>
            <a:r>
              <a:rPr lang="fr-FR" sz="1050" dirty="0">
                <a:solidFill>
                  <a:schemeClr val="tx1"/>
                </a:solidFill>
              </a:rPr>
              <a:t> chaque voyageur</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504394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Avion électrique de tourisme</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Avion électrique militaire</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4" y="2884122"/>
            <a:ext cx="1334977"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Nouvelles Compagnies aériennes « vertes  »</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334978"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Améliorer l’ensemble de la chaîne</a:t>
            </a:r>
          </a:p>
        </p:txBody>
      </p:sp>
      <p:sp>
        <p:nvSpPr>
          <p:cNvPr id="20" name="Rectangle 19">
            <a:extLst>
              <a:ext uri="{FF2B5EF4-FFF2-40B4-BE49-F238E27FC236}">
                <a16:creationId xmlns:a16="http://schemas.microsoft.com/office/drawing/2014/main" id="{26408BAC-151A-4937-8139-07370AEB2B17}"/>
              </a:ext>
            </a:extLst>
          </p:cNvPr>
          <p:cNvSpPr/>
          <p:nvPr/>
        </p:nvSpPr>
        <p:spPr>
          <a:xfrm>
            <a:off x="8269772" y="291343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Reprise de croissance du secteur aérien</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Réouverture de nouvelles lignes</a:t>
            </a: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Nouvelles formes d’échange de marchandises</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Relancer les Echanges internationaux</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Gain d’indépendance vis à vis des pays producteurs de pétrole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stCxn id="12" idx="0"/>
            <a:endCxn id="9" idx="2"/>
          </p:cNvCxnSpPr>
          <p:nvPr/>
        </p:nvCxnSpPr>
        <p:spPr>
          <a:xfrm flipH="1" flipV="1">
            <a:off x="9459016" y="4720981"/>
            <a:ext cx="119990" cy="3229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509513"/>
            <a:ext cx="309055" cy="53161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59016" y="4051382"/>
            <a:ext cx="228189"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1057358"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744563" y="2700619"/>
            <a:ext cx="109684"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854247" y="2020186"/>
            <a:ext cx="20127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18DCCA77-3293-46CF-AB97-A0D2EF2AA15A}"/>
              </a:ext>
            </a:extLst>
          </p:cNvPr>
          <p:cNvCxnSpPr>
            <a:cxnSpLocks/>
            <a:stCxn id="74" idx="0"/>
            <a:endCxn id="20" idx="2"/>
          </p:cNvCxnSpPr>
          <p:nvPr/>
        </p:nvCxnSpPr>
        <p:spPr>
          <a:xfrm flipV="1">
            <a:off x="8100966" y="3379002"/>
            <a:ext cx="752327" cy="20541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720426"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Collaboration internationale relancée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8853293" y="2541915"/>
            <a:ext cx="571185"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Relance économique </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58050"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Nouveaux services (agences, etc.) éco-responsables</a:t>
            </a:r>
          </a:p>
        </p:txBody>
      </p:sp>
      <p:sp>
        <p:nvSpPr>
          <p:cNvPr id="6" name="Rectangle 38">
            <a:extLst>
              <a:ext uri="{FF2B5EF4-FFF2-40B4-BE49-F238E27FC236}">
                <a16:creationId xmlns:a16="http://schemas.microsoft.com/office/drawing/2014/main" id="{5B2DEFE8-6EC9-3666-0078-CB9A4552989C}"/>
              </a:ext>
            </a:extLst>
          </p:cNvPr>
          <p:cNvSpPr/>
          <p:nvPr/>
        </p:nvSpPr>
        <p:spPr>
          <a:xfrm>
            <a:off x="4591619" y="551515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Concrétisation</a:t>
            </a:r>
          </a:p>
        </p:txBody>
      </p:sp>
      <p:sp>
        <p:nvSpPr>
          <p:cNvPr id="11" name="Rectangle 39">
            <a:extLst>
              <a:ext uri="{FF2B5EF4-FFF2-40B4-BE49-F238E27FC236}">
                <a16:creationId xmlns:a16="http://schemas.microsoft.com/office/drawing/2014/main" id="{C251BD9A-6908-BA96-2B6B-AA42DE11484D}"/>
              </a:ext>
            </a:extLst>
          </p:cNvPr>
          <p:cNvSpPr/>
          <p:nvPr/>
        </p:nvSpPr>
        <p:spPr>
          <a:xfrm>
            <a:off x="4591619" y="4921527"/>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Conséquence positive</a:t>
            </a:r>
          </a:p>
        </p:txBody>
      </p:sp>
      <p:sp>
        <p:nvSpPr>
          <p:cNvPr id="16" name="Rectangle 44">
            <a:extLst>
              <a:ext uri="{FF2B5EF4-FFF2-40B4-BE49-F238E27FC236}">
                <a16:creationId xmlns:a16="http://schemas.microsoft.com/office/drawing/2014/main" id="{A26CD0A8-686E-0225-ED5C-58681CFE58B4}"/>
              </a:ext>
            </a:extLst>
          </p:cNvPr>
          <p:cNvSpPr/>
          <p:nvPr/>
        </p:nvSpPr>
        <p:spPr>
          <a:xfrm>
            <a:off x="4591619" y="6108779"/>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Motivation de base</a:t>
            </a:r>
          </a:p>
        </p:txBody>
      </p:sp>
      <p:sp>
        <p:nvSpPr>
          <p:cNvPr id="18" name="CasellaDiTesto 17">
            <a:extLst>
              <a:ext uri="{FF2B5EF4-FFF2-40B4-BE49-F238E27FC236}">
                <a16:creationId xmlns:a16="http://schemas.microsoft.com/office/drawing/2014/main" id="{F53604D8-E692-7F96-F3BC-2F40E1A71B7E}"/>
              </a:ext>
            </a:extLst>
          </p:cNvPr>
          <p:cNvSpPr txBox="1"/>
          <p:nvPr/>
        </p:nvSpPr>
        <p:spPr>
          <a:xfrm>
            <a:off x="4431950" y="4252178"/>
            <a:ext cx="1544433" cy="646331"/>
          </a:xfrm>
          <a:prstGeom prst="rect">
            <a:avLst/>
          </a:prstGeom>
          <a:noFill/>
        </p:spPr>
        <p:txBody>
          <a:bodyPr wrap="square">
            <a:spAutoFit/>
          </a:bodyPr>
          <a:lstStyle/>
          <a:p>
            <a:pPr algn="ctr"/>
            <a:r>
              <a:rPr lang="fr-FR" b="1">
                <a:solidFill>
                  <a:schemeClr val="tx1"/>
                </a:solidFill>
              </a:rPr>
              <a:t>Légende de l'atelier</a:t>
            </a:r>
          </a:p>
        </p:txBody>
      </p:sp>
      <p:sp>
        <p:nvSpPr>
          <p:cNvPr id="24" name="Segnaposto contenuto 2">
            <a:extLst>
              <a:ext uri="{FF2B5EF4-FFF2-40B4-BE49-F238E27FC236}">
                <a16:creationId xmlns:a16="http://schemas.microsoft.com/office/drawing/2014/main" id="{24BAB7B8-4BC0-8943-594B-C8AD3EDBCBF7}"/>
              </a:ext>
            </a:extLst>
          </p:cNvPr>
          <p:cNvSpPr>
            <a:spLocks noGrp="1"/>
          </p:cNvSpPr>
          <p:nvPr>
            <p:ph idx="1"/>
          </p:nvPr>
        </p:nvSpPr>
        <p:spPr>
          <a:xfrm>
            <a:off x="197134" y="1730544"/>
            <a:ext cx="2731568" cy="2844799"/>
          </a:xfrm>
        </p:spPr>
        <p:txBody>
          <a:bodyPr>
            <a:normAutofit/>
          </a:bodyPr>
          <a:lstStyle/>
          <a:p>
            <a:pPr marL="0" indent="0">
              <a:buNone/>
            </a:pPr>
            <a:r>
              <a:rPr lang="fr-FR" sz="1400"/>
              <a:t>Brainstorm sur les effets de sérendipité possibles du lancement du nouveau produit "Un nouveau type d'avion entièrement électrique".</a:t>
            </a:r>
            <a:endParaRPr lang="fr-FR" sz="1200"/>
          </a:p>
        </p:txBody>
      </p:sp>
      <p:sp>
        <p:nvSpPr>
          <p:cNvPr id="3" name="Titolo 1">
            <a:extLst>
              <a:ext uri="{FF2B5EF4-FFF2-40B4-BE49-F238E27FC236}">
                <a16:creationId xmlns:a16="http://schemas.microsoft.com/office/drawing/2014/main" id="{A464510B-5F62-4D88-F6B4-3F3A19D4AE7E}"/>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Cas d'utilisation 2 - Un nouveau type d'avion entièrement électrique</a:t>
            </a:r>
          </a:p>
        </p:txBody>
      </p:sp>
      <p:pic>
        <p:nvPicPr>
          <p:cNvPr id="4" name="Immagine 3">
            <a:extLst>
              <a:ext uri="{FF2B5EF4-FFF2-40B4-BE49-F238E27FC236}">
                <a16:creationId xmlns:a16="http://schemas.microsoft.com/office/drawing/2014/main" id="{3A19541D-CECA-22FE-CB41-1B13A3C060D4}"/>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37743" y="2932922"/>
            <a:ext cx="2000019" cy="892160"/>
          </a:xfrm>
          <a:prstGeom prst="rect">
            <a:avLst/>
          </a:prstGeom>
        </p:spPr>
      </p:pic>
    </p:spTree>
    <p:extLst>
      <p:ext uri="{BB962C8B-B14F-4D97-AF65-F5344CB8AC3E}">
        <p14:creationId xmlns:p14="http://schemas.microsoft.com/office/powerpoint/2010/main" val="21873197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err="1"/>
              <a:t>Utiliser</a:t>
            </a:r>
            <a:r>
              <a:rPr lang="en-US" dirty="0"/>
              <a:t> les 6 POURQUOI d’un </a:t>
            </a:r>
            <a:r>
              <a:rPr lang="en-US" dirty="0" err="1"/>
              <a:t>projet</a:t>
            </a:r>
            <a:r>
              <a:rPr lang="en-US" dirty="0"/>
              <a:t> / </a:t>
            </a:r>
            <a:r>
              <a:rPr lang="en-US" dirty="0" err="1"/>
              <a:t>produit</a:t>
            </a:r>
            <a:r>
              <a:rPr lang="en-US" dirty="0"/>
              <a:t> </a:t>
            </a:r>
            <a:r>
              <a:rPr lang="en-US" dirty="0" err="1"/>
              <a:t>comme</a:t>
            </a:r>
            <a:r>
              <a:rPr lang="en-US" dirty="0"/>
              <a:t> atelier</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450242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Graphique 30" descr="Femme avec bras prothétique">
            <a:extLst>
              <a:ext uri="{FF2B5EF4-FFF2-40B4-BE49-F238E27FC236}">
                <a16:creationId xmlns:a16="http://schemas.microsoft.com/office/drawing/2014/main" id="{76F30985-E7BA-4A7D-B574-D6B94F0FE30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6782321" y="3983309"/>
            <a:ext cx="1022969" cy="1092860"/>
          </a:xfrm>
          <a:prstGeom prst="rect">
            <a:avLst/>
          </a:prstGeom>
        </p:spPr>
      </p:pic>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normAutofit/>
          </a:bodyPr>
          <a:lstStyle/>
          <a:p>
            <a:r>
              <a:rPr lang="en-US" sz="4000" dirty="0"/>
              <a:t>Les ateliers POURQUOI d’un </a:t>
            </a:r>
            <a:r>
              <a:rPr lang="en-US" sz="4000" dirty="0" err="1"/>
              <a:t>projet</a:t>
            </a:r>
            <a:r>
              <a:rPr lang="en-US" sz="4000" dirty="0"/>
              <a:t>/</a:t>
            </a:r>
            <a:r>
              <a:rPr lang="en-US" sz="4000" dirty="0" err="1"/>
              <a:t>produit</a:t>
            </a:r>
            <a:r>
              <a:rPr lang="en-US" sz="4000" dirty="0"/>
              <a:t> en bref</a:t>
            </a:r>
          </a:p>
        </p:txBody>
      </p:sp>
      <p:pic>
        <p:nvPicPr>
          <p:cNvPr id="12" name="Espace réservé pour une image  11">
            <a:extLst>
              <a:ext uri="{FF2B5EF4-FFF2-40B4-BE49-F238E27FC236}">
                <a16:creationId xmlns:a16="http://schemas.microsoft.com/office/drawing/2014/main" id="{983BADE5-F342-499E-8E0F-B9550C3DD310}"/>
              </a:ext>
            </a:extLst>
          </p:cNvPr>
          <p:cNvPicPr>
            <a:picLocks noGrp="1" noChangeAspect="1"/>
          </p:cNvPicPr>
          <p:nvPr>
            <p:ph type="pic" sz="quarter" idx="13"/>
          </p:nvPr>
        </p:nvPicPr>
        <p:blipFill rotWithShape="1">
          <a:blip r:embed="rId4" cstate="screen">
            <a:extLst>
              <a:ext uri="{28A0092B-C50C-407E-A947-70E740481C1C}">
                <a14:useLocalDpi xmlns:a14="http://schemas.microsoft.com/office/drawing/2010/main"/>
              </a:ext>
            </a:extLst>
          </a:blip>
          <a:srcRect l="-2418"/>
          <a:stretch/>
        </p:blipFill>
        <p:spPr>
          <a:xfrm>
            <a:off x="655290" y="1862686"/>
            <a:ext cx="3256803" cy="1474016"/>
          </a:xfrm>
        </p:spPr>
      </p:pic>
      <p:pic>
        <p:nvPicPr>
          <p:cNvPr id="14" name="Espace réservé pour une image  13">
            <a:extLst>
              <a:ext uri="{FF2B5EF4-FFF2-40B4-BE49-F238E27FC236}">
                <a16:creationId xmlns:a16="http://schemas.microsoft.com/office/drawing/2014/main" id="{5A779619-FBCF-4594-83C1-5C590AFF4656}"/>
              </a:ext>
            </a:extLst>
          </p:cNvPr>
          <p:cNvPicPr>
            <a:picLocks noGrp="1" noChangeAspect="1"/>
          </p:cNvPicPr>
          <p:nvPr>
            <p:ph type="pic" sz="quarter" idx="14"/>
          </p:nvPr>
        </p:nvPicPr>
        <p:blipFill rotWithShape="1">
          <a:blip r:embed="rId5" cstate="screen">
            <a:extLst>
              <a:ext uri="{28A0092B-C50C-407E-A947-70E740481C1C}">
                <a14:useLocalDpi xmlns:a14="http://schemas.microsoft.com/office/drawing/2010/main"/>
              </a:ext>
            </a:extLst>
          </a:blip>
          <a:srcRect l="-351"/>
          <a:stretch/>
        </p:blipFill>
        <p:spPr>
          <a:xfrm>
            <a:off x="4648218" y="1980268"/>
            <a:ext cx="2912131" cy="1356434"/>
          </a:xfrm>
        </p:spPr>
      </p:pic>
      <p:pic>
        <p:nvPicPr>
          <p:cNvPr id="16" name="Espace réservé pour une image  15">
            <a:extLst>
              <a:ext uri="{FF2B5EF4-FFF2-40B4-BE49-F238E27FC236}">
                <a16:creationId xmlns:a16="http://schemas.microsoft.com/office/drawing/2014/main" id="{4549714A-6116-4F75-97F7-7D922FF4BABE}"/>
              </a:ext>
            </a:extLst>
          </p:cNvPr>
          <p:cNvPicPr>
            <a:picLocks noGrp="1" noChangeAspect="1"/>
          </p:cNvPicPr>
          <p:nvPr>
            <p:ph type="pic" sz="quarter" idx="15"/>
          </p:nvPr>
        </p:nvPicPr>
        <p:blipFill rotWithShape="1">
          <a:blip r:embed="rId6" cstate="screen">
            <a:extLst>
              <a:ext uri="{28A0092B-C50C-407E-A947-70E740481C1C}">
                <a14:useLocalDpi xmlns:a14="http://schemas.microsoft.com/office/drawing/2010/main"/>
              </a:ext>
            </a:extLst>
          </a:blip>
          <a:srcRect l="-1144"/>
          <a:stretch/>
        </p:blipFill>
        <p:spPr>
          <a:xfrm>
            <a:off x="8239590" y="1980268"/>
            <a:ext cx="3098307" cy="140172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54104" y="5461000"/>
            <a:ext cx="3402012" cy="574675"/>
          </a:xfrm>
        </p:spPr>
        <p:txBody>
          <a:bodyPr/>
          <a:lstStyle/>
          <a:p>
            <a:r>
              <a:rPr lang="en-US" sz="1200"/>
              <a:t>1. Parmi les différentes manières (sous-ateliers) de préparer un projet/produit, choisissez celle qui correspond le mieux à l'intention des participants.</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03278" y="5461000"/>
            <a:ext cx="3402012" cy="574675"/>
          </a:xfrm>
        </p:spPr>
        <p:txBody>
          <a:bodyPr/>
          <a:lstStyle/>
          <a:p>
            <a:r>
              <a:rPr lang="en-US" sz="1200"/>
              <a:t>2. Utilisez le canevas (ou la version simplifiée), à partager entre les participants.</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en-US" sz="1200"/>
              <a:t>3. Vous pouvez assurer le suivi en organisant un autre sous-atelier (qui peut également être organisé en petits groupes) ou décider qu'il suffit de commencer à planifier le lancement.</a:t>
            </a:r>
          </a:p>
        </p:txBody>
      </p:sp>
      <p:pic>
        <p:nvPicPr>
          <p:cNvPr id="18" name="Graphique 17" descr="Personne portant un masque">
            <a:extLst>
              <a:ext uri="{FF2B5EF4-FFF2-40B4-BE49-F238E27FC236}">
                <a16:creationId xmlns:a16="http://schemas.microsoft.com/office/drawing/2014/main" id="{74B429C2-6BAA-401F-BC5B-CEA83EB5FCA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2370338" y="3597334"/>
            <a:ext cx="980744" cy="1341259"/>
          </a:xfrm>
          <a:prstGeom prst="rect">
            <a:avLst/>
          </a:prstGeom>
        </p:spPr>
      </p:pic>
      <p:pic>
        <p:nvPicPr>
          <p:cNvPr id="22" name="Graphique 21" descr="Femme aux cheveux bouclés qui lève la main">
            <a:extLst>
              <a:ext uri="{FF2B5EF4-FFF2-40B4-BE49-F238E27FC236}">
                <a16:creationId xmlns:a16="http://schemas.microsoft.com/office/drawing/2014/main" id="{9E535040-BADD-457D-9E77-8C2D08A10FED}"/>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flipH="1">
            <a:off x="3085383" y="3986882"/>
            <a:ext cx="980742" cy="1235020"/>
          </a:xfrm>
          <a:prstGeom prst="rect">
            <a:avLst/>
          </a:prstGeom>
        </p:spPr>
      </p:pic>
      <p:pic>
        <p:nvPicPr>
          <p:cNvPr id="24" name="Graphique 23" descr="Femme avec bras prothétique">
            <a:extLst>
              <a:ext uri="{FF2B5EF4-FFF2-40B4-BE49-F238E27FC236}">
                <a16:creationId xmlns:a16="http://schemas.microsoft.com/office/drawing/2014/main" id="{CE39557E-6F85-45DA-AB1E-346A8FB26A9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290" y="3508700"/>
            <a:ext cx="1536420" cy="1613241"/>
          </a:xfrm>
          <a:prstGeom prst="rect">
            <a:avLst/>
          </a:prstGeom>
        </p:spPr>
      </p:pic>
      <p:pic>
        <p:nvPicPr>
          <p:cNvPr id="25" name="Graphique 24" descr="Homme barbu en peignoir">
            <a:extLst>
              <a:ext uri="{FF2B5EF4-FFF2-40B4-BE49-F238E27FC236}">
                <a16:creationId xmlns:a16="http://schemas.microsoft.com/office/drawing/2014/main" id="{B774CE6D-542E-4F20-BC98-2F1D47336CA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2677881" y="4171583"/>
            <a:ext cx="980743" cy="1168621"/>
          </a:xfrm>
          <a:prstGeom prst="rect">
            <a:avLst/>
          </a:prstGeom>
        </p:spPr>
      </p:pic>
      <p:pic>
        <p:nvPicPr>
          <p:cNvPr id="26" name="Graphique 25" descr="Femme aux cheveux bouclés qui lève la main">
            <a:extLst>
              <a:ext uri="{FF2B5EF4-FFF2-40B4-BE49-F238E27FC236}">
                <a16:creationId xmlns:a16="http://schemas.microsoft.com/office/drawing/2014/main" id="{371EC5E0-FE16-4B44-9189-CFA6BBF9F82D}"/>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729979" y="3661842"/>
            <a:ext cx="1170531" cy="1474017"/>
          </a:xfrm>
          <a:prstGeom prst="rect">
            <a:avLst/>
          </a:prstGeom>
        </p:spPr>
      </p:pic>
      <p:sp>
        <p:nvSpPr>
          <p:cNvPr id="28" name="Rectangle 27">
            <a:extLst>
              <a:ext uri="{FF2B5EF4-FFF2-40B4-BE49-F238E27FC236}">
                <a16:creationId xmlns:a16="http://schemas.microsoft.com/office/drawing/2014/main" id="{56D60CEA-12A3-4A63-9EE9-3CF5246C78B3}"/>
              </a:ext>
            </a:extLst>
          </p:cNvPr>
          <p:cNvSpPr/>
          <p:nvPr/>
        </p:nvSpPr>
        <p:spPr>
          <a:xfrm>
            <a:off x="5697158" y="3864031"/>
            <a:ext cx="618191" cy="52685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Lorem Ipsum</a:t>
            </a:r>
          </a:p>
        </p:txBody>
      </p:sp>
      <p:pic>
        <p:nvPicPr>
          <p:cNvPr id="30" name="Graphique 29" descr="Homme barbu en peignoir">
            <a:extLst>
              <a:ext uri="{FF2B5EF4-FFF2-40B4-BE49-F238E27FC236}">
                <a16:creationId xmlns:a16="http://schemas.microsoft.com/office/drawing/2014/main" id="{1D59C1AC-663F-40AD-ABFA-DE034708868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6404496" y="3731009"/>
            <a:ext cx="980743" cy="1168621"/>
          </a:xfrm>
          <a:prstGeom prst="rect">
            <a:avLst/>
          </a:prstGeom>
        </p:spPr>
      </p:pic>
      <p:pic>
        <p:nvPicPr>
          <p:cNvPr id="29" name="Graphique 28" descr="Personne portant un masque">
            <a:extLst>
              <a:ext uri="{FF2B5EF4-FFF2-40B4-BE49-F238E27FC236}">
                <a16:creationId xmlns:a16="http://schemas.microsoft.com/office/drawing/2014/main" id="{AD413A4B-7EEA-4F15-B18B-C6D3AD2A2E2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6404496" y="4267963"/>
            <a:ext cx="885664" cy="1211228"/>
          </a:xfrm>
          <a:prstGeom prst="rect">
            <a:avLst/>
          </a:prstGeom>
        </p:spPr>
      </p:pic>
      <p:pic>
        <p:nvPicPr>
          <p:cNvPr id="32" name="Graphique 31" descr="Femme avec bras prothétique">
            <a:extLst>
              <a:ext uri="{FF2B5EF4-FFF2-40B4-BE49-F238E27FC236}">
                <a16:creationId xmlns:a16="http://schemas.microsoft.com/office/drawing/2014/main" id="{644E731E-003B-441E-BD43-3F6FBC7E2A9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238881" y="3522618"/>
            <a:ext cx="1536420" cy="1613241"/>
          </a:xfrm>
          <a:prstGeom prst="rect">
            <a:avLst/>
          </a:prstGeom>
        </p:spPr>
      </p:pic>
      <p:pic>
        <p:nvPicPr>
          <p:cNvPr id="33" name="Graphique 32" descr="Personne portant un masque">
            <a:extLst>
              <a:ext uri="{FF2B5EF4-FFF2-40B4-BE49-F238E27FC236}">
                <a16:creationId xmlns:a16="http://schemas.microsoft.com/office/drawing/2014/main" id="{68A4ED37-3D08-4050-B367-D4F033DAE16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9658013" y="3529747"/>
            <a:ext cx="980744" cy="1341259"/>
          </a:xfrm>
          <a:prstGeom prst="rect">
            <a:avLst/>
          </a:prstGeom>
        </p:spPr>
      </p:pic>
      <p:pic>
        <p:nvPicPr>
          <p:cNvPr id="34" name="Graphique 33" descr="Femme aux cheveux bouclés qui lève la main">
            <a:extLst>
              <a:ext uri="{FF2B5EF4-FFF2-40B4-BE49-F238E27FC236}">
                <a16:creationId xmlns:a16="http://schemas.microsoft.com/office/drawing/2014/main" id="{FA65E1A0-D8E4-43AF-B57B-30E3792DF82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flipH="1">
            <a:off x="10373058" y="3919295"/>
            <a:ext cx="980742" cy="1235020"/>
          </a:xfrm>
          <a:prstGeom prst="rect">
            <a:avLst/>
          </a:prstGeom>
        </p:spPr>
      </p:pic>
      <p:pic>
        <p:nvPicPr>
          <p:cNvPr id="35" name="Graphique 34" descr="Homme barbu en peignoir">
            <a:extLst>
              <a:ext uri="{FF2B5EF4-FFF2-40B4-BE49-F238E27FC236}">
                <a16:creationId xmlns:a16="http://schemas.microsoft.com/office/drawing/2014/main" id="{3EB88336-ECF9-4E0B-80EC-A4999E81C35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9965556" y="4103996"/>
            <a:ext cx="980743" cy="1168621"/>
          </a:xfrm>
          <a:prstGeom prst="rect">
            <a:avLst/>
          </a:prstGeom>
        </p:spPr>
      </p:pic>
    </p:spTree>
    <p:extLst>
      <p:ext uri="{BB962C8B-B14F-4D97-AF65-F5344CB8AC3E}">
        <p14:creationId xmlns:p14="http://schemas.microsoft.com/office/powerpoint/2010/main" val="3482971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918359" cy="1325563"/>
          </a:xfrm>
        </p:spPr>
        <p:txBody>
          <a:bodyPr>
            <a:normAutofit fontScale="90000"/>
          </a:bodyPr>
          <a:lstStyle/>
          <a:p>
            <a:r>
              <a:rPr lang="en-US" sz="3200" dirty="0" err="1"/>
              <a:t>Niveau</a:t>
            </a:r>
            <a:r>
              <a:rPr lang="en-US" sz="3200" dirty="0"/>
              <a:t> 2 : Comment les POURQUOI d’un </a:t>
            </a:r>
            <a:r>
              <a:rPr lang="en-US" sz="3200" dirty="0" err="1"/>
              <a:t>projet</a:t>
            </a:r>
            <a:r>
              <a:rPr lang="en-US" sz="3200" dirty="0"/>
              <a:t> / </a:t>
            </a:r>
            <a:r>
              <a:rPr lang="en-US" sz="3200" dirty="0" err="1"/>
              <a:t>produit</a:t>
            </a:r>
            <a:br>
              <a:rPr lang="en-US" sz="3200" dirty="0"/>
            </a:br>
            <a:r>
              <a:rPr lang="en-US" sz="3200" dirty="0" err="1"/>
              <a:t>sont</a:t>
            </a:r>
            <a:r>
              <a:rPr lang="en-US" sz="3200" dirty="0"/>
              <a:t> </a:t>
            </a:r>
            <a:r>
              <a:rPr lang="en-US" sz="3200" dirty="0" err="1"/>
              <a:t>réalisés</a:t>
            </a:r>
            <a:endParaRPr lang="en-US" sz="3200" dirty="0"/>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sp>
        <p:nvSpPr>
          <p:cNvPr id="17" name="Bulle narrative : ronde 16">
            <a:extLst>
              <a:ext uri="{FF2B5EF4-FFF2-40B4-BE49-F238E27FC236}">
                <a16:creationId xmlns:a16="http://schemas.microsoft.com/office/drawing/2014/main" id="{5DC8DA58-75F4-4305-BB2B-B0BE2336973A}"/>
              </a:ext>
            </a:extLst>
          </p:cNvPr>
          <p:cNvSpPr/>
          <p:nvPr/>
        </p:nvSpPr>
        <p:spPr>
          <a:xfrm>
            <a:off x="9426450" y="95798"/>
            <a:ext cx="1587081" cy="932108"/>
          </a:xfrm>
          <a:prstGeom prst="wedgeEllipseCallout">
            <a:avLst>
              <a:gd name="adj1" fmla="val 71412"/>
              <a:gd name="adj2" fmla="val 18688"/>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Pour comprendre ce qui se passe dans l'atelier</a:t>
            </a:r>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255714558"/>
              </p:ext>
            </p:extLst>
          </p:nvPr>
        </p:nvGraphicFramePr>
        <p:xfrm>
          <a:off x="217646" y="1603540"/>
          <a:ext cx="10421855" cy="4350393"/>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en-US" sz="1400" noProof="0" dirty="0" err="1"/>
                        <a:t>Ouverture</a:t>
                      </a:r>
                      <a:r>
                        <a:rPr lang="en-US" sz="1400" noProof="0" dirty="0"/>
                        <a:t> : </a:t>
                      </a:r>
                    </a:p>
                    <a:p>
                      <a:r>
                        <a:rPr lang="en-US" sz="1400" noProof="0" dirty="0" err="1"/>
                        <a:t>Accueil</a:t>
                      </a:r>
                      <a:r>
                        <a:rPr lang="en-US" sz="1400" noProof="0" dirty="0"/>
                        <a:t>, introduction, brise-glace, ...</a:t>
                      </a:r>
                    </a:p>
                  </a:txBody>
                  <a:tcPr/>
                </a:tc>
                <a:tc>
                  <a:txBody>
                    <a:bodyPr/>
                    <a:lstStyle/>
                    <a:p>
                      <a:pPr algn="ctr"/>
                      <a:r>
                        <a:rPr lang="en-US" sz="1400" noProof="0"/>
                        <a:t>Étapes</a:t>
                      </a:r>
                    </a:p>
                    <a:p>
                      <a:pPr algn="ctr"/>
                      <a:r>
                        <a:rPr lang="en-US" sz="1400" noProof="0"/>
                        <a:t>Règles de l'atelier, narration</a:t>
                      </a:r>
                    </a:p>
                  </a:txBody>
                  <a:tcPr/>
                </a:tc>
                <a:tc>
                  <a:txBody>
                    <a:bodyPr/>
                    <a:lstStyle/>
                    <a:p>
                      <a:r>
                        <a:rPr lang="en-US" sz="1400" noProof="0"/>
                        <a:t>Fermeture :</a:t>
                      </a:r>
                    </a:p>
                    <a:p>
                      <a:r>
                        <a:rPr lang="en-US" sz="1400" noProof="0"/>
                        <a:t>Débriefing, remerciements, ...</a:t>
                      </a:r>
                    </a:p>
                  </a:txBody>
                  <a:tcPr/>
                </a:tc>
                <a:extLst>
                  <a:ext uri="{0D108BD9-81ED-4DB2-BD59-A6C34878D82A}">
                    <a16:rowId xmlns:a16="http://schemas.microsoft.com/office/drawing/2014/main" val="1724558119"/>
                  </a:ext>
                </a:extLst>
              </a:tr>
              <a:tr h="3521451">
                <a:tc>
                  <a:txBody>
                    <a:bodyPr/>
                    <a:lstStyle/>
                    <a:p>
                      <a:r>
                        <a:rPr lang="en-US" sz="1400" noProof="0" dirty="0"/>
                        <a:t>5 minutes</a:t>
                      </a:r>
                    </a:p>
                    <a:p>
                      <a:r>
                        <a:rPr lang="en-US" sz="1400" noProof="0" dirty="0" err="1"/>
                        <a:t>Présenter</a:t>
                      </a:r>
                      <a:r>
                        <a:rPr lang="en-US" sz="1400" noProof="0" dirty="0"/>
                        <a:t> </a:t>
                      </a:r>
                      <a:r>
                        <a:rPr lang="en-US" sz="1400" noProof="0" dirty="0" err="1"/>
                        <a:t>l'intention</a:t>
                      </a:r>
                      <a:r>
                        <a:rPr lang="en-US" sz="1400" noProof="0" dirty="0"/>
                        <a:t> de </a:t>
                      </a:r>
                      <a:r>
                        <a:rPr lang="en-US" sz="1400" noProof="0" dirty="0" err="1"/>
                        <a:t>l'atelier</a:t>
                      </a:r>
                      <a:r>
                        <a:rPr lang="en-US" sz="1400" noProof="0" dirty="0"/>
                        <a:t> POURQUOI sur les </a:t>
                      </a:r>
                      <a:r>
                        <a:rPr lang="en-US" sz="1400" noProof="0" dirty="0" err="1"/>
                        <a:t>projets</a:t>
                      </a:r>
                      <a:r>
                        <a:rPr lang="en-US" sz="1400" noProof="0" dirty="0"/>
                        <a:t>/</a:t>
                      </a:r>
                      <a:r>
                        <a:rPr lang="en-US" sz="1400" noProof="0" dirty="0" err="1"/>
                        <a:t>produits</a:t>
                      </a:r>
                      <a:r>
                        <a:rPr lang="en-US" sz="1400" noProof="0" dirty="0"/>
                        <a:t>.</a:t>
                      </a:r>
                    </a:p>
                    <a:p>
                      <a:endParaRPr lang="en-US" sz="1400" noProof="0" dirty="0"/>
                    </a:p>
                    <a:p>
                      <a:r>
                        <a:rPr lang="en-US" sz="1400" noProof="0" dirty="0"/>
                        <a:t>5 minutes (</a:t>
                      </a:r>
                      <a:r>
                        <a:rPr lang="en-US" sz="1400" noProof="0" dirty="0" err="1"/>
                        <a:t>facultatif</a:t>
                      </a:r>
                      <a:r>
                        <a:rPr lang="en-US" sz="1400" noProof="0" dirty="0"/>
                        <a:t>)</a:t>
                      </a:r>
                    </a:p>
                    <a:p>
                      <a:r>
                        <a:rPr lang="en-US" sz="1400" noProof="0" dirty="0" err="1"/>
                        <a:t>Présenter</a:t>
                      </a:r>
                      <a:r>
                        <a:rPr lang="en-US" sz="1400" noProof="0" dirty="0"/>
                        <a:t> les </a:t>
                      </a:r>
                      <a:r>
                        <a:rPr lang="en-US" sz="1400" noProof="0" dirty="0" err="1"/>
                        <a:t>différents</a:t>
                      </a:r>
                      <a:r>
                        <a:rPr lang="en-US" sz="1400" noProof="0" dirty="0"/>
                        <a:t> sous-ateliers</a:t>
                      </a:r>
                    </a:p>
                    <a:p>
                      <a:endParaRPr lang="en-US" sz="1400" noProof="0" dirty="0"/>
                    </a:p>
                    <a:p>
                      <a:r>
                        <a:rPr lang="en-US" sz="1400" noProof="0" dirty="0"/>
                        <a:t>OU</a:t>
                      </a:r>
                    </a:p>
                    <a:p>
                      <a:r>
                        <a:rPr lang="en-US" sz="1400" noProof="0" dirty="0"/>
                        <a:t>0 minutes</a:t>
                      </a:r>
                    </a:p>
                    <a:p>
                      <a:r>
                        <a:rPr lang="en-US" sz="1400" noProof="0" dirty="0" err="1"/>
                        <a:t>Choisissez</a:t>
                      </a:r>
                      <a:r>
                        <a:rPr lang="en-US" sz="1400" noProof="0" dirty="0"/>
                        <a:t> la version </a:t>
                      </a:r>
                      <a:r>
                        <a:rPr lang="en-US" sz="1400" noProof="0" dirty="0" err="1"/>
                        <a:t>simplifiée</a:t>
                      </a:r>
                      <a:r>
                        <a:rPr lang="en-US" sz="1400" noProof="0" dirty="0"/>
                        <a:t>.</a:t>
                      </a:r>
                    </a:p>
                  </a:txBody>
                  <a:tcPr/>
                </a:tc>
                <a:tc>
                  <a:txBody>
                    <a:bodyPr/>
                    <a:lstStyle/>
                    <a:p>
                      <a:r>
                        <a:rPr lang="en-US" sz="1400" noProof="0" dirty="0"/>
                        <a:t>30-45 minutes par sous-atelier</a:t>
                      </a:r>
                    </a:p>
                    <a:p>
                      <a:r>
                        <a:rPr lang="en-US" sz="1400" noProof="0" dirty="0" err="1"/>
                        <a:t>Expliquer</a:t>
                      </a:r>
                      <a:r>
                        <a:rPr lang="en-US" sz="1400" noProof="0" dirty="0"/>
                        <a:t> le </a:t>
                      </a:r>
                      <a:r>
                        <a:rPr lang="en-US" sz="1400" noProof="0" dirty="0" err="1"/>
                        <a:t>modèle</a:t>
                      </a:r>
                      <a:r>
                        <a:rPr lang="en-US" sz="1400" noProof="0" dirty="0"/>
                        <a:t> </a:t>
                      </a:r>
                    </a:p>
                    <a:p>
                      <a:r>
                        <a:rPr lang="en-US" sz="1400" noProof="0" dirty="0" err="1"/>
                        <a:t>Partagez</a:t>
                      </a:r>
                      <a:r>
                        <a:rPr lang="en-US" sz="1400" noProof="0" dirty="0"/>
                        <a:t> un </a:t>
                      </a:r>
                      <a:r>
                        <a:rPr lang="en-US" sz="1400" noProof="0" dirty="0" err="1"/>
                        <a:t>exemple</a:t>
                      </a:r>
                      <a:endParaRPr lang="en-US" sz="1400" noProof="0" dirty="0"/>
                    </a:p>
                    <a:p>
                      <a:r>
                        <a:rPr lang="en-US" sz="1400" noProof="0" dirty="0" err="1"/>
                        <a:t>Réaliser</a:t>
                      </a:r>
                      <a:r>
                        <a:rPr lang="en-US" sz="1400" noProof="0" dirty="0"/>
                        <a:t> </a:t>
                      </a:r>
                      <a:r>
                        <a:rPr lang="en-US" sz="1400" noProof="0" dirty="0" err="1"/>
                        <a:t>l'atelier</a:t>
                      </a:r>
                      <a:r>
                        <a:rPr lang="en-US" sz="1400" noProof="0" dirty="0"/>
                        <a:t>, </a:t>
                      </a:r>
                      <a:r>
                        <a:rPr lang="en-US" sz="1400" noProof="0" dirty="0" err="1"/>
                        <a:t>en</a:t>
                      </a:r>
                      <a:r>
                        <a:rPr lang="en-US" sz="1400" noProof="0" dirty="0"/>
                        <a:t> </a:t>
                      </a:r>
                      <a:r>
                        <a:rPr lang="en-US" sz="1400" noProof="0" dirty="0" err="1"/>
                        <a:t>l'utilisant</a:t>
                      </a:r>
                      <a:r>
                        <a:rPr lang="en-US" sz="1400" noProof="0" dirty="0"/>
                        <a:t> </a:t>
                      </a:r>
                      <a:r>
                        <a:rPr lang="en-US" sz="1400" noProof="0" dirty="0" err="1"/>
                        <a:t>comme</a:t>
                      </a:r>
                      <a:r>
                        <a:rPr lang="en-US" sz="1400" noProof="0" dirty="0"/>
                        <a:t> </a:t>
                      </a:r>
                      <a:r>
                        <a:rPr lang="en-US" sz="1400" noProof="0" dirty="0" err="1"/>
                        <a:t>Canevas</a:t>
                      </a:r>
                      <a:endParaRPr lang="en-US" sz="1400" noProof="0" dirty="0"/>
                    </a:p>
                  </a:txBody>
                  <a:tcPr/>
                </a:tc>
                <a:tc>
                  <a:txBody>
                    <a:bodyPr/>
                    <a:lstStyle/>
                    <a:p>
                      <a:r>
                        <a:rPr lang="en-US" sz="1400" noProof="0"/>
                        <a:t>5-10 minutes</a:t>
                      </a:r>
                    </a:p>
                    <a:p>
                      <a:endParaRPr lang="en-US" sz="1400" noProof="0"/>
                    </a:p>
                    <a:p>
                      <a:r>
                        <a:rPr lang="en-US" sz="1400" noProof="0"/>
                        <a:t>Demandez aux participants quel est leur niveau de motivation pour le lancement (avant l'atelier et après).</a:t>
                      </a:r>
                    </a:p>
                    <a:p>
                      <a:endParaRPr lang="en-US" sz="1400" noProof="0"/>
                    </a:p>
                    <a:p>
                      <a:r>
                        <a:rPr lang="en-US" sz="1400" noProof="0"/>
                        <a:t>Choisir le prochain sous-atelier, le cas échéant</a:t>
                      </a:r>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a:solidFill>
                  <a:srgbClr val="000000"/>
                </a:solidFill>
                <a:cs typeface="Calibri"/>
              </a:rPr>
              <a:t>Total :</a:t>
            </a:r>
          </a:p>
          <a:p>
            <a:pPr marL="0" indent="0" algn="ctr">
              <a:buFont typeface="Arial" panose="020B0604020202020204" pitchFamily="34" charset="0"/>
              <a:buNone/>
            </a:pPr>
            <a:r>
              <a:rPr lang="en-US" sz="2000" b="1">
                <a:solidFill>
                  <a:srgbClr val="000000"/>
                </a:solidFill>
                <a:cs typeface="Calibri"/>
              </a:rPr>
              <a:t>1h </a:t>
            </a:r>
          </a:p>
        </p:txBody>
      </p:sp>
    </p:spTree>
    <p:extLst>
      <p:ext uri="{BB962C8B-B14F-4D97-AF65-F5344CB8AC3E}">
        <p14:creationId xmlns:p14="http://schemas.microsoft.com/office/powerpoint/2010/main" val="42897242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8087473" cy="1325563"/>
          </a:xfrm>
        </p:spPr>
        <p:txBody>
          <a:bodyPr>
            <a:normAutofit/>
          </a:bodyPr>
          <a:lstStyle/>
          <a:p>
            <a:r>
              <a:rPr lang="en-US" sz="4000" dirty="0"/>
              <a:t>Niveau 3 : </a:t>
            </a:r>
            <a:r>
              <a:rPr lang="en-US" sz="4000" dirty="0" err="1"/>
              <a:t>Organisation</a:t>
            </a:r>
            <a:r>
              <a:rPr lang="en-US" sz="4000" dirty="0"/>
              <a:t> des POURQUOI d’un </a:t>
            </a:r>
            <a:r>
              <a:rPr lang="en-US" sz="4000" dirty="0" err="1"/>
              <a:t>projet</a:t>
            </a:r>
            <a:r>
              <a:rPr lang="en-US" sz="4000" dirty="0"/>
              <a:t> / </a:t>
            </a:r>
            <a:r>
              <a:rPr lang="en-US" sz="4000" dirty="0" err="1"/>
              <a:t>produit</a:t>
            </a:r>
            <a:r>
              <a:rPr lang="en-US" sz="4000" dirty="0"/>
              <a:t> </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Pour </a:t>
            </a:r>
            <a:r>
              <a:rPr lang="en-US" sz="1100" dirty="0" err="1">
                <a:solidFill>
                  <a:schemeClr val="tx1"/>
                </a:solidFill>
              </a:rPr>
              <a:t>vérifier</a:t>
            </a:r>
            <a:r>
              <a:rPr lang="en-US" sz="1100" dirty="0">
                <a:solidFill>
                  <a:schemeClr val="tx1"/>
                </a:solidFill>
              </a:rPr>
              <a:t> </a:t>
            </a:r>
            <a:r>
              <a:rPr lang="en-US" sz="1100" dirty="0" err="1">
                <a:solidFill>
                  <a:schemeClr val="tx1"/>
                </a:solidFill>
              </a:rPr>
              <a:t>qu'il</a:t>
            </a:r>
            <a:r>
              <a:rPr lang="en-US" sz="1100" dirty="0">
                <a:solidFill>
                  <a:schemeClr val="tx1"/>
                </a:solidFill>
              </a:rPr>
              <a:t> correspond à </a:t>
            </a:r>
            <a:r>
              <a:rPr lang="en-US" sz="1100" dirty="0" err="1">
                <a:solidFill>
                  <a:schemeClr val="tx1"/>
                </a:solidFill>
              </a:rPr>
              <a:t>mes</a:t>
            </a:r>
            <a:r>
              <a:rPr lang="en-US" sz="1100" dirty="0">
                <a:solidFill>
                  <a:schemeClr val="tx1"/>
                </a:solidFill>
              </a:rPr>
              <a:t> </a:t>
            </a:r>
            <a:r>
              <a:rPr lang="en-US" sz="1100" dirty="0" err="1">
                <a:solidFill>
                  <a:schemeClr val="tx1"/>
                </a:solidFill>
              </a:rPr>
              <a:t>besoins</a:t>
            </a:r>
            <a:r>
              <a:rPr lang="en-US" sz="1100" dirty="0">
                <a:solidFill>
                  <a:schemeClr val="tx1"/>
                </a:solidFill>
              </a:rPr>
              <a:t> et à </a:t>
            </a:r>
            <a:r>
              <a:rPr lang="en-US" sz="1100" dirty="0" err="1">
                <a:solidFill>
                  <a:schemeClr val="tx1"/>
                </a:solidFill>
              </a:rPr>
              <a:t>mes</a:t>
            </a:r>
            <a:r>
              <a:rPr lang="en-US" sz="1100" dirty="0">
                <a:solidFill>
                  <a:schemeClr val="tx1"/>
                </a:solidFill>
              </a:rPr>
              <a:t> </a:t>
            </a:r>
            <a:r>
              <a:rPr lang="en-US" sz="1100" dirty="0" err="1">
                <a:solidFill>
                  <a:schemeClr val="tx1"/>
                </a:solidFill>
              </a:rPr>
              <a:t>capacités</a:t>
            </a:r>
            <a:r>
              <a:rPr lang="en-US" sz="1100" dirty="0">
                <a:solidFill>
                  <a:schemeClr val="tx1"/>
                </a:solidFill>
              </a:rPr>
              <a:t>. </a:t>
            </a:r>
          </a:p>
          <a:p>
            <a:pPr algn="ctr"/>
            <a:endParaRPr lang="en-US" sz="1100" dirty="0">
              <a:solidFill>
                <a:schemeClr val="tx1"/>
              </a:solidFill>
            </a:endParaRPr>
          </a:p>
          <a:p>
            <a:pPr algn="ctr"/>
            <a:r>
              <a:rPr lang="en-US" sz="1100" dirty="0">
                <a:solidFill>
                  <a:schemeClr val="tx1"/>
                </a:solidFill>
              </a:rPr>
              <a:t>Ensuite, pour </a:t>
            </a:r>
            <a:r>
              <a:rPr lang="en-US" sz="1100" dirty="0" err="1">
                <a:solidFill>
                  <a:schemeClr val="tx1"/>
                </a:solidFill>
              </a:rPr>
              <a:t>organiser</a:t>
            </a:r>
            <a:r>
              <a:rPr lang="en-US" sz="1100" dirty="0">
                <a:solidFill>
                  <a:schemeClr val="tx1"/>
                </a:solidFill>
              </a:rPr>
              <a:t> </a:t>
            </a:r>
            <a:r>
              <a:rPr lang="en-US" sz="1100" dirty="0" err="1">
                <a:solidFill>
                  <a:schemeClr val="tx1"/>
                </a:solidFill>
              </a:rPr>
              <a:t>facilement</a:t>
            </a:r>
            <a:r>
              <a:rPr lang="en-US" sz="1100" dirty="0">
                <a:solidFill>
                  <a:schemeClr val="tx1"/>
                </a:solidFill>
              </a:rPr>
              <a:t> la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🎓Educational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err="1"/>
              <a:t>Comprendre</a:t>
            </a:r>
            <a:r>
              <a:rPr lang="en-US" sz="1200" dirty="0"/>
              <a:t> les </a:t>
            </a:r>
            <a:r>
              <a:rPr lang="en-US" sz="1200" dirty="0" err="1"/>
              <a:t>éléments</a:t>
            </a:r>
            <a:r>
              <a:rPr lang="en-US" sz="1200" dirty="0"/>
              <a:t> </a:t>
            </a:r>
            <a:r>
              <a:rPr lang="en-US" sz="1200" dirty="0" err="1"/>
              <a:t>clés</a:t>
            </a:r>
            <a:r>
              <a:rPr lang="en-US" sz="1200" dirty="0"/>
              <a:t> qui </a:t>
            </a:r>
            <a:r>
              <a:rPr lang="en-US" sz="1200" dirty="0" err="1"/>
              <a:t>motivent</a:t>
            </a:r>
            <a:r>
              <a:rPr lang="en-US" sz="1200" dirty="0"/>
              <a:t> la </a:t>
            </a:r>
            <a:r>
              <a:rPr lang="en-US" sz="1200" dirty="0" err="1"/>
              <a:t>création</a:t>
            </a:r>
            <a:r>
              <a:rPr lang="en-US" sz="1200" dirty="0"/>
              <a:t> d'un </a:t>
            </a:r>
            <a:r>
              <a:rPr lang="en-US" sz="1200" dirty="0" err="1"/>
              <a:t>projet</a:t>
            </a:r>
            <a:r>
              <a:rPr lang="en-US" sz="1200" dirty="0"/>
              <a:t> / </a:t>
            </a:r>
            <a:r>
              <a:rPr lang="en-US" sz="1200" dirty="0" err="1"/>
              <a:t>produit</a:t>
            </a:r>
            <a:r>
              <a:rPr lang="en-US" sz="1200" dirty="0"/>
              <a:t>.</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a:t>
            </a:r>
            <a:r>
              <a:rPr lang="en-US" sz="1600" b="1" dirty="0" err="1"/>
              <a:t>Objectifs</a:t>
            </a:r>
            <a:r>
              <a:rPr lang="en-US" sz="1600" b="1" dirty="0"/>
              <a:t> </a:t>
            </a:r>
            <a:r>
              <a:rPr lang="en-US" sz="1600" b="1" dirty="0" err="1"/>
              <a:t>opérationnels</a:t>
            </a:r>
            <a:endParaRPr lang="en-US" sz="1600" b="1" dirty="0"/>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Les </a:t>
            </a:r>
            <a:r>
              <a:rPr lang="en-US" sz="1200" dirty="0" err="1"/>
              <a:t>éléments</a:t>
            </a:r>
            <a:r>
              <a:rPr lang="en-US" sz="1200" dirty="0"/>
              <a:t> </a:t>
            </a:r>
            <a:r>
              <a:rPr lang="en-US" sz="1200" dirty="0" err="1"/>
              <a:t>suivants</a:t>
            </a:r>
            <a:r>
              <a:rPr lang="en-US" sz="1200" dirty="0"/>
              <a:t> </a:t>
            </a:r>
            <a:r>
              <a:rPr lang="en-US" sz="1200" dirty="0" err="1"/>
              <a:t>sont</a:t>
            </a:r>
            <a:r>
              <a:rPr lang="en-US" sz="1200" dirty="0"/>
              <a:t> </a:t>
            </a:r>
            <a:r>
              <a:rPr lang="en-US" sz="1200" dirty="0" err="1"/>
              <a:t>partagés</a:t>
            </a:r>
            <a:r>
              <a:rPr lang="en-US" sz="1200" dirty="0"/>
              <a:t>, </a:t>
            </a:r>
            <a:r>
              <a:rPr lang="en-US" sz="1200" dirty="0" err="1"/>
              <a:t>discutés</a:t>
            </a:r>
            <a:r>
              <a:rPr lang="en-US" sz="1200" dirty="0"/>
              <a:t> étape par étape, </a:t>
            </a:r>
            <a:r>
              <a:rPr lang="en-US" sz="1200" dirty="0" err="1"/>
              <a:t>clarifiés</a:t>
            </a:r>
            <a:r>
              <a:rPr lang="en-US" sz="1200" dirty="0"/>
              <a:t> et plus </a:t>
            </a:r>
            <a:r>
              <a:rPr lang="en-US" sz="1200" dirty="0" err="1"/>
              <a:t>faciles</a:t>
            </a:r>
            <a:r>
              <a:rPr lang="en-US" sz="1200" dirty="0"/>
              <a:t> à </a:t>
            </a:r>
            <a:r>
              <a:rPr lang="en-US" sz="1200" dirty="0" err="1"/>
              <a:t>communiquer</a:t>
            </a:r>
            <a:r>
              <a:rPr lang="en-US" sz="1200" dirty="0"/>
              <a:t> par les </a:t>
            </a:r>
            <a:r>
              <a:rPr lang="en-US" sz="1200" dirty="0" err="1"/>
              <a:t>acteurs</a:t>
            </a:r>
            <a:r>
              <a:rPr lang="en-US" sz="1200" dirty="0"/>
              <a:t> du </a:t>
            </a:r>
            <a:r>
              <a:rPr lang="en-US" sz="1200" dirty="0" err="1"/>
              <a:t>projet</a:t>
            </a:r>
            <a:r>
              <a:rPr lang="en-US" sz="1200" dirty="0"/>
              <a:t> / </a:t>
            </a:r>
            <a:r>
              <a:rPr lang="en-US" sz="1200" dirty="0" err="1"/>
              <a:t>produit</a:t>
            </a:r>
            <a:r>
              <a:rPr lang="en-US" sz="1200" dirty="0"/>
              <a:t> : </a:t>
            </a:r>
            <a:r>
              <a:rPr lang="en-US" sz="1200" dirty="0" err="1"/>
              <a:t>objectif</a:t>
            </a:r>
            <a:r>
              <a:rPr lang="en-US" sz="1200" dirty="0"/>
              <a:t>, impact </a:t>
            </a:r>
            <a:r>
              <a:rPr lang="en-US" sz="1200" dirty="0" err="1"/>
              <a:t>cible</a:t>
            </a:r>
            <a:r>
              <a:rPr lang="en-US" sz="1200" dirty="0"/>
              <a:t>, </a:t>
            </a:r>
            <a:r>
              <a:rPr lang="en-US" sz="1200" dirty="0" err="1"/>
              <a:t>calendrier</a:t>
            </a:r>
            <a:r>
              <a:rPr lang="en-US" sz="1200" dirty="0"/>
              <a:t>, contribution, </a:t>
            </a:r>
            <a:r>
              <a:rPr lang="en-US" sz="1200" dirty="0" err="1"/>
              <a:t>expérience</a:t>
            </a:r>
            <a:r>
              <a:rPr lang="en-US" sz="1200" dirty="0"/>
              <a:t> du </a:t>
            </a:r>
            <a:r>
              <a:rPr lang="en-US" sz="1200" dirty="0" err="1"/>
              <a:t>projet</a:t>
            </a:r>
            <a:r>
              <a:rPr lang="en-US" sz="1200" dirty="0"/>
              <a:t> / </a:t>
            </a:r>
            <a:r>
              <a:rPr lang="en-US" sz="1200" dirty="0" err="1"/>
              <a:t>produit</a:t>
            </a:r>
            <a:r>
              <a:rPr lang="en-US" sz="1200" dirty="0"/>
              <a:t>, </a:t>
            </a:r>
            <a:r>
              <a:rPr lang="en-US" sz="1200" dirty="0" err="1"/>
              <a:t>histoires</a:t>
            </a:r>
            <a:r>
              <a:rPr lang="en-US" sz="1200" dirty="0"/>
              <a:t> </a:t>
            </a:r>
            <a:r>
              <a:rPr lang="en-US" sz="1200" dirty="0" err="1"/>
              <a:t>potentielles</a:t>
            </a:r>
            <a:r>
              <a:rPr lang="en-US" sz="1200" dirty="0"/>
              <a:t>.</a:t>
            </a:r>
          </a:p>
          <a:p>
            <a:r>
              <a:rPr lang="en-US" sz="1200" dirty="0"/>
              <a:t>Les </a:t>
            </a:r>
            <a:r>
              <a:rPr lang="en-US" sz="1200" dirty="0" err="1"/>
              <a:t>membres</a:t>
            </a:r>
            <a:r>
              <a:rPr lang="en-US" sz="1200" dirty="0"/>
              <a:t> </a:t>
            </a:r>
            <a:r>
              <a:rPr lang="en-US" sz="1200" dirty="0" err="1"/>
              <a:t>sont</a:t>
            </a:r>
            <a:r>
              <a:rPr lang="en-US" sz="1200" dirty="0"/>
              <a:t> </a:t>
            </a:r>
            <a:r>
              <a:rPr lang="en-US" sz="1200" dirty="0" err="1"/>
              <a:t>motivés</a:t>
            </a:r>
            <a:r>
              <a:rPr lang="en-US" sz="1200" dirty="0"/>
              <a:t> par la </a:t>
            </a:r>
            <a:r>
              <a:rPr lang="en-US" sz="1200" dirty="0" err="1"/>
              <a:t>création</a:t>
            </a:r>
            <a:r>
              <a:rPr lang="en-US" sz="1200" dirty="0"/>
              <a:t> du </a:t>
            </a:r>
            <a:r>
              <a:rPr lang="en-US" sz="1200" dirty="0" err="1"/>
              <a:t>projet</a:t>
            </a:r>
            <a:r>
              <a:rPr lang="en-US" sz="1200" dirty="0"/>
              <a:t>/</a:t>
            </a:r>
            <a:r>
              <a:rPr lang="en-US" sz="1200" dirty="0" err="1"/>
              <a:t>produit</a:t>
            </a:r>
            <a:r>
              <a:rPr lang="en-US" sz="1200" dirty="0"/>
              <a:t> et </a:t>
            </a:r>
            <a:r>
              <a:rPr lang="en-US" sz="1200" dirty="0" err="1"/>
              <a:t>veulent</a:t>
            </a:r>
            <a:r>
              <a:rPr lang="en-US" sz="1200" dirty="0"/>
              <a:t> commencer à </a:t>
            </a:r>
            <a:r>
              <a:rPr lang="en-US" sz="1200" dirty="0" err="1"/>
              <a:t>planifier</a:t>
            </a:r>
            <a:r>
              <a:rPr lang="en-US" sz="1200" dirty="0"/>
              <a:t> les </a:t>
            </a:r>
            <a:r>
              <a:rPr lang="en-US" sz="1200" dirty="0" err="1"/>
              <a:t>prochaines</a:t>
            </a:r>
            <a:r>
              <a:rPr lang="en-US" sz="1200" dirty="0"/>
              <a:t> (premières) étapes.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Cet atelier a été conçu pour les collectifs d'entreprise qui supervisent des produits ou des projets, mais il peut convenir à d'autres types de petites communautés. </a:t>
            </a:r>
          </a:p>
          <a:p>
            <a:pPr marL="0" indent="0">
              <a:buNone/>
            </a:pPr>
            <a:r>
              <a:rPr lang="en-US" sz="1200" dirty="0"/>
              <a:t>Les participants doivent être les </a:t>
            </a:r>
            <a:r>
              <a:rPr lang="en-US" sz="1200" dirty="0" err="1"/>
              <a:t>acteurs</a:t>
            </a:r>
            <a:r>
              <a:rPr lang="en-US" sz="1200" dirty="0"/>
              <a:t> du projet/produit et les futurs contributeurs.</a:t>
            </a:r>
          </a:p>
          <a:p>
            <a:pPr marL="0" indent="0">
              <a:buNone/>
            </a:pPr>
            <a:r>
              <a:rPr lang="en-US" sz="1200" dirty="0"/>
              <a:t>Le nombre maximum est de 15, le nombre recommandé est de 5 à 10. Au-delà de 15, des petits groupes doivent être créés pour se concentrer sur des sous-ateliers et partager.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🛠️Exemples d'utilisations et de problèmes abordés.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Les </a:t>
            </a:r>
            <a:r>
              <a:rPr lang="en-US" sz="1200" dirty="0" err="1"/>
              <a:t>futurs</a:t>
            </a:r>
            <a:r>
              <a:rPr lang="en-US" sz="1200" dirty="0"/>
              <a:t> </a:t>
            </a:r>
            <a:r>
              <a:rPr lang="en-US" sz="1200" dirty="0" err="1"/>
              <a:t>acteurs</a:t>
            </a:r>
            <a:r>
              <a:rPr lang="en-US" sz="1200" dirty="0"/>
              <a:t> du </a:t>
            </a:r>
            <a:r>
              <a:rPr lang="en-US" sz="1200" dirty="0" err="1"/>
              <a:t>projet</a:t>
            </a:r>
            <a:r>
              <a:rPr lang="en-US" sz="1200" dirty="0"/>
              <a:t> </a:t>
            </a:r>
            <a:r>
              <a:rPr lang="en-US" sz="1200" dirty="0" err="1"/>
              <a:t>d'entreprise</a:t>
            </a:r>
            <a:r>
              <a:rPr lang="en-US" sz="1200" dirty="0"/>
              <a:t> / </a:t>
            </a:r>
            <a:r>
              <a:rPr lang="en-US" sz="1200" dirty="0" err="1"/>
              <a:t>produit</a:t>
            </a:r>
            <a:r>
              <a:rPr lang="en-US" sz="1200" dirty="0"/>
              <a:t> XYZ </a:t>
            </a:r>
            <a:r>
              <a:rPr lang="en-US" sz="1200" dirty="0" err="1"/>
              <a:t>ont</a:t>
            </a:r>
            <a:r>
              <a:rPr lang="en-US" sz="1200" dirty="0"/>
              <a:t> beaucoup </a:t>
            </a:r>
            <a:r>
              <a:rPr lang="en-US" sz="1200" dirty="0" err="1"/>
              <a:t>d'idées</a:t>
            </a:r>
            <a:r>
              <a:rPr lang="en-US" sz="1200" dirty="0"/>
              <a:t>, </a:t>
            </a:r>
            <a:r>
              <a:rPr lang="en-US" sz="1200" dirty="0" err="1"/>
              <a:t>d'objectifs</a:t>
            </a:r>
            <a:r>
              <a:rPr lang="en-US" sz="1200" dirty="0"/>
              <a:t> et </a:t>
            </a:r>
            <a:r>
              <a:rPr lang="en-US" sz="1200" dirty="0" err="1"/>
              <a:t>d'idées</a:t>
            </a:r>
            <a:r>
              <a:rPr lang="en-US" sz="1200" dirty="0"/>
              <a:t> à </a:t>
            </a:r>
            <a:r>
              <a:rPr lang="en-US" sz="1200" dirty="0" err="1"/>
              <a:t>partager</a:t>
            </a:r>
            <a:r>
              <a:rPr lang="en-US" sz="1200" dirty="0"/>
              <a:t>, </a:t>
            </a:r>
            <a:r>
              <a:rPr lang="en-US" sz="1200" dirty="0" err="1"/>
              <a:t>mais</a:t>
            </a:r>
            <a:r>
              <a:rPr lang="en-US" sz="1200" dirty="0"/>
              <a:t> il </a:t>
            </a:r>
            <a:r>
              <a:rPr lang="en-US" sz="1200" dirty="0" err="1"/>
              <a:t>n'y</a:t>
            </a:r>
            <a:r>
              <a:rPr lang="en-US" sz="1200" dirty="0"/>
              <a:t> a </a:t>
            </a:r>
            <a:r>
              <a:rPr lang="en-US" sz="1200" dirty="0" err="1"/>
              <a:t>eu</a:t>
            </a:r>
            <a:r>
              <a:rPr lang="en-US" sz="1200" dirty="0"/>
              <a:t> que de petites discussions </a:t>
            </a:r>
            <a:r>
              <a:rPr lang="en-US" sz="1200" dirty="0" err="1"/>
              <a:t>jusqu'à</a:t>
            </a:r>
            <a:r>
              <a:rPr lang="en-US" sz="1200" dirty="0"/>
              <a:t> </a:t>
            </a:r>
            <a:r>
              <a:rPr lang="en-US" sz="1200" dirty="0" err="1"/>
              <a:t>présent</a:t>
            </a:r>
            <a:r>
              <a:rPr lang="en-US" sz="1200" dirty="0"/>
              <a:t>. </a:t>
            </a:r>
          </a:p>
          <a:p>
            <a:pPr marL="0" indent="0">
              <a:buNone/>
            </a:pPr>
            <a:r>
              <a:rPr lang="en-US" sz="1200" dirty="0" err="1"/>
              <a:t>Ils</a:t>
            </a:r>
            <a:r>
              <a:rPr lang="en-US" sz="1200" dirty="0"/>
              <a:t> </a:t>
            </a:r>
            <a:r>
              <a:rPr lang="en-US" sz="1200" dirty="0" err="1"/>
              <a:t>souhaitent</a:t>
            </a:r>
            <a:r>
              <a:rPr lang="en-US" sz="1200" dirty="0"/>
              <a:t> se </a:t>
            </a:r>
            <a:r>
              <a:rPr lang="en-US" sz="1200" dirty="0" err="1"/>
              <a:t>réunir</a:t>
            </a:r>
            <a:r>
              <a:rPr lang="en-US" sz="1200" dirty="0"/>
              <a:t> pour clarifier </a:t>
            </a:r>
            <a:r>
              <a:rPr lang="en-US" sz="1200" dirty="0" err="1"/>
              <a:t>leur</a:t>
            </a:r>
            <a:r>
              <a:rPr lang="en-US" sz="1200" dirty="0"/>
              <a:t> POURQUOI, </a:t>
            </a:r>
            <a:r>
              <a:rPr lang="en-US" sz="1200" dirty="0" err="1"/>
              <a:t>notamment</a:t>
            </a:r>
            <a:r>
              <a:rPr lang="en-US" sz="1200" dirty="0"/>
              <a:t> pour </a:t>
            </a:r>
            <a:r>
              <a:rPr lang="en-US" sz="1200" dirty="0" err="1"/>
              <a:t>être</a:t>
            </a:r>
            <a:r>
              <a:rPr lang="en-US" sz="1200" dirty="0"/>
              <a:t> </a:t>
            </a:r>
            <a:r>
              <a:rPr lang="en-US" sz="1200" dirty="0" err="1"/>
              <a:t>en</a:t>
            </a:r>
            <a:r>
              <a:rPr lang="en-US" sz="1200" dirty="0"/>
              <a:t> </a:t>
            </a:r>
            <a:r>
              <a:rPr lang="en-US" sz="1200" dirty="0" err="1"/>
              <a:t>mesure</a:t>
            </a:r>
            <a:r>
              <a:rPr lang="en-US" sz="1200" dirty="0"/>
              <a:t> de le </a:t>
            </a:r>
            <a:r>
              <a:rPr lang="en-US" sz="1200" dirty="0" err="1"/>
              <a:t>communiquer</a:t>
            </a:r>
            <a:r>
              <a:rPr lang="en-US" sz="1200" dirty="0"/>
              <a:t> au-</a:t>
            </a:r>
            <a:r>
              <a:rPr lang="en-US" sz="1200" dirty="0" err="1"/>
              <a:t>delà</a:t>
            </a:r>
            <a:r>
              <a:rPr lang="en-US" sz="1200" dirty="0"/>
              <a:t> de </a:t>
            </a:r>
            <a:r>
              <a:rPr lang="en-US" sz="1200" dirty="0" err="1"/>
              <a:t>leur</a:t>
            </a:r>
            <a:r>
              <a:rPr lang="en-US" sz="1200" dirty="0"/>
              <a:t> propre cercle (aux sponsors et aux </a:t>
            </a:r>
            <a:r>
              <a:rPr lang="en-US" sz="1200" dirty="0" err="1"/>
              <a:t>futurs</a:t>
            </a:r>
            <a:r>
              <a:rPr lang="en-US" sz="1200" dirty="0"/>
              <a:t> </a:t>
            </a:r>
            <a:r>
              <a:rPr lang="en-US" sz="1200" dirty="0" err="1"/>
              <a:t>membres</a:t>
            </a:r>
            <a:r>
              <a:rPr lang="en-US" sz="1200" dirty="0"/>
              <a:t> </a:t>
            </a:r>
            <a:r>
              <a:rPr lang="en-US" sz="1200" dirty="0" err="1"/>
              <a:t>potentiels</a:t>
            </a:r>
            <a:r>
              <a:rPr lang="en-US" sz="1200" dirty="0"/>
              <a:t>). </a:t>
            </a:r>
            <a:r>
              <a:rPr lang="en-US" sz="1200" dirty="0" err="1"/>
              <a:t>Ils</a:t>
            </a:r>
            <a:r>
              <a:rPr lang="en-US" sz="1200" dirty="0"/>
              <a:t> </a:t>
            </a:r>
            <a:r>
              <a:rPr lang="en-US" sz="1200" dirty="0" err="1"/>
              <a:t>utilisent</a:t>
            </a:r>
            <a:r>
              <a:rPr lang="en-US" sz="1200" dirty="0"/>
              <a:t> </a:t>
            </a:r>
            <a:r>
              <a:rPr lang="en-US" sz="1200" dirty="0" err="1"/>
              <a:t>l'atelier</a:t>
            </a:r>
            <a:r>
              <a:rPr lang="en-US" sz="1200" dirty="0"/>
              <a:t> POURQUOI du </a:t>
            </a:r>
            <a:r>
              <a:rPr lang="en-US" sz="1200" dirty="0" err="1"/>
              <a:t>projet</a:t>
            </a:r>
            <a:r>
              <a:rPr lang="en-US" sz="1200" dirty="0"/>
              <a:t> / </a:t>
            </a:r>
            <a:r>
              <a:rPr lang="en-US" sz="1200" dirty="0" err="1"/>
              <a:t>produit</a:t>
            </a:r>
            <a:r>
              <a:rPr lang="en-US" sz="1200" dirty="0"/>
              <a:t> </a:t>
            </a:r>
            <a:r>
              <a:rPr lang="en-US" sz="1200" dirty="0" err="1"/>
              <a:t>comme</a:t>
            </a:r>
            <a:r>
              <a:rPr lang="en-US" sz="1200" dirty="0"/>
              <a:t> </a:t>
            </a:r>
            <a:r>
              <a:rPr lang="en-US" sz="1200" dirty="0" err="1"/>
              <a:t>une</a:t>
            </a:r>
            <a:r>
              <a:rPr lang="en-US" sz="1200" dirty="0"/>
              <a:t> étape </a:t>
            </a:r>
            <a:r>
              <a:rPr lang="en-US" sz="1200" dirty="0" err="1"/>
              <a:t>fondatrice</a:t>
            </a:r>
            <a:r>
              <a:rPr lang="en-US" sz="1200" dirty="0"/>
              <a:t> pour </a:t>
            </a:r>
            <a:r>
              <a:rPr lang="en-US" sz="1200" dirty="0" err="1"/>
              <a:t>partager</a:t>
            </a:r>
            <a:r>
              <a:rPr lang="en-US" sz="1200" dirty="0"/>
              <a:t> et se </a:t>
            </a:r>
            <a:r>
              <a:rPr lang="en-US" sz="1200" dirty="0" err="1"/>
              <a:t>mettre</a:t>
            </a:r>
            <a:r>
              <a:rPr lang="en-US" sz="1200" dirty="0"/>
              <a:t> </a:t>
            </a:r>
            <a:r>
              <a:rPr lang="en-US" sz="1200" dirty="0" err="1"/>
              <a:t>d'accord</a:t>
            </a:r>
            <a:r>
              <a:rPr lang="en-US" sz="1200" dirty="0"/>
              <a:t> </a:t>
            </a:r>
            <a:r>
              <a:rPr lang="en-US" sz="1200" dirty="0" err="1"/>
              <a:t>avant</a:t>
            </a:r>
            <a:r>
              <a:rPr lang="en-US" sz="1200" dirty="0"/>
              <a:t> le </a:t>
            </a:r>
            <a:r>
              <a:rPr lang="en-US" sz="1200" dirty="0" err="1"/>
              <a:t>lancement</a:t>
            </a:r>
            <a:r>
              <a:rPr lang="en-US" sz="1200" dirty="0"/>
              <a:t> </a:t>
            </a:r>
            <a:r>
              <a:rPr lang="en-US" sz="1200" dirty="0" err="1"/>
              <a:t>officiel</a:t>
            </a:r>
            <a:r>
              <a:rPr lang="en-US" sz="1200" dirty="0"/>
              <a:t> du </a:t>
            </a:r>
            <a:r>
              <a:rPr lang="en-US" sz="1200" dirty="0" err="1"/>
              <a:t>projet</a:t>
            </a:r>
            <a:r>
              <a:rPr lang="en-US" sz="1200" dirty="0"/>
              <a:t> / </a:t>
            </a:r>
            <a:r>
              <a:rPr lang="en-US" sz="1200" dirty="0" err="1"/>
              <a:t>produit</a:t>
            </a:r>
            <a:r>
              <a:rPr lang="en-US" sz="1200" dirty="0"/>
              <a:t>.</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222846"/>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802052"/>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err="1"/>
              <a:t>Niveau</a:t>
            </a:r>
            <a:r>
              <a:rPr lang="en-US" sz="1200" dirty="0"/>
              <a:t> </a:t>
            </a:r>
            <a:r>
              <a:rPr lang="en-US" sz="1200" dirty="0" err="1"/>
              <a:t>d'engagement</a:t>
            </a:r>
            <a:r>
              <a:rPr lang="en-US" sz="1200" dirty="0"/>
              <a:t> </a:t>
            </a:r>
          </a:p>
          <a:p>
            <a:pPr marL="0" indent="0">
              <a:buFont typeface="Arial" panose="020B0604020202020204" pitchFamily="34" charset="0"/>
              <a:buNone/>
            </a:pPr>
            <a:r>
              <a:rPr lang="en-US" sz="1200" dirty="0" err="1"/>
              <a:t>Cartographie</a:t>
            </a:r>
            <a:r>
              <a:rPr lang="en-US" sz="1200" dirty="0"/>
              <a:t> des </a:t>
            </a:r>
            <a:r>
              <a:rPr lang="en-US" sz="1200" dirty="0" err="1"/>
              <a:t>sujets</a:t>
            </a:r>
            <a:endParaRPr lang="en-US" sz="1200" dirty="0"/>
          </a:p>
          <a:p>
            <a:pPr marL="0" indent="0">
              <a:buFont typeface="Arial" panose="020B0604020202020204" pitchFamily="34" charset="0"/>
              <a:buNone/>
            </a:pPr>
            <a:r>
              <a:rPr lang="en-US" sz="1200" dirty="0"/>
              <a:t>Les premiers pas du </a:t>
            </a:r>
            <a:r>
              <a:rPr lang="en-US" sz="1200" dirty="0" err="1"/>
              <a:t>projet</a:t>
            </a:r>
            <a:r>
              <a:rPr lang="en-US" sz="1200" dirty="0"/>
              <a:t> / </a:t>
            </a:r>
            <a:r>
              <a:rPr lang="en-US" sz="1200" dirty="0" err="1"/>
              <a:t>produit</a:t>
            </a:r>
            <a:r>
              <a:rPr lang="en-US" sz="1200" dirty="0"/>
              <a:t> </a:t>
            </a:r>
          </a:p>
          <a:p>
            <a:pPr marL="0" indent="0">
              <a:buFont typeface="Arial" panose="020B0604020202020204" pitchFamily="34" charset="0"/>
              <a:buNone/>
            </a:pPr>
            <a:r>
              <a:rPr lang="en-US" sz="1200" dirty="0" err="1"/>
              <a:t>Projet</a:t>
            </a:r>
            <a:r>
              <a:rPr lang="en-US" sz="1200" dirty="0"/>
              <a:t> / </a:t>
            </a:r>
            <a:r>
              <a:rPr lang="en-US" sz="1200" dirty="0" err="1"/>
              <a:t>Produit</a:t>
            </a:r>
            <a:r>
              <a:rPr lang="en-US" sz="1200" dirty="0"/>
              <a:t> - COMMENT et QUOI</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222846"/>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802052"/>
            <a:ext cx="2845965" cy="1690823"/>
          </a:xfrm>
          <a:prstGeom prst="rect">
            <a:avLst/>
          </a:prstGeom>
          <a:solidFill>
            <a:schemeClr val="accent2">
              <a:lumMod val="20000"/>
              <a:lumOff val="80000"/>
            </a:schemeClr>
          </a:solid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Chaque sous-atelier ne doit pas durer plus de 45 minutes. Un objectif acceptable pour chaque sous-atelier est de 30 minutes.</a:t>
            </a:r>
          </a:p>
          <a:p>
            <a:pPr marL="0" indent="0">
              <a:buFont typeface="Arial" panose="020B0604020202020204" pitchFamily="34" charset="0"/>
              <a:buNone/>
            </a:pPr>
            <a:r>
              <a:rPr lang="en-US" sz="1200" dirty="0"/>
              <a:t>Les sous-ateliers peuvent être répartis sur plusieurs sessions. Tous les sous-ateliers ne sont pas nécessaires pour tous les projets ou produits.</a:t>
            </a:r>
          </a:p>
          <a:p>
            <a:pPr marL="0" indent="0">
              <a:buFont typeface="Arial" panose="020B0604020202020204" pitchFamily="34" charset="0"/>
              <a:buNone/>
            </a:pPr>
            <a:r>
              <a:rPr lang="en-US" sz="1200" dirty="0"/>
              <a:t>La plupart des sous-ateliers nécessitent un mur virtuel dans leur version atelier visuel, et peuvent également être réalisés sur un mur physique.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222846"/>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💡Idées de contenu complémentaire</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802052"/>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RACI</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9172603" y="4222846"/>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9172603" y="4802052"/>
            <a:ext cx="2832018" cy="1690823"/>
          </a:xfrm>
          <a:prstGeom prst="rect">
            <a:avLst/>
          </a:prstGeom>
          <a:solidFill>
            <a:schemeClr val="bg1"/>
          </a:solidFill>
          <a:ln>
            <a:solidFill>
              <a:schemeClr val="tx1"/>
            </a:solidFill>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Le lancement d'un projet/produit est une expérience passionnante, mais un mauvais lancement peut parfois gâcher une forte motivation et de bonnes intentions.</a:t>
            </a:r>
          </a:p>
          <a:p>
            <a:pPr marL="0" indent="0">
              <a:buNone/>
            </a:pPr>
            <a:r>
              <a:rPr lang="en-US" sz="1200" dirty="0"/>
              <a:t>Mais comment commencer à imaginer quelque chose de si commun et si complexe à la fois (un projet / produit) ?</a:t>
            </a:r>
          </a:p>
          <a:p>
            <a:pPr marL="0" indent="0">
              <a:buNone/>
            </a:pPr>
            <a:r>
              <a:rPr lang="en-US" sz="1200" dirty="0"/>
              <a:t>Project / Product POURQUOI est un ensemble d'ateliers destinés à aider les </a:t>
            </a:r>
            <a:r>
              <a:rPr lang="en-US" sz="1200" dirty="0" err="1"/>
              <a:t>acteurs</a:t>
            </a:r>
            <a:r>
              <a:rPr lang="en-US" sz="1200" dirty="0"/>
              <a:t> à structurer et à discuter des projets / produits qu'ils lancent.</a:t>
            </a:r>
          </a:p>
          <a:p>
            <a:pPr marL="0" indent="0">
              <a:buNone/>
            </a:pPr>
            <a:r>
              <a:rPr lang="en-US" sz="1200" dirty="0"/>
              <a:t> Il pose des questions qui sont essentielles pour la motivation à court et à long terme.</a:t>
            </a:r>
          </a:p>
        </p:txBody>
      </p:sp>
    </p:spTree>
    <p:extLst>
      <p:ext uri="{BB962C8B-B14F-4D97-AF65-F5344CB8AC3E}">
        <p14:creationId xmlns:p14="http://schemas.microsoft.com/office/powerpoint/2010/main" val="4713993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719874" cy="1325563"/>
          </a:xfrm>
        </p:spPr>
        <p:txBody>
          <a:bodyPr/>
          <a:lstStyle/>
          <a:p>
            <a:r>
              <a:rPr lang="en-US" dirty="0" err="1"/>
              <a:t>Niveau</a:t>
            </a:r>
            <a:r>
              <a:rPr lang="en-US" dirty="0"/>
              <a:t> 5 : </a:t>
            </a:r>
            <a:r>
              <a:rPr lang="en-US" dirty="0" err="1"/>
              <a:t>Accueillir</a:t>
            </a:r>
            <a:r>
              <a:rPr lang="en-US" dirty="0"/>
              <a:t> les POURQUOI de </a:t>
            </a:r>
            <a:r>
              <a:rPr lang="en-US" dirty="0" err="1"/>
              <a:t>projet</a:t>
            </a:r>
            <a:r>
              <a:rPr lang="en-US" dirty="0"/>
              <a:t> / </a:t>
            </a:r>
            <a:r>
              <a:rPr lang="en-US" dirty="0" err="1"/>
              <a:t>produit</a:t>
            </a:r>
            <a:endParaRPr lang="en-US" dirty="0"/>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634142"/>
          </a:xfrm>
          <a:prstGeom prst="wedgeEllipseCallout">
            <a:avLst>
              <a:gd name="adj1" fmla="val 43113"/>
              <a:gd name="adj2" fmla="val 72065"/>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Conseils pour accueillir l'événement</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en-US" sz="1400"/>
              <a:t>Si vous êtes un animateur, n'intervenez pas bien sûr.</a:t>
            </a:r>
          </a:p>
          <a:p>
            <a:r>
              <a:rPr lang="en-US" sz="1400"/>
              <a:t>Si vous êtes à la fois membre et animateur, veillez à parler en dernier. Le fait de parler en dernier vous aide à conclure une partie.</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en-US"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en-US" sz="1400" dirty="0"/>
              <a:t>Il </a:t>
            </a:r>
            <a:r>
              <a:rPr lang="en-US" sz="1400" dirty="0" err="1"/>
              <a:t>est</a:t>
            </a:r>
            <a:r>
              <a:rPr lang="en-US" sz="1400" dirty="0"/>
              <a:t> </a:t>
            </a:r>
            <a:r>
              <a:rPr lang="en-US" sz="1400" dirty="0" err="1"/>
              <a:t>fortement</a:t>
            </a:r>
            <a:r>
              <a:rPr lang="en-US" sz="1400" dirty="0"/>
              <a:t> </a:t>
            </a:r>
            <a:r>
              <a:rPr lang="en-US" sz="1400" dirty="0" err="1"/>
              <a:t>recommandé</a:t>
            </a:r>
            <a:r>
              <a:rPr lang="en-US" sz="1400" dirty="0"/>
              <a:t> de commencer par la </a:t>
            </a:r>
            <a:r>
              <a:rPr lang="en-US" sz="1400" dirty="0" err="1"/>
              <a:t>pyramide</a:t>
            </a:r>
            <a:r>
              <a:rPr lang="en-US" sz="1400" dirty="0"/>
              <a:t> du </a:t>
            </a:r>
            <a:r>
              <a:rPr lang="en-US" sz="1400" dirty="0" err="1"/>
              <a:t>sens.</a:t>
            </a:r>
            <a:endParaRPr lang="en-US" sz="1400" dirty="0"/>
          </a:p>
          <a:p>
            <a:r>
              <a:rPr lang="en-US" sz="1400" dirty="0" err="1"/>
              <a:t>Même</a:t>
            </a:r>
            <a:r>
              <a:rPr lang="en-US" sz="1400" dirty="0"/>
              <a:t> </a:t>
            </a:r>
            <a:r>
              <a:rPr lang="en-US" sz="1400" dirty="0" err="1"/>
              <a:t>si</a:t>
            </a:r>
            <a:r>
              <a:rPr lang="en-US" sz="1400" dirty="0"/>
              <a:t> </a:t>
            </a:r>
            <a:r>
              <a:rPr lang="en-US" sz="1400" dirty="0" err="1"/>
              <a:t>vous</a:t>
            </a:r>
            <a:r>
              <a:rPr lang="en-US" sz="1400" dirty="0"/>
              <a:t> </a:t>
            </a:r>
            <a:r>
              <a:rPr lang="en-US" sz="1400" dirty="0" err="1"/>
              <a:t>parlez</a:t>
            </a:r>
            <a:r>
              <a:rPr lang="en-US" sz="1400" dirty="0"/>
              <a:t> </a:t>
            </a:r>
            <a:r>
              <a:rPr lang="en-US" sz="1400" dirty="0" err="1"/>
              <a:t>en</a:t>
            </a:r>
            <a:r>
              <a:rPr lang="en-US" sz="1400" dirty="0"/>
              <a:t> dernier, </a:t>
            </a:r>
            <a:r>
              <a:rPr lang="en-US" sz="1400" dirty="0" err="1"/>
              <a:t>sachez</a:t>
            </a:r>
            <a:r>
              <a:rPr lang="en-US" sz="1400" dirty="0"/>
              <a:t> </a:t>
            </a:r>
            <a:r>
              <a:rPr lang="en-US" sz="1400" dirty="0" err="1"/>
              <a:t>chronométrer</a:t>
            </a:r>
            <a:r>
              <a:rPr lang="en-US" sz="1400" dirty="0"/>
              <a:t> les </a:t>
            </a:r>
            <a:r>
              <a:rPr lang="en-US" sz="1400" dirty="0" err="1"/>
              <a:t>autres</a:t>
            </a:r>
            <a:r>
              <a:rPr lang="en-US" sz="1400" dirty="0"/>
              <a:t> (et </a:t>
            </a:r>
            <a:r>
              <a:rPr lang="en-US" sz="1400" dirty="0" err="1"/>
              <a:t>vous-même</a:t>
            </a:r>
            <a:r>
              <a:rPr lang="en-US" sz="1400" dirty="0"/>
              <a:t> !).</a:t>
            </a:r>
          </a:p>
          <a:p>
            <a:r>
              <a:rPr lang="en-US" sz="1400" dirty="0"/>
              <a:t>Un atelier </a:t>
            </a:r>
            <a:r>
              <a:rPr lang="en-US" sz="1400" dirty="0" err="1"/>
              <a:t>d'imagination</a:t>
            </a:r>
            <a:r>
              <a:rPr lang="en-US" sz="1400" dirty="0"/>
              <a:t> du </a:t>
            </a:r>
            <a:r>
              <a:rPr lang="en-US" sz="1400" dirty="0" err="1"/>
              <a:t>projet</a:t>
            </a:r>
            <a:r>
              <a:rPr lang="en-US" sz="1400" dirty="0"/>
              <a:t> / </a:t>
            </a:r>
            <a:r>
              <a:rPr lang="en-US" sz="1400" dirty="0" err="1"/>
              <a:t>produit</a:t>
            </a:r>
            <a:r>
              <a:rPr lang="en-US" sz="1400" dirty="0"/>
              <a:t> </a:t>
            </a:r>
            <a:r>
              <a:rPr lang="en-US" sz="1400" dirty="0" err="1"/>
              <a:t>peut</a:t>
            </a:r>
            <a:r>
              <a:rPr lang="en-US" sz="1400" dirty="0"/>
              <a:t> </a:t>
            </a:r>
            <a:r>
              <a:rPr lang="en-US" sz="1400" dirty="0" err="1"/>
              <a:t>être</a:t>
            </a:r>
            <a:r>
              <a:rPr lang="en-US" sz="1400" dirty="0"/>
              <a:t> lent à </a:t>
            </a:r>
            <a:r>
              <a:rPr lang="en-US" sz="1400" dirty="0" err="1"/>
              <a:t>démarrer</a:t>
            </a:r>
            <a:r>
              <a:rPr lang="en-US" sz="1400" dirty="0"/>
              <a:t> </a:t>
            </a:r>
            <a:r>
              <a:rPr lang="en-US" sz="1400" dirty="0" err="1"/>
              <a:t>si</a:t>
            </a:r>
            <a:r>
              <a:rPr lang="en-US" sz="1400" dirty="0"/>
              <a:t> le </a:t>
            </a:r>
            <a:r>
              <a:rPr lang="en-US" sz="1400" dirty="0" err="1"/>
              <a:t>mauvais</a:t>
            </a:r>
            <a:r>
              <a:rPr lang="en-US" sz="1400" dirty="0"/>
              <a:t> sous-atelier </a:t>
            </a:r>
            <a:r>
              <a:rPr lang="en-US" sz="1400" dirty="0" err="1"/>
              <a:t>est</a:t>
            </a:r>
            <a:r>
              <a:rPr lang="en-US" sz="1400" dirty="0"/>
              <a:t> </a:t>
            </a:r>
            <a:r>
              <a:rPr lang="en-US" sz="1400" dirty="0" err="1"/>
              <a:t>choisi</a:t>
            </a:r>
            <a:r>
              <a:rPr lang="en-US" sz="1400" dirty="0"/>
              <a:t>. </a:t>
            </a:r>
            <a:r>
              <a:rPr lang="en-US" sz="1400" dirty="0" err="1"/>
              <a:t>Chaque</a:t>
            </a:r>
            <a:r>
              <a:rPr lang="en-US" sz="1400" dirty="0"/>
              <a:t> sous-atelier </a:t>
            </a:r>
            <a:r>
              <a:rPr lang="en-US" sz="1400" dirty="0" err="1"/>
              <a:t>est</a:t>
            </a:r>
            <a:r>
              <a:rPr lang="en-US" sz="1400" dirty="0"/>
              <a:t> </a:t>
            </a:r>
            <a:r>
              <a:rPr lang="en-US" sz="1400" dirty="0" err="1"/>
              <a:t>une</a:t>
            </a:r>
            <a:r>
              <a:rPr lang="en-US" sz="1400" dirty="0"/>
              <a:t> </a:t>
            </a:r>
            <a:r>
              <a:rPr lang="en-US" sz="1400" dirty="0" err="1"/>
              <a:t>autre</a:t>
            </a:r>
            <a:r>
              <a:rPr lang="en-US" sz="1400" dirty="0"/>
              <a:t> façon </a:t>
            </a:r>
            <a:r>
              <a:rPr lang="en-US" sz="1400" dirty="0" err="1"/>
              <a:t>d'imaginer</a:t>
            </a:r>
            <a:r>
              <a:rPr lang="en-US" sz="1400" dirty="0"/>
              <a:t> le </a:t>
            </a:r>
            <a:r>
              <a:rPr lang="en-US" sz="1400" dirty="0" err="1"/>
              <a:t>projet</a:t>
            </a:r>
            <a:r>
              <a:rPr lang="en-US" sz="1400" dirty="0"/>
              <a:t>/</a:t>
            </a:r>
            <a:r>
              <a:rPr lang="en-US" sz="1400" dirty="0" err="1"/>
              <a:t>produit</a:t>
            </a:r>
            <a:r>
              <a:rPr lang="en-US" sz="1400" dirty="0"/>
              <a:t>, et les motivations </a:t>
            </a:r>
            <a:r>
              <a:rPr lang="en-US" sz="1400" dirty="0" err="1"/>
              <a:t>varieront</a:t>
            </a:r>
            <a:r>
              <a:rPr lang="en-US" sz="1400" dirty="0"/>
              <a:t> </a:t>
            </a:r>
            <a:r>
              <a:rPr lang="en-US" sz="1400" dirty="0" err="1"/>
              <a:t>selon</a:t>
            </a:r>
            <a:r>
              <a:rPr lang="en-US" sz="1400" dirty="0"/>
              <a:t> les participants.</a:t>
            </a:r>
          </a:p>
          <a:p>
            <a:r>
              <a:rPr lang="en-US" sz="1400" dirty="0"/>
              <a:t>Si les </a:t>
            </a:r>
            <a:r>
              <a:rPr lang="en-US" sz="1400" dirty="0" err="1"/>
              <a:t>membres</a:t>
            </a:r>
            <a:r>
              <a:rPr lang="en-US" sz="1400" dirty="0"/>
              <a:t> </a:t>
            </a:r>
            <a:r>
              <a:rPr lang="en-US" sz="1400" dirty="0" err="1"/>
              <a:t>s'excitent</a:t>
            </a:r>
            <a:r>
              <a:rPr lang="en-US" sz="1400" dirty="0"/>
              <a:t>, </a:t>
            </a:r>
            <a:r>
              <a:rPr lang="en-US" sz="1400" dirty="0" err="1"/>
              <a:t>veillez</a:t>
            </a:r>
            <a:r>
              <a:rPr lang="en-US" sz="1400" dirty="0"/>
              <a:t> à </a:t>
            </a:r>
            <a:r>
              <a:rPr lang="en-US" sz="1400" dirty="0" err="1"/>
              <a:t>ce</a:t>
            </a:r>
            <a:r>
              <a:rPr lang="en-US" sz="1400" dirty="0"/>
              <a:t> que </a:t>
            </a:r>
            <a:r>
              <a:rPr lang="en-US" sz="1400" dirty="0" err="1"/>
              <a:t>cela</a:t>
            </a:r>
            <a:r>
              <a:rPr lang="en-US" sz="1400" dirty="0"/>
              <a:t> ne </a:t>
            </a:r>
            <a:r>
              <a:rPr lang="en-US" sz="1400" dirty="0" err="1"/>
              <a:t>déséquilibre</a:t>
            </a:r>
            <a:r>
              <a:rPr lang="en-US" sz="1400" dirty="0"/>
              <a:t> pas le "temps de parole" entre les participants qui </a:t>
            </a:r>
            <a:r>
              <a:rPr lang="en-US" sz="1400" dirty="0" err="1"/>
              <a:t>sont</a:t>
            </a:r>
            <a:r>
              <a:rPr lang="en-US" sz="1400" dirty="0"/>
              <a:t> </a:t>
            </a:r>
            <a:r>
              <a:rPr lang="en-US" sz="1400" dirty="0" err="1"/>
              <a:t>lents</a:t>
            </a:r>
            <a:r>
              <a:rPr lang="en-US" sz="1400" dirty="0"/>
              <a:t> à </a:t>
            </a:r>
            <a:r>
              <a:rPr lang="en-US" sz="1400" dirty="0" err="1"/>
              <a:t>démarrer</a:t>
            </a:r>
            <a:r>
              <a:rPr lang="en-US" sz="1400" dirty="0"/>
              <a:t> </a:t>
            </a:r>
            <a:r>
              <a:rPr lang="en-US" sz="1400" dirty="0" err="1"/>
              <a:t>ou</a:t>
            </a:r>
            <a:r>
              <a:rPr lang="en-US" sz="1400" dirty="0"/>
              <a:t> </a:t>
            </a:r>
            <a:r>
              <a:rPr lang="en-US" sz="1400" dirty="0" err="1"/>
              <a:t>timides</a:t>
            </a:r>
            <a:r>
              <a:rPr lang="en-US" sz="1400" dirty="0"/>
              <a:t>, et les participants qui </a:t>
            </a:r>
            <a:r>
              <a:rPr lang="en-US" sz="1400" dirty="0" err="1"/>
              <a:t>sont</a:t>
            </a:r>
            <a:r>
              <a:rPr lang="en-US" sz="1400" dirty="0"/>
              <a:t> </a:t>
            </a:r>
            <a:r>
              <a:rPr lang="en-US" sz="1400" dirty="0" err="1"/>
              <a:t>bavards</a:t>
            </a:r>
            <a:r>
              <a:rPr lang="en-US" sz="1400" dirty="0"/>
              <a:t>. </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a:t>👨🏫Facilitation - trucs et astuces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en-US" sz="1400"/>
              <a:t>Comment cela nous/vous a-t-il aidé pour le lancement ? </a:t>
            </a:r>
          </a:p>
          <a:p>
            <a:endParaRPr lang="en-US" sz="1400"/>
          </a:p>
          <a:p>
            <a:r>
              <a:rPr lang="en-US" sz="1400"/>
              <a:t>Quel "prochain mouvement" nous/vous inspire-t-il ? </a:t>
            </a:r>
          </a:p>
          <a:p>
            <a:endParaRPr lang="en-US" sz="1400"/>
          </a:p>
          <a:p>
            <a:r>
              <a:rPr lang="en-US" sz="1400"/>
              <a:t>Quels ont été les billets les plus pertinents de la session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a:t>🙋Debriefing</a:t>
            </a:r>
          </a:p>
        </p:txBody>
      </p:sp>
    </p:spTree>
    <p:extLst>
      <p:ext uri="{BB962C8B-B14F-4D97-AF65-F5344CB8AC3E}">
        <p14:creationId xmlns:p14="http://schemas.microsoft.com/office/powerpoint/2010/main" val="4270376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BFB299DC-8716-0184-0454-151E72376327}"/>
              </a:ext>
            </a:extLst>
          </p:cNvPr>
          <p:cNvSpPr>
            <a:spLocks noGrp="1"/>
          </p:cNvSpPr>
          <p:nvPr>
            <p:ph type="title"/>
          </p:nvPr>
        </p:nvSpPr>
        <p:spPr/>
        <p:txBody>
          <a:bodyPr/>
          <a:lstStyle/>
          <a:p>
            <a:r>
              <a:rPr lang="en-US" dirty="0"/>
              <a:t>Annexe</a:t>
            </a:r>
          </a:p>
        </p:txBody>
      </p:sp>
      <p:sp>
        <p:nvSpPr>
          <p:cNvPr id="10" name="Segnaposto testo 9">
            <a:extLst>
              <a:ext uri="{FF2B5EF4-FFF2-40B4-BE49-F238E27FC236}">
                <a16:creationId xmlns:a16="http://schemas.microsoft.com/office/drawing/2014/main" id="{876C4FD4-0E5A-BE05-78BE-E3A918E9C41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5001469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471299" cy="1325563"/>
          </a:xfrm>
        </p:spPr>
        <p:txBody>
          <a:bodyPr>
            <a:normAutofit fontScale="90000"/>
          </a:bodyPr>
          <a:lstStyle/>
          <a:p>
            <a:r>
              <a:rPr lang="en-US" dirty="0" err="1"/>
              <a:t>Niveau</a:t>
            </a:r>
            <a:r>
              <a:rPr lang="en-US" dirty="0"/>
              <a:t> 6 : Adaptation des POURQUOI  d’un </a:t>
            </a:r>
            <a:r>
              <a:rPr lang="en-US" dirty="0" err="1"/>
              <a:t>projet</a:t>
            </a:r>
            <a:r>
              <a:rPr lang="en-US" dirty="0"/>
              <a:t> / </a:t>
            </a:r>
            <a:r>
              <a:rPr lang="en-US" dirty="0" err="1"/>
              <a:t>produit</a:t>
            </a:r>
            <a:endParaRPr lang="en-US" dirty="0"/>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809540"/>
          </a:xfrm>
          <a:prstGeom prst="wedgeEllipseCallout">
            <a:avLst>
              <a:gd name="adj1" fmla="val 55741"/>
              <a:gd name="adj2" fmla="val 84012"/>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974725472"/>
              </p:ext>
            </p:extLst>
          </p:nvPr>
        </p:nvGraphicFramePr>
        <p:xfrm>
          <a:off x="6961023" y="1821540"/>
          <a:ext cx="4740676" cy="4692627"/>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en-US" sz="1200" noProof="0" dirty="0" err="1"/>
                        <a:t>Idées</a:t>
                      </a:r>
                      <a:r>
                        <a:rPr lang="en-US" sz="1200" noProof="0" dirty="0"/>
                        <a:t> de variations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en-US" sz="1200" b="1" kern="1200" noProof="0">
                          <a:solidFill>
                            <a:schemeClr val="lt1"/>
                          </a:solidFill>
                          <a:latin typeface="+mn-lt"/>
                          <a:ea typeface="+mn-ea"/>
                          <a:cs typeface="+mn-cs"/>
                        </a:rPr>
                        <a:t>Titre de la modification ou de l'extension</a:t>
                      </a:r>
                    </a:p>
                  </a:txBody>
                  <a:tcPr>
                    <a:solidFill>
                      <a:srgbClr val="0683AA"/>
                    </a:solidFill>
                  </a:tcPr>
                </a:tc>
                <a:tc>
                  <a:txBody>
                    <a:bodyPr/>
                    <a:lstStyle/>
                    <a:p>
                      <a:pPr marL="0" algn="l" defTabSz="914400" rtl="0" eaLnBrk="1" latinLnBrk="0" hangingPunct="1"/>
                      <a:r>
                        <a:rPr lang="en-US" sz="1200" b="1" kern="1200" noProof="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en-US" sz="1100" noProof="0" dirty="0"/>
                        <a:t>POURQUOI MOI (extension)</a:t>
                      </a:r>
                    </a:p>
                  </a:txBody>
                  <a:tcPr/>
                </a:tc>
                <a:tc>
                  <a:txBody>
                    <a:bodyPr/>
                    <a:lstStyle/>
                    <a:p>
                      <a:r>
                        <a:rPr lang="en-US" sz="1100" noProof="0"/>
                        <a:t>Sous-atelier supplémentaire demandant à chaque membre de s'imaginer dans le projet / produit : rôle, avantages, bons et mauvais moments. </a:t>
                      </a:r>
                    </a:p>
                    <a:p>
                      <a:endParaRPr lang="en-US" sz="1100" noProof="0"/>
                    </a:p>
                    <a:p>
                      <a:r>
                        <a:rPr lang="en-US" sz="1100" noProof="0"/>
                        <a:t>Cette variation peut être importante pour la vision de soi dans le projet / produit.</a:t>
                      </a:r>
                    </a:p>
                  </a:txBody>
                  <a:tcPr/>
                </a:tc>
                <a:extLst>
                  <a:ext uri="{0D108BD9-81ED-4DB2-BD59-A6C34878D82A}">
                    <a16:rowId xmlns:a16="http://schemas.microsoft.com/office/drawing/2014/main" val="4249539521"/>
                  </a:ext>
                </a:extLst>
              </a:tr>
              <a:tr h="396301">
                <a:tc>
                  <a:txBody>
                    <a:bodyPr/>
                    <a:lstStyle/>
                    <a:p>
                      <a:r>
                        <a:rPr lang="en-US" sz="1100" noProof="0" dirty="0"/>
                        <a:t>POURQUOI THEM (extension)</a:t>
                      </a:r>
                    </a:p>
                  </a:txBody>
                  <a:tcPr/>
                </a:tc>
                <a:tc>
                  <a:txBody>
                    <a:bodyPr/>
                    <a:lstStyle/>
                    <a:p>
                      <a:r>
                        <a:rPr lang="en-US" sz="1100" noProof="0" dirty="0"/>
                        <a:t>Sous-atelier </a:t>
                      </a:r>
                      <a:r>
                        <a:rPr lang="en-US" sz="1100" noProof="0" dirty="0" err="1"/>
                        <a:t>supplémentaire</a:t>
                      </a:r>
                      <a:r>
                        <a:rPr lang="en-US" sz="1100" noProof="0" dirty="0"/>
                        <a:t> sur les sponsors, les </a:t>
                      </a:r>
                      <a:r>
                        <a:rPr lang="en-US" sz="1100" noProof="0" dirty="0" err="1"/>
                        <a:t>adversaires</a:t>
                      </a:r>
                      <a:r>
                        <a:rPr lang="en-US" sz="1100" noProof="0" dirty="0"/>
                        <a:t>, et </a:t>
                      </a:r>
                      <a:r>
                        <a:rPr lang="en-US" sz="1100" noProof="0" dirty="0" err="1"/>
                        <a:t>leur</a:t>
                      </a:r>
                      <a:r>
                        <a:rPr lang="en-US" sz="1100" noProof="0" dirty="0"/>
                        <a:t> pression sur le </a:t>
                      </a:r>
                      <a:r>
                        <a:rPr lang="en-US" sz="1100" noProof="0" dirty="0" err="1"/>
                        <a:t>futur</a:t>
                      </a:r>
                      <a:r>
                        <a:rPr lang="en-US" sz="1100" noProof="0" dirty="0"/>
                        <a:t> </a:t>
                      </a:r>
                      <a:r>
                        <a:rPr lang="en-US" sz="1100" noProof="0" dirty="0" err="1"/>
                        <a:t>projet</a:t>
                      </a:r>
                      <a:r>
                        <a:rPr lang="en-US" sz="1100" noProof="0" dirty="0"/>
                        <a:t> / </a:t>
                      </a:r>
                      <a:r>
                        <a:rPr lang="en-US" sz="1100" noProof="0" dirty="0" err="1"/>
                        <a:t>produit</a:t>
                      </a:r>
                      <a:r>
                        <a:rPr lang="en-US" sz="1100" noProof="0" dirty="0"/>
                        <a:t>.</a:t>
                      </a:r>
                    </a:p>
                  </a:txBody>
                  <a:tcPr/>
                </a:tc>
                <a:extLst>
                  <a:ext uri="{0D108BD9-81ED-4DB2-BD59-A6C34878D82A}">
                    <a16:rowId xmlns:a16="http://schemas.microsoft.com/office/drawing/2014/main" val="1824107877"/>
                  </a:ext>
                </a:extLst>
              </a:tr>
              <a:tr h="396301">
                <a:tc>
                  <a:txBody>
                    <a:bodyPr/>
                    <a:lstStyle/>
                    <a:p>
                      <a:r>
                        <a:rPr lang="en-US" sz="1100" noProof="0"/>
                        <a:t>OUTIL D'AUDITION (variation)</a:t>
                      </a:r>
                    </a:p>
                  </a:txBody>
                  <a:tcPr/>
                </a:tc>
                <a:tc>
                  <a:txBody>
                    <a:bodyPr/>
                    <a:lstStyle/>
                    <a:p>
                      <a:r>
                        <a:rPr lang="en-US" sz="1100" noProof="0" dirty="0" err="1"/>
                        <a:t>Utiliser</a:t>
                      </a:r>
                      <a:r>
                        <a:rPr lang="en-US" sz="1100" noProof="0" dirty="0"/>
                        <a:t> les </a:t>
                      </a:r>
                      <a:r>
                        <a:rPr lang="en-US" sz="1100" noProof="0" dirty="0" err="1"/>
                        <a:t>différents</a:t>
                      </a:r>
                      <a:r>
                        <a:rPr lang="en-US" sz="1100" noProof="0" dirty="0"/>
                        <a:t> ateliers pour </a:t>
                      </a:r>
                      <a:r>
                        <a:rPr lang="en-US" sz="1100" noProof="0" dirty="0" err="1"/>
                        <a:t>auditer</a:t>
                      </a:r>
                      <a:r>
                        <a:rPr lang="en-US" sz="1100" noProof="0" dirty="0"/>
                        <a:t> la motivation d'un </a:t>
                      </a:r>
                      <a:r>
                        <a:rPr lang="en-US" sz="1100" noProof="0" dirty="0" err="1"/>
                        <a:t>projet</a:t>
                      </a:r>
                      <a:r>
                        <a:rPr lang="en-US" sz="1100" noProof="0" dirty="0"/>
                        <a:t> / </a:t>
                      </a:r>
                      <a:r>
                        <a:rPr lang="en-US" sz="1100" noProof="0" dirty="0" err="1"/>
                        <a:t>produit</a:t>
                      </a:r>
                      <a:r>
                        <a:rPr lang="en-US" sz="1100" noProof="0" dirty="0"/>
                        <a:t> et </a:t>
                      </a:r>
                      <a:r>
                        <a:rPr lang="en-US" sz="1100" noProof="0" dirty="0" err="1"/>
                        <a:t>voir</a:t>
                      </a:r>
                      <a:r>
                        <a:rPr lang="en-US" sz="1100" noProof="0" dirty="0"/>
                        <a:t> </a:t>
                      </a:r>
                      <a:r>
                        <a:rPr lang="en-US" sz="1100" noProof="0" dirty="0" err="1"/>
                        <a:t>ce</a:t>
                      </a:r>
                      <a:r>
                        <a:rPr lang="en-US" sz="1100" noProof="0" dirty="0"/>
                        <a:t> qui </a:t>
                      </a:r>
                      <a:r>
                        <a:rPr lang="en-US" sz="1100" noProof="0" dirty="0" err="1"/>
                        <a:t>lui</a:t>
                      </a:r>
                      <a:r>
                        <a:rPr lang="en-US" sz="1100" noProof="0" dirty="0"/>
                        <a:t> manque.</a:t>
                      </a:r>
                    </a:p>
                  </a:txBody>
                  <a:tcPr/>
                </a:tc>
                <a:extLst>
                  <a:ext uri="{0D108BD9-81ED-4DB2-BD59-A6C34878D82A}">
                    <a16:rowId xmlns:a16="http://schemas.microsoft.com/office/drawing/2014/main" val="1035027814"/>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22548462"/>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530701471"/>
              </p:ext>
            </p:extLst>
          </p:nvPr>
        </p:nvGraphicFramePr>
        <p:xfrm>
          <a:off x="362762" y="1821540"/>
          <a:ext cx="6527768" cy="413004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53460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en-US" sz="1200" noProof="0" dirty="0" err="1"/>
                        <a:t>Historique</a:t>
                      </a:r>
                      <a:r>
                        <a:rPr lang="en-US" sz="1200" noProof="0" dirty="0"/>
                        <a:t>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en-US" sz="1200" b="1" kern="1200" noProof="0">
                          <a:solidFill>
                            <a:schemeClr val="lt1"/>
                          </a:solidFill>
                          <a:latin typeface="+mn-lt"/>
                          <a:ea typeface="+mn-ea"/>
                          <a:cs typeface="+mn-cs"/>
                        </a:rPr>
                        <a:t>Version </a:t>
                      </a:r>
                    </a:p>
                  </a:txBody>
                  <a:tcPr>
                    <a:solidFill>
                      <a:srgbClr val="ED7D31"/>
                    </a:solidFill>
                  </a:tcPr>
                </a:tc>
                <a:tc>
                  <a:txBody>
                    <a:bodyPr/>
                    <a:lstStyle/>
                    <a:p>
                      <a:r>
                        <a:rPr lang="en-US" sz="1200" b="1" kern="1200" noProof="0">
                          <a:solidFill>
                            <a:schemeClr val="lt1"/>
                          </a:solidFill>
                          <a:latin typeface="+mn-lt"/>
                          <a:ea typeface="+mn-ea"/>
                          <a:cs typeface="+mn-cs"/>
                        </a:rPr>
                        <a:t>Contributeurs</a:t>
                      </a:r>
                    </a:p>
                  </a:txBody>
                  <a:tcPr>
                    <a:solidFill>
                      <a:srgbClr val="ED7D31"/>
                    </a:solidFill>
                  </a:tcPr>
                </a:tc>
                <a:tc>
                  <a:txBody>
                    <a:bodyPr/>
                    <a:lstStyle/>
                    <a:p>
                      <a:r>
                        <a:rPr lang="en-US" sz="1200" b="1" kern="1200" noProof="0">
                          <a:solidFill>
                            <a:schemeClr val="lt1"/>
                          </a:solidFill>
                          <a:latin typeface="+mn-lt"/>
                          <a:ea typeface="+mn-ea"/>
                          <a:cs typeface="+mn-cs"/>
                        </a:rPr>
                        <a:t>Licence</a:t>
                      </a:r>
                    </a:p>
                  </a:txBody>
                  <a:tcPr>
                    <a:solidFill>
                      <a:srgbClr val="ED7D31"/>
                    </a:solidFill>
                  </a:tcPr>
                </a:tc>
                <a:tc>
                  <a:txBody>
                    <a:bodyPr/>
                    <a:lstStyle/>
                    <a:p>
                      <a:r>
                        <a:rPr lang="en-US" sz="1200" b="1" kern="1200" noProof="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en-US" sz="1200" noProof="0"/>
                        <a:t>1.0</a:t>
                      </a:r>
                    </a:p>
                  </a:txBody>
                  <a:tcPr/>
                </a:tc>
                <a:tc>
                  <a:txBody>
                    <a:bodyPr/>
                    <a:lstStyle/>
                    <a:p>
                      <a:r>
                        <a:rPr lang="en-US" sz="1200" noProof="0" dirty="0"/>
                        <a:t>Alexandre QUACH</a:t>
                      </a:r>
                    </a:p>
                    <a:p>
                      <a:r>
                        <a:rPr lang="en-US" sz="1200" noProof="0" dirty="0"/>
                        <a:t>Vanessa HELLEBUYCK</a:t>
                      </a:r>
                    </a:p>
                  </a:txBody>
                  <a:tcPr/>
                </a:tc>
                <a:tc>
                  <a:txBody>
                    <a:bodyPr/>
                    <a:lstStyle/>
                    <a:p>
                      <a:r>
                        <a:rPr lang="en-US" sz="1200" noProof="0"/>
                        <a:t>CC-BY-4.0</a:t>
                      </a:r>
                    </a:p>
                  </a:txBody>
                  <a:tcPr/>
                </a:tc>
                <a:tc>
                  <a:txBody>
                    <a:bodyPr/>
                    <a:lstStyle/>
                    <a:p>
                      <a:r>
                        <a:rPr lang="en-US" sz="1200" noProof="0" dirty="0"/>
                        <a:t>Initiation du document</a:t>
                      </a:r>
                    </a:p>
                  </a:txBody>
                  <a:tcPr/>
                </a:tc>
                <a:extLst>
                  <a:ext uri="{0D108BD9-81ED-4DB2-BD59-A6C34878D82A}">
                    <a16:rowId xmlns:a16="http://schemas.microsoft.com/office/drawing/2014/main" val="2337500579"/>
                  </a:ext>
                </a:extLst>
              </a:tr>
              <a:tr h="370840">
                <a:tc>
                  <a:txBody>
                    <a:bodyPr/>
                    <a:lstStyle/>
                    <a:p>
                      <a:r>
                        <a:rPr lang="en-US" sz="1200" noProof="0" dirty="0"/>
                        <a:t>1.2</a:t>
                      </a:r>
                    </a:p>
                  </a:txBody>
                  <a:tcPr/>
                </a:tc>
                <a:tc>
                  <a:txBody>
                    <a:bodyPr/>
                    <a:lstStyle/>
                    <a:p>
                      <a:r>
                        <a:rPr lang="en-US" sz="1200" noProof="0" dirty="0"/>
                        <a:t>Alexandre QUACH</a:t>
                      </a:r>
                    </a:p>
                    <a:p>
                      <a:r>
                        <a:rPr lang="en-US" sz="1200" noProof="0" dirty="0"/>
                        <a:t>Thomas FROMENT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p>
                      <a:endParaRPr lang="en-US" sz="1200" noProof="0" dirty="0"/>
                    </a:p>
                  </a:txBody>
                  <a:tcPr/>
                </a:tc>
                <a:tc>
                  <a:txBody>
                    <a:bodyPr/>
                    <a:lstStyle/>
                    <a:p>
                      <a:r>
                        <a:rPr lang="en-US" sz="1200" noProof="0" dirty="0"/>
                        <a:t>Convertir la "</a:t>
                      </a:r>
                      <a:r>
                        <a:rPr lang="en-US" sz="1200" noProof="0" dirty="0" err="1"/>
                        <a:t>Communauté</a:t>
                      </a:r>
                      <a:r>
                        <a:rPr lang="en-US" sz="1200" noProof="0" dirty="0"/>
                        <a:t> POURQUOI" en un cadre plus complet (Projet / </a:t>
                      </a:r>
                      <a:r>
                        <a:rPr lang="en-US" sz="1200" noProof="0" dirty="0" err="1"/>
                        <a:t>produit</a:t>
                      </a:r>
                      <a:r>
                        <a:rPr lang="en-US" sz="1200" noProof="0" dirty="0"/>
                        <a:t> POURQUOI)</a:t>
                      </a:r>
                    </a:p>
                  </a:txBody>
                  <a:tcPr/>
                </a:tc>
                <a:extLst>
                  <a:ext uri="{0D108BD9-81ED-4DB2-BD59-A6C34878D82A}">
                    <a16:rowId xmlns:a16="http://schemas.microsoft.com/office/drawing/2014/main" val="26495474"/>
                  </a:ext>
                </a:extLst>
              </a:tr>
              <a:tr h="370840">
                <a:tc>
                  <a:txBody>
                    <a:bodyPr/>
                    <a:lstStyle/>
                    <a:p>
                      <a:r>
                        <a:rPr lang="en-US" sz="1200" noProof="0" dirty="0"/>
                        <a:t>1.3</a:t>
                      </a:r>
                    </a:p>
                  </a:txBody>
                  <a:tcPr/>
                </a:tc>
                <a:tc>
                  <a:txBody>
                    <a:bodyPr/>
                    <a:lstStyle/>
                    <a:p>
                      <a:r>
                        <a:rPr lang="en-US" sz="1200" noProof="0" dirty="0"/>
                        <a:t>Alexandre QUACH</a:t>
                      </a:r>
                    </a:p>
                  </a:txBody>
                  <a:tcPr/>
                </a:tc>
                <a:tc>
                  <a:txBody>
                    <a:bodyPr/>
                    <a:lstStyle/>
                    <a:p>
                      <a:r>
                        <a:rPr lang="en-US" sz="1200" noProof="0" dirty="0"/>
                        <a:t>CC-BY-4.0</a:t>
                      </a:r>
                    </a:p>
                  </a:txBody>
                  <a:tcPr/>
                </a:tc>
                <a:tc>
                  <a:txBody>
                    <a:bodyPr/>
                    <a:lstStyle/>
                    <a:p>
                      <a:r>
                        <a:rPr lang="en-US" sz="1200" noProof="0" dirty="0"/>
                        <a:t>Adaptation au projet / </a:t>
                      </a:r>
                      <a:r>
                        <a:rPr lang="en-US" sz="1200" noProof="0" dirty="0" err="1"/>
                        <a:t>produit</a:t>
                      </a:r>
                      <a:r>
                        <a:rPr lang="en-US" sz="1200" noProof="0" dirty="0"/>
                        <a:t> POURQUOI pour une utilisation plus large des </a:t>
                      </a:r>
                      <a:r>
                        <a:rPr lang="en-US" sz="1200" noProof="0" dirty="0" err="1"/>
                        <a:t>Canevas</a:t>
                      </a:r>
                      <a:endParaRPr lang="en-US" sz="1200" noProof="0" dirty="0"/>
                    </a:p>
                  </a:txBody>
                  <a:tcPr/>
                </a:tc>
                <a:extLst>
                  <a:ext uri="{0D108BD9-81ED-4DB2-BD59-A6C34878D82A}">
                    <a16:rowId xmlns:a16="http://schemas.microsoft.com/office/drawing/2014/main" val="3632454121"/>
                  </a:ext>
                </a:extLst>
              </a:tr>
              <a:tr h="370840">
                <a:tc>
                  <a:txBody>
                    <a:bodyPr/>
                    <a:lstStyle/>
                    <a:p>
                      <a:r>
                        <a:rPr lang="en-US" sz="1200" noProof="0" dirty="0"/>
                        <a:t>1.4</a:t>
                      </a:r>
                    </a:p>
                  </a:txBody>
                  <a:tcPr/>
                </a:tc>
                <a:tc>
                  <a:txBody>
                    <a:bodyPr/>
                    <a:lstStyle/>
                    <a:p>
                      <a:r>
                        <a:rPr lang="en-US" sz="1200" noProof="0" dirty="0"/>
                        <a:t>Alexandre QUACH</a:t>
                      </a:r>
                    </a:p>
                    <a:p>
                      <a:r>
                        <a:rPr lang="en-US" sz="1200" noProof="0" dirty="0"/>
                        <a:t>Thomas FROMENT</a:t>
                      </a:r>
                    </a:p>
                  </a:txBody>
                  <a:tcPr/>
                </a:tc>
                <a:tc>
                  <a:txBody>
                    <a:bodyPr/>
                    <a:lstStyle/>
                    <a:p>
                      <a:r>
                        <a:rPr lang="en-US" sz="1200" noProof="0" dirty="0"/>
                        <a:t>CC-BY-4.0</a:t>
                      </a:r>
                    </a:p>
                  </a:txBody>
                  <a:tcPr/>
                </a:tc>
                <a:tc>
                  <a:txBody>
                    <a:bodyPr/>
                    <a:lstStyle/>
                    <a:p>
                      <a:r>
                        <a:rPr lang="en-US" sz="1200" noProof="0" dirty="0"/>
                        <a:t>Ajout d'une section sur les cas d'utilisation de bout en bout</a:t>
                      </a:r>
                    </a:p>
                    <a:p>
                      <a:r>
                        <a:rPr lang="en-US" sz="1200" noProof="0" dirty="0"/>
                        <a:t>Renommer l'équilibre de la respiration en équilibre de la différenciation.</a:t>
                      </a:r>
                    </a:p>
                    <a:p>
                      <a:r>
                        <a:rPr lang="en-US" sz="1200" noProof="0" dirty="0"/>
                        <a:t>Ajout d'un modèle vide</a:t>
                      </a:r>
                    </a:p>
                    <a:p>
                      <a:r>
                        <a:rPr lang="en-US" sz="1200" noProof="0" dirty="0"/>
                        <a:t>Ajout de détails sur l'utilisation de 6 POURQUOI</a:t>
                      </a:r>
                    </a:p>
                  </a:txBody>
                  <a:tcPr/>
                </a:tc>
                <a:extLst>
                  <a:ext uri="{0D108BD9-81ED-4DB2-BD59-A6C34878D82A}">
                    <a16:rowId xmlns:a16="http://schemas.microsoft.com/office/drawing/2014/main" val="1018774990"/>
                  </a:ext>
                </a:extLst>
              </a:tr>
              <a:tr h="370840">
                <a:tc>
                  <a:txBody>
                    <a:bodyPr/>
                    <a:lstStyle/>
                    <a:p>
                      <a:r>
                        <a:rPr lang="fr-FR" sz="1200" noProof="0" dirty="0"/>
                        <a:t>1.5</a:t>
                      </a:r>
                      <a:endParaRPr lang="en-US" sz="1200" noProof="0" dirty="0"/>
                    </a:p>
                  </a:txBody>
                  <a:tcPr/>
                </a:tc>
                <a:tc>
                  <a:txBody>
                    <a:bodyPr/>
                    <a:lstStyle/>
                    <a:p>
                      <a:r>
                        <a:rPr lang="en-US" sz="1200" noProof="0" dirty="0"/>
                        <a:t>Alexandre QUACH</a:t>
                      </a:r>
                    </a:p>
                    <a:p>
                      <a:r>
                        <a:rPr lang="en-US" sz="1200" noProof="0" dirty="0"/>
                        <a:t>Thomas FROMENT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p>
                      <a:endParaRPr lang="en-US" sz="1200" noProof="0" dirty="0"/>
                    </a:p>
                  </a:txBody>
                  <a:tcPr/>
                </a:tc>
                <a:tc>
                  <a:txBody>
                    <a:bodyPr/>
                    <a:lstStyle/>
                    <a:p>
                      <a:r>
                        <a:rPr lang="fr-FR" sz="1200" noProof="0" dirty="0"/>
                        <a:t>Amélioration des exemples de bout en bout (ex. avion électrique)</a:t>
                      </a:r>
                      <a:endParaRPr lang="en-US" sz="1200" noProof="0" dirty="0"/>
                    </a:p>
                  </a:txBody>
                  <a:tcPr/>
                </a:tc>
                <a:extLst>
                  <a:ext uri="{0D108BD9-81ED-4DB2-BD59-A6C34878D82A}">
                    <a16:rowId xmlns:a16="http://schemas.microsoft.com/office/drawing/2014/main" val="2661601414"/>
                  </a:ext>
                </a:extLst>
              </a:tr>
              <a:tr h="370840">
                <a:tc>
                  <a:txBody>
                    <a:bodyPr/>
                    <a:lstStyle/>
                    <a:p>
                      <a:r>
                        <a:rPr lang="fr-FR" sz="1200" noProof="0" dirty="0"/>
                        <a:t>1.6</a:t>
                      </a:r>
                      <a:endParaRPr lang="en-US" sz="1200" noProof="0" dirty="0"/>
                    </a:p>
                  </a:txBody>
                  <a:tcPr/>
                </a:tc>
                <a:tc>
                  <a:txBody>
                    <a:bodyPr/>
                    <a:lstStyle/>
                    <a:p>
                      <a:r>
                        <a:rPr lang="fr-FR" sz="1200" noProof="0" dirty="0"/>
                        <a:t>Thomas FROMENT</a:t>
                      </a:r>
                      <a:endParaRPr lang="en-US" sz="12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txBody>
                  <a:tcPr/>
                </a:tc>
                <a:tc>
                  <a:txBody>
                    <a:bodyPr/>
                    <a:lstStyle/>
                    <a:p>
                      <a:r>
                        <a:rPr lang="fr-FR" sz="1200" noProof="0" dirty="0"/>
                        <a:t>Ajout du masque (Licence OSS, #osc et Komyu)</a:t>
                      </a:r>
                      <a:endParaRPr lang="en-US" sz="1200" noProof="0" dirty="0"/>
                    </a:p>
                  </a:txBody>
                  <a:tcPr/>
                </a:tc>
                <a:extLst>
                  <a:ext uri="{0D108BD9-81ED-4DB2-BD59-A6C34878D82A}">
                    <a16:rowId xmlns:a16="http://schemas.microsoft.com/office/drawing/2014/main" val="1537048125"/>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0E14BE-C37C-A3DB-D136-5619272E1368}"/>
              </a:ext>
            </a:extLst>
          </p:cNvPr>
          <p:cNvSpPr>
            <a:spLocks noGrp="1"/>
          </p:cNvSpPr>
          <p:nvPr>
            <p:ph type="title"/>
          </p:nvPr>
        </p:nvSpPr>
        <p:spPr/>
        <p:txBody>
          <a:bodyPr>
            <a:normAutofit/>
          </a:bodyPr>
          <a:lstStyle/>
          <a:p>
            <a:r>
              <a:rPr lang="en-US" dirty="0"/>
              <a:t>Des modèles vides pour créer plus d'exemples</a:t>
            </a:r>
          </a:p>
        </p:txBody>
      </p:sp>
      <p:sp>
        <p:nvSpPr>
          <p:cNvPr id="4" name="Segnaposto testo 3">
            <a:extLst>
              <a:ext uri="{FF2B5EF4-FFF2-40B4-BE49-F238E27FC236}">
                <a16:creationId xmlns:a16="http://schemas.microsoft.com/office/drawing/2014/main" id="{54605879-90E4-AE92-447C-3970F6B6F19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702086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grpSp>
        <p:nvGrpSpPr>
          <p:cNvPr id="4" name="Groupe 21">
            <a:extLst>
              <a:ext uri="{FF2B5EF4-FFF2-40B4-BE49-F238E27FC236}">
                <a16:creationId xmlns:a16="http://schemas.microsoft.com/office/drawing/2014/main" id="{77F6A546-105B-C08A-DEDB-DEA89D02F534}"/>
              </a:ext>
            </a:extLst>
          </p:cNvPr>
          <p:cNvGrpSpPr/>
          <p:nvPr/>
        </p:nvGrpSpPr>
        <p:grpSpPr>
          <a:xfrm>
            <a:off x="463550" y="1420160"/>
            <a:ext cx="11264900" cy="5072715"/>
            <a:chOff x="463550" y="1420160"/>
            <a:chExt cx="11264900" cy="5272740"/>
          </a:xfrm>
        </p:grpSpPr>
        <p:sp>
          <p:nvSpPr>
            <p:cNvPr id="5" name="Trapèze 4">
              <a:extLst>
                <a:ext uri="{FF2B5EF4-FFF2-40B4-BE49-F238E27FC236}">
                  <a16:creationId xmlns:a16="http://schemas.microsoft.com/office/drawing/2014/main" id="{F40B2C0E-22B0-D6A2-8A6A-1C968F008C6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6" name="Triangle isocèle 9">
              <a:extLst>
                <a:ext uri="{FF2B5EF4-FFF2-40B4-BE49-F238E27FC236}">
                  <a16:creationId xmlns:a16="http://schemas.microsoft.com/office/drawing/2014/main" id="{7E47423D-C4E2-157C-5084-72C30CDFF9D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GRAND BUT</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7" name="Groupe 16">
              <a:extLst>
                <a:ext uri="{FF2B5EF4-FFF2-40B4-BE49-F238E27FC236}">
                  <a16:creationId xmlns:a16="http://schemas.microsoft.com/office/drawing/2014/main" id="{9430172B-5DD2-2AFF-2928-391EB562F1AE}"/>
                </a:ext>
              </a:extLst>
            </p:cNvPr>
            <p:cNvGrpSpPr/>
            <p:nvPr/>
          </p:nvGrpSpPr>
          <p:grpSpPr>
            <a:xfrm>
              <a:off x="1527175" y="3040767"/>
              <a:ext cx="9137650" cy="1969383"/>
              <a:chOff x="1644650" y="3040767"/>
              <a:chExt cx="9137650" cy="1907219"/>
            </a:xfrm>
          </p:grpSpPr>
          <p:sp>
            <p:nvSpPr>
              <p:cNvPr id="10" name="Trapèze 5">
                <a:extLst>
                  <a:ext uri="{FF2B5EF4-FFF2-40B4-BE49-F238E27FC236}">
                    <a16:creationId xmlns:a16="http://schemas.microsoft.com/office/drawing/2014/main" id="{1D53AC5D-FB0D-C844-246F-FD0E3E3C6F4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LES MAUVAIS SOUVENIRS POUR ÉVITER QU'ILS NE SE REPRODUISENT</a:t>
                </a:r>
              </a:p>
            </p:txBody>
          </p:sp>
          <p:sp>
            <p:nvSpPr>
              <p:cNvPr id="11" name="Trapèze 7">
                <a:extLst>
                  <a:ext uri="{FF2B5EF4-FFF2-40B4-BE49-F238E27FC236}">
                    <a16:creationId xmlns:a16="http://schemas.microsoft.com/office/drawing/2014/main" id="{9B0339BF-E6B4-5449-46A6-6CF44C20DC1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HISTOIRES FICTIVES ERRONÉES - RISQUES</a:t>
                </a:r>
              </a:p>
            </p:txBody>
          </p:sp>
          <p:sp>
            <p:nvSpPr>
              <p:cNvPr id="12" name="Trapèze 12">
                <a:extLst>
                  <a:ext uri="{FF2B5EF4-FFF2-40B4-BE49-F238E27FC236}">
                    <a16:creationId xmlns:a16="http://schemas.microsoft.com/office/drawing/2014/main" id="{3CA9F1CD-4EA1-B9C3-593E-E14A5CA5B11D}"/>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DE BONS SOUVENIRS À RECRÉER</a:t>
                </a:r>
              </a:p>
            </p:txBody>
          </p:sp>
          <p:sp>
            <p:nvSpPr>
              <p:cNvPr id="13" name="Trapèze 13">
                <a:extLst>
                  <a:ext uri="{FF2B5EF4-FFF2-40B4-BE49-F238E27FC236}">
                    <a16:creationId xmlns:a16="http://schemas.microsoft.com/office/drawing/2014/main" id="{BC17C376-EB4E-7788-D366-A431A728145F}"/>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HISTOIRES IDÉALES</a:t>
                </a:r>
              </a:p>
            </p:txBody>
          </p:sp>
        </p:grpSp>
        <p:sp>
          <p:nvSpPr>
            <p:cNvPr id="8" name="Triangle isocèle 15">
              <a:extLst>
                <a:ext uri="{FF2B5EF4-FFF2-40B4-BE49-F238E27FC236}">
                  <a16:creationId xmlns:a16="http://schemas.microsoft.com/office/drawing/2014/main" id="{15F648A4-BB20-AA48-6A93-F583DBDEEF8B}"/>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18">
              <a:extLst>
                <a:ext uri="{FF2B5EF4-FFF2-40B4-BE49-F238E27FC236}">
                  <a16:creationId xmlns:a16="http://schemas.microsoft.com/office/drawing/2014/main" id="{5D43B9D6-0D12-1189-348E-FBDE1113E8B5}"/>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4" name="Rectangle 14">
            <a:extLst>
              <a:ext uri="{FF2B5EF4-FFF2-40B4-BE49-F238E27FC236}">
                <a16:creationId xmlns:a16="http://schemas.microsoft.com/office/drawing/2014/main" id="{0C9C1022-0DE7-8696-A96A-076EFBD478AF}"/>
              </a:ext>
            </a:extLst>
          </p:cNvPr>
          <p:cNvSpPr/>
          <p:nvPr/>
        </p:nvSpPr>
        <p:spPr>
          <a:xfrm>
            <a:off x="5586100" y="2016472"/>
            <a:ext cx="912354"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 name="Rectangle 27">
            <a:extLst>
              <a:ext uri="{FF2B5EF4-FFF2-40B4-BE49-F238E27FC236}">
                <a16:creationId xmlns:a16="http://schemas.microsoft.com/office/drawing/2014/main" id="{6E6F345B-6DCD-50EF-F1A9-26CAC11737EB}"/>
              </a:ext>
            </a:extLst>
          </p:cNvPr>
          <p:cNvSpPr/>
          <p:nvPr/>
        </p:nvSpPr>
        <p:spPr>
          <a:xfrm>
            <a:off x="6673401"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6" name="Rectangle 28">
            <a:extLst>
              <a:ext uri="{FF2B5EF4-FFF2-40B4-BE49-F238E27FC236}">
                <a16:creationId xmlns:a16="http://schemas.microsoft.com/office/drawing/2014/main" id="{F80ACB5E-B37C-7627-7191-1D566805FED0}"/>
              </a:ext>
            </a:extLst>
          </p:cNvPr>
          <p:cNvSpPr/>
          <p:nvPr/>
        </p:nvSpPr>
        <p:spPr>
          <a:xfrm>
            <a:off x="7863348"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7" name="Rectangle 29">
            <a:extLst>
              <a:ext uri="{FF2B5EF4-FFF2-40B4-BE49-F238E27FC236}">
                <a16:creationId xmlns:a16="http://schemas.microsoft.com/office/drawing/2014/main" id="{610D3F24-1886-E0EC-9F55-5B97ADADF9B3}"/>
              </a:ext>
            </a:extLst>
          </p:cNvPr>
          <p:cNvSpPr/>
          <p:nvPr/>
        </p:nvSpPr>
        <p:spPr>
          <a:xfrm>
            <a:off x="9053295" y="429557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8" name="Rectangle 33">
            <a:extLst>
              <a:ext uri="{FF2B5EF4-FFF2-40B4-BE49-F238E27FC236}">
                <a16:creationId xmlns:a16="http://schemas.microsoft.com/office/drawing/2014/main" id="{BB875FC2-A145-94C0-9D02-143A3F4DA95D}"/>
              </a:ext>
            </a:extLst>
          </p:cNvPr>
          <p:cNvSpPr/>
          <p:nvPr/>
        </p:nvSpPr>
        <p:spPr>
          <a:xfrm>
            <a:off x="3577702" y="5435176"/>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9" name="Rectangle 34">
            <a:extLst>
              <a:ext uri="{FF2B5EF4-FFF2-40B4-BE49-F238E27FC236}">
                <a16:creationId xmlns:a16="http://schemas.microsoft.com/office/drawing/2014/main" id="{0DED5BCE-08B1-4609-AFD5-64D9E8BA4B7F}"/>
              </a:ext>
            </a:extLst>
          </p:cNvPr>
          <p:cNvSpPr/>
          <p:nvPr/>
        </p:nvSpPr>
        <p:spPr>
          <a:xfrm>
            <a:off x="531501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0" name="Rectangle 35">
            <a:extLst>
              <a:ext uri="{FF2B5EF4-FFF2-40B4-BE49-F238E27FC236}">
                <a16:creationId xmlns:a16="http://schemas.microsoft.com/office/drawing/2014/main" id="{DF8A93A8-88B8-5717-2C76-EBD9A628054E}"/>
              </a:ext>
            </a:extLst>
          </p:cNvPr>
          <p:cNvSpPr/>
          <p:nvPr/>
        </p:nvSpPr>
        <p:spPr>
          <a:xfrm>
            <a:off x="702850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1" name="Rectangle 40">
            <a:extLst>
              <a:ext uri="{FF2B5EF4-FFF2-40B4-BE49-F238E27FC236}">
                <a16:creationId xmlns:a16="http://schemas.microsoft.com/office/drawing/2014/main" id="{3E3B3F1D-BBB1-B9DE-C5BE-D600192AC036}"/>
              </a:ext>
            </a:extLst>
          </p:cNvPr>
          <p:cNvSpPr/>
          <p:nvPr/>
        </p:nvSpPr>
        <p:spPr>
          <a:xfrm>
            <a:off x="5409326" y="3276893"/>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22" name="Rectangle 41">
            <a:extLst>
              <a:ext uri="{FF2B5EF4-FFF2-40B4-BE49-F238E27FC236}">
                <a16:creationId xmlns:a16="http://schemas.microsoft.com/office/drawing/2014/main" id="{85AB6746-0B71-EBE3-5B6B-662D20C8B7A4}"/>
              </a:ext>
            </a:extLst>
          </p:cNvPr>
          <p:cNvSpPr/>
          <p:nvPr/>
        </p:nvSpPr>
        <p:spPr>
          <a:xfrm>
            <a:off x="5679979" y="3964616"/>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23" name="Rectangle 42">
            <a:extLst>
              <a:ext uri="{FF2B5EF4-FFF2-40B4-BE49-F238E27FC236}">
                <a16:creationId xmlns:a16="http://schemas.microsoft.com/office/drawing/2014/main" id="{0945901D-965F-6869-1B77-C2470B6CC4F8}"/>
              </a:ext>
            </a:extLst>
          </p:cNvPr>
          <p:cNvSpPr/>
          <p:nvPr/>
        </p:nvSpPr>
        <p:spPr>
          <a:xfrm>
            <a:off x="2043198"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4" name="Rectangle 43">
            <a:extLst>
              <a:ext uri="{FF2B5EF4-FFF2-40B4-BE49-F238E27FC236}">
                <a16:creationId xmlns:a16="http://schemas.microsoft.com/office/drawing/2014/main" id="{5E09F7BB-A6C4-FEDA-BFE0-0410137A9D77}"/>
              </a:ext>
            </a:extLst>
          </p:cNvPr>
          <p:cNvSpPr/>
          <p:nvPr/>
        </p:nvSpPr>
        <p:spPr>
          <a:xfrm>
            <a:off x="3219609" y="4348243"/>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5" name="Rectangle 44">
            <a:extLst>
              <a:ext uri="{FF2B5EF4-FFF2-40B4-BE49-F238E27FC236}">
                <a16:creationId xmlns:a16="http://schemas.microsoft.com/office/drawing/2014/main" id="{7A210150-DAFD-B35F-1699-ED99BF44DA91}"/>
              </a:ext>
            </a:extLst>
          </p:cNvPr>
          <p:cNvSpPr/>
          <p:nvPr/>
        </p:nvSpPr>
        <p:spPr>
          <a:xfrm>
            <a:off x="4409556"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6" name="Rectangle 45">
            <a:extLst>
              <a:ext uri="{FF2B5EF4-FFF2-40B4-BE49-F238E27FC236}">
                <a16:creationId xmlns:a16="http://schemas.microsoft.com/office/drawing/2014/main" id="{977CAA77-C72B-6592-8192-80317BDE2175}"/>
              </a:ext>
            </a:extLst>
          </p:cNvPr>
          <p:cNvSpPr/>
          <p:nvPr/>
        </p:nvSpPr>
        <p:spPr>
          <a:xfrm>
            <a:off x="7940975" y="342900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7" name="Rectangle 46">
            <a:extLst>
              <a:ext uri="{FF2B5EF4-FFF2-40B4-BE49-F238E27FC236}">
                <a16:creationId xmlns:a16="http://schemas.microsoft.com/office/drawing/2014/main" id="{C2FCD5E4-BD5A-D6F7-1A9C-843A6B796EA3}"/>
              </a:ext>
            </a:extLst>
          </p:cNvPr>
          <p:cNvSpPr/>
          <p:nvPr/>
        </p:nvSpPr>
        <p:spPr>
          <a:xfrm>
            <a:off x="3125597" y="341229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Tree>
    <p:extLst>
      <p:ext uri="{BB962C8B-B14F-4D97-AF65-F5344CB8AC3E}">
        <p14:creationId xmlns:p14="http://schemas.microsoft.com/office/powerpoint/2010/main" val="16415538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sp>
        <p:nvSpPr>
          <p:cNvPr id="3" name="ZoneTexte 47">
            <a:extLst>
              <a:ext uri="{FF2B5EF4-FFF2-40B4-BE49-F238E27FC236}">
                <a16:creationId xmlns:a16="http://schemas.microsoft.com/office/drawing/2014/main" id="{96438622-C69D-8263-6F8B-77009987A09E}"/>
              </a:ext>
            </a:extLst>
          </p:cNvPr>
          <p:cNvSpPr txBox="1"/>
          <p:nvPr/>
        </p:nvSpPr>
        <p:spPr>
          <a:xfrm>
            <a:off x="3835005" y="1934658"/>
            <a:ext cx="2824323" cy="231170"/>
          </a:xfrm>
          <a:prstGeom prst="rect">
            <a:avLst/>
          </a:prstGeom>
          <a:noFill/>
        </p:spPr>
        <p:txBody>
          <a:bodyPr wrap="square">
            <a:spAutoFit/>
          </a:bodyPr>
          <a:lstStyle/>
          <a:p>
            <a:pPr algn="ctr"/>
            <a:r>
              <a:rPr lang="en-US" sz="1600" b="1" i="1" dirty="0"/>
              <a:t>Ce que chacun peut commencer à apporter pour l'objectif</a:t>
            </a:r>
          </a:p>
        </p:txBody>
      </p:sp>
      <p:sp>
        <p:nvSpPr>
          <p:cNvPr id="28" name="ZoneTexte 48">
            <a:extLst>
              <a:ext uri="{FF2B5EF4-FFF2-40B4-BE49-F238E27FC236}">
                <a16:creationId xmlns:a16="http://schemas.microsoft.com/office/drawing/2014/main" id="{DAD8CD32-02F1-D540-6252-6E617938AE2D}"/>
              </a:ext>
            </a:extLst>
          </p:cNvPr>
          <p:cNvSpPr txBox="1"/>
          <p:nvPr/>
        </p:nvSpPr>
        <p:spPr>
          <a:xfrm>
            <a:off x="7737118" y="1951924"/>
            <a:ext cx="1542238" cy="399294"/>
          </a:xfrm>
          <a:prstGeom prst="rect">
            <a:avLst/>
          </a:prstGeom>
          <a:noFill/>
        </p:spPr>
        <p:txBody>
          <a:bodyPr wrap="square">
            <a:spAutoFit/>
          </a:bodyPr>
          <a:lstStyle/>
          <a:p>
            <a:pPr algn="ctr"/>
            <a:r>
              <a:rPr lang="en-US" sz="1600" b="1" i="1" dirty="0"/>
              <a:t>Premières idées de contributions combinées</a:t>
            </a:r>
          </a:p>
        </p:txBody>
      </p:sp>
      <p:sp>
        <p:nvSpPr>
          <p:cNvPr id="30" name="ZoneTexte 51">
            <a:extLst>
              <a:ext uri="{FF2B5EF4-FFF2-40B4-BE49-F238E27FC236}">
                <a16:creationId xmlns:a16="http://schemas.microsoft.com/office/drawing/2014/main" id="{7051BA38-F493-DFB4-7BC6-661F8CB4E118}"/>
              </a:ext>
            </a:extLst>
          </p:cNvPr>
          <p:cNvSpPr txBox="1"/>
          <p:nvPr/>
        </p:nvSpPr>
        <p:spPr>
          <a:xfrm>
            <a:off x="9822587" y="2008328"/>
            <a:ext cx="2148238" cy="830997"/>
          </a:xfrm>
          <a:prstGeom prst="rect">
            <a:avLst/>
          </a:prstGeom>
          <a:noFill/>
        </p:spPr>
        <p:txBody>
          <a:bodyPr wrap="square">
            <a:spAutoFit/>
          </a:bodyPr>
          <a:lstStyle/>
          <a:p>
            <a:pPr algn="ctr"/>
            <a:r>
              <a:rPr lang="en-US" sz="1600" b="1" i="1" dirty="0"/>
              <a:t>Des succès que nous ne pouvions atteindre en tant qu'individus dispersés</a:t>
            </a:r>
          </a:p>
        </p:txBody>
      </p:sp>
      <p:grpSp>
        <p:nvGrpSpPr>
          <p:cNvPr id="31" name="Groupe 54">
            <a:extLst>
              <a:ext uri="{FF2B5EF4-FFF2-40B4-BE49-F238E27FC236}">
                <a16:creationId xmlns:a16="http://schemas.microsoft.com/office/drawing/2014/main" id="{0B5E2ACD-76D0-3F02-DA8F-5C2BCDCEB2C6}"/>
              </a:ext>
            </a:extLst>
          </p:cNvPr>
          <p:cNvGrpSpPr/>
          <p:nvPr/>
        </p:nvGrpSpPr>
        <p:grpSpPr>
          <a:xfrm>
            <a:off x="5362241" y="2411379"/>
            <a:ext cx="1001867" cy="798536"/>
            <a:chOff x="2609577" y="1563591"/>
            <a:chExt cx="1467257" cy="1169474"/>
          </a:xfrm>
        </p:grpSpPr>
        <p:grpSp>
          <p:nvGrpSpPr>
            <p:cNvPr id="32" name="Groupe 41">
              <a:extLst>
                <a:ext uri="{FF2B5EF4-FFF2-40B4-BE49-F238E27FC236}">
                  <a16:creationId xmlns:a16="http://schemas.microsoft.com/office/drawing/2014/main" id="{096B0EEF-5140-09A2-3499-A4E1FFD74575}"/>
                </a:ext>
              </a:extLst>
            </p:cNvPr>
            <p:cNvGrpSpPr/>
            <p:nvPr/>
          </p:nvGrpSpPr>
          <p:grpSpPr>
            <a:xfrm>
              <a:off x="2609577" y="1563591"/>
              <a:ext cx="1412109" cy="1169474"/>
              <a:chOff x="2645545" y="3994190"/>
              <a:chExt cx="1412109" cy="1169474"/>
            </a:xfrm>
          </p:grpSpPr>
          <p:pic>
            <p:nvPicPr>
              <p:cNvPr id="34" name="Graphique 42" descr="Diable avec un remplissage uni">
                <a:extLst>
                  <a:ext uri="{FF2B5EF4-FFF2-40B4-BE49-F238E27FC236}">
                    <a16:creationId xmlns:a16="http://schemas.microsoft.com/office/drawing/2014/main" id="{0F10DE3E-EFC4-02AE-0C3B-EEA1547D4E4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35" name="Graphique 43" descr="Base-ball avec un remplissage uni">
                <a:extLst>
                  <a:ext uri="{FF2B5EF4-FFF2-40B4-BE49-F238E27FC236}">
                    <a16:creationId xmlns:a16="http://schemas.microsoft.com/office/drawing/2014/main" id="{131661CC-49DB-8FE6-CBA3-3EF5F048E5B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36" name="Rectangle 44">
                <a:extLst>
                  <a:ext uri="{FF2B5EF4-FFF2-40B4-BE49-F238E27FC236}">
                    <a16:creationId xmlns:a16="http://schemas.microsoft.com/office/drawing/2014/main" id="{2DC4D147-3868-5767-89AE-D8A77DD85A25}"/>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que 53" descr="Boîte à archives avec un remplissage uni">
              <a:extLst>
                <a:ext uri="{FF2B5EF4-FFF2-40B4-BE49-F238E27FC236}">
                  <a16:creationId xmlns:a16="http://schemas.microsoft.com/office/drawing/2014/main" id="{F16E4C69-D090-739C-178A-3D6D44871E9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37" name="Groupe 85">
            <a:extLst>
              <a:ext uri="{FF2B5EF4-FFF2-40B4-BE49-F238E27FC236}">
                <a16:creationId xmlns:a16="http://schemas.microsoft.com/office/drawing/2014/main" id="{82F82052-BE27-32E4-D444-D5915F7BED20}"/>
              </a:ext>
            </a:extLst>
          </p:cNvPr>
          <p:cNvGrpSpPr/>
          <p:nvPr/>
        </p:nvGrpSpPr>
        <p:grpSpPr>
          <a:xfrm>
            <a:off x="5319883" y="5170180"/>
            <a:ext cx="1001867" cy="798536"/>
            <a:chOff x="2609577" y="1563591"/>
            <a:chExt cx="1467257" cy="1169474"/>
          </a:xfrm>
        </p:grpSpPr>
        <p:grpSp>
          <p:nvGrpSpPr>
            <p:cNvPr id="38" name="Groupe 86">
              <a:extLst>
                <a:ext uri="{FF2B5EF4-FFF2-40B4-BE49-F238E27FC236}">
                  <a16:creationId xmlns:a16="http://schemas.microsoft.com/office/drawing/2014/main" id="{CB99E5D5-71D2-659D-BF1C-85D23D0A609B}"/>
                </a:ext>
              </a:extLst>
            </p:cNvPr>
            <p:cNvGrpSpPr/>
            <p:nvPr/>
          </p:nvGrpSpPr>
          <p:grpSpPr>
            <a:xfrm>
              <a:off x="2609577" y="1563591"/>
              <a:ext cx="1412109" cy="1169474"/>
              <a:chOff x="2645545" y="3994190"/>
              <a:chExt cx="1412109" cy="1169474"/>
            </a:xfrm>
          </p:grpSpPr>
          <p:pic>
            <p:nvPicPr>
              <p:cNvPr id="40" name="Graphique 88" descr="Diable avec un remplissage uni">
                <a:extLst>
                  <a:ext uri="{FF2B5EF4-FFF2-40B4-BE49-F238E27FC236}">
                    <a16:creationId xmlns:a16="http://schemas.microsoft.com/office/drawing/2014/main" id="{F4DFAFA3-C374-43E8-15E5-EA9FB600F44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1" name="Graphique 89" descr="Base-ball avec un remplissage uni">
                <a:extLst>
                  <a:ext uri="{FF2B5EF4-FFF2-40B4-BE49-F238E27FC236}">
                    <a16:creationId xmlns:a16="http://schemas.microsoft.com/office/drawing/2014/main" id="{88F635BD-327C-0B18-A139-9FD5D7A5FE7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2" name="Rectangle 90">
                <a:extLst>
                  <a:ext uri="{FF2B5EF4-FFF2-40B4-BE49-F238E27FC236}">
                    <a16:creationId xmlns:a16="http://schemas.microsoft.com/office/drawing/2014/main" id="{3374D55F-0287-BF79-8519-0AD0C8318C3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que 87" descr="Boîte à archives avec un remplissage uni">
              <a:extLst>
                <a:ext uri="{FF2B5EF4-FFF2-40B4-BE49-F238E27FC236}">
                  <a16:creationId xmlns:a16="http://schemas.microsoft.com/office/drawing/2014/main" id="{F94F39CF-B04C-9BC6-E597-83FDE8D82A0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43" name="Groupe 105">
            <a:extLst>
              <a:ext uri="{FF2B5EF4-FFF2-40B4-BE49-F238E27FC236}">
                <a16:creationId xmlns:a16="http://schemas.microsoft.com/office/drawing/2014/main" id="{6A476FD6-EF89-8A85-E680-1236549FFB0A}"/>
              </a:ext>
            </a:extLst>
          </p:cNvPr>
          <p:cNvGrpSpPr/>
          <p:nvPr/>
        </p:nvGrpSpPr>
        <p:grpSpPr>
          <a:xfrm flipH="1">
            <a:off x="7798691" y="3163553"/>
            <a:ext cx="746958" cy="795589"/>
            <a:chOff x="1680627" y="1783722"/>
            <a:chExt cx="1331514" cy="1331514"/>
          </a:xfrm>
        </p:grpSpPr>
        <p:pic>
          <p:nvPicPr>
            <p:cNvPr id="44" name="Graphique 178" descr="Mur de briques en construction avec un remplissage uni">
              <a:extLst>
                <a:ext uri="{FF2B5EF4-FFF2-40B4-BE49-F238E27FC236}">
                  <a16:creationId xmlns:a16="http://schemas.microsoft.com/office/drawing/2014/main" id="{208F0739-AF27-E48B-2737-E6B8D910A39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45" name="Rectangle 179">
              <a:extLst>
                <a:ext uri="{FF2B5EF4-FFF2-40B4-BE49-F238E27FC236}">
                  <a16:creationId xmlns:a16="http://schemas.microsoft.com/office/drawing/2014/main" id="{C56F20B7-1FD3-D900-22F6-14ACD15AE3D8}"/>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180">
              <a:extLst>
                <a:ext uri="{FF2B5EF4-FFF2-40B4-BE49-F238E27FC236}">
                  <a16:creationId xmlns:a16="http://schemas.microsoft.com/office/drawing/2014/main" id="{8C2841D7-F635-0C7A-7266-891B74F375A0}"/>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81">
              <a:extLst>
                <a:ext uri="{FF2B5EF4-FFF2-40B4-BE49-F238E27FC236}">
                  <a16:creationId xmlns:a16="http://schemas.microsoft.com/office/drawing/2014/main" id="{A0FA6987-45DC-261F-BCA3-91D2E96976DB}"/>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82">
              <a:extLst>
                <a:ext uri="{FF2B5EF4-FFF2-40B4-BE49-F238E27FC236}">
                  <a16:creationId xmlns:a16="http://schemas.microsoft.com/office/drawing/2014/main" id="{15FC83FA-FBE5-81D5-8080-FBC09581459E}"/>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83">
              <a:extLst>
                <a:ext uri="{FF2B5EF4-FFF2-40B4-BE49-F238E27FC236}">
                  <a16:creationId xmlns:a16="http://schemas.microsoft.com/office/drawing/2014/main" id="{DFFE0C2B-AC78-8AED-8372-AAA763D505BE}"/>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84">
              <a:extLst>
                <a:ext uri="{FF2B5EF4-FFF2-40B4-BE49-F238E27FC236}">
                  <a16:creationId xmlns:a16="http://schemas.microsoft.com/office/drawing/2014/main" id="{F5E03EAE-824C-7599-9A5B-B6A0F7361DD9}"/>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85">
              <a:extLst>
                <a:ext uri="{FF2B5EF4-FFF2-40B4-BE49-F238E27FC236}">
                  <a16:creationId xmlns:a16="http://schemas.microsoft.com/office/drawing/2014/main" id="{D4331AAD-86F7-D73F-D7A4-DFF1AF4E84FE}"/>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86">
              <a:extLst>
                <a:ext uri="{FF2B5EF4-FFF2-40B4-BE49-F238E27FC236}">
                  <a16:creationId xmlns:a16="http://schemas.microsoft.com/office/drawing/2014/main" id="{832A302A-8B6A-4A80-02F9-B0B37CB3A7AC}"/>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87">
              <a:extLst>
                <a:ext uri="{FF2B5EF4-FFF2-40B4-BE49-F238E27FC236}">
                  <a16:creationId xmlns:a16="http://schemas.microsoft.com/office/drawing/2014/main" id="{557316CB-EF94-9A6F-573E-542D2280898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88">
              <a:extLst>
                <a:ext uri="{FF2B5EF4-FFF2-40B4-BE49-F238E27FC236}">
                  <a16:creationId xmlns:a16="http://schemas.microsoft.com/office/drawing/2014/main" id="{9BD4D168-DBE2-7B01-64FE-9B433A5EFBA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89">
              <a:extLst>
                <a:ext uri="{FF2B5EF4-FFF2-40B4-BE49-F238E27FC236}">
                  <a16:creationId xmlns:a16="http://schemas.microsoft.com/office/drawing/2014/main" id="{C0630E24-E126-101D-1666-887D4B0F3F81}"/>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90">
              <a:extLst>
                <a:ext uri="{FF2B5EF4-FFF2-40B4-BE49-F238E27FC236}">
                  <a16:creationId xmlns:a16="http://schemas.microsoft.com/office/drawing/2014/main" id="{4DD5688F-2A71-2CAB-1383-2B77F15F16A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 name="Groupe 5">
            <a:extLst>
              <a:ext uri="{FF2B5EF4-FFF2-40B4-BE49-F238E27FC236}">
                <a16:creationId xmlns:a16="http://schemas.microsoft.com/office/drawing/2014/main" id="{083EDE75-9CA9-F9DE-FEA2-21C666E7E6E2}"/>
              </a:ext>
            </a:extLst>
          </p:cNvPr>
          <p:cNvGrpSpPr/>
          <p:nvPr/>
        </p:nvGrpSpPr>
        <p:grpSpPr>
          <a:xfrm>
            <a:off x="4124360" y="2713224"/>
            <a:ext cx="944598" cy="848124"/>
            <a:chOff x="5247267" y="8072371"/>
            <a:chExt cx="817082" cy="733631"/>
          </a:xfrm>
        </p:grpSpPr>
        <p:grpSp>
          <p:nvGrpSpPr>
            <p:cNvPr id="58" name="Groupe 104">
              <a:extLst>
                <a:ext uri="{FF2B5EF4-FFF2-40B4-BE49-F238E27FC236}">
                  <a16:creationId xmlns:a16="http://schemas.microsoft.com/office/drawing/2014/main" id="{EFEA7E51-E6FB-EA8C-551A-A5EB1F562DB2}"/>
                </a:ext>
              </a:extLst>
            </p:cNvPr>
            <p:cNvGrpSpPr/>
            <p:nvPr/>
          </p:nvGrpSpPr>
          <p:grpSpPr>
            <a:xfrm>
              <a:off x="5247267" y="8117813"/>
              <a:ext cx="817082" cy="688189"/>
              <a:chOff x="3890963" y="2438774"/>
              <a:chExt cx="1085661" cy="914400"/>
            </a:xfrm>
          </p:grpSpPr>
          <p:pic>
            <p:nvPicPr>
              <p:cNvPr id="60" name="Graphique 191" descr="Culturiste avec un remplissage uni">
                <a:extLst>
                  <a:ext uri="{FF2B5EF4-FFF2-40B4-BE49-F238E27FC236}">
                    <a16:creationId xmlns:a16="http://schemas.microsoft.com/office/drawing/2014/main" id="{1EEAF95D-70C2-B369-278E-61F07CEC0A9A}"/>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61" name="Rectangle 192">
                <a:extLst>
                  <a:ext uri="{FF2B5EF4-FFF2-40B4-BE49-F238E27FC236}">
                    <a16:creationId xmlns:a16="http://schemas.microsoft.com/office/drawing/2014/main" id="{84750BB2-EAEA-D840-F428-68CABF8F3C4B}"/>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93">
                <a:extLst>
                  <a:ext uri="{FF2B5EF4-FFF2-40B4-BE49-F238E27FC236}">
                    <a16:creationId xmlns:a16="http://schemas.microsoft.com/office/drawing/2014/main" id="{EB556ABB-E8EC-B604-3C68-AB7B43336211}"/>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9" name="Rectangle 106">
              <a:extLst>
                <a:ext uri="{FF2B5EF4-FFF2-40B4-BE49-F238E27FC236}">
                  <a16:creationId xmlns:a16="http://schemas.microsoft.com/office/drawing/2014/main" id="{9715592B-28DA-AD64-1CA4-698F09ED06E0}"/>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3" name="Groupe 108">
            <a:extLst>
              <a:ext uri="{FF2B5EF4-FFF2-40B4-BE49-F238E27FC236}">
                <a16:creationId xmlns:a16="http://schemas.microsoft.com/office/drawing/2014/main" id="{252CBC22-0076-09AD-F168-6E1A698D9C43}"/>
              </a:ext>
            </a:extLst>
          </p:cNvPr>
          <p:cNvGrpSpPr/>
          <p:nvPr/>
        </p:nvGrpSpPr>
        <p:grpSpPr>
          <a:xfrm flipH="1">
            <a:off x="3909927" y="3744577"/>
            <a:ext cx="428160" cy="781477"/>
            <a:chOff x="5134003" y="2196472"/>
            <a:chExt cx="563254" cy="1156702"/>
          </a:xfrm>
        </p:grpSpPr>
        <p:pic>
          <p:nvPicPr>
            <p:cNvPr id="64" name="Graphique 174" descr="Réussite du groupe avec un remplissage uni">
              <a:extLst>
                <a:ext uri="{FF2B5EF4-FFF2-40B4-BE49-F238E27FC236}">
                  <a16:creationId xmlns:a16="http://schemas.microsoft.com/office/drawing/2014/main" id="{5E6004A7-AB6A-1C3A-E64D-42916E5F716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65" name="Rectangle 175">
              <a:extLst>
                <a:ext uri="{FF2B5EF4-FFF2-40B4-BE49-F238E27FC236}">
                  <a16:creationId xmlns:a16="http://schemas.microsoft.com/office/drawing/2014/main" id="{77781163-7A1F-C8F8-7521-7920DB27F91A}"/>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6" name="Groupe 6">
            <a:extLst>
              <a:ext uri="{FF2B5EF4-FFF2-40B4-BE49-F238E27FC236}">
                <a16:creationId xmlns:a16="http://schemas.microsoft.com/office/drawing/2014/main" id="{E75DD5B5-EDD4-50B2-7197-9BD04AF4872D}"/>
              </a:ext>
            </a:extLst>
          </p:cNvPr>
          <p:cNvGrpSpPr/>
          <p:nvPr/>
        </p:nvGrpSpPr>
        <p:grpSpPr>
          <a:xfrm>
            <a:off x="10166578" y="2880374"/>
            <a:ext cx="1592607" cy="1592607"/>
            <a:chOff x="9835911" y="2807662"/>
            <a:chExt cx="1796250" cy="1796250"/>
          </a:xfrm>
        </p:grpSpPr>
        <p:pic>
          <p:nvPicPr>
            <p:cNvPr id="67" name="Graphique 103" descr="Cathédrale avec un remplissage uni">
              <a:extLst>
                <a:ext uri="{FF2B5EF4-FFF2-40B4-BE49-F238E27FC236}">
                  <a16:creationId xmlns:a16="http://schemas.microsoft.com/office/drawing/2014/main" id="{3C815062-1F3B-28BE-462F-74C46707FDE1}"/>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68" name="Rectangle 112">
              <a:extLst>
                <a:ext uri="{FF2B5EF4-FFF2-40B4-BE49-F238E27FC236}">
                  <a16:creationId xmlns:a16="http://schemas.microsoft.com/office/drawing/2014/main" id="{C465BE2F-0B76-E1D5-8C80-4FFF5FDAC66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13">
              <a:extLst>
                <a:ext uri="{FF2B5EF4-FFF2-40B4-BE49-F238E27FC236}">
                  <a16:creationId xmlns:a16="http://schemas.microsoft.com/office/drawing/2014/main" id="{B34BF937-AE38-ED15-D403-15966955188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14">
              <a:extLst>
                <a:ext uri="{FF2B5EF4-FFF2-40B4-BE49-F238E27FC236}">
                  <a16:creationId xmlns:a16="http://schemas.microsoft.com/office/drawing/2014/main" id="{6C420611-3533-D63C-3B33-BC146CBF53B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15">
              <a:extLst>
                <a:ext uri="{FF2B5EF4-FFF2-40B4-BE49-F238E27FC236}">
                  <a16:creationId xmlns:a16="http://schemas.microsoft.com/office/drawing/2014/main" id="{A4F38091-86C3-354F-6579-E268A8AD986F}"/>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16">
              <a:extLst>
                <a:ext uri="{FF2B5EF4-FFF2-40B4-BE49-F238E27FC236}">
                  <a16:creationId xmlns:a16="http://schemas.microsoft.com/office/drawing/2014/main" id="{450CCF55-6076-D630-566B-2E631824F71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17">
              <a:extLst>
                <a:ext uri="{FF2B5EF4-FFF2-40B4-BE49-F238E27FC236}">
                  <a16:creationId xmlns:a16="http://schemas.microsoft.com/office/drawing/2014/main" id="{8E7935DF-5F79-123E-9134-972AEA1A25C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18">
              <a:extLst>
                <a:ext uri="{FF2B5EF4-FFF2-40B4-BE49-F238E27FC236}">
                  <a16:creationId xmlns:a16="http://schemas.microsoft.com/office/drawing/2014/main" id="{628B7E5F-9598-A208-4E1F-EF7EEB3A87A3}"/>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19">
              <a:extLst>
                <a:ext uri="{FF2B5EF4-FFF2-40B4-BE49-F238E27FC236}">
                  <a16:creationId xmlns:a16="http://schemas.microsoft.com/office/drawing/2014/main" id="{14A603FE-BE08-C424-64A9-0E924EE5FC6D}"/>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20">
              <a:extLst>
                <a:ext uri="{FF2B5EF4-FFF2-40B4-BE49-F238E27FC236}">
                  <a16:creationId xmlns:a16="http://schemas.microsoft.com/office/drawing/2014/main" id="{33CE812E-8F59-11F6-4C13-5762C73F0D4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21">
              <a:extLst>
                <a:ext uri="{FF2B5EF4-FFF2-40B4-BE49-F238E27FC236}">
                  <a16:creationId xmlns:a16="http://schemas.microsoft.com/office/drawing/2014/main" id="{A8229294-2AB1-6268-652A-1CBE607AF69C}"/>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22">
              <a:extLst>
                <a:ext uri="{FF2B5EF4-FFF2-40B4-BE49-F238E27FC236}">
                  <a16:creationId xmlns:a16="http://schemas.microsoft.com/office/drawing/2014/main" id="{B9D533DC-628A-32E7-914E-4AD89C5A6A19}"/>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23">
              <a:extLst>
                <a:ext uri="{FF2B5EF4-FFF2-40B4-BE49-F238E27FC236}">
                  <a16:creationId xmlns:a16="http://schemas.microsoft.com/office/drawing/2014/main" id="{F0F085CC-0DE1-72DA-3682-D50A66952C4A}"/>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24">
              <a:extLst>
                <a:ext uri="{FF2B5EF4-FFF2-40B4-BE49-F238E27FC236}">
                  <a16:creationId xmlns:a16="http://schemas.microsoft.com/office/drawing/2014/main" id="{E00DE56F-E1A6-DD90-17A5-EEC9962509C7}"/>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25">
              <a:extLst>
                <a:ext uri="{FF2B5EF4-FFF2-40B4-BE49-F238E27FC236}">
                  <a16:creationId xmlns:a16="http://schemas.microsoft.com/office/drawing/2014/main" id="{49B824A0-D694-4744-10BA-2E982412E2F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26">
              <a:extLst>
                <a:ext uri="{FF2B5EF4-FFF2-40B4-BE49-F238E27FC236}">
                  <a16:creationId xmlns:a16="http://schemas.microsoft.com/office/drawing/2014/main" id="{83A61B59-FE90-A11C-D735-C3BAF61AC26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27">
              <a:extLst>
                <a:ext uri="{FF2B5EF4-FFF2-40B4-BE49-F238E27FC236}">
                  <a16:creationId xmlns:a16="http://schemas.microsoft.com/office/drawing/2014/main" id="{D47DF6FD-34B0-0D56-0BDE-B22EA5ED12E2}"/>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28">
              <a:extLst>
                <a:ext uri="{FF2B5EF4-FFF2-40B4-BE49-F238E27FC236}">
                  <a16:creationId xmlns:a16="http://schemas.microsoft.com/office/drawing/2014/main" id="{86E8F644-7355-1C0E-B6FC-92C6AFC6F31D}"/>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29">
              <a:extLst>
                <a:ext uri="{FF2B5EF4-FFF2-40B4-BE49-F238E27FC236}">
                  <a16:creationId xmlns:a16="http://schemas.microsoft.com/office/drawing/2014/main" id="{2CC4D2A8-B68E-58F7-1A7A-8EBEFD08EA2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30">
              <a:extLst>
                <a:ext uri="{FF2B5EF4-FFF2-40B4-BE49-F238E27FC236}">
                  <a16:creationId xmlns:a16="http://schemas.microsoft.com/office/drawing/2014/main" id="{2271FB80-3481-DEFA-9BE6-6C89CF1D1CED}"/>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31">
              <a:extLst>
                <a:ext uri="{FF2B5EF4-FFF2-40B4-BE49-F238E27FC236}">
                  <a16:creationId xmlns:a16="http://schemas.microsoft.com/office/drawing/2014/main" id="{4A7036C8-A7A8-E08A-A67D-39009BB15B1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32">
              <a:extLst>
                <a:ext uri="{FF2B5EF4-FFF2-40B4-BE49-F238E27FC236}">
                  <a16:creationId xmlns:a16="http://schemas.microsoft.com/office/drawing/2014/main" id="{8366B2C4-5EEF-B3CC-7864-C39796F356AB}"/>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33">
              <a:extLst>
                <a:ext uri="{FF2B5EF4-FFF2-40B4-BE49-F238E27FC236}">
                  <a16:creationId xmlns:a16="http://schemas.microsoft.com/office/drawing/2014/main" id="{1737299A-9C0E-C49B-4CB5-31DBD789F600}"/>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34">
              <a:extLst>
                <a:ext uri="{FF2B5EF4-FFF2-40B4-BE49-F238E27FC236}">
                  <a16:creationId xmlns:a16="http://schemas.microsoft.com/office/drawing/2014/main" id="{62D29D56-AA16-8660-BBEA-F0EBC01C7222}"/>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35">
              <a:extLst>
                <a:ext uri="{FF2B5EF4-FFF2-40B4-BE49-F238E27FC236}">
                  <a16:creationId xmlns:a16="http://schemas.microsoft.com/office/drawing/2014/main" id="{9E03B824-A419-A929-D031-28306BF5BF5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36">
              <a:extLst>
                <a:ext uri="{FF2B5EF4-FFF2-40B4-BE49-F238E27FC236}">
                  <a16:creationId xmlns:a16="http://schemas.microsoft.com/office/drawing/2014/main" id="{24E9C893-1F7E-B445-EBD5-077B98E434C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37">
              <a:extLst>
                <a:ext uri="{FF2B5EF4-FFF2-40B4-BE49-F238E27FC236}">
                  <a16:creationId xmlns:a16="http://schemas.microsoft.com/office/drawing/2014/main" id="{2D10F5DF-A6DE-4543-5027-CE878CC1251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38">
              <a:extLst>
                <a:ext uri="{FF2B5EF4-FFF2-40B4-BE49-F238E27FC236}">
                  <a16:creationId xmlns:a16="http://schemas.microsoft.com/office/drawing/2014/main" id="{AA63A859-4DBE-D51F-AFB2-508F251AFF5D}"/>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39">
              <a:extLst>
                <a:ext uri="{FF2B5EF4-FFF2-40B4-BE49-F238E27FC236}">
                  <a16:creationId xmlns:a16="http://schemas.microsoft.com/office/drawing/2014/main" id="{1A41742D-3887-B967-10EE-60F0840B8D0B}"/>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40">
              <a:extLst>
                <a:ext uri="{FF2B5EF4-FFF2-40B4-BE49-F238E27FC236}">
                  <a16:creationId xmlns:a16="http://schemas.microsoft.com/office/drawing/2014/main" id="{A2B39ACF-E073-8909-F01C-4FFF6B2BD3D5}"/>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41">
              <a:extLst>
                <a:ext uri="{FF2B5EF4-FFF2-40B4-BE49-F238E27FC236}">
                  <a16:creationId xmlns:a16="http://schemas.microsoft.com/office/drawing/2014/main" id="{A12209A4-CC6E-CCFC-AF45-7FB171BCC22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42">
              <a:extLst>
                <a:ext uri="{FF2B5EF4-FFF2-40B4-BE49-F238E27FC236}">
                  <a16:creationId xmlns:a16="http://schemas.microsoft.com/office/drawing/2014/main" id="{9D0008A1-3493-9140-D096-C930919B1A4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43">
              <a:extLst>
                <a:ext uri="{FF2B5EF4-FFF2-40B4-BE49-F238E27FC236}">
                  <a16:creationId xmlns:a16="http://schemas.microsoft.com/office/drawing/2014/main" id="{C693A956-4B3F-18A6-B8D1-5F76D8EE05DA}"/>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44">
              <a:extLst>
                <a:ext uri="{FF2B5EF4-FFF2-40B4-BE49-F238E27FC236}">
                  <a16:creationId xmlns:a16="http://schemas.microsoft.com/office/drawing/2014/main" id="{2517360F-F38F-E015-C701-73600CEA116D}"/>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45">
              <a:extLst>
                <a:ext uri="{FF2B5EF4-FFF2-40B4-BE49-F238E27FC236}">
                  <a16:creationId xmlns:a16="http://schemas.microsoft.com/office/drawing/2014/main" id="{63FB0F32-F77F-3A8B-0F1F-11F79881D3D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46">
              <a:extLst>
                <a:ext uri="{FF2B5EF4-FFF2-40B4-BE49-F238E27FC236}">
                  <a16:creationId xmlns:a16="http://schemas.microsoft.com/office/drawing/2014/main" id="{9B6615AA-2E54-5570-E5B8-8DAACD54D7D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47">
              <a:extLst>
                <a:ext uri="{FF2B5EF4-FFF2-40B4-BE49-F238E27FC236}">
                  <a16:creationId xmlns:a16="http://schemas.microsoft.com/office/drawing/2014/main" id="{990C2E52-B30C-86F1-112F-610D44379243}"/>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48">
              <a:extLst>
                <a:ext uri="{FF2B5EF4-FFF2-40B4-BE49-F238E27FC236}">
                  <a16:creationId xmlns:a16="http://schemas.microsoft.com/office/drawing/2014/main" id="{7B1392F3-12A3-B3DB-8DC7-49A0C0CADB2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49">
              <a:extLst>
                <a:ext uri="{FF2B5EF4-FFF2-40B4-BE49-F238E27FC236}">
                  <a16:creationId xmlns:a16="http://schemas.microsoft.com/office/drawing/2014/main" id="{16B33310-409E-1E5C-0CB9-D4D15270C3C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50">
              <a:extLst>
                <a:ext uri="{FF2B5EF4-FFF2-40B4-BE49-F238E27FC236}">
                  <a16:creationId xmlns:a16="http://schemas.microsoft.com/office/drawing/2014/main" id="{4156195B-DEFE-C765-7BD8-AB3BA15EBF04}"/>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51">
              <a:extLst>
                <a:ext uri="{FF2B5EF4-FFF2-40B4-BE49-F238E27FC236}">
                  <a16:creationId xmlns:a16="http://schemas.microsoft.com/office/drawing/2014/main" id="{28B95581-F9DE-14A7-577F-D5FD15FF6FD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52">
              <a:extLst>
                <a:ext uri="{FF2B5EF4-FFF2-40B4-BE49-F238E27FC236}">
                  <a16:creationId xmlns:a16="http://schemas.microsoft.com/office/drawing/2014/main" id="{3ECF342E-59DB-5778-3613-04DD93930D9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53">
              <a:extLst>
                <a:ext uri="{FF2B5EF4-FFF2-40B4-BE49-F238E27FC236}">
                  <a16:creationId xmlns:a16="http://schemas.microsoft.com/office/drawing/2014/main" id="{1B3F3DAD-906E-76F7-FEE6-EBF1E25E04F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54">
              <a:extLst>
                <a:ext uri="{FF2B5EF4-FFF2-40B4-BE49-F238E27FC236}">
                  <a16:creationId xmlns:a16="http://schemas.microsoft.com/office/drawing/2014/main" id="{7D2224C6-1123-2153-65B3-ED38387B0C99}"/>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55">
              <a:extLst>
                <a:ext uri="{FF2B5EF4-FFF2-40B4-BE49-F238E27FC236}">
                  <a16:creationId xmlns:a16="http://schemas.microsoft.com/office/drawing/2014/main" id="{7BC30A40-F4DC-B525-FEA8-EDC6B70C24D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56">
              <a:extLst>
                <a:ext uri="{FF2B5EF4-FFF2-40B4-BE49-F238E27FC236}">
                  <a16:creationId xmlns:a16="http://schemas.microsoft.com/office/drawing/2014/main" id="{A59834D7-D561-8A72-B5C8-650C1D6728A7}"/>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57">
              <a:extLst>
                <a:ext uri="{FF2B5EF4-FFF2-40B4-BE49-F238E27FC236}">
                  <a16:creationId xmlns:a16="http://schemas.microsoft.com/office/drawing/2014/main" id="{FEC8C72D-1C6E-E1EF-DC45-4F70005E170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58">
              <a:extLst>
                <a:ext uri="{FF2B5EF4-FFF2-40B4-BE49-F238E27FC236}">
                  <a16:creationId xmlns:a16="http://schemas.microsoft.com/office/drawing/2014/main" id="{FF9E5CAA-A48B-0DA3-BA05-565A1D09FFA6}"/>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59">
              <a:extLst>
                <a:ext uri="{FF2B5EF4-FFF2-40B4-BE49-F238E27FC236}">
                  <a16:creationId xmlns:a16="http://schemas.microsoft.com/office/drawing/2014/main" id="{669662BB-BC4D-741A-BD54-08BC67D63B9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60">
              <a:extLst>
                <a:ext uri="{FF2B5EF4-FFF2-40B4-BE49-F238E27FC236}">
                  <a16:creationId xmlns:a16="http://schemas.microsoft.com/office/drawing/2014/main" id="{41E0FAAA-A041-514E-CDA4-36D72BFE240E}"/>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61">
              <a:extLst>
                <a:ext uri="{FF2B5EF4-FFF2-40B4-BE49-F238E27FC236}">
                  <a16:creationId xmlns:a16="http://schemas.microsoft.com/office/drawing/2014/main" id="{BD775213-0D7A-FFFA-C99C-22EAD4D22EA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62">
              <a:extLst>
                <a:ext uri="{FF2B5EF4-FFF2-40B4-BE49-F238E27FC236}">
                  <a16:creationId xmlns:a16="http://schemas.microsoft.com/office/drawing/2014/main" id="{C05D14A5-BB11-6CA5-7983-064ECFAC8EDF}"/>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63">
              <a:extLst>
                <a:ext uri="{FF2B5EF4-FFF2-40B4-BE49-F238E27FC236}">
                  <a16:creationId xmlns:a16="http://schemas.microsoft.com/office/drawing/2014/main" id="{230FF5FE-D5A1-4D66-EE32-D6BAB3CEA779}"/>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64">
              <a:extLst>
                <a:ext uri="{FF2B5EF4-FFF2-40B4-BE49-F238E27FC236}">
                  <a16:creationId xmlns:a16="http://schemas.microsoft.com/office/drawing/2014/main" id="{13D83DBA-AC33-8DE4-C8B7-544110157552}"/>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65">
              <a:extLst>
                <a:ext uri="{FF2B5EF4-FFF2-40B4-BE49-F238E27FC236}">
                  <a16:creationId xmlns:a16="http://schemas.microsoft.com/office/drawing/2014/main" id="{80597FAD-5613-EEC3-1EAF-3AF27D45BB78}"/>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66">
              <a:extLst>
                <a:ext uri="{FF2B5EF4-FFF2-40B4-BE49-F238E27FC236}">
                  <a16:creationId xmlns:a16="http://schemas.microsoft.com/office/drawing/2014/main" id="{6490ABD1-1401-263C-9C0A-1E22C94A577E}"/>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67">
              <a:extLst>
                <a:ext uri="{FF2B5EF4-FFF2-40B4-BE49-F238E27FC236}">
                  <a16:creationId xmlns:a16="http://schemas.microsoft.com/office/drawing/2014/main" id="{BD119B05-CE5A-E7AB-6937-6C3FE41770B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68">
              <a:extLst>
                <a:ext uri="{FF2B5EF4-FFF2-40B4-BE49-F238E27FC236}">
                  <a16:creationId xmlns:a16="http://schemas.microsoft.com/office/drawing/2014/main" id="{8395EEEC-1F05-0552-18AF-F0096D99FEC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69">
              <a:extLst>
                <a:ext uri="{FF2B5EF4-FFF2-40B4-BE49-F238E27FC236}">
                  <a16:creationId xmlns:a16="http://schemas.microsoft.com/office/drawing/2014/main" id="{E6D23A86-429A-EA70-EF36-C057A8346697}"/>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70">
              <a:extLst>
                <a:ext uri="{FF2B5EF4-FFF2-40B4-BE49-F238E27FC236}">
                  <a16:creationId xmlns:a16="http://schemas.microsoft.com/office/drawing/2014/main" id="{811E8166-A89F-CDC7-179F-8A275A3C1D53}"/>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71">
              <a:extLst>
                <a:ext uri="{FF2B5EF4-FFF2-40B4-BE49-F238E27FC236}">
                  <a16:creationId xmlns:a16="http://schemas.microsoft.com/office/drawing/2014/main" id="{7EB1C337-92E5-1A65-49DA-0D78B7CCACC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72">
              <a:extLst>
                <a:ext uri="{FF2B5EF4-FFF2-40B4-BE49-F238E27FC236}">
                  <a16:creationId xmlns:a16="http://schemas.microsoft.com/office/drawing/2014/main" id="{D8177DE2-F43D-0DD8-2887-3D296321D15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73">
              <a:extLst>
                <a:ext uri="{FF2B5EF4-FFF2-40B4-BE49-F238E27FC236}">
                  <a16:creationId xmlns:a16="http://schemas.microsoft.com/office/drawing/2014/main" id="{E2D1FDF7-ACA0-3ABC-1EA3-FEF4CF71ED18}"/>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0" name="Groupe 194">
            <a:extLst>
              <a:ext uri="{FF2B5EF4-FFF2-40B4-BE49-F238E27FC236}">
                <a16:creationId xmlns:a16="http://schemas.microsoft.com/office/drawing/2014/main" id="{D2CF2E28-7E41-9075-1D83-BA2424073B56}"/>
              </a:ext>
            </a:extLst>
          </p:cNvPr>
          <p:cNvGrpSpPr/>
          <p:nvPr/>
        </p:nvGrpSpPr>
        <p:grpSpPr>
          <a:xfrm>
            <a:off x="4689381" y="4212748"/>
            <a:ext cx="944598" cy="848124"/>
            <a:chOff x="5247267" y="8072371"/>
            <a:chExt cx="817082" cy="733631"/>
          </a:xfrm>
        </p:grpSpPr>
        <p:grpSp>
          <p:nvGrpSpPr>
            <p:cNvPr id="131" name="Groupe 195">
              <a:extLst>
                <a:ext uri="{FF2B5EF4-FFF2-40B4-BE49-F238E27FC236}">
                  <a16:creationId xmlns:a16="http://schemas.microsoft.com/office/drawing/2014/main" id="{7C9AFDAD-C023-2C6E-2D9A-66AA7D0812E4}"/>
                </a:ext>
              </a:extLst>
            </p:cNvPr>
            <p:cNvGrpSpPr/>
            <p:nvPr/>
          </p:nvGrpSpPr>
          <p:grpSpPr>
            <a:xfrm>
              <a:off x="5247267" y="8117813"/>
              <a:ext cx="817082" cy="688189"/>
              <a:chOff x="3890963" y="2438774"/>
              <a:chExt cx="1085661" cy="914400"/>
            </a:xfrm>
          </p:grpSpPr>
          <p:pic>
            <p:nvPicPr>
              <p:cNvPr id="133" name="Graphique 197" descr="Culturiste avec un remplissage uni">
                <a:extLst>
                  <a:ext uri="{FF2B5EF4-FFF2-40B4-BE49-F238E27FC236}">
                    <a16:creationId xmlns:a16="http://schemas.microsoft.com/office/drawing/2014/main" id="{97E55981-771A-1B4F-5CDC-C29B1BE9B7E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34" name="Rectangle 198">
                <a:extLst>
                  <a:ext uri="{FF2B5EF4-FFF2-40B4-BE49-F238E27FC236}">
                    <a16:creationId xmlns:a16="http://schemas.microsoft.com/office/drawing/2014/main" id="{6DC859A9-38E0-F0CC-AEB2-750BC39EB71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99">
                <a:extLst>
                  <a:ext uri="{FF2B5EF4-FFF2-40B4-BE49-F238E27FC236}">
                    <a16:creationId xmlns:a16="http://schemas.microsoft.com/office/drawing/2014/main" id="{5727CC43-BB93-3296-F533-AADB36BF798B}"/>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2" name="Rectangle 196">
              <a:extLst>
                <a:ext uri="{FF2B5EF4-FFF2-40B4-BE49-F238E27FC236}">
                  <a16:creationId xmlns:a16="http://schemas.microsoft.com/office/drawing/2014/main" id="{654FA93B-0559-2219-9CCF-1584F9D563BF}"/>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6" name="Groupe 200">
            <a:extLst>
              <a:ext uri="{FF2B5EF4-FFF2-40B4-BE49-F238E27FC236}">
                <a16:creationId xmlns:a16="http://schemas.microsoft.com/office/drawing/2014/main" id="{ACFCC49F-2590-2019-0612-620415CB18C4}"/>
              </a:ext>
            </a:extLst>
          </p:cNvPr>
          <p:cNvGrpSpPr/>
          <p:nvPr/>
        </p:nvGrpSpPr>
        <p:grpSpPr>
          <a:xfrm flipH="1">
            <a:off x="3862516" y="4970514"/>
            <a:ext cx="433916" cy="870081"/>
            <a:chOff x="5134003" y="2196472"/>
            <a:chExt cx="563254" cy="1156702"/>
          </a:xfrm>
        </p:grpSpPr>
        <p:pic>
          <p:nvPicPr>
            <p:cNvPr id="137" name="Graphique 201" descr="Réussite du groupe avec un remplissage uni">
              <a:extLst>
                <a:ext uri="{FF2B5EF4-FFF2-40B4-BE49-F238E27FC236}">
                  <a16:creationId xmlns:a16="http://schemas.microsoft.com/office/drawing/2014/main" id="{6DE0281D-052C-FAB1-E352-83E574578A91}"/>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38" name="Rectangle 202">
              <a:extLst>
                <a:ext uri="{FF2B5EF4-FFF2-40B4-BE49-F238E27FC236}">
                  <a16:creationId xmlns:a16="http://schemas.microsoft.com/office/drawing/2014/main" id="{E9496A2D-ACC6-2602-6A12-B10725CB106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9" name="Groupe 203">
            <a:extLst>
              <a:ext uri="{FF2B5EF4-FFF2-40B4-BE49-F238E27FC236}">
                <a16:creationId xmlns:a16="http://schemas.microsoft.com/office/drawing/2014/main" id="{CF26DE29-0D9C-BC2F-503C-6927EE7195AC}"/>
              </a:ext>
            </a:extLst>
          </p:cNvPr>
          <p:cNvGrpSpPr/>
          <p:nvPr/>
        </p:nvGrpSpPr>
        <p:grpSpPr>
          <a:xfrm flipH="1">
            <a:off x="5918661" y="3527340"/>
            <a:ext cx="371891" cy="757389"/>
            <a:chOff x="5134003" y="2196472"/>
            <a:chExt cx="563254" cy="1156702"/>
          </a:xfrm>
        </p:grpSpPr>
        <p:pic>
          <p:nvPicPr>
            <p:cNvPr id="140" name="Graphique 204" descr="Réussite du groupe avec un remplissage uni">
              <a:extLst>
                <a:ext uri="{FF2B5EF4-FFF2-40B4-BE49-F238E27FC236}">
                  <a16:creationId xmlns:a16="http://schemas.microsoft.com/office/drawing/2014/main" id="{63D793D0-2B6E-4EDE-DC0E-5C22B51EA982}"/>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41" name="Rectangle 205">
              <a:extLst>
                <a:ext uri="{FF2B5EF4-FFF2-40B4-BE49-F238E27FC236}">
                  <a16:creationId xmlns:a16="http://schemas.microsoft.com/office/drawing/2014/main" id="{AC06D115-C71F-B997-9E24-FD63704B3AD7}"/>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2" name="Graphique 8" descr="Mur de briques en construction avec un remplissage uni">
            <a:extLst>
              <a:ext uri="{FF2B5EF4-FFF2-40B4-BE49-F238E27FC236}">
                <a16:creationId xmlns:a16="http://schemas.microsoft.com/office/drawing/2014/main" id="{11BFAECD-5C79-8435-D41F-E75939417814}"/>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909757" y="5638765"/>
            <a:ext cx="678523" cy="686587"/>
          </a:xfrm>
          <a:prstGeom prst="rect">
            <a:avLst/>
          </a:prstGeom>
        </p:spPr>
      </p:pic>
      <p:pic>
        <p:nvPicPr>
          <p:cNvPr id="143" name="Graphique 248" descr="Mur de briques en construction avec un remplissage uni">
            <a:extLst>
              <a:ext uri="{FF2B5EF4-FFF2-40B4-BE49-F238E27FC236}">
                <a16:creationId xmlns:a16="http://schemas.microsoft.com/office/drawing/2014/main" id="{4962277E-4851-3649-CE9E-4EDF0B9F4426}"/>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7869882" y="4603429"/>
            <a:ext cx="678523" cy="686587"/>
          </a:xfrm>
          <a:prstGeom prst="rect">
            <a:avLst/>
          </a:prstGeom>
        </p:spPr>
      </p:pic>
      <p:sp>
        <p:nvSpPr>
          <p:cNvPr id="144" name="Rectangle 2">
            <a:extLst>
              <a:ext uri="{FF2B5EF4-FFF2-40B4-BE49-F238E27FC236}">
                <a16:creationId xmlns:a16="http://schemas.microsoft.com/office/drawing/2014/main" id="{8E439821-F18F-6062-9541-F47E8F337B2A}"/>
              </a:ext>
            </a:extLst>
          </p:cNvPr>
          <p:cNvSpPr/>
          <p:nvPr/>
        </p:nvSpPr>
        <p:spPr>
          <a:xfrm>
            <a:off x="3708639" y="3011774"/>
            <a:ext cx="820635"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5" name="Rectangle 176">
            <a:extLst>
              <a:ext uri="{FF2B5EF4-FFF2-40B4-BE49-F238E27FC236}">
                <a16:creationId xmlns:a16="http://schemas.microsoft.com/office/drawing/2014/main" id="{A8B881CC-529D-F497-33C6-ADE4480B2D63}"/>
              </a:ext>
            </a:extLst>
          </p:cNvPr>
          <p:cNvSpPr/>
          <p:nvPr/>
        </p:nvSpPr>
        <p:spPr>
          <a:xfrm>
            <a:off x="4196097" y="3829832"/>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6" name="Rectangle 177">
            <a:extLst>
              <a:ext uri="{FF2B5EF4-FFF2-40B4-BE49-F238E27FC236}">
                <a16:creationId xmlns:a16="http://schemas.microsoft.com/office/drawing/2014/main" id="{724A418B-5059-164D-41A6-7FE63A4905B5}"/>
              </a:ext>
            </a:extLst>
          </p:cNvPr>
          <p:cNvSpPr/>
          <p:nvPr/>
        </p:nvSpPr>
        <p:spPr>
          <a:xfrm>
            <a:off x="6146778" y="5264800"/>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7" name="Rectangle 206">
            <a:extLst>
              <a:ext uri="{FF2B5EF4-FFF2-40B4-BE49-F238E27FC236}">
                <a16:creationId xmlns:a16="http://schemas.microsoft.com/office/drawing/2014/main" id="{91865901-C4CF-7F60-F06D-92150F21578B}"/>
              </a:ext>
            </a:extLst>
          </p:cNvPr>
          <p:cNvSpPr/>
          <p:nvPr/>
        </p:nvSpPr>
        <p:spPr>
          <a:xfrm>
            <a:off x="6045430" y="2695698"/>
            <a:ext cx="927806"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8" name="Rectangle 207">
            <a:extLst>
              <a:ext uri="{FF2B5EF4-FFF2-40B4-BE49-F238E27FC236}">
                <a16:creationId xmlns:a16="http://schemas.microsoft.com/office/drawing/2014/main" id="{71AAB50D-D527-9216-1E5E-2C769BEF5B17}"/>
              </a:ext>
            </a:extLst>
          </p:cNvPr>
          <p:cNvSpPr/>
          <p:nvPr/>
        </p:nvSpPr>
        <p:spPr>
          <a:xfrm>
            <a:off x="5247167" y="4429268"/>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9" name="Rectangle 208">
            <a:extLst>
              <a:ext uri="{FF2B5EF4-FFF2-40B4-BE49-F238E27FC236}">
                <a16:creationId xmlns:a16="http://schemas.microsoft.com/office/drawing/2014/main" id="{5B96AB65-3FF6-DF6E-C672-9B94A47B0588}"/>
              </a:ext>
            </a:extLst>
          </p:cNvPr>
          <p:cNvSpPr/>
          <p:nvPr/>
        </p:nvSpPr>
        <p:spPr>
          <a:xfrm>
            <a:off x="6129387" y="3721691"/>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0" name="Rectangle 209">
            <a:extLst>
              <a:ext uri="{FF2B5EF4-FFF2-40B4-BE49-F238E27FC236}">
                <a16:creationId xmlns:a16="http://schemas.microsoft.com/office/drawing/2014/main" id="{F788770E-9301-2649-7094-44601F10BD1A}"/>
              </a:ext>
            </a:extLst>
          </p:cNvPr>
          <p:cNvSpPr/>
          <p:nvPr/>
        </p:nvSpPr>
        <p:spPr>
          <a:xfrm>
            <a:off x="3886582" y="5209795"/>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1" name="Rectangle 210">
            <a:extLst>
              <a:ext uri="{FF2B5EF4-FFF2-40B4-BE49-F238E27FC236}">
                <a16:creationId xmlns:a16="http://schemas.microsoft.com/office/drawing/2014/main" id="{FD922A47-02D8-054A-4E77-AD3056FE25B9}"/>
              </a:ext>
            </a:extLst>
          </p:cNvPr>
          <p:cNvSpPr/>
          <p:nvPr/>
        </p:nvSpPr>
        <p:spPr>
          <a:xfrm>
            <a:off x="8205787" y="4966308"/>
            <a:ext cx="1145034"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2" name="Rectangle 211">
            <a:extLst>
              <a:ext uri="{FF2B5EF4-FFF2-40B4-BE49-F238E27FC236}">
                <a16:creationId xmlns:a16="http://schemas.microsoft.com/office/drawing/2014/main" id="{85DB2762-232A-EB14-C6EB-9DFAE7DC6D1B}"/>
              </a:ext>
            </a:extLst>
          </p:cNvPr>
          <p:cNvSpPr/>
          <p:nvPr/>
        </p:nvSpPr>
        <p:spPr>
          <a:xfrm>
            <a:off x="8191814" y="5941422"/>
            <a:ext cx="1159005" cy="62120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3" name="Rectangle 212">
            <a:extLst>
              <a:ext uri="{FF2B5EF4-FFF2-40B4-BE49-F238E27FC236}">
                <a16:creationId xmlns:a16="http://schemas.microsoft.com/office/drawing/2014/main" id="{2F569E41-FF31-372A-024C-A9461C867577}"/>
              </a:ext>
            </a:extLst>
          </p:cNvPr>
          <p:cNvSpPr/>
          <p:nvPr/>
        </p:nvSpPr>
        <p:spPr>
          <a:xfrm>
            <a:off x="9657281" y="6045348"/>
            <a:ext cx="1518562"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4" name="Rectangle 213">
            <a:extLst>
              <a:ext uri="{FF2B5EF4-FFF2-40B4-BE49-F238E27FC236}">
                <a16:creationId xmlns:a16="http://schemas.microsoft.com/office/drawing/2014/main" id="{94279BBE-3133-D938-32FE-5C26D5F5480E}"/>
              </a:ext>
            </a:extLst>
          </p:cNvPr>
          <p:cNvSpPr/>
          <p:nvPr/>
        </p:nvSpPr>
        <p:spPr>
          <a:xfrm>
            <a:off x="10189583" y="459272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5" name="Rectangle 214">
            <a:extLst>
              <a:ext uri="{FF2B5EF4-FFF2-40B4-BE49-F238E27FC236}">
                <a16:creationId xmlns:a16="http://schemas.microsoft.com/office/drawing/2014/main" id="{C5E6FFAE-195A-7C5D-3D42-7F32B55471D6}"/>
              </a:ext>
            </a:extLst>
          </p:cNvPr>
          <p:cNvSpPr/>
          <p:nvPr/>
        </p:nvSpPr>
        <p:spPr>
          <a:xfrm>
            <a:off x="8190630" y="3633946"/>
            <a:ext cx="1160190"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6" name="Rectangle 215">
            <a:extLst>
              <a:ext uri="{FF2B5EF4-FFF2-40B4-BE49-F238E27FC236}">
                <a16:creationId xmlns:a16="http://schemas.microsoft.com/office/drawing/2014/main" id="{0C13209B-913B-B7AD-F245-BE13A9CCFC8A}"/>
              </a:ext>
            </a:extLst>
          </p:cNvPr>
          <p:cNvSpPr/>
          <p:nvPr/>
        </p:nvSpPr>
        <p:spPr>
          <a:xfrm>
            <a:off x="10181679" y="531903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8" name="Segnaposto contenuto 2">
            <a:extLst>
              <a:ext uri="{FF2B5EF4-FFF2-40B4-BE49-F238E27FC236}">
                <a16:creationId xmlns:a16="http://schemas.microsoft.com/office/drawing/2014/main" id="{60552458-892E-3F34-9337-4229E8A32160}"/>
              </a:ext>
            </a:extLst>
          </p:cNvPr>
          <p:cNvSpPr>
            <a:spLocks noGrp="1"/>
          </p:cNvSpPr>
          <p:nvPr>
            <p:ph idx="1"/>
          </p:nvPr>
        </p:nvSpPr>
        <p:spPr>
          <a:xfrm>
            <a:off x="380935" y="3717827"/>
            <a:ext cx="2731568" cy="2844799"/>
          </a:xfrm>
        </p:spPr>
        <p:txBody>
          <a:bodyPr>
            <a:normAutofit/>
          </a:bodyPr>
          <a:lstStyle/>
          <a:p>
            <a:pPr marL="0" indent="0">
              <a:buNone/>
            </a:pPr>
            <a:endParaRPr lang="en-US" sz="1200" dirty="0"/>
          </a:p>
        </p:txBody>
      </p:sp>
    </p:spTree>
    <p:extLst>
      <p:ext uri="{BB962C8B-B14F-4D97-AF65-F5344CB8AC3E}">
        <p14:creationId xmlns:p14="http://schemas.microsoft.com/office/powerpoint/2010/main" val="1449985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sp>
        <p:nvSpPr>
          <p:cNvPr id="11" name="Flèche : droite 4">
            <a:extLst>
              <a:ext uri="{FF2B5EF4-FFF2-40B4-BE49-F238E27FC236}">
                <a16:creationId xmlns:a16="http://schemas.microsoft.com/office/drawing/2014/main" id="{D685F454-8AF5-8E9D-CE15-22DE00B91CAE}"/>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TARD</a:t>
            </a:r>
          </a:p>
          <a:p>
            <a:pPr algn="ctr"/>
            <a:endParaRPr lang="en-US">
              <a:solidFill>
                <a:schemeClr val="tx1"/>
              </a:solidFill>
            </a:endParaRPr>
          </a:p>
          <a:p>
            <a:pPr algn="ctr"/>
            <a:r>
              <a:rPr lang="en-US" sz="1200">
                <a:solidFill>
                  <a:schemeClr val="tx1"/>
                </a:solidFill>
              </a:rPr>
              <a:t>Décrivez des exemples de moments où il serait trop tard pour lancer le projet/produit.</a:t>
            </a:r>
          </a:p>
        </p:txBody>
      </p:sp>
      <p:sp>
        <p:nvSpPr>
          <p:cNvPr id="12" name="Rectangle 5">
            <a:extLst>
              <a:ext uri="{FF2B5EF4-FFF2-40B4-BE49-F238E27FC236}">
                <a16:creationId xmlns:a16="http://schemas.microsoft.com/office/drawing/2014/main" id="{3B12E90E-0E48-60E9-6219-F4DA7D9B36DE}"/>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NOTRE FENÊTRE D'OPPORTUNITÉ</a:t>
            </a:r>
          </a:p>
          <a:p>
            <a:pPr algn="ctr"/>
            <a:endParaRPr lang="en-US"/>
          </a:p>
          <a:p>
            <a:pPr algn="ctr"/>
            <a:r>
              <a:rPr lang="en-US" sz="1200"/>
              <a:t>Durée de la fenêtre d'opportunité pour le lancement et comment le projet / produit interceptera cette fenêtre (premières actions)</a:t>
            </a:r>
          </a:p>
        </p:txBody>
      </p:sp>
      <p:sp>
        <p:nvSpPr>
          <p:cNvPr id="13" name="Rectangle 6">
            <a:extLst>
              <a:ext uri="{FF2B5EF4-FFF2-40B4-BE49-F238E27FC236}">
                <a16:creationId xmlns:a16="http://schemas.microsoft.com/office/drawing/2014/main" id="{F01E7664-2433-53C7-10E7-1E91AA41F69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TROP TÔT</a:t>
            </a:r>
          </a:p>
          <a:p>
            <a:pPr algn="ctr"/>
            <a:endParaRPr lang="en-US">
              <a:solidFill>
                <a:schemeClr val="tx1"/>
              </a:solidFill>
            </a:endParaRPr>
          </a:p>
          <a:p>
            <a:pPr algn="ctr"/>
            <a:r>
              <a:rPr lang="en-US" sz="1200">
                <a:solidFill>
                  <a:schemeClr val="tx1"/>
                </a:solidFill>
              </a:rPr>
              <a:t>Décrivez des exemples de moments où il était trop tôt pour lancer le projet ou le produit.</a:t>
            </a:r>
          </a:p>
        </p:txBody>
      </p:sp>
      <p:sp>
        <p:nvSpPr>
          <p:cNvPr id="14" name="Rectangle 7">
            <a:extLst>
              <a:ext uri="{FF2B5EF4-FFF2-40B4-BE49-F238E27FC236}">
                <a16:creationId xmlns:a16="http://schemas.microsoft.com/office/drawing/2014/main" id="{B775C4FC-F439-7DFB-C557-A26DBB8A8B9C}"/>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DÉCLENCHEURS DE LANCEMENT</a:t>
            </a:r>
          </a:p>
          <a:p>
            <a:pPr algn="ctr"/>
            <a:endParaRPr lang="en-US"/>
          </a:p>
          <a:p>
            <a:pPr algn="ctr"/>
            <a:r>
              <a:rPr lang="en-US" sz="1200"/>
              <a:t>Événements notables qui nous amènent à lancer le projet bientôt ou maintenant</a:t>
            </a:r>
          </a:p>
        </p:txBody>
      </p:sp>
      <p:sp>
        <p:nvSpPr>
          <p:cNvPr id="15" name="Rectangle 8">
            <a:extLst>
              <a:ext uri="{FF2B5EF4-FFF2-40B4-BE49-F238E27FC236}">
                <a16:creationId xmlns:a16="http://schemas.microsoft.com/office/drawing/2014/main" id="{EC218C87-D8FE-4E45-56CA-2E45DD30DB1A}"/>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TRIGGERS PIVOT</a:t>
            </a:r>
          </a:p>
          <a:p>
            <a:pPr algn="ctr"/>
            <a:endParaRPr lang="en-US"/>
          </a:p>
          <a:p>
            <a:pPr algn="ctr"/>
            <a:r>
              <a:rPr lang="en-US" sz="1200"/>
              <a:t>Les événements ou dates remarquables qui peuvent nous amener à faire pivoter nos conditions de lancement avant qu'il ne soit trop tard.</a:t>
            </a:r>
          </a:p>
        </p:txBody>
      </p:sp>
      <p:sp>
        <p:nvSpPr>
          <p:cNvPr id="16" name="Rectangle 9">
            <a:extLst>
              <a:ext uri="{FF2B5EF4-FFF2-40B4-BE49-F238E27FC236}">
                <a16:creationId xmlns:a16="http://schemas.microsoft.com/office/drawing/2014/main" id="{E67DB36E-F593-C5F4-6DB8-AEB96EB2DD7A}"/>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7" name="Rectangle 10">
            <a:extLst>
              <a:ext uri="{FF2B5EF4-FFF2-40B4-BE49-F238E27FC236}">
                <a16:creationId xmlns:a16="http://schemas.microsoft.com/office/drawing/2014/main" id="{E6FFB597-BA97-4CA8-A415-B609C6036641}"/>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8" name="Rectangle 11">
            <a:extLst>
              <a:ext uri="{FF2B5EF4-FFF2-40B4-BE49-F238E27FC236}">
                <a16:creationId xmlns:a16="http://schemas.microsoft.com/office/drawing/2014/main" id="{AB3335A9-BA06-F564-865B-05511A68DC42}"/>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9" name="Rectangle 12">
            <a:extLst>
              <a:ext uri="{FF2B5EF4-FFF2-40B4-BE49-F238E27FC236}">
                <a16:creationId xmlns:a16="http://schemas.microsoft.com/office/drawing/2014/main" id="{E0569BAE-A862-F5BF-0510-F3E10AE91112}"/>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0" name="Rectangle 13">
            <a:extLst>
              <a:ext uri="{FF2B5EF4-FFF2-40B4-BE49-F238E27FC236}">
                <a16:creationId xmlns:a16="http://schemas.microsoft.com/office/drawing/2014/main" id="{3329E95A-C430-88A1-8AF6-711B3094F9A3}"/>
              </a:ext>
            </a:extLst>
          </p:cNvPr>
          <p:cNvSpPr/>
          <p:nvPr/>
        </p:nvSpPr>
        <p:spPr>
          <a:xfrm>
            <a:off x="2749636" y="496663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1" name="Rectangle 14">
            <a:extLst>
              <a:ext uri="{FF2B5EF4-FFF2-40B4-BE49-F238E27FC236}">
                <a16:creationId xmlns:a16="http://schemas.microsoft.com/office/drawing/2014/main" id="{52D531BF-E6CD-0BE6-362A-B99C7ECE068E}"/>
              </a:ext>
            </a:extLst>
          </p:cNvPr>
          <p:cNvSpPr/>
          <p:nvPr/>
        </p:nvSpPr>
        <p:spPr>
          <a:xfrm>
            <a:off x="5211510"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2" name="Rectangle 15">
            <a:extLst>
              <a:ext uri="{FF2B5EF4-FFF2-40B4-BE49-F238E27FC236}">
                <a16:creationId xmlns:a16="http://schemas.microsoft.com/office/drawing/2014/main" id="{DB16DF44-DD8E-380F-0D09-B7A3C02688C1}"/>
              </a:ext>
            </a:extLst>
          </p:cNvPr>
          <p:cNvSpPr/>
          <p:nvPr/>
        </p:nvSpPr>
        <p:spPr>
          <a:xfrm>
            <a:off x="4254834" y="386773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3" name="Rectangle 16">
            <a:extLst>
              <a:ext uri="{FF2B5EF4-FFF2-40B4-BE49-F238E27FC236}">
                <a16:creationId xmlns:a16="http://schemas.microsoft.com/office/drawing/2014/main" id="{3F153535-2DC8-9F07-364B-AC9D8827417E}"/>
              </a:ext>
            </a:extLst>
          </p:cNvPr>
          <p:cNvSpPr/>
          <p:nvPr/>
        </p:nvSpPr>
        <p:spPr>
          <a:xfrm>
            <a:off x="6311200" y="404149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4" name="Rectangle 18">
            <a:extLst>
              <a:ext uri="{FF2B5EF4-FFF2-40B4-BE49-F238E27FC236}">
                <a16:creationId xmlns:a16="http://schemas.microsoft.com/office/drawing/2014/main" id="{4FAC6B43-F123-77E2-7D72-BECCCEAD7952}"/>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5" name="Rectangle 19">
            <a:extLst>
              <a:ext uri="{FF2B5EF4-FFF2-40B4-BE49-F238E27FC236}">
                <a16:creationId xmlns:a16="http://schemas.microsoft.com/office/drawing/2014/main" id="{5F60151E-9A7A-1E86-90F7-38DE962505CC}"/>
              </a:ext>
            </a:extLst>
          </p:cNvPr>
          <p:cNvSpPr/>
          <p:nvPr/>
        </p:nvSpPr>
        <p:spPr>
          <a:xfrm>
            <a:off x="9474534" y="366787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6" name="Rectangle 20">
            <a:extLst>
              <a:ext uri="{FF2B5EF4-FFF2-40B4-BE49-F238E27FC236}">
                <a16:creationId xmlns:a16="http://schemas.microsoft.com/office/drawing/2014/main" id="{A79E8508-BE26-2254-54ED-B32C0ADB3208}"/>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7" name="Rectangle 21">
            <a:extLst>
              <a:ext uri="{FF2B5EF4-FFF2-40B4-BE49-F238E27FC236}">
                <a16:creationId xmlns:a16="http://schemas.microsoft.com/office/drawing/2014/main" id="{4D8D303A-7040-63F8-11E3-A6256010D94E}"/>
              </a:ext>
            </a:extLst>
          </p:cNvPr>
          <p:cNvSpPr/>
          <p:nvPr/>
        </p:nvSpPr>
        <p:spPr>
          <a:xfrm>
            <a:off x="9506036" y="4676019"/>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Tree>
    <p:extLst>
      <p:ext uri="{BB962C8B-B14F-4D97-AF65-F5344CB8AC3E}">
        <p14:creationId xmlns:p14="http://schemas.microsoft.com/office/powerpoint/2010/main" val="2895701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sz="4400" dirty="0"/>
              <a:t>Cas d'utilisation 1 </a:t>
            </a:r>
            <a:br>
              <a:rPr lang="en-US" sz="4400" dirty="0"/>
            </a:br>
            <a:r>
              <a:rPr lang="en-US" sz="4400" dirty="0"/>
              <a:t>Un projet de transformation de l'entreprise sur l'apprentissage</a:t>
            </a:r>
            <a:endParaRPr lang="en-US" dirty="0"/>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Effet</a:t>
            </a:r>
            <a:r>
              <a:rPr lang="en-US" sz="1600" dirty="0">
                <a:solidFill>
                  <a:schemeClr val="tx1"/>
                </a:solidFill>
              </a:rPr>
              <a:t> </a:t>
            </a:r>
            <a:r>
              <a:rPr lang="en-US" sz="1600" dirty="0" err="1">
                <a:solidFill>
                  <a:schemeClr val="tx1"/>
                </a:solidFill>
              </a:rPr>
              <a:t>secondaire</a:t>
            </a:r>
            <a:r>
              <a:rPr lang="en-US" sz="1600" dirty="0">
                <a:solidFill>
                  <a:schemeClr val="tx1"/>
                </a:solidFill>
              </a:rPr>
              <a:t> </a:t>
            </a:r>
            <a:r>
              <a:rPr lang="en-US" sz="1600" dirty="0" err="1">
                <a:solidFill>
                  <a:schemeClr val="tx1"/>
                </a:solidFill>
              </a:rPr>
              <a:t>positif</a:t>
            </a:r>
            <a:endParaRPr lang="en-US" sz="1600" dirty="0">
              <a:solidFill>
                <a:schemeClr val="tx1"/>
              </a:solidFill>
            </a:endParaRP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Influence directe sur les activités du projet / produit</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 Direct Groupe cible</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Groupe cible</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 Personne cible directe</a:t>
            </a:r>
          </a:p>
        </p:txBody>
      </p:sp>
      <p:sp>
        <p:nvSpPr>
          <p:cNvPr id="24" name="Rectangle 23">
            <a:extLst>
              <a:ext uri="{FF2B5EF4-FFF2-40B4-BE49-F238E27FC236}">
                <a16:creationId xmlns:a16="http://schemas.microsoft.com/office/drawing/2014/main" id="{EFF0DE9B-E02C-473A-8B24-A7B6892A878E}"/>
              </a:ext>
            </a:extLst>
          </p:cNvPr>
          <p:cNvSpPr/>
          <p:nvPr/>
        </p:nvSpPr>
        <p:spPr>
          <a:xfrm>
            <a:off x="139505" y="1948921"/>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Légende de la carte</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a:t>Membre de l'équipe</a:t>
            </a:r>
            <a:endParaRPr lang="en-US" dirty="0"/>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en-US" sz="1200" dirty="0">
                <a:solidFill>
                  <a:schemeClr val="tx1"/>
                </a:solidFill>
              </a:rPr>
              <a:t>Indirect Personne cible</a:t>
            </a:r>
          </a:p>
        </p:txBody>
      </p:sp>
      <p:pic>
        <p:nvPicPr>
          <p:cNvPr id="16" name="Graphique 29" descr="Sphères de Harvey 100% avec un remplissage uni">
            <a:extLst>
              <a:ext uri="{FF2B5EF4-FFF2-40B4-BE49-F238E27FC236}">
                <a16:creationId xmlns:a16="http://schemas.microsoft.com/office/drawing/2014/main" id="{10D3E887-579B-5D7C-1F3A-063A451552F7}"/>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29" name="Flèche : droite 61">
            <a:extLst>
              <a:ext uri="{FF2B5EF4-FFF2-40B4-BE49-F238E27FC236}">
                <a16:creationId xmlns:a16="http://schemas.microsoft.com/office/drawing/2014/main" id="{F906E31D-56B1-D1BA-37EE-860BB320DB19}"/>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9" name="Flèche : droite 62">
            <a:extLst>
              <a:ext uri="{FF2B5EF4-FFF2-40B4-BE49-F238E27FC236}">
                <a16:creationId xmlns:a16="http://schemas.microsoft.com/office/drawing/2014/main" id="{DCBD84C2-5A1A-6E8B-1F58-A4DFB25777BA}"/>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0" name="Flèche : droite 63">
            <a:extLst>
              <a:ext uri="{FF2B5EF4-FFF2-40B4-BE49-F238E27FC236}">
                <a16:creationId xmlns:a16="http://schemas.microsoft.com/office/drawing/2014/main" id="{A44CBF9F-C632-9939-F255-08DD6589939D}"/>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1" name="Flèche : droite 64">
            <a:extLst>
              <a:ext uri="{FF2B5EF4-FFF2-40B4-BE49-F238E27FC236}">
                <a16:creationId xmlns:a16="http://schemas.microsoft.com/office/drawing/2014/main" id="{F6A35664-79F7-67A9-496B-425A4AD94157}"/>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2" name="Rectangle 8">
            <a:extLst>
              <a:ext uri="{FF2B5EF4-FFF2-40B4-BE49-F238E27FC236}">
                <a16:creationId xmlns:a16="http://schemas.microsoft.com/office/drawing/2014/main" id="{933C98CD-019E-CD6D-8BDD-6C6AE1008237}"/>
              </a:ext>
            </a:extLst>
          </p:cNvPr>
          <p:cNvSpPr/>
          <p:nvPr/>
        </p:nvSpPr>
        <p:spPr>
          <a:xfrm>
            <a:off x="6833198" y="2367313"/>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3" name="Rectangle 8">
            <a:extLst>
              <a:ext uri="{FF2B5EF4-FFF2-40B4-BE49-F238E27FC236}">
                <a16:creationId xmlns:a16="http://schemas.microsoft.com/office/drawing/2014/main" id="{E4776DEF-73E7-B547-7BD9-AAA7F365370D}"/>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4" name="Rectangle 8">
            <a:extLst>
              <a:ext uri="{FF2B5EF4-FFF2-40B4-BE49-F238E27FC236}">
                <a16:creationId xmlns:a16="http://schemas.microsoft.com/office/drawing/2014/main" id="{E333E9A4-D42C-E955-D343-7D6FD5FE67AC}"/>
              </a:ext>
            </a:extLst>
          </p:cNvPr>
          <p:cNvSpPr/>
          <p:nvPr/>
        </p:nvSpPr>
        <p:spPr>
          <a:xfrm>
            <a:off x="7200028"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5" name="ZoneTexte 22">
            <a:extLst>
              <a:ext uri="{FF2B5EF4-FFF2-40B4-BE49-F238E27FC236}">
                <a16:creationId xmlns:a16="http://schemas.microsoft.com/office/drawing/2014/main" id="{690D9923-7D32-A6E0-B634-E9C8D4403967}"/>
              </a:ext>
            </a:extLst>
          </p:cNvPr>
          <p:cNvSpPr txBox="1"/>
          <p:nvPr/>
        </p:nvSpPr>
        <p:spPr>
          <a:xfrm>
            <a:off x="6843897" y="5795059"/>
            <a:ext cx="792000" cy="792000"/>
          </a:xfrm>
          <a:prstGeom prst="rect">
            <a:avLst/>
          </a:prstGeom>
          <a:solidFill>
            <a:srgbClr val="FFFF00"/>
          </a:solidFill>
          <a:ln>
            <a:solidFill>
              <a:schemeClr val="tx1"/>
            </a:solidFill>
          </a:ln>
        </p:spPr>
        <p:txBody>
          <a:bodyPr wrap="square">
            <a:noAutofit/>
          </a:bodyPr>
          <a:lstStyle/>
          <a:p>
            <a:pPr algn="ctr"/>
            <a:endParaRPr lang="en-US" sz="1200" dirty="0">
              <a:solidFill>
                <a:schemeClr val="tx1"/>
              </a:solidFill>
            </a:endParaRPr>
          </a:p>
        </p:txBody>
      </p:sp>
      <p:sp>
        <p:nvSpPr>
          <p:cNvPr id="76" name="ZoneTexte 25">
            <a:extLst>
              <a:ext uri="{FF2B5EF4-FFF2-40B4-BE49-F238E27FC236}">
                <a16:creationId xmlns:a16="http://schemas.microsoft.com/office/drawing/2014/main" id="{D8C1C1DD-0DEF-E1A9-508C-54559A44A606}"/>
              </a:ext>
            </a:extLst>
          </p:cNvPr>
          <p:cNvSpPr txBox="1"/>
          <p:nvPr/>
        </p:nvSpPr>
        <p:spPr>
          <a:xfrm>
            <a:off x="8067204" y="5143737"/>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endParaRPr lang="en-US" dirty="0"/>
          </a:p>
        </p:txBody>
      </p:sp>
      <p:sp>
        <p:nvSpPr>
          <p:cNvPr id="77" name="Flèche : droite 13">
            <a:extLst>
              <a:ext uri="{FF2B5EF4-FFF2-40B4-BE49-F238E27FC236}">
                <a16:creationId xmlns:a16="http://schemas.microsoft.com/office/drawing/2014/main" id="{0A1E6499-CCAA-10E1-B12C-58936C6AE353}"/>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8" name="Rectangle 17">
            <a:extLst>
              <a:ext uri="{FF2B5EF4-FFF2-40B4-BE49-F238E27FC236}">
                <a16:creationId xmlns:a16="http://schemas.microsoft.com/office/drawing/2014/main" id="{73011C7A-14CE-5B07-96F1-88ED415F3A73}"/>
              </a:ext>
            </a:extLst>
          </p:cNvPr>
          <p:cNvSpPr/>
          <p:nvPr/>
        </p:nvSpPr>
        <p:spPr>
          <a:xfrm>
            <a:off x="10128210"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9" name="Flèche : droite 13">
            <a:extLst>
              <a:ext uri="{FF2B5EF4-FFF2-40B4-BE49-F238E27FC236}">
                <a16:creationId xmlns:a16="http://schemas.microsoft.com/office/drawing/2014/main" id="{C28B012F-8F53-69EB-2719-4A67C9CF4D75}"/>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0" name="Rectangle 17">
            <a:extLst>
              <a:ext uri="{FF2B5EF4-FFF2-40B4-BE49-F238E27FC236}">
                <a16:creationId xmlns:a16="http://schemas.microsoft.com/office/drawing/2014/main" id="{51C623CD-F296-E82D-95D7-0595F7D67018}"/>
              </a:ext>
            </a:extLst>
          </p:cNvPr>
          <p:cNvSpPr/>
          <p:nvPr/>
        </p:nvSpPr>
        <p:spPr>
          <a:xfrm>
            <a:off x="9745541" y="348005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1" name="Rectangle 17">
            <a:extLst>
              <a:ext uri="{FF2B5EF4-FFF2-40B4-BE49-F238E27FC236}">
                <a16:creationId xmlns:a16="http://schemas.microsoft.com/office/drawing/2014/main" id="{F57B21A7-19BB-AE48-B1EA-32171514CE47}"/>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2" name="Flèche : droite 13">
            <a:extLst>
              <a:ext uri="{FF2B5EF4-FFF2-40B4-BE49-F238E27FC236}">
                <a16:creationId xmlns:a16="http://schemas.microsoft.com/office/drawing/2014/main" id="{D1E51439-804C-0915-DD8A-1C099D816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ZoneTexte 22">
            <a:extLst>
              <a:ext uri="{FF2B5EF4-FFF2-40B4-BE49-F238E27FC236}">
                <a16:creationId xmlns:a16="http://schemas.microsoft.com/office/drawing/2014/main" id="{B6EF4AE5-40B5-3427-D0EB-C15BCFD17329}"/>
              </a:ext>
            </a:extLst>
          </p:cNvPr>
          <p:cNvSpPr txBox="1"/>
          <p:nvPr/>
        </p:nvSpPr>
        <p:spPr>
          <a:xfrm>
            <a:off x="9726130" y="2493062"/>
            <a:ext cx="792000" cy="792000"/>
          </a:xfrm>
          <a:prstGeom prst="rect">
            <a:avLst/>
          </a:prstGeom>
          <a:solidFill>
            <a:srgbClr val="FF66FF"/>
          </a:solidFill>
        </p:spPr>
        <p:txBody>
          <a:bodyPr wrap="square">
            <a:noAutofit/>
          </a:bodyPr>
          <a:lstStyle/>
          <a:p>
            <a:pPr algn="ctr"/>
            <a:endParaRPr lang="en-US" sz="1200" dirty="0">
              <a:solidFill>
                <a:schemeClr val="tx1"/>
              </a:solidFill>
            </a:endParaRPr>
          </a:p>
        </p:txBody>
      </p:sp>
      <p:sp>
        <p:nvSpPr>
          <p:cNvPr id="84" name="Flèche : droite 13">
            <a:extLst>
              <a:ext uri="{FF2B5EF4-FFF2-40B4-BE49-F238E27FC236}">
                <a16:creationId xmlns:a16="http://schemas.microsoft.com/office/drawing/2014/main" id="{40EC5243-41A3-276E-2E92-861600FD97FB}"/>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Flèche : droite 13">
            <a:extLst>
              <a:ext uri="{FF2B5EF4-FFF2-40B4-BE49-F238E27FC236}">
                <a16:creationId xmlns:a16="http://schemas.microsoft.com/office/drawing/2014/main" id="{762D299A-4519-7630-C474-BC6BF35BC3D2}"/>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6" name="ZoneTexte 25">
            <a:extLst>
              <a:ext uri="{FF2B5EF4-FFF2-40B4-BE49-F238E27FC236}">
                <a16:creationId xmlns:a16="http://schemas.microsoft.com/office/drawing/2014/main" id="{93F1416C-9545-7573-1270-6A728AE6DF9B}"/>
              </a:ext>
            </a:extLst>
          </p:cNvPr>
          <p:cNvSpPr txBox="1"/>
          <p:nvPr/>
        </p:nvSpPr>
        <p:spPr>
          <a:xfrm>
            <a:off x="10801095" y="3679476"/>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endParaRPr lang="en-US" dirty="0"/>
          </a:p>
        </p:txBody>
      </p:sp>
    </p:spTree>
    <p:extLst>
      <p:ext uri="{BB962C8B-B14F-4D97-AF65-F5344CB8AC3E}">
        <p14:creationId xmlns:p14="http://schemas.microsoft.com/office/powerpoint/2010/main" val="10871503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918624" y="2940263"/>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7" name="Rectangle 49">
            <a:extLst>
              <a:ext uri="{FF2B5EF4-FFF2-40B4-BE49-F238E27FC236}">
                <a16:creationId xmlns:a16="http://schemas.microsoft.com/office/drawing/2014/main" id="{E8E4E29D-F3EB-FAF3-AF69-D000DFA1F074}"/>
              </a:ext>
            </a:extLst>
          </p:cNvPr>
          <p:cNvSpPr/>
          <p:nvPr/>
        </p:nvSpPr>
        <p:spPr>
          <a:xfrm>
            <a:off x="7673485" y="2311175"/>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FAMILIARITÉ</a:t>
            </a:r>
          </a:p>
          <a:p>
            <a:pPr algn="ctr"/>
            <a:r>
              <a:rPr lang="en-US" sz="1200" dirty="0">
                <a:solidFill>
                  <a:schemeClr val="tx1"/>
                </a:solidFill>
              </a:rPr>
              <a:t>Points communs entre l'expérience du projet / produit et l'expérience actuelle des parties prenantes</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3949244" y="2182199"/>
            <a:ext cx="1975268" cy="923330"/>
          </a:xfrm>
          <a:prstGeom prst="rect">
            <a:avLst/>
          </a:prstGeom>
          <a:noFill/>
        </p:spPr>
        <p:txBody>
          <a:bodyPr wrap="square">
            <a:spAutoFit/>
          </a:bodyPr>
          <a:lstStyle/>
          <a:p>
            <a:pPr marL="0" indent="0" algn="ctr">
              <a:buNone/>
            </a:pPr>
            <a:r>
              <a:rPr lang="en-US" sz="1800" b="1" dirty="0"/>
              <a:t>EXPÉRIENCE ACTUELLE DES PARTIES PRENANTES : </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646331"/>
          </a:xfrm>
          <a:prstGeom prst="rect">
            <a:avLst/>
          </a:prstGeom>
          <a:noFill/>
        </p:spPr>
        <p:txBody>
          <a:bodyPr wrap="square">
            <a:spAutoFit/>
          </a:bodyPr>
          <a:lstStyle/>
          <a:p>
            <a:pPr marL="0" indent="0" algn="ctr">
              <a:buNone/>
            </a:pPr>
            <a:r>
              <a:rPr lang="en-US" sz="1800" b="1" dirty="0"/>
              <a:t>NOUVELLE EXPÉRIENCE </a:t>
            </a:r>
            <a:r>
              <a:rPr lang="en-US" sz="1800" dirty="0"/>
              <a:t>:</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646331"/>
          </a:xfrm>
          <a:prstGeom prst="rect">
            <a:avLst/>
          </a:prstGeom>
          <a:noFill/>
        </p:spPr>
        <p:txBody>
          <a:bodyPr wrap="square">
            <a:spAutoFit/>
          </a:bodyPr>
          <a:lstStyle/>
          <a:p>
            <a:pPr marL="0" indent="0" algn="ctr">
              <a:buNone/>
            </a:pPr>
            <a:r>
              <a:rPr lang="en-US" sz="1800" b="1" dirty="0"/>
              <a:t>PARTIE PRENANTE CHOISIE </a:t>
            </a:r>
            <a:r>
              <a:rPr lang="en-US" sz="1800" dirty="0"/>
              <a:t>:</a:t>
            </a:r>
          </a:p>
        </p:txBody>
      </p:sp>
    </p:spTree>
    <p:extLst>
      <p:ext uri="{BB962C8B-B14F-4D97-AF65-F5344CB8AC3E}">
        <p14:creationId xmlns:p14="http://schemas.microsoft.com/office/powerpoint/2010/main" val="33474422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Cas d'utilisation 1 </a:t>
            </a:r>
            <a:br>
              <a:rPr lang="en-US" sz="3200" dirty="0"/>
            </a:br>
            <a:r>
              <a:rPr lang="en-US" sz="3200" dirty="0"/>
              <a:t>Un projet de transformation de l'entreprise sur l'apprentissage</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918624" y="2940263"/>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7" name="Rectangle 49">
            <a:extLst>
              <a:ext uri="{FF2B5EF4-FFF2-40B4-BE49-F238E27FC236}">
                <a16:creationId xmlns:a16="http://schemas.microsoft.com/office/drawing/2014/main" id="{E8E4E29D-F3EB-FAF3-AF69-D000DFA1F074}"/>
              </a:ext>
            </a:extLst>
          </p:cNvPr>
          <p:cNvSpPr/>
          <p:nvPr/>
        </p:nvSpPr>
        <p:spPr>
          <a:xfrm>
            <a:off x="7673485" y="2311175"/>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DIFFÉRENCIATION</a:t>
            </a:r>
          </a:p>
          <a:p>
            <a:pPr algn="ctr"/>
            <a:r>
              <a:rPr lang="en-US" sz="1200" dirty="0">
                <a:solidFill>
                  <a:schemeClr val="tx1"/>
                </a:solidFill>
              </a:rPr>
              <a:t>Expérience en matière de projets / produits</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STATUT ACTUEL</a:t>
            </a:r>
          </a:p>
          <a:p>
            <a:pPr algn="ctr"/>
            <a:r>
              <a:rPr lang="en-US" sz="1200" dirty="0">
                <a:solidFill>
                  <a:schemeClr val="tx1"/>
                </a:solidFill>
              </a:rPr>
              <a:t>Expérience actuelle des parties prenantes</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FAMILIARITÉ</a:t>
            </a:r>
          </a:p>
          <a:p>
            <a:pPr algn="ctr"/>
            <a:r>
              <a:rPr lang="en-US" sz="1200" dirty="0">
                <a:solidFill>
                  <a:schemeClr val="tx1"/>
                </a:solidFill>
              </a:rPr>
              <a:t>Points communs entre l'expérience du projet / produit et l'expérience actuelle des parties prenantes</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4009613" y="2173055"/>
            <a:ext cx="1975268" cy="923330"/>
          </a:xfrm>
          <a:prstGeom prst="rect">
            <a:avLst/>
          </a:prstGeom>
          <a:noFill/>
        </p:spPr>
        <p:txBody>
          <a:bodyPr wrap="square">
            <a:spAutoFit/>
          </a:bodyPr>
          <a:lstStyle/>
          <a:p>
            <a:pPr marL="0" indent="0" algn="ctr">
              <a:buNone/>
            </a:pPr>
            <a:r>
              <a:rPr lang="en-US" sz="1800" b="1" dirty="0"/>
              <a:t>EXPÉRIENCE ACTUELLE DES PARTIES PRENANTES : </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646331"/>
          </a:xfrm>
          <a:prstGeom prst="rect">
            <a:avLst/>
          </a:prstGeom>
          <a:noFill/>
        </p:spPr>
        <p:txBody>
          <a:bodyPr wrap="square">
            <a:spAutoFit/>
          </a:bodyPr>
          <a:lstStyle/>
          <a:p>
            <a:pPr marL="0" indent="0" algn="ctr">
              <a:buNone/>
            </a:pPr>
            <a:r>
              <a:rPr lang="en-US" sz="1800" b="1" dirty="0"/>
              <a:t>NOUVELLE EXPÉRIENCE </a:t>
            </a:r>
            <a:r>
              <a:rPr lang="en-US" sz="1800" dirty="0"/>
              <a:t>:</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646331"/>
          </a:xfrm>
          <a:prstGeom prst="rect">
            <a:avLst/>
          </a:prstGeom>
          <a:noFill/>
        </p:spPr>
        <p:txBody>
          <a:bodyPr wrap="square">
            <a:spAutoFit/>
          </a:bodyPr>
          <a:lstStyle/>
          <a:p>
            <a:pPr marL="0" indent="0" algn="ctr">
              <a:buNone/>
            </a:pPr>
            <a:r>
              <a:rPr lang="en-US" sz="1800" b="1" dirty="0"/>
              <a:t>PARTIE PRENANTE CHOISIE </a:t>
            </a:r>
            <a:r>
              <a:rPr lang="en-US" sz="1800" dirty="0"/>
              <a:t>:</a:t>
            </a:r>
          </a:p>
        </p:txBody>
      </p:sp>
    </p:spTree>
    <p:extLst>
      <p:ext uri="{BB962C8B-B14F-4D97-AF65-F5344CB8AC3E}">
        <p14:creationId xmlns:p14="http://schemas.microsoft.com/office/powerpoint/2010/main" val="228533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334978"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93651"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854247" y="2020186"/>
            <a:ext cx="20127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Pourquoi ne pas essayer ?</a:t>
            </a:r>
            <a:br>
              <a:rPr lang="en-US" sz="3200"/>
            </a:br>
            <a:r>
              <a:rPr lang="en-US" sz="3200"/>
              <a:t>L'arbre de la sérendipité (exemple de version atelier visuel)</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6" name="Rectangle 38">
            <a:extLst>
              <a:ext uri="{FF2B5EF4-FFF2-40B4-BE49-F238E27FC236}">
                <a16:creationId xmlns:a16="http://schemas.microsoft.com/office/drawing/2014/main" id="{5B2DEFE8-6EC9-3666-0078-CB9A4552989C}"/>
              </a:ext>
            </a:extLst>
          </p:cNvPr>
          <p:cNvSpPr/>
          <p:nvPr/>
        </p:nvSpPr>
        <p:spPr>
          <a:xfrm>
            <a:off x="4591619" y="551515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Concrétisation</a:t>
            </a:r>
          </a:p>
        </p:txBody>
      </p:sp>
      <p:sp>
        <p:nvSpPr>
          <p:cNvPr id="11" name="Rectangle 39">
            <a:extLst>
              <a:ext uri="{FF2B5EF4-FFF2-40B4-BE49-F238E27FC236}">
                <a16:creationId xmlns:a16="http://schemas.microsoft.com/office/drawing/2014/main" id="{C251BD9A-6908-BA96-2B6B-AA42DE11484D}"/>
              </a:ext>
            </a:extLst>
          </p:cNvPr>
          <p:cNvSpPr/>
          <p:nvPr/>
        </p:nvSpPr>
        <p:spPr>
          <a:xfrm>
            <a:off x="4591619" y="4921527"/>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Conséquence positive</a:t>
            </a:r>
          </a:p>
        </p:txBody>
      </p:sp>
      <p:sp>
        <p:nvSpPr>
          <p:cNvPr id="16" name="Rectangle 44">
            <a:extLst>
              <a:ext uri="{FF2B5EF4-FFF2-40B4-BE49-F238E27FC236}">
                <a16:creationId xmlns:a16="http://schemas.microsoft.com/office/drawing/2014/main" id="{A26CD0A8-686E-0225-ED5C-58681CFE58B4}"/>
              </a:ext>
            </a:extLst>
          </p:cNvPr>
          <p:cNvSpPr/>
          <p:nvPr/>
        </p:nvSpPr>
        <p:spPr>
          <a:xfrm>
            <a:off x="4591619" y="6108779"/>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Motivation de base</a:t>
            </a:r>
          </a:p>
        </p:txBody>
      </p:sp>
      <p:sp>
        <p:nvSpPr>
          <p:cNvPr id="18" name="CasellaDiTesto 17">
            <a:extLst>
              <a:ext uri="{FF2B5EF4-FFF2-40B4-BE49-F238E27FC236}">
                <a16:creationId xmlns:a16="http://schemas.microsoft.com/office/drawing/2014/main" id="{F53604D8-E692-7F96-F3BC-2F40E1A71B7E}"/>
              </a:ext>
            </a:extLst>
          </p:cNvPr>
          <p:cNvSpPr txBox="1"/>
          <p:nvPr/>
        </p:nvSpPr>
        <p:spPr>
          <a:xfrm>
            <a:off x="4431950" y="4252178"/>
            <a:ext cx="1544433" cy="646331"/>
          </a:xfrm>
          <a:prstGeom prst="rect">
            <a:avLst/>
          </a:prstGeom>
          <a:noFill/>
        </p:spPr>
        <p:txBody>
          <a:bodyPr wrap="square">
            <a:spAutoFit/>
          </a:bodyPr>
          <a:lstStyle/>
          <a:p>
            <a:pPr algn="ctr"/>
            <a:r>
              <a:rPr lang="en-US" b="1" dirty="0">
                <a:solidFill>
                  <a:schemeClr val="tx1"/>
                </a:solidFill>
              </a:rPr>
              <a:t>Légende de l'atelier</a:t>
            </a:r>
          </a:p>
        </p:txBody>
      </p:sp>
      <p:sp>
        <p:nvSpPr>
          <p:cNvPr id="24" name="Segnaposto contenuto 2">
            <a:extLst>
              <a:ext uri="{FF2B5EF4-FFF2-40B4-BE49-F238E27FC236}">
                <a16:creationId xmlns:a16="http://schemas.microsoft.com/office/drawing/2014/main" id="{24BAB7B8-4BC0-8943-594B-C8AD3EDBCBF7}"/>
              </a:ext>
            </a:extLst>
          </p:cNvPr>
          <p:cNvSpPr>
            <a:spLocks noGrp="1"/>
          </p:cNvSpPr>
          <p:nvPr>
            <p:ph idx="1"/>
          </p:nvPr>
        </p:nvSpPr>
        <p:spPr>
          <a:xfrm>
            <a:off x="380935" y="3717827"/>
            <a:ext cx="2731568" cy="2844799"/>
          </a:xfrm>
        </p:spPr>
        <p:txBody>
          <a:bodyPr>
            <a:normAutofit/>
          </a:bodyPr>
          <a:lstStyle/>
          <a:p>
            <a:pPr marL="0" indent="0">
              <a:buNone/>
            </a:pPr>
            <a:r>
              <a:rPr lang="en-US" sz="1400" dirty="0"/>
              <a:t>Brainstorm sur les </a:t>
            </a:r>
            <a:r>
              <a:rPr lang="en-US" sz="1400" dirty="0" err="1"/>
              <a:t>effets</a:t>
            </a:r>
            <a:r>
              <a:rPr lang="en-US" sz="1400" dirty="0"/>
              <a:t> de </a:t>
            </a:r>
            <a:r>
              <a:rPr lang="en-US" sz="1400" dirty="0" err="1"/>
              <a:t>sérendipité</a:t>
            </a:r>
            <a:r>
              <a:rPr lang="en-US" sz="1400" dirty="0"/>
              <a:t> possibles du lancement du nouveau produit "dentifrice à mâcher".</a:t>
            </a:r>
            <a:endParaRPr lang="en-US" sz="1200" dirty="0"/>
          </a:p>
        </p:txBody>
      </p:sp>
    </p:spTree>
    <p:extLst>
      <p:ext uri="{BB962C8B-B14F-4D97-AF65-F5344CB8AC3E}">
        <p14:creationId xmlns:p14="http://schemas.microsoft.com/office/powerpoint/2010/main" val="27254273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09437" y="643466"/>
            <a:ext cx="5773125" cy="5571067"/>
          </a:xfrm>
          <a:prstGeom prst="rect">
            <a:avLst/>
          </a:prstGeom>
        </p:spPr>
      </p:pic>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xmlns:a16="http://schemas.microsoft.com/office/drawing/2014/main" xmlns:a14="http://schemas.microsoft.com/office/drawing/2010/main">
      <p:transition spd="slow" advTm="22592"/>
    </mc:Fallback>
  </mc:AlternateContent>
</p:sld>
</file>

<file path=ppt/theme/theme1.xml><?xml version="1.0" encoding="utf-8"?>
<a:theme xmlns:a="http://schemas.openxmlformats.org/drawingml/2006/main" name="Thème Office">
  <a:themeElements>
    <a:clrScheme name="OpenSeriousGame">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Props1.xml><?xml version="1.0" encoding="utf-8"?>
<ds:datastoreItem xmlns:ds="http://schemas.openxmlformats.org/officeDocument/2006/customXml" ds:itemID="{8FA46D5E-A839-42F9-9AEA-ABBA17052825}">
  <ds:schemaRefs>
    <ds:schemaRef ds:uri="http://schemas.microsoft.com/sharepoint/v3/contenttype/forms"/>
  </ds:schemaRefs>
</ds:datastoreItem>
</file>

<file path=customXml/itemProps2.xml><?xml version="1.0" encoding="utf-8"?>
<ds:datastoreItem xmlns:ds="http://schemas.openxmlformats.org/officeDocument/2006/customXml" ds:itemID="{42D845A2-5872-4F7C-8C79-BDD0578441E8}">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D6F8CDF-F17C-4334-AF2B-81F8278F18EE}">
  <ds:schemaRefs>
    <ds:schemaRef ds:uri="http://www.w3.org/XML/1998/namespace"/>
    <ds:schemaRef ds:uri="ae28f11b-d4f1-47fe-837d-5da7d4fdfa8d"/>
    <ds:schemaRef ds:uri="http://schemas.microsoft.com/office/infopath/2007/PartnerControls"/>
    <ds:schemaRef ds:uri="http://schemas.microsoft.com/office/2006/documentManagement/types"/>
    <ds:schemaRef ds:uri="http://purl.org/dc/terms/"/>
    <ds:schemaRef ds:uri="http://schemas.microsoft.com/office/2006/metadata/properties"/>
    <ds:schemaRef ds:uri="http://purl.org/dc/elements/1.1/"/>
    <ds:schemaRef ds:uri="http://purl.org/dc/dcmitype/"/>
    <ds:schemaRef ds:uri="http://schemas.openxmlformats.org/package/2006/metadata/core-properties"/>
    <ds:schemaRef ds:uri="2e054d75-df43-4e50-a610-0e7b0816d11a"/>
  </ds:schemaRefs>
</ds:datastoreItem>
</file>

<file path=docProps/app.xml><?xml version="1.0" encoding="utf-8"?>
<Properties xmlns="http://schemas.openxmlformats.org/officeDocument/2006/extended-properties" xmlns:vt="http://schemas.openxmlformats.org/officeDocument/2006/docPropsVTypes">
  <TotalTime>1368</TotalTime>
  <Words>11387</Words>
  <Application>Microsoft Office PowerPoint</Application>
  <PresentationFormat>Widescreen</PresentationFormat>
  <Paragraphs>1761</Paragraphs>
  <Slides>102</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102</vt:i4>
      </vt:variant>
    </vt:vector>
  </HeadingPairs>
  <TitlesOfParts>
    <vt:vector size="106" baseType="lpstr">
      <vt:lpstr>Arial</vt:lpstr>
      <vt:lpstr>Calibri</vt:lpstr>
      <vt:lpstr>Calibri Light</vt:lpstr>
      <vt:lpstr>Thème Office</vt:lpstr>
      <vt:lpstr>Presentazione standard di PowerPoint</vt:lpstr>
      <vt:lpstr>Résumé</vt:lpstr>
      <vt:lpstr>Alignement et POURQUOI</vt:lpstr>
      <vt:lpstr>Défis habituels concernant l'alignement autour d'un projet / produit</vt:lpstr>
      <vt:lpstr>Projet et produit - POURQUOI Alignement par explication</vt:lpstr>
      <vt:lpstr>Résumé de 6 Canevas POURQUOI</vt:lpstr>
      <vt:lpstr>Effet cible de chaque Canevas de POURQUOI</vt:lpstr>
      <vt:lpstr>Effet cible de chaque Canevas</vt:lpstr>
      <vt:lpstr>Les objectifs des POURQUOI d’un projet / produit pour l'alignement</vt:lpstr>
      <vt:lpstr>Pourquoi ce format très visuel ?</vt:lpstr>
      <vt:lpstr>POURQUOI</vt:lpstr>
      <vt:lpstr>Les défis habituels liés à un "pourquoi pas clair".</vt:lpstr>
      <vt:lpstr>POURQUOI ? Pyramide du SENS d’un projet / produit</vt:lpstr>
      <vt:lpstr>POURQUOI ? Pyramide du sens d’un projet / produit Détails des domaines</vt:lpstr>
      <vt:lpstr>POURQUOI ? Pyramide du sens d’un projet / produit Version visuelle de l'atelier</vt:lpstr>
      <vt:lpstr>POURQUOI ? Pyramide du sens d’un projet / produit Version visuelle de l'atelier : exemple de résultats</vt:lpstr>
      <vt:lpstr>POURQUOI ? Pyramide du sens d’un projet / produit Version visuelle de l'atelier : exemple de résultats</vt:lpstr>
      <vt:lpstr>POURQUOI NOUS</vt:lpstr>
      <vt:lpstr>Défis habituels liés à une compréhension peu claire des contributions individuelles</vt:lpstr>
      <vt:lpstr>Pourquoi NOUS ?  Maison de la contribution (atelier visuel)</vt:lpstr>
      <vt:lpstr>Pourquoi NOUS ? Maison de la contribution (version atelier visuel)</vt:lpstr>
      <vt:lpstr>Pourquoi NOUS ? Maison de la contribution (exemple de version atelier visuel) Exemple : Construire une communauté de pratique publique</vt:lpstr>
      <vt:lpstr>Pourquoi NOUS ? Maison de la contribution (exemple de version atelier visuel)</vt:lpstr>
      <vt:lpstr>Pourquoi NOUS ? Maison de la contribution (exemple de version atelier visuel)</vt:lpstr>
      <vt:lpstr>Pourquoi NOUS ? Maison de la contribution (exemple de version atelier visuel)</vt:lpstr>
      <vt:lpstr>Pourquoi NOUS ? Chambre de contribution (Que faire avec les résultats)</vt:lpstr>
      <vt:lpstr>Pourquoi NOUS ? Maison de la contribution (exemple de version atelier visuel)</vt:lpstr>
      <vt:lpstr>POURQUOI MAINTENANT</vt:lpstr>
      <vt:lpstr>Défis habituels liés à une compréhension peu claire du moment et de l'opportunité.</vt:lpstr>
      <vt:lpstr>Pourquoi MAINTENANT ? Chronologie de l'opportunité </vt:lpstr>
      <vt:lpstr>Pourquoi MAINTENANT ?  Chronologie des opportunités (version atelier visuel)</vt:lpstr>
      <vt:lpstr>Pourquoi MAINTENANT ?  Chronologie des opportunités (exemple de version visuelle de l'atelier)</vt:lpstr>
      <vt:lpstr>POURQUOI ICI</vt:lpstr>
      <vt:lpstr>Défis habituels liés à une compréhension peu claire de la portée de l'impact</vt:lpstr>
      <vt:lpstr>Pourquoi ICI ? Carte d'influence</vt:lpstr>
      <vt:lpstr>Pourquoi ICI ? Carte d'influence</vt:lpstr>
      <vt:lpstr>Pourquoi ICI ? Carte d'influence (version atelier visuel)</vt:lpstr>
      <vt:lpstr>Pourquoi ICI ? Carte d'influence (version visuelle de l'atelier EXEMPLE)</vt:lpstr>
      <vt:lpstr>Pourquoi ICI ? Carte d'influence (version visuelle de l'atelier EXEMPLE)</vt:lpstr>
      <vt:lpstr>POURQUOI CELA</vt:lpstr>
      <vt:lpstr>Défis habituels liés à une compréhension peu claire du changement apporté par un projet/produit.</vt:lpstr>
      <vt:lpstr>Pourquoi CELA ? L'équilibre de la différenciation</vt:lpstr>
      <vt:lpstr>Pourquoi CELA ? L'équilibre de la différenciation</vt:lpstr>
      <vt:lpstr>Pourquoi cela ? L'équilibre de la différenciation  </vt:lpstr>
      <vt:lpstr>POURQUOI PAS</vt:lpstr>
      <vt:lpstr>Défis habituels liés à la sous-estimation du potentiel de la sérendipité</vt:lpstr>
      <vt:lpstr>  </vt:lpstr>
      <vt:lpstr>  </vt:lpstr>
      <vt:lpstr>  </vt:lpstr>
      <vt:lpstr>Quand et comment pouvez-vous utiliser les 6 Canevas des POURQUOI ?</vt:lpstr>
      <vt:lpstr>Cas d'utilisation 1 : Utilisation d'un Canevas comme atelier dans une approche top down</vt:lpstr>
      <vt:lpstr>Cas d'utilisation 2 : Utilisation des 6 POURQUOI comme canevas dans une approche top-down</vt:lpstr>
      <vt:lpstr>Cas d'utilisation 3 : Utilisation des 6 POURQUOI comme canevas dans l'onboarding</vt:lpstr>
      <vt:lpstr>Les situations opérationnelles qui peuvent conduire à l'utilisation des 6 POURQUOI</vt:lpstr>
      <vt:lpstr>Situations opérationnelles pouvant conduire à l'utilisation des 6 POURQUOI</vt:lpstr>
      <vt:lpstr>Les situations opérationnelles qui peuvent conduire à l'utilisation des 6 POURQUOI</vt:lpstr>
      <vt:lpstr>Situations opérationnelles pouvant conduire à l'utilisation des 6 POURQUOI</vt:lpstr>
      <vt:lpstr>Les situations opérationnelles qui peuvent conduire à l'utilisation des 6 POURQUOI</vt:lpstr>
      <vt:lpstr>Les situations opérationnelles qui peuvent conduire à l'utilisation des 6 POURQUOI</vt:lpstr>
      <vt:lpstr>Résumé des différents cas d'utilisation</vt:lpstr>
      <vt:lpstr>Utilisation d'autres formats d'affichage</vt:lpstr>
      <vt:lpstr>Garder le fond, adapter la forme</vt:lpstr>
      <vt:lpstr>Version simplifiée du canevas POURQUOI d’un projet / produit</vt:lpstr>
      <vt:lpstr>POURQUOI Version tableur</vt:lpstr>
      <vt:lpstr>POURQUOI NOUS ? Version tableur</vt:lpstr>
      <vt:lpstr>Pourquoi MAINTENANT ?  Version tableur</vt:lpstr>
      <vt:lpstr>POURQUOI ICI ? Version tableur</vt:lpstr>
      <vt:lpstr>Pourquoi CELA ?  Version tableur</vt:lpstr>
      <vt:lpstr>  </vt:lpstr>
      <vt:lpstr>Exemple de bout en bout des 6 POURQUOI  Cas d'utilisation</vt:lpstr>
      <vt:lpstr>Exemples de cas d'utilisation</vt:lpstr>
      <vt:lpstr>Cas d'utilisation 1  Un projet de transformation de l'entreprise autour de l'apprentissage</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  </vt:lpstr>
      <vt:lpstr>Presentazione standard di PowerPoint</vt:lpstr>
      <vt:lpstr>Cas d'utilisation 2 Un nouveau type d'avion entièrement électrique</vt:lpstr>
      <vt:lpstr>Cas d'utilisation 2 Un nouveau type d'avion entièrement électrique</vt:lpstr>
      <vt:lpstr>Presentazione standard di PowerPoint</vt:lpstr>
      <vt:lpstr>Cas d'utilisation 2 Un nouveau type d'avion entièrement électrique</vt:lpstr>
      <vt:lpstr>Cas d'utilisation 2 Un nouveau type d'avion entièrement électrique</vt:lpstr>
      <vt:lpstr>  </vt:lpstr>
      <vt:lpstr>Utiliser les 6 POURQUOI d’un projet / produit comme atelier</vt:lpstr>
      <vt:lpstr>Les ateliers POURQUOI d’un projet/produit en bref</vt:lpstr>
      <vt:lpstr>Niveau 2 : Comment les POURQUOI d’un projet / produit sont réalisés</vt:lpstr>
      <vt:lpstr>Niveau 3 : Organisation des POURQUOI d’un projet / produit </vt:lpstr>
      <vt:lpstr>Niveau 5 : Accueillir les POURQUOI de projet / produit</vt:lpstr>
      <vt:lpstr>Annexe</vt:lpstr>
      <vt:lpstr>Niveau 6 : Adaptation des POURQUOI  d’un projet / produit</vt:lpstr>
      <vt:lpstr>Des modèles vides pour créer plus d'exemples</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Cas d'utilisation 1  Un projet de transformation de l'entreprise sur l'apprentissage</vt:lpstr>
      <vt:lpstr>  </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keywords>, docId:0EE045CCDB992B232426DB6687A3BD50</cp:keywords>
  <cp:lastModifiedBy>Alexandre Quach</cp:lastModifiedBy>
  <cp:revision>14</cp:revision>
  <dcterms:created xsi:type="dcterms:W3CDTF">2021-02-02T23:16:24Z</dcterms:created>
  <dcterms:modified xsi:type="dcterms:W3CDTF">2023-02-06T11:22:11Z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