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7"/>
  </p:notesMasterIdLst>
  <p:sldIdLst>
    <p:sldId id="414" r:id="rId5"/>
    <p:sldId id="437" r:id="rId6"/>
    <p:sldId id="439" r:id="rId7"/>
    <p:sldId id="424" r:id="rId8"/>
    <p:sldId id="435" r:id="rId9"/>
    <p:sldId id="401" r:id="rId10"/>
    <p:sldId id="417" r:id="rId11"/>
    <p:sldId id="436" r:id="rId12"/>
    <p:sldId id="434" r:id="rId13"/>
    <p:sldId id="462" r:id="rId14"/>
    <p:sldId id="440" r:id="rId15"/>
    <p:sldId id="425" r:id="rId16"/>
    <p:sldId id="385" r:id="rId17"/>
    <p:sldId id="426" r:id="rId18"/>
    <p:sldId id="378" r:id="rId19"/>
    <p:sldId id="411" r:id="rId20"/>
    <p:sldId id="458" r:id="rId21"/>
    <p:sldId id="441" r:id="rId22"/>
    <p:sldId id="427" r:id="rId23"/>
    <p:sldId id="393" r:id="rId24"/>
    <p:sldId id="399" r:id="rId25"/>
    <p:sldId id="409" r:id="rId26"/>
    <p:sldId id="419" r:id="rId27"/>
    <p:sldId id="420" r:id="rId28"/>
    <p:sldId id="421" r:id="rId29"/>
    <p:sldId id="422" r:id="rId30"/>
    <p:sldId id="459" r:id="rId31"/>
    <p:sldId id="442" r:id="rId32"/>
    <p:sldId id="428" r:id="rId33"/>
    <p:sldId id="396" r:id="rId34"/>
    <p:sldId id="397" r:id="rId35"/>
    <p:sldId id="410" r:id="rId36"/>
    <p:sldId id="443" r:id="rId37"/>
    <p:sldId id="429" r:id="rId38"/>
    <p:sldId id="395" r:id="rId39"/>
    <p:sldId id="432" r:id="rId40"/>
    <p:sldId id="400" r:id="rId41"/>
    <p:sldId id="403" r:id="rId42"/>
    <p:sldId id="471" r:id="rId43"/>
    <p:sldId id="444" r:id="rId44"/>
    <p:sldId id="430" r:id="rId45"/>
    <p:sldId id="405" r:id="rId46"/>
    <p:sldId id="433" r:id="rId47"/>
    <p:sldId id="407" r:id="rId48"/>
    <p:sldId id="445" r:id="rId49"/>
    <p:sldId id="431" r:id="rId50"/>
    <p:sldId id="412" r:id="rId51"/>
    <p:sldId id="415" r:id="rId52"/>
    <p:sldId id="416" r:id="rId53"/>
    <p:sldId id="446" r:id="rId54"/>
    <p:sldId id="447" r:id="rId55"/>
    <p:sldId id="449" r:id="rId56"/>
    <p:sldId id="463" r:id="rId57"/>
    <p:sldId id="450" r:id="rId58"/>
    <p:sldId id="451" r:id="rId59"/>
    <p:sldId id="452" r:id="rId60"/>
    <p:sldId id="453" r:id="rId61"/>
    <p:sldId id="454" r:id="rId62"/>
    <p:sldId id="455" r:id="rId63"/>
    <p:sldId id="464" r:id="rId64"/>
    <p:sldId id="448" r:id="rId65"/>
    <p:sldId id="457" r:id="rId66"/>
    <p:sldId id="413" r:id="rId67"/>
    <p:sldId id="392" r:id="rId68"/>
    <p:sldId id="380" r:id="rId69"/>
    <p:sldId id="398" r:id="rId70"/>
    <p:sldId id="381" r:id="rId71"/>
    <p:sldId id="408" r:id="rId72"/>
    <p:sldId id="418" r:id="rId73"/>
    <p:sldId id="460" r:id="rId74"/>
    <p:sldId id="461" r:id="rId75"/>
    <p:sldId id="465" r:id="rId76"/>
    <p:sldId id="466" r:id="rId77"/>
    <p:sldId id="467" r:id="rId78"/>
    <p:sldId id="468" r:id="rId79"/>
    <p:sldId id="470" r:id="rId80"/>
    <p:sldId id="469" r:id="rId81"/>
    <p:sldId id="472" r:id="rId82"/>
    <p:sldId id="473" r:id="rId83"/>
    <p:sldId id="492" r:id="rId84"/>
    <p:sldId id="491" r:id="rId85"/>
    <p:sldId id="496" r:id="rId86"/>
    <p:sldId id="493" r:id="rId87"/>
    <p:sldId id="494" r:id="rId88"/>
    <p:sldId id="498" r:id="rId89"/>
    <p:sldId id="499" r:id="rId90"/>
    <p:sldId id="438" r:id="rId91"/>
    <p:sldId id="371" r:id="rId92"/>
    <p:sldId id="372" r:id="rId93"/>
    <p:sldId id="373" r:id="rId94"/>
    <p:sldId id="374" r:id="rId95"/>
    <p:sldId id="456" r:id="rId96"/>
    <p:sldId id="377" r:id="rId97"/>
    <p:sldId id="482" r:id="rId98"/>
    <p:sldId id="483" r:id="rId99"/>
    <p:sldId id="484" r:id="rId100"/>
    <p:sldId id="485" r:id="rId101"/>
    <p:sldId id="486" r:id="rId102"/>
    <p:sldId id="487" r:id="rId103"/>
    <p:sldId id="488" r:id="rId104"/>
    <p:sldId id="489" r:id="rId105"/>
    <p:sldId id="368" r:id="rId10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DB06794-3271-4EA1-8EC7-BE20A928F995}">
          <p14:sldIdLst>
            <p14:sldId id="414"/>
            <p14:sldId id="437"/>
          </p14:sldIdLst>
        </p14:section>
        <p14:section name="0. Concept : Alignment and WHYS" id="{D5A56379-4148-49C2-AA85-C0B06D307D65}">
          <p14:sldIdLst>
            <p14:sldId id="439"/>
            <p14:sldId id="424"/>
            <p14:sldId id="435"/>
            <p14:sldId id="401"/>
            <p14:sldId id="417"/>
            <p14:sldId id="436"/>
            <p14:sldId id="434"/>
            <p14:sldId id="462"/>
          </p14:sldIdLst>
        </p14:section>
        <p14:section name="1. WHY" id="{B66AB95F-9191-4BE2-B4D9-900189BFE448}">
          <p14:sldIdLst>
            <p14:sldId id="440"/>
            <p14:sldId id="425"/>
            <p14:sldId id="385"/>
            <p14:sldId id="426"/>
            <p14:sldId id="378"/>
            <p14:sldId id="411"/>
            <p14:sldId id="458"/>
          </p14:sldIdLst>
        </p14:section>
        <p14:section name="2. WHY US" id="{C253BAA7-5595-44F5-9309-0C5EE199B5C8}">
          <p14:sldIdLst>
            <p14:sldId id="441"/>
            <p14:sldId id="427"/>
            <p14:sldId id="393"/>
            <p14:sldId id="399"/>
            <p14:sldId id="409"/>
            <p14:sldId id="419"/>
            <p14:sldId id="420"/>
            <p14:sldId id="421"/>
            <p14:sldId id="422"/>
            <p14:sldId id="459"/>
          </p14:sldIdLst>
        </p14:section>
        <p14:section name="3. WHY NOW" id="{4060EAED-506E-4DE4-9BA1-F732DF7B6B61}">
          <p14:sldIdLst>
            <p14:sldId id="442"/>
            <p14:sldId id="428"/>
            <p14:sldId id="396"/>
            <p14:sldId id="397"/>
            <p14:sldId id="410"/>
          </p14:sldIdLst>
        </p14:section>
        <p14:section name="4. WHY HERE" id="{2B7A4A53-A698-483E-8C3C-618F94507D58}">
          <p14:sldIdLst>
            <p14:sldId id="443"/>
            <p14:sldId id="429"/>
            <p14:sldId id="395"/>
            <p14:sldId id="432"/>
            <p14:sldId id="400"/>
            <p14:sldId id="403"/>
            <p14:sldId id="471"/>
          </p14:sldIdLst>
        </p14:section>
        <p14:section name="5. WHY THIS" id="{34E62DC7-B96A-4D7E-BDC2-68180B6AA228}">
          <p14:sldIdLst>
            <p14:sldId id="444"/>
            <p14:sldId id="430"/>
            <p14:sldId id="405"/>
            <p14:sldId id="433"/>
            <p14:sldId id="407"/>
          </p14:sldIdLst>
        </p14:section>
        <p14:section name="6. WHY NOT" id="{1944C853-FCCF-4556-B988-0D91A1B1B297}">
          <p14:sldIdLst>
            <p14:sldId id="445"/>
            <p14:sldId id="431"/>
            <p14:sldId id="412"/>
            <p14:sldId id="415"/>
            <p14:sldId id="416"/>
          </p14:sldIdLst>
        </p14:section>
        <p14:section name="When and how can you use WHYS Canvases" id="{DF7E9499-E917-4A95-9F75-66AD70515DD2}">
          <p14:sldIdLst>
            <p14:sldId id="446"/>
            <p14:sldId id="447"/>
            <p14:sldId id="449"/>
            <p14:sldId id="463"/>
            <p14:sldId id="450"/>
            <p14:sldId id="451"/>
            <p14:sldId id="452"/>
            <p14:sldId id="453"/>
            <p14:sldId id="454"/>
            <p14:sldId id="455"/>
            <p14:sldId id="464"/>
          </p14:sldIdLst>
        </p14:section>
        <p14:section name="Using other formats" id="{F88245C0-80C8-4441-BAFE-5F4631497535}">
          <p14:sldIdLst>
            <p14:sldId id="448"/>
            <p14:sldId id="457"/>
            <p14:sldId id="413"/>
            <p14:sldId id="392"/>
            <p14:sldId id="380"/>
            <p14:sldId id="398"/>
            <p14:sldId id="381"/>
            <p14:sldId id="408"/>
            <p14:sldId id="418"/>
          </p14:sldIdLst>
        </p14:section>
        <p14:section name="Example end-to-End 6 WHYS Use Cases" id="{78634B14-0A15-413E-9C27-D75B04913F58}">
          <p14:sldIdLst>
            <p14:sldId id="460"/>
            <p14:sldId id="461"/>
            <p14:sldId id="465"/>
            <p14:sldId id="466"/>
            <p14:sldId id="467"/>
            <p14:sldId id="468"/>
            <p14:sldId id="470"/>
            <p14:sldId id="469"/>
            <p14:sldId id="472"/>
            <p14:sldId id="473"/>
            <p14:sldId id="492"/>
            <p14:sldId id="491"/>
            <p14:sldId id="496"/>
            <p14:sldId id="493"/>
            <p14:sldId id="494"/>
            <p14:sldId id="498"/>
            <p14:sldId id="499"/>
          </p14:sldIdLst>
        </p14:section>
        <p14:section name="Using 6 WHYS as a workshop" id="{4A600B86-7D56-4ADA-8F72-BB5795C2E74F}">
          <p14:sldIdLst>
            <p14:sldId id="438"/>
            <p14:sldId id="371"/>
            <p14:sldId id="372"/>
            <p14:sldId id="373"/>
            <p14:sldId id="374"/>
          </p14:sldIdLst>
        </p14:section>
        <p14:section name="Appendix" id="{B60A463E-9401-4CDC-81C8-0510EB0A3AF1}">
          <p14:sldIdLst>
            <p14:sldId id="456"/>
            <p14:sldId id="377"/>
            <p14:sldId id="482"/>
            <p14:sldId id="483"/>
            <p14:sldId id="484"/>
            <p14:sldId id="485"/>
            <p14:sldId id="486"/>
            <p14:sldId id="487"/>
            <p14:sldId id="488"/>
            <p14:sldId id="489"/>
            <p14:sldId id="3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FF"/>
    <a:srgbClr val="ED7D31"/>
    <a:srgbClr val="0683AA"/>
    <a:srgbClr val="BFBFBF"/>
    <a:srgbClr val="9DC3E6"/>
    <a:srgbClr val="A9D18E"/>
    <a:srgbClr val="8FAADC"/>
    <a:srgbClr val="FFFFFF"/>
    <a:srgbClr val="A5A5A5"/>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97A9EF-48F2-4BC7-9C75-91E97D780423}" v="5" dt="2023-01-26T14:14:28.941"/>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05" autoAdjust="0"/>
    <p:restoredTop sz="94660"/>
  </p:normalViewPr>
  <p:slideViewPr>
    <p:cSldViewPr snapToGrid="0">
      <p:cViewPr varScale="1">
        <p:scale>
          <a:sx n="105" d="100"/>
          <a:sy n="105" d="100"/>
        </p:scale>
        <p:origin x="95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07" Type="http://schemas.openxmlformats.org/officeDocument/2006/relationships/notesMaster" Target="notesMasters/notesMaster1.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slide" Target="slides/slide83.xml"/><Relationship Id="rId102" Type="http://schemas.openxmlformats.org/officeDocument/2006/relationships/slide" Target="slides/slide98.xml"/><Relationship Id="rId110"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slide" Target="slides/slide86.xml"/><Relationship Id="rId95" Type="http://schemas.openxmlformats.org/officeDocument/2006/relationships/slide" Target="slides/slide9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13"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openxmlformats.org/officeDocument/2006/relationships/slide" Target="slides/slide99.xml"/><Relationship Id="rId108"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1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viewProps" Target="viewProps.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as Froment" userId="4d47d833-7bbe-4dd6-859d-dcdc79e00258" providerId="ADAL" clId="{6197A9EF-48F2-4BC7-9C75-91E97D780423}"/>
    <pc:docChg chg="undo custSel modSld modMainMaster">
      <pc:chgData name="Thomas Froment" userId="4d47d833-7bbe-4dd6-859d-dcdc79e00258" providerId="ADAL" clId="{6197A9EF-48F2-4BC7-9C75-91E97D780423}" dt="2023-01-26T14:17:02.785" v="119" actId="1076"/>
      <pc:docMkLst>
        <pc:docMk/>
      </pc:docMkLst>
      <pc:sldChg chg="modSp mod">
        <pc:chgData name="Thomas Froment" userId="4d47d833-7bbe-4dd6-859d-dcdc79e00258" providerId="ADAL" clId="{6197A9EF-48F2-4BC7-9C75-91E97D780423}" dt="2023-01-26T14:16:43.685" v="117" actId="1076"/>
        <pc:sldMkLst>
          <pc:docMk/>
          <pc:sldMk cId="471399303" sldId="373"/>
        </pc:sldMkLst>
        <pc:spChg chg="mod">
          <ac:chgData name="Thomas Froment" userId="4d47d833-7bbe-4dd6-859d-dcdc79e00258" providerId="ADAL" clId="{6197A9EF-48F2-4BC7-9C75-91E97D780423}" dt="2023-01-26T14:16:43.685" v="117" actId="1076"/>
          <ac:spMkLst>
            <pc:docMk/>
            <pc:sldMk cId="471399303" sldId="373"/>
            <ac:spMk id="28" creationId="{B390B424-EFD7-4CBA-9402-E7D75B769A03}"/>
          </ac:spMkLst>
        </pc:spChg>
        <pc:spChg chg="mod">
          <ac:chgData name="Thomas Froment" userId="4d47d833-7bbe-4dd6-859d-dcdc79e00258" providerId="ADAL" clId="{6197A9EF-48F2-4BC7-9C75-91E97D780423}" dt="2023-01-26T14:16:43.685" v="117" actId="1076"/>
          <ac:spMkLst>
            <pc:docMk/>
            <pc:sldMk cId="471399303" sldId="373"/>
            <ac:spMk id="29" creationId="{D7130EBC-B9CE-4EEE-B949-C9025E797D68}"/>
          </ac:spMkLst>
        </pc:spChg>
        <pc:spChg chg="mod">
          <ac:chgData name="Thomas Froment" userId="4d47d833-7bbe-4dd6-859d-dcdc79e00258" providerId="ADAL" clId="{6197A9EF-48F2-4BC7-9C75-91E97D780423}" dt="2023-01-26T14:16:43.685" v="117" actId="1076"/>
          <ac:spMkLst>
            <pc:docMk/>
            <pc:sldMk cId="471399303" sldId="373"/>
            <ac:spMk id="30" creationId="{F610BC8C-9DED-4B21-A11C-8F147E8E741A}"/>
          </ac:spMkLst>
        </pc:spChg>
        <pc:spChg chg="mod">
          <ac:chgData name="Thomas Froment" userId="4d47d833-7bbe-4dd6-859d-dcdc79e00258" providerId="ADAL" clId="{6197A9EF-48F2-4BC7-9C75-91E97D780423}" dt="2023-01-26T14:16:43.685" v="117" actId="1076"/>
          <ac:spMkLst>
            <pc:docMk/>
            <pc:sldMk cId="471399303" sldId="373"/>
            <ac:spMk id="31" creationId="{D2E68CD3-30C8-4477-96F6-39CEEE9FC5CD}"/>
          </ac:spMkLst>
        </pc:spChg>
        <pc:spChg chg="mod">
          <ac:chgData name="Thomas Froment" userId="4d47d833-7bbe-4dd6-859d-dcdc79e00258" providerId="ADAL" clId="{6197A9EF-48F2-4BC7-9C75-91E97D780423}" dt="2023-01-26T14:16:43.685" v="117" actId="1076"/>
          <ac:spMkLst>
            <pc:docMk/>
            <pc:sldMk cId="471399303" sldId="373"/>
            <ac:spMk id="32" creationId="{B3CDC92E-C27D-4DF4-9944-2E60887541FB}"/>
          </ac:spMkLst>
        </pc:spChg>
        <pc:spChg chg="mod">
          <ac:chgData name="Thomas Froment" userId="4d47d833-7bbe-4dd6-859d-dcdc79e00258" providerId="ADAL" clId="{6197A9EF-48F2-4BC7-9C75-91E97D780423}" dt="2023-01-26T14:16:43.685" v="117" actId="1076"/>
          <ac:spMkLst>
            <pc:docMk/>
            <pc:sldMk cId="471399303" sldId="373"/>
            <ac:spMk id="33" creationId="{12DBC631-96B9-49EC-A408-018C730BA38F}"/>
          </ac:spMkLst>
        </pc:spChg>
        <pc:spChg chg="mod">
          <ac:chgData name="Thomas Froment" userId="4d47d833-7bbe-4dd6-859d-dcdc79e00258" providerId="ADAL" clId="{6197A9EF-48F2-4BC7-9C75-91E97D780423}" dt="2023-01-26T14:16:43.685" v="117" actId="1076"/>
          <ac:spMkLst>
            <pc:docMk/>
            <pc:sldMk cId="471399303" sldId="373"/>
            <ac:spMk id="34" creationId="{C323340E-60D7-47A6-B24C-8D2DD89D7A16}"/>
          </ac:spMkLst>
        </pc:spChg>
        <pc:spChg chg="mod">
          <ac:chgData name="Thomas Froment" userId="4d47d833-7bbe-4dd6-859d-dcdc79e00258" providerId="ADAL" clId="{6197A9EF-48F2-4BC7-9C75-91E97D780423}" dt="2023-01-26T14:16:43.685" v="117" actId="1076"/>
          <ac:spMkLst>
            <pc:docMk/>
            <pc:sldMk cId="471399303" sldId="373"/>
            <ac:spMk id="35" creationId="{67B0F38D-F1AC-4920-A67C-30199D2FB73D}"/>
          </ac:spMkLst>
        </pc:spChg>
      </pc:sldChg>
      <pc:sldChg chg="modSp mod">
        <pc:chgData name="Thomas Froment" userId="4d47d833-7bbe-4dd6-859d-dcdc79e00258" providerId="ADAL" clId="{6197A9EF-48F2-4BC7-9C75-91E97D780423}" dt="2023-01-26T14:16:56.616" v="118" actId="2165"/>
        <pc:sldMkLst>
          <pc:docMk/>
          <pc:sldMk cId="2545377066" sldId="377"/>
        </pc:sldMkLst>
        <pc:graphicFrameChg chg="modGraphic">
          <ac:chgData name="Thomas Froment" userId="4d47d833-7bbe-4dd6-859d-dcdc79e00258" providerId="ADAL" clId="{6197A9EF-48F2-4BC7-9C75-91E97D780423}" dt="2023-01-26T14:16:56.616" v="118" actId="2165"/>
          <ac:graphicFrameMkLst>
            <pc:docMk/>
            <pc:sldMk cId="2545377066" sldId="377"/>
            <ac:graphicFrameMk id="46" creationId="{A1A89359-9EBD-4BE9-9EE7-2603FE9D0BEF}"/>
          </ac:graphicFrameMkLst>
        </pc:graphicFrameChg>
        <pc:graphicFrameChg chg="mod modGraphic">
          <ac:chgData name="Thomas Froment" userId="4d47d833-7bbe-4dd6-859d-dcdc79e00258" providerId="ADAL" clId="{6197A9EF-48F2-4BC7-9C75-91E97D780423}" dt="2023-01-26T14:13:18.826" v="88" actId="6549"/>
          <ac:graphicFrameMkLst>
            <pc:docMk/>
            <pc:sldMk cId="2545377066" sldId="377"/>
            <ac:graphicFrameMk id="47" creationId="{E532220D-FB7A-4D58-94AD-62D5519F5AAE}"/>
          </ac:graphicFrameMkLst>
        </pc:graphicFrameChg>
      </pc:sldChg>
      <pc:sldChg chg="modSp mod">
        <pc:chgData name="Thomas Froment" userId="4d47d833-7bbe-4dd6-859d-dcdc79e00258" providerId="ADAL" clId="{6197A9EF-48F2-4BC7-9C75-91E97D780423}" dt="2023-01-26T14:15:06.250" v="97" actId="14100"/>
        <pc:sldMkLst>
          <pc:docMk/>
          <pc:sldMk cId="1170425949" sldId="378"/>
        </pc:sldMkLst>
        <pc:grpChg chg="mod">
          <ac:chgData name="Thomas Froment" userId="4d47d833-7bbe-4dd6-859d-dcdc79e00258" providerId="ADAL" clId="{6197A9EF-48F2-4BC7-9C75-91E97D780423}" dt="2023-01-26T14:15:06.250" v="97" actId="14100"/>
          <ac:grpSpMkLst>
            <pc:docMk/>
            <pc:sldMk cId="1170425949" sldId="378"/>
            <ac:grpSpMk id="22" creationId="{4C6A6531-BC17-45C2-ACEE-E0D68875DE67}"/>
          </ac:grpSpMkLst>
        </pc:grpChg>
      </pc:sldChg>
      <pc:sldChg chg="modSp mod">
        <pc:chgData name="Thomas Froment" userId="4d47d833-7bbe-4dd6-859d-dcdc79e00258" providerId="ADAL" clId="{6197A9EF-48F2-4BC7-9C75-91E97D780423}" dt="2023-01-26T14:16:00.013" v="112" actId="14100"/>
        <pc:sldMkLst>
          <pc:docMk/>
          <pc:sldMk cId="914278064" sldId="408"/>
        </pc:sldMkLst>
        <pc:graphicFrameChg chg="modGraphic">
          <ac:chgData name="Thomas Froment" userId="4d47d833-7bbe-4dd6-859d-dcdc79e00258" providerId="ADAL" clId="{6197A9EF-48F2-4BC7-9C75-91E97D780423}" dt="2023-01-26T14:16:00.013" v="112" actId="14100"/>
          <ac:graphicFrameMkLst>
            <pc:docMk/>
            <pc:sldMk cId="914278064" sldId="408"/>
            <ac:graphicFrameMk id="4" creationId="{3CCBA50E-CE70-4BAE-B841-81479971DA91}"/>
          </ac:graphicFrameMkLst>
        </pc:graphicFrameChg>
      </pc:sldChg>
      <pc:sldChg chg="modSp mod">
        <pc:chgData name="Thomas Froment" userId="4d47d833-7bbe-4dd6-859d-dcdc79e00258" providerId="ADAL" clId="{6197A9EF-48F2-4BC7-9C75-91E97D780423}" dt="2023-01-26T14:15:22.693" v="104" actId="1076"/>
        <pc:sldMkLst>
          <pc:docMk/>
          <pc:sldMk cId="3732627575" sldId="411"/>
        </pc:sldMkLst>
        <pc:spChg chg="mod">
          <ac:chgData name="Thomas Froment" userId="4d47d833-7bbe-4dd6-859d-dcdc79e00258" providerId="ADAL" clId="{6197A9EF-48F2-4BC7-9C75-91E97D780423}" dt="2023-01-26T14:15:22.693" v="104" actId="1076"/>
          <ac:spMkLst>
            <pc:docMk/>
            <pc:sldMk cId="3732627575" sldId="411"/>
            <ac:spMk id="46" creationId="{25ADDED6-A855-462A-8F8D-69EA2075746D}"/>
          </ac:spMkLst>
        </pc:spChg>
        <pc:grpChg chg="mod">
          <ac:chgData name="Thomas Froment" userId="4d47d833-7bbe-4dd6-859d-dcdc79e00258" providerId="ADAL" clId="{6197A9EF-48F2-4BC7-9C75-91E97D780423}" dt="2023-01-26T14:15:15.968" v="103" actId="14100"/>
          <ac:grpSpMkLst>
            <pc:docMk/>
            <pc:sldMk cId="3732627575" sldId="411"/>
            <ac:grpSpMk id="22" creationId="{4C6A6531-BC17-45C2-ACEE-E0D68875DE67}"/>
          </ac:grpSpMkLst>
        </pc:grpChg>
      </pc:sldChg>
      <pc:sldChg chg="modSp mod">
        <pc:chgData name="Thomas Froment" userId="4d47d833-7bbe-4dd6-859d-dcdc79e00258" providerId="ADAL" clId="{6197A9EF-48F2-4BC7-9C75-91E97D780423}" dt="2023-01-26T14:15:27.328" v="105" actId="14100"/>
        <pc:sldMkLst>
          <pc:docMk/>
          <pc:sldMk cId="3274939345" sldId="458"/>
        </pc:sldMkLst>
        <pc:grpChg chg="mod">
          <ac:chgData name="Thomas Froment" userId="4d47d833-7bbe-4dd6-859d-dcdc79e00258" providerId="ADAL" clId="{6197A9EF-48F2-4BC7-9C75-91E97D780423}" dt="2023-01-26T14:15:27.328" v="105" actId="14100"/>
          <ac:grpSpMkLst>
            <pc:docMk/>
            <pc:sldMk cId="3274939345" sldId="458"/>
            <ac:grpSpMk id="22" creationId="{4C6A6531-BC17-45C2-ACEE-E0D68875DE67}"/>
          </ac:grpSpMkLst>
        </pc:grpChg>
      </pc:sldChg>
      <pc:sldChg chg="modSp mod">
        <pc:chgData name="Thomas Froment" userId="4d47d833-7bbe-4dd6-859d-dcdc79e00258" providerId="ADAL" clId="{6197A9EF-48F2-4BC7-9C75-91E97D780423}" dt="2023-01-26T14:14:56.990" v="96" actId="1076"/>
        <pc:sldMkLst>
          <pc:docMk/>
          <pc:sldMk cId="3080513647" sldId="462"/>
        </pc:sldMkLst>
        <pc:spChg chg="mod">
          <ac:chgData name="Thomas Froment" userId="4d47d833-7bbe-4dd6-859d-dcdc79e00258" providerId="ADAL" clId="{6197A9EF-48F2-4BC7-9C75-91E97D780423}" dt="2023-01-26T14:14:56.990" v="96" actId="1076"/>
          <ac:spMkLst>
            <pc:docMk/>
            <pc:sldMk cId="3080513647" sldId="462"/>
            <ac:spMk id="99" creationId="{7FC69C80-1A51-41C7-F280-BD3DF7C2C445}"/>
          </ac:spMkLst>
        </pc:spChg>
        <pc:spChg chg="mod">
          <ac:chgData name="Thomas Froment" userId="4d47d833-7bbe-4dd6-859d-dcdc79e00258" providerId="ADAL" clId="{6197A9EF-48F2-4BC7-9C75-91E97D780423}" dt="2023-01-26T14:14:56.990" v="96" actId="1076"/>
          <ac:spMkLst>
            <pc:docMk/>
            <pc:sldMk cId="3080513647" sldId="462"/>
            <ac:spMk id="100" creationId="{C271CFC9-D1B2-0B92-46D9-8992764704A3}"/>
          </ac:spMkLst>
        </pc:spChg>
        <pc:spChg chg="mod">
          <ac:chgData name="Thomas Froment" userId="4d47d833-7bbe-4dd6-859d-dcdc79e00258" providerId="ADAL" clId="{6197A9EF-48F2-4BC7-9C75-91E97D780423}" dt="2023-01-26T14:14:56.990" v="96" actId="1076"/>
          <ac:spMkLst>
            <pc:docMk/>
            <pc:sldMk cId="3080513647" sldId="462"/>
            <ac:spMk id="101" creationId="{84237C3E-7F7A-728E-1F9D-155D32E2E856}"/>
          </ac:spMkLst>
        </pc:spChg>
        <pc:spChg chg="mod">
          <ac:chgData name="Thomas Froment" userId="4d47d833-7bbe-4dd6-859d-dcdc79e00258" providerId="ADAL" clId="{6197A9EF-48F2-4BC7-9C75-91E97D780423}" dt="2023-01-26T14:14:56.990" v="96" actId="1076"/>
          <ac:spMkLst>
            <pc:docMk/>
            <pc:sldMk cId="3080513647" sldId="462"/>
            <ac:spMk id="102" creationId="{1D87ED9D-8A8F-549E-34AB-EEDFB05460BD}"/>
          </ac:spMkLst>
        </pc:spChg>
        <pc:spChg chg="mod">
          <ac:chgData name="Thomas Froment" userId="4d47d833-7bbe-4dd6-859d-dcdc79e00258" providerId="ADAL" clId="{6197A9EF-48F2-4BC7-9C75-91E97D780423}" dt="2023-01-26T14:14:56.990" v="96" actId="1076"/>
          <ac:spMkLst>
            <pc:docMk/>
            <pc:sldMk cId="3080513647" sldId="462"/>
            <ac:spMk id="103" creationId="{27B89EE8-0912-7AE9-3F0A-CC50891CFA77}"/>
          </ac:spMkLst>
        </pc:spChg>
        <pc:spChg chg="mod">
          <ac:chgData name="Thomas Froment" userId="4d47d833-7bbe-4dd6-859d-dcdc79e00258" providerId="ADAL" clId="{6197A9EF-48F2-4BC7-9C75-91E97D780423}" dt="2023-01-26T14:14:49.641" v="95" actId="1076"/>
          <ac:spMkLst>
            <pc:docMk/>
            <pc:sldMk cId="3080513647" sldId="462"/>
            <ac:spMk id="109" creationId="{010D54A4-5F4A-02B0-21D1-C2C41A3BBA33}"/>
          </ac:spMkLst>
        </pc:spChg>
        <pc:spChg chg="mod">
          <ac:chgData name="Thomas Froment" userId="4d47d833-7bbe-4dd6-859d-dcdc79e00258" providerId="ADAL" clId="{6197A9EF-48F2-4BC7-9C75-91E97D780423}" dt="2023-01-26T14:14:49.641" v="95" actId="1076"/>
          <ac:spMkLst>
            <pc:docMk/>
            <pc:sldMk cId="3080513647" sldId="462"/>
            <ac:spMk id="110" creationId="{65BD3B6C-E0A2-9F0C-4289-8DA1A0BAAA80}"/>
          </ac:spMkLst>
        </pc:spChg>
        <pc:spChg chg="mod">
          <ac:chgData name="Thomas Froment" userId="4d47d833-7bbe-4dd6-859d-dcdc79e00258" providerId="ADAL" clId="{6197A9EF-48F2-4BC7-9C75-91E97D780423}" dt="2023-01-26T14:14:49.641" v="95" actId="1076"/>
          <ac:spMkLst>
            <pc:docMk/>
            <pc:sldMk cId="3080513647" sldId="462"/>
            <ac:spMk id="111" creationId="{5D54A409-6C7D-8F01-F7C3-E83A22A70455}"/>
          </ac:spMkLst>
        </pc:spChg>
        <pc:spChg chg="mod">
          <ac:chgData name="Thomas Froment" userId="4d47d833-7bbe-4dd6-859d-dcdc79e00258" providerId="ADAL" clId="{6197A9EF-48F2-4BC7-9C75-91E97D780423}" dt="2023-01-26T14:14:49.641" v="95" actId="1076"/>
          <ac:spMkLst>
            <pc:docMk/>
            <pc:sldMk cId="3080513647" sldId="462"/>
            <ac:spMk id="112" creationId="{509E1B3C-F4F8-1959-3612-6BB4DBE15268}"/>
          </ac:spMkLst>
        </pc:spChg>
        <pc:spChg chg="mod">
          <ac:chgData name="Thomas Froment" userId="4d47d833-7bbe-4dd6-859d-dcdc79e00258" providerId="ADAL" clId="{6197A9EF-48F2-4BC7-9C75-91E97D780423}" dt="2023-01-26T14:14:49.641" v="95" actId="1076"/>
          <ac:spMkLst>
            <pc:docMk/>
            <pc:sldMk cId="3080513647" sldId="462"/>
            <ac:spMk id="113" creationId="{526DDE0F-8A18-4267-2B36-8ACE68C6FA72}"/>
          </ac:spMkLst>
        </pc:spChg>
        <pc:spChg chg="mod">
          <ac:chgData name="Thomas Froment" userId="4d47d833-7bbe-4dd6-859d-dcdc79e00258" providerId="ADAL" clId="{6197A9EF-48F2-4BC7-9C75-91E97D780423}" dt="2023-01-26T14:14:56.990" v="96" actId="1076"/>
          <ac:spMkLst>
            <pc:docMk/>
            <pc:sldMk cId="3080513647" sldId="462"/>
            <ac:spMk id="114" creationId="{273263D4-7091-BEB7-56DD-4157122628DB}"/>
          </ac:spMkLst>
        </pc:spChg>
        <pc:spChg chg="mod">
          <ac:chgData name="Thomas Froment" userId="4d47d833-7bbe-4dd6-859d-dcdc79e00258" providerId="ADAL" clId="{6197A9EF-48F2-4BC7-9C75-91E97D780423}" dt="2023-01-26T14:14:56.990" v="96" actId="1076"/>
          <ac:spMkLst>
            <pc:docMk/>
            <pc:sldMk cId="3080513647" sldId="462"/>
            <ac:spMk id="115" creationId="{2F2EFC45-46D9-865F-8AAA-5680BD899A11}"/>
          </ac:spMkLst>
        </pc:spChg>
        <pc:spChg chg="mod">
          <ac:chgData name="Thomas Froment" userId="4d47d833-7bbe-4dd6-859d-dcdc79e00258" providerId="ADAL" clId="{6197A9EF-48F2-4BC7-9C75-91E97D780423}" dt="2023-01-26T14:14:56.990" v="96" actId="1076"/>
          <ac:spMkLst>
            <pc:docMk/>
            <pc:sldMk cId="3080513647" sldId="462"/>
            <ac:spMk id="116" creationId="{37D56E08-B226-26A3-3C36-80C936B42556}"/>
          </ac:spMkLst>
        </pc:spChg>
        <pc:spChg chg="mod">
          <ac:chgData name="Thomas Froment" userId="4d47d833-7bbe-4dd6-859d-dcdc79e00258" providerId="ADAL" clId="{6197A9EF-48F2-4BC7-9C75-91E97D780423}" dt="2023-01-26T14:14:56.990" v="96" actId="1076"/>
          <ac:spMkLst>
            <pc:docMk/>
            <pc:sldMk cId="3080513647" sldId="462"/>
            <ac:spMk id="117" creationId="{1DC99254-3923-386A-0D02-9642AF7C5E61}"/>
          </ac:spMkLst>
        </pc:spChg>
        <pc:spChg chg="mod">
          <ac:chgData name="Thomas Froment" userId="4d47d833-7bbe-4dd6-859d-dcdc79e00258" providerId="ADAL" clId="{6197A9EF-48F2-4BC7-9C75-91E97D780423}" dt="2023-01-26T14:14:49.641" v="95" actId="1076"/>
          <ac:spMkLst>
            <pc:docMk/>
            <pc:sldMk cId="3080513647" sldId="462"/>
            <ac:spMk id="118" creationId="{1C74F15F-EC96-9827-0DB4-6A53A51C71A9}"/>
          </ac:spMkLst>
        </pc:spChg>
        <pc:spChg chg="mod">
          <ac:chgData name="Thomas Froment" userId="4d47d833-7bbe-4dd6-859d-dcdc79e00258" providerId="ADAL" clId="{6197A9EF-48F2-4BC7-9C75-91E97D780423}" dt="2023-01-26T14:14:49.641" v="95" actId="1076"/>
          <ac:spMkLst>
            <pc:docMk/>
            <pc:sldMk cId="3080513647" sldId="462"/>
            <ac:spMk id="119" creationId="{C9DB2DF5-EB8B-1C0A-C5F0-3576F26A477B}"/>
          </ac:spMkLst>
        </pc:spChg>
        <pc:spChg chg="mod">
          <ac:chgData name="Thomas Froment" userId="4d47d833-7bbe-4dd6-859d-dcdc79e00258" providerId="ADAL" clId="{6197A9EF-48F2-4BC7-9C75-91E97D780423}" dt="2023-01-26T14:14:49.641" v="95" actId="1076"/>
          <ac:spMkLst>
            <pc:docMk/>
            <pc:sldMk cId="3080513647" sldId="462"/>
            <ac:spMk id="120" creationId="{A67FAFBA-9284-C932-5CF4-86FC05F0859B}"/>
          </ac:spMkLst>
        </pc:spChg>
        <pc:spChg chg="mod">
          <ac:chgData name="Thomas Froment" userId="4d47d833-7bbe-4dd6-859d-dcdc79e00258" providerId="ADAL" clId="{6197A9EF-48F2-4BC7-9C75-91E97D780423}" dt="2023-01-26T14:14:49.641" v="95" actId="1076"/>
          <ac:spMkLst>
            <pc:docMk/>
            <pc:sldMk cId="3080513647" sldId="462"/>
            <ac:spMk id="121" creationId="{D6D24629-BE83-251F-48AF-5FBBE8376147}"/>
          </ac:spMkLst>
        </pc:spChg>
        <pc:picChg chg="mod">
          <ac:chgData name="Thomas Froment" userId="4d47d833-7bbe-4dd6-859d-dcdc79e00258" providerId="ADAL" clId="{6197A9EF-48F2-4BC7-9C75-91E97D780423}" dt="2023-01-26T14:14:56.990" v="96" actId="1076"/>
          <ac:picMkLst>
            <pc:docMk/>
            <pc:sldMk cId="3080513647" sldId="462"/>
            <ac:picMk id="122" creationId="{8065EEC8-BA64-5A0B-AB57-7B013A6B22B4}"/>
          </ac:picMkLst>
        </pc:picChg>
        <pc:picChg chg="mod">
          <ac:chgData name="Thomas Froment" userId="4d47d833-7bbe-4dd6-859d-dcdc79e00258" providerId="ADAL" clId="{6197A9EF-48F2-4BC7-9C75-91E97D780423}" dt="2023-01-26T14:14:49.641" v="95" actId="1076"/>
          <ac:picMkLst>
            <pc:docMk/>
            <pc:sldMk cId="3080513647" sldId="462"/>
            <ac:picMk id="123" creationId="{D413AA63-0814-B5CF-6574-6F81F964865F}"/>
          </ac:picMkLst>
        </pc:picChg>
        <pc:picChg chg="mod">
          <ac:chgData name="Thomas Froment" userId="4d47d833-7bbe-4dd6-859d-dcdc79e00258" providerId="ADAL" clId="{6197A9EF-48F2-4BC7-9C75-91E97D780423}" dt="2023-01-26T14:14:49.641" v="95" actId="1076"/>
          <ac:picMkLst>
            <pc:docMk/>
            <pc:sldMk cId="3080513647" sldId="462"/>
            <ac:picMk id="124" creationId="{40ECF5F4-6B4D-4F7F-4473-EBBDB69D8979}"/>
          </ac:picMkLst>
        </pc:picChg>
        <pc:picChg chg="mod">
          <ac:chgData name="Thomas Froment" userId="4d47d833-7bbe-4dd6-859d-dcdc79e00258" providerId="ADAL" clId="{6197A9EF-48F2-4BC7-9C75-91E97D780423}" dt="2023-01-26T14:14:49.641" v="95" actId="1076"/>
          <ac:picMkLst>
            <pc:docMk/>
            <pc:sldMk cId="3080513647" sldId="462"/>
            <ac:picMk id="125" creationId="{85AD0735-008D-C134-A01E-0E8B765BD876}"/>
          </ac:picMkLst>
        </pc:picChg>
        <pc:picChg chg="mod">
          <ac:chgData name="Thomas Froment" userId="4d47d833-7bbe-4dd6-859d-dcdc79e00258" providerId="ADAL" clId="{6197A9EF-48F2-4BC7-9C75-91E97D780423}" dt="2023-01-26T14:14:49.641" v="95" actId="1076"/>
          <ac:picMkLst>
            <pc:docMk/>
            <pc:sldMk cId="3080513647" sldId="462"/>
            <ac:picMk id="126" creationId="{B4F14C6E-4CED-68E0-505B-F22850E8F7D7}"/>
          </ac:picMkLst>
        </pc:picChg>
        <pc:picChg chg="mod">
          <ac:chgData name="Thomas Froment" userId="4d47d833-7bbe-4dd6-859d-dcdc79e00258" providerId="ADAL" clId="{6197A9EF-48F2-4BC7-9C75-91E97D780423}" dt="2023-01-26T14:14:56.990" v="96" actId="1076"/>
          <ac:picMkLst>
            <pc:docMk/>
            <pc:sldMk cId="3080513647" sldId="462"/>
            <ac:picMk id="128" creationId="{410CAE4B-BEAA-DFB3-BE5A-4765CFF82775}"/>
          </ac:picMkLst>
        </pc:picChg>
        <pc:picChg chg="mod">
          <ac:chgData name="Thomas Froment" userId="4d47d833-7bbe-4dd6-859d-dcdc79e00258" providerId="ADAL" clId="{6197A9EF-48F2-4BC7-9C75-91E97D780423}" dt="2023-01-26T14:14:56.990" v="96" actId="1076"/>
          <ac:picMkLst>
            <pc:docMk/>
            <pc:sldMk cId="3080513647" sldId="462"/>
            <ac:picMk id="130" creationId="{46455194-3CF4-815B-CDB6-9E7D22058B4A}"/>
          </ac:picMkLst>
        </pc:picChg>
        <pc:picChg chg="mod">
          <ac:chgData name="Thomas Froment" userId="4d47d833-7bbe-4dd6-859d-dcdc79e00258" providerId="ADAL" clId="{6197A9EF-48F2-4BC7-9C75-91E97D780423}" dt="2023-01-26T14:14:56.990" v="96" actId="1076"/>
          <ac:picMkLst>
            <pc:docMk/>
            <pc:sldMk cId="3080513647" sldId="462"/>
            <ac:picMk id="132" creationId="{22FE474B-F1B6-E914-111C-1E402822A3EC}"/>
          </ac:picMkLst>
        </pc:picChg>
      </pc:sldChg>
      <pc:sldChg chg="modSp mod">
        <pc:chgData name="Thomas Froment" userId="4d47d833-7bbe-4dd6-859d-dcdc79e00258" providerId="ADAL" clId="{6197A9EF-48F2-4BC7-9C75-91E97D780423}" dt="2023-01-26T14:16:09.222" v="114" actId="14100"/>
        <pc:sldMkLst>
          <pc:docMk/>
          <pc:sldMk cId="376646610" sldId="466"/>
        </pc:sldMkLst>
        <pc:grpChg chg="mod">
          <ac:chgData name="Thomas Froment" userId="4d47d833-7bbe-4dd6-859d-dcdc79e00258" providerId="ADAL" clId="{6197A9EF-48F2-4BC7-9C75-91E97D780423}" dt="2023-01-26T14:16:09.222" v="114" actId="14100"/>
          <ac:grpSpMkLst>
            <pc:docMk/>
            <pc:sldMk cId="376646610" sldId="466"/>
            <ac:grpSpMk id="4" creationId="{77F6A546-105B-C08A-DEDB-DEA89D02F534}"/>
          </ac:grpSpMkLst>
        </pc:grpChg>
      </pc:sldChg>
      <pc:sldChg chg="modSp mod">
        <pc:chgData name="Thomas Froment" userId="4d47d833-7bbe-4dd6-859d-dcdc79e00258" providerId="ADAL" clId="{6197A9EF-48F2-4BC7-9C75-91E97D780423}" dt="2023-01-26T14:17:02.785" v="119" actId="1076"/>
        <pc:sldMkLst>
          <pc:docMk/>
          <pc:sldMk cId="144998551" sldId="484"/>
        </pc:sldMkLst>
        <pc:spChg chg="mod">
          <ac:chgData name="Thomas Froment" userId="4d47d833-7bbe-4dd6-859d-dcdc79e00258" providerId="ADAL" clId="{6197A9EF-48F2-4BC7-9C75-91E97D780423}" dt="2023-01-26T14:17:02.785" v="119" actId="1076"/>
          <ac:spMkLst>
            <pc:docMk/>
            <pc:sldMk cId="144998551" sldId="484"/>
            <ac:spMk id="153" creationId="{2F569E41-FF31-372A-024C-A9461C867577}"/>
          </ac:spMkLst>
        </pc:spChg>
      </pc:sldChg>
      <pc:sldMasterChg chg="addSp delSp modSp mod">
        <pc:chgData name="Thomas Froment" userId="4d47d833-7bbe-4dd6-859d-dcdc79e00258" providerId="ADAL" clId="{6197A9EF-48F2-4BC7-9C75-91E97D780423}" dt="2023-01-26T14:14:28.941" v="94"/>
        <pc:sldMasterMkLst>
          <pc:docMk/>
          <pc:sldMasterMk cId="2469071416" sldId="2147483648"/>
        </pc:sldMasterMkLst>
        <pc:spChg chg="del">
          <ac:chgData name="Thomas Froment" userId="4d47d833-7bbe-4dd6-859d-dcdc79e00258" providerId="ADAL" clId="{6197A9EF-48F2-4BC7-9C75-91E97D780423}" dt="2023-01-26T14:13:40.841" v="89" actId="478"/>
          <ac:spMkLst>
            <pc:docMk/>
            <pc:sldMasterMk cId="2469071416" sldId="2147483648"/>
            <ac:spMk id="4" creationId="{60AD8632-AF3B-4F7C-A2DA-A4F0278E2032}"/>
          </ac:spMkLst>
        </pc:spChg>
        <pc:spChg chg="del">
          <ac:chgData name="Thomas Froment" userId="4d47d833-7bbe-4dd6-859d-dcdc79e00258" providerId="ADAL" clId="{6197A9EF-48F2-4BC7-9C75-91E97D780423}" dt="2023-01-26T14:13:41.830" v="90" actId="478"/>
          <ac:spMkLst>
            <pc:docMk/>
            <pc:sldMasterMk cId="2469071416" sldId="2147483648"/>
            <ac:spMk id="5" creationId="{A9719DEF-3A99-45A4-8595-267FAE0A202F}"/>
          </ac:spMkLst>
        </pc:spChg>
        <pc:spChg chg="del">
          <ac:chgData name="Thomas Froment" userId="4d47d833-7bbe-4dd6-859d-dcdc79e00258" providerId="ADAL" clId="{6197A9EF-48F2-4BC7-9C75-91E97D780423}" dt="2023-01-26T14:13:42.975" v="91" actId="478"/>
          <ac:spMkLst>
            <pc:docMk/>
            <pc:sldMasterMk cId="2469071416" sldId="2147483648"/>
            <ac:spMk id="6" creationId="{7B1FB13C-4CB2-4D44-B791-DE40B8A97520}"/>
          </ac:spMkLst>
        </pc:spChg>
        <pc:spChg chg="add del">
          <ac:chgData name="Thomas Froment" userId="4d47d833-7bbe-4dd6-859d-dcdc79e00258" providerId="ADAL" clId="{6197A9EF-48F2-4BC7-9C75-91E97D780423}" dt="2023-01-26T14:13:44.969" v="93" actId="22"/>
          <ac:spMkLst>
            <pc:docMk/>
            <pc:sldMasterMk cId="2469071416" sldId="2147483648"/>
            <ac:spMk id="8" creationId="{48866F33-8CAD-431A-9236-C1CC55471D77}"/>
          </ac:spMkLst>
        </pc:spChg>
        <pc:picChg chg="add mod">
          <ac:chgData name="Thomas Froment" userId="4d47d833-7bbe-4dd6-859d-dcdc79e00258" providerId="ADAL" clId="{6197A9EF-48F2-4BC7-9C75-91E97D780423}" dt="2023-01-26T14:14:28.941" v="94"/>
          <ac:picMkLst>
            <pc:docMk/>
            <pc:sldMasterMk cId="2469071416" sldId="2147483648"/>
            <ac:picMk id="9" creationId="{639BB09D-FC47-D8EC-C5F7-5AEB9E1C13BA}"/>
          </ac:picMkLst>
        </pc:picChg>
        <pc:picChg chg="add mod">
          <ac:chgData name="Thomas Froment" userId="4d47d833-7bbe-4dd6-859d-dcdc79e00258" providerId="ADAL" clId="{6197A9EF-48F2-4BC7-9C75-91E97D780423}" dt="2023-01-26T14:14:28.941" v="94"/>
          <ac:picMkLst>
            <pc:docMk/>
            <pc:sldMasterMk cId="2469071416" sldId="2147483648"/>
            <ac:picMk id="10" creationId="{2245E89C-8E85-6E15-C453-2534FF3DC693}"/>
          </ac:picMkLst>
        </pc:picChg>
        <pc:picChg chg="add mod">
          <ac:chgData name="Thomas Froment" userId="4d47d833-7bbe-4dd6-859d-dcdc79e00258" providerId="ADAL" clId="{6197A9EF-48F2-4BC7-9C75-91E97D780423}" dt="2023-01-26T14:14:28.941" v="94"/>
          <ac:picMkLst>
            <pc:docMk/>
            <pc:sldMasterMk cId="2469071416" sldId="2147483648"/>
            <ac:picMk id="11" creationId="{58210A45-7BCC-A691-FE3F-BA08A8A2EF6B}"/>
          </ac:picMkLst>
        </pc:picChg>
      </pc:sldMasterChg>
    </pc:docChg>
  </pc:docChgLst>
  <pc:docChgLst>
    <pc:chgData name="Alexandre Quach" userId="03a3b9a4-365b-425e-bba9-a77346403bac" providerId="ADAL" clId="{DDA81D77-DDBB-4C92-9D52-66F6172221C8}"/>
    <pc:docChg chg="undo custSel addSld delSld modSld sldOrd addSection modSection">
      <pc:chgData name="Alexandre Quach" userId="03a3b9a4-365b-425e-bba9-a77346403bac" providerId="ADAL" clId="{DDA81D77-DDBB-4C92-9D52-66F6172221C8}" dt="2022-12-01T17:29:03.624" v="10465" actId="20577"/>
      <pc:docMkLst>
        <pc:docMk/>
      </pc:docMkLst>
      <pc:sldChg chg="modSp mod">
        <pc:chgData name="Alexandre Quach" userId="03a3b9a4-365b-425e-bba9-a77346403bac" providerId="ADAL" clId="{DDA81D77-DDBB-4C92-9D52-66F6172221C8}" dt="2022-12-01T17:29:03.624" v="10465" actId="20577"/>
        <pc:sldMkLst>
          <pc:docMk/>
          <pc:sldMk cId="2545377066" sldId="377"/>
        </pc:sldMkLst>
        <pc:graphicFrameChg chg="mod modGraphic">
          <ac:chgData name="Alexandre Quach" userId="03a3b9a4-365b-425e-bba9-a77346403bac" providerId="ADAL" clId="{DDA81D77-DDBB-4C92-9D52-66F6172221C8}" dt="2022-12-01T17:29:03.624" v="10465" actId="20577"/>
          <ac:graphicFrameMkLst>
            <pc:docMk/>
            <pc:sldMk cId="2545377066" sldId="377"/>
            <ac:graphicFrameMk id="47" creationId="{E532220D-FB7A-4D58-94AD-62D5519F5AAE}"/>
          </ac:graphicFrameMkLst>
        </pc:graphicFrameChg>
      </pc:sldChg>
      <pc:sldChg chg="delSp modSp mod">
        <pc:chgData name="Alexandre Quach" userId="03a3b9a4-365b-425e-bba9-a77346403bac" providerId="ADAL" clId="{DDA81D77-DDBB-4C92-9D52-66F6172221C8}" dt="2022-12-01T08:02:20.535" v="623" actId="478"/>
        <pc:sldMkLst>
          <pc:docMk/>
          <pc:sldMk cId="1874237925" sldId="401"/>
        </pc:sldMkLst>
        <pc:spChg chg="mod">
          <ac:chgData name="Alexandre Quach" userId="03a3b9a4-365b-425e-bba9-a77346403bac" providerId="ADAL" clId="{DDA81D77-DDBB-4C92-9D52-66F6172221C8}" dt="2022-12-01T08:01:08.089" v="535"/>
          <ac:spMkLst>
            <pc:docMk/>
            <pc:sldMk cId="1874237925" sldId="401"/>
            <ac:spMk id="184" creationId="{63AEEA97-8883-401C-AD16-3087BF270664}"/>
          </ac:spMkLst>
        </pc:spChg>
        <pc:picChg chg="del">
          <ac:chgData name="Alexandre Quach" userId="03a3b9a4-365b-425e-bba9-a77346403bac" providerId="ADAL" clId="{DDA81D77-DDBB-4C92-9D52-66F6172221C8}" dt="2022-12-01T08:02:20.535" v="623" actId="478"/>
          <ac:picMkLst>
            <pc:docMk/>
            <pc:sldMk cId="1874237925" sldId="401"/>
            <ac:picMk id="228" creationId="{4F9071FE-ED19-541F-9627-1B3AA185084E}"/>
          </ac:picMkLst>
        </pc:picChg>
      </pc:sldChg>
      <pc:sldChg chg="delSp modSp mod">
        <pc:chgData name="Alexandre Quach" userId="03a3b9a4-365b-425e-bba9-a77346403bac" providerId="ADAL" clId="{DDA81D77-DDBB-4C92-9D52-66F6172221C8}" dt="2022-12-01T08:01:26.101" v="537" actId="478"/>
        <pc:sldMkLst>
          <pc:docMk/>
          <pc:sldMk cId="3307899724" sldId="405"/>
        </pc:sldMkLst>
        <pc:spChg chg="mod">
          <ac:chgData name="Alexandre Quach" userId="03a3b9a4-365b-425e-bba9-a77346403bac" providerId="ADAL" clId="{DDA81D77-DDBB-4C92-9D52-66F6172221C8}" dt="2022-12-01T08:01:08.089" v="535"/>
          <ac:spMkLst>
            <pc:docMk/>
            <pc:sldMk cId="3307899724" sldId="405"/>
            <ac:spMk id="2" creationId="{9FC970E8-85EC-4F9E-B2BA-5BE418DB4CBB}"/>
          </ac:spMkLst>
        </pc:spChg>
        <pc:picChg chg="del">
          <ac:chgData name="Alexandre Quach" userId="03a3b9a4-365b-425e-bba9-a77346403bac" providerId="ADAL" clId="{DDA81D77-DDBB-4C92-9D52-66F6172221C8}" dt="2022-12-01T08:01:26.101" v="537" actId="478"/>
          <ac:picMkLst>
            <pc:docMk/>
            <pc:sldMk cId="3307899724" sldId="405"/>
            <ac:picMk id="4" creationId="{B6E175C3-3307-4A86-CA1F-5A1EB4C27E81}"/>
          </ac:picMkLst>
        </pc:picChg>
      </pc:sldChg>
      <pc:sldChg chg="delSp modSp mod">
        <pc:chgData name="Alexandre Quach" userId="03a3b9a4-365b-425e-bba9-a77346403bac" providerId="ADAL" clId="{DDA81D77-DDBB-4C92-9D52-66F6172221C8}" dt="2022-12-01T10:20:45.080" v="4997" actId="1076"/>
        <pc:sldMkLst>
          <pc:docMk/>
          <pc:sldMk cId="4118035087" sldId="407"/>
        </pc:sldMkLst>
        <pc:spChg chg="mod">
          <ac:chgData name="Alexandre Quach" userId="03a3b9a4-365b-425e-bba9-a77346403bac" providerId="ADAL" clId="{DDA81D77-DDBB-4C92-9D52-66F6172221C8}" dt="2022-12-01T08:01:08.089" v="535"/>
          <ac:spMkLst>
            <pc:docMk/>
            <pc:sldMk cId="4118035087" sldId="407"/>
            <ac:spMk id="2" creationId="{9FC970E8-85EC-4F9E-B2BA-5BE418DB4CBB}"/>
          </ac:spMkLst>
        </pc:spChg>
        <pc:picChg chg="del">
          <ac:chgData name="Alexandre Quach" userId="03a3b9a4-365b-425e-bba9-a77346403bac" providerId="ADAL" clId="{DDA81D77-DDBB-4C92-9D52-66F6172221C8}" dt="2022-12-01T08:01:29.688" v="539" actId="478"/>
          <ac:picMkLst>
            <pc:docMk/>
            <pc:sldMk cId="4118035087" sldId="407"/>
            <ac:picMk id="31" creationId="{3D653917-5F51-EF4C-A358-D60AC9012204}"/>
          </ac:picMkLst>
        </pc:picChg>
        <pc:picChg chg="mod">
          <ac:chgData name="Alexandre Quach" userId="03a3b9a4-365b-425e-bba9-a77346403bac" providerId="ADAL" clId="{DDA81D77-DDBB-4C92-9D52-66F6172221C8}" dt="2022-12-01T10:20:45.080" v="4997" actId="1076"/>
          <ac:picMkLst>
            <pc:docMk/>
            <pc:sldMk cId="4118035087" sldId="407"/>
            <ac:picMk id="40" creationId="{6D73739B-B94F-CBE8-A258-3660D4D059BD}"/>
          </ac:picMkLst>
        </pc:picChg>
      </pc:sldChg>
      <pc:sldChg chg="addSp delSp modSp mod">
        <pc:chgData name="Alexandre Quach" userId="03a3b9a4-365b-425e-bba9-a77346403bac" providerId="ADAL" clId="{DDA81D77-DDBB-4C92-9D52-66F6172221C8}" dt="2022-12-01T09:12:09.918" v="3136" actId="14100"/>
        <pc:sldMkLst>
          <pc:docMk/>
          <pc:sldMk cId="3732627575" sldId="411"/>
        </pc:sldMkLst>
        <pc:spChg chg="add del mod">
          <ac:chgData name="Alexandre Quach" userId="03a3b9a4-365b-425e-bba9-a77346403bac" providerId="ADAL" clId="{DDA81D77-DDBB-4C92-9D52-66F6172221C8}" dt="2022-12-01T09:12:07.513" v="3134" actId="478"/>
          <ac:spMkLst>
            <pc:docMk/>
            <pc:sldMk cId="3732627575" sldId="411"/>
            <ac:spMk id="7" creationId="{CC430B30-7404-779E-FF66-7C5C06D070A6}"/>
          </ac:spMkLst>
        </pc:spChg>
        <pc:spChg chg="mod">
          <ac:chgData name="Alexandre Quach" userId="03a3b9a4-365b-425e-bba9-a77346403bac" providerId="ADAL" clId="{DDA81D77-DDBB-4C92-9D52-66F6172221C8}" dt="2022-12-01T09:11:45.086" v="3127" actId="1076"/>
          <ac:spMkLst>
            <pc:docMk/>
            <pc:sldMk cId="3732627575" sldId="411"/>
            <ac:spMk id="37" creationId="{59140D95-A43B-4263-B551-DD98CAA4AFFA}"/>
          </ac:spMkLst>
        </pc:spChg>
        <pc:picChg chg="add mod">
          <ac:chgData name="Alexandre Quach" userId="03a3b9a4-365b-425e-bba9-a77346403bac" providerId="ADAL" clId="{DDA81D77-DDBB-4C92-9D52-66F6172221C8}" dt="2022-12-01T09:12:09.918" v="3136" actId="14100"/>
          <ac:picMkLst>
            <pc:docMk/>
            <pc:sldMk cId="3732627575" sldId="411"/>
            <ac:picMk id="4" creationId="{FB82FF41-C971-B54D-A60E-6C641D9A35E6}"/>
          </ac:picMkLst>
        </pc:picChg>
      </pc:sldChg>
      <pc:sldChg chg="delSp mod">
        <pc:chgData name="Alexandre Quach" userId="03a3b9a4-365b-425e-bba9-a77346403bac" providerId="ADAL" clId="{DDA81D77-DDBB-4C92-9D52-66F6172221C8}" dt="2022-12-01T08:07:00.827" v="698" actId="478"/>
        <pc:sldMkLst>
          <pc:docMk/>
          <pc:sldMk cId="3648992120" sldId="417"/>
        </pc:sldMkLst>
        <pc:picChg chg="del">
          <ac:chgData name="Alexandre Quach" userId="03a3b9a4-365b-425e-bba9-a77346403bac" providerId="ADAL" clId="{DDA81D77-DDBB-4C92-9D52-66F6172221C8}" dt="2022-12-01T08:07:00.827" v="698" actId="478"/>
          <ac:picMkLst>
            <pc:docMk/>
            <pc:sldMk cId="3648992120" sldId="417"/>
            <ac:picMk id="228" creationId="{C004B001-FDF5-2477-8757-07C3FC65A9DB}"/>
          </ac:picMkLst>
        </pc:picChg>
      </pc:sldChg>
      <pc:sldChg chg="delSp modSp mod">
        <pc:chgData name="Alexandre Quach" userId="03a3b9a4-365b-425e-bba9-a77346403bac" providerId="ADAL" clId="{DDA81D77-DDBB-4C92-9D52-66F6172221C8}" dt="2022-12-01T08:01:27.810" v="538" actId="478"/>
        <pc:sldMkLst>
          <pc:docMk/>
          <pc:sldMk cId="2476896951" sldId="433"/>
        </pc:sldMkLst>
        <pc:spChg chg="mod">
          <ac:chgData name="Alexandre Quach" userId="03a3b9a4-365b-425e-bba9-a77346403bac" providerId="ADAL" clId="{DDA81D77-DDBB-4C92-9D52-66F6172221C8}" dt="2022-12-01T08:01:08.089" v="535"/>
          <ac:spMkLst>
            <pc:docMk/>
            <pc:sldMk cId="2476896951" sldId="433"/>
            <ac:spMk id="2" creationId="{9FC970E8-85EC-4F9E-B2BA-5BE418DB4CBB}"/>
          </ac:spMkLst>
        </pc:spChg>
        <pc:picChg chg="del">
          <ac:chgData name="Alexandre Quach" userId="03a3b9a4-365b-425e-bba9-a77346403bac" providerId="ADAL" clId="{DDA81D77-DDBB-4C92-9D52-66F6172221C8}" dt="2022-12-01T08:01:27.810" v="538" actId="478"/>
          <ac:picMkLst>
            <pc:docMk/>
            <pc:sldMk cId="2476896951" sldId="433"/>
            <ac:picMk id="4" creationId="{B6E175C3-3307-4A86-CA1F-5A1EB4C27E81}"/>
          </ac:picMkLst>
        </pc:picChg>
      </pc:sldChg>
      <pc:sldChg chg="modSp mod">
        <pc:chgData name="Alexandre Quach" userId="03a3b9a4-365b-425e-bba9-a77346403bac" providerId="ADAL" clId="{DDA81D77-DDBB-4C92-9D52-66F6172221C8}" dt="2022-12-01T08:25:05.398" v="1243" actId="20577"/>
        <pc:sldMkLst>
          <pc:docMk/>
          <pc:sldMk cId="1586157781" sldId="435"/>
        </pc:sldMkLst>
        <pc:spChg chg="mod">
          <ac:chgData name="Alexandre Quach" userId="03a3b9a4-365b-425e-bba9-a77346403bac" providerId="ADAL" clId="{DDA81D77-DDBB-4C92-9D52-66F6172221C8}" dt="2022-12-01T08:25:05.398" v="1243" actId="20577"/>
          <ac:spMkLst>
            <pc:docMk/>
            <pc:sldMk cId="1586157781" sldId="435"/>
            <ac:spMk id="3" creationId="{2799DF39-24AC-F201-F116-87E86D6EE6A2}"/>
          </ac:spMkLst>
        </pc:spChg>
      </pc:sldChg>
      <pc:sldChg chg="delSp mod">
        <pc:chgData name="Alexandre Quach" userId="03a3b9a4-365b-425e-bba9-a77346403bac" providerId="ADAL" clId="{DDA81D77-DDBB-4C92-9D52-66F6172221C8}" dt="2022-12-01T08:06:56.945" v="697" actId="478"/>
        <pc:sldMkLst>
          <pc:docMk/>
          <pc:sldMk cId="754223813" sldId="436"/>
        </pc:sldMkLst>
        <pc:picChg chg="del">
          <ac:chgData name="Alexandre Quach" userId="03a3b9a4-365b-425e-bba9-a77346403bac" providerId="ADAL" clId="{DDA81D77-DDBB-4C92-9D52-66F6172221C8}" dt="2022-12-01T08:06:56.945" v="697" actId="478"/>
          <ac:picMkLst>
            <pc:docMk/>
            <pc:sldMk cId="754223813" sldId="436"/>
            <ac:picMk id="228" creationId="{C004B001-FDF5-2477-8757-07C3FC65A9DB}"/>
          </ac:picMkLst>
        </pc:picChg>
      </pc:sldChg>
      <pc:sldChg chg="modSp">
        <pc:chgData name="Alexandre Quach" userId="03a3b9a4-365b-425e-bba9-a77346403bac" providerId="ADAL" clId="{DDA81D77-DDBB-4C92-9D52-66F6172221C8}" dt="2022-12-01T08:01:08.089" v="535"/>
        <pc:sldMkLst>
          <pc:docMk/>
          <pc:sldMk cId="68583389" sldId="437"/>
        </pc:sldMkLst>
        <pc:spChg chg="mod">
          <ac:chgData name="Alexandre Quach" userId="03a3b9a4-365b-425e-bba9-a77346403bac" providerId="ADAL" clId="{DDA81D77-DDBB-4C92-9D52-66F6172221C8}" dt="2022-12-01T08:01:08.089" v="535"/>
          <ac:spMkLst>
            <pc:docMk/>
            <pc:sldMk cId="68583389" sldId="437"/>
            <ac:spMk id="3" creationId="{6F921952-893A-21DF-FB2E-F3C61E71A48B}"/>
          </ac:spMkLst>
        </pc:spChg>
      </pc:sldChg>
      <pc:sldChg chg="delSp modSp mod">
        <pc:chgData name="Alexandre Quach" userId="03a3b9a4-365b-425e-bba9-a77346403bac" providerId="ADAL" clId="{DDA81D77-DDBB-4C92-9D52-66F6172221C8}" dt="2022-12-01T08:01:22.856" v="536" actId="478"/>
        <pc:sldMkLst>
          <pc:docMk/>
          <pc:sldMk cId="2097807612" sldId="444"/>
        </pc:sldMkLst>
        <pc:spChg chg="mod">
          <ac:chgData name="Alexandre Quach" userId="03a3b9a4-365b-425e-bba9-a77346403bac" providerId="ADAL" clId="{DDA81D77-DDBB-4C92-9D52-66F6172221C8}" dt="2022-12-01T08:01:08.089" v="535"/>
          <ac:spMkLst>
            <pc:docMk/>
            <pc:sldMk cId="2097807612" sldId="444"/>
            <ac:spMk id="10" creationId="{ED8FE550-07D6-0E8E-AFE5-3330474E4208}"/>
          </ac:spMkLst>
        </pc:spChg>
        <pc:grpChg chg="topLvl">
          <ac:chgData name="Alexandre Quach" userId="03a3b9a4-365b-425e-bba9-a77346403bac" providerId="ADAL" clId="{DDA81D77-DDBB-4C92-9D52-66F6172221C8}" dt="2022-12-01T08:01:22.856" v="536" actId="478"/>
          <ac:grpSpMkLst>
            <pc:docMk/>
            <pc:sldMk cId="2097807612" sldId="444"/>
            <ac:grpSpMk id="2" creationId="{9AF14A63-37CD-A9B0-87AC-F130544A09ED}"/>
          </ac:grpSpMkLst>
        </pc:grpChg>
        <pc:grpChg chg="del">
          <ac:chgData name="Alexandre Quach" userId="03a3b9a4-365b-425e-bba9-a77346403bac" providerId="ADAL" clId="{DDA81D77-DDBB-4C92-9D52-66F6172221C8}" dt="2022-12-01T08:01:22.856" v="536" actId="478"/>
          <ac:grpSpMkLst>
            <pc:docMk/>
            <pc:sldMk cId="2097807612" sldId="444"/>
            <ac:grpSpMk id="16" creationId="{03D7A100-DBBC-0192-2035-03142C420DE8}"/>
          </ac:grpSpMkLst>
        </pc:grpChg>
        <pc:picChg chg="del topLvl">
          <ac:chgData name="Alexandre Quach" userId="03a3b9a4-365b-425e-bba9-a77346403bac" providerId="ADAL" clId="{DDA81D77-DDBB-4C92-9D52-66F6172221C8}" dt="2022-12-01T08:01:22.856" v="536" actId="478"/>
          <ac:picMkLst>
            <pc:docMk/>
            <pc:sldMk cId="2097807612" sldId="444"/>
            <ac:picMk id="15" creationId="{2779B8C0-D7C0-1FE9-97BF-438DD642BB4E}"/>
          </ac:picMkLst>
        </pc:picChg>
      </pc:sldChg>
      <pc:sldChg chg="modSp">
        <pc:chgData name="Alexandre Quach" userId="03a3b9a4-365b-425e-bba9-a77346403bac" providerId="ADAL" clId="{DDA81D77-DDBB-4C92-9D52-66F6172221C8}" dt="2022-12-01T08:01:08.089" v="535"/>
        <pc:sldMkLst>
          <pc:docMk/>
          <pc:sldMk cId="3137124933" sldId="454"/>
        </pc:sldMkLst>
        <pc:spChg chg="mod">
          <ac:chgData name="Alexandre Quach" userId="03a3b9a4-365b-425e-bba9-a77346403bac" providerId="ADAL" clId="{DDA81D77-DDBB-4C92-9D52-66F6172221C8}" dt="2022-12-01T08:01:08.089" v="535"/>
          <ac:spMkLst>
            <pc:docMk/>
            <pc:sldMk cId="3137124933" sldId="454"/>
            <ac:spMk id="23" creationId="{9B29D6D7-5AC6-C1F8-72E5-E7D7A65AA165}"/>
          </ac:spMkLst>
        </pc:spChg>
      </pc:sldChg>
      <pc:sldChg chg="modSp mod">
        <pc:chgData name="Alexandre Quach" userId="03a3b9a4-365b-425e-bba9-a77346403bac" providerId="ADAL" clId="{DDA81D77-DDBB-4C92-9D52-66F6172221C8}" dt="2022-12-01T10:31:11.206" v="5128" actId="14100"/>
        <pc:sldMkLst>
          <pc:docMk/>
          <pc:sldMk cId="3274939345" sldId="458"/>
        </pc:sldMkLst>
        <pc:spChg chg="mod">
          <ac:chgData name="Alexandre Quach" userId="03a3b9a4-365b-425e-bba9-a77346403bac" providerId="ADAL" clId="{DDA81D77-DDBB-4C92-9D52-66F6172221C8}" dt="2022-12-01T10:31:11.206" v="5128" actId="14100"/>
          <ac:spMkLst>
            <pc:docMk/>
            <pc:sldMk cId="3274939345" sldId="458"/>
            <ac:spMk id="41" creationId="{2FB037F4-EB3E-4E62-8889-F3A58A7C9334}"/>
          </ac:spMkLst>
        </pc:spChg>
      </pc:sldChg>
      <pc:sldChg chg="addSp delSp modSp new mod modClrScheme chgLayout">
        <pc:chgData name="Alexandre Quach" userId="03a3b9a4-365b-425e-bba9-a77346403bac" providerId="ADAL" clId="{DDA81D77-DDBB-4C92-9D52-66F6172221C8}" dt="2022-12-01T08:00:22.673" v="458" actId="6549"/>
        <pc:sldMkLst>
          <pc:docMk/>
          <pc:sldMk cId="2390563616" sldId="460"/>
        </pc:sldMkLst>
        <pc:spChg chg="del mod ord">
          <ac:chgData name="Alexandre Quach" userId="03a3b9a4-365b-425e-bba9-a77346403bac" providerId="ADAL" clId="{DDA81D77-DDBB-4C92-9D52-66F6172221C8}" dt="2022-12-01T07:37:15.960" v="5" actId="700"/>
          <ac:spMkLst>
            <pc:docMk/>
            <pc:sldMk cId="2390563616" sldId="460"/>
            <ac:spMk id="2" creationId="{787DEF3F-9E29-316B-D9F2-F9DEC7FD5970}"/>
          </ac:spMkLst>
        </pc:spChg>
        <pc:spChg chg="del mod ord">
          <ac:chgData name="Alexandre Quach" userId="03a3b9a4-365b-425e-bba9-a77346403bac" providerId="ADAL" clId="{DDA81D77-DDBB-4C92-9D52-66F6172221C8}" dt="2022-12-01T07:37:15.960" v="5" actId="700"/>
          <ac:spMkLst>
            <pc:docMk/>
            <pc:sldMk cId="2390563616" sldId="460"/>
            <ac:spMk id="3" creationId="{EE500ABC-394B-E359-EAB2-A7AAB8379186}"/>
          </ac:spMkLst>
        </pc:spChg>
        <pc:spChg chg="add mod ord">
          <ac:chgData name="Alexandre Quach" userId="03a3b9a4-365b-425e-bba9-a77346403bac" providerId="ADAL" clId="{DDA81D77-DDBB-4C92-9D52-66F6172221C8}" dt="2022-12-01T08:00:22.673" v="458" actId="6549"/>
          <ac:spMkLst>
            <pc:docMk/>
            <pc:sldMk cId="2390563616" sldId="460"/>
            <ac:spMk id="4" creationId="{A0A74CB2-CFB2-92E2-FC53-0A69D7F5FD84}"/>
          </ac:spMkLst>
        </pc:spChg>
        <pc:spChg chg="add mod ord">
          <ac:chgData name="Alexandre Quach" userId="03a3b9a4-365b-425e-bba9-a77346403bac" providerId="ADAL" clId="{DDA81D77-DDBB-4C92-9D52-66F6172221C8}" dt="2022-12-01T07:37:15.960" v="5" actId="700"/>
          <ac:spMkLst>
            <pc:docMk/>
            <pc:sldMk cId="2390563616" sldId="460"/>
            <ac:spMk id="5" creationId="{D9BF1BF4-A16B-5C1B-A71D-A07FB1819D33}"/>
          </ac:spMkLst>
        </pc:spChg>
      </pc:sldChg>
      <pc:sldChg chg="addSp delSp modSp new mod modClrScheme chgLayout">
        <pc:chgData name="Alexandre Quach" userId="03a3b9a4-365b-425e-bba9-a77346403bac" providerId="ADAL" clId="{DDA81D77-DDBB-4C92-9D52-66F6172221C8}" dt="2022-12-01T08:06:49.468" v="696" actId="1076"/>
        <pc:sldMkLst>
          <pc:docMk/>
          <pc:sldMk cId="2277729768" sldId="461"/>
        </pc:sldMkLst>
        <pc:spChg chg="del mod ord">
          <ac:chgData name="Alexandre Quach" userId="03a3b9a4-365b-425e-bba9-a77346403bac" providerId="ADAL" clId="{DDA81D77-DDBB-4C92-9D52-66F6172221C8}" dt="2022-12-01T07:37:35.715" v="44" actId="700"/>
          <ac:spMkLst>
            <pc:docMk/>
            <pc:sldMk cId="2277729768" sldId="461"/>
            <ac:spMk id="2" creationId="{9ED5ABA9-E6A4-E595-53A8-5AF840214D70}"/>
          </ac:spMkLst>
        </pc:spChg>
        <pc:spChg chg="del mod ord">
          <ac:chgData name="Alexandre Quach" userId="03a3b9a4-365b-425e-bba9-a77346403bac" providerId="ADAL" clId="{DDA81D77-DDBB-4C92-9D52-66F6172221C8}" dt="2022-12-01T07:37:35.715" v="44" actId="700"/>
          <ac:spMkLst>
            <pc:docMk/>
            <pc:sldMk cId="2277729768" sldId="461"/>
            <ac:spMk id="3" creationId="{7A87A06C-FBD7-103A-8D6A-5BB0FEDDD1C7}"/>
          </ac:spMkLst>
        </pc:spChg>
        <pc:spChg chg="add mod ord">
          <ac:chgData name="Alexandre Quach" userId="03a3b9a4-365b-425e-bba9-a77346403bac" providerId="ADAL" clId="{DDA81D77-DDBB-4C92-9D52-66F6172221C8}" dt="2022-12-01T08:06:03.287" v="674" actId="20577"/>
          <ac:spMkLst>
            <pc:docMk/>
            <pc:sldMk cId="2277729768" sldId="461"/>
            <ac:spMk id="4" creationId="{BADC61EC-212B-2093-1242-9D2D3F678DDF}"/>
          </ac:spMkLst>
        </pc:spChg>
        <pc:spChg chg="add mod ord">
          <ac:chgData name="Alexandre Quach" userId="03a3b9a4-365b-425e-bba9-a77346403bac" providerId="ADAL" clId="{DDA81D77-DDBB-4C92-9D52-66F6172221C8}" dt="2022-12-01T08:06:06.271" v="675" actId="20577"/>
          <ac:spMkLst>
            <pc:docMk/>
            <pc:sldMk cId="2277729768" sldId="461"/>
            <ac:spMk id="5" creationId="{88E9EC13-37B9-231F-A7D5-D558D25989ED}"/>
          </ac:spMkLst>
        </pc:spChg>
        <pc:spChg chg="mod">
          <ac:chgData name="Alexandre Quach" userId="03a3b9a4-365b-425e-bba9-a77346403bac" providerId="ADAL" clId="{DDA81D77-DDBB-4C92-9D52-66F6172221C8}" dt="2022-12-01T07:50:13.057" v="413" actId="165"/>
          <ac:spMkLst>
            <pc:docMk/>
            <pc:sldMk cId="2277729768" sldId="461"/>
            <ac:spMk id="14" creationId="{6F94D7B7-EB1B-8E5C-0BAC-E91AE30A1215}"/>
          </ac:spMkLst>
        </pc:spChg>
        <pc:spChg chg="mod">
          <ac:chgData name="Alexandre Quach" userId="03a3b9a4-365b-425e-bba9-a77346403bac" providerId="ADAL" clId="{DDA81D77-DDBB-4C92-9D52-66F6172221C8}" dt="2022-12-01T07:50:13.057" v="413" actId="165"/>
          <ac:spMkLst>
            <pc:docMk/>
            <pc:sldMk cId="2277729768" sldId="461"/>
            <ac:spMk id="15" creationId="{7B12F3B6-6880-B404-F93D-ABD5D065E7FD}"/>
          </ac:spMkLst>
        </pc:spChg>
        <pc:spChg chg="mod">
          <ac:chgData name="Alexandre Quach" userId="03a3b9a4-365b-425e-bba9-a77346403bac" providerId="ADAL" clId="{DDA81D77-DDBB-4C92-9D52-66F6172221C8}" dt="2022-12-01T07:50:13.057" v="413" actId="165"/>
          <ac:spMkLst>
            <pc:docMk/>
            <pc:sldMk cId="2277729768" sldId="461"/>
            <ac:spMk id="16" creationId="{DE69D61E-3DF9-EC07-C8E2-AAA475958F17}"/>
          </ac:spMkLst>
        </pc:spChg>
        <pc:spChg chg="mod">
          <ac:chgData name="Alexandre Quach" userId="03a3b9a4-365b-425e-bba9-a77346403bac" providerId="ADAL" clId="{DDA81D77-DDBB-4C92-9D52-66F6172221C8}" dt="2022-12-01T07:50:13.057" v="413" actId="165"/>
          <ac:spMkLst>
            <pc:docMk/>
            <pc:sldMk cId="2277729768" sldId="461"/>
            <ac:spMk id="17" creationId="{DB349EFB-67CF-5661-C76E-8BC58364B7C2}"/>
          </ac:spMkLst>
        </pc:spChg>
        <pc:spChg chg="mod">
          <ac:chgData name="Alexandre Quach" userId="03a3b9a4-365b-425e-bba9-a77346403bac" providerId="ADAL" clId="{DDA81D77-DDBB-4C92-9D52-66F6172221C8}" dt="2022-12-01T07:50:13.057" v="413" actId="165"/>
          <ac:spMkLst>
            <pc:docMk/>
            <pc:sldMk cId="2277729768" sldId="461"/>
            <ac:spMk id="18" creationId="{FD48DFD6-1522-ED6D-C01C-C2274454C1E0}"/>
          </ac:spMkLst>
        </pc:spChg>
        <pc:spChg chg="mod">
          <ac:chgData name="Alexandre Quach" userId="03a3b9a4-365b-425e-bba9-a77346403bac" providerId="ADAL" clId="{DDA81D77-DDBB-4C92-9D52-66F6172221C8}" dt="2022-12-01T07:50:13.057" v="413" actId="165"/>
          <ac:spMkLst>
            <pc:docMk/>
            <pc:sldMk cId="2277729768" sldId="461"/>
            <ac:spMk id="19" creationId="{6CBC673B-0B93-739C-AE44-7C92359CD772}"/>
          </ac:spMkLst>
        </pc:spChg>
        <pc:spChg chg="mod">
          <ac:chgData name="Alexandre Quach" userId="03a3b9a4-365b-425e-bba9-a77346403bac" providerId="ADAL" clId="{DDA81D77-DDBB-4C92-9D52-66F6172221C8}" dt="2022-12-01T07:50:13.057" v="413" actId="165"/>
          <ac:spMkLst>
            <pc:docMk/>
            <pc:sldMk cId="2277729768" sldId="461"/>
            <ac:spMk id="20" creationId="{C1B5706F-491D-23C5-69A0-194163387758}"/>
          </ac:spMkLst>
        </pc:spChg>
        <pc:spChg chg="mod">
          <ac:chgData name="Alexandre Quach" userId="03a3b9a4-365b-425e-bba9-a77346403bac" providerId="ADAL" clId="{DDA81D77-DDBB-4C92-9D52-66F6172221C8}" dt="2022-12-01T07:50:13.057" v="413" actId="165"/>
          <ac:spMkLst>
            <pc:docMk/>
            <pc:sldMk cId="2277729768" sldId="461"/>
            <ac:spMk id="21" creationId="{DC034185-5114-A373-4DB9-F270D23A36F4}"/>
          </ac:spMkLst>
        </pc:spChg>
        <pc:spChg chg="mod">
          <ac:chgData name="Alexandre Quach" userId="03a3b9a4-365b-425e-bba9-a77346403bac" providerId="ADAL" clId="{DDA81D77-DDBB-4C92-9D52-66F6172221C8}" dt="2022-12-01T07:50:13.057" v="413" actId="165"/>
          <ac:spMkLst>
            <pc:docMk/>
            <pc:sldMk cId="2277729768" sldId="461"/>
            <ac:spMk id="22" creationId="{048CFA22-7D2E-C5AF-7A27-04D28EFE26B3}"/>
          </ac:spMkLst>
        </pc:spChg>
        <pc:spChg chg="mod">
          <ac:chgData name="Alexandre Quach" userId="03a3b9a4-365b-425e-bba9-a77346403bac" providerId="ADAL" clId="{DDA81D77-DDBB-4C92-9D52-66F6172221C8}" dt="2022-12-01T07:50:13.057" v="413" actId="165"/>
          <ac:spMkLst>
            <pc:docMk/>
            <pc:sldMk cId="2277729768" sldId="461"/>
            <ac:spMk id="23" creationId="{E3F3EED5-BA37-5ED8-B4F4-624BA2759878}"/>
          </ac:spMkLst>
        </pc:spChg>
        <pc:spChg chg="mod">
          <ac:chgData name="Alexandre Quach" userId="03a3b9a4-365b-425e-bba9-a77346403bac" providerId="ADAL" clId="{DDA81D77-DDBB-4C92-9D52-66F6172221C8}" dt="2022-12-01T07:50:13.057" v="413" actId="165"/>
          <ac:spMkLst>
            <pc:docMk/>
            <pc:sldMk cId="2277729768" sldId="461"/>
            <ac:spMk id="24" creationId="{5B50B3E0-5A7D-F07A-4D02-ED4C22AE5809}"/>
          </ac:spMkLst>
        </pc:spChg>
        <pc:spChg chg="mod">
          <ac:chgData name="Alexandre Quach" userId="03a3b9a4-365b-425e-bba9-a77346403bac" providerId="ADAL" clId="{DDA81D77-DDBB-4C92-9D52-66F6172221C8}" dt="2022-12-01T07:50:13.057" v="413" actId="165"/>
          <ac:spMkLst>
            <pc:docMk/>
            <pc:sldMk cId="2277729768" sldId="461"/>
            <ac:spMk id="25" creationId="{BB335722-8E65-BCCA-CEF7-E8DF82D53A5B}"/>
          </ac:spMkLst>
        </pc:spChg>
        <pc:spChg chg="mod">
          <ac:chgData name="Alexandre Quach" userId="03a3b9a4-365b-425e-bba9-a77346403bac" providerId="ADAL" clId="{DDA81D77-DDBB-4C92-9D52-66F6172221C8}" dt="2022-12-01T07:50:13.057" v="413" actId="165"/>
          <ac:spMkLst>
            <pc:docMk/>
            <pc:sldMk cId="2277729768" sldId="461"/>
            <ac:spMk id="26" creationId="{7E86499D-722E-37A7-1DB2-1C733434C07D}"/>
          </ac:spMkLst>
        </pc:spChg>
        <pc:spChg chg="mod">
          <ac:chgData name="Alexandre Quach" userId="03a3b9a4-365b-425e-bba9-a77346403bac" providerId="ADAL" clId="{DDA81D77-DDBB-4C92-9D52-66F6172221C8}" dt="2022-12-01T07:50:13.057" v="413" actId="165"/>
          <ac:spMkLst>
            <pc:docMk/>
            <pc:sldMk cId="2277729768" sldId="461"/>
            <ac:spMk id="40" creationId="{E041478C-DD62-2B1D-CED2-38A3C5B95E06}"/>
          </ac:spMkLst>
        </pc:spChg>
        <pc:spChg chg="mod">
          <ac:chgData name="Alexandre Quach" userId="03a3b9a4-365b-425e-bba9-a77346403bac" providerId="ADAL" clId="{DDA81D77-DDBB-4C92-9D52-66F6172221C8}" dt="2022-12-01T07:50:13.057" v="413" actId="165"/>
          <ac:spMkLst>
            <pc:docMk/>
            <pc:sldMk cId="2277729768" sldId="461"/>
            <ac:spMk id="42" creationId="{E3307D15-86C0-B154-2F82-F075C62DCCA4}"/>
          </ac:spMkLst>
        </pc:spChg>
        <pc:spChg chg="mod">
          <ac:chgData name="Alexandre Quach" userId="03a3b9a4-365b-425e-bba9-a77346403bac" providerId="ADAL" clId="{DDA81D77-DDBB-4C92-9D52-66F6172221C8}" dt="2022-12-01T07:50:13.057" v="413" actId="165"/>
          <ac:spMkLst>
            <pc:docMk/>
            <pc:sldMk cId="2277729768" sldId="461"/>
            <ac:spMk id="44" creationId="{F8FB8F43-0C3E-EEC5-D50F-67025FC3F46A}"/>
          </ac:spMkLst>
        </pc:spChg>
        <pc:spChg chg="mod">
          <ac:chgData name="Alexandre Quach" userId="03a3b9a4-365b-425e-bba9-a77346403bac" providerId="ADAL" clId="{DDA81D77-DDBB-4C92-9D52-66F6172221C8}" dt="2022-12-01T07:50:13.057" v="413" actId="165"/>
          <ac:spMkLst>
            <pc:docMk/>
            <pc:sldMk cId="2277729768" sldId="461"/>
            <ac:spMk id="54" creationId="{13A347DE-3645-ECF7-BDB0-BD24BA9554A4}"/>
          </ac:spMkLst>
        </pc:spChg>
        <pc:spChg chg="mod">
          <ac:chgData name="Alexandre Quach" userId="03a3b9a4-365b-425e-bba9-a77346403bac" providerId="ADAL" clId="{DDA81D77-DDBB-4C92-9D52-66F6172221C8}" dt="2022-12-01T07:50:13.057" v="413" actId="165"/>
          <ac:spMkLst>
            <pc:docMk/>
            <pc:sldMk cId="2277729768" sldId="461"/>
            <ac:spMk id="55" creationId="{49946D40-A5E8-2B3D-7B44-2C88E29653FA}"/>
          </ac:spMkLst>
        </pc:spChg>
        <pc:spChg chg="mod">
          <ac:chgData name="Alexandre Quach" userId="03a3b9a4-365b-425e-bba9-a77346403bac" providerId="ADAL" clId="{DDA81D77-DDBB-4C92-9D52-66F6172221C8}" dt="2022-12-01T07:50:13.057" v="413" actId="165"/>
          <ac:spMkLst>
            <pc:docMk/>
            <pc:sldMk cId="2277729768" sldId="461"/>
            <ac:spMk id="56" creationId="{ECC9BA0A-1D55-6AF6-2DE7-E02364FA2DD9}"/>
          </ac:spMkLst>
        </pc:spChg>
        <pc:spChg chg="mod">
          <ac:chgData name="Alexandre Quach" userId="03a3b9a4-365b-425e-bba9-a77346403bac" providerId="ADAL" clId="{DDA81D77-DDBB-4C92-9D52-66F6172221C8}" dt="2022-12-01T07:50:13.057" v="413" actId="165"/>
          <ac:spMkLst>
            <pc:docMk/>
            <pc:sldMk cId="2277729768" sldId="461"/>
            <ac:spMk id="57" creationId="{97D63BEC-8AF9-D9A3-A058-355028CE7ADD}"/>
          </ac:spMkLst>
        </pc:spChg>
        <pc:spChg chg="mod">
          <ac:chgData name="Alexandre Quach" userId="03a3b9a4-365b-425e-bba9-a77346403bac" providerId="ADAL" clId="{DDA81D77-DDBB-4C92-9D52-66F6172221C8}" dt="2022-12-01T07:50:13.057" v="413" actId="165"/>
          <ac:spMkLst>
            <pc:docMk/>
            <pc:sldMk cId="2277729768" sldId="461"/>
            <ac:spMk id="58" creationId="{6246BCFA-840D-924B-0F34-9BE5BFD6C6A3}"/>
          </ac:spMkLst>
        </pc:spChg>
        <pc:spChg chg="mod">
          <ac:chgData name="Alexandre Quach" userId="03a3b9a4-365b-425e-bba9-a77346403bac" providerId="ADAL" clId="{DDA81D77-DDBB-4C92-9D52-66F6172221C8}" dt="2022-12-01T07:50:13.057" v="413" actId="165"/>
          <ac:spMkLst>
            <pc:docMk/>
            <pc:sldMk cId="2277729768" sldId="461"/>
            <ac:spMk id="59" creationId="{5E50E7D0-FA29-BF9D-95C6-CAF1B4449AC6}"/>
          </ac:spMkLst>
        </pc:spChg>
        <pc:spChg chg="mod">
          <ac:chgData name="Alexandre Quach" userId="03a3b9a4-365b-425e-bba9-a77346403bac" providerId="ADAL" clId="{DDA81D77-DDBB-4C92-9D52-66F6172221C8}" dt="2022-12-01T07:50:13.057" v="413" actId="165"/>
          <ac:spMkLst>
            <pc:docMk/>
            <pc:sldMk cId="2277729768" sldId="461"/>
            <ac:spMk id="60" creationId="{DCA62305-F452-6FAF-C874-07EB0A8E852D}"/>
          </ac:spMkLst>
        </pc:spChg>
        <pc:spChg chg="mod">
          <ac:chgData name="Alexandre Quach" userId="03a3b9a4-365b-425e-bba9-a77346403bac" providerId="ADAL" clId="{DDA81D77-DDBB-4C92-9D52-66F6172221C8}" dt="2022-12-01T07:50:13.057" v="413" actId="165"/>
          <ac:spMkLst>
            <pc:docMk/>
            <pc:sldMk cId="2277729768" sldId="461"/>
            <ac:spMk id="61" creationId="{65D661DD-0837-D31E-3EE3-F9153260D040}"/>
          </ac:spMkLst>
        </pc:spChg>
        <pc:spChg chg="mod">
          <ac:chgData name="Alexandre Quach" userId="03a3b9a4-365b-425e-bba9-a77346403bac" providerId="ADAL" clId="{DDA81D77-DDBB-4C92-9D52-66F6172221C8}" dt="2022-12-01T07:50:13.057" v="413" actId="165"/>
          <ac:spMkLst>
            <pc:docMk/>
            <pc:sldMk cId="2277729768" sldId="461"/>
            <ac:spMk id="62" creationId="{D824C178-D089-7091-A46D-D7C461A15CDB}"/>
          </ac:spMkLst>
        </pc:spChg>
        <pc:spChg chg="mod">
          <ac:chgData name="Alexandre Quach" userId="03a3b9a4-365b-425e-bba9-a77346403bac" providerId="ADAL" clId="{DDA81D77-DDBB-4C92-9D52-66F6172221C8}" dt="2022-12-01T07:50:13.057" v="413" actId="165"/>
          <ac:spMkLst>
            <pc:docMk/>
            <pc:sldMk cId="2277729768" sldId="461"/>
            <ac:spMk id="66" creationId="{FD744241-8B74-A086-69D0-FE3BDB0DDF47}"/>
          </ac:spMkLst>
        </pc:spChg>
        <pc:spChg chg="mod">
          <ac:chgData name="Alexandre Quach" userId="03a3b9a4-365b-425e-bba9-a77346403bac" providerId="ADAL" clId="{DDA81D77-DDBB-4C92-9D52-66F6172221C8}" dt="2022-12-01T07:50:13.057" v="413" actId="165"/>
          <ac:spMkLst>
            <pc:docMk/>
            <pc:sldMk cId="2277729768" sldId="461"/>
            <ac:spMk id="68" creationId="{1699116B-379C-677A-7317-12AC804D80A1}"/>
          </ac:spMkLst>
        </pc:spChg>
        <pc:spChg chg="mod">
          <ac:chgData name="Alexandre Quach" userId="03a3b9a4-365b-425e-bba9-a77346403bac" providerId="ADAL" clId="{DDA81D77-DDBB-4C92-9D52-66F6172221C8}" dt="2022-12-01T07:50:13.057" v="413" actId="165"/>
          <ac:spMkLst>
            <pc:docMk/>
            <pc:sldMk cId="2277729768" sldId="461"/>
            <ac:spMk id="70" creationId="{58BEE4CB-F8F0-F280-799A-588807501158}"/>
          </ac:spMkLst>
        </pc:spChg>
        <pc:spChg chg="mod">
          <ac:chgData name="Alexandre Quach" userId="03a3b9a4-365b-425e-bba9-a77346403bac" providerId="ADAL" clId="{DDA81D77-DDBB-4C92-9D52-66F6172221C8}" dt="2022-12-01T07:50:13.057" v="413" actId="165"/>
          <ac:spMkLst>
            <pc:docMk/>
            <pc:sldMk cId="2277729768" sldId="461"/>
            <ac:spMk id="72" creationId="{212BB4EB-61E3-D068-CDCD-415C87EC052A}"/>
          </ac:spMkLst>
        </pc:spChg>
        <pc:spChg chg="mod">
          <ac:chgData name="Alexandre Quach" userId="03a3b9a4-365b-425e-bba9-a77346403bac" providerId="ADAL" clId="{DDA81D77-DDBB-4C92-9D52-66F6172221C8}" dt="2022-12-01T07:50:13.057" v="413" actId="165"/>
          <ac:spMkLst>
            <pc:docMk/>
            <pc:sldMk cId="2277729768" sldId="461"/>
            <ac:spMk id="74" creationId="{E47A4865-8DDB-93F6-B181-FB8A7071678B}"/>
          </ac:spMkLst>
        </pc:spChg>
        <pc:spChg chg="mod">
          <ac:chgData name="Alexandre Quach" userId="03a3b9a4-365b-425e-bba9-a77346403bac" providerId="ADAL" clId="{DDA81D77-DDBB-4C92-9D52-66F6172221C8}" dt="2022-12-01T07:50:13.057" v="413" actId="165"/>
          <ac:spMkLst>
            <pc:docMk/>
            <pc:sldMk cId="2277729768" sldId="461"/>
            <ac:spMk id="76" creationId="{B52D7DBE-1600-B5EC-7700-BC818492F3EE}"/>
          </ac:spMkLst>
        </pc:spChg>
        <pc:spChg chg="mod">
          <ac:chgData name="Alexandre Quach" userId="03a3b9a4-365b-425e-bba9-a77346403bac" providerId="ADAL" clId="{DDA81D77-DDBB-4C92-9D52-66F6172221C8}" dt="2022-12-01T07:50:13.057" v="413" actId="165"/>
          <ac:spMkLst>
            <pc:docMk/>
            <pc:sldMk cId="2277729768" sldId="461"/>
            <ac:spMk id="79" creationId="{E2FCF575-0AE6-D59E-B419-8092DC7CE17E}"/>
          </ac:spMkLst>
        </pc:spChg>
        <pc:spChg chg="mod">
          <ac:chgData name="Alexandre Quach" userId="03a3b9a4-365b-425e-bba9-a77346403bac" providerId="ADAL" clId="{DDA81D77-DDBB-4C92-9D52-66F6172221C8}" dt="2022-12-01T07:50:13.057" v="413" actId="165"/>
          <ac:spMkLst>
            <pc:docMk/>
            <pc:sldMk cId="2277729768" sldId="461"/>
            <ac:spMk id="80" creationId="{03205061-8312-0310-311A-4FFB1C99C426}"/>
          </ac:spMkLst>
        </pc:spChg>
        <pc:spChg chg="mod">
          <ac:chgData name="Alexandre Quach" userId="03a3b9a4-365b-425e-bba9-a77346403bac" providerId="ADAL" clId="{DDA81D77-DDBB-4C92-9D52-66F6172221C8}" dt="2022-12-01T07:50:13.057" v="413" actId="165"/>
          <ac:spMkLst>
            <pc:docMk/>
            <pc:sldMk cId="2277729768" sldId="461"/>
            <ac:spMk id="81" creationId="{7640B906-5810-E9DF-BC3B-2256D213B922}"/>
          </ac:spMkLst>
        </pc:spChg>
        <pc:spChg chg="mod">
          <ac:chgData name="Alexandre Quach" userId="03a3b9a4-365b-425e-bba9-a77346403bac" providerId="ADAL" clId="{DDA81D77-DDBB-4C92-9D52-66F6172221C8}" dt="2022-12-01T07:50:13.057" v="413" actId="165"/>
          <ac:spMkLst>
            <pc:docMk/>
            <pc:sldMk cId="2277729768" sldId="461"/>
            <ac:spMk id="82" creationId="{1FB4187C-B6ED-76E0-95BE-7554F187773F}"/>
          </ac:spMkLst>
        </pc:spChg>
        <pc:spChg chg="mod">
          <ac:chgData name="Alexandre Quach" userId="03a3b9a4-365b-425e-bba9-a77346403bac" providerId="ADAL" clId="{DDA81D77-DDBB-4C92-9D52-66F6172221C8}" dt="2022-12-01T07:50:13.057" v="413" actId="165"/>
          <ac:spMkLst>
            <pc:docMk/>
            <pc:sldMk cId="2277729768" sldId="461"/>
            <ac:spMk id="83" creationId="{130D783B-8D35-AE40-0E56-5311B9BE7805}"/>
          </ac:spMkLst>
        </pc:spChg>
        <pc:spChg chg="mod">
          <ac:chgData name="Alexandre Quach" userId="03a3b9a4-365b-425e-bba9-a77346403bac" providerId="ADAL" clId="{DDA81D77-DDBB-4C92-9D52-66F6172221C8}" dt="2022-12-01T07:50:13.057" v="413" actId="165"/>
          <ac:spMkLst>
            <pc:docMk/>
            <pc:sldMk cId="2277729768" sldId="461"/>
            <ac:spMk id="84" creationId="{76AE1C70-ADE6-5BE1-E22F-1AB84498E03F}"/>
          </ac:spMkLst>
        </pc:spChg>
        <pc:spChg chg="mod">
          <ac:chgData name="Alexandre Quach" userId="03a3b9a4-365b-425e-bba9-a77346403bac" providerId="ADAL" clId="{DDA81D77-DDBB-4C92-9D52-66F6172221C8}" dt="2022-12-01T07:50:13.057" v="413" actId="165"/>
          <ac:spMkLst>
            <pc:docMk/>
            <pc:sldMk cId="2277729768" sldId="461"/>
            <ac:spMk id="85" creationId="{4B823B02-8342-9BDA-D7CD-B382A2495263}"/>
          </ac:spMkLst>
        </pc:spChg>
        <pc:spChg chg="mod">
          <ac:chgData name="Alexandre Quach" userId="03a3b9a4-365b-425e-bba9-a77346403bac" providerId="ADAL" clId="{DDA81D77-DDBB-4C92-9D52-66F6172221C8}" dt="2022-12-01T07:50:13.057" v="413" actId="165"/>
          <ac:spMkLst>
            <pc:docMk/>
            <pc:sldMk cId="2277729768" sldId="461"/>
            <ac:spMk id="86" creationId="{073183F5-22CF-A38A-2D1E-BDB20A611764}"/>
          </ac:spMkLst>
        </pc:spChg>
        <pc:spChg chg="mod">
          <ac:chgData name="Alexandre Quach" userId="03a3b9a4-365b-425e-bba9-a77346403bac" providerId="ADAL" clId="{DDA81D77-DDBB-4C92-9D52-66F6172221C8}" dt="2022-12-01T07:50:13.057" v="413" actId="165"/>
          <ac:spMkLst>
            <pc:docMk/>
            <pc:sldMk cId="2277729768" sldId="461"/>
            <ac:spMk id="87" creationId="{B1603004-E666-1A2A-DF53-052429791EBA}"/>
          </ac:spMkLst>
        </pc:spChg>
        <pc:spChg chg="mod">
          <ac:chgData name="Alexandre Quach" userId="03a3b9a4-365b-425e-bba9-a77346403bac" providerId="ADAL" clId="{DDA81D77-DDBB-4C92-9D52-66F6172221C8}" dt="2022-12-01T07:50:13.057" v="413" actId="165"/>
          <ac:spMkLst>
            <pc:docMk/>
            <pc:sldMk cId="2277729768" sldId="461"/>
            <ac:spMk id="88" creationId="{AA36520E-0827-BF4E-974F-D47AB074C379}"/>
          </ac:spMkLst>
        </pc:spChg>
        <pc:spChg chg="mod">
          <ac:chgData name="Alexandre Quach" userId="03a3b9a4-365b-425e-bba9-a77346403bac" providerId="ADAL" clId="{DDA81D77-DDBB-4C92-9D52-66F6172221C8}" dt="2022-12-01T07:50:13.057" v="413" actId="165"/>
          <ac:spMkLst>
            <pc:docMk/>
            <pc:sldMk cId="2277729768" sldId="461"/>
            <ac:spMk id="89" creationId="{9A9F8484-3A4D-5A00-9ABF-100ADFD39A14}"/>
          </ac:spMkLst>
        </pc:spChg>
        <pc:spChg chg="mod">
          <ac:chgData name="Alexandre Quach" userId="03a3b9a4-365b-425e-bba9-a77346403bac" providerId="ADAL" clId="{DDA81D77-DDBB-4C92-9D52-66F6172221C8}" dt="2022-12-01T07:50:13.057" v="413" actId="165"/>
          <ac:spMkLst>
            <pc:docMk/>
            <pc:sldMk cId="2277729768" sldId="461"/>
            <ac:spMk id="90" creationId="{B22396F2-2026-7A9F-0BF5-32571FD2D11D}"/>
          </ac:spMkLst>
        </pc:spChg>
        <pc:spChg chg="mod">
          <ac:chgData name="Alexandre Quach" userId="03a3b9a4-365b-425e-bba9-a77346403bac" providerId="ADAL" clId="{DDA81D77-DDBB-4C92-9D52-66F6172221C8}" dt="2022-12-01T07:50:13.057" v="413" actId="165"/>
          <ac:spMkLst>
            <pc:docMk/>
            <pc:sldMk cId="2277729768" sldId="461"/>
            <ac:spMk id="91" creationId="{3B268C7A-9932-8394-616D-D070411CD95D}"/>
          </ac:spMkLst>
        </pc:spChg>
        <pc:spChg chg="mod">
          <ac:chgData name="Alexandre Quach" userId="03a3b9a4-365b-425e-bba9-a77346403bac" providerId="ADAL" clId="{DDA81D77-DDBB-4C92-9D52-66F6172221C8}" dt="2022-12-01T07:50:13.057" v="413" actId="165"/>
          <ac:spMkLst>
            <pc:docMk/>
            <pc:sldMk cId="2277729768" sldId="461"/>
            <ac:spMk id="92" creationId="{FEFDEAA4-84ED-6BB2-1D15-B7D38FBA4784}"/>
          </ac:spMkLst>
        </pc:spChg>
        <pc:spChg chg="mod">
          <ac:chgData name="Alexandre Quach" userId="03a3b9a4-365b-425e-bba9-a77346403bac" providerId="ADAL" clId="{DDA81D77-DDBB-4C92-9D52-66F6172221C8}" dt="2022-12-01T07:50:13.057" v="413" actId="165"/>
          <ac:spMkLst>
            <pc:docMk/>
            <pc:sldMk cId="2277729768" sldId="461"/>
            <ac:spMk id="97" creationId="{8F1514D7-476B-5E57-ACCD-B4E51AB8A1C1}"/>
          </ac:spMkLst>
        </pc:spChg>
        <pc:spChg chg="mod">
          <ac:chgData name="Alexandre Quach" userId="03a3b9a4-365b-425e-bba9-a77346403bac" providerId="ADAL" clId="{DDA81D77-DDBB-4C92-9D52-66F6172221C8}" dt="2022-12-01T07:50:13.057" v="413" actId="165"/>
          <ac:spMkLst>
            <pc:docMk/>
            <pc:sldMk cId="2277729768" sldId="461"/>
            <ac:spMk id="98" creationId="{7AB9D655-F52D-33DA-54CC-A1A5075C37B2}"/>
          </ac:spMkLst>
        </pc:spChg>
        <pc:spChg chg="mod">
          <ac:chgData name="Alexandre Quach" userId="03a3b9a4-365b-425e-bba9-a77346403bac" providerId="ADAL" clId="{DDA81D77-DDBB-4C92-9D52-66F6172221C8}" dt="2022-12-01T07:50:13.057" v="413" actId="165"/>
          <ac:spMkLst>
            <pc:docMk/>
            <pc:sldMk cId="2277729768" sldId="461"/>
            <ac:spMk id="99" creationId="{75E05FFD-8F32-84D1-11AA-98AFB1D4AD7A}"/>
          </ac:spMkLst>
        </pc:spChg>
        <pc:spChg chg="mod">
          <ac:chgData name="Alexandre Quach" userId="03a3b9a4-365b-425e-bba9-a77346403bac" providerId="ADAL" clId="{DDA81D77-DDBB-4C92-9D52-66F6172221C8}" dt="2022-12-01T07:50:13.057" v="413" actId="165"/>
          <ac:spMkLst>
            <pc:docMk/>
            <pc:sldMk cId="2277729768" sldId="461"/>
            <ac:spMk id="100" creationId="{049A5C62-BCC3-BA64-231B-63142B4E8104}"/>
          </ac:spMkLst>
        </pc:spChg>
        <pc:spChg chg="mod">
          <ac:chgData name="Alexandre Quach" userId="03a3b9a4-365b-425e-bba9-a77346403bac" providerId="ADAL" clId="{DDA81D77-DDBB-4C92-9D52-66F6172221C8}" dt="2022-12-01T07:50:13.057" v="413" actId="165"/>
          <ac:spMkLst>
            <pc:docMk/>
            <pc:sldMk cId="2277729768" sldId="461"/>
            <ac:spMk id="101" creationId="{6515A7A2-EE33-628B-3B60-91DADA51FB36}"/>
          </ac:spMkLst>
        </pc:spChg>
        <pc:spChg chg="mod">
          <ac:chgData name="Alexandre Quach" userId="03a3b9a4-365b-425e-bba9-a77346403bac" providerId="ADAL" clId="{DDA81D77-DDBB-4C92-9D52-66F6172221C8}" dt="2022-12-01T07:50:13.057" v="413" actId="165"/>
          <ac:spMkLst>
            <pc:docMk/>
            <pc:sldMk cId="2277729768" sldId="461"/>
            <ac:spMk id="102" creationId="{036BDC89-2603-1A33-94FF-3E8EE7C4FA7E}"/>
          </ac:spMkLst>
        </pc:spChg>
        <pc:spChg chg="mod">
          <ac:chgData name="Alexandre Quach" userId="03a3b9a4-365b-425e-bba9-a77346403bac" providerId="ADAL" clId="{DDA81D77-DDBB-4C92-9D52-66F6172221C8}" dt="2022-12-01T07:50:13.057" v="413" actId="165"/>
          <ac:spMkLst>
            <pc:docMk/>
            <pc:sldMk cId="2277729768" sldId="461"/>
            <ac:spMk id="103" creationId="{BD066098-FB3C-60C0-1EEF-527628A3A8D6}"/>
          </ac:spMkLst>
        </pc:spChg>
        <pc:spChg chg="mod">
          <ac:chgData name="Alexandre Quach" userId="03a3b9a4-365b-425e-bba9-a77346403bac" providerId="ADAL" clId="{DDA81D77-DDBB-4C92-9D52-66F6172221C8}" dt="2022-12-01T07:50:13.057" v="413" actId="165"/>
          <ac:spMkLst>
            <pc:docMk/>
            <pc:sldMk cId="2277729768" sldId="461"/>
            <ac:spMk id="104" creationId="{802911AA-ACBC-8AE2-17A1-D29D0A43AE55}"/>
          </ac:spMkLst>
        </pc:spChg>
        <pc:spChg chg="mod">
          <ac:chgData name="Alexandre Quach" userId="03a3b9a4-365b-425e-bba9-a77346403bac" providerId="ADAL" clId="{DDA81D77-DDBB-4C92-9D52-66F6172221C8}" dt="2022-12-01T07:50:13.057" v="413" actId="165"/>
          <ac:spMkLst>
            <pc:docMk/>
            <pc:sldMk cId="2277729768" sldId="461"/>
            <ac:spMk id="105" creationId="{3FB9FBA5-A9E2-B00E-FE28-1E580719C8A8}"/>
          </ac:spMkLst>
        </pc:spChg>
        <pc:spChg chg="mod">
          <ac:chgData name="Alexandre Quach" userId="03a3b9a4-365b-425e-bba9-a77346403bac" providerId="ADAL" clId="{DDA81D77-DDBB-4C92-9D52-66F6172221C8}" dt="2022-12-01T07:50:13.057" v="413" actId="165"/>
          <ac:spMkLst>
            <pc:docMk/>
            <pc:sldMk cId="2277729768" sldId="461"/>
            <ac:spMk id="106" creationId="{C0BBFB0A-A618-6371-DE36-2E784D55A3AE}"/>
          </ac:spMkLst>
        </pc:spChg>
        <pc:spChg chg="mod">
          <ac:chgData name="Alexandre Quach" userId="03a3b9a4-365b-425e-bba9-a77346403bac" providerId="ADAL" clId="{DDA81D77-DDBB-4C92-9D52-66F6172221C8}" dt="2022-12-01T07:50:13.057" v="413" actId="165"/>
          <ac:spMkLst>
            <pc:docMk/>
            <pc:sldMk cId="2277729768" sldId="461"/>
            <ac:spMk id="107" creationId="{722F63F9-E5C7-DCEE-5A2E-8FDF6F424B00}"/>
          </ac:spMkLst>
        </pc:spChg>
        <pc:spChg chg="mod">
          <ac:chgData name="Alexandre Quach" userId="03a3b9a4-365b-425e-bba9-a77346403bac" providerId="ADAL" clId="{DDA81D77-DDBB-4C92-9D52-66F6172221C8}" dt="2022-12-01T07:50:13.057" v="413" actId="165"/>
          <ac:spMkLst>
            <pc:docMk/>
            <pc:sldMk cId="2277729768" sldId="461"/>
            <ac:spMk id="108" creationId="{EAE0D8F8-DE7E-9291-A675-DE9678FFF837}"/>
          </ac:spMkLst>
        </pc:spChg>
        <pc:spChg chg="mod">
          <ac:chgData name="Alexandre Quach" userId="03a3b9a4-365b-425e-bba9-a77346403bac" providerId="ADAL" clId="{DDA81D77-DDBB-4C92-9D52-66F6172221C8}" dt="2022-12-01T07:50:13.057" v="413" actId="165"/>
          <ac:spMkLst>
            <pc:docMk/>
            <pc:sldMk cId="2277729768" sldId="461"/>
            <ac:spMk id="113" creationId="{DF2E9A44-01A9-A7AF-62A8-0EABC0766E54}"/>
          </ac:spMkLst>
        </pc:spChg>
        <pc:spChg chg="mod">
          <ac:chgData name="Alexandre Quach" userId="03a3b9a4-365b-425e-bba9-a77346403bac" providerId="ADAL" clId="{DDA81D77-DDBB-4C92-9D52-66F6172221C8}" dt="2022-12-01T07:50:13.057" v="413" actId="165"/>
          <ac:spMkLst>
            <pc:docMk/>
            <pc:sldMk cId="2277729768" sldId="461"/>
            <ac:spMk id="115" creationId="{7C48572C-9CAF-1560-ED22-90BF18158EA8}"/>
          </ac:spMkLst>
        </pc:spChg>
        <pc:spChg chg="mod">
          <ac:chgData name="Alexandre Quach" userId="03a3b9a4-365b-425e-bba9-a77346403bac" providerId="ADAL" clId="{DDA81D77-DDBB-4C92-9D52-66F6172221C8}" dt="2022-12-01T07:50:13.057" v="413" actId="165"/>
          <ac:spMkLst>
            <pc:docMk/>
            <pc:sldMk cId="2277729768" sldId="461"/>
            <ac:spMk id="116" creationId="{DA945DDD-018E-E932-5884-477C32BE8D9B}"/>
          </ac:spMkLst>
        </pc:spChg>
        <pc:spChg chg="mod">
          <ac:chgData name="Alexandre Quach" userId="03a3b9a4-365b-425e-bba9-a77346403bac" providerId="ADAL" clId="{DDA81D77-DDBB-4C92-9D52-66F6172221C8}" dt="2022-12-01T07:50:13.057" v="413" actId="165"/>
          <ac:spMkLst>
            <pc:docMk/>
            <pc:sldMk cId="2277729768" sldId="461"/>
            <ac:spMk id="117" creationId="{4F034BC1-1AB9-A97F-3DD2-25A7C1C6B995}"/>
          </ac:spMkLst>
        </pc:spChg>
        <pc:spChg chg="mod">
          <ac:chgData name="Alexandre Quach" userId="03a3b9a4-365b-425e-bba9-a77346403bac" providerId="ADAL" clId="{DDA81D77-DDBB-4C92-9D52-66F6172221C8}" dt="2022-12-01T07:50:13.057" v="413" actId="165"/>
          <ac:spMkLst>
            <pc:docMk/>
            <pc:sldMk cId="2277729768" sldId="461"/>
            <ac:spMk id="118" creationId="{D5751390-B8BA-EF07-B655-D9C9643A6EC9}"/>
          </ac:spMkLst>
        </pc:spChg>
        <pc:spChg chg="mod">
          <ac:chgData name="Alexandre Quach" userId="03a3b9a4-365b-425e-bba9-a77346403bac" providerId="ADAL" clId="{DDA81D77-DDBB-4C92-9D52-66F6172221C8}" dt="2022-12-01T07:50:13.057" v="413" actId="165"/>
          <ac:spMkLst>
            <pc:docMk/>
            <pc:sldMk cId="2277729768" sldId="461"/>
            <ac:spMk id="119" creationId="{F2429A60-2317-4A05-7285-8B0E5505140F}"/>
          </ac:spMkLst>
        </pc:spChg>
        <pc:spChg chg="mod">
          <ac:chgData name="Alexandre Quach" userId="03a3b9a4-365b-425e-bba9-a77346403bac" providerId="ADAL" clId="{DDA81D77-DDBB-4C92-9D52-66F6172221C8}" dt="2022-12-01T07:50:13.057" v="413" actId="165"/>
          <ac:spMkLst>
            <pc:docMk/>
            <pc:sldMk cId="2277729768" sldId="461"/>
            <ac:spMk id="120" creationId="{F6C94A2B-48A2-31DC-0A84-F9C8D4003E7A}"/>
          </ac:spMkLst>
        </pc:spChg>
        <pc:spChg chg="mod">
          <ac:chgData name="Alexandre Quach" userId="03a3b9a4-365b-425e-bba9-a77346403bac" providerId="ADAL" clId="{DDA81D77-DDBB-4C92-9D52-66F6172221C8}" dt="2022-12-01T07:50:13.057" v="413" actId="165"/>
          <ac:spMkLst>
            <pc:docMk/>
            <pc:sldMk cId="2277729768" sldId="461"/>
            <ac:spMk id="121" creationId="{7BA19648-E721-1E77-9B39-31ACD5C20AC0}"/>
          </ac:spMkLst>
        </pc:spChg>
        <pc:spChg chg="mod">
          <ac:chgData name="Alexandre Quach" userId="03a3b9a4-365b-425e-bba9-a77346403bac" providerId="ADAL" clId="{DDA81D77-DDBB-4C92-9D52-66F6172221C8}" dt="2022-12-01T07:50:13.057" v="413" actId="165"/>
          <ac:spMkLst>
            <pc:docMk/>
            <pc:sldMk cId="2277729768" sldId="461"/>
            <ac:spMk id="122" creationId="{0859220F-5E40-5A05-7D5C-D277A928AE63}"/>
          </ac:spMkLst>
        </pc:spChg>
        <pc:spChg chg="mod">
          <ac:chgData name="Alexandre Quach" userId="03a3b9a4-365b-425e-bba9-a77346403bac" providerId="ADAL" clId="{DDA81D77-DDBB-4C92-9D52-66F6172221C8}" dt="2022-12-01T07:50:13.057" v="413" actId="165"/>
          <ac:spMkLst>
            <pc:docMk/>
            <pc:sldMk cId="2277729768" sldId="461"/>
            <ac:spMk id="123" creationId="{5488E2DB-6F07-40E5-297A-5194C62E128D}"/>
          </ac:spMkLst>
        </pc:spChg>
        <pc:spChg chg="mod">
          <ac:chgData name="Alexandre Quach" userId="03a3b9a4-365b-425e-bba9-a77346403bac" providerId="ADAL" clId="{DDA81D77-DDBB-4C92-9D52-66F6172221C8}" dt="2022-12-01T07:50:13.057" v="413" actId="165"/>
          <ac:spMkLst>
            <pc:docMk/>
            <pc:sldMk cId="2277729768" sldId="461"/>
            <ac:spMk id="124" creationId="{C54F7A18-AB9B-299A-1B5B-AF4DDA1A63FE}"/>
          </ac:spMkLst>
        </pc:spChg>
        <pc:spChg chg="mod">
          <ac:chgData name="Alexandre Quach" userId="03a3b9a4-365b-425e-bba9-a77346403bac" providerId="ADAL" clId="{DDA81D77-DDBB-4C92-9D52-66F6172221C8}" dt="2022-12-01T07:50:13.057" v="413" actId="165"/>
          <ac:spMkLst>
            <pc:docMk/>
            <pc:sldMk cId="2277729768" sldId="461"/>
            <ac:spMk id="125" creationId="{F6914660-28BA-032D-9BE3-4979A9122752}"/>
          </ac:spMkLst>
        </pc:spChg>
        <pc:spChg chg="mod">
          <ac:chgData name="Alexandre Quach" userId="03a3b9a4-365b-425e-bba9-a77346403bac" providerId="ADAL" clId="{DDA81D77-DDBB-4C92-9D52-66F6172221C8}" dt="2022-12-01T07:50:13.057" v="413" actId="165"/>
          <ac:spMkLst>
            <pc:docMk/>
            <pc:sldMk cId="2277729768" sldId="461"/>
            <ac:spMk id="126" creationId="{22264A75-CC39-9D97-2579-26D3BEEF61E3}"/>
          </ac:spMkLst>
        </pc:spChg>
        <pc:spChg chg="mod">
          <ac:chgData name="Alexandre Quach" userId="03a3b9a4-365b-425e-bba9-a77346403bac" providerId="ADAL" clId="{DDA81D77-DDBB-4C92-9D52-66F6172221C8}" dt="2022-12-01T07:50:13.057" v="413" actId="165"/>
          <ac:spMkLst>
            <pc:docMk/>
            <pc:sldMk cId="2277729768" sldId="461"/>
            <ac:spMk id="127" creationId="{07DE1619-B660-BC4A-18D8-E75DB4D56679}"/>
          </ac:spMkLst>
        </pc:spChg>
        <pc:spChg chg="mod">
          <ac:chgData name="Alexandre Quach" userId="03a3b9a4-365b-425e-bba9-a77346403bac" providerId="ADAL" clId="{DDA81D77-DDBB-4C92-9D52-66F6172221C8}" dt="2022-12-01T07:50:13.057" v="413" actId="165"/>
          <ac:spMkLst>
            <pc:docMk/>
            <pc:sldMk cId="2277729768" sldId="461"/>
            <ac:spMk id="128" creationId="{675E2516-43C9-33EC-74E7-737471D25DD5}"/>
          </ac:spMkLst>
        </pc:spChg>
        <pc:spChg chg="mod">
          <ac:chgData name="Alexandre Quach" userId="03a3b9a4-365b-425e-bba9-a77346403bac" providerId="ADAL" clId="{DDA81D77-DDBB-4C92-9D52-66F6172221C8}" dt="2022-12-01T07:50:13.057" v="413" actId="165"/>
          <ac:spMkLst>
            <pc:docMk/>
            <pc:sldMk cId="2277729768" sldId="461"/>
            <ac:spMk id="129" creationId="{9E43FAC5-9594-AD62-DFD6-9A30BF65E692}"/>
          </ac:spMkLst>
        </pc:spChg>
        <pc:spChg chg="mod">
          <ac:chgData name="Alexandre Quach" userId="03a3b9a4-365b-425e-bba9-a77346403bac" providerId="ADAL" clId="{DDA81D77-DDBB-4C92-9D52-66F6172221C8}" dt="2022-12-01T07:50:13.057" v="413" actId="165"/>
          <ac:spMkLst>
            <pc:docMk/>
            <pc:sldMk cId="2277729768" sldId="461"/>
            <ac:spMk id="130" creationId="{13B3D5AD-27AC-5F01-1AFD-6992F325EFF3}"/>
          </ac:spMkLst>
        </pc:spChg>
        <pc:spChg chg="mod">
          <ac:chgData name="Alexandre Quach" userId="03a3b9a4-365b-425e-bba9-a77346403bac" providerId="ADAL" clId="{DDA81D77-DDBB-4C92-9D52-66F6172221C8}" dt="2022-12-01T07:50:13.057" v="413" actId="165"/>
          <ac:spMkLst>
            <pc:docMk/>
            <pc:sldMk cId="2277729768" sldId="461"/>
            <ac:spMk id="131" creationId="{C6C4166D-665D-1674-9C57-63914FFCA7A4}"/>
          </ac:spMkLst>
        </pc:spChg>
        <pc:spChg chg="mod">
          <ac:chgData name="Alexandre Quach" userId="03a3b9a4-365b-425e-bba9-a77346403bac" providerId="ADAL" clId="{DDA81D77-DDBB-4C92-9D52-66F6172221C8}" dt="2022-12-01T07:50:13.057" v="413" actId="165"/>
          <ac:spMkLst>
            <pc:docMk/>
            <pc:sldMk cId="2277729768" sldId="461"/>
            <ac:spMk id="132" creationId="{A43A62D6-1928-C8B0-7081-9A0C2A689D3F}"/>
          </ac:spMkLst>
        </pc:spChg>
        <pc:spChg chg="mod">
          <ac:chgData name="Alexandre Quach" userId="03a3b9a4-365b-425e-bba9-a77346403bac" providerId="ADAL" clId="{DDA81D77-DDBB-4C92-9D52-66F6172221C8}" dt="2022-12-01T07:50:13.057" v="413" actId="165"/>
          <ac:spMkLst>
            <pc:docMk/>
            <pc:sldMk cId="2277729768" sldId="461"/>
            <ac:spMk id="133" creationId="{A1C0F19F-8E5D-1C20-203F-C38CEAF75908}"/>
          </ac:spMkLst>
        </pc:spChg>
        <pc:spChg chg="mod">
          <ac:chgData name="Alexandre Quach" userId="03a3b9a4-365b-425e-bba9-a77346403bac" providerId="ADAL" clId="{DDA81D77-DDBB-4C92-9D52-66F6172221C8}" dt="2022-12-01T07:50:13.057" v="413" actId="165"/>
          <ac:spMkLst>
            <pc:docMk/>
            <pc:sldMk cId="2277729768" sldId="461"/>
            <ac:spMk id="134" creationId="{C0BDCA01-B4BD-CB39-3593-7A14A2A96D8A}"/>
          </ac:spMkLst>
        </pc:spChg>
        <pc:spChg chg="mod">
          <ac:chgData name="Alexandre Quach" userId="03a3b9a4-365b-425e-bba9-a77346403bac" providerId="ADAL" clId="{DDA81D77-DDBB-4C92-9D52-66F6172221C8}" dt="2022-12-01T07:50:13.057" v="413" actId="165"/>
          <ac:spMkLst>
            <pc:docMk/>
            <pc:sldMk cId="2277729768" sldId="461"/>
            <ac:spMk id="135" creationId="{29D5FA55-CDC0-C4D7-4329-6630F8F168AC}"/>
          </ac:spMkLst>
        </pc:spChg>
        <pc:spChg chg="mod">
          <ac:chgData name="Alexandre Quach" userId="03a3b9a4-365b-425e-bba9-a77346403bac" providerId="ADAL" clId="{DDA81D77-DDBB-4C92-9D52-66F6172221C8}" dt="2022-12-01T07:50:13.057" v="413" actId="165"/>
          <ac:spMkLst>
            <pc:docMk/>
            <pc:sldMk cId="2277729768" sldId="461"/>
            <ac:spMk id="136" creationId="{020345A7-6BE8-CBE3-6326-D2D9C2E1D6FF}"/>
          </ac:spMkLst>
        </pc:spChg>
        <pc:spChg chg="mod">
          <ac:chgData name="Alexandre Quach" userId="03a3b9a4-365b-425e-bba9-a77346403bac" providerId="ADAL" clId="{DDA81D77-DDBB-4C92-9D52-66F6172221C8}" dt="2022-12-01T07:50:13.057" v="413" actId="165"/>
          <ac:spMkLst>
            <pc:docMk/>
            <pc:sldMk cId="2277729768" sldId="461"/>
            <ac:spMk id="137" creationId="{602A306B-08B4-A6EE-1D62-2E451305A043}"/>
          </ac:spMkLst>
        </pc:spChg>
        <pc:spChg chg="mod">
          <ac:chgData name="Alexandre Quach" userId="03a3b9a4-365b-425e-bba9-a77346403bac" providerId="ADAL" clId="{DDA81D77-DDBB-4C92-9D52-66F6172221C8}" dt="2022-12-01T07:50:13.057" v="413" actId="165"/>
          <ac:spMkLst>
            <pc:docMk/>
            <pc:sldMk cId="2277729768" sldId="461"/>
            <ac:spMk id="138" creationId="{61C59499-6710-D203-7EC7-15F7603D0F93}"/>
          </ac:spMkLst>
        </pc:spChg>
        <pc:spChg chg="mod">
          <ac:chgData name="Alexandre Quach" userId="03a3b9a4-365b-425e-bba9-a77346403bac" providerId="ADAL" clId="{DDA81D77-DDBB-4C92-9D52-66F6172221C8}" dt="2022-12-01T07:50:13.057" v="413" actId="165"/>
          <ac:spMkLst>
            <pc:docMk/>
            <pc:sldMk cId="2277729768" sldId="461"/>
            <ac:spMk id="139" creationId="{55E70132-11C8-1488-A03D-0625EC61D52E}"/>
          </ac:spMkLst>
        </pc:spChg>
        <pc:spChg chg="mod">
          <ac:chgData name="Alexandre Quach" userId="03a3b9a4-365b-425e-bba9-a77346403bac" providerId="ADAL" clId="{DDA81D77-DDBB-4C92-9D52-66F6172221C8}" dt="2022-12-01T07:50:13.057" v="413" actId="165"/>
          <ac:spMkLst>
            <pc:docMk/>
            <pc:sldMk cId="2277729768" sldId="461"/>
            <ac:spMk id="140" creationId="{E0D0FCAE-67DF-642A-3BBC-53783E61FF7C}"/>
          </ac:spMkLst>
        </pc:spChg>
        <pc:spChg chg="mod">
          <ac:chgData name="Alexandre Quach" userId="03a3b9a4-365b-425e-bba9-a77346403bac" providerId="ADAL" clId="{DDA81D77-DDBB-4C92-9D52-66F6172221C8}" dt="2022-12-01T07:50:13.057" v="413" actId="165"/>
          <ac:spMkLst>
            <pc:docMk/>
            <pc:sldMk cId="2277729768" sldId="461"/>
            <ac:spMk id="141" creationId="{73BB38A3-9985-3C99-4358-76E70F54C3D0}"/>
          </ac:spMkLst>
        </pc:spChg>
        <pc:spChg chg="mod">
          <ac:chgData name="Alexandre Quach" userId="03a3b9a4-365b-425e-bba9-a77346403bac" providerId="ADAL" clId="{DDA81D77-DDBB-4C92-9D52-66F6172221C8}" dt="2022-12-01T07:50:13.057" v="413" actId="165"/>
          <ac:spMkLst>
            <pc:docMk/>
            <pc:sldMk cId="2277729768" sldId="461"/>
            <ac:spMk id="142" creationId="{E67BAE9C-D63F-9963-4146-364DE1EE4D4D}"/>
          </ac:spMkLst>
        </pc:spChg>
        <pc:spChg chg="mod">
          <ac:chgData name="Alexandre Quach" userId="03a3b9a4-365b-425e-bba9-a77346403bac" providerId="ADAL" clId="{DDA81D77-DDBB-4C92-9D52-66F6172221C8}" dt="2022-12-01T07:50:13.057" v="413" actId="165"/>
          <ac:spMkLst>
            <pc:docMk/>
            <pc:sldMk cId="2277729768" sldId="461"/>
            <ac:spMk id="143" creationId="{D5793431-C172-B793-ADAC-430858195287}"/>
          </ac:spMkLst>
        </pc:spChg>
        <pc:spChg chg="mod">
          <ac:chgData name="Alexandre Quach" userId="03a3b9a4-365b-425e-bba9-a77346403bac" providerId="ADAL" clId="{DDA81D77-DDBB-4C92-9D52-66F6172221C8}" dt="2022-12-01T07:50:13.057" v="413" actId="165"/>
          <ac:spMkLst>
            <pc:docMk/>
            <pc:sldMk cId="2277729768" sldId="461"/>
            <ac:spMk id="144" creationId="{F50843C8-E1DE-3EF0-0F1F-86129C599393}"/>
          </ac:spMkLst>
        </pc:spChg>
        <pc:spChg chg="mod">
          <ac:chgData name="Alexandre Quach" userId="03a3b9a4-365b-425e-bba9-a77346403bac" providerId="ADAL" clId="{DDA81D77-DDBB-4C92-9D52-66F6172221C8}" dt="2022-12-01T07:50:13.057" v="413" actId="165"/>
          <ac:spMkLst>
            <pc:docMk/>
            <pc:sldMk cId="2277729768" sldId="461"/>
            <ac:spMk id="145" creationId="{A492C74E-9C24-1027-1008-6F1DBD5BD0A2}"/>
          </ac:spMkLst>
        </pc:spChg>
        <pc:spChg chg="mod">
          <ac:chgData name="Alexandre Quach" userId="03a3b9a4-365b-425e-bba9-a77346403bac" providerId="ADAL" clId="{DDA81D77-DDBB-4C92-9D52-66F6172221C8}" dt="2022-12-01T07:50:13.057" v="413" actId="165"/>
          <ac:spMkLst>
            <pc:docMk/>
            <pc:sldMk cId="2277729768" sldId="461"/>
            <ac:spMk id="146" creationId="{E2249ED2-DA62-BE14-978B-E1903B6A5138}"/>
          </ac:spMkLst>
        </pc:spChg>
        <pc:spChg chg="mod">
          <ac:chgData name="Alexandre Quach" userId="03a3b9a4-365b-425e-bba9-a77346403bac" providerId="ADAL" clId="{DDA81D77-DDBB-4C92-9D52-66F6172221C8}" dt="2022-12-01T07:50:13.057" v="413" actId="165"/>
          <ac:spMkLst>
            <pc:docMk/>
            <pc:sldMk cId="2277729768" sldId="461"/>
            <ac:spMk id="147" creationId="{B2EB9EF7-4ED7-5524-11E3-74852774DE47}"/>
          </ac:spMkLst>
        </pc:spChg>
        <pc:spChg chg="mod">
          <ac:chgData name="Alexandre Quach" userId="03a3b9a4-365b-425e-bba9-a77346403bac" providerId="ADAL" clId="{DDA81D77-DDBB-4C92-9D52-66F6172221C8}" dt="2022-12-01T07:50:13.057" v="413" actId="165"/>
          <ac:spMkLst>
            <pc:docMk/>
            <pc:sldMk cId="2277729768" sldId="461"/>
            <ac:spMk id="148" creationId="{A2C92947-9C82-ACAB-CF3E-E9BC4B843CF0}"/>
          </ac:spMkLst>
        </pc:spChg>
        <pc:spChg chg="mod">
          <ac:chgData name="Alexandre Quach" userId="03a3b9a4-365b-425e-bba9-a77346403bac" providerId="ADAL" clId="{DDA81D77-DDBB-4C92-9D52-66F6172221C8}" dt="2022-12-01T07:50:13.057" v="413" actId="165"/>
          <ac:spMkLst>
            <pc:docMk/>
            <pc:sldMk cId="2277729768" sldId="461"/>
            <ac:spMk id="149" creationId="{5B468197-6271-5AE4-514D-2FF6562F191F}"/>
          </ac:spMkLst>
        </pc:spChg>
        <pc:spChg chg="mod">
          <ac:chgData name="Alexandre Quach" userId="03a3b9a4-365b-425e-bba9-a77346403bac" providerId="ADAL" clId="{DDA81D77-DDBB-4C92-9D52-66F6172221C8}" dt="2022-12-01T07:50:13.057" v="413" actId="165"/>
          <ac:spMkLst>
            <pc:docMk/>
            <pc:sldMk cId="2277729768" sldId="461"/>
            <ac:spMk id="150" creationId="{7466CB75-1C74-6D25-EFB4-6ADD05B64F9B}"/>
          </ac:spMkLst>
        </pc:spChg>
        <pc:spChg chg="mod">
          <ac:chgData name="Alexandre Quach" userId="03a3b9a4-365b-425e-bba9-a77346403bac" providerId="ADAL" clId="{DDA81D77-DDBB-4C92-9D52-66F6172221C8}" dt="2022-12-01T07:50:13.057" v="413" actId="165"/>
          <ac:spMkLst>
            <pc:docMk/>
            <pc:sldMk cId="2277729768" sldId="461"/>
            <ac:spMk id="151" creationId="{BBB29CEA-30B1-8738-75B1-8C6625A6D561}"/>
          </ac:spMkLst>
        </pc:spChg>
        <pc:spChg chg="mod">
          <ac:chgData name="Alexandre Quach" userId="03a3b9a4-365b-425e-bba9-a77346403bac" providerId="ADAL" clId="{DDA81D77-DDBB-4C92-9D52-66F6172221C8}" dt="2022-12-01T07:50:13.057" v="413" actId="165"/>
          <ac:spMkLst>
            <pc:docMk/>
            <pc:sldMk cId="2277729768" sldId="461"/>
            <ac:spMk id="152" creationId="{D0AB0F16-4641-4DB6-E79E-C9AA5498CB5E}"/>
          </ac:spMkLst>
        </pc:spChg>
        <pc:spChg chg="mod">
          <ac:chgData name="Alexandre Quach" userId="03a3b9a4-365b-425e-bba9-a77346403bac" providerId="ADAL" clId="{DDA81D77-DDBB-4C92-9D52-66F6172221C8}" dt="2022-12-01T07:50:13.057" v="413" actId="165"/>
          <ac:spMkLst>
            <pc:docMk/>
            <pc:sldMk cId="2277729768" sldId="461"/>
            <ac:spMk id="153" creationId="{5F8BEDB2-48BF-9133-69B0-E8A3B44453A5}"/>
          </ac:spMkLst>
        </pc:spChg>
        <pc:spChg chg="mod">
          <ac:chgData name="Alexandre Quach" userId="03a3b9a4-365b-425e-bba9-a77346403bac" providerId="ADAL" clId="{DDA81D77-DDBB-4C92-9D52-66F6172221C8}" dt="2022-12-01T07:50:13.057" v="413" actId="165"/>
          <ac:spMkLst>
            <pc:docMk/>
            <pc:sldMk cId="2277729768" sldId="461"/>
            <ac:spMk id="154" creationId="{2C088098-B29C-14DC-0FE9-9F426D88A773}"/>
          </ac:spMkLst>
        </pc:spChg>
        <pc:spChg chg="mod">
          <ac:chgData name="Alexandre Quach" userId="03a3b9a4-365b-425e-bba9-a77346403bac" providerId="ADAL" clId="{DDA81D77-DDBB-4C92-9D52-66F6172221C8}" dt="2022-12-01T07:50:13.057" v="413" actId="165"/>
          <ac:spMkLst>
            <pc:docMk/>
            <pc:sldMk cId="2277729768" sldId="461"/>
            <ac:spMk id="155" creationId="{000E6B64-6F76-54E7-9EA9-3E3A920020E0}"/>
          </ac:spMkLst>
        </pc:spChg>
        <pc:spChg chg="mod">
          <ac:chgData name="Alexandre Quach" userId="03a3b9a4-365b-425e-bba9-a77346403bac" providerId="ADAL" clId="{DDA81D77-DDBB-4C92-9D52-66F6172221C8}" dt="2022-12-01T07:50:13.057" v="413" actId="165"/>
          <ac:spMkLst>
            <pc:docMk/>
            <pc:sldMk cId="2277729768" sldId="461"/>
            <ac:spMk id="156" creationId="{68EFB387-F09F-9F4D-2C15-DF3BB2742D07}"/>
          </ac:spMkLst>
        </pc:spChg>
        <pc:spChg chg="mod">
          <ac:chgData name="Alexandre Quach" userId="03a3b9a4-365b-425e-bba9-a77346403bac" providerId="ADAL" clId="{DDA81D77-DDBB-4C92-9D52-66F6172221C8}" dt="2022-12-01T07:50:13.057" v="413" actId="165"/>
          <ac:spMkLst>
            <pc:docMk/>
            <pc:sldMk cId="2277729768" sldId="461"/>
            <ac:spMk id="157" creationId="{5683483A-E5BA-E25C-C995-D16E5C30A46F}"/>
          </ac:spMkLst>
        </pc:spChg>
        <pc:spChg chg="mod">
          <ac:chgData name="Alexandre Quach" userId="03a3b9a4-365b-425e-bba9-a77346403bac" providerId="ADAL" clId="{DDA81D77-DDBB-4C92-9D52-66F6172221C8}" dt="2022-12-01T07:50:13.057" v="413" actId="165"/>
          <ac:spMkLst>
            <pc:docMk/>
            <pc:sldMk cId="2277729768" sldId="461"/>
            <ac:spMk id="158" creationId="{263E18A7-1882-DFF3-5332-5D21201773BE}"/>
          </ac:spMkLst>
        </pc:spChg>
        <pc:spChg chg="mod">
          <ac:chgData name="Alexandre Quach" userId="03a3b9a4-365b-425e-bba9-a77346403bac" providerId="ADAL" clId="{DDA81D77-DDBB-4C92-9D52-66F6172221C8}" dt="2022-12-01T07:50:13.057" v="413" actId="165"/>
          <ac:spMkLst>
            <pc:docMk/>
            <pc:sldMk cId="2277729768" sldId="461"/>
            <ac:spMk id="159" creationId="{D08DF1E9-1B41-407A-458A-ED35223AA72A}"/>
          </ac:spMkLst>
        </pc:spChg>
        <pc:spChg chg="mod">
          <ac:chgData name="Alexandre Quach" userId="03a3b9a4-365b-425e-bba9-a77346403bac" providerId="ADAL" clId="{DDA81D77-DDBB-4C92-9D52-66F6172221C8}" dt="2022-12-01T07:50:13.057" v="413" actId="165"/>
          <ac:spMkLst>
            <pc:docMk/>
            <pc:sldMk cId="2277729768" sldId="461"/>
            <ac:spMk id="160" creationId="{7FDF6D41-68BE-044C-E4B4-5276C6C189CB}"/>
          </ac:spMkLst>
        </pc:spChg>
        <pc:spChg chg="mod">
          <ac:chgData name="Alexandre Quach" userId="03a3b9a4-365b-425e-bba9-a77346403bac" providerId="ADAL" clId="{DDA81D77-DDBB-4C92-9D52-66F6172221C8}" dt="2022-12-01T07:50:13.057" v="413" actId="165"/>
          <ac:spMkLst>
            <pc:docMk/>
            <pc:sldMk cId="2277729768" sldId="461"/>
            <ac:spMk id="161" creationId="{329F3329-C840-131A-9D27-40B778E316F5}"/>
          </ac:spMkLst>
        </pc:spChg>
        <pc:spChg chg="mod">
          <ac:chgData name="Alexandre Quach" userId="03a3b9a4-365b-425e-bba9-a77346403bac" providerId="ADAL" clId="{DDA81D77-DDBB-4C92-9D52-66F6172221C8}" dt="2022-12-01T07:50:13.057" v="413" actId="165"/>
          <ac:spMkLst>
            <pc:docMk/>
            <pc:sldMk cId="2277729768" sldId="461"/>
            <ac:spMk id="162" creationId="{9021859D-E394-D0A3-CF77-C2BE628824E2}"/>
          </ac:spMkLst>
        </pc:spChg>
        <pc:spChg chg="mod">
          <ac:chgData name="Alexandre Quach" userId="03a3b9a4-365b-425e-bba9-a77346403bac" providerId="ADAL" clId="{DDA81D77-DDBB-4C92-9D52-66F6172221C8}" dt="2022-12-01T07:50:13.057" v="413" actId="165"/>
          <ac:spMkLst>
            <pc:docMk/>
            <pc:sldMk cId="2277729768" sldId="461"/>
            <ac:spMk id="163" creationId="{F7D7E9B8-2DB8-E69B-F2E5-B3CF2DB72255}"/>
          </ac:spMkLst>
        </pc:spChg>
        <pc:spChg chg="mod">
          <ac:chgData name="Alexandre Quach" userId="03a3b9a4-365b-425e-bba9-a77346403bac" providerId="ADAL" clId="{DDA81D77-DDBB-4C92-9D52-66F6172221C8}" dt="2022-12-01T07:50:13.057" v="413" actId="165"/>
          <ac:spMkLst>
            <pc:docMk/>
            <pc:sldMk cId="2277729768" sldId="461"/>
            <ac:spMk id="164" creationId="{8A2CED77-8635-5AAC-A77D-4F6EC36D1B20}"/>
          </ac:spMkLst>
        </pc:spChg>
        <pc:spChg chg="mod">
          <ac:chgData name="Alexandre Quach" userId="03a3b9a4-365b-425e-bba9-a77346403bac" providerId="ADAL" clId="{DDA81D77-DDBB-4C92-9D52-66F6172221C8}" dt="2022-12-01T07:50:13.057" v="413" actId="165"/>
          <ac:spMkLst>
            <pc:docMk/>
            <pc:sldMk cId="2277729768" sldId="461"/>
            <ac:spMk id="165" creationId="{EFB1DD98-4749-B8E4-CBCC-08CF05AEC178}"/>
          </ac:spMkLst>
        </pc:spChg>
        <pc:spChg chg="mod">
          <ac:chgData name="Alexandre Quach" userId="03a3b9a4-365b-425e-bba9-a77346403bac" providerId="ADAL" clId="{DDA81D77-DDBB-4C92-9D52-66F6172221C8}" dt="2022-12-01T07:50:13.057" v="413" actId="165"/>
          <ac:spMkLst>
            <pc:docMk/>
            <pc:sldMk cId="2277729768" sldId="461"/>
            <ac:spMk id="166" creationId="{8DC55F49-0A68-EBDA-FD16-AE74603CC485}"/>
          </ac:spMkLst>
        </pc:spChg>
        <pc:spChg chg="mod">
          <ac:chgData name="Alexandre Quach" userId="03a3b9a4-365b-425e-bba9-a77346403bac" providerId="ADAL" clId="{DDA81D77-DDBB-4C92-9D52-66F6172221C8}" dt="2022-12-01T07:50:13.057" v="413" actId="165"/>
          <ac:spMkLst>
            <pc:docMk/>
            <pc:sldMk cId="2277729768" sldId="461"/>
            <ac:spMk id="167" creationId="{5376B664-F47C-A7CE-1EAA-2EF7495641CF}"/>
          </ac:spMkLst>
        </pc:spChg>
        <pc:spChg chg="mod">
          <ac:chgData name="Alexandre Quach" userId="03a3b9a4-365b-425e-bba9-a77346403bac" providerId="ADAL" clId="{DDA81D77-DDBB-4C92-9D52-66F6172221C8}" dt="2022-12-01T07:50:13.057" v="413" actId="165"/>
          <ac:spMkLst>
            <pc:docMk/>
            <pc:sldMk cId="2277729768" sldId="461"/>
            <ac:spMk id="168" creationId="{ED0DD9A9-4C0A-F066-F71B-A0D4428004B7}"/>
          </ac:spMkLst>
        </pc:spChg>
        <pc:spChg chg="mod">
          <ac:chgData name="Alexandre Quach" userId="03a3b9a4-365b-425e-bba9-a77346403bac" providerId="ADAL" clId="{DDA81D77-DDBB-4C92-9D52-66F6172221C8}" dt="2022-12-01T07:50:13.057" v="413" actId="165"/>
          <ac:spMkLst>
            <pc:docMk/>
            <pc:sldMk cId="2277729768" sldId="461"/>
            <ac:spMk id="169" creationId="{E67202E3-7C19-86E3-ADC6-7A993F04410D}"/>
          </ac:spMkLst>
        </pc:spChg>
        <pc:spChg chg="mod">
          <ac:chgData name="Alexandre Quach" userId="03a3b9a4-365b-425e-bba9-a77346403bac" providerId="ADAL" clId="{DDA81D77-DDBB-4C92-9D52-66F6172221C8}" dt="2022-12-01T07:50:13.057" v="413" actId="165"/>
          <ac:spMkLst>
            <pc:docMk/>
            <pc:sldMk cId="2277729768" sldId="461"/>
            <ac:spMk id="170" creationId="{2EBDC157-7B3F-CEA7-BF9B-4766D0E96B9D}"/>
          </ac:spMkLst>
        </pc:spChg>
        <pc:spChg chg="mod">
          <ac:chgData name="Alexandre Quach" userId="03a3b9a4-365b-425e-bba9-a77346403bac" providerId="ADAL" clId="{DDA81D77-DDBB-4C92-9D52-66F6172221C8}" dt="2022-12-01T07:50:13.057" v="413" actId="165"/>
          <ac:spMkLst>
            <pc:docMk/>
            <pc:sldMk cId="2277729768" sldId="461"/>
            <ac:spMk id="171" creationId="{8E524E20-EDC8-0729-E737-92CC25C55B89}"/>
          </ac:spMkLst>
        </pc:spChg>
        <pc:spChg chg="mod">
          <ac:chgData name="Alexandre Quach" userId="03a3b9a4-365b-425e-bba9-a77346403bac" providerId="ADAL" clId="{DDA81D77-DDBB-4C92-9D52-66F6172221C8}" dt="2022-12-01T07:50:13.057" v="413" actId="165"/>
          <ac:spMkLst>
            <pc:docMk/>
            <pc:sldMk cId="2277729768" sldId="461"/>
            <ac:spMk id="172" creationId="{4A6E163C-041B-230B-D3A0-AEEA8EFB2F72}"/>
          </ac:spMkLst>
        </pc:spChg>
        <pc:spChg chg="mod">
          <ac:chgData name="Alexandre Quach" userId="03a3b9a4-365b-425e-bba9-a77346403bac" providerId="ADAL" clId="{DDA81D77-DDBB-4C92-9D52-66F6172221C8}" dt="2022-12-01T07:50:13.057" v="413" actId="165"/>
          <ac:spMkLst>
            <pc:docMk/>
            <pc:sldMk cId="2277729768" sldId="461"/>
            <ac:spMk id="173" creationId="{7F14C486-F44D-418D-E1B2-24DE8C2734FF}"/>
          </ac:spMkLst>
        </pc:spChg>
        <pc:spChg chg="mod">
          <ac:chgData name="Alexandre Quach" userId="03a3b9a4-365b-425e-bba9-a77346403bac" providerId="ADAL" clId="{DDA81D77-DDBB-4C92-9D52-66F6172221C8}" dt="2022-12-01T07:50:13.057" v="413" actId="165"/>
          <ac:spMkLst>
            <pc:docMk/>
            <pc:sldMk cId="2277729768" sldId="461"/>
            <ac:spMk id="174" creationId="{1CC242E0-7262-46F2-2301-A467633FF040}"/>
          </ac:spMkLst>
        </pc:spChg>
        <pc:spChg chg="mod">
          <ac:chgData name="Alexandre Quach" userId="03a3b9a4-365b-425e-bba9-a77346403bac" providerId="ADAL" clId="{DDA81D77-DDBB-4C92-9D52-66F6172221C8}" dt="2022-12-01T07:50:13.057" v="413" actId="165"/>
          <ac:spMkLst>
            <pc:docMk/>
            <pc:sldMk cId="2277729768" sldId="461"/>
            <ac:spMk id="175" creationId="{44B356ED-DCC6-B594-79B4-7B4D1233A549}"/>
          </ac:spMkLst>
        </pc:spChg>
        <pc:spChg chg="mod">
          <ac:chgData name="Alexandre Quach" userId="03a3b9a4-365b-425e-bba9-a77346403bac" providerId="ADAL" clId="{DDA81D77-DDBB-4C92-9D52-66F6172221C8}" dt="2022-12-01T07:50:13.057" v="413" actId="165"/>
          <ac:spMkLst>
            <pc:docMk/>
            <pc:sldMk cId="2277729768" sldId="461"/>
            <ac:spMk id="176" creationId="{D6354C14-F376-18B8-EE76-32DE10365ECE}"/>
          </ac:spMkLst>
        </pc:spChg>
        <pc:spChg chg="mod">
          <ac:chgData name="Alexandre Quach" userId="03a3b9a4-365b-425e-bba9-a77346403bac" providerId="ADAL" clId="{DDA81D77-DDBB-4C92-9D52-66F6172221C8}" dt="2022-12-01T07:50:13.057" v="413" actId="165"/>
          <ac:spMkLst>
            <pc:docMk/>
            <pc:sldMk cId="2277729768" sldId="461"/>
            <ac:spMk id="177" creationId="{F1F4CE17-C4A8-EB58-B242-E833612D8886}"/>
          </ac:spMkLst>
        </pc:spChg>
        <pc:spChg chg="mod">
          <ac:chgData name="Alexandre Quach" userId="03a3b9a4-365b-425e-bba9-a77346403bac" providerId="ADAL" clId="{DDA81D77-DDBB-4C92-9D52-66F6172221C8}" dt="2022-12-01T07:50:13.057" v="413" actId="165"/>
          <ac:spMkLst>
            <pc:docMk/>
            <pc:sldMk cId="2277729768" sldId="461"/>
            <ac:spMk id="178" creationId="{CAE57C21-8FE4-BF7F-59D9-3448D07556AA}"/>
          </ac:spMkLst>
        </pc:spChg>
        <pc:spChg chg="mod">
          <ac:chgData name="Alexandre Quach" userId="03a3b9a4-365b-425e-bba9-a77346403bac" providerId="ADAL" clId="{DDA81D77-DDBB-4C92-9D52-66F6172221C8}" dt="2022-12-01T07:50:13.057" v="413" actId="165"/>
          <ac:spMkLst>
            <pc:docMk/>
            <pc:sldMk cId="2277729768" sldId="461"/>
            <ac:spMk id="180" creationId="{3DF7BCD7-9197-D6A7-F691-D1B76926EA4D}"/>
          </ac:spMkLst>
        </pc:spChg>
        <pc:spChg chg="mod">
          <ac:chgData name="Alexandre Quach" userId="03a3b9a4-365b-425e-bba9-a77346403bac" providerId="ADAL" clId="{DDA81D77-DDBB-4C92-9D52-66F6172221C8}" dt="2022-12-01T07:50:13.057" v="413" actId="165"/>
          <ac:spMkLst>
            <pc:docMk/>
            <pc:sldMk cId="2277729768" sldId="461"/>
            <ac:spMk id="181" creationId="{0231CA8A-9E45-5650-4602-E1B567EFEC26}"/>
          </ac:spMkLst>
        </pc:spChg>
        <pc:spChg chg="mod">
          <ac:chgData name="Alexandre Quach" userId="03a3b9a4-365b-425e-bba9-a77346403bac" providerId="ADAL" clId="{DDA81D77-DDBB-4C92-9D52-66F6172221C8}" dt="2022-12-01T07:50:13.057" v="413" actId="165"/>
          <ac:spMkLst>
            <pc:docMk/>
            <pc:sldMk cId="2277729768" sldId="461"/>
            <ac:spMk id="182" creationId="{C0DAF3DD-D606-B221-02DD-27C37E6D63E6}"/>
          </ac:spMkLst>
        </pc:spChg>
        <pc:spChg chg="mod">
          <ac:chgData name="Alexandre Quach" userId="03a3b9a4-365b-425e-bba9-a77346403bac" providerId="ADAL" clId="{DDA81D77-DDBB-4C92-9D52-66F6172221C8}" dt="2022-12-01T07:50:13.057" v="413" actId="165"/>
          <ac:spMkLst>
            <pc:docMk/>
            <pc:sldMk cId="2277729768" sldId="461"/>
            <ac:spMk id="183" creationId="{2B311238-81B7-8D5F-B645-FF0C2CA1AE44}"/>
          </ac:spMkLst>
        </pc:spChg>
        <pc:spChg chg="mod">
          <ac:chgData name="Alexandre Quach" userId="03a3b9a4-365b-425e-bba9-a77346403bac" providerId="ADAL" clId="{DDA81D77-DDBB-4C92-9D52-66F6172221C8}" dt="2022-12-01T07:50:13.057" v="413" actId="165"/>
          <ac:spMkLst>
            <pc:docMk/>
            <pc:sldMk cId="2277729768" sldId="461"/>
            <ac:spMk id="184" creationId="{5E5F951F-6422-3A07-07FA-9F6D37EE6F79}"/>
          </ac:spMkLst>
        </pc:spChg>
        <pc:spChg chg="mod">
          <ac:chgData name="Alexandre Quach" userId="03a3b9a4-365b-425e-bba9-a77346403bac" providerId="ADAL" clId="{DDA81D77-DDBB-4C92-9D52-66F6172221C8}" dt="2022-12-01T07:50:13.057" v="413" actId="165"/>
          <ac:spMkLst>
            <pc:docMk/>
            <pc:sldMk cId="2277729768" sldId="461"/>
            <ac:spMk id="185" creationId="{E05B65FB-7883-D46B-3F95-43A259D645A8}"/>
          </ac:spMkLst>
        </pc:spChg>
        <pc:spChg chg="add mod">
          <ac:chgData name="Alexandre Quach" userId="03a3b9a4-365b-425e-bba9-a77346403bac" providerId="ADAL" clId="{DDA81D77-DDBB-4C92-9D52-66F6172221C8}" dt="2022-12-01T08:06:12.950" v="676" actId="1076"/>
          <ac:spMkLst>
            <pc:docMk/>
            <pc:sldMk cId="2277729768" sldId="461"/>
            <ac:spMk id="189" creationId="{DA1ADEA3-5A3F-B373-164A-48047F8A4D82}"/>
          </ac:spMkLst>
        </pc:spChg>
        <pc:spChg chg="add mod">
          <ac:chgData name="Alexandre Quach" userId="03a3b9a4-365b-425e-bba9-a77346403bac" providerId="ADAL" clId="{DDA81D77-DDBB-4C92-9D52-66F6172221C8}" dt="2022-12-01T08:06:49.468" v="696" actId="1076"/>
          <ac:spMkLst>
            <pc:docMk/>
            <pc:sldMk cId="2277729768" sldId="461"/>
            <ac:spMk id="190" creationId="{F11AFF33-B25B-B349-D251-44838B5FD1FA}"/>
          </ac:spMkLst>
        </pc:spChg>
        <pc:spChg chg="add mod">
          <ac:chgData name="Alexandre Quach" userId="03a3b9a4-365b-425e-bba9-a77346403bac" providerId="ADAL" clId="{DDA81D77-DDBB-4C92-9D52-66F6172221C8}" dt="2022-12-01T08:06:24.035" v="683" actId="1076"/>
          <ac:spMkLst>
            <pc:docMk/>
            <pc:sldMk cId="2277729768" sldId="461"/>
            <ac:spMk id="191" creationId="{3D0F272E-3E49-98BC-7A4F-A3F3DABC8A29}"/>
          </ac:spMkLst>
        </pc:spChg>
        <pc:spChg chg="add mod">
          <ac:chgData name="Alexandre Quach" userId="03a3b9a4-365b-425e-bba9-a77346403bac" providerId="ADAL" clId="{DDA81D77-DDBB-4C92-9D52-66F6172221C8}" dt="2022-12-01T08:06:27.672" v="685" actId="688"/>
          <ac:spMkLst>
            <pc:docMk/>
            <pc:sldMk cId="2277729768" sldId="461"/>
            <ac:spMk id="192" creationId="{977376B3-109A-5D49-A78E-F84915900C79}"/>
          </ac:spMkLst>
        </pc:spChg>
        <pc:spChg chg="add mod">
          <ac:chgData name="Alexandre Quach" userId="03a3b9a4-365b-425e-bba9-a77346403bac" providerId="ADAL" clId="{DDA81D77-DDBB-4C92-9D52-66F6172221C8}" dt="2022-12-01T08:06:31.756" v="687" actId="688"/>
          <ac:spMkLst>
            <pc:docMk/>
            <pc:sldMk cId="2277729768" sldId="461"/>
            <ac:spMk id="193" creationId="{E575BD02-0DE6-3E6A-5DDD-91719BDCC301}"/>
          </ac:spMkLst>
        </pc:spChg>
        <pc:spChg chg="add mod">
          <ac:chgData name="Alexandre Quach" userId="03a3b9a4-365b-425e-bba9-a77346403bac" providerId="ADAL" clId="{DDA81D77-DDBB-4C92-9D52-66F6172221C8}" dt="2022-12-01T08:06:45.811" v="693" actId="1076"/>
          <ac:spMkLst>
            <pc:docMk/>
            <pc:sldMk cId="2277729768" sldId="461"/>
            <ac:spMk id="194" creationId="{495E1856-829D-8517-F358-2E2F99FCE052}"/>
          </ac:spMkLst>
        </pc:spChg>
        <pc:grpChg chg="add del mod">
          <ac:chgData name="Alexandre Quach" userId="03a3b9a4-365b-425e-bba9-a77346403bac" providerId="ADAL" clId="{DDA81D77-DDBB-4C92-9D52-66F6172221C8}" dt="2022-12-01T07:50:13.057" v="413" actId="165"/>
          <ac:grpSpMkLst>
            <pc:docMk/>
            <pc:sldMk cId="2277729768" sldId="461"/>
            <ac:grpSpMk id="6" creationId="{977B3054-BEDE-3BB7-1BBE-E2F8FED65F24}"/>
          </ac:grpSpMkLst>
        </pc:grpChg>
        <pc:grpChg chg="mod topLvl">
          <ac:chgData name="Alexandre Quach" userId="03a3b9a4-365b-425e-bba9-a77346403bac" providerId="ADAL" clId="{DDA81D77-DDBB-4C92-9D52-66F6172221C8}" dt="2022-12-01T07:50:20.070" v="416" actId="1076"/>
          <ac:grpSpMkLst>
            <pc:docMk/>
            <pc:sldMk cId="2277729768" sldId="461"/>
            <ac:grpSpMk id="7" creationId="{815077E3-E1DF-2016-3B96-621594A70FA0}"/>
          </ac:grpSpMkLst>
        </pc:grpChg>
        <pc:grpChg chg="mod topLvl">
          <ac:chgData name="Alexandre Quach" userId="03a3b9a4-365b-425e-bba9-a77346403bac" providerId="ADAL" clId="{DDA81D77-DDBB-4C92-9D52-66F6172221C8}" dt="2022-12-01T08:06:48.273" v="695" actId="1076"/>
          <ac:grpSpMkLst>
            <pc:docMk/>
            <pc:sldMk cId="2277729768" sldId="461"/>
            <ac:grpSpMk id="8" creationId="{858931DB-C987-9CBB-FAAE-1BD0B0DB4649}"/>
          </ac:grpSpMkLst>
        </pc:grpChg>
        <pc:grpChg chg="mod topLvl">
          <ac:chgData name="Alexandre Quach" userId="03a3b9a4-365b-425e-bba9-a77346403bac" providerId="ADAL" clId="{DDA81D77-DDBB-4C92-9D52-66F6172221C8}" dt="2022-12-01T07:50:15.502" v="414" actId="1076"/>
          <ac:grpSpMkLst>
            <pc:docMk/>
            <pc:sldMk cId="2277729768" sldId="461"/>
            <ac:grpSpMk id="9" creationId="{699A6067-C673-86EA-9D6A-839A813E2AB8}"/>
          </ac:grpSpMkLst>
        </pc:grpChg>
        <pc:grpChg chg="mod topLvl">
          <ac:chgData name="Alexandre Quach" userId="03a3b9a4-365b-425e-bba9-a77346403bac" providerId="ADAL" clId="{DDA81D77-DDBB-4C92-9D52-66F6172221C8}" dt="2022-12-01T08:06:36.659" v="689" actId="478"/>
          <ac:grpSpMkLst>
            <pc:docMk/>
            <pc:sldMk cId="2277729768" sldId="461"/>
            <ac:grpSpMk id="10" creationId="{4DF99F02-2F02-290C-3E76-DEE411871C35}"/>
          </ac:grpSpMkLst>
        </pc:grpChg>
        <pc:grpChg chg="mod topLvl">
          <ac:chgData name="Alexandre Quach" userId="03a3b9a4-365b-425e-bba9-a77346403bac" providerId="ADAL" clId="{DDA81D77-DDBB-4C92-9D52-66F6172221C8}" dt="2022-12-01T08:06:39.680" v="690" actId="1076"/>
          <ac:grpSpMkLst>
            <pc:docMk/>
            <pc:sldMk cId="2277729768" sldId="461"/>
            <ac:grpSpMk id="11" creationId="{FF2E7AC5-AAC2-0288-CEBA-264B4B210725}"/>
          </ac:grpSpMkLst>
        </pc:grpChg>
        <pc:grpChg chg="mod topLvl">
          <ac:chgData name="Alexandre Quach" userId="03a3b9a4-365b-425e-bba9-a77346403bac" providerId="ADAL" clId="{DDA81D77-DDBB-4C92-9D52-66F6172221C8}" dt="2022-12-01T07:50:29.375" v="422" actId="1076"/>
          <ac:grpSpMkLst>
            <pc:docMk/>
            <pc:sldMk cId="2277729768" sldId="461"/>
            <ac:grpSpMk id="12" creationId="{4E7869D1-A364-16B1-B648-733E3E558CF6}"/>
          </ac:grpSpMkLst>
        </pc:grpChg>
        <pc:grpChg chg="mod">
          <ac:chgData name="Alexandre Quach" userId="03a3b9a4-365b-425e-bba9-a77346403bac" providerId="ADAL" clId="{DDA81D77-DDBB-4C92-9D52-66F6172221C8}" dt="2022-12-01T07:50:13.057" v="413" actId="165"/>
          <ac:grpSpMkLst>
            <pc:docMk/>
            <pc:sldMk cId="2277729768" sldId="461"/>
            <ac:grpSpMk id="46" creationId="{11AECB0C-2BF8-89A3-3524-7BAB7815DBEB}"/>
          </ac:grpSpMkLst>
        </pc:grpChg>
        <pc:grpChg chg="mod">
          <ac:chgData name="Alexandre Quach" userId="03a3b9a4-365b-425e-bba9-a77346403bac" providerId="ADAL" clId="{DDA81D77-DDBB-4C92-9D52-66F6172221C8}" dt="2022-12-01T07:50:13.057" v="413" actId="165"/>
          <ac:grpSpMkLst>
            <pc:docMk/>
            <pc:sldMk cId="2277729768" sldId="461"/>
            <ac:grpSpMk id="47" creationId="{3FF2DCF0-B777-42A7-362A-6D1DEB1E3577}"/>
          </ac:grpSpMkLst>
        </pc:grpChg>
        <pc:grpChg chg="mod">
          <ac:chgData name="Alexandre Quach" userId="03a3b9a4-365b-425e-bba9-a77346403bac" providerId="ADAL" clId="{DDA81D77-DDBB-4C92-9D52-66F6172221C8}" dt="2022-12-01T07:50:13.057" v="413" actId="165"/>
          <ac:grpSpMkLst>
            <pc:docMk/>
            <pc:sldMk cId="2277729768" sldId="461"/>
            <ac:grpSpMk id="48" creationId="{81EDB24C-9145-2281-6783-9C9279A77B7D}"/>
          </ac:grpSpMkLst>
        </pc:grpChg>
        <pc:grpChg chg="mod">
          <ac:chgData name="Alexandre Quach" userId="03a3b9a4-365b-425e-bba9-a77346403bac" providerId="ADAL" clId="{DDA81D77-DDBB-4C92-9D52-66F6172221C8}" dt="2022-12-01T07:50:13.057" v="413" actId="165"/>
          <ac:grpSpMkLst>
            <pc:docMk/>
            <pc:sldMk cId="2277729768" sldId="461"/>
            <ac:grpSpMk id="49" creationId="{E59621C5-94F9-742C-6651-623E5DCD17D1}"/>
          </ac:grpSpMkLst>
        </pc:grpChg>
        <pc:grpChg chg="mod">
          <ac:chgData name="Alexandre Quach" userId="03a3b9a4-365b-425e-bba9-a77346403bac" providerId="ADAL" clId="{DDA81D77-DDBB-4C92-9D52-66F6172221C8}" dt="2022-12-01T07:50:13.057" v="413" actId="165"/>
          <ac:grpSpMkLst>
            <pc:docMk/>
            <pc:sldMk cId="2277729768" sldId="461"/>
            <ac:grpSpMk id="50" creationId="{9C2A1B00-0FB1-760B-593C-F1D3177F1596}"/>
          </ac:grpSpMkLst>
        </pc:grpChg>
        <pc:grpChg chg="mod">
          <ac:chgData name="Alexandre Quach" userId="03a3b9a4-365b-425e-bba9-a77346403bac" providerId="ADAL" clId="{DDA81D77-DDBB-4C92-9D52-66F6172221C8}" dt="2022-12-01T07:50:13.057" v="413" actId="165"/>
          <ac:grpSpMkLst>
            <pc:docMk/>
            <pc:sldMk cId="2277729768" sldId="461"/>
            <ac:grpSpMk id="52" creationId="{261F7FBA-E08B-C2B3-2A65-46CD8C04BCA4}"/>
          </ac:grpSpMkLst>
        </pc:grpChg>
        <pc:grpChg chg="mod">
          <ac:chgData name="Alexandre Quach" userId="03a3b9a4-365b-425e-bba9-a77346403bac" providerId="ADAL" clId="{DDA81D77-DDBB-4C92-9D52-66F6172221C8}" dt="2022-12-01T07:50:13.057" v="413" actId="165"/>
          <ac:grpSpMkLst>
            <pc:docMk/>
            <pc:sldMk cId="2277729768" sldId="461"/>
            <ac:grpSpMk id="93" creationId="{3EB17446-EE85-BE6C-854A-A378B5E5D964}"/>
          </ac:grpSpMkLst>
        </pc:grpChg>
        <pc:grpChg chg="mod">
          <ac:chgData name="Alexandre Quach" userId="03a3b9a4-365b-425e-bba9-a77346403bac" providerId="ADAL" clId="{DDA81D77-DDBB-4C92-9D52-66F6172221C8}" dt="2022-12-01T07:50:13.057" v="413" actId="165"/>
          <ac:grpSpMkLst>
            <pc:docMk/>
            <pc:sldMk cId="2277729768" sldId="461"/>
            <ac:grpSpMk id="94" creationId="{73B394DA-2682-C932-ACBB-3D53AD354892}"/>
          </ac:grpSpMkLst>
        </pc:grpChg>
        <pc:grpChg chg="mod">
          <ac:chgData name="Alexandre Quach" userId="03a3b9a4-365b-425e-bba9-a77346403bac" providerId="ADAL" clId="{DDA81D77-DDBB-4C92-9D52-66F6172221C8}" dt="2022-12-01T07:50:13.057" v="413" actId="165"/>
          <ac:grpSpMkLst>
            <pc:docMk/>
            <pc:sldMk cId="2277729768" sldId="461"/>
            <ac:grpSpMk id="95" creationId="{0F69309C-76A9-ED90-3D60-3E5CEC61E129}"/>
          </ac:grpSpMkLst>
        </pc:grpChg>
        <pc:grpChg chg="mod">
          <ac:chgData name="Alexandre Quach" userId="03a3b9a4-365b-425e-bba9-a77346403bac" providerId="ADAL" clId="{DDA81D77-DDBB-4C92-9D52-66F6172221C8}" dt="2022-12-01T07:50:13.057" v="413" actId="165"/>
          <ac:grpSpMkLst>
            <pc:docMk/>
            <pc:sldMk cId="2277729768" sldId="461"/>
            <ac:grpSpMk id="109" creationId="{3422A40B-73ED-84D9-A425-8FFAFF8C808D}"/>
          </ac:grpSpMkLst>
        </pc:grpChg>
        <pc:grpChg chg="mod">
          <ac:chgData name="Alexandre Quach" userId="03a3b9a4-365b-425e-bba9-a77346403bac" providerId="ADAL" clId="{DDA81D77-DDBB-4C92-9D52-66F6172221C8}" dt="2022-12-01T07:50:13.057" v="413" actId="165"/>
          <ac:grpSpMkLst>
            <pc:docMk/>
            <pc:sldMk cId="2277729768" sldId="461"/>
            <ac:grpSpMk id="179" creationId="{B5CE879D-84C2-14FA-AF30-518919E74D93}"/>
          </ac:grpSpMkLst>
        </pc:grpChg>
        <pc:grpChg chg="add del mod">
          <ac:chgData name="Alexandre Quach" userId="03a3b9a4-365b-425e-bba9-a77346403bac" providerId="ADAL" clId="{DDA81D77-DDBB-4C92-9D52-66F6172221C8}" dt="2022-12-01T08:06:36.659" v="689" actId="478"/>
          <ac:grpSpMkLst>
            <pc:docMk/>
            <pc:sldMk cId="2277729768" sldId="461"/>
            <ac:grpSpMk id="186" creationId="{96354687-FD32-6227-C217-865DF0D26303}"/>
          </ac:grpSpMkLst>
        </pc:grpChg>
        <pc:picChg chg="del mod topLvl">
          <ac:chgData name="Alexandre Quach" userId="03a3b9a4-365b-425e-bba9-a77346403bac" providerId="ADAL" clId="{DDA81D77-DDBB-4C92-9D52-66F6172221C8}" dt="2022-12-01T08:06:36.659" v="689" actId="478"/>
          <ac:picMkLst>
            <pc:docMk/>
            <pc:sldMk cId="2277729768" sldId="461"/>
            <ac:picMk id="13" creationId="{1EC0AB3D-9B6B-0D68-DC67-D1FD29735877}"/>
          </ac:picMkLst>
        </pc:picChg>
        <pc:picChg chg="mod">
          <ac:chgData name="Alexandre Quach" userId="03a3b9a4-365b-425e-bba9-a77346403bac" providerId="ADAL" clId="{DDA81D77-DDBB-4C92-9D52-66F6172221C8}" dt="2022-12-01T07:50:13.057" v="413" actId="165"/>
          <ac:picMkLst>
            <pc:docMk/>
            <pc:sldMk cId="2277729768" sldId="461"/>
            <ac:picMk id="45" creationId="{B7DC740B-A0DB-B85F-D420-B98EA70E3D25}"/>
          </ac:picMkLst>
        </pc:picChg>
        <pc:picChg chg="mod">
          <ac:chgData name="Alexandre Quach" userId="03a3b9a4-365b-425e-bba9-a77346403bac" providerId="ADAL" clId="{DDA81D77-DDBB-4C92-9D52-66F6172221C8}" dt="2022-12-01T07:50:13.057" v="413" actId="165"/>
          <ac:picMkLst>
            <pc:docMk/>
            <pc:sldMk cId="2277729768" sldId="461"/>
            <ac:picMk id="51" creationId="{7A9F08E0-2F57-C88F-96DE-EE0944D1E412}"/>
          </ac:picMkLst>
        </pc:picChg>
        <pc:picChg chg="mod">
          <ac:chgData name="Alexandre Quach" userId="03a3b9a4-365b-425e-bba9-a77346403bac" providerId="ADAL" clId="{DDA81D77-DDBB-4C92-9D52-66F6172221C8}" dt="2022-12-01T07:50:13.057" v="413" actId="165"/>
          <ac:picMkLst>
            <pc:docMk/>
            <pc:sldMk cId="2277729768" sldId="461"/>
            <ac:picMk id="53" creationId="{83F77C4E-B4F4-CFBE-82D4-79A319832148}"/>
          </ac:picMkLst>
        </pc:picChg>
        <pc:picChg chg="mod">
          <ac:chgData name="Alexandre Quach" userId="03a3b9a4-365b-425e-bba9-a77346403bac" providerId="ADAL" clId="{DDA81D77-DDBB-4C92-9D52-66F6172221C8}" dt="2022-12-01T07:50:13.057" v="413" actId="165"/>
          <ac:picMkLst>
            <pc:docMk/>
            <pc:sldMk cId="2277729768" sldId="461"/>
            <ac:picMk id="63" creationId="{2EBEC772-F8ED-20EE-387C-3A6136A123BA}"/>
          </ac:picMkLst>
        </pc:picChg>
        <pc:picChg chg="mod">
          <ac:chgData name="Alexandre Quach" userId="03a3b9a4-365b-425e-bba9-a77346403bac" providerId="ADAL" clId="{DDA81D77-DDBB-4C92-9D52-66F6172221C8}" dt="2022-12-01T07:50:13.057" v="413" actId="165"/>
          <ac:picMkLst>
            <pc:docMk/>
            <pc:sldMk cId="2277729768" sldId="461"/>
            <ac:picMk id="64" creationId="{7BDFF3E4-F1B4-A480-4C85-202C539B555E}"/>
          </ac:picMkLst>
        </pc:picChg>
        <pc:picChg chg="mod">
          <ac:chgData name="Alexandre Quach" userId="03a3b9a4-365b-425e-bba9-a77346403bac" providerId="ADAL" clId="{DDA81D77-DDBB-4C92-9D52-66F6172221C8}" dt="2022-12-01T07:50:13.057" v="413" actId="165"/>
          <ac:picMkLst>
            <pc:docMk/>
            <pc:sldMk cId="2277729768" sldId="461"/>
            <ac:picMk id="65" creationId="{72D86DDE-8EDB-2441-8088-4AA6A5631503}"/>
          </ac:picMkLst>
        </pc:picChg>
        <pc:picChg chg="mod">
          <ac:chgData name="Alexandre Quach" userId="03a3b9a4-365b-425e-bba9-a77346403bac" providerId="ADAL" clId="{DDA81D77-DDBB-4C92-9D52-66F6172221C8}" dt="2022-12-01T07:50:13.057" v="413" actId="165"/>
          <ac:picMkLst>
            <pc:docMk/>
            <pc:sldMk cId="2277729768" sldId="461"/>
            <ac:picMk id="67" creationId="{D5BF63AD-D311-BDEA-311B-BFAEC6768284}"/>
          </ac:picMkLst>
        </pc:picChg>
        <pc:picChg chg="mod">
          <ac:chgData name="Alexandre Quach" userId="03a3b9a4-365b-425e-bba9-a77346403bac" providerId="ADAL" clId="{DDA81D77-DDBB-4C92-9D52-66F6172221C8}" dt="2022-12-01T07:50:13.057" v="413" actId="165"/>
          <ac:picMkLst>
            <pc:docMk/>
            <pc:sldMk cId="2277729768" sldId="461"/>
            <ac:picMk id="69" creationId="{3FEAB8DB-D82D-2433-F888-63109FDDD558}"/>
          </ac:picMkLst>
        </pc:picChg>
        <pc:picChg chg="mod">
          <ac:chgData name="Alexandre Quach" userId="03a3b9a4-365b-425e-bba9-a77346403bac" providerId="ADAL" clId="{DDA81D77-DDBB-4C92-9D52-66F6172221C8}" dt="2022-12-01T07:50:13.057" v="413" actId="165"/>
          <ac:picMkLst>
            <pc:docMk/>
            <pc:sldMk cId="2277729768" sldId="461"/>
            <ac:picMk id="71" creationId="{9EEC9DFB-6A43-DFF4-F3FE-364847A0598D}"/>
          </ac:picMkLst>
        </pc:picChg>
        <pc:picChg chg="mod">
          <ac:chgData name="Alexandre Quach" userId="03a3b9a4-365b-425e-bba9-a77346403bac" providerId="ADAL" clId="{DDA81D77-DDBB-4C92-9D52-66F6172221C8}" dt="2022-12-01T07:50:13.057" v="413" actId="165"/>
          <ac:picMkLst>
            <pc:docMk/>
            <pc:sldMk cId="2277729768" sldId="461"/>
            <ac:picMk id="73" creationId="{E7CC2C81-95D1-A751-F395-79D35D77E2AD}"/>
          </ac:picMkLst>
        </pc:picChg>
        <pc:picChg chg="mod">
          <ac:chgData name="Alexandre Quach" userId="03a3b9a4-365b-425e-bba9-a77346403bac" providerId="ADAL" clId="{DDA81D77-DDBB-4C92-9D52-66F6172221C8}" dt="2022-12-01T07:50:13.057" v="413" actId="165"/>
          <ac:picMkLst>
            <pc:docMk/>
            <pc:sldMk cId="2277729768" sldId="461"/>
            <ac:picMk id="75" creationId="{5BE0CF1A-049C-F1BE-FA2B-AEE063724FD2}"/>
          </ac:picMkLst>
        </pc:picChg>
        <pc:picChg chg="mod">
          <ac:chgData name="Alexandre Quach" userId="03a3b9a4-365b-425e-bba9-a77346403bac" providerId="ADAL" clId="{DDA81D77-DDBB-4C92-9D52-66F6172221C8}" dt="2022-12-01T07:50:13.057" v="413" actId="165"/>
          <ac:picMkLst>
            <pc:docMk/>
            <pc:sldMk cId="2277729768" sldId="461"/>
            <ac:picMk id="77" creationId="{2B9A738F-43D8-D64F-CB5B-B4CBAC6CB475}"/>
          </ac:picMkLst>
        </pc:picChg>
        <pc:picChg chg="mod">
          <ac:chgData name="Alexandre Quach" userId="03a3b9a4-365b-425e-bba9-a77346403bac" providerId="ADAL" clId="{DDA81D77-DDBB-4C92-9D52-66F6172221C8}" dt="2022-12-01T07:50:13.057" v="413" actId="165"/>
          <ac:picMkLst>
            <pc:docMk/>
            <pc:sldMk cId="2277729768" sldId="461"/>
            <ac:picMk id="78" creationId="{A708396F-35E5-9326-645D-349B058AB7A1}"/>
          </ac:picMkLst>
        </pc:picChg>
        <pc:picChg chg="mod">
          <ac:chgData name="Alexandre Quach" userId="03a3b9a4-365b-425e-bba9-a77346403bac" providerId="ADAL" clId="{DDA81D77-DDBB-4C92-9D52-66F6172221C8}" dt="2022-12-01T07:50:13.057" v="413" actId="165"/>
          <ac:picMkLst>
            <pc:docMk/>
            <pc:sldMk cId="2277729768" sldId="461"/>
            <ac:picMk id="96" creationId="{2FBF453D-7764-F7A1-B316-4703C5974356}"/>
          </ac:picMkLst>
        </pc:picChg>
        <pc:picChg chg="mod">
          <ac:chgData name="Alexandre Quach" userId="03a3b9a4-365b-425e-bba9-a77346403bac" providerId="ADAL" clId="{DDA81D77-DDBB-4C92-9D52-66F6172221C8}" dt="2022-12-01T07:50:13.057" v="413" actId="165"/>
          <ac:picMkLst>
            <pc:docMk/>
            <pc:sldMk cId="2277729768" sldId="461"/>
            <ac:picMk id="110" creationId="{C8309C4D-40C4-D047-DE88-792D20D84967}"/>
          </ac:picMkLst>
        </pc:picChg>
        <pc:picChg chg="mod">
          <ac:chgData name="Alexandre Quach" userId="03a3b9a4-365b-425e-bba9-a77346403bac" providerId="ADAL" clId="{DDA81D77-DDBB-4C92-9D52-66F6172221C8}" dt="2022-12-01T07:50:13.057" v="413" actId="165"/>
          <ac:picMkLst>
            <pc:docMk/>
            <pc:sldMk cId="2277729768" sldId="461"/>
            <ac:picMk id="111" creationId="{CC3B78BA-45D6-AC35-87C7-F61DD0D2BEAE}"/>
          </ac:picMkLst>
        </pc:picChg>
        <pc:picChg chg="mod">
          <ac:chgData name="Alexandre Quach" userId="03a3b9a4-365b-425e-bba9-a77346403bac" providerId="ADAL" clId="{DDA81D77-DDBB-4C92-9D52-66F6172221C8}" dt="2022-12-01T07:50:13.057" v="413" actId="165"/>
          <ac:picMkLst>
            <pc:docMk/>
            <pc:sldMk cId="2277729768" sldId="461"/>
            <ac:picMk id="112" creationId="{14571399-2C84-7EFF-86AF-1C58408797EE}"/>
          </ac:picMkLst>
        </pc:picChg>
        <pc:picChg chg="mod">
          <ac:chgData name="Alexandre Quach" userId="03a3b9a4-365b-425e-bba9-a77346403bac" providerId="ADAL" clId="{DDA81D77-DDBB-4C92-9D52-66F6172221C8}" dt="2022-12-01T07:50:13.057" v="413" actId="165"/>
          <ac:picMkLst>
            <pc:docMk/>
            <pc:sldMk cId="2277729768" sldId="461"/>
            <ac:picMk id="114" creationId="{8A0348E7-9A50-9ACD-B4A6-F3078E80FD9E}"/>
          </ac:picMkLst>
        </pc:picChg>
        <pc:picChg chg="add mod">
          <ac:chgData name="Alexandre Quach" userId="03a3b9a4-365b-425e-bba9-a77346403bac" providerId="ADAL" clId="{DDA81D77-DDBB-4C92-9D52-66F6172221C8}" dt="2022-12-01T08:05:46.513" v="668" actId="1076"/>
          <ac:picMkLst>
            <pc:docMk/>
            <pc:sldMk cId="2277729768" sldId="461"/>
            <ac:picMk id="188" creationId="{8A0ED382-9159-47BC-DEB6-74ADF46952E2}"/>
          </ac:picMkLst>
        </pc:picChg>
        <pc:cxnChg chg="mod">
          <ac:chgData name="Alexandre Quach" userId="03a3b9a4-365b-425e-bba9-a77346403bac" providerId="ADAL" clId="{DDA81D77-DDBB-4C92-9D52-66F6172221C8}" dt="2022-12-01T07:50:13.057" v="413" actId="165"/>
          <ac:cxnSpMkLst>
            <pc:docMk/>
            <pc:sldMk cId="2277729768" sldId="461"/>
            <ac:cxnSpMk id="27" creationId="{F216049D-C36E-DDD9-568E-6A211BCBF0EC}"/>
          </ac:cxnSpMkLst>
        </pc:cxnChg>
        <pc:cxnChg chg="mod">
          <ac:chgData name="Alexandre Quach" userId="03a3b9a4-365b-425e-bba9-a77346403bac" providerId="ADAL" clId="{DDA81D77-DDBB-4C92-9D52-66F6172221C8}" dt="2022-12-01T07:50:13.057" v="413" actId="165"/>
          <ac:cxnSpMkLst>
            <pc:docMk/>
            <pc:sldMk cId="2277729768" sldId="461"/>
            <ac:cxnSpMk id="28" creationId="{AF4B5EFD-CE08-02F9-D59B-FA4BF2C2208E}"/>
          </ac:cxnSpMkLst>
        </pc:cxnChg>
        <pc:cxnChg chg="mod">
          <ac:chgData name="Alexandre Quach" userId="03a3b9a4-365b-425e-bba9-a77346403bac" providerId="ADAL" clId="{DDA81D77-DDBB-4C92-9D52-66F6172221C8}" dt="2022-12-01T07:50:13.057" v="413" actId="165"/>
          <ac:cxnSpMkLst>
            <pc:docMk/>
            <pc:sldMk cId="2277729768" sldId="461"/>
            <ac:cxnSpMk id="29" creationId="{CDFB967C-A39C-D8C9-FC7C-CD3723DF122F}"/>
          </ac:cxnSpMkLst>
        </pc:cxnChg>
        <pc:cxnChg chg="mod">
          <ac:chgData name="Alexandre Quach" userId="03a3b9a4-365b-425e-bba9-a77346403bac" providerId="ADAL" clId="{DDA81D77-DDBB-4C92-9D52-66F6172221C8}" dt="2022-12-01T07:50:13.057" v="413" actId="165"/>
          <ac:cxnSpMkLst>
            <pc:docMk/>
            <pc:sldMk cId="2277729768" sldId="461"/>
            <ac:cxnSpMk id="30" creationId="{4D1433E2-9AA6-455B-879A-14B6C27441C5}"/>
          </ac:cxnSpMkLst>
        </pc:cxnChg>
        <pc:cxnChg chg="mod">
          <ac:chgData name="Alexandre Quach" userId="03a3b9a4-365b-425e-bba9-a77346403bac" providerId="ADAL" clId="{DDA81D77-DDBB-4C92-9D52-66F6172221C8}" dt="2022-12-01T07:50:13.057" v="413" actId="165"/>
          <ac:cxnSpMkLst>
            <pc:docMk/>
            <pc:sldMk cId="2277729768" sldId="461"/>
            <ac:cxnSpMk id="31" creationId="{D96547C5-6272-5905-3FD8-8D918D83934D}"/>
          </ac:cxnSpMkLst>
        </pc:cxnChg>
        <pc:cxnChg chg="mod">
          <ac:chgData name="Alexandre Quach" userId="03a3b9a4-365b-425e-bba9-a77346403bac" providerId="ADAL" clId="{DDA81D77-DDBB-4C92-9D52-66F6172221C8}" dt="2022-12-01T07:50:13.057" v="413" actId="165"/>
          <ac:cxnSpMkLst>
            <pc:docMk/>
            <pc:sldMk cId="2277729768" sldId="461"/>
            <ac:cxnSpMk id="32" creationId="{7635B9E2-B5E9-42AE-700C-4F3AE4C78CE8}"/>
          </ac:cxnSpMkLst>
        </pc:cxnChg>
        <pc:cxnChg chg="mod">
          <ac:chgData name="Alexandre Quach" userId="03a3b9a4-365b-425e-bba9-a77346403bac" providerId="ADAL" clId="{DDA81D77-DDBB-4C92-9D52-66F6172221C8}" dt="2022-12-01T07:50:13.057" v="413" actId="165"/>
          <ac:cxnSpMkLst>
            <pc:docMk/>
            <pc:sldMk cId="2277729768" sldId="461"/>
            <ac:cxnSpMk id="33" creationId="{C941DDE9-4E4B-D0CA-C186-70B71F700CF0}"/>
          </ac:cxnSpMkLst>
        </pc:cxnChg>
        <pc:cxnChg chg="mod">
          <ac:chgData name="Alexandre Quach" userId="03a3b9a4-365b-425e-bba9-a77346403bac" providerId="ADAL" clId="{DDA81D77-DDBB-4C92-9D52-66F6172221C8}" dt="2022-12-01T07:50:13.057" v="413" actId="165"/>
          <ac:cxnSpMkLst>
            <pc:docMk/>
            <pc:sldMk cId="2277729768" sldId="461"/>
            <ac:cxnSpMk id="34" creationId="{C79A5233-84AF-66F7-EF15-3D28336BCC0D}"/>
          </ac:cxnSpMkLst>
        </pc:cxnChg>
        <pc:cxnChg chg="mod">
          <ac:chgData name="Alexandre Quach" userId="03a3b9a4-365b-425e-bba9-a77346403bac" providerId="ADAL" clId="{DDA81D77-DDBB-4C92-9D52-66F6172221C8}" dt="2022-12-01T07:50:13.057" v="413" actId="165"/>
          <ac:cxnSpMkLst>
            <pc:docMk/>
            <pc:sldMk cId="2277729768" sldId="461"/>
            <ac:cxnSpMk id="35" creationId="{31286BDD-3F31-C8E9-B9D7-F2A5DB118755}"/>
          </ac:cxnSpMkLst>
        </pc:cxnChg>
        <pc:cxnChg chg="mod">
          <ac:chgData name="Alexandre Quach" userId="03a3b9a4-365b-425e-bba9-a77346403bac" providerId="ADAL" clId="{DDA81D77-DDBB-4C92-9D52-66F6172221C8}" dt="2022-12-01T07:50:13.057" v="413" actId="165"/>
          <ac:cxnSpMkLst>
            <pc:docMk/>
            <pc:sldMk cId="2277729768" sldId="461"/>
            <ac:cxnSpMk id="36" creationId="{67D82B50-FBA6-3D0D-5BA4-9765A002FB58}"/>
          </ac:cxnSpMkLst>
        </pc:cxnChg>
        <pc:cxnChg chg="mod">
          <ac:chgData name="Alexandre Quach" userId="03a3b9a4-365b-425e-bba9-a77346403bac" providerId="ADAL" clId="{DDA81D77-DDBB-4C92-9D52-66F6172221C8}" dt="2022-12-01T07:50:13.057" v="413" actId="165"/>
          <ac:cxnSpMkLst>
            <pc:docMk/>
            <pc:sldMk cId="2277729768" sldId="461"/>
            <ac:cxnSpMk id="37" creationId="{DCD06038-9CED-734B-4FAC-ABC0E4DEEC45}"/>
          </ac:cxnSpMkLst>
        </pc:cxnChg>
        <pc:cxnChg chg="mod">
          <ac:chgData name="Alexandre Quach" userId="03a3b9a4-365b-425e-bba9-a77346403bac" providerId="ADAL" clId="{DDA81D77-DDBB-4C92-9D52-66F6172221C8}" dt="2022-12-01T07:50:13.057" v="413" actId="165"/>
          <ac:cxnSpMkLst>
            <pc:docMk/>
            <pc:sldMk cId="2277729768" sldId="461"/>
            <ac:cxnSpMk id="38" creationId="{D5209C58-F082-7C9D-D87A-807E1BFE3633}"/>
          </ac:cxnSpMkLst>
        </pc:cxnChg>
        <pc:cxnChg chg="mod">
          <ac:chgData name="Alexandre Quach" userId="03a3b9a4-365b-425e-bba9-a77346403bac" providerId="ADAL" clId="{DDA81D77-DDBB-4C92-9D52-66F6172221C8}" dt="2022-12-01T07:50:13.057" v="413" actId="165"/>
          <ac:cxnSpMkLst>
            <pc:docMk/>
            <pc:sldMk cId="2277729768" sldId="461"/>
            <ac:cxnSpMk id="39" creationId="{D0D9296D-39C9-012E-687C-1B7D1710CE98}"/>
          </ac:cxnSpMkLst>
        </pc:cxnChg>
        <pc:cxnChg chg="mod">
          <ac:chgData name="Alexandre Quach" userId="03a3b9a4-365b-425e-bba9-a77346403bac" providerId="ADAL" clId="{DDA81D77-DDBB-4C92-9D52-66F6172221C8}" dt="2022-12-01T07:50:13.057" v="413" actId="165"/>
          <ac:cxnSpMkLst>
            <pc:docMk/>
            <pc:sldMk cId="2277729768" sldId="461"/>
            <ac:cxnSpMk id="41" creationId="{004BF82B-72C7-5F8F-CDDE-C91DB17E6211}"/>
          </ac:cxnSpMkLst>
        </pc:cxnChg>
        <pc:cxnChg chg="mod">
          <ac:chgData name="Alexandre Quach" userId="03a3b9a4-365b-425e-bba9-a77346403bac" providerId="ADAL" clId="{DDA81D77-DDBB-4C92-9D52-66F6172221C8}" dt="2022-12-01T07:50:13.057" v="413" actId="165"/>
          <ac:cxnSpMkLst>
            <pc:docMk/>
            <pc:sldMk cId="2277729768" sldId="461"/>
            <ac:cxnSpMk id="43" creationId="{642CF687-FE91-51EC-D196-25F8665F6CB6}"/>
          </ac:cxnSpMkLst>
        </pc:cxnChg>
      </pc:sldChg>
      <pc:sldChg chg="delSp modSp add del mod">
        <pc:chgData name="Alexandre Quach" userId="03a3b9a4-365b-425e-bba9-a77346403bac" providerId="ADAL" clId="{DDA81D77-DDBB-4C92-9D52-66F6172221C8}" dt="2022-12-01T08:07:46.599" v="703" actId="47"/>
        <pc:sldMkLst>
          <pc:docMk/>
          <pc:sldMk cId="2434548453" sldId="462"/>
        </pc:sldMkLst>
        <pc:spChg chg="del">
          <ac:chgData name="Alexandre Quach" userId="03a3b9a4-365b-425e-bba9-a77346403bac" providerId="ADAL" clId="{DDA81D77-DDBB-4C92-9D52-66F6172221C8}" dt="2022-12-01T08:07:28.403" v="700" actId="478"/>
          <ac:spMkLst>
            <pc:docMk/>
            <pc:sldMk cId="2434548453" sldId="462"/>
            <ac:spMk id="6" creationId="{856E0EB0-E70D-8BFE-85C6-2037E6DFE57D}"/>
          </ac:spMkLst>
        </pc:spChg>
        <pc:spChg chg="del">
          <ac:chgData name="Alexandre Quach" userId="03a3b9a4-365b-425e-bba9-a77346403bac" providerId="ADAL" clId="{DDA81D77-DDBB-4C92-9D52-66F6172221C8}" dt="2022-12-01T08:07:28.403" v="700" actId="478"/>
          <ac:spMkLst>
            <pc:docMk/>
            <pc:sldMk cId="2434548453" sldId="462"/>
            <ac:spMk id="7" creationId="{6A37ED05-DB3D-8771-32CC-913C0BDF5D98}"/>
          </ac:spMkLst>
        </pc:spChg>
        <pc:spChg chg="del">
          <ac:chgData name="Alexandre Quach" userId="03a3b9a4-365b-425e-bba9-a77346403bac" providerId="ADAL" clId="{DDA81D77-DDBB-4C92-9D52-66F6172221C8}" dt="2022-12-01T08:07:28.403" v="700" actId="478"/>
          <ac:spMkLst>
            <pc:docMk/>
            <pc:sldMk cId="2434548453" sldId="462"/>
            <ac:spMk id="12" creationId="{8980ADE3-BF44-3E30-A769-7109D6CAAE4B}"/>
          </ac:spMkLst>
        </pc:spChg>
        <pc:spChg chg="del">
          <ac:chgData name="Alexandre Quach" userId="03a3b9a4-365b-425e-bba9-a77346403bac" providerId="ADAL" clId="{DDA81D77-DDBB-4C92-9D52-66F6172221C8}" dt="2022-12-01T08:07:28.403" v="700" actId="478"/>
          <ac:spMkLst>
            <pc:docMk/>
            <pc:sldMk cId="2434548453" sldId="462"/>
            <ac:spMk id="13" creationId="{A7CF13FF-9C84-A1B8-3F7C-609E5593E95F}"/>
          </ac:spMkLst>
        </pc:spChg>
        <pc:spChg chg="del">
          <ac:chgData name="Alexandre Quach" userId="03a3b9a4-365b-425e-bba9-a77346403bac" providerId="ADAL" clId="{DDA81D77-DDBB-4C92-9D52-66F6172221C8}" dt="2022-12-01T08:07:28.403" v="700" actId="478"/>
          <ac:spMkLst>
            <pc:docMk/>
            <pc:sldMk cId="2434548453" sldId="462"/>
            <ac:spMk id="14" creationId="{B8C35B7A-8C56-057A-63DA-A653EA33D0AF}"/>
          </ac:spMkLst>
        </pc:spChg>
        <pc:spChg chg="del">
          <ac:chgData name="Alexandre Quach" userId="03a3b9a4-365b-425e-bba9-a77346403bac" providerId="ADAL" clId="{DDA81D77-DDBB-4C92-9D52-66F6172221C8}" dt="2022-12-01T08:07:28.403" v="700" actId="478"/>
          <ac:spMkLst>
            <pc:docMk/>
            <pc:sldMk cId="2434548453" sldId="462"/>
            <ac:spMk id="195" creationId="{BB956D1A-95D1-7761-39BE-9C2CE674336A}"/>
          </ac:spMkLst>
        </pc:spChg>
        <pc:spChg chg="del">
          <ac:chgData name="Alexandre Quach" userId="03a3b9a4-365b-425e-bba9-a77346403bac" providerId="ADAL" clId="{DDA81D77-DDBB-4C92-9D52-66F6172221C8}" dt="2022-12-01T08:07:28.403" v="700" actId="478"/>
          <ac:spMkLst>
            <pc:docMk/>
            <pc:sldMk cId="2434548453" sldId="462"/>
            <ac:spMk id="196" creationId="{B802B026-D9C1-5588-6AC9-3F5B099FC871}"/>
          </ac:spMkLst>
        </pc:spChg>
        <pc:spChg chg="del">
          <ac:chgData name="Alexandre Quach" userId="03a3b9a4-365b-425e-bba9-a77346403bac" providerId="ADAL" clId="{DDA81D77-DDBB-4C92-9D52-66F6172221C8}" dt="2022-12-01T08:07:30.427" v="701" actId="478"/>
          <ac:spMkLst>
            <pc:docMk/>
            <pc:sldMk cId="2434548453" sldId="462"/>
            <ac:spMk id="197" creationId="{B6CD2C4B-CCEA-D850-8B4C-04CE448A5A6F}"/>
          </ac:spMkLst>
        </pc:spChg>
        <pc:spChg chg="del">
          <ac:chgData name="Alexandre Quach" userId="03a3b9a4-365b-425e-bba9-a77346403bac" providerId="ADAL" clId="{DDA81D77-DDBB-4C92-9D52-66F6172221C8}" dt="2022-12-01T08:07:28.403" v="700" actId="478"/>
          <ac:spMkLst>
            <pc:docMk/>
            <pc:sldMk cId="2434548453" sldId="462"/>
            <ac:spMk id="199" creationId="{48CF789F-DC2A-37DC-C556-20EE4A8DF98C}"/>
          </ac:spMkLst>
        </pc:spChg>
        <pc:spChg chg="mod">
          <ac:chgData name="Alexandre Quach" userId="03a3b9a4-365b-425e-bba9-a77346403bac" providerId="ADAL" clId="{DDA81D77-DDBB-4C92-9D52-66F6172221C8}" dt="2022-12-01T08:07:33.737" v="702" actId="1076"/>
          <ac:spMkLst>
            <pc:docMk/>
            <pc:sldMk cId="2434548453" sldId="462"/>
            <ac:spMk id="202" creationId="{80CE45B7-3CC1-34F4-C573-58B013AD2697}"/>
          </ac:spMkLst>
        </pc:spChg>
        <pc:spChg chg="mod">
          <ac:chgData name="Alexandre Quach" userId="03a3b9a4-365b-425e-bba9-a77346403bac" providerId="ADAL" clId="{DDA81D77-DDBB-4C92-9D52-66F6172221C8}" dt="2022-12-01T08:07:33.737" v="702" actId="1076"/>
          <ac:spMkLst>
            <pc:docMk/>
            <pc:sldMk cId="2434548453" sldId="462"/>
            <ac:spMk id="204" creationId="{E003F36B-DCF1-3B2C-65F8-9E9BBEB0B464}"/>
          </ac:spMkLst>
        </pc:spChg>
        <pc:grpChg chg="del">
          <ac:chgData name="Alexandre Quach" userId="03a3b9a4-365b-425e-bba9-a77346403bac" providerId="ADAL" clId="{DDA81D77-DDBB-4C92-9D52-66F6172221C8}" dt="2022-12-01T08:07:28.403" v="700" actId="478"/>
          <ac:grpSpMkLst>
            <pc:docMk/>
            <pc:sldMk cId="2434548453" sldId="462"/>
            <ac:grpSpMk id="15" creationId="{42EA5C92-6B23-F779-ED1A-DF88291AFD61}"/>
          </ac:grpSpMkLst>
        </pc:grpChg>
        <pc:picChg chg="del">
          <ac:chgData name="Alexandre Quach" userId="03a3b9a4-365b-425e-bba9-a77346403bac" providerId="ADAL" clId="{DDA81D77-DDBB-4C92-9D52-66F6172221C8}" dt="2022-12-01T08:07:28.403" v="700" actId="478"/>
          <ac:picMkLst>
            <pc:docMk/>
            <pc:sldMk cId="2434548453" sldId="462"/>
            <ac:picMk id="9" creationId="{149B5F21-1C7E-16A7-55B5-C505D64008D4}"/>
          </ac:picMkLst>
        </pc:picChg>
        <pc:picChg chg="del">
          <ac:chgData name="Alexandre Quach" userId="03a3b9a4-365b-425e-bba9-a77346403bac" providerId="ADAL" clId="{DDA81D77-DDBB-4C92-9D52-66F6172221C8}" dt="2022-12-01T08:07:28.403" v="700" actId="478"/>
          <ac:picMkLst>
            <pc:docMk/>
            <pc:sldMk cId="2434548453" sldId="462"/>
            <ac:picMk id="10" creationId="{FF154979-1E59-C7F6-F8C2-66AD2F87567B}"/>
          </ac:picMkLst>
        </pc:picChg>
        <pc:picChg chg="mod">
          <ac:chgData name="Alexandre Quach" userId="03a3b9a4-365b-425e-bba9-a77346403bac" providerId="ADAL" clId="{DDA81D77-DDBB-4C92-9D52-66F6172221C8}" dt="2022-12-01T08:07:33.737" v="702" actId="1076"/>
          <ac:picMkLst>
            <pc:docMk/>
            <pc:sldMk cId="2434548453" sldId="462"/>
            <ac:picMk id="11" creationId="{93B94B2D-EF50-4361-AC71-61FD008A410A}"/>
          </ac:picMkLst>
        </pc:picChg>
        <pc:picChg chg="del">
          <ac:chgData name="Alexandre Quach" userId="03a3b9a4-365b-425e-bba9-a77346403bac" providerId="ADAL" clId="{DDA81D77-DDBB-4C92-9D52-66F6172221C8}" dt="2022-12-01T08:07:28.403" v="700" actId="478"/>
          <ac:picMkLst>
            <pc:docMk/>
            <pc:sldMk cId="2434548453" sldId="462"/>
            <ac:picMk id="198" creationId="{41EC9CC0-7DD7-E366-2CA9-2D9636E53E7D}"/>
          </ac:picMkLst>
        </pc:picChg>
        <pc:picChg chg="mod">
          <ac:chgData name="Alexandre Quach" userId="03a3b9a4-365b-425e-bba9-a77346403bac" providerId="ADAL" clId="{DDA81D77-DDBB-4C92-9D52-66F6172221C8}" dt="2022-12-01T08:07:33.737" v="702" actId="1076"/>
          <ac:picMkLst>
            <pc:docMk/>
            <pc:sldMk cId="2434548453" sldId="462"/>
            <ac:picMk id="200" creationId="{6ACF140D-DD30-E0A5-B349-3871C68937B5}"/>
          </ac:picMkLst>
        </pc:picChg>
        <pc:picChg chg="mod">
          <ac:chgData name="Alexandre Quach" userId="03a3b9a4-365b-425e-bba9-a77346403bac" providerId="ADAL" clId="{DDA81D77-DDBB-4C92-9D52-66F6172221C8}" dt="2022-12-01T08:07:33.737" v="702" actId="1076"/>
          <ac:picMkLst>
            <pc:docMk/>
            <pc:sldMk cId="2434548453" sldId="462"/>
            <ac:picMk id="201" creationId="{0A5D92D1-78B4-C1D9-B232-A625B458EECA}"/>
          </ac:picMkLst>
        </pc:picChg>
        <pc:picChg chg="del">
          <ac:chgData name="Alexandre Quach" userId="03a3b9a4-365b-425e-bba9-a77346403bac" providerId="ADAL" clId="{DDA81D77-DDBB-4C92-9D52-66F6172221C8}" dt="2022-12-01T08:07:28.403" v="700" actId="478"/>
          <ac:picMkLst>
            <pc:docMk/>
            <pc:sldMk cId="2434548453" sldId="462"/>
            <ac:picMk id="203" creationId="{9E2CB3F7-21D5-46ED-4428-2930B10B687A}"/>
          </ac:picMkLst>
        </pc:picChg>
        <pc:picChg chg="mod">
          <ac:chgData name="Alexandre Quach" userId="03a3b9a4-365b-425e-bba9-a77346403bac" providerId="ADAL" clId="{DDA81D77-DDBB-4C92-9D52-66F6172221C8}" dt="2022-12-01T08:07:33.737" v="702" actId="1076"/>
          <ac:picMkLst>
            <pc:docMk/>
            <pc:sldMk cId="2434548453" sldId="462"/>
            <ac:picMk id="205" creationId="{D0A6DCA1-5BE0-AA91-B2AF-CB56B0E4C8E9}"/>
          </ac:picMkLst>
        </pc:picChg>
        <pc:picChg chg="mod">
          <ac:chgData name="Alexandre Quach" userId="03a3b9a4-365b-425e-bba9-a77346403bac" providerId="ADAL" clId="{DDA81D77-DDBB-4C92-9D52-66F6172221C8}" dt="2022-12-01T08:07:33.737" v="702" actId="1076"/>
          <ac:picMkLst>
            <pc:docMk/>
            <pc:sldMk cId="2434548453" sldId="462"/>
            <ac:picMk id="206" creationId="{B3B67D94-C32E-BF47-3669-611BF45B3CCE}"/>
          </ac:picMkLst>
        </pc:picChg>
        <pc:cxnChg chg="mod">
          <ac:chgData name="Alexandre Quach" userId="03a3b9a4-365b-425e-bba9-a77346403bac" providerId="ADAL" clId="{DDA81D77-DDBB-4C92-9D52-66F6172221C8}" dt="2022-12-01T08:07:28.403" v="700" actId="478"/>
          <ac:cxnSpMkLst>
            <pc:docMk/>
            <pc:sldMk cId="2434548453" sldId="462"/>
            <ac:cxnSpMk id="36" creationId="{3C37CDBD-8D46-1CB9-74C5-E08786649472}"/>
          </ac:cxnSpMkLst>
        </pc:cxnChg>
        <pc:cxnChg chg="mod">
          <ac:chgData name="Alexandre Quach" userId="03a3b9a4-365b-425e-bba9-a77346403bac" providerId="ADAL" clId="{DDA81D77-DDBB-4C92-9D52-66F6172221C8}" dt="2022-12-01T08:07:28.403" v="700" actId="478"/>
          <ac:cxnSpMkLst>
            <pc:docMk/>
            <pc:sldMk cId="2434548453" sldId="462"/>
            <ac:cxnSpMk id="37" creationId="{16FB4F05-12DA-551E-47B9-0F3BE3F367B3}"/>
          </ac:cxnSpMkLst>
        </pc:cxnChg>
        <pc:cxnChg chg="mod">
          <ac:chgData name="Alexandre Quach" userId="03a3b9a4-365b-425e-bba9-a77346403bac" providerId="ADAL" clId="{DDA81D77-DDBB-4C92-9D52-66F6172221C8}" dt="2022-12-01T08:07:28.403" v="700" actId="478"/>
          <ac:cxnSpMkLst>
            <pc:docMk/>
            <pc:sldMk cId="2434548453" sldId="462"/>
            <ac:cxnSpMk id="38" creationId="{711DA04C-E627-8EF8-512D-59D5338F3078}"/>
          </ac:cxnSpMkLst>
        </pc:cxnChg>
        <pc:cxnChg chg="mod">
          <ac:chgData name="Alexandre Quach" userId="03a3b9a4-365b-425e-bba9-a77346403bac" providerId="ADAL" clId="{DDA81D77-DDBB-4C92-9D52-66F6172221C8}" dt="2022-12-01T08:07:28.403" v="700" actId="478"/>
          <ac:cxnSpMkLst>
            <pc:docMk/>
            <pc:sldMk cId="2434548453" sldId="462"/>
            <ac:cxnSpMk id="39" creationId="{049D74A2-34B2-1342-CC94-C61C40909A0E}"/>
          </ac:cxnSpMkLst>
        </pc:cxnChg>
        <pc:cxnChg chg="mod">
          <ac:chgData name="Alexandre Quach" userId="03a3b9a4-365b-425e-bba9-a77346403bac" providerId="ADAL" clId="{DDA81D77-DDBB-4C92-9D52-66F6172221C8}" dt="2022-12-01T08:07:28.403" v="700" actId="478"/>
          <ac:cxnSpMkLst>
            <pc:docMk/>
            <pc:sldMk cId="2434548453" sldId="462"/>
            <ac:cxnSpMk id="40" creationId="{83381481-EF81-FD8D-7B70-F3ABB922B303}"/>
          </ac:cxnSpMkLst>
        </pc:cxnChg>
        <pc:cxnChg chg="mod">
          <ac:chgData name="Alexandre Quach" userId="03a3b9a4-365b-425e-bba9-a77346403bac" providerId="ADAL" clId="{DDA81D77-DDBB-4C92-9D52-66F6172221C8}" dt="2022-12-01T08:07:28.403" v="700" actId="478"/>
          <ac:cxnSpMkLst>
            <pc:docMk/>
            <pc:sldMk cId="2434548453" sldId="462"/>
            <ac:cxnSpMk id="41" creationId="{139FB840-E622-A927-B05A-0C25F7117E56}"/>
          </ac:cxnSpMkLst>
        </pc:cxnChg>
        <pc:cxnChg chg="mod">
          <ac:chgData name="Alexandre Quach" userId="03a3b9a4-365b-425e-bba9-a77346403bac" providerId="ADAL" clId="{DDA81D77-DDBB-4C92-9D52-66F6172221C8}" dt="2022-12-01T08:07:28.403" v="700" actId="478"/>
          <ac:cxnSpMkLst>
            <pc:docMk/>
            <pc:sldMk cId="2434548453" sldId="462"/>
            <ac:cxnSpMk id="42" creationId="{A94F91F2-2890-87E7-D8C3-E81230B7F854}"/>
          </ac:cxnSpMkLst>
        </pc:cxnChg>
        <pc:cxnChg chg="mod">
          <ac:chgData name="Alexandre Quach" userId="03a3b9a4-365b-425e-bba9-a77346403bac" providerId="ADAL" clId="{DDA81D77-DDBB-4C92-9D52-66F6172221C8}" dt="2022-12-01T08:07:28.403" v="700" actId="478"/>
          <ac:cxnSpMkLst>
            <pc:docMk/>
            <pc:sldMk cId="2434548453" sldId="462"/>
            <ac:cxnSpMk id="43" creationId="{2FB9FBB2-2D5A-FF0C-5DB8-4CB0CB12CA01}"/>
          </ac:cxnSpMkLst>
        </pc:cxnChg>
        <pc:cxnChg chg="mod">
          <ac:chgData name="Alexandre Quach" userId="03a3b9a4-365b-425e-bba9-a77346403bac" providerId="ADAL" clId="{DDA81D77-DDBB-4C92-9D52-66F6172221C8}" dt="2022-12-01T08:07:28.403" v="700" actId="478"/>
          <ac:cxnSpMkLst>
            <pc:docMk/>
            <pc:sldMk cId="2434548453" sldId="462"/>
            <ac:cxnSpMk id="44" creationId="{3ED4AA10-8330-3920-E745-2C4E011EDB8D}"/>
          </ac:cxnSpMkLst>
        </pc:cxnChg>
        <pc:cxnChg chg="mod">
          <ac:chgData name="Alexandre Quach" userId="03a3b9a4-365b-425e-bba9-a77346403bac" providerId="ADAL" clId="{DDA81D77-DDBB-4C92-9D52-66F6172221C8}" dt="2022-12-01T08:07:28.403" v="700" actId="478"/>
          <ac:cxnSpMkLst>
            <pc:docMk/>
            <pc:sldMk cId="2434548453" sldId="462"/>
            <ac:cxnSpMk id="45" creationId="{F9CFCC97-CD87-06DD-C8E0-620783EED9DA}"/>
          </ac:cxnSpMkLst>
        </pc:cxnChg>
        <pc:cxnChg chg="mod">
          <ac:chgData name="Alexandre Quach" userId="03a3b9a4-365b-425e-bba9-a77346403bac" providerId="ADAL" clId="{DDA81D77-DDBB-4C92-9D52-66F6172221C8}" dt="2022-12-01T08:07:28.403" v="700" actId="478"/>
          <ac:cxnSpMkLst>
            <pc:docMk/>
            <pc:sldMk cId="2434548453" sldId="462"/>
            <ac:cxnSpMk id="46" creationId="{CBEB98C7-4601-A493-14F1-A271C932B2B3}"/>
          </ac:cxnSpMkLst>
        </pc:cxnChg>
        <pc:cxnChg chg="mod">
          <ac:chgData name="Alexandre Quach" userId="03a3b9a4-365b-425e-bba9-a77346403bac" providerId="ADAL" clId="{DDA81D77-DDBB-4C92-9D52-66F6172221C8}" dt="2022-12-01T08:07:28.403" v="700" actId="478"/>
          <ac:cxnSpMkLst>
            <pc:docMk/>
            <pc:sldMk cId="2434548453" sldId="462"/>
            <ac:cxnSpMk id="47" creationId="{7AFE7F43-732D-390C-2A59-3C912EF27F88}"/>
          </ac:cxnSpMkLst>
        </pc:cxnChg>
        <pc:cxnChg chg="mod">
          <ac:chgData name="Alexandre Quach" userId="03a3b9a4-365b-425e-bba9-a77346403bac" providerId="ADAL" clId="{DDA81D77-DDBB-4C92-9D52-66F6172221C8}" dt="2022-12-01T08:07:28.403" v="700" actId="478"/>
          <ac:cxnSpMkLst>
            <pc:docMk/>
            <pc:sldMk cId="2434548453" sldId="462"/>
            <ac:cxnSpMk id="48" creationId="{F00E1BE4-C1D8-2545-FFC7-4594B36FF04D}"/>
          </ac:cxnSpMkLst>
        </pc:cxnChg>
        <pc:cxnChg chg="mod">
          <ac:chgData name="Alexandre Quach" userId="03a3b9a4-365b-425e-bba9-a77346403bac" providerId="ADAL" clId="{DDA81D77-DDBB-4C92-9D52-66F6172221C8}" dt="2022-12-01T08:07:28.403" v="700" actId="478"/>
          <ac:cxnSpMkLst>
            <pc:docMk/>
            <pc:sldMk cId="2434548453" sldId="462"/>
            <ac:cxnSpMk id="50" creationId="{CE76E052-650D-69C3-79E1-2D5FE769F96C}"/>
          </ac:cxnSpMkLst>
        </pc:cxnChg>
        <pc:cxnChg chg="mod">
          <ac:chgData name="Alexandre Quach" userId="03a3b9a4-365b-425e-bba9-a77346403bac" providerId="ADAL" clId="{DDA81D77-DDBB-4C92-9D52-66F6172221C8}" dt="2022-12-01T08:07:28.403" v="700" actId="478"/>
          <ac:cxnSpMkLst>
            <pc:docMk/>
            <pc:sldMk cId="2434548453" sldId="462"/>
            <ac:cxnSpMk id="52" creationId="{3ACE002B-FAC1-FDBE-CD8E-4E77E57B7A4C}"/>
          </ac:cxnSpMkLst>
        </pc:cxnChg>
      </pc:sldChg>
      <pc:sldChg chg="addSp delSp modSp new mod ord">
        <pc:chgData name="Alexandre Quach" userId="03a3b9a4-365b-425e-bba9-a77346403bac" providerId="ADAL" clId="{DDA81D77-DDBB-4C92-9D52-66F6172221C8}" dt="2022-12-01T08:40:48.736" v="1777" actId="20577"/>
        <pc:sldMkLst>
          <pc:docMk/>
          <pc:sldMk cId="3080513647" sldId="462"/>
        </pc:sldMkLst>
        <pc:spChg chg="mod">
          <ac:chgData name="Alexandre Quach" userId="03a3b9a4-365b-425e-bba9-a77346403bac" providerId="ADAL" clId="{DDA81D77-DDBB-4C92-9D52-66F6172221C8}" dt="2022-12-01T08:40:48.736" v="1777" actId="20577"/>
          <ac:spMkLst>
            <pc:docMk/>
            <pc:sldMk cId="3080513647" sldId="462"/>
            <ac:spMk id="2" creationId="{42307E85-DDAD-E714-C675-3B3D9B4BB20F}"/>
          </ac:spMkLst>
        </pc:spChg>
        <pc:spChg chg="mod">
          <ac:chgData name="Alexandre Quach" userId="03a3b9a4-365b-425e-bba9-a77346403bac" providerId="ADAL" clId="{DDA81D77-DDBB-4C92-9D52-66F6172221C8}" dt="2022-12-01T08:38:50.074" v="1747" actId="27636"/>
          <ac:spMkLst>
            <pc:docMk/>
            <pc:sldMk cId="3080513647" sldId="462"/>
            <ac:spMk id="3" creationId="{160BED40-BBB2-C490-D5F5-70FEF6B74D95}"/>
          </ac:spMkLst>
        </pc:spChg>
        <pc:spChg chg="mod">
          <ac:chgData name="Alexandre Quach" userId="03a3b9a4-365b-425e-bba9-a77346403bac" providerId="ADAL" clId="{DDA81D77-DDBB-4C92-9D52-66F6172221C8}" dt="2022-12-01T08:30:58.791" v="1460"/>
          <ac:spMkLst>
            <pc:docMk/>
            <pc:sldMk cId="3080513647" sldId="462"/>
            <ac:spMk id="5" creationId="{7EA08122-5D5B-90C7-0D80-5FEFDB81EE24}"/>
          </ac:spMkLst>
        </pc:spChg>
        <pc:spChg chg="mod">
          <ac:chgData name="Alexandre Quach" userId="03a3b9a4-365b-425e-bba9-a77346403bac" providerId="ADAL" clId="{DDA81D77-DDBB-4C92-9D52-66F6172221C8}" dt="2022-12-01T08:30:58.791" v="1460"/>
          <ac:spMkLst>
            <pc:docMk/>
            <pc:sldMk cId="3080513647" sldId="462"/>
            <ac:spMk id="6" creationId="{9D521396-185C-E68F-DA1F-794164837943}"/>
          </ac:spMkLst>
        </pc:spChg>
        <pc:spChg chg="mod">
          <ac:chgData name="Alexandre Quach" userId="03a3b9a4-365b-425e-bba9-a77346403bac" providerId="ADAL" clId="{DDA81D77-DDBB-4C92-9D52-66F6172221C8}" dt="2022-12-01T08:30:58.791" v="1460"/>
          <ac:spMkLst>
            <pc:docMk/>
            <pc:sldMk cId="3080513647" sldId="462"/>
            <ac:spMk id="8" creationId="{838AF285-7CF4-1FF8-7C5B-F29F6DB4EFB4}"/>
          </ac:spMkLst>
        </pc:spChg>
        <pc:spChg chg="mod">
          <ac:chgData name="Alexandre Quach" userId="03a3b9a4-365b-425e-bba9-a77346403bac" providerId="ADAL" clId="{DDA81D77-DDBB-4C92-9D52-66F6172221C8}" dt="2022-12-01T08:30:58.791" v="1460"/>
          <ac:spMkLst>
            <pc:docMk/>
            <pc:sldMk cId="3080513647" sldId="462"/>
            <ac:spMk id="9" creationId="{556A68AA-4CC6-F0A6-8B6B-3CBD4921F8B9}"/>
          </ac:spMkLst>
        </pc:spChg>
        <pc:spChg chg="mod">
          <ac:chgData name="Alexandre Quach" userId="03a3b9a4-365b-425e-bba9-a77346403bac" providerId="ADAL" clId="{DDA81D77-DDBB-4C92-9D52-66F6172221C8}" dt="2022-12-01T08:30:58.791" v="1460"/>
          <ac:spMkLst>
            <pc:docMk/>
            <pc:sldMk cId="3080513647" sldId="462"/>
            <ac:spMk id="10" creationId="{8DDC63C1-6726-0530-F79C-4FABFB468D67}"/>
          </ac:spMkLst>
        </pc:spChg>
        <pc:spChg chg="mod">
          <ac:chgData name="Alexandre Quach" userId="03a3b9a4-365b-425e-bba9-a77346403bac" providerId="ADAL" clId="{DDA81D77-DDBB-4C92-9D52-66F6172221C8}" dt="2022-12-01T08:30:58.791" v="1460"/>
          <ac:spMkLst>
            <pc:docMk/>
            <pc:sldMk cId="3080513647" sldId="462"/>
            <ac:spMk id="11" creationId="{5CF2E048-ED29-1158-B4B5-E726562C718C}"/>
          </ac:spMkLst>
        </pc:spChg>
        <pc:spChg chg="mod">
          <ac:chgData name="Alexandre Quach" userId="03a3b9a4-365b-425e-bba9-a77346403bac" providerId="ADAL" clId="{DDA81D77-DDBB-4C92-9D52-66F6172221C8}" dt="2022-12-01T08:30:58.791" v="1460"/>
          <ac:spMkLst>
            <pc:docMk/>
            <pc:sldMk cId="3080513647" sldId="462"/>
            <ac:spMk id="12" creationId="{82D52732-912F-4BEC-C249-775920D9C620}"/>
          </ac:spMkLst>
        </pc:spChg>
        <pc:spChg chg="mod">
          <ac:chgData name="Alexandre Quach" userId="03a3b9a4-365b-425e-bba9-a77346403bac" providerId="ADAL" clId="{DDA81D77-DDBB-4C92-9D52-66F6172221C8}" dt="2022-12-01T08:30:58.791" v="1460"/>
          <ac:spMkLst>
            <pc:docMk/>
            <pc:sldMk cId="3080513647" sldId="462"/>
            <ac:spMk id="13" creationId="{4BEFF522-FD69-E10E-6063-97C976138C5C}"/>
          </ac:spMkLst>
        </pc:spChg>
        <pc:spChg chg="mod">
          <ac:chgData name="Alexandre Quach" userId="03a3b9a4-365b-425e-bba9-a77346403bac" providerId="ADAL" clId="{DDA81D77-DDBB-4C92-9D52-66F6172221C8}" dt="2022-12-01T08:31:08.874" v="1464"/>
          <ac:spMkLst>
            <pc:docMk/>
            <pc:sldMk cId="3080513647" sldId="462"/>
            <ac:spMk id="19" creationId="{94A9356E-392E-C2BA-8432-034420ACBFB4}"/>
          </ac:spMkLst>
        </pc:spChg>
        <pc:spChg chg="mod">
          <ac:chgData name="Alexandre Quach" userId="03a3b9a4-365b-425e-bba9-a77346403bac" providerId="ADAL" clId="{DDA81D77-DDBB-4C92-9D52-66F6172221C8}" dt="2022-12-01T08:31:08.874" v="1464"/>
          <ac:spMkLst>
            <pc:docMk/>
            <pc:sldMk cId="3080513647" sldId="462"/>
            <ac:spMk id="20" creationId="{818401FC-4A10-FE8D-2051-3F7E60AA3CBA}"/>
          </ac:spMkLst>
        </pc:spChg>
        <pc:spChg chg="mod">
          <ac:chgData name="Alexandre Quach" userId="03a3b9a4-365b-425e-bba9-a77346403bac" providerId="ADAL" clId="{DDA81D77-DDBB-4C92-9D52-66F6172221C8}" dt="2022-12-01T08:31:08.874" v="1464"/>
          <ac:spMkLst>
            <pc:docMk/>
            <pc:sldMk cId="3080513647" sldId="462"/>
            <ac:spMk id="21" creationId="{5EB950B7-BC69-62AC-E653-F842262A6C43}"/>
          </ac:spMkLst>
        </pc:spChg>
        <pc:spChg chg="mod">
          <ac:chgData name="Alexandre Quach" userId="03a3b9a4-365b-425e-bba9-a77346403bac" providerId="ADAL" clId="{DDA81D77-DDBB-4C92-9D52-66F6172221C8}" dt="2022-12-01T08:31:08.874" v="1464"/>
          <ac:spMkLst>
            <pc:docMk/>
            <pc:sldMk cId="3080513647" sldId="462"/>
            <ac:spMk id="22" creationId="{3EBCA46C-77BE-C047-41E7-0C9A0729182C}"/>
          </ac:spMkLst>
        </pc:spChg>
        <pc:spChg chg="mod">
          <ac:chgData name="Alexandre Quach" userId="03a3b9a4-365b-425e-bba9-a77346403bac" providerId="ADAL" clId="{DDA81D77-DDBB-4C92-9D52-66F6172221C8}" dt="2022-12-01T08:31:08.874" v="1464"/>
          <ac:spMkLst>
            <pc:docMk/>
            <pc:sldMk cId="3080513647" sldId="462"/>
            <ac:spMk id="23" creationId="{38671FD9-1FDE-27EE-7B45-3497E11F1C41}"/>
          </ac:spMkLst>
        </pc:spChg>
        <pc:spChg chg="mod">
          <ac:chgData name="Alexandre Quach" userId="03a3b9a4-365b-425e-bba9-a77346403bac" providerId="ADAL" clId="{DDA81D77-DDBB-4C92-9D52-66F6172221C8}" dt="2022-12-01T08:31:08.874" v="1464"/>
          <ac:spMkLst>
            <pc:docMk/>
            <pc:sldMk cId="3080513647" sldId="462"/>
            <ac:spMk id="24" creationId="{2E4F7606-85D0-71F9-A96B-0EF646DA0868}"/>
          </ac:spMkLst>
        </pc:spChg>
        <pc:spChg chg="mod">
          <ac:chgData name="Alexandre Quach" userId="03a3b9a4-365b-425e-bba9-a77346403bac" providerId="ADAL" clId="{DDA81D77-DDBB-4C92-9D52-66F6172221C8}" dt="2022-12-01T08:31:08.874" v="1464"/>
          <ac:spMkLst>
            <pc:docMk/>
            <pc:sldMk cId="3080513647" sldId="462"/>
            <ac:spMk id="25" creationId="{1EDC8523-FAE2-A478-DE56-A4FBF1C1587C}"/>
          </ac:spMkLst>
        </pc:spChg>
        <pc:spChg chg="mod">
          <ac:chgData name="Alexandre Quach" userId="03a3b9a4-365b-425e-bba9-a77346403bac" providerId="ADAL" clId="{DDA81D77-DDBB-4C92-9D52-66F6172221C8}" dt="2022-12-01T08:31:08.874" v="1464"/>
          <ac:spMkLst>
            <pc:docMk/>
            <pc:sldMk cId="3080513647" sldId="462"/>
            <ac:spMk id="26" creationId="{AAC769DA-CE62-EE14-12E3-4C5A662475D2}"/>
          </ac:spMkLst>
        </pc:spChg>
        <pc:spChg chg="mod">
          <ac:chgData name="Alexandre Quach" userId="03a3b9a4-365b-425e-bba9-a77346403bac" providerId="ADAL" clId="{DDA81D77-DDBB-4C92-9D52-66F6172221C8}" dt="2022-12-01T08:31:08.874" v="1464"/>
          <ac:spMkLst>
            <pc:docMk/>
            <pc:sldMk cId="3080513647" sldId="462"/>
            <ac:spMk id="27" creationId="{0B09046B-99CF-AFCC-DB6C-D8A2058DD7CB}"/>
          </ac:spMkLst>
        </pc:spChg>
        <pc:spChg chg="mod">
          <ac:chgData name="Alexandre Quach" userId="03a3b9a4-365b-425e-bba9-a77346403bac" providerId="ADAL" clId="{DDA81D77-DDBB-4C92-9D52-66F6172221C8}" dt="2022-12-01T08:31:08.874" v="1464"/>
          <ac:spMkLst>
            <pc:docMk/>
            <pc:sldMk cId="3080513647" sldId="462"/>
            <ac:spMk id="28" creationId="{72CCFC0D-D11C-C3C3-7232-49A7876C4637}"/>
          </ac:spMkLst>
        </pc:spChg>
        <pc:spChg chg="mod">
          <ac:chgData name="Alexandre Quach" userId="03a3b9a4-365b-425e-bba9-a77346403bac" providerId="ADAL" clId="{DDA81D77-DDBB-4C92-9D52-66F6172221C8}" dt="2022-12-01T08:31:08.874" v="1464"/>
          <ac:spMkLst>
            <pc:docMk/>
            <pc:sldMk cId="3080513647" sldId="462"/>
            <ac:spMk id="29" creationId="{610ACCE0-72E0-FF5C-9392-5CE6A706A605}"/>
          </ac:spMkLst>
        </pc:spChg>
        <pc:spChg chg="mod">
          <ac:chgData name="Alexandre Quach" userId="03a3b9a4-365b-425e-bba9-a77346403bac" providerId="ADAL" clId="{DDA81D77-DDBB-4C92-9D52-66F6172221C8}" dt="2022-12-01T08:31:08.874" v="1464"/>
          <ac:spMkLst>
            <pc:docMk/>
            <pc:sldMk cId="3080513647" sldId="462"/>
            <ac:spMk id="30" creationId="{3AAAF2EB-6124-E668-B17B-B311A40C73EF}"/>
          </ac:spMkLst>
        </pc:spChg>
        <pc:spChg chg="mod">
          <ac:chgData name="Alexandre Quach" userId="03a3b9a4-365b-425e-bba9-a77346403bac" providerId="ADAL" clId="{DDA81D77-DDBB-4C92-9D52-66F6172221C8}" dt="2022-12-01T08:31:08.874" v="1464"/>
          <ac:spMkLst>
            <pc:docMk/>
            <pc:sldMk cId="3080513647" sldId="462"/>
            <ac:spMk id="35" creationId="{0F239F48-5AE0-6053-E8F5-F11F8B255894}"/>
          </ac:spMkLst>
        </pc:spChg>
        <pc:spChg chg="mod">
          <ac:chgData name="Alexandre Quach" userId="03a3b9a4-365b-425e-bba9-a77346403bac" providerId="ADAL" clId="{DDA81D77-DDBB-4C92-9D52-66F6172221C8}" dt="2022-12-01T08:31:08.874" v="1464"/>
          <ac:spMkLst>
            <pc:docMk/>
            <pc:sldMk cId="3080513647" sldId="462"/>
            <ac:spMk id="37" creationId="{E8B7A66F-937B-1096-5751-4B90F5504BEA}"/>
          </ac:spMkLst>
        </pc:spChg>
        <pc:spChg chg="mod">
          <ac:chgData name="Alexandre Quach" userId="03a3b9a4-365b-425e-bba9-a77346403bac" providerId="ADAL" clId="{DDA81D77-DDBB-4C92-9D52-66F6172221C8}" dt="2022-12-01T08:31:08.874" v="1464"/>
          <ac:spMkLst>
            <pc:docMk/>
            <pc:sldMk cId="3080513647" sldId="462"/>
            <ac:spMk id="38" creationId="{8EEE51DF-5AFC-AADF-F27A-3F28F1CB6E7F}"/>
          </ac:spMkLst>
        </pc:spChg>
        <pc:spChg chg="mod">
          <ac:chgData name="Alexandre Quach" userId="03a3b9a4-365b-425e-bba9-a77346403bac" providerId="ADAL" clId="{DDA81D77-DDBB-4C92-9D52-66F6172221C8}" dt="2022-12-01T08:31:08.874" v="1464"/>
          <ac:spMkLst>
            <pc:docMk/>
            <pc:sldMk cId="3080513647" sldId="462"/>
            <ac:spMk id="39" creationId="{F79E78CB-A5BB-FF61-C4E9-D7CDA10B7A3C}"/>
          </ac:spMkLst>
        </pc:spChg>
        <pc:spChg chg="mod">
          <ac:chgData name="Alexandre Quach" userId="03a3b9a4-365b-425e-bba9-a77346403bac" providerId="ADAL" clId="{DDA81D77-DDBB-4C92-9D52-66F6172221C8}" dt="2022-12-01T08:31:08.874" v="1464"/>
          <ac:spMkLst>
            <pc:docMk/>
            <pc:sldMk cId="3080513647" sldId="462"/>
            <ac:spMk id="40" creationId="{1F999A64-2EB8-B13C-F01F-E9C7D7BFA84C}"/>
          </ac:spMkLst>
        </pc:spChg>
        <pc:spChg chg="mod">
          <ac:chgData name="Alexandre Quach" userId="03a3b9a4-365b-425e-bba9-a77346403bac" providerId="ADAL" clId="{DDA81D77-DDBB-4C92-9D52-66F6172221C8}" dt="2022-12-01T08:31:08.874" v="1464"/>
          <ac:spMkLst>
            <pc:docMk/>
            <pc:sldMk cId="3080513647" sldId="462"/>
            <ac:spMk id="41" creationId="{E1ABEBB2-8023-4282-BE13-03CF91DEF240}"/>
          </ac:spMkLst>
        </pc:spChg>
        <pc:spChg chg="mod">
          <ac:chgData name="Alexandre Quach" userId="03a3b9a4-365b-425e-bba9-a77346403bac" providerId="ADAL" clId="{DDA81D77-DDBB-4C92-9D52-66F6172221C8}" dt="2022-12-01T08:31:08.874" v="1464"/>
          <ac:spMkLst>
            <pc:docMk/>
            <pc:sldMk cId="3080513647" sldId="462"/>
            <ac:spMk id="42" creationId="{D67979BB-D9A5-7BD5-42B6-4AD8387E18FA}"/>
          </ac:spMkLst>
        </pc:spChg>
        <pc:spChg chg="mod">
          <ac:chgData name="Alexandre Quach" userId="03a3b9a4-365b-425e-bba9-a77346403bac" providerId="ADAL" clId="{DDA81D77-DDBB-4C92-9D52-66F6172221C8}" dt="2022-12-01T08:31:08.874" v="1464"/>
          <ac:spMkLst>
            <pc:docMk/>
            <pc:sldMk cId="3080513647" sldId="462"/>
            <ac:spMk id="43" creationId="{60D92093-9AC6-7B9E-C294-735E02CE6981}"/>
          </ac:spMkLst>
        </pc:spChg>
        <pc:spChg chg="mod">
          <ac:chgData name="Alexandre Quach" userId="03a3b9a4-365b-425e-bba9-a77346403bac" providerId="ADAL" clId="{DDA81D77-DDBB-4C92-9D52-66F6172221C8}" dt="2022-12-01T08:31:08.874" v="1464"/>
          <ac:spMkLst>
            <pc:docMk/>
            <pc:sldMk cId="3080513647" sldId="462"/>
            <ac:spMk id="44" creationId="{A7E61D44-8FC4-FB97-E241-332C5D023D63}"/>
          </ac:spMkLst>
        </pc:spChg>
        <pc:spChg chg="mod">
          <ac:chgData name="Alexandre Quach" userId="03a3b9a4-365b-425e-bba9-a77346403bac" providerId="ADAL" clId="{DDA81D77-DDBB-4C92-9D52-66F6172221C8}" dt="2022-12-01T08:31:08.874" v="1464"/>
          <ac:spMkLst>
            <pc:docMk/>
            <pc:sldMk cId="3080513647" sldId="462"/>
            <ac:spMk id="45" creationId="{6B3694E7-3DA9-8766-F786-1F82C6321CA7}"/>
          </ac:spMkLst>
        </pc:spChg>
        <pc:spChg chg="mod">
          <ac:chgData name="Alexandre Quach" userId="03a3b9a4-365b-425e-bba9-a77346403bac" providerId="ADAL" clId="{DDA81D77-DDBB-4C92-9D52-66F6172221C8}" dt="2022-12-01T08:31:08.874" v="1464"/>
          <ac:spMkLst>
            <pc:docMk/>
            <pc:sldMk cId="3080513647" sldId="462"/>
            <ac:spMk id="46" creationId="{1052BFC9-4D0D-F395-5632-1C996BD1AACF}"/>
          </ac:spMkLst>
        </pc:spChg>
        <pc:spChg chg="mod">
          <ac:chgData name="Alexandre Quach" userId="03a3b9a4-365b-425e-bba9-a77346403bac" providerId="ADAL" clId="{DDA81D77-DDBB-4C92-9D52-66F6172221C8}" dt="2022-12-01T08:31:08.874" v="1464"/>
          <ac:spMkLst>
            <pc:docMk/>
            <pc:sldMk cId="3080513647" sldId="462"/>
            <ac:spMk id="47" creationId="{BE18499B-2F0C-1256-6061-F3CCABC5ACCB}"/>
          </ac:spMkLst>
        </pc:spChg>
        <pc:spChg chg="mod">
          <ac:chgData name="Alexandre Quach" userId="03a3b9a4-365b-425e-bba9-a77346403bac" providerId="ADAL" clId="{DDA81D77-DDBB-4C92-9D52-66F6172221C8}" dt="2022-12-01T08:31:08.874" v="1464"/>
          <ac:spMkLst>
            <pc:docMk/>
            <pc:sldMk cId="3080513647" sldId="462"/>
            <ac:spMk id="48" creationId="{1E362E32-F394-5F57-94F0-B159D0A443DB}"/>
          </ac:spMkLst>
        </pc:spChg>
        <pc:spChg chg="mod">
          <ac:chgData name="Alexandre Quach" userId="03a3b9a4-365b-425e-bba9-a77346403bac" providerId="ADAL" clId="{DDA81D77-DDBB-4C92-9D52-66F6172221C8}" dt="2022-12-01T08:31:08.874" v="1464"/>
          <ac:spMkLst>
            <pc:docMk/>
            <pc:sldMk cId="3080513647" sldId="462"/>
            <ac:spMk id="49" creationId="{F0A632C0-EBEA-F446-1E8A-B9A8B8AB3081}"/>
          </ac:spMkLst>
        </pc:spChg>
        <pc:spChg chg="mod">
          <ac:chgData name="Alexandre Quach" userId="03a3b9a4-365b-425e-bba9-a77346403bac" providerId="ADAL" clId="{DDA81D77-DDBB-4C92-9D52-66F6172221C8}" dt="2022-12-01T08:31:08.874" v="1464"/>
          <ac:spMkLst>
            <pc:docMk/>
            <pc:sldMk cId="3080513647" sldId="462"/>
            <ac:spMk id="50" creationId="{3359386D-B059-589B-13DF-B7736CA41391}"/>
          </ac:spMkLst>
        </pc:spChg>
        <pc:spChg chg="mod">
          <ac:chgData name="Alexandre Quach" userId="03a3b9a4-365b-425e-bba9-a77346403bac" providerId="ADAL" clId="{DDA81D77-DDBB-4C92-9D52-66F6172221C8}" dt="2022-12-01T08:31:08.874" v="1464"/>
          <ac:spMkLst>
            <pc:docMk/>
            <pc:sldMk cId="3080513647" sldId="462"/>
            <ac:spMk id="51" creationId="{1E5D48EC-B974-8069-6E99-384D05B49C3D}"/>
          </ac:spMkLst>
        </pc:spChg>
        <pc:spChg chg="mod">
          <ac:chgData name="Alexandre Quach" userId="03a3b9a4-365b-425e-bba9-a77346403bac" providerId="ADAL" clId="{DDA81D77-DDBB-4C92-9D52-66F6172221C8}" dt="2022-12-01T08:31:08.874" v="1464"/>
          <ac:spMkLst>
            <pc:docMk/>
            <pc:sldMk cId="3080513647" sldId="462"/>
            <ac:spMk id="52" creationId="{38A4D1D4-2A82-07E4-1FD6-4EB5C995F411}"/>
          </ac:spMkLst>
        </pc:spChg>
        <pc:spChg chg="mod">
          <ac:chgData name="Alexandre Quach" userId="03a3b9a4-365b-425e-bba9-a77346403bac" providerId="ADAL" clId="{DDA81D77-DDBB-4C92-9D52-66F6172221C8}" dt="2022-12-01T08:31:08.874" v="1464"/>
          <ac:spMkLst>
            <pc:docMk/>
            <pc:sldMk cId="3080513647" sldId="462"/>
            <ac:spMk id="53" creationId="{72952C3D-3CDA-90A5-1BDB-7928498718E5}"/>
          </ac:spMkLst>
        </pc:spChg>
        <pc:spChg chg="mod">
          <ac:chgData name="Alexandre Quach" userId="03a3b9a4-365b-425e-bba9-a77346403bac" providerId="ADAL" clId="{DDA81D77-DDBB-4C92-9D52-66F6172221C8}" dt="2022-12-01T08:31:08.874" v="1464"/>
          <ac:spMkLst>
            <pc:docMk/>
            <pc:sldMk cId="3080513647" sldId="462"/>
            <ac:spMk id="54" creationId="{7D681C1E-4BDC-F4DF-C61B-C3F290F0F448}"/>
          </ac:spMkLst>
        </pc:spChg>
        <pc:spChg chg="mod">
          <ac:chgData name="Alexandre Quach" userId="03a3b9a4-365b-425e-bba9-a77346403bac" providerId="ADAL" clId="{DDA81D77-DDBB-4C92-9D52-66F6172221C8}" dt="2022-12-01T08:31:08.874" v="1464"/>
          <ac:spMkLst>
            <pc:docMk/>
            <pc:sldMk cId="3080513647" sldId="462"/>
            <ac:spMk id="55" creationId="{182E6A3E-32A1-DC4E-C292-7B1603DAFE1E}"/>
          </ac:spMkLst>
        </pc:spChg>
        <pc:spChg chg="mod">
          <ac:chgData name="Alexandre Quach" userId="03a3b9a4-365b-425e-bba9-a77346403bac" providerId="ADAL" clId="{DDA81D77-DDBB-4C92-9D52-66F6172221C8}" dt="2022-12-01T08:31:08.874" v="1464"/>
          <ac:spMkLst>
            <pc:docMk/>
            <pc:sldMk cId="3080513647" sldId="462"/>
            <ac:spMk id="56" creationId="{09ACFB2A-127E-AEFB-A057-2BCBB4E95444}"/>
          </ac:spMkLst>
        </pc:spChg>
        <pc:spChg chg="mod">
          <ac:chgData name="Alexandre Quach" userId="03a3b9a4-365b-425e-bba9-a77346403bac" providerId="ADAL" clId="{DDA81D77-DDBB-4C92-9D52-66F6172221C8}" dt="2022-12-01T08:31:08.874" v="1464"/>
          <ac:spMkLst>
            <pc:docMk/>
            <pc:sldMk cId="3080513647" sldId="462"/>
            <ac:spMk id="57" creationId="{66D23DB9-F08B-3F04-A07B-53AD718EFFFC}"/>
          </ac:spMkLst>
        </pc:spChg>
        <pc:spChg chg="mod">
          <ac:chgData name="Alexandre Quach" userId="03a3b9a4-365b-425e-bba9-a77346403bac" providerId="ADAL" clId="{DDA81D77-DDBB-4C92-9D52-66F6172221C8}" dt="2022-12-01T08:31:08.874" v="1464"/>
          <ac:spMkLst>
            <pc:docMk/>
            <pc:sldMk cId="3080513647" sldId="462"/>
            <ac:spMk id="58" creationId="{88C14CA8-9152-F0B9-A1E5-4A24E9A0E28C}"/>
          </ac:spMkLst>
        </pc:spChg>
        <pc:spChg chg="mod">
          <ac:chgData name="Alexandre Quach" userId="03a3b9a4-365b-425e-bba9-a77346403bac" providerId="ADAL" clId="{DDA81D77-DDBB-4C92-9D52-66F6172221C8}" dt="2022-12-01T08:31:08.874" v="1464"/>
          <ac:spMkLst>
            <pc:docMk/>
            <pc:sldMk cId="3080513647" sldId="462"/>
            <ac:spMk id="59" creationId="{BD8A80EC-050B-DA58-DFD6-FF88CD5913BC}"/>
          </ac:spMkLst>
        </pc:spChg>
        <pc:spChg chg="mod">
          <ac:chgData name="Alexandre Quach" userId="03a3b9a4-365b-425e-bba9-a77346403bac" providerId="ADAL" clId="{DDA81D77-DDBB-4C92-9D52-66F6172221C8}" dt="2022-12-01T08:31:08.874" v="1464"/>
          <ac:spMkLst>
            <pc:docMk/>
            <pc:sldMk cId="3080513647" sldId="462"/>
            <ac:spMk id="60" creationId="{D9A55983-CE97-BFD8-DA4A-7BDE1A134698}"/>
          </ac:spMkLst>
        </pc:spChg>
        <pc:spChg chg="mod">
          <ac:chgData name="Alexandre Quach" userId="03a3b9a4-365b-425e-bba9-a77346403bac" providerId="ADAL" clId="{DDA81D77-DDBB-4C92-9D52-66F6172221C8}" dt="2022-12-01T08:31:08.874" v="1464"/>
          <ac:spMkLst>
            <pc:docMk/>
            <pc:sldMk cId="3080513647" sldId="462"/>
            <ac:spMk id="61" creationId="{8F955657-0C7C-D663-9E3E-90BD35C0B720}"/>
          </ac:spMkLst>
        </pc:spChg>
        <pc:spChg chg="mod">
          <ac:chgData name="Alexandre Quach" userId="03a3b9a4-365b-425e-bba9-a77346403bac" providerId="ADAL" clId="{DDA81D77-DDBB-4C92-9D52-66F6172221C8}" dt="2022-12-01T08:31:08.874" v="1464"/>
          <ac:spMkLst>
            <pc:docMk/>
            <pc:sldMk cId="3080513647" sldId="462"/>
            <ac:spMk id="62" creationId="{E0297B95-A64B-7CDA-DF00-7832FAA57109}"/>
          </ac:spMkLst>
        </pc:spChg>
        <pc:spChg chg="mod">
          <ac:chgData name="Alexandre Quach" userId="03a3b9a4-365b-425e-bba9-a77346403bac" providerId="ADAL" clId="{DDA81D77-DDBB-4C92-9D52-66F6172221C8}" dt="2022-12-01T08:31:08.874" v="1464"/>
          <ac:spMkLst>
            <pc:docMk/>
            <pc:sldMk cId="3080513647" sldId="462"/>
            <ac:spMk id="63" creationId="{7B4358E4-7497-1F52-1D00-02131BDD6912}"/>
          </ac:spMkLst>
        </pc:spChg>
        <pc:spChg chg="mod">
          <ac:chgData name="Alexandre Quach" userId="03a3b9a4-365b-425e-bba9-a77346403bac" providerId="ADAL" clId="{DDA81D77-DDBB-4C92-9D52-66F6172221C8}" dt="2022-12-01T08:31:08.874" v="1464"/>
          <ac:spMkLst>
            <pc:docMk/>
            <pc:sldMk cId="3080513647" sldId="462"/>
            <ac:spMk id="64" creationId="{EEFA8E23-956F-1994-D43D-49412A3617A4}"/>
          </ac:spMkLst>
        </pc:spChg>
        <pc:spChg chg="mod">
          <ac:chgData name="Alexandre Quach" userId="03a3b9a4-365b-425e-bba9-a77346403bac" providerId="ADAL" clId="{DDA81D77-DDBB-4C92-9D52-66F6172221C8}" dt="2022-12-01T08:31:08.874" v="1464"/>
          <ac:spMkLst>
            <pc:docMk/>
            <pc:sldMk cId="3080513647" sldId="462"/>
            <ac:spMk id="65" creationId="{CBBB57F6-9E25-7F2A-71DC-EEFAE6FAB8DE}"/>
          </ac:spMkLst>
        </pc:spChg>
        <pc:spChg chg="mod">
          <ac:chgData name="Alexandre Quach" userId="03a3b9a4-365b-425e-bba9-a77346403bac" providerId="ADAL" clId="{DDA81D77-DDBB-4C92-9D52-66F6172221C8}" dt="2022-12-01T08:31:08.874" v="1464"/>
          <ac:spMkLst>
            <pc:docMk/>
            <pc:sldMk cId="3080513647" sldId="462"/>
            <ac:spMk id="66" creationId="{4FEA726C-6D12-0E8F-3CCC-D3F9C5C4A498}"/>
          </ac:spMkLst>
        </pc:spChg>
        <pc:spChg chg="mod">
          <ac:chgData name="Alexandre Quach" userId="03a3b9a4-365b-425e-bba9-a77346403bac" providerId="ADAL" clId="{DDA81D77-DDBB-4C92-9D52-66F6172221C8}" dt="2022-12-01T08:31:08.874" v="1464"/>
          <ac:spMkLst>
            <pc:docMk/>
            <pc:sldMk cId="3080513647" sldId="462"/>
            <ac:spMk id="67" creationId="{CA55F5C1-5694-FA44-146B-097B4A4FBD4B}"/>
          </ac:spMkLst>
        </pc:spChg>
        <pc:spChg chg="mod">
          <ac:chgData name="Alexandre Quach" userId="03a3b9a4-365b-425e-bba9-a77346403bac" providerId="ADAL" clId="{DDA81D77-DDBB-4C92-9D52-66F6172221C8}" dt="2022-12-01T08:31:08.874" v="1464"/>
          <ac:spMkLst>
            <pc:docMk/>
            <pc:sldMk cId="3080513647" sldId="462"/>
            <ac:spMk id="68" creationId="{ECD7E983-FEBC-06BB-C098-A81293A1F44C}"/>
          </ac:spMkLst>
        </pc:spChg>
        <pc:spChg chg="mod">
          <ac:chgData name="Alexandre Quach" userId="03a3b9a4-365b-425e-bba9-a77346403bac" providerId="ADAL" clId="{DDA81D77-DDBB-4C92-9D52-66F6172221C8}" dt="2022-12-01T08:31:08.874" v="1464"/>
          <ac:spMkLst>
            <pc:docMk/>
            <pc:sldMk cId="3080513647" sldId="462"/>
            <ac:spMk id="69" creationId="{64FAE355-D71A-D549-AA52-3C74DBFB4466}"/>
          </ac:spMkLst>
        </pc:spChg>
        <pc:spChg chg="mod">
          <ac:chgData name="Alexandre Quach" userId="03a3b9a4-365b-425e-bba9-a77346403bac" providerId="ADAL" clId="{DDA81D77-DDBB-4C92-9D52-66F6172221C8}" dt="2022-12-01T08:31:08.874" v="1464"/>
          <ac:spMkLst>
            <pc:docMk/>
            <pc:sldMk cId="3080513647" sldId="462"/>
            <ac:spMk id="70" creationId="{3FC497E0-17FE-0D1F-EBD8-7CFB030FC9CB}"/>
          </ac:spMkLst>
        </pc:spChg>
        <pc:spChg chg="mod">
          <ac:chgData name="Alexandre Quach" userId="03a3b9a4-365b-425e-bba9-a77346403bac" providerId="ADAL" clId="{DDA81D77-DDBB-4C92-9D52-66F6172221C8}" dt="2022-12-01T08:31:08.874" v="1464"/>
          <ac:spMkLst>
            <pc:docMk/>
            <pc:sldMk cId="3080513647" sldId="462"/>
            <ac:spMk id="71" creationId="{2F6B6171-C9FE-669F-001C-C5D84E60E5DB}"/>
          </ac:spMkLst>
        </pc:spChg>
        <pc:spChg chg="mod">
          <ac:chgData name="Alexandre Quach" userId="03a3b9a4-365b-425e-bba9-a77346403bac" providerId="ADAL" clId="{DDA81D77-DDBB-4C92-9D52-66F6172221C8}" dt="2022-12-01T08:31:08.874" v="1464"/>
          <ac:spMkLst>
            <pc:docMk/>
            <pc:sldMk cId="3080513647" sldId="462"/>
            <ac:spMk id="72" creationId="{654EF101-A4AB-E2BB-BFF5-6994627F9DF7}"/>
          </ac:spMkLst>
        </pc:spChg>
        <pc:spChg chg="mod">
          <ac:chgData name="Alexandre Quach" userId="03a3b9a4-365b-425e-bba9-a77346403bac" providerId="ADAL" clId="{DDA81D77-DDBB-4C92-9D52-66F6172221C8}" dt="2022-12-01T08:31:08.874" v="1464"/>
          <ac:spMkLst>
            <pc:docMk/>
            <pc:sldMk cId="3080513647" sldId="462"/>
            <ac:spMk id="73" creationId="{EBC2B442-DE98-2A8F-C044-3CA1F4B5B7CF}"/>
          </ac:spMkLst>
        </pc:spChg>
        <pc:spChg chg="mod">
          <ac:chgData name="Alexandre Quach" userId="03a3b9a4-365b-425e-bba9-a77346403bac" providerId="ADAL" clId="{DDA81D77-DDBB-4C92-9D52-66F6172221C8}" dt="2022-12-01T08:31:08.874" v="1464"/>
          <ac:spMkLst>
            <pc:docMk/>
            <pc:sldMk cId="3080513647" sldId="462"/>
            <ac:spMk id="74" creationId="{CC53C57E-0540-2419-625C-8C7B0BA6F740}"/>
          </ac:spMkLst>
        </pc:spChg>
        <pc:spChg chg="mod">
          <ac:chgData name="Alexandre Quach" userId="03a3b9a4-365b-425e-bba9-a77346403bac" providerId="ADAL" clId="{DDA81D77-DDBB-4C92-9D52-66F6172221C8}" dt="2022-12-01T08:31:08.874" v="1464"/>
          <ac:spMkLst>
            <pc:docMk/>
            <pc:sldMk cId="3080513647" sldId="462"/>
            <ac:spMk id="75" creationId="{4A486AFE-A5AC-28E1-BA03-63DF53A9BD69}"/>
          </ac:spMkLst>
        </pc:spChg>
        <pc:spChg chg="mod">
          <ac:chgData name="Alexandre Quach" userId="03a3b9a4-365b-425e-bba9-a77346403bac" providerId="ADAL" clId="{DDA81D77-DDBB-4C92-9D52-66F6172221C8}" dt="2022-12-01T08:31:08.874" v="1464"/>
          <ac:spMkLst>
            <pc:docMk/>
            <pc:sldMk cId="3080513647" sldId="462"/>
            <ac:spMk id="76" creationId="{ABA5D0C0-DB8C-243D-7426-DA4C85DD9DBA}"/>
          </ac:spMkLst>
        </pc:spChg>
        <pc:spChg chg="mod">
          <ac:chgData name="Alexandre Quach" userId="03a3b9a4-365b-425e-bba9-a77346403bac" providerId="ADAL" clId="{DDA81D77-DDBB-4C92-9D52-66F6172221C8}" dt="2022-12-01T08:31:08.874" v="1464"/>
          <ac:spMkLst>
            <pc:docMk/>
            <pc:sldMk cId="3080513647" sldId="462"/>
            <ac:spMk id="77" creationId="{58421841-69C3-1696-85D0-63265B9FB8BB}"/>
          </ac:spMkLst>
        </pc:spChg>
        <pc:spChg chg="mod">
          <ac:chgData name="Alexandre Quach" userId="03a3b9a4-365b-425e-bba9-a77346403bac" providerId="ADAL" clId="{DDA81D77-DDBB-4C92-9D52-66F6172221C8}" dt="2022-12-01T08:31:08.874" v="1464"/>
          <ac:spMkLst>
            <pc:docMk/>
            <pc:sldMk cId="3080513647" sldId="462"/>
            <ac:spMk id="78" creationId="{CD6D669A-A6D8-C0A5-FD89-9AE4E8F32D44}"/>
          </ac:spMkLst>
        </pc:spChg>
        <pc:spChg chg="mod">
          <ac:chgData name="Alexandre Quach" userId="03a3b9a4-365b-425e-bba9-a77346403bac" providerId="ADAL" clId="{DDA81D77-DDBB-4C92-9D52-66F6172221C8}" dt="2022-12-01T08:31:08.874" v="1464"/>
          <ac:spMkLst>
            <pc:docMk/>
            <pc:sldMk cId="3080513647" sldId="462"/>
            <ac:spMk id="79" creationId="{C43E2418-E78C-AB8F-7E23-9B956D48A235}"/>
          </ac:spMkLst>
        </pc:spChg>
        <pc:spChg chg="mod">
          <ac:chgData name="Alexandre Quach" userId="03a3b9a4-365b-425e-bba9-a77346403bac" providerId="ADAL" clId="{DDA81D77-DDBB-4C92-9D52-66F6172221C8}" dt="2022-12-01T08:31:08.874" v="1464"/>
          <ac:spMkLst>
            <pc:docMk/>
            <pc:sldMk cId="3080513647" sldId="462"/>
            <ac:spMk id="80" creationId="{2E309AFE-A79F-9BC3-5A91-A639B12BE6ED}"/>
          </ac:spMkLst>
        </pc:spChg>
        <pc:spChg chg="mod">
          <ac:chgData name="Alexandre Quach" userId="03a3b9a4-365b-425e-bba9-a77346403bac" providerId="ADAL" clId="{DDA81D77-DDBB-4C92-9D52-66F6172221C8}" dt="2022-12-01T08:31:08.874" v="1464"/>
          <ac:spMkLst>
            <pc:docMk/>
            <pc:sldMk cId="3080513647" sldId="462"/>
            <ac:spMk id="81" creationId="{A70610E1-87D4-EC9A-18BE-158A0D347451}"/>
          </ac:spMkLst>
        </pc:spChg>
        <pc:spChg chg="mod">
          <ac:chgData name="Alexandre Quach" userId="03a3b9a4-365b-425e-bba9-a77346403bac" providerId="ADAL" clId="{DDA81D77-DDBB-4C92-9D52-66F6172221C8}" dt="2022-12-01T08:31:08.874" v="1464"/>
          <ac:spMkLst>
            <pc:docMk/>
            <pc:sldMk cId="3080513647" sldId="462"/>
            <ac:spMk id="82" creationId="{B7D8ED97-10E3-20DB-EEAD-98227EB71A7C}"/>
          </ac:spMkLst>
        </pc:spChg>
        <pc:spChg chg="mod">
          <ac:chgData name="Alexandre Quach" userId="03a3b9a4-365b-425e-bba9-a77346403bac" providerId="ADAL" clId="{DDA81D77-DDBB-4C92-9D52-66F6172221C8}" dt="2022-12-01T08:31:08.874" v="1464"/>
          <ac:spMkLst>
            <pc:docMk/>
            <pc:sldMk cId="3080513647" sldId="462"/>
            <ac:spMk id="83" creationId="{AE39D32F-F35B-1183-704D-689487827F42}"/>
          </ac:spMkLst>
        </pc:spChg>
        <pc:spChg chg="mod">
          <ac:chgData name="Alexandre Quach" userId="03a3b9a4-365b-425e-bba9-a77346403bac" providerId="ADAL" clId="{DDA81D77-DDBB-4C92-9D52-66F6172221C8}" dt="2022-12-01T08:31:08.874" v="1464"/>
          <ac:spMkLst>
            <pc:docMk/>
            <pc:sldMk cId="3080513647" sldId="462"/>
            <ac:spMk id="84" creationId="{6B75ACCD-7130-6488-26FE-77F2F128F89A}"/>
          </ac:spMkLst>
        </pc:spChg>
        <pc:spChg chg="mod">
          <ac:chgData name="Alexandre Quach" userId="03a3b9a4-365b-425e-bba9-a77346403bac" providerId="ADAL" clId="{DDA81D77-DDBB-4C92-9D52-66F6172221C8}" dt="2022-12-01T08:31:08.874" v="1464"/>
          <ac:spMkLst>
            <pc:docMk/>
            <pc:sldMk cId="3080513647" sldId="462"/>
            <ac:spMk id="85" creationId="{8FEDED09-6D8D-DFBB-5A10-02A1D04E832F}"/>
          </ac:spMkLst>
        </pc:spChg>
        <pc:spChg chg="mod">
          <ac:chgData name="Alexandre Quach" userId="03a3b9a4-365b-425e-bba9-a77346403bac" providerId="ADAL" clId="{DDA81D77-DDBB-4C92-9D52-66F6172221C8}" dt="2022-12-01T08:31:08.874" v="1464"/>
          <ac:spMkLst>
            <pc:docMk/>
            <pc:sldMk cId="3080513647" sldId="462"/>
            <ac:spMk id="86" creationId="{061256E6-09F7-4C89-A5C5-11AFF77A368F}"/>
          </ac:spMkLst>
        </pc:spChg>
        <pc:spChg chg="mod">
          <ac:chgData name="Alexandre Quach" userId="03a3b9a4-365b-425e-bba9-a77346403bac" providerId="ADAL" clId="{DDA81D77-DDBB-4C92-9D52-66F6172221C8}" dt="2022-12-01T08:31:08.874" v="1464"/>
          <ac:spMkLst>
            <pc:docMk/>
            <pc:sldMk cId="3080513647" sldId="462"/>
            <ac:spMk id="87" creationId="{DAD5EFBE-28B9-F249-25BD-828E22AECA67}"/>
          </ac:spMkLst>
        </pc:spChg>
        <pc:spChg chg="mod">
          <ac:chgData name="Alexandre Quach" userId="03a3b9a4-365b-425e-bba9-a77346403bac" providerId="ADAL" clId="{DDA81D77-DDBB-4C92-9D52-66F6172221C8}" dt="2022-12-01T08:31:08.874" v="1464"/>
          <ac:spMkLst>
            <pc:docMk/>
            <pc:sldMk cId="3080513647" sldId="462"/>
            <ac:spMk id="88" creationId="{F079927F-710B-BF76-806A-D68A860D0014}"/>
          </ac:spMkLst>
        </pc:spChg>
        <pc:spChg chg="mod">
          <ac:chgData name="Alexandre Quach" userId="03a3b9a4-365b-425e-bba9-a77346403bac" providerId="ADAL" clId="{DDA81D77-DDBB-4C92-9D52-66F6172221C8}" dt="2022-12-01T08:31:08.874" v="1464"/>
          <ac:spMkLst>
            <pc:docMk/>
            <pc:sldMk cId="3080513647" sldId="462"/>
            <ac:spMk id="89" creationId="{4BCE8569-44BF-3FB7-FA1B-FCA86143159E}"/>
          </ac:spMkLst>
        </pc:spChg>
        <pc:spChg chg="mod">
          <ac:chgData name="Alexandre Quach" userId="03a3b9a4-365b-425e-bba9-a77346403bac" providerId="ADAL" clId="{DDA81D77-DDBB-4C92-9D52-66F6172221C8}" dt="2022-12-01T08:31:08.874" v="1464"/>
          <ac:spMkLst>
            <pc:docMk/>
            <pc:sldMk cId="3080513647" sldId="462"/>
            <ac:spMk id="90" creationId="{2DF8A4E8-0AE9-EC38-8446-54E05086EE27}"/>
          </ac:spMkLst>
        </pc:spChg>
        <pc:spChg chg="mod">
          <ac:chgData name="Alexandre Quach" userId="03a3b9a4-365b-425e-bba9-a77346403bac" providerId="ADAL" clId="{DDA81D77-DDBB-4C92-9D52-66F6172221C8}" dt="2022-12-01T08:31:08.874" v="1464"/>
          <ac:spMkLst>
            <pc:docMk/>
            <pc:sldMk cId="3080513647" sldId="462"/>
            <ac:spMk id="91" creationId="{94C5F86D-40AC-E41B-9653-C3AFF9924577}"/>
          </ac:spMkLst>
        </pc:spChg>
        <pc:spChg chg="mod">
          <ac:chgData name="Alexandre Quach" userId="03a3b9a4-365b-425e-bba9-a77346403bac" providerId="ADAL" clId="{DDA81D77-DDBB-4C92-9D52-66F6172221C8}" dt="2022-12-01T08:31:08.874" v="1464"/>
          <ac:spMkLst>
            <pc:docMk/>
            <pc:sldMk cId="3080513647" sldId="462"/>
            <ac:spMk id="92" creationId="{87D84B27-EBEB-DBA0-0A81-21FC5654CDE4}"/>
          </ac:spMkLst>
        </pc:spChg>
        <pc:spChg chg="mod">
          <ac:chgData name="Alexandre Quach" userId="03a3b9a4-365b-425e-bba9-a77346403bac" providerId="ADAL" clId="{DDA81D77-DDBB-4C92-9D52-66F6172221C8}" dt="2022-12-01T08:31:08.874" v="1464"/>
          <ac:spMkLst>
            <pc:docMk/>
            <pc:sldMk cId="3080513647" sldId="462"/>
            <ac:spMk id="93" creationId="{BB0FA54A-CC81-C360-F955-672DA0E6DC45}"/>
          </ac:spMkLst>
        </pc:spChg>
        <pc:spChg chg="mod">
          <ac:chgData name="Alexandre Quach" userId="03a3b9a4-365b-425e-bba9-a77346403bac" providerId="ADAL" clId="{DDA81D77-DDBB-4C92-9D52-66F6172221C8}" dt="2022-12-01T08:31:08.874" v="1464"/>
          <ac:spMkLst>
            <pc:docMk/>
            <pc:sldMk cId="3080513647" sldId="462"/>
            <ac:spMk id="94" creationId="{BF6228BD-EED3-071F-4617-55BC5DEED271}"/>
          </ac:spMkLst>
        </pc:spChg>
        <pc:spChg chg="mod">
          <ac:chgData name="Alexandre Quach" userId="03a3b9a4-365b-425e-bba9-a77346403bac" providerId="ADAL" clId="{DDA81D77-DDBB-4C92-9D52-66F6172221C8}" dt="2022-12-01T08:31:08.874" v="1464"/>
          <ac:spMkLst>
            <pc:docMk/>
            <pc:sldMk cId="3080513647" sldId="462"/>
            <ac:spMk id="95" creationId="{4EAB871A-CE9B-8457-38E8-4D44AF894C1A}"/>
          </ac:spMkLst>
        </pc:spChg>
        <pc:spChg chg="mod">
          <ac:chgData name="Alexandre Quach" userId="03a3b9a4-365b-425e-bba9-a77346403bac" providerId="ADAL" clId="{DDA81D77-DDBB-4C92-9D52-66F6172221C8}" dt="2022-12-01T08:31:08.874" v="1464"/>
          <ac:spMkLst>
            <pc:docMk/>
            <pc:sldMk cId="3080513647" sldId="462"/>
            <ac:spMk id="96" creationId="{BA004C05-6B88-891C-B62E-23CC17840D01}"/>
          </ac:spMkLst>
        </pc:spChg>
        <pc:spChg chg="mod">
          <ac:chgData name="Alexandre Quach" userId="03a3b9a4-365b-425e-bba9-a77346403bac" providerId="ADAL" clId="{DDA81D77-DDBB-4C92-9D52-66F6172221C8}" dt="2022-12-01T08:31:08.874" v="1464"/>
          <ac:spMkLst>
            <pc:docMk/>
            <pc:sldMk cId="3080513647" sldId="462"/>
            <ac:spMk id="97" creationId="{78BFE3DD-6956-6125-044F-54D4A752B30C}"/>
          </ac:spMkLst>
        </pc:spChg>
        <pc:spChg chg="mod">
          <ac:chgData name="Alexandre Quach" userId="03a3b9a4-365b-425e-bba9-a77346403bac" providerId="ADAL" clId="{DDA81D77-DDBB-4C92-9D52-66F6172221C8}" dt="2022-12-01T08:31:08.874" v="1464"/>
          <ac:spMkLst>
            <pc:docMk/>
            <pc:sldMk cId="3080513647" sldId="462"/>
            <ac:spMk id="98" creationId="{BFEC05FA-70DE-8B92-32BC-259C5A957149}"/>
          </ac:spMkLst>
        </pc:spChg>
        <pc:spChg chg="add mod">
          <ac:chgData name="Alexandre Quach" userId="03a3b9a4-365b-425e-bba9-a77346403bac" providerId="ADAL" clId="{DDA81D77-DDBB-4C92-9D52-66F6172221C8}" dt="2022-12-01T08:35:32.307" v="1630" actId="1076"/>
          <ac:spMkLst>
            <pc:docMk/>
            <pc:sldMk cId="3080513647" sldId="462"/>
            <ac:spMk id="99" creationId="{7FC69C80-1A51-41C7-F280-BD3DF7C2C445}"/>
          </ac:spMkLst>
        </pc:spChg>
        <pc:spChg chg="add mod">
          <ac:chgData name="Alexandre Quach" userId="03a3b9a4-365b-425e-bba9-a77346403bac" providerId="ADAL" clId="{DDA81D77-DDBB-4C92-9D52-66F6172221C8}" dt="2022-12-01T08:35:32.307" v="1630" actId="1076"/>
          <ac:spMkLst>
            <pc:docMk/>
            <pc:sldMk cId="3080513647" sldId="462"/>
            <ac:spMk id="100" creationId="{C271CFC9-D1B2-0B92-46D9-8992764704A3}"/>
          </ac:spMkLst>
        </pc:spChg>
        <pc:spChg chg="add mod">
          <ac:chgData name="Alexandre Quach" userId="03a3b9a4-365b-425e-bba9-a77346403bac" providerId="ADAL" clId="{DDA81D77-DDBB-4C92-9D52-66F6172221C8}" dt="2022-12-01T08:35:36.576" v="1631" actId="1076"/>
          <ac:spMkLst>
            <pc:docMk/>
            <pc:sldMk cId="3080513647" sldId="462"/>
            <ac:spMk id="101" creationId="{84237C3E-7F7A-728E-1F9D-155D32E2E856}"/>
          </ac:spMkLst>
        </pc:spChg>
        <pc:spChg chg="add mod">
          <ac:chgData name="Alexandre Quach" userId="03a3b9a4-365b-425e-bba9-a77346403bac" providerId="ADAL" clId="{DDA81D77-DDBB-4C92-9D52-66F6172221C8}" dt="2022-12-01T08:36:18.956" v="1670" actId="20577"/>
          <ac:spMkLst>
            <pc:docMk/>
            <pc:sldMk cId="3080513647" sldId="462"/>
            <ac:spMk id="102" creationId="{1D87ED9D-8A8F-549E-34AB-EEDFB05460BD}"/>
          </ac:spMkLst>
        </pc:spChg>
        <pc:spChg chg="add mod">
          <ac:chgData name="Alexandre Quach" userId="03a3b9a4-365b-425e-bba9-a77346403bac" providerId="ADAL" clId="{DDA81D77-DDBB-4C92-9D52-66F6172221C8}" dt="2022-12-01T08:37:34.782" v="1695" actId="20577"/>
          <ac:spMkLst>
            <pc:docMk/>
            <pc:sldMk cId="3080513647" sldId="462"/>
            <ac:spMk id="103" creationId="{27B89EE8-0912-7AE9-3F0A-CC50891CFA77}"/>
          </ac:spMkLst>
        </pc:spChg>
        <pc:spChg chg="add mod">
          <ac:chgData name="Alexandre Quach" userId="03a3b9a4-365b-425e-bba9-a77346403bac" providerId="ADAL" clId="{DDA81D77-DDBB-4C92-9D52-66F6172221C8}" dt="2022-12-01T08:38:56.872" v="1749" actId="1076"/>
          <ac:spMkLst>
            <pc:docMk/>
            <pc:sldMk cId="3080513647" sldId="462"/>
            <ac:spMk id="104" creationId="{08B99285-48C2-8895-8225-9DC5CC1E369B}"/>
          </ac:spMkLst>
        </pc:spChg>
        <pc:spChg chg="add mod">
          <ac:chgData name="Alexandre Quach" userId="03a3b9a4-365b-425e-bba9-a77346403bac" providerId="ADAL" clId="{DDA81D77-DDBB-4C92-9D52-66F6172221C8}" dt="2022-12-01T08:38:56.872" v="1749" actId="1076"/>
          <ac:spMkLst>
            <pc:docMk/>
            <pc:sldMk cId="3080513647" sldId="462"/>
            <ac:spMk id="105" creationId="{B9C180FA-0CB5-46C0-7F03-6B102054CE18}"/>
          </ac:spMkLst>
        </pc:spChg>
        <pc:spChg chg="add mod">
          <ac:chgData name="Alexandre Quach" userId="03a3b9a4-365b-425e-bba9-a77346403bac" providerId="ADAL" clId="{DDA81D77-DDBB-4C92-9D52-66F6172221C8}" dt="2022-12-01T08:38:56.872" v="1749" actId="1076"/>
          <ac:spMkLst>
            <pc:docMk/>
            <pc:sldMk cId="3080513647" sldId="462"/>
            <ac:spMk id="106" creationId="{F012DAC8-1868-72C3-6034-7E62FEA0BA46}"/>
          </ac:spMkLst>
        </pc:spChg>
        <pc:spChg chg="add mod">
          <ac:chgData name="Alexandre Quach" userId="03a3b9a4-365b-425e-bba9-a77346403bac" providerId="ADAL" clId="{DDA81D77-DDBB-4C92-9D52-66F6172221C8}" dt="2022-12-01T08:38:56.872" v="1749" actId="1076"/>
          <ac:spMkLst>
            <pc:docMk/>
            <pc:sldMk cId="3080513647" sldId="462"/>
            <ac:spMk id="107" creationId="{18EEB6CA-05B3-1707-300B-15F60F96CCE3}"/>
          </ac:spMkLst>
        </pc:spChg>
        <pc:spChg chg="add mod">
          <ac:chgData name="Alexandre Quach" userId="03a3b9a4-365b-425e-bba9-a77346403bac" providerId="ADAL" clId="{DDA81D77-DDBB-4C92-9D52-66F6172221C8}" dt="2022-12-01T08:38:56.872" v="1749" actId="1076"/>
          <ac:spMkLst>
            <pc:docMk/>
            <pc:sldMk cId="3080513647" sldId="462"/>
            <ac:spMk id="108" creationId="{1445B1D4-C4E9-2E06-923C-C22F4306EC7D}"/>
          </ac:spMkLst>
        </pc:spChg>
        <pc:spChg chg="add mod">
          <ac:chgData name="Alexandre Quach" userId="03a3b9a4-365b-425e-bba9-a77346403bac" providerId="ADAL" clId="{DDA81D77-DDBB-4C92-9D52-66F6172221C8}" dt="2022-12-01T08:36:02.600" v="1648" actId="27636"/>
          <ac:spMkLst>
            <pc:docMk/>
            <pc:sldMk cId="3080513647" sldId="462"/>
            <ac:spMk id="109" creationId="{010D54A4-5F4A-02B0-21D1-C2C41A3BBA33}"/>
          </ac:spMkLst>
        </pc:spChg>
        <pc:spChg chg="add mod">
          <ac:chgData name="Alexandre Quach" userId="03a3b9a4-365b-425e-bba9-a77346403bac" providerId="ADAL" clId="{DDA81D77-DDBB-4C92-9D52-66F6172221C8}" dt="2022-12-01T08:38:36.367" v="1744" actId="27636"/>
          <ac:spMkLst>
            <pc:docMk/>
            <pc:sldMk cId="3080513647" sldId="462"/>
            <ac:spMk id="110" creationId="{65BD3B6C-E0A2-9F0C-4289-8DA1A0BAAA80}"/>
          </ac:spMkLst>
        </pc:spChg>
        <pc:spChg chg="add mod">
          <ac:chgData name="Alexandre Quach" userId="03a3b9a4-365b-425e-bba9-a77346403bac" providerId="ADAL" clId="{DDA81D77-DDBB-4C92-9D52-66F6172221C8}" dt="2022-12-01T08:40:30.463" v="1771" actId="1076"/>
          <ac:spMkLst>
            <pc:docMk/>
            <pc:sldMk cId="3080513647" sldId="462"/>
            <ac:spMk id="111" creationId="{5D54A409-6C7D-8F01-F7C3-E83A22A70455}"/>
          </ac:spMkLst>
        </pc:spChg>
        <pc:spChg chg="add mod">
          <ac:chgData name="Alexandre Quach" userId="03a3b9a4-365b-425e-bba9-a77346403bac" providerId="ADAL" clId="{DDA81D77-DDBB-4C92-9D52-66F6172221C8}" dt="2022-12-01T08:37:46.912" v="1726" actId="1076"/>
          <ac:spMkLst>
            <pc:docMk/>
            <pc:sldMk cId="3080513647" sldId="462"/>
            <ac:spMk id="112" creationId="{509E1B3C-F4F8-1959-3612-6BB4DBE15268}"/>
          </ac:spMkLst>
        </pc:spChg>
        <pc:spChg chg="add mod">
          <ac:chgData name="Alexandre Quach" userId="03a3b9a4-365b-425e-bba9-a77346403bac" providerId="ADAL" clId="{DDA81D77-DDBB-4C92-9D52-66F6172221C8}" dt="2022-12-01T08:37:42.910" v="1725" actId="27636"/>
          <ac:spMkLst>
            <pc:docMk/>
            <pc:sldMk cId="3080513647" sldId="462"/>
            <ac:spMk id="113" creationId="{526DDE0F-8A18-4267-2B36-8ACE68C6FA72}"/>
          </ac:spMkLst>
        </pc:spChg>
        <pc:spChg chg="add mod">
          <ac:chgData name="Alexandre Quach" userId="03a3b9a4-365b-425e-bba9-a77346403bac" providerId="ADAL" clId="{DDA81D77-DDBB-4C92-9D52-66F6172221C8}" dt="2022-12-01T08:36:55.958" v="1680" actId="2085"/>
          <ac:spMkLst>
            <pc:docMk/>
            <pc:sldMk cId="3080513647" sldId="462"/>
            <ac:spMk id="114" creationId="{273263D4-7091-BEB7-56DD-4157122628DB}"/>
          </ac:spMkLst>
        </pc:spChg>
        <pc:spChg chg="add mod">
          <ac:chgData name="Alexandre Quach" userId="03a3b9a4-365b-425e-bba9-a77346403bac" providerId="ADAL" clId="{DDA81D77-DDBB-4C92-9D52-66F6172221C8}" dt="2022-12-01T08:36:55.958" v="1680" actId="2085"/>
          <ac:spMkLst>
            <pc:docMk/>
            <pc:sldMk cId="3080513647" sldId="462"/>
            <ac:spMk id="115" creationId="{2F2EFC45-46D9-865F-8AAA-5680BD899A11}"/>
          </ac:spMkLst>
        </pc:spChg>
        <pc:spChg chg="add mod">
          <ac:chgData name="Alexandre Quach" userId="03a3b9a4-365b-425e-bba9-a77346403bac" providerId="ADAL" clId="{DDA81D77-DDBB-4C92-9D52-66F6172221C8}" dt="2022-12-01T08:36:55.958" v="1680" actId="2085"/>
          <ac:spMkLst>
            <pc:docMk/>
            <pc:sldMk cId="3080513647" sldId="462"/>
            <ac:spMk id="116" creationId="{37D56E08-B226-26A3-3C36-80C936B42556}"/>
          </ac:spMkLst>
        </pc:spChg>
        <pc:spChg chg="add mod">
          <ac:chgData name="Alexandre Quach" userId="03a3b9a4-365b-425e-bba9-a77346403bac" providerId="ADAL" clId="{DDA81D77-DDBB-4C92-9D52-66F6172221C8}" dt="2022-12-01T08:36:55.958" v="1680" actId="2085"/>
          <ac:spMkLst>
            <pc:docMk/>
            <pc:sldMk cId="3080513647" sldId="462"/>
            <ac:spMk id="117" creationId="{1DC99254-3923-386A-0D02-9642AF7C5E61}"/>
          </ac:spMkLst>
        </pc:spChg>
        <pc:spChg chg="add mod">
          <ac:chgData name="Alexandre Quach" userId="03a3b9a4-365b-425e-bba9-a77346403bac" providerId="ADAL" clId="{DDA81D77-DDBB-4C92-9D52-66F6172221C8}" dt="2022-12-01T08:37:01.766" v="1682" actId="207"/>
          <ac:spMkLst>
            <pc:docMk/>
            <pc:sldMk cId="3080513647" sldId="462"/>
            <ac:spMk id="118" creationId="{1C74F15F-EC96-9827-0DB4-6A53A51C71A9}"/>
          </ac:spMkLst>
        </pc:spChg>
        <pc:spChg chg="add mod">
          <ac:chgData name="Alexandre Quach" userId="03a3b9a4-365b-425e-bba9-a77346403bac" providerId="ADAL" clId="{DDA81D77-DDBB-4C92-9D52-66F6172221C8}" dt="2022-12-01T08:37:01.766" v="1682" actId="207"/>
          <ac:spMkLst>
            <pc:docMk/>
            <pc:sldMk cId="3080513647" sldId="462"/>
            <ac:spMk id="119" creationId="{C9DB2DF5-EB8B-1C0A-C5F0-3576F26A477B}"/>
          </ac:spMkLst>
        </pc:spChg>
        <pc:spChg chg="add mod">
          <ac:chgData name="Alexandre Quach" userId="03a3b9a4-365b-425e-bba9-a77346403bac" providerId="ADAL" clId="{DDA81D77-DDBB-4C92-9D52-66F6172221C8}" dt="2022-12-01T08:37:01.766" v="1682" actId="207"/>
          <ac:spMkLst>
            <pc:docMk/>
            <pc:sldMk cId="3080513647" sldId="462"/>
            <ac:spMk id="120" creationId="{A67FAFBA-9284-C932-5CF4-86FC05F0859B}"/>
          </ac:spMkLst>
        </pc:spChg>
        <pc:spChg chg="add mod">
          <ac:chgData name="Alexandre Quach" userId="03a3b9a4-365b-425e-bba9-a77346403bac" providerId="ADAL" clId="{DDA81D77-DDBB-4C92-9D52-66F6172221C8}" dt="2022-12-01T08:37:01.766" v="1682" actId="207"/>
          <ac:spMkLst>
            <pc:docMk/>
            <pc:sldMk cId="3080513647" sldId="462"/>
            <ac:spMk id="121" creationId="{D6D24629-BE83-251F-48AF-5FBBE8376147}"/>
          </ac:spMkLst>
        </pc:spChg>
        <pc:grpChg chg="add del mod">
          <ac:chgData name="Alexandre Quach" userId="03a3b9a4-365b-425e-bba9-a77346403bac" providerId="ADAL" clId="{DDA81D77-DDBB-4C92-9D52-66F6172221C8}" dt="2022-12-01T08:31:05.271" v="1463" actId="478"/>
          <ac:grpSpMkLst>
            <pc:docMk/>
            <pc:sldMk cId="3080513647" sldId="462"/>
            <ac:grpSpMk id="4" creationId="{58E03BA9-D823-9E6E-909B-1CD138401184}"/>
          </ac:grpSpMkLst>
        </pc:grpChg>
        <pc:grpChg chg="mod">
          <ac:chgData name="Alexandre Quach" userId="03a3b9a4-365b-425e-bba9-a77346403bac" providerId="ADAL" clId="{DDA81D77-DDBB-4C92-9D52-66F6172221C8}" dt="2022-12-01T08:30:58.791" v="1460"/>
          <ac:grpSpMkLst>
            <pc:docMk/>
            <pc:sldMk cId="3080513647" sldId="462"/>
            <ac:grpSpMk id="7" creationId="{F32C91A1-659C-DFE9-09D6-CD06D46F8E9C}"/>
          </ac:grpSpMkLst>
        </pc:grpChg>
        <pc:grpChg chg="add mod">
          <ac:chgData name="Alexandre Quach" userId="03a3b9a4-365b-425e-bba9-a77346403bac" providerId="ADAL" clId="{DDA81D77-DDBB-4C92-9D52-66F6172221C8}" dt="2022-12-01T08:38:58.193" v="1750" actId="1076"/>
          <ac:grpSpMkLst>
            <pc:docMk/>
            <pc:sldMk cId="3080513647" sldId="462"/>
            <ac:grpSpMk id="14" creationId="{DB1DB19A-99F2-ECC9-D3FE-67D435AE73EC}"/>
          </ac:grpSpMkLst>
        </pc:grpChg>
        <pc:grpChg chg="mod">
          <ac:chgData name="Alexandre Quach" userId="03a3b9a4-365b-425e-bba9-a77346403bac" providerId="ADAL" clId="{DDA81D77-DDBB-4C92-9D52-66F6172221C8}" dt="2022-12-01T08:31:08.874" v="1464"/>
          <ac:grpSpMkLst>
            <pc:docMk/>
            <pc:sldMk cId="3080513647" sldId="462"/>
            <ac:grpSpMk id="15" creationId="{2A79F3F2-BDA2-B182-F7DA-70539A92B454}"/>
          </ac:grpSpMkLst>
        </pc:grpChg>
        <pc:grpChg chg="mod">
          <ac:chgData name="Alexandre Quach" userId="03a3b9a4-365b-425e-bba9-a77346403bac" providerId="ADAL" clId="{DDA81D77-DDBB-4C92-9D52-66F6172221C8}" dt="2022-12-01T08:31:08.874" v="1464"/>
          <ac:grpSpMkLst>
            <pc:docMk/>
            <pc:sldMk cId="3080513647" sldId="462"/>
            <ac:grpSpMk id="16" creationId="{44D5F6F7-2D11-0457-2963-AB82D327125E}"/>
          </ac:grpSpMkLst>
        </pc:grpChg>
        <pc:grpChg chg="mod">
          <ac:chgData name="Alexandre Quach" userId="03a3b9a4-365b-425e-bba9-a77346403bac" providerId="ADAL" clId="{DDA81D77-DDBB-4C92-9D52-66F6172221C8}" dt="2022-12-01T08:31:08.874" v="1464"/>
          <ac:grpSpMkLst>
            <pc:docMk/>
            <pc:sldMk cId="3080513647" sldId="462"/>
            <ac:grpSpMk id="17" creationId="{08623900-6777-8E22-5F20-9ACB7708807D}"/>
          </ac:grpSpMkLst>
        </pc:grpChg>
        <pc:grpChg chg="mod">
          <ac:chgData name="Alexandre Quach" userId="03a3b9a4-365b-425e-bba9-a77346403bac" providerId="ADAL" clId="{DDA81D77-DDBB-4C92-9D52-66F6172221C8}" dt="2022-12-01T08:31:08.874" v="1464"/>
          <ac:grpSpMkLst>
            <pc:docMk/>
            <pc:sldMk cId="3080513647" sldId="462"/>
            <ac:grpSpMk id="31" creationId="{32A013A2-82A2-2543-C512-0819820486AC}"/>
          </ac:grpSpMkLst>
        </pc:grpChg>
        <pc:picChg chg="mod">
          <ac:chgData name="Alexandre Quach" userId="03a3b9a4-365b-425e-bba9-a77346403bac" providerId="ADAL" clId="{DDA81D77-DDBB-4C92-9D52-66F6172221C8}" dt="2022-12-01T08:31:08.874" v="1464"/>
          <ac:picMkLst>
            <pc:docMk/>
            <pc:sldMk cId="3080513647" sldId="462"/>
            <ac:picMk id="18" creationId="{981704CE-B2F2-2931-84FB-FE322450D3D0}"/>
          </ac:picMkLst>
        </pc:picChg>
        <pc:picChg chg="mod">
          <ac:chgData name="Alexandre Quach" userId="03a3b9a4-365b-425e-bba9-a77346403bac" providerId="ADAL" clId="{DDA81D77-DDBB-4C92-9D52-66F6172221C8}" dt="2022-12-01T08:31:08.874" v="1464"/>
          <ac:picMkLst>
            <pc:docMk/>
            <pc:sldMk cId="3080513647" sldId="462"/>
            <ac:picMk id="32" creationId="{BE3EAD79-F346-7660-672D-0C6BBAC6D995}"/>
          </ac:picMkLst>
        </pc:picChg>
        <pc:picChg chg="mod">
          <ac:chgData name="Alexandre Quach" userId="03a3b9a4-365b-425e-bba9-a77346403bac" providerId="ADAL" clId="{DDA81D77-DDBB-4C92-9D52-66F6172221C8}" dt="2022-12-01T08:31:08.874" v="1464"/>
          <ac:picMkLst>
            <pc:docMk/>
            <pc:sldMk cId="3080513647" sldId="462"/>
            <ac:picMk id="33" creationId="{AE7CAEA1-6E8B-DE71-0C10-A264F5FA96FC}"/>
          </ac:picMkLst>
        </pc:picChg>
        <pc:picChg chg="mod">
          <ac:chgData name="Alexandre Quach" userId="03a3b9a4-365b-425e-bba9-a77346403bac" providerId="ADAL" clId="{DDA81D77-DDBB-4C92-9D52-66F6172221C8}" dt="2022-12-01T08:31:08.874" v="1464"/>
          <ac:picMkLst>
            <pc:docMk/>
            <pc:sldMk cId="3080513647" sldId="462"/>
            <ac:picMk id="34" creationId="{8E33FB3F-FA31-FC02-FD15-29FCE90F809C}"/>
          </ac:picMkLst>
        </pc:picChg>
        <pc:picChg chg="mod">
          <ac:chgData name="Alexandre Quach" userId="03a3b9a4-365b-425e-bba9-a77346403bac" providerId="ADAL" clId="{DDA81D77-DDBB-4C92-9D52-66F6172221C8}" dt="2022-12-01T08:31:08.874" v="1464"/>
          <ac:picMkLst>
            <pc:docMk/>
            <pc:sldMk cId="3080513647" sldId="462"/>
            <ac:picMk id="36" creationId="{4B2020C1-4841-7BC6-3C69-7B24F107D35C}"/>
          </ac:picMkLst>
        </pc:picChg>
        <pc:picChg chg="add mod">
          <ac:chgData name="Alexandre Quach" userId="03a3b9a4-365b-425e-bba9-a77346403bac" providerId="ADAL" clId="{DDA81D77-DDBB-4C92-9D52-66F6172221C8}" dt="2022-12-01T08:37:23.880" v="1689" actId="1076"/>
          <ac:picMkLst>
            <pc:docMk/>
            <pc:sldMk cId="3080513647" sldId="462"/>
            <ac:picMk id="122" creationId="{8065EEC8-BA64-5A0B-AB57-7B013A6B22B4}"/>
          </ac:picMkLst>
        </pc:picChg>
        <pc:picChg chg="add mod">
          <ac:chgData name="Alexandre Quach" userId="03a3b9a4-365b-425e-bba9-a77346403bac" providerId="ADAL" clId="{DDA81D77-DDBB-4C92-9D52-66F6172221C8}" dt="2022-12-01T08:38:30.744" v="1742" actId="1076"/>
          <ac:picMkLst>
            <pc:docMk/>
            <pc:sldMk cId="3080513647" sldId="462"/>
            <ac:picMk id="123" creationId="{D413AA63-0814-B5CF-6574-6F81F964865F}"/>
          </ac:picMkLst>
        </pc:picChg>
        <pc:picChg chg="add mod">
          <ac:chgData name="Alexandre Quach" userId="03a3b9a4-365b-425e-bba9-a77346403bac" providerId="ADAL" clId="{DDA81D77-DDBB-4C92-9D52-66F6172221C8}" dt="2022-12-01T08:38:30.744" v="1742" actId="1076"/>
          <ac:picMkLst>
            <pc:docMk/>
            <pc:sldMk cId="3080513647" sldId="462"/>
            <ac:picMk id="124" creationId="{40ECF5F4-6B4D-4F7F-4473-EBBDB69D8979}"/>
          </ac:picMkLst>
        </pc:picChg>
        <pc:picChg chg="add mod">
          <ac:chgData name="Alexandre Quach" userId="03a3b9a4-365b-425e-bba9-a77346403bac" providerId="ADAL" clId="{DDA81D77-DDBB-4C92-9D52-66F6172221C8}" dt="2022-12-01T08:38:30.744" v="1742" actId="1076"/>
          <ac:picMkLst>
            <pc:docMk/>
            <pc:sldMk cId="3080513647" sldId="462"/>
            <ac:picMk id="125" creationId="{85AD0735-008D-C134-A01E-0E8B765BD876}"/>
          </ac:picMkLst>
        </pc:picChg>
        <pc:picChg chg="add mod">
          <ac:chgData name="Alexandre Quach" userId="03a3b9a4-365b-425e-bba9-a77346403bac" providerId="ADAL" clId="{DDA81D77-DDBB-4C92-9D52-66F6172221C8}" dt="2022-12-01T08:38:30.744" v="1742" actId="1076"/>
          <ac:picMkLst>
            <pc:docMk/>
            <pc:sldMk cId="3080513647" sldId="462"/>
            <ac:picMk id="126" creationId="{B4F14C6E-4CED-68E0-505B-F22850E8F7D7}"/>
          </ac:picMkLst>
        </pc:picChg>
        <pc:picChg chg="add mod">
          <ac:chgData name="Alexandre Quach" userId="03a3b9a4-365b-425e-bba9-a77346403bac" providerId="ADAL" clId="{DDA81D77-DDBB-4C92-9D52-66F6172221C8}" dt="2022-12-01T08:39:42.008" v="1760" actId="1076"/>
          <ac:picMkLst>
            <pc:docMk/>
            <pc:sldMk cId="3080513647" sldId="462"/>
            <ac:picMk id="128" creationId="{410CAE4B-BEAA-DFB3-BE5A-4765CFF82775}"/>
          </ac:picMkLst>
        </pc:picChg>
        <pc:picChg chg="add mod">
          <ac:chgData name="Alexandre Quach" userId="03a3b9a4-365b-425e-bba9-a77346403bac" providerId="ADAL" clId="{DDA81D77-DDBB-4C92-9D52-66F6172221C8}" dt="2022-12-01T08:39:49.177" v="1764" actId="1076"/>
          <ac:picMkLst>
            <pc:docMk/>
            <pc:sldMk cId="3080513647" sldId="462"/>
            <ac:picMk id="130" creationId="{46455194-3CF4-815B-CDB6-9E7D22058B4A}"/>
          </ac:picMkLst>
        </pc:picChg>
        <pc:picChg chg="add mod">
          <ac:chgData name="Alexandre Quach" userId="03a3b9a4-365b-425e-bba9-a77346403bac" providerId="ADAL" clId="{DDA81D77-DDBB-4C92-9D52-66F6172221C8}" dt="2022-12-01T08:40:27.880" v="1770" actId="1076"/>
          <ac:picMkLst>
            <pc:docMk/>
            <pc:sldMk cId="3080513647" sldId="462"/>
            <ac:picMk id="132" creationId="{22FE474B-F1B6-E914-111C-1E402822A3EC}"/>
          </ac:picMkLst>
        </pc:picChg>
      </pc:sldChg>
      <pc:sldChg chg="new del">
        <pc:chgData name="Alexandre Quach" userId="03a3b9a4-365b-425e-bba9-a77346403bac" providerId="ADAL" clId="{DDA81D77-DDBB-4C92-9D52-66F6172221C8}" dt="2022-12-01T08:41:06.882" v="1779" actId="47"/>
        <pc:sldMkLst>
          <pc:docMk/>
          <pc:sldMk cId="1286801794" sldId="463"/>
        </pc:sldMkLst>
      </pc:sldChg>
      <pc:sldChg chg="addSp delSp modSp add mod">
        <pc:chgData name="Alexandre Quach" userId="03a3b9a4-365b-425e-bba9-a77346403bac" providerId="ADAL" clId="{DDA81D77-DDBB-4C92-9D52-66F6172221C8}" dt="2022-12-01T08:43:41.984" v="2069" actId="14100"/>
        <pc:sldMkLst>
          <pc:docMk/>
          <pc:sldMk cId="1346972263" sldId="463"/>
        </pc:sldMkLst>
        <pc:spChg chg="mod">
          <ac:chgData name="Alexandre Quach" userId="03a3b9a4-365b-425e-bba9-a77346403bac" providerId="ADAL" clId="{DDA81D77-DDBB-4C92-9D52-66F6172221C8}" dt="2022-12-01T08:43:23.674" v="2064" actId="20577"/>
          <ac:spMkLst>
            <pc:docMk/>
            <pc:sldMk cId="1346972263" sldId="463"/>
            <ac:spMk id="2" creationId="{56AE752B-2981-590A-A16B-0F8BED422510}"/>
          </ac:spMkLst>
        </pc:spChg>
        <pc:spChg chg="mod">
          <ac:chgData name="Alexandre Quach" userId="03a3b9a4-365b-425e-bba9-a77346403bac" providerId="ADAL" clId="{DDA81D77-DDBB-4C92-9D52-66F6172221C8}" dt="2022-12-01T08:43:41.984" v="2069" actId="14100"/>
          <ac:spMkLst>
            <pc:docMk/>
            <pc:sldMk cId="1346972263" sldId="463"/>
            <ac:spMk id="4" creationId="{C2D1E894-0AE1-B3BB-A60E-48D8B1BBA5C3}"/>
          </ac:spMkLst>
        </pc:spChg>
        <pc:spChg chg="del mod">
          <ac:chgData name="Alexandre Quach" userId="03a3b9a4-365b-425e-bba9-a77346403bac" providerId="ADAL" clId="{DDA81D77-DDBB-4C92-9D52-66F6172221C8}" dt="2022-12-01T08:43:38.800" v="2068" actId="478"/>
          <ac:spMkLst>
            <pc:docMk/>
            <pc:sldMk cId="1346972263" sldId="463"/>
            <ac:spMk id="5" creationId="{1651AE65-76DF-02F6-4D62-542725377DE7}"/>
          </ac:spMkLst>
        </pc:spChg>
        <pc:spChg chg="del">
          <ac:chgData name="Alexandre Quach" userId="03a3b9a4-365b-425e-bba9-a77346403bac" providerId="ADAL" clId="{DDA81D77-DDBB-4C92-9D52-66F6172221C8}" dt="2022-12-01T08:43:38.800" v="2068" actId="478"/>
          <ac:spMkLst>
            <pc:docMk/>
            <pc:sldMk cId="1346972263" sldId="463"/>
            <ac:spMk id="195" creationId="{BB956D1A-95D1-7761-39BE-9C2CE674336A}"/>
          </ac:spMkLst>
        </pc:spChg>
        <pc:spChg chg="mod">
          <ac:chgData name="Alexandre Quach" userId="03a3b9a4-365b-425e-bba9-a77346403bac" providerId="ADAL" clId="{DDA81D77-DDBB-4C92-9D52-66F6172221C8}" dt="2022-12-01T08:42:59.273" v="1984" actId="20577"/>
          <ac:spMkLst>
            <pc:docMk/>
            <pc:sldMk cId="1346972263" sldId="463"/>
            <ac:spMk id="196" creationId="{B802B026-D9C1-5588-6AC9-3F5B099FC871}"/>
          </ac:spMkLst>
        </pc:spChg>
        <pc:spChg chg="del">
          <ac:chgData name="Alexandre Quach" userId="03a3b9a4-365b-425e-bba9-a77346403bac" providerId="ADAL" clId="{DDA81D77-DDBB-4C92-9D52-66F6172221C8}" dt="2022-12-01T08:42:04.944" v="1915" actId="478"/>
          <ac:spMkLst>
            <pc:docMk/>
            <pc:sldMk cId="1346972263" sldId="463"/>
            <ac:spMk id="199" creationId="{48CF789F-DC2A-37DC-C556-20EE4A8DF98C}"/>
          </ac:spMkLst>
        </pc:spChg>
        <pc:grpChg chg="mod">
          <ac:chgData name="Alexandre Quach" userId="03a3b9a4-365b-425e-bba9-a77346403bac" providerId="ADAL" clId="{DDA81D77-DDBB-4C92-9D52-66F6172221C8}" dt="2022-12-01T08:42:53.032" v="1972" actId="1076"/>
          <ac:grpSpMkLst>
            <pc:docMk/>
            <pc:sldMk cId="1346972263" sldId="463"/>
            <ac:grpSpMk id="15" creationId="{42EA5C92-6B23-F779-ED1A-DF88291AFD61}"/>
          </ac:grpSpMkLst>
        </pc:grpChg>
        <pc:picChg chg="mod">
          <ac:chgData name="Alexandre Quach" userId="03a3b9a4-365b-425e-bba9-a77346403bac" providerId="ADAL" clId="{DDA81D77-DDBB-4C92-9D52-66F6172221C8}" dt="2022-12-01T08:42:51.536" v="1971" actId="1076"/>
          <ac:picMkLst>
            <pc:docMk/>
            <pc:sldMk cId="1346972263" sldId="463"/>
            <ac:picMk id="3" creationId="{3B8FEA1A-64B7-F222-33EB-6E5A36434C92}"/>
          </ac:picMkLst>
        </pc:picChg>
        <pc:picChg chg="add mod">
          <ac:chgData name="Alexandre Quach" userId="03a3b9a4-365b-425e-bba9-a77346403bac" providerId="ADAL" clId="{DDA81D77-DDBB-4C92-9D52-66F6172221C8}" dt="2022-12-01T08:42:28.943" v="1918" actId="1076"/>
          <ac:picMkLst>
            <pc:docMk/>
            <pc:sldMk cId="1346972263" sldId="463"/>
            <ac:picMk id="7" creationId="{C18FC892-D06E-0B91-FEBE-FE5521964D7F}"/>
          </ac:picMkLst>
        </pc:picChg>
        <pc:picChg chg="del">
          <ac:chgData name="Alexandre Quach" userId="03a3b9a4-365b-425e-bba9-a77346403bac" providerId="ADAL" clId="{DDA81D77-DDBB-4C92-9D52-66F6172221C8}" dt="2022-12-01T08:42:08.175" v="1916" actId="478"/>
          <ac:picMkLst>
            <pc:docMk/>
            <pc:sldMk cId="1346972263" sldId="463"/>
            <ac:picMk id="9" creationId="{149B5F21-1C7E-16A7-55B5-C505D64008D4}"/>
          </ac:picMkLst>
        </pc:picChg>
        <pc:picChg chg="del">
          <ac:chgData name="Alexandre Quach" userId="03a3b9a4-365b-425e-bba9-a77346403bac" providerId="ADAL" clId="{DDA81D77-DDBB-4C92-9D52-66F6172221C8}" dt="2022-12-01T08:42:08.175" v="1916" actId="478"/>
          <ac:picMkLst>
            <pc:docMk/>
            <pc:sldMk cId="1346972263" sldId="463"/>
            <ac:picMk id="10" creationId="{FF154979-1E59-C7F6-F8C2-66AD2F87567B}"/>
          </ac:picMkLst>
        </pc:picChg>
        <pc:picChg chg="del">
          <ac:chgData name="Alexandre Quach" userId="03a3b9a4-365b-425e-bba9-a77346403bac" providerId="ADAL" clId="{DDA81D77-DDBB-4C92-9D52-66F6172221C8}" dt="2022-12-01T08:43:33.246" v="2066" actId="478"/>
          <ac:picMkLst>
            <pc:docMk/>
            <pc:sldMk cId="1346972263" sldId="463"/>
            <ac:picMk id="11" creationId="{93B94B2D-EF50-4361-AC71-61FD008A410A}"/>
          </ac:picMkLst>
        </pc:picChg>
        <pc:picChg chg="del">
          <ac:chgData name="Alexandre Quach" userId="03a3b9a4-365b-425e-bba9-a77346403bac" providerId="ADAL" clId="{DDA81D77-DDBB-4C92-9D52-66F6172221C8}" dt="2022-12-01T08:42:08.175" v="1916" actId="478"/>
          <ac:picMkLst>
            <pc:docMk/>
            <pc:sldMk cId="1346972263" sldId="463"/>
            <ac:picMk id="198" creationId="{41EC9CC0-7DD7-E366-2CA9-2D9636E53E7D}"/>
          </ac:picMkLst>
        </pc:picChg>
        <pc:picChg chg="del mod">
          <ac:chgData name="Alexandre Quach" userId="03a3b9a4-365b-425e-bba9-a77346403bac" providerId="ADAL" clId="{DDA81D77-DDBB-4C92-9D52-66F6172221C8}" dt="2022-12-01T08:43:38.800" v="2068" actId="478"/>
          <ac:picMkLst>
            <pc:docMk/>
            <pc:sldMk cId="1346972263" sldId="463"/>
            <ac:picMk id="200" creationId="{6ACF140D-DD30-E0A5-B349-3871C68937B5}"/>
          </ac:picMkLst>
        </pc:picChg>
        <pc:picChg chg="del">
          <ac:chgData name="Alexandre Quach" userId="03a3b9a4-365b-425e-bba9-a77346403bac" providerId="ADAL" clId="{DDA81D77-DDBB-4C92-9D52-66F6172221C8}" dt="2022-12-01T08:42:08.175" v="1916" actId="478"/>
          <ac:picMkLst>
            <pc:docMk/>
            <pc:sldMk cId="1346972263" sldId="463"/>
            <ac:picMk id="203" creationId="{9E2CB3F7-21D5-46ED-4428-2930B10B687A}"/>
          </ac:picMkLst>
        </pc:picChg>
        <pc:picChg chg="del">
          <ac:chgData name="Alexandre Quach" userId="03a3b9a4-365b-425e-bba9-a77346403bac" providerId="ADAL" clId="{DDA81D77-DDBB-4C92-9D52-66F6172221C8}" dt="2022-12-01T08:43:33.246" v="2066" actId="478"/>
          <ac:picMkLst>
            <pc:docMk/>
            <pc:sldMk cId="1346972263" sldId="463"/>
            <ac:picMk id="205" creationId="{D0A6DCA1-5BE0-AA91-B2AF-CB56B0E4C8E9}"/>
          </ac:picMkLst>
        </pc:picChg>
        <pc:picChg chg="del">
          <ac:chgData name="Alexandre Quach" userId="03a3b9a4-365b-425e-bba9-a77346403bac" providerId="ADAL" clId="{DDA81D77-DDBB-4C92-9D52-66F6172221C8}" dt="2022-12-01T08:43:33.246" v="2066" actId="478"/>
          <ac:picMkLst>
            <pc:docMk/>
            <pc:sldMk cId="1346972263" sldId="463"/>
            <ac:picMk id="206" creationId="{B3B67D94-C32E-BF47-3669-611BF45B3CCE}"/>
          </ac:picMkLst>
        </pc:picChg>
        <pc:picChg chg="del">
          <ac:chgData name="Alexandre Quach" userId="03a3b9a4-365b-425e-bba9-a77346403bac" providerId="ADAL" clId="{DDA81D77-DDBB-4C92-9D52-66F6172221C8}" dt="2022-12-01T08:43:33.246" v="2066" actId="478"/>
          <ac:picMkLst>
            <pc:docMk/>
            <pc:sldMk cId="1346972263" sldId="463"/>
            <ac:picMk id="207" creationId="{59E4F499-10C2-D39C-FB6C-C6A0178FE4F5}"/>
          </ac:picMkLst>
        </pc:picChg>
      </pc:sldChg>
      <pc:sldChg chg="addSp delSp modSp new mod">
        <pc:chgData name="Alexandre Quach" userId="03a3b9a4-365b-425e-bba9-a77346403bac" providerId="ADAL" clId="{DDA81D77-DDBB-4C92-9D52-66F6172221C8}" dt="2022-12-01T08:48:00.471" v="2439" actId="1076"/>
        <pc:sldMkLst>
          <pc:docMk/>
          <pc:sldMk cId="2652650121" sldId="464"/>
        </pc:sldMkLst>
        <pc:spChg chg="mod">
          <ac:chgData name="Alexandre Quach" userId="03a3b9a4-365b-425e-bba9-a77346403bac" providerId="ADAL" clId="{DDA81D77-DDBB-4C92-9D52-66F6172221C8}" dt="2022-12-01T08:44:57.703" v="2307" actId="20577"/>
          <ac:spMkLst>
            <pc:docMk/>
            <pc:sldMk cId="2652650121" sldId="464"/>
            <ac:spMk id="2" creationId="{B5930277-35BD-E498-F19A-B42E2CB590A6}"/>
          </ac:spMkLst>
        </pc:spChg>
        <pc:spChg chg="mod">
          <ac:chgData name="Alexandre Quach" userId="03a3b9a4-365b-425e-bba9-a77346403bac" providerId="ADAL" clId="{DDA81D77-DDBB-4C92-9D52-66F6172221C8}" dt="2022-12-01T08:47:56.960" v="2437" actId="27636"/>
          <ac:spMkLst>
            <pc:docMk/>
            <pc:sldMk cId="2652650121" sldId="464"/>
            <ac:spMk id="3" creationId="{D81A357A-8294-4862-4E12-157AA7D9BBED}"/>
          </ac:spMkLst>
        </pc:spChg>
        <pc:spChg chg="add mod">
          <ac:chgData name="Alexandre Quach" userId="03a3b9a4-365b-425e-bba9-a77346403bac" providerId="ADAL" clId="{DDA81D77-DDBB-4C92-9D52-66F6172221C8}" dt="2022-12-01T08:46:08.138" v="2391" actId="571"/>
          <ac:spMkLst>
            <pc:docMk/>
            <pc:sldMk cId="2652650121" sldId="464"/>
            <ac:spMk id="7" creationId="{D5C45B68-6290-8011-80F6-314464B89A4C}"/>
          </ac:spMkLst>
        </pc:spChg>
        <pc:spChg chg="add mod">
          <ac:chgData name="Alexandre Quach" userId="03a3b9a4-365b-425e-bba9-a77346403bac" providerId="ADAL" clId="{DDA81D77-DDBB-4C92-9D52-66F6172221C8}" dt="2022-12-01T08:46:08.138" v="2391" actId="571"/>
          <ac:spMkLst>
            <pc:docMk/>
            <pc:sldMk cId="2652650121" sldId="464"/>
            <ac:spMk id="8" creationId="{82D51DD7-469E-C9CD-1AC9-4988F034CABC}"/>
          </ac:spMkLst>
        </pc:spChg>
        <pc:spChg chg="del mod">
          <ac:chgData name="Alexandre Quach" userId="03a3b9a4-365b-425e-bba9-a77346403bac" providerId="ADAL" clId="{DDA81D77-DDBB-4C92-9D52-66F6172221C8}" dt="2022-12-01T08:46:27.846" v="2404" actId="478"/>
          <ac:spMkLst>
            <pc:docMk/>
            <pc:sldMk cId="2652650121" sldId="464"/>
            <ac:spMk id="18" creationId="{5CEF3E78-3196-53C0-91D9-036AA8C7B37F}"/>
          </ac:spMkLst>
        </pc:spChg>
        <pc:spChg chg="del mod">
          <ac:chgData name="Alexandre Quach" userId="03a3b9a4-365b-425e-bba9-a77346403bac" providerId="ADAL" clId="{DDA81D77-DDBB-4C92-9D52-66F6172221C8}" dt="2022-12-01T08:46:18.947" v="2398" actId="478"/>
          <ac:spMkLst>
            <pc:docMk/>
            <pc:sldMk cId="2652650121" sldId="464"/>
            <ac:spMk id="19" creationId="{36D05709-E377-B6EE-F79A-BB4AD049CF7D}"/>
          </ac:spMkLst>
        </pc:spChg>
        <pc:grpChg chg="add mod">
          <ac:chgData name="Alexandre Quach" userId="03a3b9a4-365b-425e-bba9-a77346403bac" providerId="ADAL" clId="{DDA81D77-DDBB-4C92-9D52-66F6172221C8}" dt="2022-12-01T08:47:59.343" v="2438" actId="1076"/>
          <ac:grpSpMkLst>
            <pc:docMk/>
            <pc:sldMk cId="2652650121" sldId="464"/>
            <ac:grpSpMk id="10" creationId="{630E4310-4856-AFB0-F1D3-EA821D02A097}"/>
          </ac:grpSpMkLst>
        </pc:grpChg>
        <pc:grpChg chg="add del mod">
          <ac:chgData name="Alexandre Quach" userId="03a3b9a4-365b-425e-bba9-a77346403bac" providerId="ADAL" clId="{DDA81D77-DDBB-4C92-9D52-66F6172221C8}" dt="2022-12-01T08:47:37.779" v="2428" actId="1076"/>
          <ac:grpSpMkLst>
            <pc:docMk/>
            <pc:sldMk cId="2652650121" sldId="464"/>
            <ac:grpSpMk id="14" creationId="{A639AD8A-60D1-2AFC-30A5-E47ED4E85240}"/>
          </ac:grpSpMkLst>
        </pc:grpChg>
        <pc:picChg chg="add mod">
          <ac:chgData name="Alexandre Quach" userId="03a3b9a4-365b-425e-bba9-a77346403bac" providerId="ADAL" clId="{DDA81D77-DDBB-4C92-9D52-66F6172221C8}" dt="2022-12-01T08:46:08.138" v="2391" actId="571"/>
          <ac:picMkLst>
            <pc:docMk/>
            <pc:sldMk cId="2652650121" sldId="464"/>
            <ac:picMk id="4" creationId="{8A8E6D63-3AD2-A16E-807A-F488AA484FFA}"/>
          </ac:picMkLst>
        </pc:picChg>
        <pc:picChg chg="add mod">
          <ac:chgData name="Alexandre Quach" userId="03a3b9a4-365b-425e-bba9-a77346403bac" providerId="ADAL" clId="{DDA81D77-DDBB-4C92-9D52-66F6172221C8}" dt="2022-12-01T08:46:08.138" v="2391" actId="571"/>
          <ac:picMkLst>
            <pc:docMk/>
            <pc:sldMk cId="2652650121" sldId="464"/>
            <ac:picMk id="5" creationId="{84EA26C3-ABFD-9C40-13EF-570BE4D46D90}"/>
          </ac:picMkLst>
        </pc:picChg>
        <pc:picChg chg="add mod">
          <ac:chgData name="Alexandre Quach" userId="03a3b9a4-365b-425e-bba9-a77346403bac" providerId="ADAL" clId="{DDA81D77-DDBB-4C92-9D52-66F6172221C8}" dt="2022-12-01T08:46:08.138" v="2391" actId="571"/>
          <ac:picMkLst>
            <pc:docMk/>
            <pc:sldMk cId="2652650121" sldId="464"/>
            <ac:picMk id="6" creationId="{EC26B560-07FE-90E0-2AA2-828DD02F05DF}"/>
          </ac:picMkLst>
        </pc:picChg>
        <pc:picChg chg="add mod">
          <ac:chgData name="Alexandre Quach" userId="03a3b9a4-365b-425e-bba9-a77346403bac" providerId="ADAL" clId="{DDA81D77-DDBB-4C92-9D52-66F6172221C8}" dt="2022-12-01T08:46:08.138" v="2391" actId="571"/>
          <ac:picMkLst>
            <pc:docMk/>
            <pc:sldMk cId="2652650121" sldId="464"/>
            <ac:picMk id="9" creationId="{24744C11-7E89-1421-B0B7-59AE9835F364}"/>
          </ac:picMkLst>
        </pc:picChg>
        <pc:picChg chg="add mod">
          <ac:chgData name="Alexandre Quach" userId="03a3b9a4-365b-425e-bba9-a77346403bac" providerId="ADAL" clId="{DDA81D77-DDBB-4C92-9D52-66F6172221C8}" dt="2022-12-01T08:47:52.198" v="2435" actId="14100"/>
          <ac:picMkLst>
            <pc:docMk/>
            <pc:sldMk cId="2652650121" sldId="464"/>
            <ac:picMk id="11" creationId="{4E600687-A7B2-223E-D69D-7509022C2099}"/>
          </ac:picMkLst>
        </pc:picChg>
        <pc:picChg chg="add del mod">
          <ac:chgData name="Alexandre Quach" userId="03a3b9a4-365b-425e-bba9-a77346403bac" providerId="ADAL" clId="{DDA81D77-DDBB-4C92-9D52-66F6172221C8}" dt="2022-12-01T08:46:08.988" v="2392" actId="21"/>
          <ac:picMkLst>
            <pc:docMk/>
            <pc:sldMk cId="2652650121" sldId="464"/>
            <ac:picMk id="12" creationId="{8B33370F-459F-8B3C-D538-DDCD28548666}"/>
          </ac:picMkLst>
        </pc:picChg>
        <pc:picChg chg="add mod">
          <ac:chgData name="Alexandre Quach" userId="03a3b9a4-365b-425e-bba9-a77346403bac" providerId="ADAL" clId="{DDA81D77-DDBB-4C92-9D52-66F6172221C8}" dt="2022-12-01T08:48:00.471" v="2439" actId="1076"/>
          <ac:picMkLst>
            <pc:docMk/>
            <pc:sldMk cId="2652650121" sldId="464"/>
            <ac:picMk id="13" creationId="{B27B4F4B-DCBF-7D15-6675-531D43EF5648}"/>
          </ac:picMkLst>
        </pc:picChg>
        <pc:picChg chg="mod">
          <ac:chgData name="Alexandre Quach" userId="03a3b9a4-365b-425e-bba9-a77346403bac" providerId="ADAL" clId="{DDA81D77-DDBB-4C92-9D52-66F6172221C8}" dt="2022-12-01T08:46:17.240" v="2397" actId="571"/>
          <ac:picMkLst>
            <pc:docMk/>
            <pc:sldMk cId="2652650121" sldId="464"/>
            <ac:picMk id="15" creationId="{0880423A-C821-74B6-06BA-DC5EB820920A}"/>
          </ac:picMkLst>
        </pc:picChg>
        <pc:picChg chg="mod">
          <ac:chgData name="Alexandre Quach" userId="03a3b9a4-365b-425e-bba9-a77346403bac" providerId="ADAL" clId="{DDA81D77-DDBB-4C92-9D52-66F6172221C8}" dt="2022-12-01T08:46:27.005" v="2403" actId="1076"/>
          <ac:picMkLst>
            <pc:docMk/>
            <pc:sldMk cId="2652650121" sldId="464"/>
            <ac:picMk id="16" creationId="{F50035C7-CAC0-D2A1-17A0-3843A9C81483}"/>
          </ac:picMkLst>
        </pc:picChg>
        <pc:picChg chg="mod">
          <ac:chgData name="Alexandre Quach" userId="03a3b9a4-365b-425e-bba9-a77346403bac" providerId="ADAL" clId="{DDA81D77-DDBB-4C92-9D52-66F6172221C8}" dt="2022-12-01T08:46:17.240" v="2397" actId="571"/>
          <ac:picMkLst>
            <pc:docMk/>
            <pc:sldMk cId="2652650121" sldId="464"/>
            <ac:picMk id="17" creationId="{9BE1716E-61E5-59CD-5DC9-569E4649E3EC}"/>
          </ac:picMkLst>
        </pc:picChg>
        <pc:picChg chg="mod">
          <ac:chgData name="Alexandre Quach" userId="03a3b9a4-365b-425e-bba9-a77346403bac" providerId="ADAL" clId="{DDA81D77-DDBB-4C92-9D52-66F6172221C8}" dt="2022-12-01T08:46:17.240" v="2397" actId="571"/>
          <ac:picMkLst>
            <pc:docMk/>
            <pc:sldMk cId="2652650121" sldId="464"/>
            <ac:picMk id="20" creationId="{9883E288-0493-AE19-4A2A-02B0978EB140}"/>
          </ac:picMkLst>
        </pc:picChg>
        <pc:picChg chg="add mod">
          <ac:chgData name="Alexandre Quach" userId="03a3b9a4-365b-425e-bba9-a77346403bac" providerId="ADAL" clId="{DDA81D77-DDBB-4C92-9D52-66F6172221C8}" dt="2022-12-01T08:47:37.779" v="2428" actId="1076"/>
          <ac:picMkLst>
            <pc:docMk/>
            <pc:sldMk cId="2652650121" sldId="464"/>
            <ac:picMk id="22" creationId="{8E59EE95-0216-7279-A9FF-12399E655974}"/>
          </ac:picMkLst>
        </pc:picChg>
        <pc:picChg chg="add mod">
          <ac:chgData name="Alexandre Quach" userId="03a3b9a4-365b-425e-bba9-a77346403bac" providerId="ADAL" clId="{DDA81D77-DDBB-4C92-9D52-66F6172221C8}" dt="2022-12-01T08:47:37.779" v="2428" actId="1076"/>
          <ac:picMkLst>
            <pc:docMk/>
            <pc:sldMk cId="2652650121" sldId="464"/>
            <ac:picMk id="24" creationId="{CEB48780-5F02-7824-CABA-7518F1C75E9C}"/>
          </ac:picMkLst>
        </pc:picChg>
        <pc:picChg chg="add mod">
          <ac:chgData name="Alexandre Quach" userId="03a3b9a4-365b-425e-bba9-a77346403bac" providerId="ADAL" clId="{DDA81D77-DDBB-4C92-9D52-66F6172221C8}" dt="2022-12-01T08:47:37.779" v="2428" actId="1076"/>
          <ac:picMkLst>
            <pc:docMk/>
            <pc:sldMk cId="2652650121" sldId="464"/>
            <ac:picMk id="26" creationId="{FEC67DE8-AEC6-87B6-4BD1-0840997B3AFD}"/>
          </ac:picMkLst>
        </pc:picChg>
        <pc:picChg chg="add mod">
          <ac:chgData name="Alexandre Quach" userId="03a3b9a4-365b-425e-bba9-a77346403bac" providerId="ADAL" clId="{DDA81D77-DDBB-4C92-9D52-66F6172221C8}" dt="2022-12-01T08:47:37.779" v="2428" actId="1076"/>
          <ac:picMkLst>
            <pc:docMk/>
            <pc:sldMk cId="2652650121" sldId="464"/>
            <ac:picMk id="28" creationId="{F541224D-C11C-7440-9AD7-D81BCD92D97D}"/>
          </ac:picMkLst>
        </pc:picChg>
        <pc:picChg chg="add mod">
          <ac:chgData name="Alexandre Quach" userId="03a3b9a4-365b-425e-bba9-a77346403bac" providerId="ADAL" clId="{DDA81D77-DDBB-4C92-9D52-66F6172221C8}" dt="2022-12-01T08:47:37.779" v="2428" actId="1076"/>
          <ac:picMkLst>
            <pc:docMk/>
            <pc:sldMk cId="2652650121" sldId="464"/>
            <ac:picMk id="30" creationId="{28870216-15D8-52CD-8135-C391F98C50AB}"/>
          </ac:picMkLst>
        </pc:picChg>
      </pc:sldChg>
      <pc:sldChg chg="addSp modSp new mod">
        <pc:chgData name="Alexandre Quach" userId="03a3b9a4-365b-425e-bba9-a77346403bac" providerId="ADAL" clId="{DDA81D77-DDBB-4C92-9D52-66F6172221C8}" dt="2022-12-01T09:44:46.502" v="3320" actId="20577"/>
        <pc:sldMkLst>
          <pc:docMk/>
          <pc:sldMk cId="1685989299" sldId="465"/>
        </pc:sldMkLst>
        <pc:spChg chg="mod">
          <ac:chgData name="Alexandre Quach" userId="03a3b9a4-365b-425e-bba9-a77346403bac" providerId="ADAL" clId="{DDA81D77-DDBB-4C92-9D52-66F6172221C8}" dt="2022-12-01T09:10:51.390" v="3124" actId="20577"/>
          <ac:spMkLst>
            <pc:docMk/>
            <pc:sldMk cId="1685989299" sldId="465"/>
            <ac:spMk id="2" creationId="{280E14BE-C37C-A3DB-D136-5619272E1368}"/>
          </ac:spMkLst>
        </pc:spChg>
        <pc:spChg chg="mod">
          <ac:chgData name="Alexandre Quach" userId="03a3b9a4-365b-425e-bba9-a77346403bac" providerId="ADAL" clId="{DDA81D77-DDBB-4C92-9D52-66F6172221C8}" dt="2022-12-01T09:44:46.502" v="3320" actId="20577"/>
          <ac:spMkLst>
            <pc:docMk/>
            <pc:sldMk cId="1685989299" sldId="465"/>
            <ac:spMk id="3" creationId="{183CCA1B-1322-6A04-3870-54B01A18F55F}"/>
          </ac:spMkLst>
        </pc:spChg>
        <pc:picChg chg="add mod">
          <ac:chgData name="Alexandre Quach" userId="03a3b9a4-365b-425e-bba9-a77346403bac" providerId="ADAL" clId="{DDA81D77-DDBB-4C92-9D52-66F6172221C8}" dt="2022-12-01T09:10:40.006" v="3106" actId="1076"/>
          <ac:picMkLst>
            <pc:docMk/>
            <pc:sldMk cId="1685989299" sldId="465"/>
            <ac:picMk id="4" creationId="{C33D1E72-B382-B2AC-ABFE-EE801D9938CD}"/>
          </ac:picMkLst>
        </pc:picChg>
      </pc:sldChg>
      <pc:sldChg chg="addSp delSp modSp new mod">
        <pc:chgData name="Alexandre Quach" userId="03a3b9a4-365b-425e-bba9-a77346403bac" providerId="ADAL" clId="{DDA81D77-DDBB-4C92-9D52-66F6172221C8}" dt="2022-12-01T11:10:59.570" v="6117" actId="1076"/>
        <pc:sldMkLst>
          <pc:docMk/>
          <pc:sldMk cId="376646610" sldId="466"/>
        </pc:sldMkLst>
        <pc:spChg chg="mod">
          <ac:chgData name="Alexandre Quach" userId="03a3b9a4-365b-425e-bba9-a77346403bac" providerId="ADAL" clId="{DDA81D77-DDBB-4C92-9D52-66F6172221C8}" dt="2022-12-01T09:54:57.494" v="3548" actId="404"/>
          <ac:spMkLst>
            <pc:docMk/>
            <pc:sldMk cId="376646610" sldId="466"/>
            <ac:spMk id="2" creationId="{0857A69A-87CF-437D-9979-708C56BD16A2}"/>
          </ac:spMkLst>
        </pc:spChg>
        <pc:spChg chg="del">
          <ac:chgData name="Alexandre Quach" userId="03a3b9a4-365b-425e-bba9-a77346403bac" providerId="ADAL" clId="{DDA81D77-DDBB-4C92-9D52-66F6172221C8}" dt="2022-12-01T09:12:25.623" v="3137" actId="478"/>
          <ac:spMkLst>
            <pc:docMk/>
            <pc:sldMk cId="376646610" sldId="466"/>
            <ac:spMk id="3" creationId="{7FFBF073-3F11-F4C3-615E-69EAEDD2CC2E}"/>
          </ac:spMkLst>
        </pc:spChg>
        <pc:spChg chg="mod">
          <ac:chgData name="Alexandre Quach" userId="03a3b9a4-365b-425e-bba9-a77346403bac" providerId="ADAL" clId="{DDA81D77-DDBB-4C92-9D52-66F6172221C8}" dt="2022-12-01T09:12:25.934" v="3138"/>
          <ac:spMkLst>
            <pc:docMk/>
            <pc:sldMk cId="376646610" sldId="466"/>
            <ac:spMk id="5" creationId="{F40B2C0E-22B0-D6A2-8A6A-1C968F008C6C}"/>
          </ac:spMkLst>
        </pc:spChg>
        <pc:spChg chg="mod">
          <ac:chgData name="Alexandre Quach" userId="03a3b9a4-365b-425e-bba9-a77346403bac" providerId="ADAL" clId="{DDA81D77-DDBB-4C92-9D52-66F6172221C8}" dt="2022-12-01T09:12:25.934" v="3138"/>
          <ac:spMkLst>
            <pc:docMk/>
            <pc:sldMk cId="376646610" sldId="466"/>
            <ac:spMk id="6" creationId="{7E47423D-C4E2-157C-5084-72C30CDFF9DA}"/>
          </ac:spMkLst>
        </pc:spChg>
        <pc:spChg chg="mod">
          <ac:chgData name="Alexandre Quach" userId="03a3b9a4-365b-425e-bba9-a77346403bac" providerId="ADAL" clId="{DDA81D77-DDBB-4C92-9D52-66F6172221C8}" dt="2022-12-01T09:12:25.934" v="3138"/>
          <ac:spMkLst>
            <pc:docMk/>
            <pc:sldMk cId="376646610" sldId="466"/>
            <ac:spMk id="8" creationId="{15F648A4-BB20-AA48-6A93-F583DBDEEF8B}"/>
          </ac:spMkLst>
        </pc:spChg>
        <pc:spChg chg="mod">
          <ac:chgData name="Alexandre Quach" userId="03a3b9a4-365b-425e-bba9-a77346403bac" providerId="ADAL" clId="{DDA81D77-DDBB-4C92-9D52-66F6172221C8}" dt="2022-12-01T09:12:25.934" v="3138"/>
          <ac:spMkLst>
            <pc:docMk/>
            <pc:sldMk cId="376646610" sldId="466"/>
            <ac:spMk id="9" creationId="{5D43B9D6-0D12-1189-348E-FBDE1113E8B5}"/>
          </ac:spMkLst>
        </pc:spChg>
        <pc:spChg chg="mod">
          <ac:chgData name="Alexandre Quach" userId="03a3b9a4-365b-425e-bba9-a77346403bac" providerId="ADAL" clId="{DDA81D77-DDBB-4C92-9D52-66F6172221C8}" dt="2022-12-01T09:12:25.934" v="3138"/>
          <ac:spMkLst>
            <pc:docMk/>
            <pc:sldMk cId="376646610" sldId="466"/>
            <ac:spMk id="10" creationId="{1D53AC5D-FB0D-C844-246F-FD0E3E3C6F44}"/>
          </ac:spMkLst>
        </pc:spChg>
        <pc:spChg chg="mod">
          <ac:chgData name="Alexandre Quach" userId="03a3b9a4-365b-425e-bba9-a77346403bac" providerId="ADAL" clId="{DDA81D77-DDBB-4C92-9D52-66F6172221C8}" dt="2022-12-01T09:12:25.934" v="3138"/>
          <ac:spMkLst>
            <pc:docMk/>
            <pc:sldMk cId="376646610" sldId="466"/>
            <ac:spMk id="11" creationId="{9B0339BF-E6B4-5449-46A6-6CF44C20DC14}"/>
          </ac:spMkLst>
        </pc:spChg>
        <pc:spChg chg="mod">
          <ac:chgData name="Alexandre Quach" userId="03a3b9a4-365b-425e-bba9-a77346403bac" providerId="ADAL" clId="{DDA81D77-DDBB-4C92-9D52-66F6172221C8}" dt="2022-12-01T09:12:25.934" v="3138"/>
          <ac:spMkLst>
            <pc:docMk/>
            <pc:sldMk cId="376646610" sldId="466"/>
            <ac:spMk id="12" creationId="{3CA9F1CD-4EA1-B9C3-593E-E14A5CA5B11D}"/>
          </ac:spMkLst>
        </pc:spChg>
        <pc:spChg chg="mod">
          <ac:chgData name="Alexandre Quach" userId="03a3b9a4-365b-425e-bba9-a77346403bac" providerId="ADAL" clId="{DDA81D77-DDBB-4C92-9D52-66F6172221C8}" dt="2022-12-01T09:12:25.934" v="3138"/>
          <ac:spMkLst>
            <pc:docMk/>
            <pc:sldMk cId="376646610" sldId="466"/>
            <ac:spMk id="13" creationId="{BC17C376-EB4E-7788-D366-A431A728145F}"/>
          </ac:spMkLst>
        </pc:spChg>
        <pc:spChg chg="add mod">
          <ac:chgData name="Alexandre Quach" userId="03a3b9a4-365b-425e-bba9-a77346403bac" providerId="ADAL" clId="{DDA81D77-DDBB-4C92-9D52-66F6172221C8}" dt="2022-12-01T10:37:32.682" v="5283" actId="20577"/>
          <ac:spMkLst>
            <pc:docMk/>
            <pc:sldMk cId="376646610" sldId="466"/>
            <ac:spMk id="14" creationId="{0C9C1022-0DE7-8696-A96A-076EFBD478AF}"/>
          </ac:spMkLst>
        </pc:spChg>
        <pc:spChg chg="add mod">
          <ac:chgData name="Alexandre Quach" userId="03a3b9a4-365b-425e-bba9-a77346403bac" providerId="ADAL" clId="{DDA81D77-DDBB-4C92-9D52-66F6172221C8}" dt="2022-12-01T10:48:58.647" v="5452" actId="20577"/>
          <ac:spMkLst>
            <pc:docMk/>
            <pc:sldMk cId="376646610" sldId="466"/>
            <ac:spMk id="15" creationId="{6E6F345B-6DCD-50EF-F1A9-26CAC11737EB}"/>
          </ac:spMkLst>
        </pc:spChg>
        <pc:spChg chg="add mod">
          <ac:chgData name="Alexandre Quach" userId="03a3b9a4-365b-425e-bba9-a77346403bac" providerId="ADAL" clId="{DDA81D77-DDBB-4C92-9D52-66F6172221C8}" dt="2022-12-01T10:49:43.441" v="5576" actId="20577"/>
          <ac:spMkLst>
            <pc:docMk/>
            <pc:sldMk cId="376646610" sldId="466"/>
            <ac:spMk id="16" creationId="{F80ACB5E-B37C-7627-7191-1D566805FED0}"/>
          </ac:spMkLst>
        </pc:spChg>
        <pc:spChg chg="add mod">
          <ac:chgData name="Alexandre Quach" userId="03a3b9a4-365b-425e-bba9-a77346403bac" providerId="ADAL" clId="{DDA81D77-DDBB-4C92-9D52-66F6172221C8}" dt="2022-12-01T10:53:22.289" v="5708" actId="20577"/>
          <ac:spMkLst>
            <pc:docMk/>
            <pc:sldMk cId="376646610" sldId="466"/>
            <ac:spMk id="17" creationId="{610D3F24-1886-E0EC-9F55-5B97ADADF9B3}"/>
          </ac:spMkLst>
        </pc:spChg>
        <pc:spChg chg="add mod">
          <ac:chgData name="Alexandre Quach" userId="03a3b9a4-365b-425e-bba9-a77346403bac" providerId="ADAL" clId="{DDA81D77-DDBB-4C92-9D52-66F6172221C8}" dt="2022-12-01T10:37:43.482" v="5299" actId="20577"/>
          <ac:spMkLst>
            <pc:docMk/>
            <pc:sldMk cId="376646610" sldId="466"/>
            <ac:spMk id="18" creationId="{BB875FC2-A145-94C0-9D02-143A3F4DA95D}"/>
          </ac:spMkLst>
        </pc:spChg>
        <pc:spChg chg="add mod">
          <ac:chgData name="Alexandre Quach" userId="03a3b9a4-365b-425e-bba9-a77346403bac" providerId="ADAL" clId="{DDA81D77-DDBB-4C92-9D52-66F6172221C8}" dt="2022-12-01T10:37:57.055" v="5336" actId="20577"/>
          <ac:spMkLst>
            <pc:docMk/>
            <pc:sldMk cId="376646610" sldId="466"/>
            <ac:spMk id="19" creationId="{0DED5BCE-08B1-4609-AFD5-64D9E8BA4B7F}"/>
          </ac:spMkLst>
        </pc:spChg>
        <pc:spChg chg="add mod">
          <ac:chgData name="Alexandre Quach" userId="03a3b9a4-365b-425e-bba9-a77346403bac" providerId="ADAL" clId="{DDA81D77-DDBB-4C92-9D52-66F6172221C8}" dt="2022-12-01T10:38:06.819" v="5353" actId="20577"/>
          <ac:spMkLst>
            <pc:docMk/>
            <pc:sldMk cId="376646610" sldId="466"/>
            <ac:spMk id="20" creationId="{DF8A93A8-88B8-5717-2C76-EBD9A628054E}"/>
          </ac:spMkLst>
        </pc:spChg>
        <pc:spChg chg="add mod">
          <ac:chgData name="Alexandre Quach" userId="03a3b9a4-365b-425e-bba9-a77346403bac" providerId="ADAL" clId="{DDA81D77-DDBB-4C92-9D52-66F6172221C8}" dt="2022-12-01T10:58:55.986" v="5829" actId="20577"/>
          <ac:spMkLst>
            <pc:docMk/>
            <pc:sldMk cId="376646610" sldId="466"/>
            <ac:spMk id="21" creationId="{3E3B3F1D-BBB1-B9DE-C5BE-D600192AC036}"/>
          </ac:spMkLst>
        </pc:spChg>
        <pc:spChg chg="add mod">
          <ac:chgData name="Alexandre Quach" userId="03a3b9a4-365b-425e-bba9-a77346403bac" providerId="ADAL" clId="{DDA81D77-DDBB-4C92-9D52-66F6172221C8}" dt="2022-12-01T11:10:59.570" v="6117" actId="1076"/>
          <ac:spMkLst>
            <pc:docMk/>
            <pc:sldMk cId="376646610" sldId="466"/>
            <ac:spMk id="22" creationId="{85AB6746-0B71-EBE3-5B6B-662D20C8B7A4}"/>
          </ac:spMkLst>
        </pc:spChg>
        <pc:spChg chg="add mod">
          <ac:chgData name="Alexandre Quach" userId="03a3b9a4-365b-425e-bba9-a77346403bac" providerId="ADAL" clId="{DDA81D77-DDBB-4C92-9D52-66F6172221C8}" dt="2022-12-01T11:10:36.396" v="6058" actId="20577"/>
          <ac:spMkLst>
            <pc:docMk/>
            <pc:sldMk cId="376646610" sldId="466"/>
            <ac:spMk id="23" creationId="{0945901D-965F-6869-1B77-C2470B6CC4F8}"/>
          </ac:spMkLst>
        </pc:spChg>
        <pc:spChg chg="add mod">
          <ac:chgData name="Alexandre Quach" userId="03a3b9a4-365b-425e-bba9-a77346403bac" providerId="ADAL" clId="{DDA81D77-DDBB-4C92-9D52-66F6172221C8}" dt="2022-12-01T10:59:19.589" v="5900" actId="20577"/>
          <ac:spMkLst>
            <pc:docMk/>
            <pc:sldMk cId="376646610" sldId="466"/>
            <ac:spMk id="24" creationId="{5E09F7BB-A6C4-FEDA-BFE0-0410137A9D77}"/>
          </ac:spMkLst>
        </pc:spChg>
        <pc:spChg chg="add mod">
          <ac:chgData name="Alexandre Quach" userId="03a3b9a4-365b-425e-bba9-a77346403bac" providerId="ADAL" clId="{DDA81D77-DDBB-4C92-9D52-66F6172221C8}" dt="2022-12-01T10:53:52.459" v="5779" actId="20577"/>
          <ac:spMkLst>
            <pc:docMk/>
            <pc:sldMk cId="376646610" sldId="466"/>
            <ac:spMk id="25" creationId="{7A210150-DAFD-B35F-1699-ED99BF44DA91}"/>
          </ac:spMkLst>
        </pc:spChg>
        <pc:spChg chg="add mod">
          <ac:chgData name="Alexandre Quach" userId="03a3b9a4-365b-425e-bba9-a77346403bac" providerId="ADAL" clId="{DDA81D77-DDBB-4C92-9D52-66F6172221C8}" dt="2022-12-01T10:53:07.954" v="5645" actId="20577"/>
          <ac:spMkLst>
            <pc:docMk/>
            <pc:sldMk cId="376646610" sldId="466"/>
            <ac:spMk id="26" creationId="{977CAA77-C72B-6592-8192-80317BDE2175}"/>
          </ac:spMkLst>
        </pc:spChg>
        <pc:spChg chg="add mod">
          <ac:chgData name="Alexandre Quach" userId="03a3b9a4-365b-425e-bba9-a77346403bac" providerId="ADAL" clId="{DDA81D77-DDBB-4C92-9D52-66F6172221C8}" dt="2022-12-01T11:10:12.818" v="5993" actId="20577"/>
          <ac:spMkLst>
            <pc:docMk/>
            <pc:sldMk cId="376646610" sldId="466"/>
            <ac:spMk id="27" creationId="{C2FCD5E4-BD5A-D6F7-1A9C-843A6B796EA3}"/>
          </ac:spMkLst>
        </pc:spChg>
        <pc:grpChg chg="add mod">
          <ac:chgData name="Alexandre Quach" userId="03a3b9a4-365b-425e-bba9-a77346403bac" providerId="ADAL" clId="{DDA81D77-DDBB-4C92-9D52-66F6172221C8}" dt="2022-12-01T09:12:25.934" v="3138"/>
          <ac:grpSpMkLst>
            <pc:docMk/>
            <pc:sldMk cId="376646610" sldId="466"/>
            <ac:grpSpMk id="4" creationId="{77F6A546-105B-C08A-DEDB-DEA89D02F534}"/>
          </ac:grpSpMkLst>
        </pc:grpChg>
        <pc:grpChg chg="mod">
          <ac:chgData name="Alexandre Quach" userId="03a3b9a4-365b-425e-bba9-a77346403bac" providerId="ADAL" clId="{DDA81D77-DDBB-4C92-9D52-66F6172221C8}" dt="2022-12-01T09:12:25.934" v="3138"/>
          <ac:grpSpMkLst>
            <pc:docMk/>
            <pc:sldMk cId="376646610" sldId="466"/>
            <ac:grpSpMk id="7" creationId="{9430172B-5DD2-2AFF-2928-391EB562F1AE}"/>
          </ac:grpSpMkLst>
        </pc:grpChg>
        <pc:picChg chg="add del mod">
          <ac:chgData name="Alexandre Quach" userId="03a3b9a4-365b-425e-bba9-a77346403bac" providerId="ADAL" clId="{DDA81D77-DDBB-4C92-9D52-66F6172221C8}" dt="2022-12-01T09:12:29.323" v="3139" actId="478"/>
          <ac:picMkLst>
            <pc:docMk/>
            <pc:sldMk cId="376646610" sldId="466"/>
            <ac:picMk id="28" creationId="{F9D90FC8-6BCC-0B96-DB30-29CD3DAAC9DF}"/>
          </ac:picMkLst>
        </pc:picChg>
        <pc:picChg chg="add mod">
          <ac:chgData name="Alexandre Quach" userId="03a3b9a4-365b-425e-bba9-a77346403bac" providerId="ADAL" clId="{DDA81D77-DDBB-4C92-9D52-66F6172221C8}" dt="2022-12-01T09:12:36.310" v="3142" actId="1076"/>
          <ac:picMkLst>
            <pc:docMk/>
            <pc:sldMk cId="376646610" sldId="466"/>
            <ac:picMk id="29" creationId="{B208581F-0839-40A1-9B2B-ECBB85BEC403}"/>
          </ac:picMkLst>
        </pc:picChg>
      </pc:sldChg>
      <pc:sldChg chg="addSp delSp modSp add mod">
        <pc:chgData name="Alexandre Quach" userId="03a3b9a4-365b-425e-bba9-a77346403bac" providerId="ADAL" clId="{DDA81D77-DDBB-4C92-9D52-66F6172221C8}" dt="2022-12-01T13:27:58.645" v="7417" actId="20577"/>
        <pc:sldMkLst>
          <pc:docMk/>
          <pc:sldMk cId="2606611971" sldId="467"/>
        </pc:sldMkLst>
        <pc:spChg chg="mod">
          <ac:chgData name="Alexandre Quach" userId="03a3b9a4-365b-425e-bba9-a77346403bac" providerId="ADAL" clId="{DDA81D77-DDBB-4C92-9D52-66F6172221C8}" dt="2022-12-01T09:54:52.252" v="3545" actId="20577"/>
          <ac:spMkLst>
            <pc:docMk/>
            <pc:sldMk cId="2606611971" sldId="467"/>
            <ac:spMk id="2" creationId="{0857A69A-87CF-437D-9979-708C56BD16A2}"/>
          </ac:spMkLst>
        </pc:spChg>
        <pc:spChg chg="add mod topLvl">
          <ac:chgData name="Alexandre Quach" userId="03a3b9a4-365b-425e-bba9-a77346403bac" providerId="ADAL" clId="{DDA81D77-DDBB-4C92-9D52-66F6172221C8}" dt="2022-12-01T09:46:24.527" v="3490" actId="165"/>
          <ac:spMkLst>
            <pc:docMk/>
            <pc:sldMk cId="2606611971" sldId="467"/>
            <ac:spMk id="3" creationId="{96438622-C69D-8263-6F8B-77009987A09E}"/>
          </ac:spMkLst>
        </pc:spChg>
        <pc:spChg chg="del">
          <ac:chgData name="Alexandre Quach" userId="03a3b9a4-365b-425e-bba9-a77346403bac" providerId="ADAL" clId="{DDA81D77-DDBB-4C92-9D52-66F6172221C8}" dt="2022-12-01T09:15:32.729" v="3159" actId="478"/>
          <ac:spMkLst>
            <pc:docMk/>
            <pc:sldMk cId="2606611971" sldId="467"/>
            <ac:spMk id="14" creationId="{0C9C1022-0DE7-8696-A96A-076EFBD478AF}"/>
          </ac:spMkLst>
        </pc:spChg>
        <pc:spChg chg="del">
          <ac:chgData name="Alexandre Quach" userId="03a3b9a4-365b-425e-bba9-a77346403bac" providerId="ADAL" clId="{DDA81D77-DDBB-4C92-9D52-66F6172221C8}" dt="2022-12-01T09:15:32.729" v="3159" actId="478"/>
          <ac:spMkLst>
            <pc:docMk/>
            <pc:sldMk cId="2606611971" sldId="467"/>
            <ac:spMk id="15" creationId="{6E6F345B-6DCD-50EF-F1A9-26CAC11737EB}"/>
          </ac:spMkLst>
        </pc:spChg>
        <pc:spChg chg="del">
          <ac:chgData name="Alexandre Quach" userId="03a3b9a4-365b-425e-bba9-a77346403bac" providerId="ADAL" clId="{DDA81D77-DDBB-4C92-9D52-66F6172221C8}" dt="2022-12-01T09:15:32.729" v="3159" actId="478"/>
          <ac:spMkLst>
            <pc:docMk/>
            <pc:sldMk cId="2606611971" sldId="467"/>
            <ac:spMk id="16" creationId="{F80ACB5E-B37C-7627-7191-1D566805FED0}"/>
          </ac:spMkLst>
        </pc:spChg>
        <pc:spChg chg="del">
          <ac:chgData name="Alexandre Quach" userId="03a3b9a4-365b-425e-bba9-a77346403bac" providerId="ADAL" clId="{DDA81D77-DDBB-4C92-9D52-66F6172221C8}" dt="2022-12-01T09:15:32.729" v="3159" actId="478"/>
          <ac:spMkLst>
            <pc:docMk/>
            <pc:sldMk cId="2606611971" sldId="467"/>
            <ac:spMk id="17" creationId="{610D3F24-1886-E0EC-9F55-5B97ADADF9B3}"/>
          </ac:spMkLst>
        </pc:spChg>
        <pc:spChg chg="del">
          <ac:chgData name="Alexandre Quach" userId="03a3b9a4-365b-425e-bba9-a77346403bac" providerId="ADAL" clId="{DDA81D77-DDBB-4C92-9D52-66F6172221C8}" dt="2022-12-01T09:15:32.729" v="3159" actId="478"/>
          <ac:spMkLst>
            <pc:docMk/>
            <pc:sldMk cId="2606611971" sldId="467"/>
            <ac:spMk id="18" creationId="{BB875FC2-A145-94C0-9D02-143A3F4DA95D}"/>
          </ac:spMkLst>
        </pc:spChg>
        <pc:spChg chg="del">
          <ac:chgData name="Alexandre Quach" userId="03a3b9a4-365b-425e-bba9-a77346403bac" providerId="ADAL" clId="{DDA81D77-DDBB-4C92-9D52-66F6172221C8}" dt="2022-12-01T09:15:32.729" v="3159" actId="478"/>
          <ac:spMkLst>
            <pc:docMk/>
            <pc:sldMk cId="2606611971" sldId="467"/>
            <ac:spMk id="19" creationId="{0DED5BCE-08B1-4609-AFD5-64D9E8BA4B7F}"/>
          </ac:spMkLst>
        </pc:spChg>
        <pc:spChg chg="del">
          <ac:chgData name="Alexandre Quach" userId="03a3b9a4-365b-425e-bba9-a77346403bac" providerId="ADAL" clId="{DDA81D77-DDBB-4C92-9D52-66F6172221C8}" dt="2022-12-01T09:15:32.729" v="3159" actId="478"/>
          <ac:spMkLst>
            <pc:docMk/>
            <pc:sldMk cId="2606611971" sldId="467"/>
            <ac:spMk id="20" creationId="{DF8A93A8-88B8-5717-2C76-EBD9A628054E}"/>
          </ac:spMkLst>
        </pc:spChg>
        <pc:spChg chg="del">
          <ac:chgData name="Alexandre Quach" userId="03a3b9a4-365b-425e-bba9-a77346403bac" providerId="ADAL" clId="{DDA81D77-DDBB-4C92-9D52-66F6172221C8}" dt="2022-12-01T09:15:32.729" v="3159" actId="478"/>
          <ac:spMkLst>
            <pc:docMk/>
            <pc:sldMk cId="2606611971" sldId="467"/>
            <ac:spMk id="21" creationId="{3E3B3F1D-BBB1-B9DE-C5BE-D600192AC036}"/>
          </ac:spMkLst>
        </pc:spChg>
        <pc:spChg chg="del">
          <ac:chgData name="Alexandre Quach" userId="03a3b9a4-365b-425e-bba9-a77346403bac" providerId="ADAL" clId="{DDA81D77-DDBB-4C92-9D52-66F6172221C8}" dt="2022-12-01T09:15:32.729" v="3159" actId="478"/>
          <ac:spMkLst>
            <pc:docMk/>
            <pc:sldMk cId="2606611971" sldId="467"/>
            <ac:spMk id="22" creationId="{85AB6746-0B71-EBE3-5B6B-662D20C8B7A4}"/>
          </ac:spMkLst>
        </pc:spChg>
        <pc:spChg chg="del">
          <ac:chgData name="Alexandre Quach" userId="03a3b9a4-365b-425e-bba9-a77346403bac" providerId="ADAL" clId="{DDA81D77-DDBB-4C92-9D52-66F6172221C8}" dt="2022-12-01T09:15:32.729" v="3159" actId="478"/>
          <ac:spMkLst>
            <pc:docMk/>
            <pc:sldMk cId="2606611971" sldId="467"/>
            <ac:spMk id="23" creationId="{0945901D-965F-6869-1B77-C2470B6CC4F8}"/>
          </ac:spMkLst>
        </pc:spChg>
        <pc:spChg chg="del">
          <ac:chgData name="Alexandre Quach" userId="03a3b9a4-365b-425e-bba9-a77346403bac" providerId="ADAL" clId="{DDA81D77-DDBB-4C92-9D52-66F6172221C8}" dt="2022-12-01T09:15:32.729" v="3159" actId="478"/>
          <ac:spMkLst>
            <pc:docMk/>
            <pc:sldMk cId="2606611971" sldId="467"/>
            <ac:spMk id="24" creationId="{5E09F7BB-A6C4-FEDA-BFE0-0410137A9D77}"/>
          </ac:spMkLst>
        </pc:spChg>
        <pc:spChg chg="del">
          <ac:chgData name="Alexandre Quach" userId="03a3b9a4-365b-425e-bba9-a77346403bac" providerId="ADAL" clId="{DDA81D77-DDBB-4C92-9D52-66F6172221C8}" dt="2022-12-01T09:15:32.729" v="3159" actId="478"/>
          <ac:spMkLst>
            <pc:docMk/>
            <pc:sldMk cId="2606611971" sldId="467"/>
            <ac:spMk id="25" creationId="{7A210150-DAFD-B35F-1699-ED99BF44DA91}"/>
          </ac:spMkLst>
        </pc:spChg>
        <pc:spChg chg="del">
          <ac:chgData name="Alexandre Quach" userId="03a3b9a4-365b-425e-bba9-a77346403bac" providerId="ADAL" clId="{DDA81D77-DDBB-4C92-9D52-66F6172221C8}" dt="2022-12-01T09:15:32.729" v="3159" actId="478"/>
          <ac:spMkLst>
            <pc:docMk/>
            <pc:sldMk cId="2606611971" sldId="467"/>
            <ac:spMk id="26" creationId="{977CAA77-C72B-6592-8192-80317BDE2175}"/>
          </ac:spMkLst>
        </pc:spChg>
        <pc:spChg chg="del">
          <ac:chgData name="Alexandre Quach" userId="03a3b9a4-365b-425e-bba9-a77346403bac" providerId="ADAL" clId="{DDA81D77-DDBB-4C92-9D52-66F6172221C8}" dt="2022-12-01T09:15:32.729" v="3159" actId="478"/>
          <ac:spMkLst>
            <pc:docMk/>
            <pc:sldMk cId="2606611971" sldId="467"/>
            <ac:spMk id="27" creationId="{C2FCD5E4-BD5A-D6F7-1A9C-843A6B796EA3}"/>
          </ac:spMkLst>
        </pc:spChg>
        <pc:spChg chg="add mod topLvl">
          <ac:chgData name="Alexandre Quach" userId="03a3b9a4-365b-425e-bba9-a77346403bac" providerId="ADAL" clId="{DDA81D77-DDBB-4C92-9D52-66F6172221C8}" dt="2022-12-01T09:46:24.527" v="3490" actId="165"/>
          <ac:spMkLst>
            <pc:docMk/>
            <pc:sldMk cId="2606611971" sldId="467"/>
            <ac:spMk id="28" creationId="{DAD8CD32-02F1-D540-6252-6E617938AE2D}"/>
          </ac:spMkLst>
        </pc:spChg>
        <pc:spChg chg="add mod topLvl">
          <ac:chgData name="Alexandre Quach" userId="03a3b9a4-365b-425e-bba9-a77346403bac" providerId="ADAL" clId="{DDA81D77-DDBB-4C92-9D52-66F6172221C8}" dt="2022-12-01T09:46:24.527" v="3490" actId="165"/>
          <ac:spMkLst>
            <pc:docMk/>
            <pc:sldMk cId="2606611971" sldId="467"/>
            <ac:spMk id="30" creationId="{7051BA38-F493-DFB4-7BC6-661F8CB4E118}"/>
          </ac:spMkLst>
        </pc:spChg>
        <pc:spChg chg="mod">
          <ac:chgData name="Alexandre Quach" userId="03a3b9a4-365b-425e-bba9-a77346403bac" providerId="ADAL" clId="{DDA81D77-DDBB-4C92-9D52-66F6172221C8}" dt="2022-12-01T09:46:24.527" v="3490" actId="165"/>
          <ac:spMkLst>
            <pc:docMk/>
            <pc:sldMk cId="2606611971" sldId="467"/>
            <ac:spMk id="36" creationId="{2DC4D147-3868-5767-89AE-D8A77DD85A25}"/>
          </ac:spMkLst>
        </pc:spChg>
        <pc:spChg chg="mod">
          <ac:chgData name="Alexandre Quach" userId="03a3b9a4-365b-425e-bba9-a77346403bac" providerId="ADAL" clId="{DDA81D77-DDBB-4C92-9D52-66F6172221C8}" dt="2022-12-01T09:46:24.527" v="3490" actId="165"/>
          <ac:spMkLst>
            <pc:docMk/>
            <pc:sldMk cId="2606611971" sldId="467"/>
            <ac:spMk id="42" creationId="{3374D55F-0287-BF79-8519-0AD0C8318C39}"/>
          </ac:spMkLst>
        </pc:spChg>
        <pc:spChg chg="mod">
          <ac:chgData name="Alexandre Quach" userId="03a3b9a4-365b-425e-bba9-a77346403bac" providerId="ADAL" clId="{DDA81D77-DDBB-4C92-9D52-66F6172221C8}" dt="2022-12-01T09:46:24.527" v="3490" actId="165"/>
          <ac:spMkLst>
            <pc:docMk/>
            <pc:sldMk cId="2606611971" sldId="467"/>
            <ac:spMk id="45" creationId="{C56F20B7-1FD3-D900-22F6-14ACD15AE3D8}"/>
          </ac:spMkLst>
        </pc:spChg>
        <pc:spChg chg="mod">
          <ac:chgData name="Alexandre Quach" userId="03a3b9a4-365b-425e-bba9-a77346403bac" providerId="ADAL" clId="{DDA81D77-DDBB-4C92-9D52-66F6172221C8}" dt="2022-12-01T09:46:24.527" v="3490" actId="165"/>
          <ac:spMkLst>
            <pc:docMk/>
            <pc:sldMk cId="2606611971" sldId="467"/>
            <ac:spMk id="46" creationId="{8C2841D7-F635-0C7A-7266-891B74F375A0}"/>
          </ac:spMkLst>
        </pc:spChg>
        <pc:spChg chg="mod">
          <ac:chgData name="Alexandre Quach" userId="03a3b9a4-365b-425e-bba9-a77346403bac" providerId="ADAL" clId="{DDA81D77-DDBB-4C92-9D52-66F6172221C8}" dt="2022-12-01T09:46:24.527" v="3490" actId="165"/>
          <ac:spMkLst>
            <pc:docMk/>
            <pc:sldMk cId="2606611971" sldId="467"/>
            <ac:spMk id="47" creationId="{A0FA6987-45DC-261F-BCA3-91D2E96976DB}"/>
          </ac:spMkLst>
        </pc:spChg>
        <pc:spChg chg="mod">
          <ac:chgData name="Alexandre Quach" userId="03a3b9a4-365b-425e-bba9-a77346403bac" providerId="ADAL" clId="{DDA81D77-DDBB-4C92-9D52-66F6172221C8}" dt="2022-12-01T09:46:24.527" v="3490" actId="165"/>
          <ac:spMkLst>
            <pc:docMk/>
            <pc:sldMk cId="2606611971" sldId="467"/>
            <ac:spMk id="48" creationId="{15FC83FA-FBE5-81D5-8080-FBC09581459E}"/>
          </ac:spMkLst>
        </pc:spChg>
        <pc:spChg chg="mod">
          <ac:chgData name="Alexandre Quach" userId="03a3b9a4-365b-425e-bba9-a77346403bac" providerId="ADAL" clId="{DDA81D77-DDBB-4C92-9D52-66F6172221C8}" dt="2022-12-01T09:46:24.527" v="3490" actId="165"/>
          <ac:spMkLst>
            <pc:docMk/>
            <pc:sldMk cId="2606611971" sldId="467"/>
            <ac:spMk id="49" creationId="{DFFE0C2B-AC78-8AED-8372-AAA763D505BE}"/>
          </ac:spMkLst>
        </pc:spChg>
        <pc:spChg chg="mod">
          <ac:chgData name="Alexandre Quach" userId="03a3b9a4-365b-425e-bba9-a77346403bac" providerId="ADAL" clId="{DDA81D77-DDBB-4C92-9D52-66F6172221C8}" dt="2022-12-01T09:46:24.527" v="3490" actId="165"/>
          <ac:spMkLst>
            <pc:docMk/>
            <pc:sldMk cId="2606611971" sldId="467"/>
            <ac:spMk id="50" creationId="{F5E03EAE-824C-7599-9A5B-B6A0F7361DD9}"/>
          </ac:spMkLst>
        </pc:spChg>
        <pc:spChg chg="mod">
          <ac:chgData name="Alexandre Quach" userId="03a3b9a4-365b-425e-bba9-a77346403bac" providerId="ADAL" clId="{DDA81D77-DDBB-4C92-9D52-66F6172221C8}" dt="2022-12-01T09:46:24.527" v="3490" actId="165"/>
          <ac:spMkLst>
            <pc:docMk/>
            <pc:sldMk cId="2606611971" sldId="467"/>
            <ac:spMk id="51" creationId="{D4331AAD-86F7-D73F-D7A4-DFF1AF4E84FE}"/>
          </ac:spMkLst>
        </pc:spChg>
        <pc:spChg chg="mod">
          <ac:chgData name="Alexandre Quach" userId="03a3b9a4-365b-425e-bba9-a77346403bac" providerId="ADAL" clId="{DDA81D77-DDBB-4C92-9D52-66F6172221C8}" dt="2022-12-01T09:46:24.527" v="3490" actId="165"/>
          <ac:spMkLst>
            <pc:docMk/>
            <pc:sldMk cId="2606611971" sldId="467"/>
            <ac:spMk id="52" creationId="{832A302A-8B6A-4A80-02F9-B0B37CB3A7AC}"/>
          </ac:spMkLst>
        </pc:spChg>
        <pc:spChg chg="mod">
          <ac:chgData name="Alexandre Quach" userId="03a3b9a4-365b-425e-bba9-a77346403bac" providerId="ADAL" clId="{DDA81D77-DDBB-4C92-9D52-66F6172221C8}" dt="2022-12-01T09:46:24.527" v="3490" actId="165"/>
          <ac:spMkLst>
            <pc:docMk/>
            <pc:sldMk cId="2606611971" sldId="467"/>
            <ac:spMk id="53" creationId="{557316CB-EF94-9A6F-573E-542D22808988}"/>
          </ac:spMkLst>
        </pc:spChg>
        <pc:spChg chg="mod">
          <ac:chgData name="Alexandre Quach" userId="03a3b9a4-365b-425e-bba9-a77346403bac" providerId="ADAL" clId="{DDA81D77-DDBB-4C92-9D52-66F6172221C8}" dt="2022-12-01T09:46:24.527" v="3490" actId="165"/>
          <ac:spMkLst>
            <pc:docMk/>
            <pc:sldMk cId="2606611971" sldId="467"/>
            <ac:spMk id="54" creationId="{9BD4D168-DBE2-7B01-64FE-9B433A5EFBA6}"/>
          </ac:spMkLst>
        </pc:spChg>
        <pc:spChg chg="mod">
          <ac:chgData name="Alexandre Quach" userId="03a3b9a4-365b-425e-bba9-a77346403bac" providerId="ADAL" clId="{DDA81D77-DDBB-4C92-9D52-66F6172221C8}" dt="2022-12-01T09:46:24.527" v="3490" actId="165"/>
          <ac:spMkLst>
            <pc:docMk/>
            <pc:sldMk cId="2606611971" sldId="467"/>
            <ac:spMk id="55" creationId="{C0630E24-E126-101D-1666-887D4B0F3F81}"/>
          </ac:spMkLst>
        </pc:spChg>
        <pc:spChg chg="mod">
          <ac:chgData name="Alexandre Quach" userId="03a3b9a4-365b-425e-bba9-a77346403bac" providerId="ADAL" clId="{DDA81D77-DDBB-4C92-9D52-66F6172221C8}" dt="2022-12-01T09:46:24.527" v="3490" actId="165"/>
          <ac:spMkLst>
            <pc:docMk/>
            <pc:sldMk cId="2606611971" sldId="467"/>
            <ac:spMk id="56" creationId="{4DD5688F-2A71-2CAB-1383-2B77F15F16A5}"/>
          </ac:spMkLst>
        </pc:spChg>
        <pc:spChg chg="mod">
          <ac:chgData name="Alexandre Quach" userId="03a3b9a4-365b-425e-bba9-a77346403bac" providerId="ADAL" clId="{DDA81D77-DDBB-4C92-9D52-66F6172221C8}" dt="2022-12-01T09:46:24.527" v="3490" actId="165"/>
          <ac:spMkLst>
            <pc:docMk/>
            <pc:sldMk cId="2606611971" sldId="467"/>
            <ac:spMk id="59" creationId="{9715592B-28DA-AD64-1CA4-698F09ED06E0}"/>
          </ac:spMkLst>
        </pc:spChg>
        <pc:spChg chg="mod">
          <ac:chgData name="Alexandre Quach" userId="03a3b9a4-365b-425e-bba9-a77346403bac" providerId="ADAL" clId="{DDA81D77-DDBB-4C92-9D52-66F6172221C8}" dt="2022-12-01T09:46:24.527" v="3490" actId="165"/>
          <ac:spMkLst>
            <pc:docMk/>
            <pc:sldMk cId="2606611971" sldId="467"/>
            <ac:spMk id="61" creationId="{84750BB2-EAEA-D840-F428-68CABF8F3C4B}"/>
          </ac:spMkLst>
        </pc:spChg>
        <pc:spChg chg="mod">
          <ac:chgData name="Alexandre Quach" userId="03a3b9a4-365b-425e-bba9-a77346403bac" providerId="ADAL" clId="{DDA81D77-DDBB-4C92-9D52-66F6172221C8}" dt="2022-12-01T09:46:24.527" v="3490" actId="165"/>
          <ac:spMkLst>
            <pc:docMk/>
            <pc:sldMk cId="2606611971" sldId="467"/>
            <ac:spMk id="62" creationId="{EB556ABB-E8EC-B604-3C68-AB7B43336211}"/>
          </ac:spMkLst>
        </pc:spChg>
        <pc:spChg chg="mod">
          <ac:chgData name="Alexandre Quach" userId="03a3b9a4-365b-425e-bba9-a77346403bac" providerId="ADAL" clId="{DDA81D77-DDBB-4C92-9D52-66F6172221C8}" dt="2022-12-01T09:46:24.527" v="3490" actId="165"/>
          <ac:spMkLst>
            <pc:docMk/>
            <pc:sldMk cId="2606611971" sldId="467"/>
            <ac:spMk id="65" creationId="{77781163-7A1F-C8F8-7521-7920DB27F91A}"/>
          </ac:spMkLst>
        </pc:spChg>
        <pc:spChg chg="mod">
          <ac:chgData name="Alexandre Quach" userId="03a3b9a4-365b-425e-bba9-a77346403bac" providerId="ADAL" clId="{DDA81D77-DDBB-4C92-9D52-66F6172221C8}" dt="2022-12-01T09:46:24.527" v="3490" actId="165"/>
          <ac:spMkLst>
            <pc:docMk/>
            <pc:sldMk cId="2606611971" sldId="467"/>
            <ac:spMk id="68" creationId="{C465BE2F-0B76-E1D5-8C80-4FFF5FDAC668}"/>
          </ac:spMkLst>
        </pc:spChg>
        <pc:spChg chg="mod">
          <ac:chgData name="Alexandre Quach" userId="03a3b9a4-365b-425e-bba9-a77346403bac" providerId="ADAL" clId="{DDA81D77-DDBB-4C92-9D52-66F6172221C8}" dt="2022-12-01T09:46:24.527" v="3490" actId="165"/>
          <ac:spMkLst>
            <pc:docMk/>
            <pc:sldMk cId="2606611971" sldId="467"/>
            <ac:spMk id="69" creationId="{B34BF937-AE38-ED15-D403-15966955188F}"/>
          </ac:spMkLst>
        </pc:spChg>
        <pc:spChg chg="mod">
          <ac:chgData name="Alexandre Quach" userId="03a3b9a4-365b-425e-bba9-a77346403bac" providerId="ADAL" clId="{DDA81D77-DDBB-4C92-9D52-66F6172221C8}" dt="2022-12-01T09:46:24.527" v="3490" actId="165"/>
          <ac:spMkLst>
            <pc:docMk/>
            <pc:sldMk cId="2606611971" sldId="467"/>
            <ac:spMk id="70" creationId="{6C420611-3533-D63C-3B33-BC146CBF53BF}"/>
          </ac:spMkLst>
        </pc:spChg>
        <pc:spChg chg="mod">
          <ac:chgData name="Alexandre Quach" userId="03a3b9a4-365b-425e-bba9-a77346403bac" providerId="ADAL" clId="{DDA81D77-DDBB-4C92-9D52-66F6172221C8}" dt="2022-12-01T09:46:24.527" v="3490" actId="165"/>
          <ac:spMkLst>
            <pc:docMk/>
            <pc:sldMk cId="2606611971" sldId="467"/>
            <ac:spMk id="71" creationId="{A4F38091-86C3-354F-6579-E268A8AD986F}"/>
          </ac:spMkLst>
        </pc:spChg>
        <pc:spChg chg="mod">
          <ac:chgData name="Alexandre Quach" userId="03a3b9a4-365b-425e-bba9-a77346403bac" providerId="ADAL" clId="{DDA81D77-DDBB-4C92-9D52-66F6172221C8}" dt="2022-12-01T09:46:24.527" v="3490" actId="165"/>
          <ac:spMkLst>
            <pc:docMk/>
            <pc:sldMk cId="2606611971" sldId="467"/>
            <ac:spMk id="72" creationId="{450CCF55-6076-D630-566B-2E631824F718}"/>
          </ac:spMkLst>
        </pc:spChg>
        <pc:spChg chg="mod">
          <ac:chgData name="Alexandre Quach" userId="03a3b9a4-365b-425e-bba9-a77346403bac" providerId="ADAL" clId="{DDA81D77-DDBB-4C92-9D52-66F6172221C8}" dt="2022-12-01T09:46:24.527" v="3490" actId="165"/>
          <ac:spMkLst>
            <pc:docMk/>
            <pc:sldMk cId="2606611971" sldId="467"/>
            <ac:spMk id="73" creationId="{8E7935DF-5F79-123E-9134-972AEA1A25CD}"/>
          </ac:spMkLst>
        </pc:spChg>
        <pc:spChg chg="mod">
          <ac:chgData name="Alexandre Quach" userId="03a3b9a4-365b-425e-bba9-a77346403bac" providerId="ADAL" clId="{DDA81D77-DDBB-4C92-9D52-66F6172221C8}" dt="2022-12-01T09:46:24.527" v="3490" actId="165"/>
          <ac:spMkLst>
            <pc:docMk/>
            <pc:sldMk cId="2606611971" sldId="467"/>
            <ac:spMk id="74" creationId="{628B7E5F-9598-A208-4E1F-EF7EEB3A87A3}"/>
          </ac:spMkLst>
        </pc:spChg>
        <pc:spChg chg="mod">
          <ac:chgData name="Alexandre Quach" userId="03a3b9a4-365b-425e-bba9-a77346403bac" providerId="ADAL" clId="{DDA81D77-DDBB-4C92-9D52-66F6172221C8}" dt="2022-12-01T09:46:24.527" v="3490" actId="165"/>
          <ac:spMkLst>
            <pc:docMk/>
            <pc:sldMk cId="2606611971" sldId="467"/>
            <ac:spMk id="75" creationId="{14A603FE-BE08-C424-64A9-0E924EE5FC6D}"/>
          </ac:spMkLst>
        </pc:spChg>
        <pc:spChg chg="mod">
          <ac:chgData name="Alexandre Quach" userId="03a3b9a4-365b-425e-bba9-a77346403bac" providerId="ADAL" clId="{DDA81D77-DDBB-4C92-9D52-66F6172221C8}" dt="2022-12-01T09:46:24.527" v="3490" actId="165"/>
          <ac:spMkLst>
            <pc:docMk/>
            <pc:sldMk cId="2606611971" sldId="467"/>
            <ac:spMk id="76" creationId="{33CE812E-8F59-11F6-4C13-5762C73F0D4F}"/>
          </ac:spMkLst>
        </pc:spChg>
        <pc:spChg chg="mod">
          <ac:chgData name="Alexandre Quach" userId="03a3b9a4-365b-425e-bba9-a77346403bac" providerId="ADAL" clId="{DDA81D77-DDBB-4C92-9D52-66F6172221C8}" dt="2022-12-01T09:46:24.527" v="3490" actId="165"/>
          <ac:spMkLst>
            <pc:docMk/>
            <pc:sldMk cId="2606611971" sldId="467"/>
            <ac:spMk id="77" creationId="{A8229294-2AB1-6268-652A-1CBE607AF69C}"/>
          </ac:spMkLst>
        </pc:spChg>
        <pc:spChg chg="mod">
          <ac:chgData name="Alexandre Quach" userId="03a3b9a4-365b-425e-bba9-a77346403bac" providerId="ADAL" clId="{DDA81D77-DDBB-4C92-9D52-66F6172221C8}" dt="2022-12-01T09:46:24.527" v="3490" actId="165"/>
          <ac:spMkLst>
            <pc:docMk/>
            <pc:sldMk cId="2606611971" sldId="467"/>
            <ac:spMk id="78" creationId="{B9D533DC-628A-32E7-914E-4AD89C5A6A19}"/>
          </ac:spMkLst>
        </pc:spChg>
        <pc:spChg chg="mod">
          <ac:chgData name="Alexandre Quach" userId="03a3b9a4-365b-425e-bba9-a77346403bac" providerId="ADAL" clId="{DDA81D77-DDBB-4C92-9D52-66F6172221C8}" dt="2022-12-01T09:46:24.527" v="3490" actId="165"/>
          <ac:spMkLst>
            <pc:docMk/>
            <pc:sldMk cId="2606611971" sldId="467"/>
            <ac:spMk id="79" creationId="{F0F085CC-0DE1-72DA-3682-D50A66952C4A}"/>
          </ac:spMkLst>
        </pc:spChg>
        <pc:spChg chg="mod">
          <ac:chgData name="Alexandre Quach" userId="03a3b9a4-365b-425e-bba9-a77346403bac" providerId="ADAL" clId="{DDA81D77-DDBB-4C92-9D52-66F6172221C8}" dt="2022-12-01T09:46:24.527" v="3490" actId="165"/>
          <ac:spMkLst>
            <pc:docMk/>
            <pc:sldMk cId="2606611971" sldId="467"/>
            <ac:spMk id="80" creationId="{E00DE56F-E1A6-DD90-17A5-EEC9962509C7}"/>
          </ac:spMkLst>
        </pc:spChg>
        <pc:spChg chg="mod">
          <ac:chgData name="Alexandre Quach" userId="03a3b9a4-365b-425e-bba9-a77346403bac" providerId="ADAL" clId="{DDA81D77-DDBB-4C92-9D52-66F6172221C8}" dt="2022-12-01T09:46:24.527" v="3490" actId="165"/>
          <ac:spMkLst>
            <pc:docMk/>
            <pc:sldMk cId="2606611971" sldId="467"/>
            <ac:spMk id="81" creationId="{49B824A0-D694-4744-10BA-2E982412E2F7}"/>
          </ac:spMkLst>
        </pc:spChg>
        <pc:spChg chg="mod">
          <ac:chgData name="Alexandre Quach" userId="03a3b9a4-365b-425e-bba9-a77346403bac" providerId="ADAL" clId="{DDA81D77-DDBB-4C92-9D52-66F6172221C8}" dt="2022-12-01T09:46:24.527" v="3490" actId="165"/>
          <ac:spMkLst>
            <pc:docMk/>
            <pc:sldMk cId="2606611971" sldId="467"/>
            <ac:spMk id="82" creationId="{83A61B59-FE90-A11C-D735-C3BAF61AC26B}"/>
          </ac:spMkLst>
        </pc:spChg>
        <pc:spChg chg="mod">
          <ac:chgData name="Alexandre Quach" userId="03a3b9a4-365b-425e-bba9-a77346403bac" providerId="ADAL" clId="{DDA81D77-DDBB-4C92-9D52-66F6172221C8}" dt="2022-12-01T09:46:24.527" v="3490" actId="165"/>
          <ac:spMkLst>
            <pc:docMk/>
            <pc:sldMk cId="2606611971" sldId="467"/>
            <ac:spMk id="83" creationId="{D47DF6FD-34B0-0D56-0BDE-B22EA5ED12E2}"/>
          </ac:spMkLst>
        </pc:spChg>
        <pc:spChg chg="mod">
          <ac:chgData name="Alexandre Quach" userId="03a3b9a4-365b-425e-bba9-a77346403bac" providerId="ADAL" clId="{DDA81D77-DDBB-4C92-9D52-66F6172221C8}" dt="2022-12-01T09:46:24.527" v="3490" actId="165"/>
          <ac:spMkLst>
            <pc:docMk/>
            <pc:sldMk cId="2606611971" sldId="467"/>
            <ac:spMk id="84" creationId="{86E8F644-7355-1C0E-B6FC-92C6AFC6F31D}"/>
          </ac:spMkLst>
        </pc:spChg>
        <pc:spChg chg="mod">
          <ac:chgData name="Alexandre Quach" userId="03a3b9a4-365b-425e-bba9-a77346403bac" providerId="ADAL" clId="{DDA81D77-DDBB-4C92-9D52-66F6172221C8}" dt="2022-12-01T09:46:24.527" v="3490" actId="165"/>
          <ac:spMkLst>
            <pc:docMk/>
            <pc:sldMk cId="2606611971" sldId="467"/>
            <ac:spMk id="85" creationId="{2CC4D2A8-B68E-58F7-1A7A-8EBEFD08EA2F}"/>
          </ac:spMkLst>
        </pc:spChg>
        <pc:spChg chg="mod">
          <ac:chgData name="Alexandre Quach" userId="03a3b9a4-365b-425e-bba9-a77346403bac" providerId="ADAL" clId="{DDA81D77-DDBB-4C92-9D52-66F6172221C8}" dt="2022-12-01T09:46:24.527" v="3490" actId="165"/>
          <ac:spMkLst>
            <pc:docMk/>
            <pc:sldMk cId="2606611971" sldId="467"/>
            <ac:spMk id="86" creationId="{2271FB80-3481-DEFA-9BE6-6C89CF1D1CED}"/>
          </ac:spMkLst>
        </pc:spChg>
        <pc:spChg chg="mod">
          <ac:chgData name="Alexandre Quach" userId="03a3b9a4-365b-425e-bba9-a77346403bac" providerId="ADAL" clId="{DDA81D77-DDBB-4C92-9D52-66F6172221C8}" dt="2022-12-01T09:46:24.527" v="3490" actId="165"/>
          <ac:spMkLst>
            <pc:docMk/>
            <pc:sldMk cId="2606611971" sldId="467"/>
            <ac:spMk id="87" creationId="{4A7036C8-A7A8-E08A-A67D-39009BB15B15}"/>
          </ac:spMkLst>
        </pc:spChg>
        <pc:spChg chg="mod">
          <ac:chgData name="Alexandre Quach" userId="03a3b9a4-365b-425e-bba9-a77346403bac" providerId="ADAL" clId="{DDA81D77-DDBB-4C92-9D52-66F6172221C8}" dt="2022-12-01T09:46:24.527" v="3490" actId="165"/>
          <ac:spMkLst>
            <pc:docMk/>
            <pc:sldMk cId="2606611971" sldId="467"/>
            <ac:spMk id="88" creationId="{8366B2C4-5EEF-B3CC-7864-C39796F356AB}"/>
          </ac:spMkLst>
        </pc:spChg>
        <pc:spChg chg="mod">
          <ac:chgData name="Alexandre Quach" userId="03a3b9a4-365b-425e-bba9-a77346403bac" providerId="ADAL" clId="{DDA81D77-DDBB-4C92-9D52-66F6172221C8}" dt="2022-12-01T09:46:24.527" v="3490" actId="165"/>
          <ac:spMkLst>
            <pc:docMk/>
            <pc:sldMk cId="2606611971" sldId="467"/>
            <ac:spMk id="89" creationId="{1737299A-9C0E-C49B-4CB5-31DBD789F600}"/>
          </ac:spMkLst>
        </pc:spChg>
        <pc:spChg chg="mod">
          <ac:chgData name="Alexandre Quach" userId="03a3b9a4-365b-425e-bba9-a77346403bac" providerId="ADAL" clId="{DDA81D77-DDBB-4C92-9D52-66F6172221C8}" dt="2022-12-01T09:46:24.527" v="3490" actId="165"/>
          <ac:spMkLst>
            <pc:docMk/>
            <pc:sldMk cId="2606611971" sldId="467"/>
            <ac:spMk id="90" creationId="{62D29D56-AA16-8660-BBEA-F0EBC01C7222}"/>
          </ac:spMkLst>
        </pc:spChg>
        <pc:spChg chg="mod">
          <ac:chgData name="Alexandre Quach" userId="03a3b9a4-365b-425e-bba9-a77346403bac" providerId="ADAL" clId="{DDA81D77-DDBB-4C92-9D52-66F6172221C8}" dt="2022-12-01T09:46:24.527" v="3490" actId="165"/>
          <ac:spMkLst>
            <pc:docMk/>
            <pc:sldMk cId="2606611971" sldId="467"/>
            <ac:spMk id="91" creationId="{9E03B824-A419-A929-D031-28306BF5BF50}"/>
          </ac:spMkLst>
        </pc:spChg>
        <pc:spChg chg="mod">
          <ac:chgData name="Alexandre Quach" userId="03a3b9a4-365b-425e-bba9-a77346403bac" providerId="ADAL" clId="{DDA81D77-DDBB-4C92-9D52-66F6172221C8}" dt="2022-12-01T09:46:24.527" v="3490" actId="165"/>
          <ac:spMkLst>
            <pc:docMk/>
            <pc:sldMk cId="2606611971" sldId="467"/>
            <ac:spMk id="92" creationId="{24E9C893-1F7E-B445-EBD5-077B98E434C4}"/>
          </ac:spMkLst>
        </pc:spChg>
        <pc:spChg chg="mod">
          <ac:chgData name="Alexandre Quach" userId="03a3b9a4-365b-425e-bba9-a77346403bac" providerId="ADAL" clId="{DDA81D77-DDBB-4C92-9D52-66F6172221C8}" dt="2022-12-01T09:46:24.527" v="3490" actId="165"/>
          <ac:spMkLst>
            <pc:docMk/>
            <pc:sldMk cId="2606611971" sldId="467"/>
            <ac:spMk id="93" creationId="{2D10F5DF-A6DE-4543-5027-CE878CC1251F}"/>
          </ac:spMkLst>
        </pc:spChg>
        <pc:spChg chg="mod">
          <ac:chgData name="Alexandre Quach" userId="03a3b9a4-365b-425e-bba9-a77346403bac" providerId="ADAL" clId="{DDA81D77-DDBB-4C92-9D52-66F6172221C8}" dt="2022-12-01T09:46:24.527" v="3490" actId="165"/>
          <ac:spMkLst>
            <pc:docMk/>
            <pc:sldMk cId="2606611971" sldId="467"/>
            <ac:spMk id="94" creationId="{AA63A859-4DBE-D51F-AFB2-508F251AFF5D}"/>
          </ac:spMkLst>
        </pc:spChg>
        <pc:spChg chg="mod">
          <ac:chgData name="Alexandre Quach" userId="03a3b9a4-365b-425e-bba9-a77346403bac" providerId="ADAL" clId="{DDA81D77-DDBB-4C92-9D52-66F6172221C8}" dt="2022-12-01T09:46:24.527" v="3490" actId="165"/>
          <ac:spMkLst>
            <pc:docMk/>
            <pc:sldMk cId="2606611971" sldId="467"/>
            <ac:spMk id="95" creationId="{1A41742D-3887-B967-10EE-60F0840B8D0B}"/>
          </ac:spMkLst>
        </pc:spChg>
        <pc:spChg chg="mod">
          <ac:chgData name="Alexandre Quach" userId="03a3b9a4-365b-425e-bba9-a77346403bac" providerId="ADAL" clId="{DDA81D77-DDBB-4C92-9D52-66F6172221C8}" dt="2022-12-01T09:46:24.527" v="3490" actId="165"/>
          <ac:spMkLst>
            <pc:docMk/>
            <pc:sldMk cId="2606611971" sldId="467"/>
            <ac:spMk id="96" creationId="{A2B39ACF-E073-8909-F01C-4FFF6B2BD3D5}"/>
          </ac:spMkLst>
        </pc:spChg>
        <pc:spChg chg="mod">
          <ac:chgData name="Alexandre Quach" userId="03a3b9a4-365b-425e-bba9-a77346403bac" providerId="ADAL" clId="{DDA81D77-DDBB-4C92-9D52-66F6172221C8}" dt="2022-12-01T09:46:24.527" v="3490" actId="165"/>
          <ac:spMkLst>
            <pc:docMk/>
            <pc:sldMk cId="2606611971" sldId="467"/>
            <ac:spMk id="97" creationId="{A12209A4-CC6E-CCFC-AF45-7FB171BCC22F}"/>
          </ac:spMkLst>
        </pc:spChg>
        <pc:spChg chg="mod">
          <ac:chgData name="Alexandre Quach" userId="03a3b9a4-365b-425e-bba9-a77346403bac" providerId="ADAL" clId="{DDA81D77-DDBB-4C92-9D52-66F6172221C8}" dt="2022-12-01T09:46:24.527" v="3490" actId="165"/>
          <ac:spMkLst>
            <pc:docMk/>
            <pc:sldMk cId="2606611971" sldId="467"/>
            <ac:spMk id="98" creationId="{9D0008A1-3493-9140-D096-C930919B1A48}"/>
          </ac:spMkLst>
        </pc:spChg>
        <pc:spChg chg="mod">
          <ac:chgData name="Alexandre Quach" userId="03a3b9a4-365b-425e-bba9-a77346403bac" providerId="ADAL" clId="{DDA81D77-DDBB-4C92-9D52-66F6172221C8}" dt="2022-12-01T09:46:24.527" v="3490" actId="165"/>
          <ac:spMkLst>
            <pc:docMk/>
            <pc:sldMk cId="2606611971" sldId="467"/>
            <ac:spMk id="99" creationId="{C693A956-4B3F-18A6-B8D1-5F76D8EE05DA}"/>
          </ac:spMkLst>
        </pc:spChg>
        <pc:spChg chg="mod">
          <ac:chgData name="Alexandre Quach" userId="03a3b9a4-365b-425e-bba9-a77346403bac" providerId="ADAL" clId="{DDA81D77-DDBB-4C92-9D52-66F6172221C8}" dt="2022-12-01T09:46:24.527" v="3490" actId="165"/>
          <ac:spMkLst>
            <pc:docMk/>
            <pc:sldMk cId="2606611971" sldId="467"/>
            <ac:spMk id="100" creationId="{2517360F-F38F-E015-C701-73600CEA116D}"/>
          </ac:spMkLst>
        </pc:spChg>
        <pc:spChg chg="mod">
          <ac:chgData name="Alexandre Quach" userId="03a3b9a4-365b-425e-bba9-a77346403bac" providerId="ADAL" clId="{DDA81D77-DDBB-4C92-9D52-66F6172221C8}" dt="2022-12-01T09:46:24.527" v="3490" actId="165"/>
          <ac:spMkLst>
            <pc:docMk/>
            <pc:sldMk cId="2606611971" sldId="467"/>
            <ac:spMk id="101" creationId="{63FB0F32-F77F-3A8B-0F1F-11F79881D3D0}"/>
          </ac:spMkLst>
        </pc:spChg>
        <pc:spChg chg="mod">
          <ac:chgData name="Alexandre Quach" userId="03a3b9a4-365b-425e-bba9-a77346403bac" providerId="ADAL" clId="{DDA81D77-DDBB-4C92-9D52-66F6172221C8}" dt="2022-12-01T09:46:24.527" v="3490" actId="165"/>
          <ac:spMkLst>
            <pc:docMk/>
            <pc:sldMk cId="2606611971" sldId="467"/>
            <ac:spMk id="102" creationId="{9B6615AA-2E54-5570-E5B8-8DAACD54D7D7}"/>
          </ac:spMkLst>
        </pc:spChg>
        <pc:spChg chg="mod">
          <ac:chgData name="Alexandre Quach" userId="03a3b9a4-365b-425e-bba9-a77346403bac" providerId="ADAL" clId="{DDA81D77-DDBB-4C92-9D52-66F6172221C8}" dt="2022-12-01T09:46:24.527" v="3490" actId="165"/>
          <ac:spMkLst>
            <pc:docMk/>
            <pc:sldMk cId="2606611971" sldId="467"/>
            <ac:spMk id="103" creationId="{990C2E52-B30C-86F1-112F-610D44379243}"/>
          </ac:spMkLst>
        </pc:spChg>
        <pc:spChg chg="mod">
          <ac:chgData name="Alexandre Quach" userId="03a3b9a4-365b-425e-bba9-a77346403bac" providerId="ADAL" clId="{DDA81D77-DDBB-4C92-9D52-66F6172221C8}" dt="2022-12-01T09:46:24.527" v="3490" actId="165"/>
          <ac:spMkLst>
            <pc:docMk/>
            <pc:sldMk cId="2606611971" sldId="467"/>
            <ac:spMk id="104" creationId="{7B1392F3-12A3-B3DB-8DC7-49A0C0CADB2D}"/>
          </ac:spMkLst>
        </pc:spChg>
        <pc:spChg chg="mod">
          <ac:chgData name="Alexandre Quach" userId="03a3b9a4-365b-425e-bba9-a77346403bac" providerId="ADAL" clId="{DDA81D77-DDBB-4C92-9D52-66F6172221C8}" dt="2022-12-01T09:46:24.527" v="3490" actId="165"/>
          <ac:spMkLst>
            <pc:docMk/>
            <pc:sldMk cId="2606611971" sldId="467"/>
            <ac:spMk id="105" creationId="{16B33310-409E-1E5C-0CB9-D4D15270C3CC}"/>
          </ac:spMkLst>
        </pc:spChg>
        <pc:spChg chg="mod">
          <ac:chgData name="Alexandre Quach" userId="03a3b9a4-365b-425e-bba9-a77346403bac" providerId="ADAL" clId="{DDA81D77-DDBB-4C92-9D52-66F6172221C8}" dt="2022-12-01T09:46:24.527" v="3490" actId="165"/>
          <ac:spMkLst>
            <pc:docMk/>
            <pc:sldMk cId="2606611971" sldId="467"/>
            <ac:spMk id="106" creationId="{4156195B-DEFE-C765-7BD8-AB3BA15EBF04}"/>
          </ac:spMkLst>
        </pc:spChg>
        <pc:spChg chg="mod">
          <ac:chgData name="Alexandre Quach" userId="03a3b9a4-365b-425e-bba9-a77346403bac" providerId="ADAL" clId="{DDA81D77-DDBB-4C92-9D52-66F6172221C8}" dt="2022-12-01T09:46:24.527" v="3490" actId="165"/>
          <ac:spMkLst>
            <pc:docMk/>
            <pc:sldMk cId="2606611971" sldId="467"/>
            <ac:spMk id="107" creationId="{28B95581-F9DE-14A7-577F-D5FD15FF6FD6}"/>
          </ac:spMkLst>
        </pc:spChg>
        <pc:spChg chg="mod">
          <ac:chgData name="Alexandre Quach" userId="03a3b9a4-365b-425e-bba9-a77346403bac" providerId="ADAL" clId="{DDA81D77-DDBB-4C92-9D52-66F6172221C8}" dt="2022-12-01T09:46:24.527" v="3490" actId="165"/>
          <ac:spMkLst>
            <pc:docMk/>
            <pc:sldMk cId="2606611971" sldId="467"/>
            <ac:spMk id="108" creationId="{3ECF342E-59DB-5778-3613-04DD93930D98}"/>
          </ac:spMkLst>
        </pc:spChg>
        <pc:spChg chg="mod">
          <ac:chgData name="Alexandre Quach" userId="03a3b9a4-365b-425e-bba9-a77346403bac" providerId="ADAL" clId="{DDA81D77-DDBB-4C92-9D52-66F6172221C8}" dt="2022-12-01T09:46:24.527" v="3490" actId="165"/>
          <ac:spMkLst>
            <pc:docMk/>
            <pc:sldMk cId="2606611971" sldId="467"/>
            <ac:spMk id="109" creationId="{1B3F3DAD-906E-76F7-FEE6-EBF1E25E04F2}"/>
          </ac:spMkLst>
        </pc:spChg>
        <pc:spChg chg="mod">
          <ac:chgData name="Alexandre Quach" userId="03a3b9a4-365b-425e-bba9-a77346403bac" providerId="ADAL" clId="{DDA81D77-DDBB-4C92-9D52-66F6172221C8}" dt="2022-12-01T09:46:24.527" v="3490" actId="165"/>
          <ac:spMkLst>
            <pc:docMk/>
            <pc:sldMk cId="2606611971" sldId="467"/>
            <ac:spMk id="110" creationId="{7D2224C6-1123-2153-65B3-ED38387B0C99}"/>
          </ac:spMkLst>
        </pc:spChg>
        <pc:spChg chg="mod">
          <ac:chgData name="Alexandre Quach" userId="03a3b9a4-365b-425e-bba9-a77346403bac" providerId="ADAL" clId="{DDA81D77-DDBB-4C92-9D52-66F6172221C8}" dt="2022-12-01T09:46:24.527" v="3490" actId="165"/>
          <ac:spMkLst>
            <pc:docMk/>
            <pc:sldMk cId="2606611971" sldId="467"/>
            <ac:spMk id="111" creationId="{7BC30A40-F4DC-B525-FEA8-EDC6B70C24D0}"/>
          </ac:spMkLst>
        </pc:spChg>
        <pc:spChg chg="mod">
          <ac:chgData name="Alexandre Quach" userId="03a3b9a4-365b-425e-bba9-a77346403bac" providerId="ADAL" clId="{DDA81D77-DDBB-4C92-9D52-66F6172221C8}" dt="2022-12-01T09:46:24.527" v="3490" actId="165"/>
          <ac:spMkLst>
            <pc:docMk/>
            <pc:sldMk cId="2606611971" sldId="467"/>
            <ac:spMk id="112" creationId="{A59834D7-D561-8A72-B5C8-650C1D6728A7}"/>
          </ac:spMkLst>
        </pc:spChg>
        <pc:spChg chg="mod">
          <ac:chgData name="Alexandre Quach" userId="03a3b9a4-365b-425e-bba9-a77346403bac" providerId="ADAL" clId="{DDA81D77-DDBB-4C92-9D52-66F6172221C8}" dt="2022-12-01T09:46:24.527" v="3490" actId="165"/>
          <ac:spMkLst>
            <pc:docMk/>
            <pc:sldMk cId="2606611971" sldId="467"/>
            <ac:spMk id="113" creationId="{FEC8C72D-1C6E-E1EF-DC45-4F70005E1703}"/>
          </ac:spMkLst>
        </pc:spChg>
        <pc:spChg chg="mod">
          <ac:chgData name="Alexandre Quach" userId="03a3b9a4-365b-425e-bba9-a77346403bac" providerId="ADAL" clId="{DDA81D77-DDBB-4C92-9D52-66F6172221C8}" dt="2022-12-01T09:46:24.527" v="3490" actId="165"/>
          <ac:spMkLst>
            <pc:docMk/>
            <pc:sldMk cId="2606611971" sldId="467"/>
            <ac:spMk id="114" creationId="{FF9E5CAA-A48B-0DA3-BA05-565A1D09FFA6}"/>
          </ac:spMkLst>
        </pc:spChg>
        <pc:spChg chg="mod">
          <ac:chgData name="Alexandre Quach" userId="03a3b9a4-365b-425e-bba9-a77346403bac" providerId="ADAL" clId="{DDA81D77-DDBB-4C92-9D52-66F6172221C8}" dt="2022-12-01T09:46:24.527" v="3490" actId="165"/>
          <ac:spMkLst>
            <pc:docMk/>
            <pc:sldMk cId="2606611971" sldId="467"/>
            <ac:spMk id="115" creationId="{669662BB-BC4D-741A-BD54-08BC67D63B9B}"/>
          </ac:spMkLst>
        </pc:spChg>
        <pc:spChg chg="mod">
          <ac:chgData name="Alexandre Quach" userId="03a3b9a4-365b-425e-bba9-a77346403bac" providerId="ADAL" clId="{DDA81D77-DDBB-4C92-9D52-66F6172221C8}" dt="2022-12-01T09:46:24.527" v="3490" actId="165"/>
          <ac:spMkLst>
            <pc:docMk/>
            <pc:sldMk cId="2606611971" sldId="467"/>
            <ac:spMk id="116" creationId="{41E0FAAA-A041-514E-CDA4-36D72BFE240E}"/>
          </ac:spMkLst>
        </pc:spChg>
        <pc:spChg chg="mod">
          <ac:chgData name="Alexandre Quach" userId="03a3b9a4-365b-425e-bba9-a77346403bac" providerId="ADAL" clId="{DDA81D77-DDBB-4C92-9D52-66F6172221C8}" dt="2022-12-01T09:46:24.527" v="3490" actId="165"/>
          <ac:spMkLst>
            <pc:docMk/>
            <pc:sldMk cId="2606611971" sldId="467"/>
            <ac:spMk id="117" creationId="{BD775213-0D7A-FFFA-C99C-22EAD4D22EA6}"/>
          </ac:spMkLst>
        </pc:spChg>
        <pc:spChg chg="mod">
          <ac:chgData name="Alexandre Quach" userId="03a3b9a4-365b-425e-bba9-a77346403bac" providerId="ADAL" clId="{DDA81D77-DDBB-4C92-9D52-66F6172221C8}" dt="2022-12-01T09:46:24.527" v="3490" actId="165"/>
          <ac:spMkLst>
            <pc:docMk/>
            <pc:sldMk cId="2606611971" sldId="467"/>
            <ac:spMk id="118" creationId="{C05D14A5-BB11-6CA5-7983-064ECFAC8EDF}"/>
          </ac:spMkLst>
        </pc:spChg>
        <pc:spChg chg="mod">
          <ac:chgData name="Alexandre Quach" userId="03a3b9a4-365b-425e-bba9-a77346403bac" providerId="ADAL" clId="{DDA81D77-DDBB-4C92-9D52-66F6172221C8}" dt="2022-12-01T09:46:24.527" v="3490" actId="165"/>
          <ac:spMkLst>
            <pc:docMk/>
            <pc:sldMk cId="2606611971" sldId="467"/>
            <ac:spMk id="119" creationId="{230FF5FE-D5A1-4D66-EE32-D6BAB3CEA779}"/>
          </ac:spMkLst>
        </pc:spChg>
        <pc:spChg chg="mod">
          <ac:chgData name="Alexandre Quach" userId="03a3b9a4-365b-425e-bba9-a77346403bac" providerId="ADAL" clId="{DDA81D77-DDBB-4C92-9D52-66F6172221C8}" dt="2022-12-01T09:46:24.527" v="3490" actId="165"/>
          <ac:spMkLst>
            <pc:docMk/>
            <pc:sldMk cId="2606611971" sldId="467"/>
            <ac:spMk id="120" creationId="{13D83DBA-AC33-8DE4-C8B7-544110157552}"/>
          </ac:spMkLst>
        </pc:spChg>
        <pc:spChg chg="mod">
          <ac:chgData name="Alexandre Quach" userId="03a3b9a4-365b-425e-bba9-a77346403bac" providerId="ADAL" clId="{DDA81D77-DDBB-4C92-9D52-66F6172221C8}" dt="2022-12-01T09:46:24.527" v="3490" actId="165"/>
          <ac:spMkLst>
            <pc:docMk/>
            <pc:sldMk cId="2606611971" sldId="467"/>
            <ac:spMk id="121" creationId="{80597FAD-5613-EEC3-1EAF-3AF27D45BB78}"/>
          </ac:spMkLst>
        </pc:spChg>
        <pc:spChg chg="mod">
          <ac:chgData name="Alexandre Quach" userId="03a3b9a4-365b-425e-bba9-a77346403bac" providerId="ADAL" clId="{DDA81D77-DDBB-4C92-9D52-66F6172221C8}" dt="2022-12-01T09:46:24.527" v="3490" actId="165"/>
          <ac:spMkLst>
            <pc:docMk/>
            <pc:sldMk cId="2606611971" sldId="467"/>
            <ac:spMk id="122" creationId="{6490ABD1-1401-263C-9C0A-1E22C94A577E}"/>
          </ac:spMkLst>
        </pc:spChg>
        <pc:spChg chg="mod">
          <ac:chgData name="Alexandre Quach" userId="03a3b9a4-365b-425e-bba9-a77346403bac" providerId="ADAL" clId="{DDA81D77-DDBB-4C92-9D52-66F6172221C8}" dt="2022-12-01T09:46:24.527" v="3490" actId="165"/>
          <ac:spMkLst>
            <pc:docMk/>
            <pc:sldMk cId="2606611971" sldId="467"/>
            <ac:spMk id="123" creationId="{BD119B05-CE5A-E7AB-6937-6C3FE41770B4}"/>
          </ac:spMkLst>
        </pc:spChg>
        <pc:spChg chg="mod">
          <ac:chgData name="Alexandre Quach" userId="03a3b9a4-365b-425e-bba9-a77346403bac" providerId="ADAL" clId="{DDA81D77-DDBB-4C92-9D52-66F6172221C8}" dt="2022-12-01T09:46:24.527" v="3490" actId="165"/>
          <ac:spMkLst>
            <pc:docMk/>
            <pc:sldMk cId="2606611971" sldId="467"/>
            <ac:spMk id="124" creationId="{8395EEEC-1F05-0552-18AF-F0096D99FEC9}"/>
          </ac:spMkLst>
        </pc:spChg>
        <pc:spChg chg="mod">
          <ac:chgData name="Alexandre Quach" userId="03a3b9a4-365b-425e-bba9-a77346403bac" providerId="ADAL" clId="{DDA81D77-DDBB-4C92-9D52-66F6172221C8}" dt="2022-12-01T09:46:24.527" v="3490" actId="165"/>
          <ac:spMkLst>
            <pc:docMk/>
            <pc:sldMk cId="2606611971" sldId="467"/>
            <ac:spMk id="125" creationId="{E6D23A86-429A-EA70-EF36-C057A8346697}"/>
          </ac:spMkLst>
        </pc:spChg>
        <pc:spChg chg="mod">
          <ac:chgData name="Alexandre Quach" userId="03a3b9a4-365b-425e-bba9-a77346403bac" providerId="ADAL" clId="{DDA81D77-DDBB-4C92-9D52-66F6172221C8}" dt="2022-12-01T09:46:24.527" v="3490" actId="165"/>
          <ac:spMkLst>
            <pc:docMk/>
            <pc:sldMk cId="2606611971" sldId="467"/>
            <ac:spMk id="126" creationId="{811E8166-A89F-CDC7-179F-8A275A3C1D53}"/>
          </ac:spMkLst>
        </pc:spChg>
        <pc:spChg chg="mod">
          <ac:chgData name="Alexandre Quach" userId="03a3b9a4-365b-425e-bba9-a77346403bac" providerId="ADAL" clId="{DDA81D77-DDBB-4C92-9D52-66F6172221C8}" dt="2022-12-01T09:46:24.527" v="3490" actId="165"/>
          <ac:spMkLst>
            <pc:docMk/>
            <pc:sldMk cId="2606611971" sldId="467"/>
            <ac:spMk id="127" creationId="{7EB1C337-92E5-1A65-49DA-0D78B7CCACCD}"/>
          </ac:spMkLst>
        </pc:spChg>
        <pc:spChg chg="mod">
          <ac:chgData name="Alexandre Quach" userId="03a3b9a4-365b-425e-bba9-a77346403bac" providerId="ADAL" clId="{DDA81D77-DDBB-4C92-9D52-66F6172221C8}" dt="2022-12-01T09:46:24.527" v="3490" actId="165"/>
          <ac:spMkLst>
            <pc:docMk/>
            <pc:sldMk cId="2606611971" sldId="467"/>
            <ac:spMk id="128" creationId="{D8177DE2-F43D-0DD8-2887-3D296321D159}"/>
          </ac:spMkLst>
        </pc:spChg>
        <pc:spChg chg="mod">
          <ac:chgData name="Alexandre Quach" userId="03a3b9a4-365b-425e-bba9-a77346403bac" providerId="ADAL" clId="{DDA81D77-DDBB-4C92-9D52-66F6172221C8}" dt="2022-12-01T09:46:24.527" v="3490" actId="165"/>
          <ac:spMkLst>
            <pc:docMk/>
            <pc:sldMk cId="2606611971" sldId="467"/>
            <ac:spMk id="129" creationId="{E2D1FDF7-ACA0-3ABC-1EA3-FEF4CF71ED18}"/>
          </ac:spMkLst>
        </pc:spChg>
        <pc:spChg chg="mod">
          <ac:chgData name="Alexandre Quach" userId="03a3b9a4-365b-425e-bba9-a77346403bac" providerId="ADAL" clId="{DDA81D77-DDBB-4C92-9D52-66F6172221C8}" dt="2022-12-01T09:46:24.527" v="3490" actId="165"/>
          <ac:spMkLst>
            <pc:docMk/>
            <pc:sldMk cId="2606611971" sldId="467"/>
            <ac:spMk id="132" creationId="{654FA93B-0559-2219-9CCF-1584F9D563BF}"/>
          </ac:spMkLst>
        </pc:spChg>
        <pc:spChg chg="mod">
          <ac:chgData name="Alexandre Quach" userId="03a3b9a4-365b-425e-bba9-a77346403bac" providerId="ADAL" clId="{DDA81D77-DDBB-4C92-9D52-66F6172221C8}" dt="2022-12-01T09:46:24.527" v="3490" actId="165"/>
          <ac:spMkLst>
            <pc:docMk/>
            <pc:sldMk cId="2606611971" sldId="467"/>
            <ac:spMk id="134" creationId="{6DC859A9-38E0-F0CC-AEB2-750BC39EB71C}"/>
          </ac:spMkLst>
        </pc:spChg>
        <pc:spChg chg="mod">
          <ac:chgData name="Alexandre Quach" userId="03a3b9a4-365b-425e-bba9-a77346403bac" providerId="ADAL" clId="{DDA81D77-DDBB-4C92-9D52-66F6172221C8}" dt="2022-12-01T09:46:24.527" v="3490" actId="165"/>
          <ac:spMkLst>
            <pc:docMk/>
            <pc:sldMk cId="2606611971" sldId="467"/>
            <ac:spMk id="135" creationId="{5727CC43-BB93-3296-F533-AADB36BF798B}"/>
          </ac:spMkLst>
        </pc:spChg>
        <pc:spChg chg="mod">
          <ac:chgData name="Alexandre Quach" userId="03a3b9a4-365b-425e-bba9-a77346403bac" providerId="ADAL" clId="{DDA81D77-DDBB-4C92-9D52-66F6172221C8}" dt="2022-12-01T09:46:24.527" v="3490" actId="165"/>
          <ac:spMkLst>
            <pc:docMk/>
            <pc:sldMk cId="2606611971" sldId="467"/>
            <ac:spMk id="138" creationId="{E9496A2D-ACC6-2602-6A12-B10725CB1063}"/>
          </ac:spMkLst>
        </pc:spChg>
        <pc:spChg chg="mod">
          <ac:chgData name="Alexandre Quach" userId="03a3b9a4-365b-425e-bba9-a77346403bac" providerId="ADAL" clId="{DDA81D77-DDBB-4C92-9D52-66F6172221C8}" dt="2022-12-01T09:46:24.527" v="3490" actId="165"/>
          <ac:spMkLst>
            <pc:docMk/>
            <pc:sldMk cId="2606611971" sldId="467"/>
            <ac:spMk id="141" creationId="{AC06D115-C71F-B997-9E24-FD63704B3AD7}"/>
          </ac:spMkLst>
        </pc:spChg>
        <pc:spChg chg="add mod topLvl">
          <ac:chgData name="Alexandre Quach" userId="03a3b9a4-365b-425e-bba9-a77346403bac" providerId="ADAL" clId="{DDA81D77-DDBB-4C92-9D52-66F6172221C8}" dt="2022-12-01T13:09:16.350" v="6678" actId="20577"/>
          <ac:spMkLst>
            <pc:docMk/>
            <pc:sldMk cId="2606611971" sldId="467"/>
            <ac:spMk id="144" creationId="{8E439821-F18F-6062-9541-F47E8F337B2A}"/>
          </ac:spMkLst>
        </pc:spChg>
        <pc:spChg chg="add mod topLvl">
          <ac:chgData name="Alexandre Quach" userId="03a3b9a4-365b-425e-bba9-a77346403bac" providerId="ADAL" clId="{DDA81D77-DDBB-4C92-9D52-66F6172221C8}" dt="2022-12-01T13:09:12.574" v="6674" actId="113"/>
          <ac:spMkLst>
            <pc:docMk/>
            <pc:sldMk cId="2606611971" sldId="467"/>
            <ac:spMk id="145" creationId="{A8B881CC-529D-F497-33C6-ADE4480B2D63}"/>
          </ac:spMkLst>
        </pc:spChg>
        <pc:spChg chg="add mod topLvl">
          <ac:chgData name="Alexandre Quach" userId="03a3b9a4-365b-425e-bba9-a77346403bac" providerId="ADAL" clId="{DDA81D77-DDBB-4C92-9D52-66F6172221C8}" dt="2022-12-01T13:10:57.461" v="6931" actId="113"/>
          <ac:spMkLst>
            <pc:docMk/>
            <pc:sldMk cId="2606611971" sldId="467"/>
            <ac:spMk id="146" creationId="{724A418B-5059-164D-41A6-7FE63A4905B5}"/>
          </ac:spMkLst>
        </pc:spChg>
        <pc:spChg chg="add mod topLvl">
          <ac:chgData name="Alexandre Quach" userId="03a3b9a4-365b-425e-bba9-a77346403bac" providerId="ADAL" clId="{DDA81D77-DDBB-4C92-9D52-66F6172221C8}" dt="2022-12-01T13:08:54.517" v="6622" actId="20577"/>
          <ac:spMkLst>
            <pc:docMk/>
            <pc:sldMk cId="2606611971" sldId="467"/>
            <ac:spMk id="147" creationId="{91865901-C4CF-7F60-F06D-92150F21578B}"/>
          </ac:spMkLst>
        </pc:spChg>
        <pc:spChg chg="add mod topLvl">
          <ac:chgData name="Alexandre Quach" userId="03a3b9a4-365b-425e-bba9-a77346403bac" providerId="ADAL" clId="{DDA81D77-DDBB-4C92-9D52-66F6172221C8}" dt="2022-12-01T13:10:11.005" v="6812" actId="14100"/>
          <ac:spMkLst>
            <pc:docMk/>
            <pc:sldMk cId="2606611971" sldId="467"/>
            <ac:spMk id="148" creationId="{71AAB50D-D527-9216-1E5E-2C769BEF5B17}"/>
          </ac:spMkLst>
        </pc:spChg>
        <pc:spChg chg="add mod topLvl">
          <ac:chgData name="Alexandre Quach" userId="03a3b9a4-365b-425e-bba9-a77346403bac" providerId="ADAL" clId="{DDA81D77-DDBB-4C92-9D52-66F6172221C8}" dt="2022-12-01T13:09:47.469" v="6744" actId="1076"/>
          <ac:spMkLst>
            <pc:docMk/>
            <pc:sldMk cId="2606611971" sldId="467"/>
            <ac:spMk id="149" creationId="{5B96AB65-3FF6-DF6E-C672-9B94A47B0588}"/>
          </ac:spMkLst>
        </pc:spChg>
        <pc:spChg chg="add mod topLvl">
          <ac:chgData name="Alexandre Quach" userId="03a3b9a4-365b-425e-bba9-a77346403bac" providerId="ADAL" clId="{DDA81D77-DDBB-4C92-9D52-66F6172221C8}" dt="2022-12-01T13:10:40.835" v="6893" actId="14100"/>
          <ac:spMkLst>
            <pc:docMk/>
            <pc:sldMk cId="2606611971" sldId="467"/>
            <ac:spMk id="150" creationId="{F788770E-9301-2649-7094-44601F10BD1A}"/>
          </ac:spMkLst>
        </pc:spChg>
        <pc:spChg chg="add mod topLvl">
          <ac:chgData name="Alexandre Quach" userId="03a3b9a4-365b-425e-bba9-a77346403bac" providerId="ADAL" clId="{DDA81D77-DDBB-4C92-9D52-66F6172221C8}" dt="2022-12-01T13:27:05.532" v="7224" actId="1076"/>
          <ac:spMkLst>
            <pc:docMk/>
            <pc:sldMk cId="2606611971" sldId="467"/>
            <ac:spMk id="151" creationId="{FD922A47-02D8-054A-4E77-AD3056FE25B9}"/>
          </ac:spMkLst>
        </pc:spChg>
        <pc:spChg chg="add mod topLvl">
          <ac:chgData name="Alexandre Quach" userId="03a3b9a4-365b-425e-bba9-a77346403bac" providerId="ADAL" clId="{DDA81D77-DDBB-4C92-9D52-66F6172221C8}" dt="2022-12-01T13:27:00.071" v="7223" actId="20577"/>
          <ac:spMkLst>
            <pc:docMk/>
            <pc:sldMk cId="2606611971" sldId="467"/>
            <ac:spMk id="152" creationId="{85DB2762-232A-EB14-C6EB-9DFAE7DC6D1B}"/>
          </ac:spMkLst>
        </pc:spChg>
        <pc:spChg chg="add mod topLvl">
          <ac:chgData name="Alexandre Quach" userId="03a3b9a4-365b-425e-bba9-a77346403bac" providerId="ADAL" clId="{DDA81D77-DDBB-4C92-9D52-66F6172221C8}" dt="2022-12-01T13:27:58.645" v="7417" actId="20577"/>
          <ac:spMkLst>
            <pc:docMk/>
            <pc:sldMk cId="2606611971" sldId="467"/>
            <ac:spMk id="153" creationId="{2F569E41-FF31-372A-024C-A9461C867577}"/>
          </ac:spMkLst>
        </pc:spChg>
        <pc:spChg chg="add mod topLvl">
          <ac:chgData name="Alexandre Quach" userId="03a3b9a4-365b-425e-bba9-a77346403bac" providerId="ADAL" clId="{DDA81D77-DDBB-4C92-9D52-66F6172221C8}" dt="2022-12-01T13:27:22.165" v="7279" actId="20577"/>
          <ac:spMkLst>
            <pc:docMk/>
            <pc:sldMk cId="2606611971" sldId="467"/>
            <ac:spMk id="154" creationId="{94279BBE-3133-D938-32FE-5C26D5F5480E}"/>
          </ac:spMkLst>
        </pc:spChg>
        <pc:spChg chg="add mod topLvl">
          <ac:chgData name="Alexandre Quach" userId="03a3b9a4-365b-425e-bba9-a77346403bac" providerId="ADAL" clId="{DDA81D77-DDBB-4C92-9D52-66F6172221C8}" dt="2022-12-01T13:25:37.692" v="7012" actId="14100"/>
          <ac:spMkLst>
            <pc:docMk/>
            <pc:sldMk cId="2606611971" sldId="467"/>
            <ac:spMk id="155" creationId="{C5E6FFAE-195A-7C5D-3D42-7F32B55471D6}"/>
          </ac:spMkLst>
        </pc:spChg>
        <pc:spChg chg="add mod topLvl">
          <ac:chgData name="Alexandre Quach" userId="03a3b9a4-365b-425e-bba9-a77346403bac" providerId="ADAL" clId="{DDA81D77-DDBB-4C92-9D52-66F6172221C8}" dt="2022-12-01T13:27:33.637" v="7332" actId="20577"/>
          <ac:spMkLst>
            <pc:docMk/>
            <pc:sldMk cId="2606611971" sldId="467"/>
            <ac:spMk id="156" creationId="{0C13209B-913B-B7AD-F245-BE13A9CCFC8A}"/>
          </ac:spMkLst>
        </pc:spChg>
        <pc:spChg chg="add mod">
          <ac:chgData name="Alexandre Quach" userId="03a3b9a4-365b-425e-bba9-a77346403bac" providerId="ADAL" clId="{DDA81D77-DDBB-4C92-9D52-66F6172221C8}" dt="2022-12-01T09:47:04.694" v="3529" actId="20577"/>
          <ac:spMkLst>
            <pc:docMk/>
            <pc:sldMk cId="2606611971" sldId="467"/>
            <ac:spMk id="158" creationId="{60552458-892E-3F34-9337-4229E8A32160}"/>
          </ac:spMkLst>
        </pc:spChg>
        <pc:grpChg chg="del">
          <ac:chgData name="Alexandre Quach" userId="03a3b9a4-365b-425e-bba9-a77346403bac" providerId="ADAL" clId="{DDA81D77-DDBB-4C92-9D52-66F6172221C8}" dt="2022-12-01T09:15:29.057" v="3158" actId="478"/>
          <ac:grpSpMkLst>
            <pc:docMk/>
            <pc:sldMk cId="2606611971" sldId="467"/>
            <ac:grpSpMk id="4" creationId="{77F6A546-105B-C08A-DEDB-DEA89D02F534}"/>
          </ac:grpSpMkLst>
        </pc:grpChg>
        <pc:grpChg chg="add mod topLvl">
          <ac:chgData name="Alexandre Quach" userId="03a3b9a4-365b-425e-bba9-a77346403bac" providerId="ADAL" clId="{DDA81D77-DDBB-4C92-9D52-66F6172221C8}" dt="2022-12-01T09:46:24.527" v="3490" actId="165"/>
          <ac:grpSpMkLst>
            <pc:docMk/>
            <pc:sldMk cId="2606611971" sldId="467"/>
            <ac:grpSpMk id="31" creationId="{0B5E2ACD-76D0-3F02-DA8F-5C2BCDCEB2C6}"/>
          </ac:grpSpMkLst>
        </pc:grpChg>
        <pc:grpChg chg="mod">
          <ac:chgData name="Alexandre Quach" userId="03a3b9a4-365b-425e-bba9-a77346403bac" providerId="ADAL" clId="{DDA81D77-DDBB-4C92-9D52-66F6172221C8}" dt="2022-12-01T09:46:24.527" v="3490" actId="165"/>
          <ac:grpSpMkLst>
            <pc:docMk/>
            <pc:sldMk cId="2606611971" sldId="467"/>
            <ac:grpSpMk id="32" creationId="{096B0EEF-5140-09A2-3499-A4E1FFD74575}"/>
          </ac:grpSpMkLst>
        </pc:grpChg>
        <pc:grpChg chg="add mod topLvl">
          <ac:chgData name="Alexandre Quach" userId="03a3b9a4-365b-425e-bba9-a77346403bac" providerId="ADAL" clId="{DDA81D77-DDBB-4C92-9D52-66F6172221C8}" dt="2022-12-01T09:46:24.527" v="3490" actId="165"/>
          <ac:grpSpMkLst>
            <pc:docMk/>
            <pc:sldMk cId="2606611971" sldId="467"/>
            <ac:grpSpMk id="37" creationId="{82F82052-BE27-32E4-D444-D5915F7BED20}"/>
          </ac:grpSpMkLst>
        </pc:grpChg>
        <pc:grpChg chg="mod">
          <ac:chgData name="Alexandre Quach" userId="03a3b9a4-365b-425e-bba9-a77346403bac" providerId="ADAL" clId="{DDA81D77-DDBB-4C92-9D52-66F6172221C8}" dt="2022-12-01T09:46:24.527" v="3490" actId="165"/>
          <ac:grpSpMkLst>
            <pc:docMk/>
            <pc:sldMk cId="2606611971" sldId="467"/>
            <ac:grpSpMk id="38" creationId="{CB99E5D5-71D2-659D-BF1C-85D23D0A609B}"/>
          </ac:grpSpMkLst>
        </pc:grpChg>
        <pc:grpChg chg="add mod topLvl">
          <ac:chgData name="Alexandre Quach" userId="03a3b9a4-365b-425e-bba9-a77346403bac" providerId="ADAL" clId="{DDA81D77-DDBB-4C92-9D52-66F6172221C8}" dt="2022-12-01T09:46:34.926" v="3492" actId="1076"/>
          <ac:grpSpMkLst>
            <pc:docMk/>
            <pc:sldMk cId="2606611971" sldId="467"/>
            <ac:grpSpMk id="43" creationId="{6A476FD6-EF89-8A85-E680-1236549FFB0A}"/>
          </ac:grpSpMkLst>
        </pc:grpChg>
        <pc:grpChg chg="add mod topLvl">
          <ac:chgData name="Alexandre Quach" userId="03a3b9a4-365b-425e-bba9-a77346403bac" providerId="ADAL" clId="{DDA81D77-DDBB-4C92-9D52-66F6172221C8}" dt="2022-12-01T09:46:24.527" v="3490" actId="165"/>
          <ac:grpSpMkLst>
            <pc:docMk/>
            <pc:sldMk cId="2606611971" sldId="467"/>
            <ac:grpSpMk id="57" creationId="{083EDE75-9CA9-F9DE-FEA2-21C666E7E6E2}"/>
          </ac:grpSpMkLst>
        </pc:grpChg>
        <pc:grpChg chg="mod">
          <ac:chgData name="Alexandre Quach" userId="03a3b9a4-365b-425e-bba9-a77346403bac" providerId="ADAL" clId="{DDA81D77-DDBB-4C92-9D52-66F6172221C8}" dt="2022-12-01T09:46:24.527" v="3490" actId="165"/>
          <ac:grpSpMkLst>
            <pc:docMk/>
            <pc:sldMk cId="2606611971" sldId="467"/>
            <ac:grpSpMk id="58" creationId="{EFEA7E51-E6FB-EA8C-551A-A5EB1F562DB2}"/>
          </ac:grpSpMkLst>
        </pc:grpChg>
        <pc:grpChg chg="add mod topLvl">
          <ac:chgData name="Alexandre Quach" userId="03a3b9a4-365b-425e-bba9-a77346403bac" providerId="ADAL" clId="{DDA81D77-DDBB-4C92-9D52-66F6172221C8}" dt="2022-12-01T09:46:24.527" v="3490" actId="165"/>
          <ac:grpSpMkLst>
            <pc:docMk/>
            <pc:sldMk cId="2606611971" sldId="467"/>
            <ac:grpSpMk id="63" creationId="{252CBC22-0076-09AD-F168-6E1A698D9C43}"/>
          </ac:grpSpMkLst>
        </pc:grpChg>
        <pc:grpChg chg="add mod topLvl">
          <ac:chgData name="Alexandre Quach" userId="03a3b9a4-365b-425e-bba9-a77346403bac" providerId="ADAL" clId="{DDA81D77-DDBB-4C92-9D52-66F6172221C8}" dt="2022-12-01T09:46:24.527" v="3490" actId="165"/>
          <ac:grpSpMkLst>
            <pc:docMk/>
            <pc:sldMk cId="2606611971" sldId="467"/>
            <ac:grpSpMk id="66" creationId="{E75DD5B5-EDD4-50B2-7197-9BD04AF4872D}"/>
          </ac:grpSpMkLst>
        </pc:grpChg>
        <pc:grpChg chg="add mod topLvl">
          <ac:chgData name="Alexandre Quach" userId="03a3b9a4-365b-425e-bba9-a77346403bac" providerId="ADAL" clId="{DDA81D77-DDBB-4C92-9D52-66F6172221C8}" dt="2022-12-01T09:46:24.527" v="3490" actId="165"/>
          <ac:grpSpMkLst>
            <pc:docMk/>
            <pc:sldMk cId="2606611971" sldId="467"/>
            <ac:grpSpMk id="130" creationId="{D2CF2E28-7E41-9075-1D83-BA2424073B56}"/>
          </ac:grpSpMkLst>
        </pc:grpChg>
        <pc:grpChg chg="mod">
          <ac:chgData name="Alexandre Quach" userId="03a3b9a4-365b-425e-bba9-a77346403bac" providerId="ADAL" clId="{DDA81D77-DDBB-4C92-9D52-66F6172221C8}" dt="2022-12-01T09:46:24.527" v="3490" actId="165"/>
          <ac:grpSpMkLst>
            <pc:docMk/>
            <pc:sldMk cId="2606611971" sldId="467"/>
            <ac:grpSpMk id="131" creationId="{7C9AFDAD-C023-2C6E-2D9A-66AA7D0812E4}"/>
          </ac:grpSpMkLst>
        </pc:grpChg>
        <pc:grpChg chg="add mod topLvl">
          <ac:chgData name="Alexandre Quach" userId="03a3b9a4-365b-425e-bba9-a77346403bac" providerId="ADAL" clId="{DDA81D77-DDBB-4C92-9D52-66F6172221C8}" dt="2022-12-01T09:46:24.527" v="3490" actId="165"/>
          <ac:grpSpMkLst>
            <pc:docMk/>
            <pc:sldMk cId="2606611971" sldId="467"/>
            <ac:grpSpMk id="136" creationId="{ACFCC49F-2590-2019-0612-620415CB18C4}"/>
          </ac:grpSpMkLst>
        </pc:grpChg>
        <pc:grpChg chg="add mod topLvl">
          <ac:chgData name="Alexandre Quach" userId="03a3b9a4-365b-425e-bba9-a77346403bac" providerId="ADAL" clId="{DDA81D77-DDBB-4C92-9D52-66F6172221C8}" dt="2022-12-01T09:46:24.527" v="3490" actId="165"/>
          <ac:grpSpMkLst>
            <pc:docMk/>
            <pc:sldMk cId="2606611971" sldId="467"/>
            <ac:grpSpMk id="139" creationId="{CF26DE29-0D9C-BC2F-503C-6927EE7195AC}"/>
          </ac:grpSpMkLst>
        </pc:grpChg>
        <pc:grpChg chg="add del mod">
          <ac:chgData name="Alexandre Quach" userId="03a3b9a4-365b-425e-bba9-a77346403bac" providerId="ADAL" clId="{DDA81D77-DDBB-4C92-9D52-66F6172221C8}" dt="2022-12-01T09:46:24.527" v="3490" actId="165"/>
          <ac:grpSpMkLst>
            <pc:docMk/>
            <pc:sldMk cId="2606611971" sldId="467"/>
            <ac:grpSpMk id="157" creationId="{EE5AE200-69F9-AC4B-FD5A-9F41A1C9560B}"/>
          </ac:grpSpMkLst>
        </pc:grpChg>
        <pc:picChg chg="mod">
          <ac:chgData name="Alexandre Quach" userId="03a3b9a4-365b-425e-bba9-a77346403bac" providerId="ADAL" clId="{DDA81D77-DDBB-4C92-9D52-66F6172221C8}" dt="2022-12-01T09:46:24.527" v="3490" actId="165"/>
          <ac:picMkLst>
            <pc:docMk/>
            <pc:sldMk cId="2606611971" sldId="467"/>
            <ac:picMk id="33" creationId="{F16E4C69-D090-739C-178A-3D6D44871E9A}"/>
          </ac:picMkLst>
        </pc:picChg>
        <pc:picChg chg="mod">
          <ac:chgData name="Alexandre Quach" userId="03a3b9a4-365b-425e-bba9-a77346403bac" providerId="ADAL" clId="{DDA81D77-DDBB-4C92-9D52-66F6172221C8}" dt="2022-12-01T09:46:24.527" v="3490" actId="165"/>
          <ac:picMkLst>
            <pc:docMk/>
            <pc:sldMk cId="2606611971" sldId="467"/>
            <ac:picMk id="34" creationId="{0F10DE3E-EFC4-02AE-0C3B-EEA1547D4E4B}"/>
          </ac:picMkLst>
        </pc:picChg>
        <pc:picChg chg="mod">
          <ac:chgData name="Alexandre Quach" userId="03a3b9a4-365b-425e-bba9-a77346403bac" providerId="ADAL" clId="{DDA81D77-DDBB-4C92-9D52-66F6172221C8}" dt="2022-12-01T09:46:24.527" v="3490" actId="165"/>
          <ac:picMkLst>
            <pc:docMk/>
            <pc:sldMk cId="2606611971" sldId="467"/>
            <ac:picMk id="35" creationId="{131661CC-49DB-8FE6-CBA3-3EF5F048E5BF}"/>
          </ac:picMkLst>
        </pc:picChg>
        <pc:picChg chg="mod">
          <ac:chgData name="Alexandre Quach" userId="03a3b9a4-365b-425e-bba9-a77346403bac" providerId="ADAL" clId="{DDA81D77-DDBB-4C92-9D52-66F6172221C8}" dt="2022-12-01T09:46:24.527" v="3490" actId="165"/>
          <ac:picMkLst>
            <pc:docMk/>
            <pc:sldMk cId="2606611971" sldId="467"/>
            <ac:picMk id="39" creationId="{F94F39CF-B04C-9BC6-E597-83FDE8D82A0E}"/>
          </ac:picMkLst>
        </pc:picChg>
        <pc:picChg chg="mod">
          <ac:chgData name="Alexandre Quach" userId="03a3b9a4-365b-425e-bba9-a77346403bac" providerId="ADAL" clId="{DDA81D77-DDBB-4C92-9D52-66F6172221C8}" dt="2022-12-01T09:46:24.527" v="3490" actId="165"/>
          <ac:picMkLst>
            <pc:docMk/>
            <pc:sldMk cId="2606611971" sldId="467"/>
            <ac:picMk id="40" creationId="{F4DFAFA3-C374-43E8-15E5-EA9FB600F445}"/>
          </ac:picMkLst>
        </pc:picChg>
        <pc:picChg chg="mod">
          <ac:chgData name="Alexandre Quach" userId="03a3b9a4-365b-425e-bba9-a77346403bac" providerId="ADAL" clId="{DDA81D77-DDBB-4C92-9D52-66F6172221C8}" dt="2022-12-01T09:46:24.527" v="3490" actId="165"/>
          <ac:picMkLst>
            <pc:docMk/>
            <pc:sldMk cId="2606611971" sldId="467"/>
            <ac:picMk id="41" creationId="{88F635BD-327C-0B18-A139-9FD5D7A5FE7F}"/>
          </ac:picMkLst>
        </pc:picChg>
        <pc:picChg chg="mod">
          <ac:chgData name="Alexandre Quach" userId="03a3b9a4-365b-425e-bba9-a77346403bac" providerId="ADAL" clId="{DDA81D77-DDBB-4C92-9D52-66F6172221C8}" dt="2022-12-01T09:46:24.527" v="3490" actId="165"/>
          <ac:picMkLst>
            <pc:docMk/>
            <pc:sldMk cId="2606611971" sldId="467"/>
            <ac:picMk id="44" creationId="{208F0739-AF27-E48B-2737-E6B8D910A391}"/>
          </ac:picMkLst>
        </pc:picChg>
        <pc:picChg chg="mod">
          <ac:chgData name="Alexandre Quach" userId="03a3b9a4-365b-425e-bba9-a77346403bac" providerId="ADAL" clId="{DDA81D77-DDBB-4C92-9D52-66F6172221C8}" dt="2022-12-01T09:46:24.527" v="3490" actId="165"/>
          <ac:picMkLst>
            <pc:docMk/>
            <pc:sldMk cId="2606611971" sldId="467"/>
            <ac:picMk id="60" creationId="{1EEAF95D-70C2-B369-278E-61F07CEC0A9A}"/>
          </ac:picMkLst>
        </pc:picChg>
        <pc:picChg chg="mod">
          <ac:chgData name="Alexandre Quach" userId="03a3b9a4-365b-425e-bba9-a77346403bac" providerId="ADAL" clId="{DDA81D77-DDBB-4C92-9D52-66F6172221C8}" dt="2022-12-01T09:46:24.527" v="3490" actId="165"/>
          <ac:picMkLst>
            <pc:docMk/>
            <pc:sldMk cId="2606611971" sldId="467"/>
            <ac:picMk id="64" creationId="{5E6004A7-AB6A-1C3A-E64D-42916E5F7168}"/>
          </ac:picMkLst>
        </pc:picChg>
        <pc:picChg chg="mod">
          <ac:chgData name="Alexandre Quach" userId="03a3b9a4-365b-425e-bba9-a77346403bac" providerId="ADAL" clId="{DDA81D77-DDBB-4C92-9D52-66F6172221C8}" dt="2022-12-01T09:46:24.527" v="3490" actId="165"/>
          <ac:picMkLst>
            <pc:docMk/>
            <pc:sldMk cId="2606611971" sldId="467"/>
            <ac:picMk id="67" creationId="{3C815062-1F3B-28BE-462F-74C46707FDE1}"/>
          </ac:picMkLst>
        </pc:picChg>
        <pc:picChg chg="mod">
          <ac:chgData name="Alexandre Quach" userId="03a3b9a4-365b-425e-bba9-a77346403bac" providerId="ADAL" clId="{DDA81D77-DDBB-4C92-9D52-66F6172221C8}" dt="2022-12-01T09:46:24.527" v="3490" actId="165"/>
          <ac:picMkLst>
            <pc:docMk/>
            <pc:sldMk cId="2606611971" sldId="467"/>
            <ac:picMk id="133" creationId="{97E55981-771A-1B4F-5CDC-C29B1BE9B7E6}"/>
          </ac:picMkLst>
        </pc:picChg>
        <pc:picChg chg="mod">
          <ac:chgData name="Alexandre Quach" userId="03a3b9a4-365b-425e-bba9-a77346403bac" providerId="ADAL" clId="{DDA81D77-DDBB-4C92-9D52-66F6172221C8}" dt="2022-12-01T09:46:24.527" v="3490" actId="165"/>
          <ac:picMkLst>
            <pc:docMk/>
            <pc:sldMk cId="2606611971" sldId="467"/>
            <ac:picMk id="137" creationId="{6DE0281D-052C-FAB1-E352-83E574578A91}"/>
          </ac:picMkLst>
        </pc:picChg>
        <pc:picChg chg="mod">
          <ac:chgData name="Alexandre Quach" userId="03a3b9a4-365b-425e-bba9-a77346403bac" providerId="ADAL" clId="{DDA81D77-DDBB-4C92-9D52-66F6172221C8}" dt="2022-12-01T09:46:24.527" v="3490" actId="165"/>
          <ac:picMkLst>
            <pc:docMk/>
            <pc:sldMk cId="2606611971" sldId="467"/>
            <ac:picMk id="140" creationId="{63D793D0-2B6E-4EDE-DC0E-5C22B51EA982}"/>
          </ac:picMkLst>
        </pc:picChg>
        <pc:picChg chg="add mod topLvl">
          <ac:chgData name="Alexandre Quach" userId="03a3b9a4-365b-425e-bba9-a77346403bac" providerId="ADAL" clId="{DDA81D77-DDBB-4C92-9D52-66F6172221C8}" dt="2022-12-01T09:46:31.573" v="3491" actId="1076"/>
          <ac:picMkLst>
            <pc:docMk/>
            <pc:sldMk cId="2606611971" sldId="467"/>
            <ac:picMk id="142" creationId="{11BFAECD-5C79-8435-D41F-E75939417814}"/>
          </ac:picMkLst>
        </pc:picChg>
        <pc:picChg chg="add mod topLvl">
          <ac:chgData name="Alexandre Quach" userId="03a3b9a4-365b-425e-bba9-a77346403bac" providerId="ADAL" clId="{DDA81D77-DDBB-4C92-9D52-66F6172221C8}" dt="2022-12-01T09:46:24.527" v="3490" actId="165"/>
          <ac:picMkLst>
            <pc:docMk/>
            <pc:sldMk cId="2606611971" sldId="467"/>
            <ac:picMk id="143" creationId="{4962277E-4851-3649-CE9E-4EDF0B9F4426}"/>
          </ac:picMkLst>
        </pc:picChg>
      </pc:sldChg>
      <pc:sldChg chg="addSp delSp modSp new mod">
        <pc:chgData name="Alexandre Quach" userId="03a3b9a4-365b-425e-bba9-a77346403bac" providerId="ADAL" clId="{DDA81D77-DDBB-4C92-9D52-66F6172221C8}" dt="2022-12-01T14:31:20.546" v="8357" actId="1076"/>
        <pc:sldMkLst>
          <pc:docMk/>
          <pc:sldMk cId="1251916855" sldId="468"/>
        </pc:sldMkLst>
        <pc:spChg chg="mod">
          <ac:chgData name="Alexandre Quach" userId="03a3b9a4-365b-425e-bba9-a77346403bac" providerId="ADAL" clId="{DDA81D77-DDBB-4C92-9D52-66F6172221C8}" dt="2022-12-01T09:55:01.062" v="3552" actId="404"/>
          <ac:spMkLst>
            <pc:docMk/>
            <pc:sldMk cId="1251916855" sldId="468"/>
            <ac:spMk id="2" creationId="{1A9A9840-127B-1BE3-B39A-28456D9D01F5}"/>
          </ac:spMkLst>
        </pc:spChg>
        <pc:spChg chg="del">
          <ac:chgData name="Alexandre Quach" userId="03a3b9a4-365b-425e-bba9-a77346403bac" providerId="ADAL" clId="{DDA81D77-DDBB-4C92-9D52-66F6172221C8}" dt="2022-12-01T09:55:16.789" v="3553" actId="478"/>
          <ac:spMkLst>
            <pc:docMk/>
            <pc:sldMk cId="1251916855" sldId="468"/>
            <ac:spMk id="3" creationId="{B54D1A42-963B-16A8-5D7A-0E19005D9B6A}"/>
          </ac:spMkLst>
        </pc:spChg>
        <pc:spChg chg="mod">
          <ac:chgData name="Alexandre Quach" userId="03a3b9a4-365b-425e-bba9-a77346403bac" providerId="ADAL" clId="{DDA81D77-DDBB-4C92-9D52-66F6172221C8}" dt="2022-12-01T09:55:17.218" v="3554"/>
          <ac:spMkLst>
            <pc:docMk/>
            <pc:sldMk cId="1251916855" sldId="468"/>
            <ac:spMk id="5" creationId="{D432B09B-E366-4EB0-5559-D374AD095000}"/>
          </ac:spMkLst>
        </pc:spChg>
        <pc:spChg chg="mod">
          <ac:chgData name="Alexandre Quach" userId="03a3b9a4-365b-425e-bba9-a77346403bac" providerId="ADAL" clId="{DDA81D77-DDBB-4C92-9D52-66F6172221C8}" dt="2022-12-01T09:55:17.218" v="3554"/>
          <ac:spMkLst>
            <pc:docMk/>
            <pc:sldMk cId="1251916855" sldId="468"/>
            <ac:spMk id="6" creationId="{79953A9B-592B-C12E-A73F-9215DF995619}"/>
          </ac:spMkLst>
        </pc:spChg>
        <pc:spChg chg="mod">
          <ac:chgData name="Alexandre Quach" userId="03a3b9a4-365b-425e-bba9-a77346403bac" providerId="ADAL" clId="{DDA81D77-DDBB-4C92-9D52-66F6172221C8}" dt="2022-12-01T09:55:17.218" v="3554"/>
          <ac:spMkLst>
            <pc:docMk/>
            <pc:sldMk cId="1251916855" sldId="468"/>
            <ac:spMk id="7" creationId="{3E657C42-D40A-9CDD-F95C-E6B8BC36953B}"/>
          </ac:spMkLst>
        </pc:spChg>
        <pc:spChg chg="mod">
          <ac:chgData name="Alexandre Quach" userId="03a3b9a4-365b-425e-bba9-a77346403bac" providerId="ADAL" clId="{DDA81D77-DDBB-4C92-9D52-66F6172221C8}" dt="2022-12-01T09:55:17.218" v="3554"/>
          <ac:spMkLst>
            <pc:docMk/>
            <pc:sldMk cId="1251916855" sldId="468"/>
            <ac:spMk id="8" creationId="{51304960-7211-D7AB-6E19-C53A251E9ECA}"/>
          </ac:spMkLst>
        </pc:spChg>
        <pc:spChg chg="mod">
          <ac:chgData name="Alexandre Quach" userId="03a3b9a4-365b-425e-bba9-a77346403bac" providerId="ADAL" clId="{DDA81D77-DDBB-4C92-9D52-66F6172221C8}" dt="2022-12-01T09:55:17.218" v="3554"/>
          <ac:spMkLst>
            <pc:docMk/>
            <pc:sldMk cId="1251916855" sldId="468"/>
            <ac:spMk id="9" creationId="{8AFE2056-0543-8F70-03B6-CE449E9C3B29}"/>
          </ac:spMkLst>
        </pc:spChg>
        <pc:spChg chg="add del mod">
          <ac:chgData name="Alexandre Quach" userId="03a3b9a4-365b-425e-bba9-a77346403bac" providerId="ADAL" clId="{DDA81D77-DDBB-4C92-9D52-66F6172221C8}" dt="2022-12-01T09:55:30.512" v="3559" actId="478"/>
          <ac:spMkLst>
            <pc:docMk/>
            <pc:sldMk cId="1251916855" sldId="468"/>
            <ac:spMk id="10" creationId="{E34D9662-A4A5-A16B-08BA-26439F63773B}"/>
          </ac:spMkLst>
        </pc:spChg>
        <pc:spChg chg="add mod">
          <ac:chgData name="Alexandre Quach" userId="03a3b9a4-365b-425e-bba9-a77346403bac" providerId="ADAL" clId="{DDA81D77-DDBB-4C92-9D52-66F6172221C8}" dt="2022-12-01T09:55:45.379" v="3560"/>
          <ac:spMkLst>
            <pc:docMk/>
            <pc:sldMk cId="1251916855" sldId="468"/>
            <ac:spMk id="11" creationId="{D685F454-8AF5-8E9D-CE15-22DE00B91CAE}"/>
          </ac:spMkLst>
        </pc:spChg>
        <pc:spChg chg="add mod">
          <ac:chgData name="Alexandre Quach" userId="03a3b9a4-365b-425e-bba9-a77346403bac" providerId="ADAL" clId="{DDA81D77-DDBB-4C92-9D52-66F6172221C8}" dt="2022-12-01T09:55:45.379" v="3560"/>
          <ac:spMkLst>
            <pc:docMk/>
            <pc:sldMk cId="1251916855" sldId="468"/>
            <ac:spMk id="12" creationId="{3B12E90E-0E48-60E9-6219-F4DA7D9B36DE}"/>
          </ac:spMkLst>
        </pc:spChg>
        <pc:spChg chg="add mod">
          <ac:chgData name="Alexandre Quach" userId="03a3b9a4-365b-425e-bba9-a77346403bac" providerId="ADAL" clId="{DDA81D77-DDBB-4C92-9D52-66F6172221C8}" dt="2022-12-01T09:55:45.379" v="3560"/>
          <ac:spMkLst>
            <pc:docMk/>
            <pc:sldMk cId="1251916855" sldId="468"/>
            <ac:spMk id="13" creationId="{F01E7664-2433-53C7-10E7-1E91AA41F69A}"/>
          </ac:spMkLst>
        </pc:spChg>
        <pc:spChg chg="add mod">
          <ac:chgData name="Alexandre Quach" userId="03a3b9a4-365b-425e-bba9-a77346403bac" providerId="ADAL" clId="{DDA81D77-DDBB-4C92-9D52-66F6172221C8}" dt="2022-12-01T11:11:27.983" v="6125" actId="207"/>
          <ac:spMkLst>
            <pc:docMk/>
            <pc:sldMk cId="1251916855" sldId="468"/>
            <ac:spMk id="14" creationId="{B775C4FC-F439-7DFB-C557-A26DBB8A8B9C}"/>
          </ac:spMkLst>
        </pc:spChg>
        <pc:spChg chg="add mod">
          <ac:chgData name="Alexandre Quach" userId="03a3b9a4-365b-425e-bba9-a77346403bac" providerId="ADAL" clId="{DDA81D77-DDBB-4C92-9D52-66F6172221C8}" dt="2022-12-01T11:11:27.983" v="6125" actId="207"/>
          <ac:spMkLst>
            <pc:docMk/>
            <pc:sldMk cId="1251916855" sldId="468"/>
            <ac:spMk id="15" creationId="{EC218C87-D8FE-4E45-56CA-2E45DD30DB1A}"/>
          </ac:spMkLst>
        </pc:spChg>
        <pc:spChg chg="add mod">
          <ac:chgData name="Alexandre Quach" userId="03a3b9a4-365b-425e-bba9-a77346403bac" providerId="ADAL" clId="{DDA81D77-DDBB-4C92-9D52-66F6172221C8}" dt="2022-12-01T14:12:46.916" v="7569" actId="20577"/>
          <ac:spMkLst>
            <pc:docMk/>
            <pc:sldMk cId="1251916855" sldId="468"/>
            <ac:spMk id="16" creationId="{E67DB36E-F593-C5F4-6DB8-AEB96EB2DD7A}"/>
          </ac:spMkLst>
        </pc:spChg>
        <pc:spChg chg="add mod">
          <ac:chgData name="Alexandre Quach" userId="03a3b9a4-365b-425e-bba9-a77346403bac" providerId="ADAL" clId="{DDA81D77-DDBB-4C92-9D52-66F6172221C8}" dt="2022-12-01T14:14:36.672" v="7739" actId="20577"/>
          <ac:spMkLst>
            <pc:docMk/>
            <pc:sldMk cId="1251916855" sldId="468"/>
            <ac:spMk id="17" creationId="{E6FFB597-BA97-4CA8-A415-B609C6036641}"/>
          </ac:spMkLst>
        </pc:spChg>
        <pc:spChg chg="add mod">
          <ac:chgData name="Alexandre Quach" userId="03a3b9a4-365b-425e-bba9-a77346403bac" providerId="ADAL" clId="{DDA81D77-DDBB-4C92-9D52-66F6172221C8}" dt="2022-12-01T14:14:49.572" v="7797" actId="313"/>
          <ac:spMkLst>
            <pc:docMk/>
            <pc:sldMk cId="1251916855" sldId="468"/>
            <ac:spMk id="18" creationId="{AB3335A9-BA06-F564-865B-05511A68DC42}"/>
          </ac:spMkLst>
        </pc:spChg>
        <pc:spChg chg="add mod">
          <ac:chgData name="Alexandre Quach" userId="03a3b9a4-365b-425e-bba9-a77346403bac" providerId="ADAL" clId="{DDA81D77-DDBB-4C92-9D52-66F6172221C8}" dt="2022-12-01T14:13:56.044" v="7620" actId="20577"/>
          <ac:spMkLst>
            <pc:docMk/>
            <pc:sldMk cId="1251916855" sldId="468"/>
            <ac:spMk id="19" creationId="{E0569BAE-A862-F5BF-0510-F3E10AE91112}"/>
          </ac:spMkLst>
        </pc:spChg>
        <pc:spChg chg="add mod">
          <ac:chgData name="Alexandre Quach" userId="03a3b9a4-365b-425e-bba9-a77346403bac" providerId="ADAL" clId="{DDA81D77-DDBB-4C92-9D52-66F6172221C8}" dt="2022-12-01T14:14:14.092" v="7685" actId="20577"/>
          <ac:spMkLst>
            <pc:docMk/>
            <pc:sldMk cId="1251916855" sldId="468"/>
            <ac:spMk id="20" creationId="{3329E95A-C430-88A1-8AF6-711B3094F9A3}"/>
          </ac:spMkLst>
        </pc:spChg>
        <pc:spChg chg="add mod">
          <ac:chgData name="Alexandre Quach" userId="03a3b9a4-365b-425e-bba9-a77346403bac" providerId="ADAL" clId="{DDA81D77-DDBB-4C92-9D52-66F6172221C8}" dt="2022-12-01T14:24:24.729" v="8067" actId="1076"/>
          <ac:spMkLst>
            <pc:docMk/>
            <pc:sldMk cId="1251916855" sldId="468"/>
            <ac:spMk id="21" creationId="{52D531BF-E6CD-0BE6-362A-B99C7ECE068E}"/>
          </ac:spMkLst>
        </pc:spChg>
        <pc:spChg chg="add mod">
          <ac:chgData name="Alexandre Quach" userId="03a3b9a4-365b-425e-bba9-a77346403bac" providerId="ADAL" clId="{DDA81D77-DDBB-4C92-9D52-66F6172221C8}" dt="2022-12-01T14:24:15.417" v="8054" actId="1076"/>
          <ac:spMkLst>
            <pc:docMk/>
            <pc:sldMk cId="1251916855" sldId="468"/>
            <ac:spMk id="22" creationId="{DB16DF44-DD8E-380F-0D09-B7A3C02688C1}"/>
          </ac:spMkLst>
        </pc:spChg>
        <pc:spChg chg="add mod">
          <ac:chgData name="Alexandre Quach" userId="03a3b9a4-365b-425e-bba9-a77346403bac" providerId="ADAL" clId="{DDA81D77-DDBB-4C92-9D52-66F6172221C8}" dt="2022-12-01T14:24:27.338" v="8068" actId="1076"/>
          <ac:spMkLst>
            <pc:docMk/>
            <pc:sldMk cId="1251916855" sldId="468"/>
            <ac:spMk id="23" creationId="{3F153535-2DC8-9F07-364B-AC9D8827417E}"/>
          </ac:spMkLst>
        </pc:spChg>
        <pc:spChg chg="add mod">
          <ac:chgData name="Alexandre Quach" userId="03a3b9a4-365b-425e-bba9-a77346403bac" providerId="ADAL" clId="{DDA81D77-DDBB-4C92-9D52-66F6172221C8}" dt="2022-12-01T14:25:01.515" v="8139" actId="20577"/>
          <ac:spMkLst>
            <pc:docMk/>
            <pc:sldMk cId="1251916855" sldId="468"/>
            <ac:spMk id="24" creationId="{4FAC6B43-F123-77E2-7D72-BECCCEAD7952}"/>
          </ac:spMkLst>
        </pc:spChg>
        <pc:spChg chg="add mod">
          <ac:chgData name="Alexandre Quach" userId="03a3b9a4-365b-425e-bba9-a77346403bac" providerId="ADAL" clId="{DDA81D77-DDBB-4C92-9D52-66F6172221C8}" dt="2022-12-01T14:25:49.913" v="8215" actId="14100"/>
          <ac:spMkLst>
            <pc:docMk/>
            <pc:sldMk cId="1251916855" sldId="468"/>
            <ac:spMk id="25" creationId="{5F60151E-9A7A-1E86-90F7-38DE962505CC}"/>
          </ac:spMkLst>
        </pc:spChg>
        <pc:spChg chg="add mod">
          <ac:chgData name="Alexandre Quach" userId="03a3b9a4-365b-425e-bba9-a77346403bac" providerId="ADAL" clId="{DDA81D77-DDBB-4C92-9D52-66F6172221C8}" dt="2022-12-01T14:26:25.330" v="8294" actId="20577"/>
          <ac:spMkLst>
            <pc:docMk/>
            <pc:sldMk cId="1251916855" sldId="468"/>
            <ac:spMk id="26" creationId="{A79E8508-BE26-2254-54ED-B32C0ADB3208}"/>
          </ac:spMkLst>
        </pc:spChg>
        <pc:spChg chg="add mod">
          <ac:chgData name="Alexandre Quach" userId="03a3b9a4-365b-425e-bba9-a77346403bac" providerId="ADAL" clId="{DDA81D77-DDBB-4C92-9D52-66F6172221C8}" dt="2022-12-01T14:31:20.546" v="8357" actId="1076"/>
          <ac:spMkLst>
            <pc:docMk/>
            <pc:sldMk cId="1251916855" sldId="468"/>
            <ac:spMk id="27" creationId="{4D8D303A-7040-63F8-11E3-A6256010D94E}"/>
          </ac:spMkLst>
        </pc:spChg>
        <pc:grpChg chg="add del mod">
          <ac:chgData name="Alexandre Quach" userId="03a3b9a4-365b-425e-bba9-a77346403bac" providerId="ADAL" clId="{DDA81D77-DDBB-4C92-9D52-66F6172221C8}" dt="2022-12-01T09:55:28.368" v="3558" actId="478"/>
          <ac:grpSpMkLst>
            <pc:docMk/>
            <pc:sldMk cId="1251916855" sldId="468"/>
            <ac:grpSpMk id="4" creationId="{2F3F985E-BAE6-85AC-E3B0-CDB6C29BC617}"/>
          </ac:grpSpMkLst>
        </pc:grpChg>
      </pc:sldChg>
      <pc:sldChg chg="addSp delSp modSp add mod">
        <pc:chgData name="Alexandre Quach" userId="03a3b9a4-365b-425e-bba9-a77346403bac" providerId="ADAL" clId="{DDA81D77-DDBB-4C92-9D52-66F6172221C8}" dt="2022-12-01T14:50:02.519" v="9196" actId="20577"/>
        <pc:sldMkLst>
          <pc:docMk/>
          <pc:sldMk cId="105799101" sldId="469"/>
        </pc:sldMkLst>
        <pc:spChg chg="add mod">
          <ac:chgData name="Alexandre Quach" userId="03a3b9a4-365b-425e-bba9-a77346403bac" providerId="ADAL" clId="{DDA81D77-DDBB-4C92-9D52-66F6172221C8}" dt="2022-12-01T14:46:57.374" v="8937" actId="20577"/>
          <ac:spMkLst>
            <pc:docMk/>
            <pc:sldMk cId="105799101" sldId="469"/>
            <ac:spMk id="4" creationId="{E2CB23ED-4051-B325-EB53-FDB3B1BD4D68}"/>
          </ac:spMkLst>
        </pc:spChg>
        <pc:spChg chg="add mod">
          <ac:chgData name="Alexandre Quach" userId="03a3b9a4-365b-425e-bba9-a77346403bac" providerId="ADAL" clId="{DDA81D77-DDBB-4C92-9D52-66F6172221C8}" dt="2022-12-01T14:45:56.377" v="8738" actId="14100"/>
          <ac:spMkLst>
            <pc:docMk/>
            <pc:sldMk cId="105799101" sldId="469"/>
            <ac:spMk id="5" creationId="{BE8B0128-3107-BD27-E3E5-FB5812AFF0D9}"/>
          </ac:spMkLst>
        </pc:spChg>
        <pc:spChg chg="add mod">
          <ac:chgData name="Alexandre Quach" userId="03a3b9a4-365b-425e-bba9-a77346403bac" providerId="ADAL" clId="{DDA81D77-DDBB-4C92-9D52-66F6172221C8}" dt="2022-12-01T14:48:25.376" v="9009" actId="20577"/>
          <ac:spMkLst>
            <pc:docMk/>
            <pc:sldMk cId="105799101" sldId="469"/>
            <ac:spMk id="6" creationId="{04690D8A-9AC6-7FB5-79E9-69D840863F5F}"/>
          </ac:spMkLst>
        </pc:spChg>
        <pc:spChg chg="add mod">
          <ac:chgData name="Alexandre Quach" userId="03a3b9a4-365b-425e-bba9-a77346403bac" providerId="ADAL" clId="{DDA81D77-DDBB-4C92-9D52-66F6172221C8}" dt="2022-12-01T14:45:59.443" v="8739" actId="1076"/>
          <ac:spMkLst>
            <pc:docMk/>
            <pc:sldMk cId="105799101" sldId="469"/>
            <ac:spMk id="7" creationId="{E8E4E29D-F3EB-FAF3-AF69-D000DFA1F074}"/>
          </ac:spMkLst>
        </pc:spChg>
        <pc:spChg chg="add mod">
          <ac:chgData name="Alexandre Quach" userId="03a3b9a4-365b-425e-bba9-a77346403bac" providerId="ADAL" clId="{DDA81D77-DDBB-4C92-9D52-66F6172221C8}" dt="2022-12-01T14:45:10.427" v="8580" actId="207"/>
          <ac:spMkLst>
            <pc:docMk/>
            <pc:sldMk cId="105799101" sldId="469"/>
            <ac:spMk id="8" creationId="{EDF9AA84-2EB7-6A39-0C20-4D6F631F5E6E}"/>
          </ac:spMkLst>
        </pc:spChg>
        <pc:spChg chg="add mod">
          <ac:chgData name="Alexandre Quach" userId="03a3b9a4-365b-425e-bba9-a77346403bac" providerId="ADAL" clId="{DDA81D77-DDBB-4C92-9D52-66F6172221C8}" dt="2022-12-01T14:45:16.241" v="8607" actId="20577"/>
          <ac:spMkLst>
            <pc:docMk/>
            <pc:sldMk cId="105799101" sldId="469"/>
            <ac:spMk id="9" creationId="{B0663352-BF71-9B90-C460-4FD1963BBB49}"/>
          </ac:spMkLst>
        </pc:spChg>
        <pc:spChg chg="add mod">
          <ac:chgData name="Alexandre Quach" userId="03a3b9a4-365b-425e-bba9-a77346403bac" providerId="ADAL" clId="{DDA81D77-DDBB-4C92-9D52-66F6172221C8}" dt="2022-12-01T14:46:29.157" v="8820" actId="20577"/>
          <ac:spMkLst>
            <pc:docMk/>
            <pc:sldMk cId="105799101" sldId="469"/>
            <ac:spMk id="10" creationId="{58ADD2EC-71C7-620E-C4C1-03289FCA9B47}"/>
          </ac:spMkLst>
        </pc:spChg>
        <pc:spChg chg="del">
          <ac:chgData name="Alexandre Quach" userId="03a3b9a4-365b-425e-bba9-a77346403bac" providerId="ADAL" clId="{DDA81D77-DDBB-4C92-9D52-66F6172221C8}" dt="2022-12-01T09:59:39.766" v="3575" actId="478"/>
          <ac:spMkLst>
            <pc:docMk/>
            <pc:sldMk cId="105799101" sldId="469"/>
            <ac:spMk id="11" creationId="{D685F454-8AF5-8E9D-CE15-22DE00B91CAE}"/>
          </ac:spMkLst>
        </pc:spChg>
        <pc:spChg chg="del">
          <ac:chgData name="Alexandre Quach" userId="03a3b9a4-365b-425e-bba9-a77346403bac" providerId="ADAL" clId="{DDA81D77-DDBB-4C92-9D52-66F6172221C8}" dt="2022-12-01T09:59:36.998" v="3574" actId="478"/>
          <ac:spMkLst>
            <pc:docMk/>
            <pc:sldMk cId="105799101" sldId="469"/>
            <ac:spMk id="12" creationId="{3B12E90E-0E48-60E9-6219-F4DA7D9B36DE}"/>
          </ac:spMkLst>
        </pc:spChg>
        <pc:spChg chg="del">
          <ac:chgData name="Alexandre Quach" userId="03a3b9a4-365b-425e-bba9-a77346403bac" providerId="ADAL" clId="{DDA81D77-DDBB-4C92-9D52-66F6172221C8}" dt="2022-12-01T09:59:36.998" v="3574" actId="478"/>
          <ac:spMkLst>
            <pc:docMk/>
            <pc:sldMk cId="105799101" sldId="469"/>
            <ac:spMk id="13" creationId="{F01E7664-2433-53C7-10E7-1E91AA41F69A}"/>
          </ac:spMkLst>
        </pc:spChg>
        <pc:spChg chg="del">
          <ac:chgData name="Alexandre Quach" userId="03a3b9a4-365b-425e-bba9-a77346403bac" providerId="ADAL" clId="{DDA81D77-DDBB-4C92-9D52-66F6172221C8}" dt="2022-12-01T09:59:36.998" v="3574" actId="478"/>
          <ac:spMkLst>
            <pc:docMk/>
            <pc:sldMk cId="105799101" sldId="469"/>
            <ac:spMk id="14" creationId="{B775C4FC-F439-7DFB-C557-A26DBB8A8B9C}"/>
          </ac:spMkLst>
        </pc:spChg>
        <pc:spChg chg="del">
          <ac:chgData name="Alexandre Quach" userId="03a3b9a4-365b-425e-bba9-a77346403bac" providerId="ADAL" clId="{DDA81D77-DDBB-4C92-9D52-66F6172221C8}" dt="2022-12-01T09:59:36.998" v="3574" actId="478"/>
          <ac:spMkLst>
            <pc:docMk/>
            <pc:sldMk cId="105799101" sldId="469"/>
            <ac:spMk id="15" creationId="{EC218C87-D8FE-4E45-56CA-2E45DD30DB1A}"/>
          </ac:spMkLst>
        </pc:spChg>
        <pc:spChg chg="del">
          <ac:chgData name="Alexandre Quach" userId="03a3b9a4-365b-425e-bba9-a77346403bac" providerId="ADAL" clId="{DDA81D77-DDBB-4C92-9D52-66F6172221C8}" dt="2022-12-01T09:59:36.998" v="3574" actId="478"/>
          <ac:spMkLst>
            <pc:docMk/>
            <pc:sldMk cId="105799101" sldId="469"/>
            <ac:spMk id="16" creationId="{E67DB36E-F593-C5F4-6DB8-AEB96EB2DD7A}"/>
          </ac:spMkLst>
        </pc:spChg>
        <pc:spChg chg="del">
          <ac:chgData name="Alexandre Quach" userId="03a3b9a4-365b-425e-bba9-a77346403bac" providerId="ADAL" clId="{DDA81D77-DDBB-4C92-9D52-66F6172221C8}" dt="2022-12-01T09:59:36.998" v="3574" actId="478"/>
          <ac:spMkLst>
            <pc:docMk/>
            <pc:sldMk cId="105799101" sldId="469"/>
            <ac:spMk id="17" creationId="{E6FFB597-BA97-4CA8-A415-B609C6036641}"/>
          </ac:spMkLst>
        </pc:spChg>
        <pc:spChg chg="del">
          <ac:chgData name="Alexandre Quach" userId="03a3b9a4-365b-425e-bba9-a77346403bac" providerId="ADAL" clId="{DDA81D77-DDBB-4C92-9D52-66F6172221C8}" dt="2022-12-01T09:59:36.998" v="3574" actId="478"/>
          <ac:spMkLst>
            <pc:docMk/>
            <pc:sldMk cId="105799101" sldId="469"/>
            <ac:spMk id="18" creationId="{AB3335A9-BA06-F564-865B-05511A68DC42}"/>
          </ac:spMkLst>
        </pc:spChg>
        <pc:spChg chg="del">
          <ac:chgData name="Alexandre Quach" userId="03a3b9a4-365b-425e-bba9-a77346403bac" providerId="ADAL" clId="{DDA81D77-DDBB-4C92-9D52-66F6172221C8}" dt="2022-12-01T09:59:36.998" v="3574" actId="478"/>
          <ac:spMkLst>
            <pc:docMk/>
            <pc:sldMk cId="105799101" sldId="469"/>
            <ac:spMk id="19" creationId="{E0569BAE-A862-F5BF-0510-F3E10AE91112}"/>
          </ac:spMkLst>
        </pc:spChg>
        <pc:spChg chg="del">
          <ac:chgData name="Alexandre Quach" userId="03a3b9a4-365b-425e-bba9-a77346403bac" providerId="ADAL" clId="{DDA81D77-DDBB-4C92-9D52-66F6172221C8}" dt="2022-12-01T09:59:36.998" v="3574" actId="478"/>
          <ac:spMkLst>
            <pc:docMk/>
            <pc:sldMk cId="105799101" sldId="469"/>
            <ac:spMk id="20" creationId="{3329E95A-C430-88A1-8AF6-711B3094F9A3}"/>
          </ac:spMkLst>
        </pc:spChg>
        <pc:spChg chg="del">
          <ac:chgData name="Alexandre Quach" userId="03a3b9a4-365b-425e-bba9-a77346403bac" providerId="ADAL" clId="{DDA81D77-DDBB-4C92-9D52-66F6172221C8}" dt="2022-12-01T09:59:36.998" v="3574" actId="478"/>
          <ac:spMkLst>
            <pc:docMk/>
            <pc:sldMk cId="105799101" sldId="469"/>
            <ac:spMk id="21" creationId="{52D531BF-E6CD-0BE6-362A-B99C7ECE068E}"/>
          </ac:spMkLst>
        </pc:spChg>
        <pc:spChg chg="del">
          <ac:chgData name="Alexandre Quach" userId="03a3b9a4-365b-425e-bba9-a77346403bac" providerId="ADAL" clId="{DDA81D77-DDBB-4C92-9D52-66F6172221C8}" dt="2022-12-01T09:59:36.998" v="3574" actId="478"/>
          <ac:spMkLst>
            <pc:docMk/>
            <pc:sldMk cId="105799101" sldId="469"/>
            <ac:spMk id="22" creationId="{DB16DF44-DD8E-380F-0D09-B7A3C02688C1}"/>
          </ac:spMkLst>
        </pc:spChg>
        <pc:spChg chg="del">
          <ac:chgData name="Alexandre Quach" userId="03a3b9a4-365b-425e-bba9-a77346403bac" providerId="ADAL" clId="{DDA81D77-DDBB-4C92-9D52-66F6172221C8}" dt="2022-12-01T09:59:36.998" v="3574" actId="478"/>
          <ac:spMkLst>
            <pc:docMk/>
            <pc:sldMk cId="105799101" sldId="469"/>
            <ac:spMk id="23" creationId="{3F153535-2DC8-9F07-364B-AC9D8827417E}"/>
          </ac:spMkLst>
        </pc:spChg>
        <pc:spChg chg="del">
          <ac:chgData name="Alexandre Quach" userId="03a3b9a4-365b-425e-bba9-a77346403bac" providerId="ADAL" clId="{DDA81D77-DDBB-4C92-9D52-66F6172221C8}" dt="2022-12-01T09:59:36.998" v="3574" actId="478"/>
          <ac:spMkLst>
            <pc:docMk/>
            <pc:sldMk cId="105799101" sldId="469"/>
            <ac:spMk id="24" creationId="{4FAC6B43-F123-77E2-7D72-BECCCEAD7952}"/>
          </ac:spMkLst>
        </pc:spChg>
        <pc:spChg chg="del">
          <ac:chgData name="Alexandre Quach" userId="03a3b9a4-365b-425e-bba9-a77346403bac" providerId="ADAL" clId="{DDA81D77-DDBB-4C92-9D52-66F6172221C8}" dt="2022-12-01T09:59:36.998" v="3574" actId="478"/>
          <ac:spMkLst>
            <pc:docMk/>
            <pc:sldMk cId="105799101" sldId="469"/>
            <ac:spMk id="25" creationId="{5F60151E-9A7A-1E86-90F7-38DE962505CC}"/>
          </ac:spMkLst>
        </pc:spChg>
        <pc:spChg chg="del">
          <ac:chgData name="Alexandre Quach" userId="03a3b9a4-365b-425e-bba9-a77346403bac" providerId="ADAL" clId="{DDA81D77-DDBB-4C92-9D52-66F6172221C8}" dt="2022-12-01T09:59:36.998" v="3574" actId="478"/>
          <ac:spMkLst>
            <pc:docMk/>
            <pc:sldMk cId="105799101" sldId="469"/>
            <ac:spMk id="26" creationId="{A79E8508-BE26-2254-54ED-B32C0ADB3208}"/>
          </ac:spMkLst>
        </pc:spChg>
        <pc:spChg chg="del">
          <ac:chgData name="Alexandre Quach" userId="03a3b9a4-365b-425e-bba9-a77346403bac" providerId="ADAL" clId="{DDA81D77-DDBB-4C92-9D52-66F6172221C8}" dt="2022-12-01T09:59:36.998" v="3574" actId="478"/>
          <ac:spMkLst>
            <pc:docMk/>
            <pc:sldMk cId="105799101" sldId="469"/>
            <ac:spMk id="27" creationId="{4D8D303A-7040-63F8-11E3-A6256010D94E}"/>
          </ac:spMkLst>
        </pc:spChg>
        <pc:spChg chg="add mod">
          <ac:chgData name="Alexandre Quach" userId="03a3b9a4-365b-425e-bba9-a77346403bac" providerId="ADAL" clId="{DDA81D77-DDBB-4C92-9D52-66F6172221C8}" dt="2022-12-01T14:46:14.131" v="8779" actId="20577"/>
          <ac:spMkLst>
            <pc:docMk/>
            <pc:sldMk cId="105799101" sldId="469"/>
            <ac:spMk id="28" creationId="{D09DE783-6751-21B0-C272-C393A8DC7FDA}"/>
          </ac:spMkLst>
        </pc:spChg>
        <pc:spChg chg="add mod">
          <ac:chgData name="Alexandre Quach" userId="03a3b9a4-365b-425e-bba9-a77346403bac" providerId="ADAL" clId="{DDA81D77-DDBB-4C92-9D52-66F6172221C8}" dt="2022-12-01T14:50:02.519" v="9196" actId="20577"/>
          <ac:spMkLst>
            <pc:docMk/>
            <pc:sldMk cId="105799101" sldId="469"/>
            <ac:spMk id="29" creationId="{BEB3CF1B-FD7E-68D3-D0A0-00C47D37FF23}"/>
          </ac:spMkLst>
        </pc:spChg>
        <pc:spChg chg="add mod">
          <ac:chgData name="Alexandre Quach" userId="03a3b9a4-365b-425e-bba9-a77346403bac" providerId="ADAL" clId="{DDA81D77-DDBB-4C92-9D52-66F6172221C8}" dt="2022-12-01T10:11:21.419" v="4263"/>
          <ac:spMkLst>
            <pc:docMk/>
            <pc:sldMk cId="105799101" sldId="469"/>
            <ac:spMk id="30" creationId="{36B11756-B84E-E40A-4463-967AF099682E}"/>
          </ac:spMkLst>
        </pc:spChg>
        <pc:spChg chg="add mod">
          <ac:chgData name="Alexandre Quach" userId="03a3b9a4-365b-425e-bba9-a77346403bac" providerId="ADAL" clId="{DDA81D77-DDBB-4C92-9D52-66F6172221C8}" dt="2022-12-01T10:11:21.419" v="4263"/>
          <ac:spMkLst>
            <pc:docMk/>
            <pc:sldMk cId="105799101" sldId="469"/>
            <ac:spMk id="31" creationId="{23815029-C16E-5FBF-2FD8-5D9FD8B0059C}"/>
          </ac:spMkLst>
        </pc:spChg>
        <pc:spChg chg="add mod">
          <ac:chgData name="Alexandre Quach" userId="03a3b9a4-365b-425e-bba9-a77346403bac" providerId="ADAL" clId="{DDA81D77-DDBB-4C92-9D52-66F6172221C8}" dt="2022-12-01T10:11:21.419" v="4263"/>
          <ac:spMkLst>
            <pc:docMk/>
            <pc:sldMk cId="105799101" sldId="469"/>
            <ac:spMk id="32" creationId="{B8A6E060-0BE3-805A-BAE8-D9A9629F9BDB}"/>
          </ac:spMkLst>
        </pc:spChg>
        <pc:spChg chg="add mod">
          <ac:chgData name="Alexandre Quach" userId="03a3b9a4-365b-425e-bba9-a77346403bac" providerId="ADAL" clId="{DDA81D77-DDBB-4C92-9D52-66F6172221C8}" dt="2022-12-01T10:14:51.950" v="4567" actId="20577"/>
          <ac:spMkLst>
            <pc:docMk/>
            <pc:sldMk cId="105799101" sldId="469"/>
            <ac:spMk id="33" creationId="{B8AEFDB6-F058-332B-F67D-77F5C9CD4CA3}"/>
          </ac:spMkLst>
        </pc:spChg>
        <pc:spChg chg="add mod">
          <ac:chgData name="Alexandre Quach" userId="03a3b9a4-365b-425e-bba9-a77346403bac" providerId="ADAL" clId="{DDA81D77-DDBB-4C92-9D52-66F6172221C8}" dt="2022-12-01T10:13:46.636" v="4457" actId="20577"/>
          <ac:spMkLst>
            <pc:docMk/>
            <pc:sldMk cId="105799101" sldId="469"/>
            <ac:spMk id="34" creationId="{BDA8C875-065D-7B7B-177E-10377A4CB1A3}"/>
          </ac:spMkLst>
        </pc:spChg>
        <pc:spChg chg="add mod">
          <ac:chgData name="Alexandre Quach" userId="03a3b9a4-365b-425e-bba9-a77346403bac" providerId="ADAL" clId="{DDA81D77-DDBB-4C92-9D52-66F6172221C8}" dt="2022-12-01T10:13:54.924" v="4481" actId="20577"/>
          <ac:spMkLst>
            <pc:docMk/>
            <pc:sldMk cId="105799101" sldId="469"/>
            <ac:spMk id="35" creationId="{E12D446B-6709-7F41-0F56-D4EB419F7215}"/>
          </ac:spMkLst>
        </pc:spChg>
        <pc:spChg chg="add del mod">
          <ac:chgData name="Alexandre Quach" userId="03a3b9a4-365b-425e-bba9-a77346403bac" providerId="ADAL" clId="{DDA81D77-DDBB-4C92-9D52-66F6172221C8}" dt="2022-12-01T13:02:22.951" v="6447" actId="478"/>
          <ac:spMkLst>
            <pc:docMk/>
            <pc:sldMk cId="105799101" sldId="469"/>
            <ac:spMk id="39" creationId="{F29C6C40-7240-8EDE-A8EB-26BF5A35DBC4}"/>
          </ac:spMkLst>
        </pc:spChg>
        <pc:spChg chg="add del mod">
          <ac:chgData name="Alexandre Quach" userId="03a3b9a4-365b-425e-bba9-a77346403bac" providerId="ADAL" clId="{DDA81D77-DDBB-4C92-9D52-66F6172221C8}" dt="2022-12-01T13:03:01.820" v="6458" actId="478"/>
          <ac:spMkLst>
            <pc:docMk/>
            <pc:sldMk cId="105799101" sldId="469"/>
            <ac:spMk id="42" creationId="{2640E4BB-5AA2-8EDD-13F4-E96F683692D9}"/>
          </ac:spMkLst>
        </pc:spChg>
        <pc:picChg chg="add mod">
          <ac:chgData name="Alexandre Quach" userId="03a3b9a4-365b-425e-bba9-a77346403bac" providerId="ADAL" clId="{DDA81D77-DDBB-4C92-9D52-66F6172221C8}" dt="2022-12-01T10:11:21.419" v="4263"/>
          <ac:picMkLst>
            <pc:docMk/>
            <pc:sldMk cId="105799101" sldId="469"/>
            <ac:picMk id="3" creationId="{659F6413-BF20-1572-2450-1FE9563B5616}"/>
          </ac:picMkLst>
        </pc:picChg>
        <pc:picChg chg="add mod">
          <ac:chgData name="Alexandre Quach" userId="03a3b9a4-365b-425e-bba9-a77346403bac" providerId="ADAL" clId="{DDA81D77-DDBB-4C92-9D52-66F6172221C8}" dt="2022-12-01T13:03:14.724" v="6462" actId="14100"/>
          <ac:picMkLst>
            <pc:docMk/>
            <pc:sldMk cId="105799101" sldId="469"/>
            <ac:picMk id="36" creationId="{4AB586D8-7C28-C109-A0F9-C98BDA600E65}"/>
          </ac:picMkLst>
        </pc:picChg>
        <pc:picChg chg="add mod">
          <ac:chgData name="Alexandre Quach" userId="03a3b9a4-365b-425e-bba9-a77346403bac" providerId="ADAL" clId="{DDA81D77-DDBB-4C92-9D52-66F6172221C8}" dt="2022-12-01T13:02:35.676" v="6451" actId="1076"/>
          <ac:picMkLst>
            <pc:docMk/>
            <pc:sldMk cId="105799101" sldId="469"/>
            <ac:picMk id="38" creationId="{526F517E-C6AB-9975-3BAE-21294431FEA6}"/>
          </ac:picMkLst>
        </pc:picChg>
        <pc:picChg chg="add mod">
          <ac:chgData name="Alexandre Quach" userId="03a3b9a4-365b-425e-bba9-a77346403bac" providerId="ADAL" clId="{DDA81D77-DDBB-4C92-9D52-66F6172221C8}" dt="2022-12-01T13:03:11.797" v="6461" actId="1076"/>
          <ac:picMkLst>
            <pc:docMk/>
            <pc:sldMk cId="105799101" sldId="469"/>
            <ac:picMk id="41" creationId="{62F8BEFD-66F4-CA32-3943-EF222E4BF825}"/>
          </ac:picMkLst>
        </pc:picChg>
      </pc:sldChg>
      <pc:sldChg chg="addSp delSp modSp add mod ord">
        <pc:chgData name="Alexandre Quach" userId="03a3b9a4-365b-425e-bba9-a77346403bac" providerId="ADAL" clId="{DDA81D77-DDBB-4C92-9D52-66F6172221C8}" dt="2022-12-01T13:00:50.422" v="6438" actId="20577"/>
        <pc:sldMkLst>
          <pc:docMk/>
          <pc:sldMk cId="1429538387" sldId="470"/>
        </pc:sldMkLst>
        <pc:spChg chg="add del mod">
          <ac:chgData name="Alexandre Quach" userId="03a3b9a4-365b-425e-bba9-a77346403bac" providerId="ADAL" clId="{DDA81D77-DDBB-4C92-9D52-66F6172221C8}" dt="2022-12-01T10:01:06.180" v="3643" actId="478"/>
          <ac:spMkLst>
            <pc:docMk/>
            <pc:sldMk cId="1429538387" sldId="470"/>
            <ac:spMk id="2" creationId="{8C72CA50-C64D-CEB5-3FAC-E6467DA7A35F}"/>
          </ac:spMkLst>
        </pc:spChg>
        <pc:spChg chg="add mod">
          <ac:chgData name="Alexandre Quach" userId="03a3b9a4-365b-425e-bba9-a77346403bac" providerId="ADAL" clId="{DDA81D77-DDBB-4C92-9D52-66F6172221C8}" dt="2022-12-01T10:03:22.378" v="3698" actId="14100"/>
          <ac:spMkLst>
            <pc:docMk/>
            <pc:sldMk cId="1429538387" sldId="470"/>
            <ac:spMk id="3" creationId="{D47C2E49-F37F-8646-7212-4F07F51CA7AA}"/>
          </ac:spMkLst>
        </pc:spChg>
        <pc:spChg chg="add del mod">
          <ac:chgData name="Alexandre Quach" userId="03a3b9a4-365b-425e-bba9-a77346403bac" providerId="ADAL" clId="{DDA81D77-DDBB-4C92-9D52-66F6172221C8}" dt="2022-12-01T10:02:16.865" v="3672" actId="21"/>
          <ac:spMkLst>
            <pc:docMk/>
            <pc:sldMk cId="1429538387" sldId="470"/>
            <ac:spMk id="4" creationId="{ECC496B6-55E3-42D1-042A-249D24CF50E1}"/>
          </ac:spMkLst>
        </pc:spChg>
        <pc:spChg chg="add del mod">
          <ac:chgData name="Alexandre Quach" userId="03a3b9a4-365b-425e-bba9-a77346403bac" providerId="ADAL" clId="{DDA81D77-DDBB-4C92-9D52-66F6172221C8}" dt="2022-12-01T10:11:40.693" v="4264" actId="478"/>
          <ac:spMkLst>
            <pc:docMk/>
            <pc:sldMk cId="1429538387" sldId="470"/>
            <ac:spMk id="5" creationId="{F0ED232B-30D1-AF38-9600-0AB21BEC8F72}"/>
          </ac:spMkLst>
        </pc:spChg>
        <pc:spChg chg="add del mod">
          <ac:chgData name="Alexandre Quach" userId="03a3b9a4-365b-425e-bba9-a77346403bac" providerId="ADAL" clId="{DDA81D77-DDBB-4C92-9D52-66F6172221C8}" dt="2022-12-01T10:11:40.693" v="4264" actId="478"/>
          <ac:spMkLst>
            <pc:docMk/>
            <pc:sldMk cId="1429538387" sldId="470"/>
            <ac:spMk id="6" creationId="{2AF22042-7218-6FE4-561F-5427EA4FDD54}"/>
          </ac:spMkLst>
        </pc:spChg>
        <pc:spChg chg="add del mod">
          <ac:chgData name="Alexandre Quach" userId="03a3b9a4-365b-425e-bba9-a77346403bac" providerId="ADAL" clId="{DDA81D77-DDBB-4C92-9D52-66F6172221C8}" dt="2022-12-01T10:11:40.693" v="4264" actId="478"/>
          <ac:spMkLst>
            <pc:docMk/>
            <pc:sldMk cId="1429538387" sldId="470"/>
            <ac:spMk id="7" creationId="{6BF55EE4-2012-861F-A2D5-B67351184F36}"/>
          </ac:spMkLst>
        </pc:spChg>
        <pc:spChg chg="add del mod">
          <ac:chgData name="Alexandre Quach" userId="03a3b9a4-365b-425e-bba9-a77346403bac" providerId="ADAL" clId="{DDA81D77-DDBB-4C92-9D52-66F6172221C8}" dt="2022-12-01T10:03:28.149" v="3699" actId="478"/>
          <ac:spMkLst>
            <pc:docMk/>
            <pc:sldMk cId="1429538387" sldId="470"/>
            <ac:spMk id="8" creationId="{5D7A396B-8E25-81C8-ED7B-F5D4F943AED9}"/>
          </ac:spMkLst>
        </pc:spChg>
        <pc:spChg chg="mod">
          <ac:chgData name="Alexandre Quach" userId="03a3b9a4-365b-425e-bba9-a77346403bac" providerId="ADAL" clId="{DDA81D77-DDBB-4C92-9D52-66F6172221C8}" dt="2022-12-01T10:02:14.949" v="3671" actId="571"/>
          <ac:spMkLst>
            <pc:docMk/>
            <pc:sldMk cId="1429538387" sldId="470"/>
            <ac:spMk id="9" creationId="{C8B58C40-E6ED-4393-9EB4-FC5F99B2C0E3}"/>
          </ac:spMkLst>
        </pc:spChg>
        <pc:spChg chg="add del mod">
          <ac:chgData name="Alexandre Quach" userId="03a3b9a4-365b-425e-bba9-a77346403bac" providerId="ADAL" clId="{DDA81D77-DDBB-4C92-9D52-66F6172221C8}" dt="2022-12-01T10:11:40.693" v="4264" actId="478"/>
          <ac:spMkLst>
            <pc:docMk/>
            <pc:sldMk cId="1429538387" sldId="470"/>
            <ac:spMk id="10" creationId="{FBC5F447-925C-9C8C-4D02-A14F8885ECD8}"/>
          </ac:spMkLst>
        </pc:spChg>
        <pc:spChg chg="add del mod">
          <ac:chgData name="Alexandre Quach" userId="03a3b9a4-365b-425e-bba9-a77346403bac" providerId="ADAL" clId="{DDA81D77-DDBB-4C92-9D52-66F6172221C8}" dt="2022-12-01T10:11:40.693" v="4264" actId="478"/>
          <ac:spMkLst>
            <pc:docMk/>
            <pc:sldMk cId="1429538387" sldId="470"/>
            <ac:spMk id="12" creationId="{43E097DE-7342-8A14-728C-E65B12B3915D}"/>
          </ac:spMkLst>
        </pc:spChg>
        <pc:spChg chg="mod">
          <ac:chgData name="Alexandre Quach" userId="03a3b9a4-365b-425e-bba9-a77346403bac" providerId="ADAL" clId="{DDA81D77-DDBB-4C92-9D52-66F6172221C8}" dt="2022-12-01T10:11:46.412" v="4266"/>
          <ac:spMkLst>
            <pc:docMk/>
            <pc:sldMk cId="1429538387" sldId="470"/>
            <ac:spMk id="13" creationId="{6EAEBC99-93D9-4D07-AE06-CC637108CB65}"/>
          </ac:spMkLst>
        </pc:spChg>
        <pc:spChg chg="mod">
          <ac:chgData name="Alexandre Quach" userId="03a3b9a4-365b-425e-bba9-a77346403bac" providerId="ADAL" clId="{DDA81D77-DDBB-4C92-9D52-66F6172221C8}" dt="2022-12-01T10:04:41.744" v="3750" actId="14100"/>
          <ac:spMkLst>
            <pc:docMk/>
            <pc:sldMk cId="1429538387" sldId="470"/>
            <ac:spMk id="15" creationId="{5C9ABFA4-A687-4145-A31C-105B1C20D9AF}"/>
          </ac:spMkLst>
        </pc:spChg>
        <pc:spChg chg="mod">
          <ac:chgData name="Alexandre Quach" userId="03a3b9a4-365b-425e-bba9-a77346403bac" providerId="ADAL" clId="{DDA81D77-DDBB-4C92-9D52-66F6172221C8}" dt="2022-12-01T10:00:05.276" v="3579" actId="207"/>
          <ac:spMkLst>
            <pc:docMk/>
            <pc:sldMk cId="1429538387" sldId="470"/>
            <ac:spMk id="18" creationId="{8590B99E-8D90-46E0-A048-4F0FAE841974}"/>
          </ac:spMkLst>
        </pc:spChg>
        <pc:spChg chg="add mod">
          <ac:chgData name="Alexandre Quach" userId="03a3b9a4-365b-425e-bba9-a77346403bac" providerId="ADAL" clId="{DDA81D77-DDBB-4C92-9D52-66F6172221C8}" dt="2022-12-01T10:12:10.012" v="4309" actId="14100"/>
          <ac:spMkLst>
            <pc:docMk/>
            <pc:sldMk cId="1429538387" sldId="470"/>
            <ac:spMk id="21" creationId="{C9E93CA3-BFA1-09B9-5136-E8ECBF04180A}"/>
          </ac:spMkLst>
        </pc:spChg>
        <pc:spChg chg="del topLvl">
          <ac:chgData name="Alexandre Quach" userId="03a3b9a4-365b-425e-bba9-a77346403bac" providerId="ADAL" clId="{DDA81D77-DDBB-4C92-9D52-66F6172221C8}" dt="2022-12-01T10:01:35.167" v="3660" actId="478"/>
          <ac:spMkLst>
            <pc:docMk/>
            <pc:sldMk cId="1429538387" sldId="470"/>
            <ac:spMk id="22" creationId="{B0BF1B0E-6AEF-4CEA-B8E6-46F322ECA8F3}"/>
          </ac:spMkLst>
        </pc:spChg>
        <pc:spChg chg="add del mod">
          <ac:chgData name="Alexandre Quach" userId="03a3b9a4-365b-425e-bba9-a77346403bac" providerId="ADAL" clId="{DDA81D77-DDBB-4C92-9D52-66F6172221C8}" dt="2022-12-01T10:03:22.378" v="3698" actId="14100"/>
          <ac:spMkLst>
            <pc:docMk/>
            <pc:sldMk cId="1429538387" sldId="470"/>
            <ac:spMk id="23" creationId="{AFBBC7D3-B091-431A-8BCA-83F21BE57352}"/>
          </ac:spMkLst>
        </pc:spChg>
        <pc:spChg chg="mod">
          <ac:chgData name="Alexandre Quach" userId="03a3b9a4-365b-425e-bba9-a77346403bac" providerId="ADAL" clId="{DDA81D77-DDBB-4C92-9D52-66F6172221C8}" dt="2022-12-01T10:18:18.058" v="4759" actId="1076"/>
          <ac:spMkLst>
            <pc:docMk/>
            <pc:sldMk cId="1429538387" sldId="470"/>
            <ac:spMk id="24" creationId="{EFF0DE9B-E02C-473A-8B24-A7B6892A878E}"/>
          </ac:spMkLst>
        </pc:spChg>
        <pc:spChg chg="add del mod">
          <ac:chgData name="Alexandre Quach" userId="03a3b9a4-365b-425e-bba9-a77346403bac" providerId="ADAL" clId="{DDA81D77-DDBB-4C92-9D52-66F6172221C8}" dt="2022-12-01T10:04:22.049" v="3746" actId="14100"/>
          <ac:spMkLst>
            <pc:docMk/>
            <pc:sldMk cId="1429538387" sldId="470"/>
            <ac:spMk id="26" creationId="{2BA9B966-1DB6-4C70-88F5-D46881927A8B}"/>
          </ac:spMkLst>
        </pc:spChg>
        <pc:spChg chg="add mod">
          <ac:chgData name="Alexandre Quach" userId="03a3b9a4-365b-425e-bba9-a77346403bac" providerId="ADAL" clId="{DDA81D77-DDBB-4C92-9D52-66F6172221C8}" dt="2022-12-01T10:11:41.147" v="4265"/>
          <ac:spMkLst>
            <pc:docMk/>
            <pc:sldMk cId="1429538387" sldId="470"/>
            <ac:spMk id="29" creationId="{F906E31D-56B1-D1BA-37EE-860BB320DB19}"/>
          </ac:spMkLst>
        </pc:spChg>
        <pc:spChg chg="del mod">
          <ac:chgData name="Alexandre Quach" userId="03a3b9a4-365b-425e-bba9-a77346403bac" providerId="ADAL" clId="{DDA81D77-DDBB-4C92-9D52-66F6172221C8}" dt="2022-12-01T10:11:40.693" v="4264" actId="478"/>
          <ac:spMkLst>
            <pc:docMk/>
            <pc:sldMk cId="1429538387" sldId="470"/>
            <ac:spMk id="31" creationId="{AF5F731A-AE9E-4C4A-BEE8-8E063CFB997B}"/>
          </ac:spMkLst>
        </pc:spChg>
        <pc:spChg chg="del">
          <ac:chgData name="Alexandre Quach" userId="03a3b9a4-365b-425e-bba9-a77346403bac" providerId="ADAL" clId="{DDA81D77-DDBB-4C92-9D52-66F6172221C8}" dt="2022-12-01T10:00:35.846" v="3634" actId="478"/>
          <ac:spMkLst>
            <pc:docMk/>
            <pc:sldMk cId="1429538387" sldId="470"/>
            <ac:spMk id="57" creationId="{802F923E-6BDE-4A43-8D74-F4F6A6454C8F}"/>
          </ac:spMkLst>
        </pc:spChg>
        <pc:spChg chg="del">
          <ac:chgData name="Alexandre Quach" userId="03a3b9a4-365b-425e-bba9-a77346403bac" providerId="ADAL" clId="{DDA81D77-DDBB-4C92-9D52-66F6172221C8}" dt="2022-12-01T10:00:35.846" v="3634" actId="478"/>
          <ac:spMkLst>
            <pc:docMk/>
            <pc:sldMk cId="1429538387" sldId="470"/>
            <ac:spMk id="58" creationId="{ABB0CE15-F38E-4B1D-A7E5-53AADAB9D5CA}"/>
          </ac:spMkLst>
        </pc:spChg>
        <pc:spChg chg="del">
          <ac:chgData name="Alexandre Quach" userId="03a3b9a4-365b-425e-bba9-a77346403bac" providerId="ADAL" clId="{DDA81D77-DDBB-4C92-9D52-66F6172221C8}" dt="2022-12-01T10:00:35.846" v="3634" actId="478"/>
          <ac:spMkLst>
            <pc:docMk/>
            <pc:sldMk cId="1429538387" sldId="470"/>
            <ac:spMk id="59" creationId="{95CB8EC9-719A-4BAE-95A5-1CAACC14931A}"/>
          </ac:spMkLst>
        </pc:spChg>
        <pc:spChg chg="del">
          <ac:chgData name="Alexandre Quach" userId="03a3b9a4-365b-425e-bba9-a77346403bac" providerId="ADAL" clId="{DDA81D77-DDBB-4C92-9D52-66F6172221C8}" dt="2022-12-01T10:00:39.436" v="3635" actId="478"/>
          <ac:spMkLst>
            <pc:docMk/>
            <pc:sldMk cId="1429538387" sldId="470"/>
            <ac:spMk id="60" creationId="{BFF81F83-20BC-406E-B95C-5F7E9782470D}"/>
          </ac:spMkLst>
        </pc:spChg>
        <pc:spChg chg="del">
          <ac:chgData name="Alexandre Quach" userId="03a3b9a4-365b-425e-bba9-a77346403bac" providerId="ADAL" clId="{DDA81D77-DDBB-4C92-9D52-66F6172221C8}" dt="2022-12-01T10:00:35.846" v="3634" actId="478"/>
          <ac:spMkLst>
            <pc:docMk/>
            <pc:sldMk cId="1429538387" sldId="470"/>
            <ac:spMk id="61" creationId="{8F59835A-4DE9-444D-B314-2861E10DEEE1}"/>
          </ac:spMkLst>
        </pc:spChg>
        <pc:spChg chg="del mod">
          <ac:chgData name="Alexandre Quach" userId="03a3b9a4-365b-425e-bba9-a77346403bac" providerId="ADAL" clId="{DDA81D77-DDBB-4C92-9D52-66F6172221C8}" dt="2022-12-01T10:11:40.693" v="4264" actId="478"/>
          <ac:spMkLst>
            <pc:docMk/>
            <pc:sldMk cId="1429538387" sldId="470"/>
            <ac:spMk id="62" creationId="{282B66BA-2538-4CB5-95B4-4BA23784C83A}"/>
          </ac:spMkLst>
        </pc:spChg>
        <pc:spChg chg="del mod">
          <ac:chgData name="Alexandre Quach" userId="03a3b9a4-365b-425e-bba9-a77346403bac" providerId="ADAL" clId="{DDA81D77-DDBB-4C92-9D52-66F6172221C8}" dt="2022-12-01T10:11:40.693" v="4264" actId="478"/>
          <ac:spMkLst>
            <pc:docMk/>
            <pc:sldMk cId="1429538387" sldId="470"/>
            <ac:spMk id="63" creationId="{9953795C-EC2C-4A60-B117-7187FA99EDF8}"/>
          </ac:spMkLst>
        </pc:spChg>
        <pc:spChg chg="del mod">
          <ac:chgData name="Alexandre Quach" userId="03a3b9a4-365b-425e-bba9-a77346403bac" providerId="ADAL" clId="{DDA81D77-DDBB-4C92-9D52-66F6172221C8}" dt="2022-12-01T10:11:40.693" v="4264" actId="478"/>
          <ac:spMkLst>
            <pc:docMk/>
            <pc:sldMk cId="1429538387" sldId="470"/>
            <ac:spMk id="64" creationId="{7E65FFF3-72F0-48C4-8152-C1FB94410748}"/>
          </ac:spMkLst>
        </pc:spChg>
        <pc:spChg chg="del mod">
          <ac:chgData name="Alexandre Quach" userId="03a3b9a4-365b-425e-bba9-a77346403bac" providerId="ADAL" clId="{DDA81D77-DDBB-4C92-9D52-66F6172221C8}" dt="2022-12-01T10:11:40.693" v="4264" actId="478"/>
          <ac:spMkLst>
            <pc:docMk/>
            <pc:sldMk cId="1429538387" sldId="470"/>
            <ac:spMk id="65" creationId="{05575A18-C8DC-43BC-BC0E-22471157ADD2}"/>
          </ac:spMkLst>
        </pc:spChg>
        <pc:spChg chg="add mod">
          <ac:chgData name="Alexandre Quach" userId="03a3b9a4-365b-425e-bba9-a77346403bac" providerId="ADAL" clId="{DDA81D77-DDBB-4C92-9D52-66F6172221C8}" dt="2022-12-01T10:11:41.147" v="4265"/>
          <ac:spMkLst>
            <pc:docMk/>
            <pc:sldMk cId="1429538387" sldId="470"/>
            <ac:spMk id="69" creationId="{DCBD84C2-5A1A-6E8B-1F58-A4DFB25777BA}"/>
          </ac:spMkLst>
        </pc:spChg>
        <pc:spChg chg="add mod">
          <ac:chgData name="Alexandre Quach" userId="03a3b9a4-365b-425e-bba9-a77346403bac" providerId="ADAL" clId="{DDA81D77-DDBB-4C92-9D52-66F6172221C8}" dt="2022-12-01T10:11:41.147" v="4265"/>
          <ac:spMkLst>
            <pc:docMk/>
            <pc:sldMk cId="1429538387" sldId="470"/>
            <ac:spMk id="70" creationId="{A44CBF9F-C632-9939-F255-08DD6589939D}"/>
          </ac:spMkLst>
        </pc:spChg>
        <pc:spChg chg="add mod">
          <ac:chgData name="Alexandre Quach" userId="03a3b9a4-365b-425e-bba9-a77346403bac" providerId="ADAL" clId="{DDA81D77-DDBB-4C92-9D52-66F6172221C8}" dt="2022-12-01T10:11:41.147" v="4265"/>
          <ac:spMkLst>
            <pc:docMk/>
            <pc:sldMk cId="1429538387" sldId="470"/>
            <ac:spMk id="71" creationId="{F6A35664-79F7-67A9-496B-425A4AD94157}"/>
          </ac:spMkLst>
        </pc:spChg>
        <pc:spChg chg="add mod">
          <ac:chgData name="Alexandre Quach" userId="03a3b9a4-365b-425e-bba9-a77346403bac" providerId="ADAL" clId="{DDA81D77-DDBB-4C92-9D52-66F6172221C8}" dt="2022-12-01T11:11:37.010" v="6126" actId="14100"/>
          <ac:spMkLst>
            <pc:docMk/>
            <pc:sldMk cId="1429538387" sldId="470"/>
            <ac:spMk id="72" creationId="{933C98CD-019E-CD6D-8BDD-6C6AE1008237}"/>
          </ac:spMkLst>
        </pc:spChg>
        <pc:spChg chg="add mod">
          <ac:chgData name="Alexandre Quach" userId="03a3b9a4-365b-425e-bba9-a77346403bac" providerId="ADAL" clId="{DDA81D77-DDBB-4C92-9D52-66F6172221C8}" dt="2022-12-01T12:14:58.038" v="6278" actId="20577"/>
          <ac:spMkLst>
            <pc:docMk/>
            <pc:sldMk cId="1429538387" sldId="470"/>
            <ac:spMk id="73" creationId="{E4776DEF-73E7-B547-7BD9-AAA7F365370D}"/>
          </ac:spMkLst>
        </pc:spChg>
        <pc:spChg chg="add mod">
          <ac:chgData name="Alexandre Quach" userId="03a3b9a4-365b-425e-bba9-a77346403bac" providerId="ADAL" clId="{DDA81D77-DDBB-4C92-9D52-66F6172221C8}" dt="2022-12-01T11:12:25.378" v="6247" actId="20577"/>
          <ac:spMkLst>
            <pc:docMk/>
            <pc:sldMk cId="1429538387" sldId="470"/>
            <ac:spMk id="74" creationId="{E333E9A4-D42C-E955-D343-7D6FD5FE67AC}"/>
          </ac:spMkLst>
        </pc:spChg>
        <pc:spChg chg="add mod">
          <ac:chgData name="Alexandre Quach" userId="03a3b9a4-365b-425e-bba9-a77346403bac" providerId="ADAL" clId="{DDA81D77-DDBB-4C92-9D52-66F6172221C8}" dt="2022-12-01T13:00:50.422" v="6438" actId="20577"/>
          <ac:spMkLst>
            <pc:docMk/>
            <pc:sldMk cId="1429538387" sldId="470"/>
            <ac:spMk id="75" creationId="{690D9923-7D32-A6E0-B634-E9C8D4403967}"/>
          </ac:spMkLst>
        </pc:spChg>
        <pc:spChg chg="add mod">
          <ac:chgData name="Alexandre Quach" userId="03a3b9a4-365b-425e-bba9-a77346403bac" providerId="ADAL" clId="{DDA81D77-DDBB-4C92-9D52-66F6172221C8}" dt="2022-12-01T12:14:09.023" v="6249" actId="1076"/>
          <ac:spMkLst>
            <pc:docMk/>
            <pc:sldMk cId="1429538387" sldId="470"/>
            <ac:spMk id="76" creationId="{D8C1C1DD-0DEF-E1A9-508C-54559A44A606}"/>
          </ac:spMkLst>
        </pc:spChg>
        <pc:spChg chg="add mod">
          <ac:chgData name="Alexandre Quach" userId="03a3b9a4-365b-425e-bba9-a77346403bac" providerId="ADAL" clId="{DDA81D77-DDBB-4C92-9D52-66F6172221C8}" dt="2022-12-01T10:11:41.147" v="4265"/>
          <ac:spMkLst>
            <pc:docMk/>
            <pc:sldMk cId="1429538387" sldId="470"/>
            <ac:spMk id="77" creationId="{0A1E6499-CCAA-10E1-B12C-58936C6AE353}"/>
          </ac:spMkLst>
        </pc:spChg>
        <pc:spChg chg="add mod">
          <ac:chgData name="Alexandre Quach" userId="03a3b9a4-365b-425e-bba9-a77346403bac" providerId="ADAL" clId="{DDA81D77-DDBB-4C92-9D52-66F6172221C8}" dt="2022-12-01T13:00:36.608" v="6429" actId="20577"/>
          <ac:spMkLst>
            <pc:docMk/>
            <pc:sldMk cId="1429538387" sldId="470"/>
            <ac:spMk id="78" creationId="{73011C7A-14CE-5B07-96F1-88ED415F3A73}"/>
          </ac:spMkLst>
        </pc:spChg>
        <pc:spChg chg="add mod">
          <ac:chgData name="Alexandre Quach" userId="03a3b9a4-365b-425e-bba9-a77346403bac" providerId="ADAL" clId="{DDA81D77-DDBB-4C92-9D52-66F6172221C8}" dt="2022-12-01T10:11:41.147" v="4265"/>
          <ac:spMkLst>
            <pc:docMk/>
            <pc:sldMk cId="1429538387" sldId="470"/>
            <ac:spMk id="79" creationId="{C28B012F-8F53-69EB-2719-4A67C9CF4D75}"/>
          </ac:spMkLst>
        </pc:spChg>
        <pc:spChg chg="add mod">
          <ac:chgData name="Alexandre Quach" userId="03a3b9a4-365b-425e-bba9-a77346403bac" providerId="ADAL" clId="{DDA81D77-DDBB-4C92-9D52-66F6172221C8}" dt="2022-12-01T12:15:06.767" v="6305" actId="20577"/>
          <ac:spMkLst>
            <pc:docMk/>
            <pc:sldMk cId="1429538387" sldId="470"/>
            <ac:spMk id="80" creationId="{51C623CD-F296-E82D-95D7-0595F7D67018}"/>
          </ac:spMkLst>
        </pc:spChg>
        <pc:spChg chg="add mod">
          <ac:chgData name="Alexandre Quach" userId="03a3b9a4-365b-425e-bba9-a77346403bac" providerId="ADAL" clId="{DDA81D77-DDBB-4C92-9D52-66F6172221C8}" dt="2022-12-01T12:52:17.678" v="6321" actId="20577"/>
          <ac:spMkLst>
            <pc:docMk/>
            <pc:sldMk cId="1429538387" sldId="470"/>
            <ac:spMk id="81" creationId="{F57B21A7-19BB-AE48-B1EA-32171514CE47}"/>
          </ac:spMkLst>
        </pc:spChg>
        <pc:spChg chg="add mod">
          <ac:chgData name="Alexandre Quach" userId="03a3b9a4-365b-425e-bba9-a77346403bac" providerId="ADAL" clId="{DDA81D77-DDBB-4C92-9D52-66F6172221C8}" dt="2022-12-01T10:11:41.147" v="4265"/>
          <ac:spMkLst>
            <pc:docMk/>
            <pc:sldMk cId="1429538387" sldId="470"/>
            <ac:spMk id="82" creationId="{D1E51439-804C-0915-DD8A-1C099D816809}"/>
          </ac:spMkLst>
        </pc:spChg>
        <pc:spChg chg="add mod">
          <ac:chgData name="Alexandre Quach" userId="03a3b9a4-365b-425e-bba9-a77346403bac" providerId="ADAL" clId="{DDA81D77-DDBB-4C92-9D52-66F6172221C8}" dt="2022-12-01T11:12:04.258" v="6196" actId="20577"/>
          <ac:spMkLst>
            <pc:docMk/>
            <pc:sldMk cId="1429538387" sldId="470"/>
            <ac:spMk id="83" creationId="{B6EF4AE5-40B5-3427-D0EB-C15BCFD17329}"/>
          </ac:spMkLst>
        </pc:spChg>
        <pc:spChg chg="add mod">
          <ac:chgData name="Alexandre Quach" userId="03a3b9a4-365b-425e-bba9-a77346403bac" providerId="ADAL" clId="{DDA81D77-DDBB-4C92-9D52-66F6172221C8}" dt="2022-12-01T10:11:41.147" v="4265"/>
          <ac:spMkLst>
            <pc:docMk/>
            <pc:sldMk cId="1429538387" sldId="470"/>
            <ac:spMk id="84" creationId="{40EC5243-41A3-276E-2E92-861600FD97FB}"/>
          </ac:spMkLst>
        </pc:spChg>
        <pc:spChg chg="add mod">
          <ac:chgData name="Alexandre Quach" userId="03a3b9a4-365b-425e-bba9-a77346403bac" providerId="ADAL" clId="{DDA81D77-DDBB-4C92-9D52-66F6172221C8}" dt="2022-12-01T10:11:41.147" v="4265"/>
          <ac:spMkLst>
            <pc:docMk/>
            <pc:sldMk cId="1429538387" sldId="470"/>
            <ac:spMk id="85" creationId="{762D299A-4519-7630-C474-BC6BF35BC3D2}"/>
          </ac:spMkLst>
        </pc:spChg>
        <pc:spChg chg="add mod">
          <ac:chgData name="Alexandre Quach" userId="03a3b9a4-365b-425e-bba9-a77346403bac" providerId="ADAL" clId="{DDA81D77-DDBB-4C92-9D52-66F6172221C8}" dt="2022-12-01T10:13:08.556" v="4419" actId="20577"/>
          <ac:spMkLst>
            <pc:docMk/>
            <pc:sldMk cId="1429538387" sldId="470"/>
            <ac:spMk id="86" creationId="{93F1416C-9545-7573-1270-6A728AE6DF9B}"/>
          </ac:spMkLst>
        </pc:spChg>
        <pc:grpChg chg="mod">
          <ac:chgData name="Alexandre Quach" userId="03a3b9a4-365b-425e-bba9-a77346403bac" providerId="ADAL" clId="{DDA81D77-DDBB-4C92-9D52-66F6172221C8}" dt="2022-12-01T10:02:14.949" v="3671" actId="571"/>
          <ac:grpSpMkLst>
            <pc:docMk/>
            <pc:sldMk cId="1429538387" sldId="470"/>
            <ac:grpSpMk id="27" creationId="{F9AB6CCF-723B-4980-906A-CCDCCCA4AD49}"/>
          </ac:grpSpMkLst>
        </pc:grpChg>
        <pc:grpChg chg="del">
          <ac:chgData name="Alexandre Quach" userId="03a3b9a4-365b-425e-bba9-a77346403bac" providerId="ADAL" clId="{DDA81D77-DDBB-4C92-9D52-66F6172221C8}" dt="2022-12-01T10:00:35.846" v="3634" actId="478"/>
          <ac:grpSpMkLst>
            <pc:docMk/>
            <pc:sldMk cId="1429538387" sldId="470"/>
            <ac:grpSpMk id="32" creationId="{456A4E05-1C21-4E23-820D-B2ABF951E349}"/>
          </ac:grpSpMkLst>
        </pc:grpChg>
        <pc:grpChg chg="del">
          <ac:chgData name="Alexandre Quach" userId="03a3b9a4-365b-425e-bba9-a77346403bac" providerId="ADAL" clId="{DDA81D77-DDBB-4C92-9D52-66F6172221C8}" dt="2022-12-01T10:00:35.846" v="3634" actId="478"/>
          <ac:grpSpMkLst>
            <pc:docMk/>
            <pc:sldMk cId="1429538387" sldId="470"/>
            <ac:grpSpMk id="35" creationId="{D8F3FCD8-3000-406D-A48C-ED3223C37D94}"/>
          </ac:grpSpMkLst>
        </pc:grpChg>
        <pc:grpChg chg="del">
          <ac:chgData name="Alexandre Quach" userId="03a3b9a4-365b-425e-bba9-a77346403bac" providerId="ADAL" clId="{DDA81D77-DDBB-4C92-9D52-66F6172221C8}" dt="2022-12-01T10:00:35.846" v="3634" actId="478"/>
          <ac:grpSpMkLst>
            <pc:docMk/>
            <pc:sldMk cId="1429538387" sldId="470"/>
            <ac:grpSpMk id="38" creationId="{88C4ADD7-D1D4-4D95-BD49-A62683D72921}"/>
          </ac:grpSpMkLst>
        </pc:grpChg>
        <pc:grpChg chg="del">
          <ac:chgData name="Alexandre Quach" userId="03a3b9a4-365b-425e-bba9-a77346403bac" providerId="ADAL" clId="{DDA81D77-DDBB-4C92-9D52-66F6172221C8}" dt="2022-12-01T10:00:39.436" v="3635" actId="478"/>
          <ac:grpSpMkLst>
            <pc:docMk/>
            <pc:sldMk cId="1429538387" sldId="470"/>
            <ac:grpSpMk id="42" creationId="{AA8D3C8F-1317-495F-BE9A-CB2EAC196974}"/>
          </ac:grpSpMkLst>
        </pc:grpChg>
        <pc:grpChg chg="del">
          <ac:chgData name="Alexandre Quach" userId="03a3b9a4-365b-425e-bba9-a77346403bac" providerId="ADAL" clId="{DDA81D77-DDBB-4C92-9D52-66F6172221C8}" dt="2022-12-01T10:00:35.846" v="3634" actId="478"/>
          <ac:grpSpMkLst>
            <pc:docMk/>
            <pc:sldMk cId="1429538387" sldId="470"/>
            <ac:grpSpMk id="45" creationId="{331FBE71-1D34-4377-BA0D-1FEA5DEC2F24}"/>
          </ac:grpSpMkLst>
        </pc:grpChg>
        <pc:grpChg chg="add del">
          <ac:chgData name="Alexandre Quach" userId="03a3b9a4-365b-425e-bba9-a77346403bac" providerId="ADAL" clId="{DDA81D77-DDBB-4C92-9D52-66F6172221C8}" dt="2022-12-01T10:01:35.167" v="3660" actId="478"/>
          <ac:grpSpMkLst>
            <pc:docMk/>
            <pc:sldMk cId="1429538387" sldId="470"/>
            <ac:grpSpMk id="48" creationId="{D17C542A-3067-480D-993D-C1AFCB69E238}"/>
          </ac:grpSpMkLst>
        </pc:grpChg>
        <pc:grpChg chg="del">
          <ac:chgData name="Alexandre Quach" userId="03a3b9a4-365b-425e-bba9-a77346403bac" providerId="ADAL" clId="{DDA81D77-DDBB-4C92-9D52-66F6172221C8}" dt="2022-12-01T10:00:39.436" v="3635" actId="478"/>
          <ac:grpSpMkLst>
            <pc:docMk/>
            <pc:sldMk cId="1429538387" sldId="470"/>
            <ac:grpSpMk id="50" creationId="{19F77ABE-C66D-4A18-9E16-D3B2FB54B17E}"/>
          </ac:grpSpMkLst>
        </pc:grpChg>
        <pc:grpChg chg="del">
          <ac:chgData name="Alexandre Quach" userId="03a3b9a4-365b-425e-bba9-a77346403bac" providerId="ADAL" clId="{DDA81D77-DDBB-4C92-9D52-66F6172221C8}" dt="2022-12-01T10:00:42.036" v="3636" actId="478"/>
          <ac:grpSpMkLst>
            <pc:docMk/>
            <pc:sldMk cId="1429538387" sldId="470"/>
            <ac:grpSpMk id="51" creationId="{9D18585D-98EA-41C6-A058-38CC1C0F4F92}"/>
          </ac:grpSpMkLst>
        </pc:grpChg>
        <pc:grpChg chg="del">
          <ac:chgData name="Alexandre Quach" userId="03a3b9a4-365b-425e-bba9-a77346403bac" providerId="ADAL" clId="{DDA81D77-DDBB-4C92-9D52-66F6172221C8}" dt="2022-12-01T10:00:35.846" v="3634" actId="478"/>
          <ac:grpSpMkLst>
            <pc:docMk/>
            <pc:sldMk cId="1429538387" sldId="470"/>
            <ac:grpSpMk id="54" creationId="{9A2D4E47-ABFD-4D86-AFF2-66AEAA3948A1}"/>
          </ac:grpSpMkLst>
        </pc:grpChg>
        <pc:picChg chg="add del">
          <ac:chgData name="Alexandre Quach" userId="03a3b9a4-365b-425e-bba9-a77346403bac" providerId="ADAL" clId="{DDA81D77-DDBB-4C92-9D52-66F6172221C8}" dt="2022-12-01T10:00:49.520" v="3638" actId="478"/>
          <ac:picMkLst>
            <pc:docMk/>
            <pc:sldMk cId="1429538387" sldId="470"/>
            <ac:picMk id="11" creationId="{6E542CC0-322C-41E4-9F80-D2ED23C0687A}"/>
          </ac:picMkLst>
        </pc:picChg>
        <pc:picChg chg="add mod">
          <ac:chgData name="Alexandre Quach" userId="03a3b9a4-365b-425e-bba9-a77346403bac" providerId="ADAL" clId="{DDA81D77-DDBB-4C92-9D52-66F6172221C8}" dt="2022-12-01T10:11:41.147" v="4265"/>
          <ac:picMkLst>
            <pc:docMk/>
            <pc:sldMk cId="1429538387" sldId="470"/>
            <ac:picMk id="16" creationId="{10D3E887-579B-5D7C-1F3A-063A451552F7}"/>
          </ac:picMkLst>
        </pc:picChg>
        <pc:picChg chg="mod">
          <ac:chgData name="Alexandre Quach" userId="03a3b9a4-365b-425e-bba9-a77346403bac" providerId="ADAL" clId="{DDA81D77-DDBB-4C92-9D52-66F6172221C8}" dt="2022-12-01T10:02:14.949" v="3671" actId="571"/>
          <ac:picMkLst>
            <pc:docMk/>
            <pc:sldMk cId="1429538387" sldId="470"/>
            <ac:picMk id="17" creationId="{559C9BAC-9BE1-4541-94C8-1F537D283CCA}"/>
          </ac:picMkLst>
        </pc:picChg>
        <pc:picChg chg="topLvl">
          <ac:chgData name="Alexandre Quach" userId="03a3b9a4-365b-425e-bba9-a77346403bac" providerId="ADAL" clId="{DDA81D77-DDBB-4C92-9D52-66F6172221C8}" dt="2022-12-01T10:01:35.167" v="3660" actId="478"/>
          <ac:picMkLst>
            <pc:docMk/>
            <pc:sldMk cId="1429538387" sldId="470"/>
            <ac:picMk id="20" creationId="{91D00918-F5C8-4938-B753-9ACA46A21E62}"/>
          </ac:picMkLst>
        </pc:picChg>
        <pc:picChg chg="add del">
          <ac:chgData name="Alexandre Quach" userId="03a3b9a4-365b-425e-bba9-a77346403bac" providerId="ADAL" clId="{DDA81D77-DDBB-4C92-9D52-66F6172221C8}" dt="2022-12-01T10:00:49.520" v="3638" actId="478"/>
          <ac:picMkLst>
            <pc:docMk/>
            <pc:sldMk cId="1429538387" sldId="470"/>
            <ac:picMk id="25" creationId="{F8569511-E08A-4860-AECF-EF895B6E9568}"/>
          </ac:picMkLst>
        </pc:picChg>
        <pc:picChg chg="del mod">
          <ac:chgData name="Alexandre Quach" userId="03a3b9a4-365b-425e-bba9-a77346403bac" providerId="ADAL" clId="{DDA81D77-DDBB-4C92-9D52-66F6172221C8}" dt="2022-12-01T10:11:40.693" v="4264" actId="478"/>
          <ac:picMkLst>
            <pc:docMk/>
            <pc:sldMk cId="1429538387" sldId="470"/>
            <ac:picMk id="30" creationId="{DB08F5E0-6F69-4B1D-A5CC-37AF4695BC45}"/>
          </ac:picMkLst>
        </pc:picChg>
        <pc:picChg chg="del">
          <ac:chgData name="Alexandre Quach" userId="03a3b9a4-365b-425e-bba9-a77346403bac" providerId="ADAL" clId="{DDA81D77-DDBB-4C92-9D52-66F6172221C8}" dt="2022-12-01T10:00:35.846" v="3634" actId="478"/>
          <ac:picMkLst>
            <pc:docMk/>
            <pc:sldMk cId="1429538387" sldId="470"/>
            <ac:picMk id="66" creationId="{CFFD1BF2-BA8B-4027-BD01-959969EFB8C6}"/>
          </ac:picMkLst>
        </pc:picChg>
        <pc:picChg chg="del">
          <ac:chgData name="Alexandre Quach" userId="03a3b9a4-365b-425e-bba9-a77346403bac" providerId="ADAL" clId="{DDA81D77-DDBB-4C92-9D52-66F6172221C8}" dt="2022-12-01T10:00:35.846" v="3634" actId="478"/>
          <ac:picMkLst>
            <pc:docMk/>
            <pc:sldMk cId="1429538387" sldId="470"/>
            <ac:picMk id="67" creationId="{C5517C2B-E7DE-4B89-B0B3-AAF02F11C295}"/>
          </ac:picMkLst>
        </pc:picChg>
        <pc:picChg chg="del">
          <ac:chgData name="Alexandre Quach" userId="03a3b9a4-365b-425e-bba9-a77346403bac" providerId="ADAL" clId="{DDA81D77-DDBB-4C92-9D52-66F6172221C8}" dt="2022-12-01T10:00:35.846" v="3634" actId="478"/>
          <ac:picMkLst>
            <pc:docMk/>
            <pc:sldMk cId="1429538387" sldId="470"/>
            <ac:picMk id="68" creationId="{88262E52-7A20-4BE8-9899-9AE110F92DA1}"/>
          </ac:picMkLst>
        </pc:picChg>
      </pc:sldChg>
      <pc:sldChg chg="addSp delSp modSp add mod ord">
        <pc:chgData name="Alexandre Quach" userId="03a3b9a4-365b-425e-bba9-a77346403bac" providerId="ADAL" clId="{DDA81D77-DDBB-4C92-9D52-66F6172221C8}" dt="2022-12-01T10:10:48.822" v="4262" actId="6549"/>
        <pc:sldMkLst>
          <pc:docMk/>
          <pc:sldMk cId="3827522025" sldId="471"/>
        </pc:sldMkLst>
        <pc:spChg chg="add mod">
          <ac:chgData name="Alexandre Quach" userId="03a3b9a4-365b-425e-bba9-a77346403bac" providerId="ADAL" clId="{DDA81D77-DDBB-4C92-9D52-66F6172221C8}" dt="2022-12-01T10:06:10.843" v="3925" actId="1076"/>
          <ac:spMkLst>
            <pc:docMk/>
            <pc:sldMk cId="3827522025" sldId="471"/>
            <ac:spMk id="2" creationId="{5FA83F3B-CD48-2D7E-67C5-DE83E1DD0F38}"/>
          </ac:spMkLst>
        </pc:spChg>
        <pc:spChg chg="add del mod">
          <ac:chgData name="Alexandre Quach" userId="03a3b9a4-365b-425e-bba9-a77346403bac" providerId="ADAL" clId="{DDA81D77-DDBB-4C92-9D52-66F6172221C8}" dt="2022-12-01T10:06:16.442" v="3927" actId="21"/>
          <ac:spMkLst>
            <pc:docMk/>
            <pc:sldMk cId="3827522025" sldId="471"/>
            <ac:spMk id="4" creationId="{A588851B-7056-6BF0-69B5-9916B20E66FB}"/>
          </ac:spMkLst>
        </pc:spChg>
        <pc:spChg chg="mod">
          <ac:chgData name="Alexandre Quach" userId="03a3b9a4-365b-425e-bba9-a77346403bac" providerId="ADAL" clId="{DDA81D77-DDBB-4C92-9D52-66F6172221C8}" dt="2022-12-01T10:10:25.949" v="4250" actId="20577"/>
          <ac:spMkLst>
            <pc:docMk/>
            <pc:sldMk cId="3827522025" sldId="471"/>
            <ac:spMk id="5" creationId="{F0ED232B-30D1-AF38-9600-0AB21BEC8F72}"/>
          </ac:spMkLst>
        </pc:spChg>
        <pc:spChg chg="mod">
          <ac:chgData name="Alexandre Quach" userId="03a3b9a4-365b-425e-bba9-a77346403bac" providerId="ADAL" clId="{DDA81D77-DDBB-4C92-9D52-66F6172221C8}" dt="2022-12-01T10:08:38.916" v="4059" actId="20577"/>
          <ac:spMkLst>
            <pc:docMk/>
            <pc:sldMk cId="3827522025" sldId="471"/>
            <ac:spMk id="6" creationId="{2AF22042-7218-6FE4-561F-5427EA4FDD54}"/>
          </ac:spMkLst>
        </pc:spChg>
        <pc:spChg chg="mod">
          <ac:chgData name="Alexandre Quach" userId="03a3b9a4-365b-425e-bba9-a77346403bac" providerId="ADAL" clId="{DDA81D77-DDBB-4C92-9D52-66F6172221C8}" dt="2022-12-01T10:06:27.388" v="3967" actId="20577"/>
          <ac:spMkLst>
            <pc:docMk/>
            <pc:sldMk cId="3827522025" sldId="471"/>
            <ac:spMk id="7" creationId="{6BF55EE4-2012-861F-A2D5-B67351184F36}"/>
          </ac:spMkLst>
        </pc:spChg>
        <pc:spChg chg="add mod">
          <ac:chgData name="Alexandre Quach" userId="03a3b9a4-365b-425e-bba9-a77346403bac" providerId="ADAL" clId="{DDA81D77-DDBB-4C92-9D52-66F6172221C8}" dt="2022-12-01T10:08:11.895" v="4047" actId="20577"/>
          <ac:spMkLst>
            <pc:docMk/>
            <pc:sldMk cId="3827522025" sldId="471"/>
            <ac:spMk id="8" creationId="{19C38242-F45A-4D9F-ECA3-4F577160DA88}"/>
          </ac:spMkLst>
        </pc:spChg>
        <pc:spChg chg="topLvl">
          <ac:chgData name="Alexandre Quach" userId="03a3b9a4-365b-425e-bba9-a77346403bac" providerId="ADAL" clId="{DDA81D77-DDBB-4C92-9D52-66F6172221C8}" dt="2022-12-01T10:08:20.358" v="4048" actId="478"/>
          <ac:spMkLst>
            <pc:docMk/>
            <pc:sldMk cId="3827522025" sldId="471"/>
            <ac:spMk id="9" creationId="{C8B58C40-E6ED-4393-9EB4-FC5F99B2C0E3}"/>
          </ac:spMkLst>
        </pc:spChg>
        <pc:spChg chg="mod">
          <ac:chgData name="Alexandre Quach" userId="03a3b9a4-365b-425e-bba9-a77346403bac" providerId="ADAL" clId="{DDA81D77-DDBB-4C92-9D52-66F6172221C8}" dt="2022-12-01T10:08:04.311" v="4025" actId="20577"/>
          <ac:spMkLst>
            <pc:docMk/>
            <pc:sldMk cId="3827522025" sldId="471"/>
            <ac:spMk id="10" creationId="{FBC5F447-925C-9C8C-4D02-A14F8885ECD8}"/>
          </ac:spMkLst>
        </pc:spChg>
        <pc:spChg chg="mod">
          <ac:chgData name="Alexandre Quach" userId="03a3b9a4-365b-425e-bba9-a77346403bac" providerId="ADAL" clId="{DDA81D77-DDBB-4C92-9D52-66F6172221C8}" dt="2022-12-01T10:06:31.128" v="3971" actId="20577"/>
          <ac:spMkLst>
            <pc:docMk/>
            <pc:sldMk cId="3827522025" sldId="471"/>
            <ac:spMk id="12" creationId="{43E097DE-7342-8A14-728C-E65B12B3915D}"/>
          </ac:spMkLst>
        </pc:spChg>
        <pc:spChg chg="add mod">
          <ac:chgData name="Alexandre Quach" userId="03a3b9a4-365b-425e-bba9-a77346403bac" providerId="ADAL" clId="{DDA81D77-DDBB-4C92-9D52-66F6172221C8}" dt="2022-12-01T10:08:44.782" v="4061" actId="14100"/>
          <ac:spMkLst>
            <pc:docMk/>
            <pc:sldMk cId="3827522025" sldId="471"/>
            <ac:spMk id="16" creationId="{0A531CC0-827F-2987-8D41-B1DB12344D73}"/>
          </ac:spMkLst>
        </pc:spChg>
        <pc:spChg chg="mod topLvl">
          <ac:chgData name="Alexandre Quach" userId="03a3b9a4-365b-425e-bba9-a77346403bac" providerId="ADAL" clId="{DDA81D77-DDBB-4C92-9D52-66F6172221C8}" dt="2022-12-01T10:08:21.544" v="4049" actId="478"/>
          <ac:spMkLst>
            <pc:docMk/>
            <pc:sldMk cId="3827522025" sldId="471"/>
            <ac:spMk id="18" creationId="{8590B99E-8D90-46E0-A048-4F0FAE841974}"/>
          </ac:spMkLst>
        </pc:spChg>
        <pc:spChg chg="add mod">
          <ac:chgData name="Alexandre Quach" userId="03a3b9a4-365b-425e-bba9-a77346403bac" providerId="ADAL" clId="{DDA81D77-DDBB-4C92-9D52-66F6172221C8}" dt="2022-12-01T10:09:01.654" v="4099" actId="20577"/>
          <ac:spMkLst>
            <pc:docMk/>
            <pc:sldMk cId="3827522025" sldId="471"/>
            <ac:spMk id="21" creationId="{6B0C9E19-929D-22E1-CBEC-D39DB7ACBEC8}"/>
          </ac:spMkLst>
        </pc:spChg>
        <pc:spChg chg="add mod">
          <ac:chgData name="Alexandre Quach" userId="03a3b9a4-365b-425e-bba9-a77346403bac" providerId="ADAL" clId="{DDA81D77-DDBB-4C92-9D52-66F6172221C8}" dt="2022-12-01T10:09:30.603" v="4163" actId="1076"/>
          <ac:spMkLst>
            <pc:docMk/>
            <pc:sldMk cId="3827522025" sldId="471"/>
            <ac:spMk id="22" creationId="{F1777195-05EB-8DBB-F9B9-9CFB86FE4E56}"/>
          </ac:spMkLst>
        </pc:spChg>
        <pc:spChg chg="add mod">
          <ac:chgData name="Alexandre Quach" userId="03a3b9a4-365b-425e-bba9-a77346403bac" providerId="ADAL" clId="{DDA81D77-DDBB-4C92-9D52-66F6172221C8}" dt="2022-12-01T10:09:27.613" v="4162" actId="571"/>
          <ac:spMkLst>
            <pc:docMk/>
            <pc:sldMk cId="3827522025" sldId="471"/>
            <ac:spMk id="29" creationId="{FF7A9B45-C996-7FE6-AF42-50336FFE1809}"/>
          </ac:spMkLst>
        </pc:spChg>
        <pc:spChg chg="mod">
          <ac:chgData name="Alexandre Quach" userId="03a3b9a4-365b-425e-bba9-a77346403bac" providerId="ADAL" clId="{DDA81D77-DDBB-4C92-9D52-66F6172221C8}" dt="2022-12-01T10:05:47.258" v="3879" actId="20577"/>
          <ac:spMkLst>
            <pc:docMk/>
            <pc:sldMk cId="3827522025" sldId="471"/>
            <ac:spMk id="31" creationId="{AF5F731A-AE9E-4C4A-BEE8-8E063CFB997B}"/>
          </ac:spMkLst>
        </pc:spChg>
        <pc:spChg chg="add del mod">
          <ac:chgData name="Alexandre Quach" userId="03a3b9a4-365b-425e-bba9-a77346403bac" providerId="ADAL" clId="{DDA81D77-DDBB-4C92-9D52-66F6172221C8}" dt="2022-12-01T10:09:37.973" v="4166" actId="478"/>
          <ac:spMkLst>
            <pc:docMk/>
            <pc:sldMk cId="3827522025" sldId="471"/>
            <ac:spMk id="32" creationId="{9238AF2F-1A46-1CAE-65A5-E4959DDC2D78}"/>
          </ac:spMkLst>
        </pc:spChg>
        <pc:spChg chg="add mod">
          <ac:chgData name="Alexandre Quach" userId="03a3b9a4-365b-425e-bba9-a77346403bac" providerId="ADAL" clId="{DDA81D77-DDBB-4C92-9D52-66F6172221C8}" dt="2022-12-01T10:10:48.822" v="4262" actId="6549"/>
          <ac:spMkLst>
            <pc:docMk/>
            <pc:sldMk cId="3827522025" sldId="471"/>
            <ac:spMk id="33" creationId="{3E330A3F-A5CC-8441-2AB0-A3E99D28FFCF}"/>
          </ac:spMkLst>
        </pc:spChg>
        <pc:spChg chg="add mod">
          <ac:chgData name="Alexandre Quach" userId="03a3b9a4-365b-425e-bba9-a77346403bac" providerId="ADAL" clId="{DDA81D77-DDBB-4C92-9D52-66F6172221C8}" dt="2022-12-01T10:10:00.700" v="4203" actId="14100"/>
          <ac:spMkLst>
            <pc:docMk/>
            <pc:sldMk cId="3827522025" sldId="471"/>
            <ac:spMk id="34" creationId="{0C043FB4-1BAA-D4C2-09A5-526DFA6094FE}"/>
          </ac:spMkLst>
        </pc:spChg>
        <pc:spChg chg="add mod">
          <ac:chgData name="Alexandre Quach" userId="03a3b9a4-365b-425e-bba9-a77346403bac" providerId="ADAL" clId="{DDA81D77-DDBB-4C92-9D52-66F6172221C8}" dt="2022-12-01T10:10:09.060" v="4208" actId="1076"/>
          <ac:spMkLst>
            <pc:docMk/>
            <pc:sldMk cId="3827522025" sldId="471"/>
            <ac:spMk id="35" creationId="{8E8F29C4-54FA-F446-5E1D-2599560AA86D}"/>
          </ac:spMkLst>
        </pc:spChg>
        <pc:spChg chg="mod">
          <ac:chgData name="Alexandre Quach" userId="03a3b9a4-365b-425e-bba9-a77346403bac" providerId="ADAL" clId="{DDA81D77-DDBB-4C92-9D52-66F6172221C8}" dt="2022-12-01T10:10:15.364" v="4212" actId="688"/>
          <ac:spMkLst>
            <pc:docMk/>
            <pc:sldMk cId="3827522025" sldId="471"/>
            <ac:spMk id="62" creationId="{282B66BA-2538-4CB5-95B4-4BA23784C83A}"/>
          </ac:spMkLst>
        </pc:spChg>
        <pc:grpChg chg="add del">
          <ac:chgData name="Alexandre Quach" userId="03a3b9a4-365b-425e-bba9-a77346403bac" providerId="ADAL" clId="{DDA81D77-DDBB-4C92-9D52-66F6172221C8}" dt="2022-12-01T10:08:25.741" v="4051" actId="478"/>
          <ac:grpSpMkLst>
            <pc:docMk/>
            <pc:sldMk cId="3827522025" sldId="471"/>
            <ac:grpSpMk id="27" creationId="{F9AB6CCF-723B-4980-906A-CCDCCCA4AD49}"/>
          </ac:grpSpMkLst>
        </pc:grpChg>
        <pc:grpChg chg="add del mod">
          <ac:chgData name="Alexandre Quach" userId="03a3b9a4-365b-425e-bba9-a77346403bac" providerId="ADAL" clId="{DDA81D77-DDBB-4C92-9D52-66F6172221C8}" dt="2022-12-01T10:08:25.246" v="4050" actId="478"/>
          <ac:grpSpMkLst>
            <pc:docMk/>
            <pc:sldMk cId="3827522025" sldId="471"/>
            <ac:grpSpMk id="28" creationId="{096591E8-D1D6-4B89-860C-EC5AD5A0529E}"/>
          </ac:grpSpMkLst>
        </pc:grpChg>
        <pc:picChg chg="add del topLvl">
          <ac:chgData name="Alexandre Quach" userId="03a3b9a4-365b-425e-bba9-a77346403bac" providerId="ADAL" clId="{DDA81D77-DDBB-4C92-9D52-66F6172221C8}" dt="2022-12-01T10:08:25.741" v="4051" actId="478"/>
          <ac:picMkLst>
            <pc:docMk/>
            <pc:sldMk cId="3827522025" sldId="471"/>
            <ac:picMk id="17" creationId="{559C9BAC-9BE1-4541-94C8-1F537D283CCA}"/>
          </ac:picMkLst>
        </pc:picChg>
        <pc:picChg chg="add del mod topLvl">
          <ac:chgData name="Alexandre Quach" userId="03a3b9a4-365b-425e-bba9-a77346403bac" providerId="ADAL" clId="{DDA81D77-DDBB-4C92-9D52-66F6172221C8}" dt="2022-12-01T10:08:25.246" v="4050" actId="478"/>
          <ac:picMkLst>
            <pc:docMk/>
            <pc:sldMk cId="3827522025" sldId="471"/>
            <ac:picMk id="19" creationId="{3EE10425-EFDC-4B99-AB2E-57197B8A3051}"/>
          </ac:picMkLst>
        </pc:picChg>
      </pc:sldChg>
      <pc:sldChg chg="addSp modSp add mod">
        <pc:chgData name="Alexandre Quach" userId="03a3b9a4-365b-425e-bba9-a77346403bac" providerId="ADAL" clId="{DDA81D77-DDBB-4C92-9D52-66F6172221C8}" dt="2022-12-01T17:23:17.165" v="9754" actId="20577"/>
        <pc:sldMkLst>
          <pc:docMk/>
          <pc:sldMk cId="1745987212" sldId="472"/>
        </pc:sldMkLst>
        <pc:spChg chg="mod">
          <ac:chgData name="Alexandre Quach" userId="03a3b9a4-365b-425e-bba9-a77346403bac" providerId="ADAL" clId="{DDA81D77-DDBB-4C92-9D52-66F6172221C8}" dt="2022-12-01T17:20:34.846" v="9380" actId="20577"/>
          <ac:spMkLst>
            <pc:docMk/>
            <pc:sldMk cId="1745987212" sldId="472"/>
            <ac:spMk id="4" creationId="{E2CB23ED-4051-B325-EB53-FDB3B1BD4D68}"/>
          </ac:spMkLst>
        </pc:spChg>
        <pc:spChg chg="mod">
          <ac:chgData name="Alexandre Quach" userId="03a3b9a4-365b-425e-bba9-a77346403bac" providerId="ADAL" clId="{DDA81D77-DDBB-4C92-9D52-66F6172221C8}" dt="2022-12-01T17:22:57.209" v="9690" actId="14100"/>
          <ac:spMkLst>
            <pc:docMk/>
            <pc:sldMk cId="1745987212" sldId="472"/>
            <ac:spMk id="5" creationId="{BE8B0128-3107-BD27-E3E5-FB5812AFF0D9}"/>
          </ac:spMkLst>
        </pc:spChg>
        <pc:spChg chg="mod">
          <ac:chgData name="Alexandre Quach" userId="03a3b9a4-365b-425e-bba9-a77346403bac" providerId="ADAL" clId="{DDA81D77-DDBB-4C92-9D52-66F6172221C8}" dt="2022-12-01T17:23:17.165" v="9754" actId="20577"/>
          <ac:spMkLst>
            <pc:docMk/>
            <pc:sldMk cId="1745987212" sldId="472"/>
            <ac:spMk id="6" creationId="{04690D8A-9AC6-7FB5-79E9-69D840863F5F}"/>
          </ac:spMkLst>
        </pc:spChg>
        <pc:spChg chg="mod">
          <ac:chgData name="Alexandre Quach" userId="03a3b9a4-365b-425e-bba9-a77346403bac" providerId="ADAL" clId="{DDA81D77-DDBB-4C92-9D52-66F6172221C8}" dt="2022-12-01T14:49:28.456" v="9164" actId="14100"/>
          <ac:spMkLst>
            <pc:docMk/>
            <pc:sldMk cId="1745987212" sldId="472"/>
            <ac:spMk id="7" creationId="{E8E4E29D-F3EB-FAF3-AF69-D000DFA1F074}"/>
          </ac:spMkLst>
        </pc:spChg>
        <pc:spChg chg="mod">
          <ac:chgData name="Alexandre Quach" userId="03a3b9a4-365b-425e-bba9-a77346403bac" providerId="ADAL" clId="{DDA81D77-DDBB-4C92-9D52-66F6172221C8}" dt="2022-12-01T14:49:24.922" v="9163" actId="207"/>
          <ac:spMkLst>
            <pc:docMk/>
            <pc:sldMk cId="1745987212" sldId="472"/>
            <ac:spMk id="8" creationId="{EDF9AA84-2EB7-6A39-0C20-4D6F631F5E6E}"/>
          </ac:spMkLst>
        </pc:spChg>
        <pc:spChg chg="mod">
          <ac:chgData name="Alexandre Quach" userId="03a3b9a4-365b-425e-bba9-a77346403bac" providerId="ADAL" clId="{DDA81D77-DDBB-4C92-9D52-66F6172221C8}" dt="2022-12-01T17:20:21.613" v="9327" actId="20577"/>
          <ac:spMkLst>
            <pc:docMk/>
            <pc:sldMk cId="1745987212" sldId="472"/>
            <ac:spMk id="9" creationId="{B0663352-BF71-9B90-C460-4FD1963BBB49}"/>
          </ac:spMkLst>
        </pc:spChg>
        <pc:spChg chg="mod">
          <ac:chgData name="Alexandre Quach" userId="03a3b9a4-365b-425e-bba9-a77346403bac" providerId="ADAL" clId="{DDA81D77-DDBB-4C92-9D52-66F6172221C8}" dt="2022-12-01T17:21:58.253" v="9526" actId="20577"/>
          <ac:spMkLst>
            <pc:docMk/>
            <pc:sldMk cId="1745987212" sldId="472"/>
            <ac:spMk id="10" creationId="{58ADD2EC-71C7-620E-C4C1-03289FCA9B47}"/>
          </ac:spMkLst>
        </pc:spChg>
        <pc:spChg chg="mod">
          <ac:chgData name="Alexandre Quach" userId="03a3b9a4-365b-425e-bba9-a77346403bac" providerId="ADAL" clId="{DDA81D77-DDBB-4C92-9D52-66F6172221C8}" dt="2022-12-01T17:19:57.263" v="9284" actId="1076"/>
          <ac:spMkLst>
            <pc:docMk/>
            <pc:sldMk cId="1745987212" sldId="472"/>
            <ac:spMk id="28" creationId="{D09DE783-6751-21B0-C272-C393A8DC7FDA}"/>
          </ac:spMkLst>
        </pc:spChg>
        <pc:spChg chg="mod">
          <ac:chgData name="Alexandre Quach" userId="03a3b9a4-365b-425e-bba9-a77346403bac" providerId="ADAL" clId="{DDA81D77-DDBB-4C92-9D52-66F6172221C8}" dt="2022-12-01T17:22:29.192" v="9614" actId="20577"/>
          <ac:spMkLst>
            <pc:docMk/>
            <pc:sldMk cId="1745987212" sldId="472"/>
            <ac:spMk id="29" creationId="{BEB3CF1B-FD7E-68D3-D0A0-00C47D37FF23}"/>
          </ac:spMkLst>
        </pc:spChg>
        <pc:spChg chg="mod">
          <ac:chgData name="Alexandre Quach" userId="03a3b9a4-365b-425e-bba9-a77346403bac" providerId="ADAL" clId="{DDA81D77-DDBB-4C92-9D52-66F6172221C8}" dt="2022-12-01T10:15:46.837" v="4717" actId="20577"/>
          <ac:spMkLst>
            <pc:docMk/>
            <pc:sldMk cId="1745987212" sldId="472"/>
            <ac:spMk id="33" creationId="{B8AEFDB6-F058-332B-F67D-77F5C9CD4CA3}"/>
          </ac:spMkLst>
        </pc:spChg>
        <pc:spChg chg="mod">
          <ac:chgData name="Alexandre Quach" userId="03a3b9a4-365b-425e-bba9-a77346403bac" providerId="ADAL" clId="{DDA81D77-DDBB-4C92-9D52-66F6172221C8}" dt="2022-12-01T10:15:12.295" v="4622" actId="20577"/>
          <ac:spMkLst>
            <pc:docMk/>
            <pc:sldMk cId="1745987212" sldId="472"/>
            <ac:spMk id="34" creationId="{BDA8C875-065D-7B7B-177E-10377A4CB1A3}"/>
          </ac:spMkLst>
        </pc:spChg>
        <pc:spChg chg="mod">
          <ac:chgData name="Alexandre Quach" userId="03a3b9a4-365b-425e-bba9-a77346403bac" providerId="ADAL" clId="{DDA81D77-DDBB-4C92-9D52-66F6172221C8}" dt="2022-12-01T10:15:51.766" v="4723" actId="20577"/>
          <ac:spMkLst>
            <pc:docMk/>
            <pc:sldMk cId="1745987212" sldId="472"/>
            <ac:spMk id="35" creationId="{E12D446B-6709-7F41-0F56-D4EB419F7215}"/>
          </ac:spMkLst>
        </pc:spChg>
        <pc:picChg chg="add mod">
          <ac:chgData name="Alexandre Quach" userId="03a3b9a4-365b-425e-bba9-a77346403bac" providerId="ADAL" clId="{DDA81D77-DDBB-4C92-9D52-66F6172221C8}" dt="2022-12-01T13:03:24.193" v="6463"/>
          <ac:picMkLst>
            <pc:docMk/>
            <pc:sldMk cId="1745987212" sldId="472"/>
            <ac:picMk id="11" creationId="{39639DC3-F5AC-D7DE-5042-83BD75243FC3}"/>
          </ac:picMkLst>
        </pc:picChg>
        <pc:picChg chg="add mod">
          <ac:chgData name="Alexandre Quach" userId="03a3b9a4-365b-425e-bba9-a77346403bac" providerId="ADAL" clId="{DDA81D77-DDBB-4C92-9D52-66F6172221C8}" dt="2022-12-01T13:03:53.172" v="6469" actId="1076"/>
          <ac:picMkLst>
            <pc:docMk/>
            <pc:sldMk cId="1745987212" sldId="472"/>
            <ac:picMk id="13" creationId="{94D37706-B49E-8E15-B480-97B1BA0DB114}"/>
          </ac:picMkLst>
        </pc:picChg>
        <pc:picChg chg="add mod modCrop">
          <ac:chgData name="Alexandre Quach" userId="03a3b9a4-365b-425e-bba9-a77346403bac" providerId="ADAL" clId="{DDA81D77-DDBB-4C92-9D52-66F6172221C8}" dt="2022-12-01T13:05:12.502" v="6479" actId="1076"/>
          <ac:picMkLst>
            <pc:docMk/>
            <pc:sldMk cId="1745987212" sldId="472"/>
            <ac:picMk id="15" creationId="{05CEAE96-6147-77F8-920E-1713BBABFBDF}"/>
          </ac:picMkLst>
        </pc:picChg>
      </pc:sldChg>
      <pc:sldChg chg="addSp delSp modSp add mod">
        <pc:chgData name="Alexandre Quach" userId="03a3b9a4-365b-425e-bba9-a77346403bac" providerId="ADAL" clId="{DDA81D77-DDBB-4C92-9D52-66F6172221C8}" dt="2022-12-01T17:27:16.461" v="10345" actId="20577"/>
        <pc:sldMkLst>
          <pc:docMk/>
          <pc:sldMk cId="3868840918" sldId="473"/>
        </pc:sldMkLst>
        <pc:spChg chg="add del mod">
          <ac:chgData name="Alexandre Quach" userId="03a3b9a4-365b-425e-bba9-a77346403bac" providerId="ADAL" clId="{DDA81D77-DDBB-4C92-9D52-66F6172221C8}" dt="2022-12-01T10:16:16.324" v="4726" actId="478"/>
          <ac:spMkLst>
            <pc:docMk/>
            <pc:sldMk cId="3868840918" sldId="473"/>
            <ac:spMk id="4" creationId="{33A05BEE-5207-0BB0-EB2E-EF7F284C6FC2}"/>
          </ac:spMkLst>
        </pc:spChg>
        <pc:spChg chg="del">
          <ac:chgData name="Alexandre Quach" userId="03a3b9a4-365b-425e-bba9-a77346403bac" providerId="ADAL" clId="{DDA81D77-DDBB-4C92-9D52-66F6172221C8}" dt="2022-12-01T10:16:13.519" v="4725" actId="478"/>
          <ac:spMkLst>
            <pc:docMk/>
            <pc:sldMk cId="3868840918" sldId="473"/>
            <ac:spMk id="5" creationId="{E6A3B18F-2F0E-4D18-B37D-0C0CC9AD33FF}"/>
          </ac:spMkLst>
        </pc:spChg>
        <pc:spChg chg="add mod">
          <ac:chgData name="Alexandre Quach" userId="03a3b9a4-365b-425e-bba9-a77346403bac" providerId="ADAL" clId="{DDA81D77-DDBB-4C92-9D52-66F6172221C8}" dt="2022-12-01T10:18:39.075" v="4782" actId="1076"/>
          <ac:spMkLst>
            <pc:docMk/>
            <pc:sldMk cId="3868840918" sldId="473"/>
            <ac:spMk id="6" creationId="{5B2DEFE8-6EC9-3666-0078-CB9A4552989C}"/>
          </ac:spMkLst>
        </pc:spChg>
        <pc:spChg chg="mod">
          <ac:chgData name="Alexandre Quach" userId="03a3b9a4-365b-425e-bba9-a77346403bac" providerId="ADAL" clId="{DDA81D77-DDBB-4C92-9D52-66F6172221C8}" dt="2022-12-01T17:24:09.198" v="9885" actId="20577"/>
          <ac:spMkLst>
            <pc:docMk/>
            <pc:sldMk cId="3868840918" sldId="473"/>
            <ac:spMk id="7" creationId="{8BBD3EE4-A57A-4AAE-954B-B34DFD9EA2E3}"/>
          </ac:spMkLst>
        </pc:spChg>
        <pc:spChg chg="mod">
          <ac:chgData name="Alexandre Quach" userId="03a3b9a4-365b-425e-bba9-a77346403bac" providerId="ADAL" clId="{DDA81D77-DDBB-4C92-9D52-66F6172221C8}" dt="2022-12-01T17:24:27.062" v="9924" actId="20577"/>
          <ac:spMkLst>
            <pc:docMk/>
            <pc:sldMk cId="3868840918" sldId="473"/>
            <ac:spMk id="8" creationId="{C4AD232C-B7A0-4EE8-A68D-AE49854B1C5F}"/>
          </ac:spMkLst>
        </pc:spChg>
        <pc:spChg chg="mod">
          <ac:chgData name="Alexandre Quach" userId="03a3b9a4-365b-425e-bba9-a77346403bac" providerId="ADAL" clId="{DDA81D77-DDBB-4C92-9D52-66F6172221C8}" dt="2022-12-01T17:24:41.252" v="9967" actId="20577"/>
          <ac:spMkLst>
            <pc:docMk/>
            <pc:sldMk cId="3868840918" sldId="473"/>
            <ac:spMk id="9" creationId="{78E9E3B0-B347-49E8-87F1-4CB5C2EFB561}"/>
          </ac:spMkLst>
        </pc:spChg>
        <pc:spChg chg="mod">
          <ac:chgData name="Alexandre Quach" userId="03a3b9a4-365b-425e-bba9-a77346403bac" providerId="ADAL" clId="{DDA81D77-DDBB-4C92-9D52-66F6172221C8}" dt="2022-12-01T17:24:52.772" v="10000" actId="20577"/>
          <ac:spMkLst>
            <pc:docMk/>
            <pc:sldMk cId="3868840918" sldId="473"/>
            <ac:spMk id="10" creationId="{78B8CD5E-B9CB-494F-B964-6B0FEE9E7AC6}"/>
          </ac:spMkLst>
        </pc:spChg>
        <pc:spChg chg="add mod">
          <ac:chgData name="Alexandre Quach" userId="03a3b9a4-365b-425e-bba9-a77346403bac" providerId="ADAL" clId="{DDA81D77-DDBB-4C92-9D52-66F6172221C8}" dt="2022-12-01T10:18:39.075" v="4782" actId="1076"/>
          <ac:spMkLst>
            <pc:docMk/>
            <pc:sldMk cId="3868840918" sldId="473"/>
            <ac:spMk id="11" creationId="{C251BD9A-6908-BA96-2B6B-AA42DE11484D}"/>
          </ac:spMkLst>
        </pc:spChg>
        <pc:spChg chg="mod">
          <ac:chgData name="Alexandre Quach" userId="03a3b9a4-365b-425e-bba9-a77346403bac" providerId="ADAL" clId="{DDA81D77-DDBB-4C92-9D52-66F6172221C8}" dt="2022-12-01T17:23:43.704" v="9813" actId="20577"/>
          <ac:spMkLst>
            <pc:docMk/>
            <pc:sldMk cId="3868840918" sldId="473"/>
            <ac:spMk id="12" creationId="{E2453913-7934-46BD-8B4B-808BE69D022B}"/>
          </ac:spMkLst>
        </pc:spChg>
        <pc:spChg chg="mod">
          <ac:chgData name="Alexandre Quach" userId="03a3b9a4-365b-425e-bba9-a77346403bac" providerId="ADAL" clId="{DDA81D77-DDBB-4C92-9D52-66F6172221C8}" dt="2022-12-01T17:24:17.504" v="9896" actId="20577"/>
          <ac:spMkLst>
            <pc:docMk/>
            <pc:sldMk cId="3868840918" sldId="473"/>
            <ac:spMk id="13" creationId="{DF863E33-35DE-48A1-8061-866DF2A58EE4}"/>
          </ac:spMkLst>
        </pc:spChg>
        <pc:spChg chg="mod">
          <ac:chgData name="Alexandre Quach" userId="03a3b9a4-365b-425e-bba9-a77346403bac" providerId="ADAL" clId="{DDA81D77-DDBB-4C92-9D52-66F6172221C8}" dt="2022-12-01T17:25:45.973" v="10116" actId="20577"/>
          <ac:spMkLst>
            <pc:docMk/>
            <pc:sldMk cId="3868840918" sldId="473"/>
            <ac:spMk id="14" creationId="{0DC7688F-4500-40DC-973F-FB8D489404DB}"/>
          </ac:spMkLst>
        </pc:spChg>
        <pc:spChg chg="mod">
          <ac:chgData name="Alexandre Quach" userId="03a3b9a4-365b-425e-bba9-a77346403bac" providerId="ADAL" clId="{DDA81D77-DDBB-4C92-9D52-66F6172221C8}" dt="2022-12-01T17:26:38.423" v="10253" actId="20577"/>
          <ac:spMkLst>
            <pc:docMk/>
            <pc:sldMk cId="3868840918" sldId="473"/>
            <ac:spMk id="15" creationId="{C830FD39-8721-4708-A014-2FD97F26EDFD}"/>
          </ac:spMkLst>
        </pc:spChg>
        <pc:spChg chg="add mod">
          <ac:chgData name="Alexandre Quach" userId="03a3b9a4-365b-425e-bba9-a77346403bac" providerId="ADAL" clId="{DDA81D77-DDBB-4C92-9D52-66F6172221C8}" dt="2022-12-01T10:18:39.075" v="4782" actId="1076"/>
          <ac:spMkLst>
            <pc:docMk/>
            <pc:sldMk cId="3868840918" sldId="473"/>
            <ac:spMk id="16" creationId="{A26CD0A8-686E-0225-ED5C-58681CFE58B4}"/>
          </ac:spMkLst>
        </pc:spChg>
        <pc:spChg chg="add mod">
          <ac:chgData name="Alexandre Quach" userId="03a3b9a4-365b-425e-bba9-a77346403bac" providerId="ADAL" clId="{DDA81D77-DDBB-4C92-9D52-66F6172221C8}" dt="2022-12-01T10:18:35.420" v="4781" actId="1076"/>
          <ac:spMkLst>
            <pc:docMk/>
            <pc:sldMk cId="3868840918" sldId="473"/>
            <ac:spMk id="18" creationId="{F53604D8-E692-7F96-F3BC-2F40E1A71B7E}"/>
          </ac:spMkLst>
        </pc:spChg>
        <pc:spChg chg="mod">
          <ac:chgData name="Alexandre Quach" userId="03a3b9a4-365b-425e-bba9-a77346403bac" providerId="ADAL" clId="{DDA81D77-DDBB-4C92-9D52-66F6172221C8}" dt="2022-12-01T17:25:08.847" v="10052" actId="1076"/>
          <ac:spMkLst>
            <pc:docMk/>
            <pc:sldMk cId="3868840918" sldId="473"/>
            <ac:spMk id="20" creationId="{26408BAC-151A-4937-8139-07370AEB2B17}"/>
          </ac:spMkLst>
        </pc:spChg>
        <pc:spChg chg="mod">
          <ac:chgData name="Alexandre Quach" userId="03a3b9a4-365b-425e-bba9-a77346403bac" providerId="ADAL" clId="{DDA81D77-DDBB-4C92-9D52-66F6172221C8}" dt="2022-12-01T17:27:04.432" v="10309" actId="20577"/>
          <ac:spMkLst>
            <pc:docMk/>
            <pc:sldMk cId="3868840918" sldId="473"/>
            <ac:spMk id="21" creationId="{7E9AE98B-7633-42CE-A257-E818C048CA39}"/>
          </ac:spMkLst>
        </pc:spChg>
        <pc:spChg chg="mod">
          <ac:chgData name="Alexandre Quach" userId="03a3b9a4-365b-425e-bba9-a77346403bac" providerId="ADAL" clId="{DDA81D77-DDBB-4C92-9D52-66F6172221C8}" dt="2022-12-01T17:27:09.607" v="10327" actId="20577"/>
          <ac:spMkLst>
            <pc:docMk/>
            <pc:sldMk cId="3868840918" sldId="473"/>
            <ac:spMk id="22" creationId="{36A1ECE8-8195-4A03-AD66-226F04A71916}"/>
          </ac:spMkLst>
        </pc:spChg>
        <pc:spChg chg="mod">
          <ac:chgData name="Alexandre Quach" userId="03a3b9a4-365b-425e-bba9-a77346403bac" providerId="ADAL" clId="{DDA81D77-DDBB-4C92-9D52-66F6172221C8}" dt="2022-12-01T17:27:16.461" v="10345" actId="20577"/>
          <ac:spMkLst>
            <pc:docMk/>
            <pc:sldMk cId="3868840918" sldId="473"/>
            <ac:spMk id="23" creationId="{FF7A1404-6DD8-43DE-B941-FEE5C6190112}"/>
          </ac:spMkLst>
        </pc:spChg>
        <pc:spChg chg="add mod">
          <ac:chgData name="Alexandre Quach" userId="03a3b9a4-365b-425e-bba9-a77346403bac" providerId="ADAL" clId="{DDA81D77-DDBB-4C92-9D52-66F6172221C8}" dt="2022-12-01T10:19:08.347" v="4895" actId="20577"/>
          <ac:spMkLst>
            <pc:docMk/>
            <pc:sldMk cId="3868840918" sldId="473"/>
            <ac:spMk id="24" creationId="{24BAB7B8-4BC0-8943-594B-C8AD3EDBCBF7}"/>
          </ac:spMkLst>
        </pc:spChg>
        <pc:spChg chg="mod">
          <ac:chgData name="Alexandre Quach" userId="03a3b9a4-365b-425e-bba9-a77346403bac" providerId="ADAL" clId="{DDA81D77-DDBB-4C92-9D52-66F6172221C8}" dt="2022-12-01T17:24:02.335" v="9876" actId="20577"/>
          <ac:spMkLst>
            <pc:docMk/>
            <pc:sldMk cId="3868840918" sldId="473"/>
            <ac:spMk id="25" creationId="{7B686E76-2AF2-4BD3-A649-D17B01A6FA4A}"/>
          </ac:spMkLst>
        </pc:spChg>
        <pc:spChg chg="mod">
          <ac:chgData name="Alexandre Quach" userId="03a3b9a4-365b-425e-bba9-a77346403bac" providerId="ADAL" clId="{DDA81D77-DDBB-4C92-9D52-66F6172221C8}" dt="2022-12-01T17:26:57.187" v="10289" actId="20577"/>
          <ac:spMkLst>
            <pc:docMk/>
            <pc:sldMk cId="3868840918" sldId="473"/>
            <ac:spMk id="68" creationId="{9D43EC3D-3287-4D7D-8D69-BDA79A92F59A}"/>
          </ac:spMkLst>
        </pc:spChg>
        <pc:spChg chg="mod">
          <ac:chgData name="Alexandre Quach" userId="03a3b9a4-365b-425e-bba9-a77346403bac" providerId="ADAL" clId="{DDA81D77-DDBB-4C92-9D52-66F6172221C8}" dt="2022-12-01T17:25:21.563" v="10077" actId="20577"/>
          <ac:spMkLst>
            <pc:docMk/>
            <pc:sldMk cId="3868840918" sldId="473"/>
            <ac:spMk id="74" creationId="{0FDD4B90-B669-42E2-90CF-2EEBF116A170}"/>
          </ac:spMkLst>
        </pc:spChg>
        <pc:spChg chg="mod">
          <ac:chgData name="Alexandre Quach" userId="03a3b9a4-365b-425e-bba9-a77346403bac" providerId="ADAL" clId="{DDA81D77-DDBB-4C92-9D52-66F6172221C8}" dt="2022-12-01T17:25:54.437" v="10162" actId="20577"/>
          <ac:spMkLst>
            <pc:docMk/>
            <pc:sldMk cId="3868840918" sldId="473"/>
            <ac:spMk id="82" creationId="{8D3286E4-41F7-460E-97AA-0FCE0C32F972}"/>
          </ac:spMkLst>
        </pc:spChg>
        <pc:picChg chg="add mod">
          <ac:chgData name="Alexandre Quach" userId="03a3b9a4-365b-425e-bba9-a77346403bac" providerId="ADAL" clId="{DDA81D77-DDBB-4C92-9D52-66F6172221C8}" dt="2022-12-01T10:18:44.627" v="4783"/>
          <ac:picMkLst>
            <pc:docMk/>
            <pc:sldMk cId="3868840918" sldId="473"/>
            <ac:picMk id="19" creationId="{A4360F79-3AE6-07EE-880F-173D411A2218}"/>
          </ac:picMkLst>
        </pc:picChg>
        <pc:cxnChg chg="mod">
          <ac:chgData name="Alexandre Quach" userId="03a3b9a4-365b-425e-bba9-a77346403bac" providerId="ADAL" clId="{DDA81D77-DDBB-4C92-9D52-66F6172221C8}" dt="2022-12-01T17:26:29.598" v="10237" actId="14100"/>
          <ac:cxnSpMkLst>
            <pc:docMk/>
            <pc:sldMk cId="3868840918" sldId="473"/>
            <ac:cxnSpMk id="48" creationId="{038C3B39-285C-4E36-8BBD-2A2E60F7C292}"/>
          </ac:cxnSpMkLst>
        </pc:cxnChg>
        <pc:cxnChg chg="mod">
          <ac:chgData name="Alexandre Quach" userId="03a3b9a4-365b-425e-bba9-a77346403bac" providerId="ADAL" clId="{DDA81D77-DDBB-4C92-9D52-66F6172221C8}" dt="2022-12-01T17:26:29.598" v="10237" actId="14100"/>
          <ac:cxnSpMkLst>
            <pc:docMk/>
            <pc:sldMk cId="3868840918" sldId="473"/>
            <ac:cxnSpMk id="51" creationId="{6F65F524-39BF-4DFC-8D78-CDE06B322583}"/>
          </ac:cxnSpMkLst>
        </pc:cxnChg>
        <pc:cxnChg chg="mod">
          <ac:chgData name="Alexandre Quach" userId="03a3b9a4-365b-425e-bba9-a77346403bac" providerId="ADAL" clId="{DDA81D77-DDBB-4C92-9D52-66F6172221C8}" dt="2022-12-01T17:25:08.847" v="10052" actId="1076"/>
          <ac:cxnSpMkLst>
            <pc:docMk/>
            <pc:sldMk cId="3868840918" sldId="473"/>
            <ac:cxnSpMk id="55" creationId="{18DCCA77-3293-46CF-AB97-A0D2EF2AA15A}"/>
          </ac:cxnSpMkLst>
        </pc:cxnChg>
        <pc:cxnChg chg="mod">
          <ac:chgData name="Alexandre Quach" userId="03a3b9a4-365b-425e-bba9-a77346403bac" providerId="ADAL" clId="{DDA81D77-DDBB-4C92-9D52-66F6172221C8}" dt="2022-12-01T17:25:08.847" v="10052" actId="1076"/>
          <ac:cxnSpMkLst>
            <pc:docMk/>
            <pc:sldMk cId="3868840918" sldId="473"/>
            <ac:cxnSpMk id="58" creationId="{E145D4DD-F79E-41A1-BE66-EA7886340BD6}"/>
          </ac:cxnSpMkLst>
        </pc:cxnChg>
        <pc:cxnChg chg="mod">
          <ac:chgData name="Alexandre Quach" userId="03a3b9a4-365b-425e-bba9-a77346403bac" providerId="ADAL" clId="{DDA81D77-DDBB-4C92-9D52-66F6172221C8}" dt="2022-12-01T17:25:08.847" v="10052" actId="1076"/>
          <ac:cxnSpMkLst>
            <pc:docMk/>
            <pc:sldMk cId="3868840918" sldId="473"/>
            <ac:cxnSpMk id="69" creationId="{424AA819-A39B-4455-8714-B1E0BD96D471}"/>
          </ac:cxnSpMkLst>
        </pc:cxnChg>
      </pc:sldChg>
      <pc:sldChg chg="addSp delSp modSp add del mod">
        <pc:chgData name="Alexandre Quach" userId="03a3b9a4-365b-425e-bba9-a77346403bac" providerId="ADAL" clId="{DDA81D77-DDBB-4C92-9D52-66F6172221C8}" dt="2022-12-01T17:28:25.615" v="10399" actId="47"/>
        <pc:sldMkLst>
          <pc:docMk/>
          <pc:sldMk cId="3762417211" sldId="474"/>
        </pc:sldMkLst>
        <pc:spChg chg="mod">
          <ac:chgData name="Alexandre Quach" userId="03a3b9a4-365b-425e-bba9-a77346403bac" providerId="ADAL" clId="{DDA81D77-DDBB-4C92-9D52-66F6172221C8}" dt="2022-12-01T10:20:25.645" v="4995" actId="20577"/>
          <ac:spMkLst>
            <pc:docMk/>
            <pc:sldMk cId="3762417211" sldId="474"/>
            <ac:spMk id="2" creationId="{280E14BE-C37C-A3DB-D136-5619272E1368}"/>
          </ac:spMkLst>
        </pc:spChg>
        <pc:spChg chg="mod">
          <ac:chgData name="Alexandre Quach" userId="03a3b9a4-365b-425e-bba9-a77346403bac" providerId="ADAL" clId="{DDA81D77-DDBB-4C92-9D52-66F6172221C8}" dt="2022-12-01T10:20:19.942" v="4973" actId="27636"/>
          <ac:spMkLst>
            <pc:docMk/>
            <pc:sldMk cId="3762417211" sldId="474"/>
            <ac:spMk id="3" creationId="{183CCA1B-1322-6A04-3870-54B01A18F55F}"/>
          </ac:spMkLst>
        </pc:spChg>
        <pc:spChg chg="add del mod">
          <ac:chgData name="Alexandre Quach" userId="03a3b9a4-365b-425e-bba9-a77346403bac" providerId="ADAL" clId="{DDA81D77-DDBB-4C92-9D52-66F6172221C8}" dt="2022-12-01T10:20:54.299" v="5000" actId="478"/>
          <ac:spMkLst>
            <pc:docMk/>
            <pc:sldMk cId="3762417211" sldId="474"/>
            <ac:spMk id="6" creationId="{05E8D1E8-0B7C-58B5-BEE2-B1A82BDCEB43}"/>
          </ac:spMkLst>
        </pc:spChg>
        <pc:picChg chg="del">
          <ac:chgData name="Alexandre Quach" userId="03a3b9a4-365b-425e-bba9-a77346403bac" providerId="ADAL" clId="{DDA81D77-DDBB-4C92-9D52-66F6172221C8}" dt="2022-12-01T10:20:30.559" v="4996" actId="478"/>
          <ac:picMkLst>
            <pc:docMk/>
            <pc:sldMk cId="3762417211" sldId="474"/>
            <ac:picMk id="4" creationId="{C33D1E72-B382-B2AC-ABFE-EE801D9938CD}"/>
          </ac:picMkLst>
        </pc:picChg>
        <pc:picChg chg="add mod">
          <ac:chgData name="Alexandre Quach" userId="03a3b9a4-365b-425e-bba9-a77346403bac" providerId="ADAL" clId="{DDA81D77-DDBB-4C92-9D52-66F6172221C8}" dt="2022-12-01T10:21:00.771" v="5002" actId="1076"/>
          <ac:picMkLst>
            <pc:docMk/>
            <pc:sldMk cId="3762417211" sldId="474"/>
            <ac:picMk id="5" creationId="{5BFFD44E-8C63-22A2-8E5F-71A774D8AE1D}"/>
          </ac:picMkLst>
        </pc:picChg>
      </pc:sldChg>
      <pc:sldChg chg="addSp delSp modSp add del mod">
        <pc:chgData name="Alexandre Quach" userId="03a3b9a4-365b-425e-bba9-a77346403bac" providerId="ADAL" clId="{DDA81D77-DDBB-4C92-9D52-66F6172221C8}" dt="2022-12-01T17:28:25.615" v="10399" actId="47"/>
        <pc:sldMkLst>
          <pc:docMk/>
          <pc:sldMk cId="1047443965" sldId="475"/>
        </pc:sldMkLst>
        <pc:picChg chg="add mod">
          <ac:chgData name="Alexandre Quach" userId="03a3b9a4-365b-425e-bba9-a77346403bac" providerId="ADAL" clId="{DDA81D77-DDBB-4C92-9D52-66F6172221C8}" dt="2022-12-01T10:24:01.763" v="5020" actId="14100"/>
          <ac:picMkLst>
            <pc:docMk/>
            <pc:sldMk cId="1047443965" sldId="475"/>
            <ac:picMk id="3" creationId="{8A8AD2B1-589F-59DA-592C-D821AD66C7A0}"/>
          </ac:picMkLst>
        </pc:picChg>
        <pc:picChg chg="del">
          <ac:chgData name="Alexandre Quach" userId="03a3b9a4-365b-425e-bba9-a77346403bac" providerId="ADAL" clId="{DDA81D77-DDBB-4C92-9D52-66F6172221C8}" dt="2022-12-01T10:22:58.221" v="5004" actId="478"/>
          <ac:picMkLst>
            <pc:docMk/>
            <pc:sldMk cId="1047443965" sldId="475"/>
            <ac:picMk id="29" creationId="{B208581F-0839-40A1-9B2B-ECBB85BEC403}"/>
          </ac:picMkLst>
        </pc:picChg>
      </pc:sldChg>
      <pc:sldChg chg="addSp delSp modSp add del mod">
        <pc:chgData name="Alexandre Quach" userId="03a3b9a4-365b-425e-bba9-a77346403bac" providerId="ADAL" clId="{DDA81D77-DDBB-4C92-9D52-66F6172221C8}" dt="2022-12-01T17:28:25.615" v="10399" actId="47"/>
        <pc:sldMkLst>
          <pc:docMk/>
          <pc:sldMk cId="124740884" sldId="476"/>
        </pc:sldMkLst>
        <pc:spChg chg="mod">
          <ac:chgData name="Alexandre Quach" userId="03a3b9a4-365b-425e-bba9-a77346403bac" providerId="ADAL" clId="{DDA81D77-DDBB-4C92-9D52-66F6172221C8}" dt="2022-12-01T10:23:01.484" v="5005" actId="6549"/>
          <ac:spMkLst>
            <pc:docMk/>
            <pc:sldMk cId="124740884" sldId="476"/>
            <ac:spMk id="158" creationId="{60552458-892E-3F34-9337-4229E8A32160}"/>
          </ac:spMkLst>
        </pc:spChg>
        <pc:picChg chg="add mod">
          <ac:chgData name="Alexandre Quach" userId="03a3b9a4-365b-425e-bba9-a77346403bac" providerId="ADAL" clId="{DDA81D77-DDBB-4C92-9D52-66F6172221C8}" dt="2022-12-01T10:27:23.801" v="5021"/>
          <ac:picMkLst>
            <pc:docMk/>
            <pc:sldMk cId="124740884" sldId="476"/>
            <ac:picMk id="4" creationId="{BBB0FEFF-E1B8-1B9A-26D9-3238FB9E0598}"/>
          </ac:picMkLst>
        </pc:picChg>
        <pc:picChg chg="del">
          <ac:chgData name="Alexandre Quach" userId="03a3b9a4-365b-425e-bba9-a77346403bac" providerId="ADAL" clId="{DDA81D77-DDBB-4C92-9D52-66F6172221C8}" dt="2022-12-01T10:23:03.779" v="5006" actId="478"/>
          <ac:picMkLst>
            <pc:docMk/>
            <pc:sldMk cId="124740884" sldId="476"/>
            <ac:picMk id="29" creationId="{B208581F-0839-40A1-9B2B-ECBB85BEC403}"/>
          </ac:picMkLst>
        </pc:picChg>
      </pc:sldChg>
      <pc:sldChg chg="add del">
        <pc:chgData name="Alexandre Quach" userId="03a3b9a4-365b-425e-bba9-a77346403bac" providerId="ADAL" clId="{DDA81D77-DDBB-4C92-9D52-66F6172221C8}" dt="2022-12-01T17:28:25.615" v="10399" actId="47"/>
        <pc:sldMkLst>
          <pc:docMk/>
          <pc:sldMk cId="4272578973" sldId="477"/>
        </pc:sldMkLst>
      </pc:sldChg>
      <pc:sldChg chg="delSp modSp add del mod">
        <pc:chgData name="Alexandre Quach" userId="03a3b9a4-365b-425e-bba9-a77346403bac" providerId="ADAL" clId="{DDA81D77-DDBB-4C92-9D52-66F6172221C8}" dt="2022-12-01T17:28:25.615" v="10399" actId="47"/>
        <pc:sldMkLst>
          <pc:docMk/>
          <pc:sldMk cId="3282148664" sldId="478"/>
        </pc:sldMkLst>
        <pc:spChg chg="del mod">
          <ac:chgData name="Alexandre Quach" userId="03a3b9a4-365b-425e-bba9-a77346403bac" providerId="ADAL" clId="{DDA81D77-DDBB-4C92-9D52-66F6172221C8}" dt="2022-12-01T10:27:40.375" v="5027"/>
          <ac:spMkLst>
            <pc:docMk/>
            <pc:sldMk cId="3282148664" sldId="478"/>
            <ac:spMk id="21" creationId="{C9E93CA3-BFA1-09B9-5136-E8ECBF04180A}"/>
          </ac:spMkLst>
        </pc:spChg>
        <pc:spChg chg="mod">
          <ac:chgData name="Alexandre Quach" userId="03a3b9a4-365b-425e-bba9-a77346403bac" providerId="ADAL" clId="{DDA81D77-DDBB-4C92-9D52-66F6172221C8}" dt="2022-12-01T10:27:30.660" v="5022" actId="6549"/>
          <ac:spMkLst>
            <pc:docMk/>
            <pc:sldMk cId="3282148664" sldId="478"/>
            <ac:spMk id="72" creationId="{933C98CD-019E-CD6D-8BDD-6C6AE1008237}"/>
          </ac:spMkLst>
        </pc:spChg>
        <pc:spChg chg="mod">
          <ac:chgData name="Alexandre Quach" userId="03a3b9a4-365b-425e-bba9-a77346403bac" providerId="ADAL" clId="{DDA81D77-DDBB-4C92-9D52-66F6172221C8}" dt="2022-12-01T10:27:36.068" v="5024" actId="6549"/>
          <ac:spMkLst>
            <pc:docMk/>
            <pc:sldMk cId="3282148664" sldId="478"/>
            <ac:spMk id="76" creationId="{D8C1C1DD-0DEF-E1A9-508C-54559A44A606}"/>
          </ac:spMkLst>
        </pc:spChg>
        <pc:spChg chg="mod">
          <ac:chgData name="Alexandre Quach" userId="03a3b9a4-365b-425e-bba9-a77346403bac" providerId="ADAL" clId="{DDA81D77-DDBB-4C92-9D52-66F6172221C8}" dt="2022-12-01T10:27:38.643" v="5025" actId="6549"/>
          <ac:spMkLst>
            <pc:docMk/>
            <pc:sldMk cId="3282148664" sldId="478"/>
            <ac:spMk id="86" creationId="{93F1416C-9545-7573-1270-6A728AE6DF9B}"/>
          </ac:spMkLst>
        </pc:spChg>
      </pc:sldChg>
      <pc:sldChg chg="modSp add del mod">
        <pc:chgData name="Alexandre Quach" userId="03a3b9a4-365b-425e-bba9-a77346403bac" providerId="ADAL" clId="{DDA81D77-DDBB-4C92-9D52-66F6172221C8}" dt="2022-12-01T17:28:25.615" v="10399" actId="47"/>
        <pc:sldMkLst>
          <pc:docMk/>
          <pc:sldMk cId="3498603700" sldId="479"/>
        </pc:sldMkLst>
        <pc:spChg chg="mod">
          <ac:chgData name="Alexandre Quach" userId="03a3b9a4-365b-425e-bba9-a77346403bac" providerId="ADAL" clId="{DDA81D77-DDBB-4C92-9D52-66F6172221C8}" dt="2022-12-01T13:06:33.271" v="6489" actId="208"/>
          <ac:spMkLst>
            <pc:docMk/>
            <pc:sldMk cId="3498603700" sldId="479"/>
            <ac:spMk id="4" creationId="{E2CB23ED-4051-B325-EB53-FDB3B1BD4D68}"/>
          </ac:spMkLst>
        </pc:spChg>
        <pc:spChg chg="mod">
          <ac:chgData name="Alexandre Quach" userId="03a3b9a4-365b-425e-bba9-a77346403bac" providerId="ADAL" clId="{DDA81D77-DDBB-4C92-9D52-66F6172221C8}" dt="2022-12-01T13:06:33.271" v="6489" actId="208"/>
          <ac:spMkLst>
            <pc:docMk/>
            <pc:sldMk cId="3498603700" sldId="479"/>
            <ac:spMk id="5" creationId="{BE8B0128-3107-BD27-E3E5-FB5812AFF0D9}"/>
          </ac:spMkLst>
        </pc:spChg>
        <pc:spChg chg="mod">
          <ac:chgData name="Alexandre Quach" userId="03a3b9a4-365b-425e-bba9-a77346403bac" providerId="ADAL" clId="{DDA81D77-DDBB-4C92-9D52-66F6172221C8}" dt="2022-12-01T13:06:33.271" v="6489" actId="208"/>
          <ac:spMkLst>
            <pc:docMk/>
            <pc:sldMk cId="3498603700" sldId="479"/>
            <ac:spMk id="7" creationId="{E8E4E29D-F3EB-FAF3-AF69-D000DFA1F074}"/>
          </ac:spMkLst>
        </pc:spChg>
        <pc:spChg chg="mod">
          <ac:chgData name="Alexandre Quach" userId="03a3b9a4-365b-425e-bba9-a77346403bac" providerId="ADAL" clId="{DDA81D77-DDBB-4C92-9D52-66F6172221C8}" dt="2022-12-01T13:06:30.509" v="6488" actId="208"/>
          <ac:spMkLst>
            <pc:docMk/>
            <pc:sldMk cId="3498603700" sldId="479"/>
            <ac:spMk id="10" creationId="{58ADD2EC-71C7-620E-C4C1-03289FCA9B47}"/>
          </ac:spMkLst>
        </pc:spChg>
        <pc:spChg chg="mod">
          <ac:chgData name="Alexandre Quach" userId="03a3b9a4-365b-425e-bba9-a77346403bac" providerId="ADAL" clId="{DDA81D77-DDBB-4C92-9D52-66F6172221C8}" dt="2022-12-01T13:06:30.509" v="6488" actId="208"/>
          <ac:spMkLst>
            <pc:docMk/>
            <pc:sldMk cId="3498603700" sldId="479"/>
            <ac:spMk id="28" creationId="{D09DE783-6751-21B0-C272-C393A8DC7FDA}"/>
          </ac:spMkLst>
        </pc:spChg>
        <pc:spChg chg="mod">
          <ac:chgData name="Alexandre Quach" userId="03a3b9a4-365b-425e-bba9-a77346403bac" providerId="ADAL" clId="{DDA81D77-DDBB-4C92-9D52-66F6172221C8}" dt="2022-12-01T13:06:30.509" v="6488" actId="208"/>
          <ac:spMkLst>
            <pc:docMk/>
            <pc:sldMk cId="3498603700" sldId="479"/>
            <ac:spMk id="29" creationId="{BEB3CF1B-FD7E-68D3-D0A0-00C47D37FF23}"/>
          </ac:spMkLst>
        </pc:spChg>
        <pc:spChg chg="mod">
          <ac:chgData name="Alexandre Quach" userId="03a3b9a4-365b-425e-bba9-a77346403bac" providerId="ADAL" clId="{DDA81D77-DDBB-4C92-9D52-66F6172221C8}" dt="2022-12-01T10:23:13.448" v="5009" actId="20577"/>
          <ac:spMkLst>
            <pc:docMk/>
            <pc:sldMk cId="3498603700" sldId="479"/>
            <ac:spMk id="33" creationId="{B8AEFDB6-F058-332B-F67D-77F5C9CD4CA3}"/>
          </ac:spMkLst>
        </pc:spChg>
        <pc:spChg chg="mod">
          <ac:chgData name="Alexandre Quach" userId="03a3b9a4-365b-425e-bba9-a77346403bac" providerId="ADAL" clId="{DDA81D77-DDBB-4C92-9D52-66F6172221C8}" dt="2022-12-01T10:23:08.120" v="5007" actId="20577"/>
          <ac:spMkLst>
            <pc:docMk/>
            <pc:sldMk cId="3498603700" sldId="479"/>
            <ac:spMk id="34" creationId="{BDA8C875-065D-7B7B-177E-10377A4CB1A3}"/>
          </ac:spMkLst>
        </pc:spChg>
        <pc:spChg chg="mod">
          <ac:chgData name="Alexandre Quach" userId="03a3b9a4-365b-425e-bba9-a77346403bac" providerId="ADAL" clId="{DDA81D77-DDBB-4C92-9D52-66F6172221C8}" dt="2022-12-01T10:23:10.999" v="5008" actId="20577"/>
          <ac:spMkLst>
            <pc:docMk/>
            <pc:sldMk cId="3498603700" sldId="479"/>
            <ac:spMk id="35" creationId="{E12D446B-6709-7F41-0F56-D4EB419F7215}"/>
          </ac:spMkLst>
        </pc:spChg>
      </pc:sldChg>
      <pc:sldChg chg="modSp add del mod">
        <pc:chgData name="Alexandre Quach" userId="03a3b9a4-365b-425e-bba9-a77346403bac" providerId="ADAL" clId="{DDA81D77-DDBB-4C92-9D52-66F6172221C8}" dt="2022-12-01T17:28:25.615" v="10399" actId="47"/>
        <pc:sldMkLst>
          <pc:docMk/>
          <pc:sldMk cId="1011104374" sldId="480"/>
        </pc:sldMkLst>
        <pc:spChg chg="mod">
          <ac:chgData name="Alexandre Quach" userId="03a3b9a4-365b-425e-bba9-a77346403bac" providerId="ADAL" clId="{DDA81D77-DDBB-4C92-9D52-66F6172221C8}" dt="2022-12-01T13:06:38.288" v="6490" actId="208"/>
          <ac:spMkLst>
            <pc:docMk/>
            <pc:sldMk cId="1011104374" sldId="480"/>
            <ac:spMk id="4" creationId="{E2CB23ED-4051-B325-EB53-FDB3B1BD4D68}"/>
          </ac:spMkLst>
        </pc:spChg>
        <pc:spChg chg="mod">
          <ac:chgData name="Alexandre Quach" userId="03a3b9a4-365b-425e-bba9-a77346403bac" providerId="ADAL" clId="{DDA81D77-DDBB-4C92-9D52-66F6172221C8}" dt="2022-12-01T13:06:38.288" v="6490" actId="208"/>
          <ac:spMkLst>
            <pc:docMk/>
            <pc:sldMk cId="1011104374" sldId="480"/>
            <ac:spMk id="5" creationId="{BE8B0128-3107-BD27-E3E5-FB5812AFF0D9}"/>
          </ac:spMkLst>
        </pc:spChg>
        <pc:spChg chg="mod">
          <ac:chgData name="Alexandre Quach" userId="03a3b9a4-365b-425e-bba9-a77346403bac" providerId="ADAL" clId="{DDA81D77-DDBB-4C92-9D52-66F6172221C8}" dt="2022-12-01T13:06:38.288" v="6490" actId="208"/>
          <ac:spMkLst>
            <pc:docMk/>
            <pc:sldMk cId="1011104374" sldId="480"/>
            <ac:spMk id="7" creationId="{E8E4E29D-F3EB-FAF3-AF69-D000DFA1F074}"/>
          </ac:spMkLst>
        </pc:spChg>
        <pc:spChg chg="mod">
          <ac:chgData name="Alexandre Quach" userId="03a3b9a4-365b-425e-bba9-a77346403bac" providerId="ADAL" clId="{DDA81D77-DDBB-4C92-9D52-66F6172221C8}" dt="2022-12-01T13:06:43.006" v="6492" actId="208"/>
          <ac:spMkLst>
            <pc:docMk/>
            <pc:sldMk cId="1011104374" sldId="480"/>
            <ac:spMk id="10" creationId="{58ADD2EC-71C7-620E-C4C1-03289FCA9B47}"/>
          </ac:spMkLst>
        </pc:spChg>
        <pc:spChg chg="mod">
          <ac:chgData name="Alexandre Quach" userId="03a3b9a4-365b-425e-bba9-a77346403bac" providerId="ADAL" clId="{DDA81D77-DDBB-4C92-9D52-66F6172221C8}" dt="2022-12-01T13:06:43.006" v="6492" actId="208"/>
          <ac:spMkLst>
            <pc:docMk/>
            <pc:sldMk cId="1011104374" sldId="480"/>
            <ac:spMk id="28" creationId="{D09DE783-6751-21B0-C272-C393A8DC7FDA}"/>
          </ac:spMkLst>
        </pc:spChg>
        <pc:spChg chg="mod">
          <ac:chgData name="Alexandre Quach" userId="03a3b9a4-365b-425e-bba9-a77346403bac" providerId="ADAL" clId="{DDA81D77-DDBB-4C92-9D52-66F6172221C8}" dt="2022-12-01T13:06:43.006" v="6492" actId="208"/>
          <ac:spMkLst>
            <pc:docMk/>
            <pc:sldMk cId="1011104374" sldId="480"/>
            <ac:spMk id="29" creationId="{BEB3CF1B-FD7E-68D3-D0A0-00C47D37FF23}"/>
          </ac:spMkLst>
        </pc:spChg>
        <pc:spChg chg="mod">
          <ac:chgData name="Alexandre Quach" userId="03a3b9a4-365b-425e-bba9-a77346403bac" providerId="ADAL" clId="{DDA81D77-DDBB-4C92-9D52-66F6172221C8}" dt="2022-12-01T10:23:22.683" v="5012" actId="20577"/>
          <ac:spMkLst>
            <pc:docMk/>
            <pc:sldMk cId="1011104374" sldId="480"/>
            <ac:spMk id="33" creationId="{B8AEFDB6-F058-332B-F67D-77F5C9CD4CA3}"/>
          </ac:spMkLst>
        </pc:spChg>
        <pc:spChg chg="mod">
          <ac:chgData name="Alexandre Quach" userId="03a3b9a4-365b-425e-bba9-a77346403bac" providerId="ADAL" clId="{DDA81D77-DDBB-4C92-9D52-66F6172221C8}" dt="2022-12-01T10:23:17.757" v="5010" actId="20577"/>
          <ac:spMkLst>
            <pc:docMk/>
            <pc:sldMk cId="1011104374" sldId="480"/>
            <ac:spMk id="34" creationId="{BDA8C875-065D-7B7B-177E-10377A4CB1A3}"/>
          </ac:spMkLst>
        </pc:spChg>
        <pc:spChg chg="mod">
          <ac:chgData name="Alexandre Quach" userId="03a3b9a4-365b-425e-bba9-a77346403bac" providerId="ADAL" clId="{DDA81D77-DDBB-4C92-9D52-66F6172221C8}" dt="2022-12-01T10:23:20.311" v="5011" actId="20577"/>
          <ac:spMkLst>
            <pc:docMk/>
            <pc:sldMk cId="1011104374" sldId="480"/>
            <ac:spMk id="35" creationId="{E12D446B-6709-7F41-0F56-D4EB419F7215}"/>
          </ac:spMkLst>
        </pc:spChg>
      </pc:sldChg>
      <pc:sldChg chg="delSp modSp add del mod">
        <pc:chgData name="Alexandre Quach" userId="03a3b9a4-365b-425e-bba9-a77346403bac" providerId="ADAL" clId="{DDA81D77-DDBB-4C92-9D52-66F6172221C8}" dt="2022-12-01T17:28:25.615" v="10399" actId="47"/>
        <pc:sldMkLst>
          <pc:docMk/>
          <pc:sldMk cId="459514933" sldId="481"/>
        </pc:sldMkLst>
        <pc:spChg chg="mod">
          <ac:chgData name="Alexandre Quach" userId="03a3b9a4-365b-425e-bba9-a77346403bac" providerId="ADAL" clId="{DDA81D77-DDBB-4C92-9D52-66F6172221C8}" dt="2022-12-01T10:28:00.365" v="5097" actId="313"/>
          <ac:spMkLst>
            <pc:docMk/>
            <pc:sldMk cId="459514933" sldId="481"/>
            <ac:spMk id="24" creationId="{24BAB7B8-4BC0-8943-594B-C8AD3EDBCBF7}"/>
          </ac:spMkLst>
        </pc:spChg>
        <pc:picChg chg="del">
          <ac:chgData name="Alexandre Quach" userId="03a3b9a4-365b-425e-bba9-a77346403bac" providerId="ADAL" clId="{DDA81D77-DDBB-4C92-9D52-66F6172221C8}" dt="2022-12-01T10:23:26.139" v="5013" actId="478"/>
          <ac:picMkLst>
            <pc:docMk/>
            <pc:sldMk cId="459514933" sldId="481"/>
            <ac:picMk id="19" creationId="{A4360F79-3AE6-07EE-880F-173D411A2218}"/>
          </ac:picMkLst>
        </pc:picChg>
      </pc:sldChg>
      <pc:sldChg chg="addSp delSp modSp add mod modClrScheme chgLayout">
        <pc:chgData name="Alexandre Quach" userId="03a3b9a4-365b-425e-bba9-a77346403bac" providerId="ADAL" clId="{DDA81D77-DDBB-4C92-9D52-66F6172221C8}" dt="2022-12-01T17:28:17.675" v="10398" actId="20577"/>
        <pc:sldMkLst>
          <pc:docMk/>
          <pc:sldMk cId="470208628" sldId="482"/>
        </pc:sldMkLst>
        <pc:spChg chg="mod ord">
          <ac:chgData name="Alexandre Quach" userId="03a3b9a4-365b-425e-bba9-a77346403bac" providerId="ADAL" clId="{DDA81D77-DDBB-4C92-9D52-66F6172221C8}" dt="2022-12-01T17:28:17.675" v="10398" actId="20577"/>
          <ac:spMkLst>
            <pc:docMk/>
            <pc:sldMk cId="470208628" sldId="482"/>
            <ac:spMk id="2" creationId="{280E14BE-C37C-A3DB-D136-5619272E1368}"/>
          </ac:spMkLst>
        </pc:spChg>
        <pc:spChg chg="del mod ord">
          <ac:chgData name="Alexandre Quach" userId="03a3b9a4-365b-425e-bba9-a77346403bac" providerId="ADAL" clId="{DDA81D77-DDBB-4C92-9D52-66F6172221C8}" dt="2022-12-01T17:28:08.684" v="10350" actId="700"/>
          <ac:spMkLst>
            <pc:docMk/>
            <pc:sldMk cId="470208628" sldId="482"/>
            <ac:spMk id="3" creationId="{183CCA1B-1322-6A04-3870-54B01A18F55F}"/>
          </ac:spMkLst>
        </pc:spChg>
        <pc:spChg chg="add mod ord">
          <ac:chgData name="Alexandre Quach" userId="03a3b9a4-365b-425e-bba9-a77346403bac" providerId="ADAL" clId="{DDA81D77-DDBB-4C92-9D52-66F6172221C8}" dt="2022-12-01T17:28:08.684" v="10350" actId="700"/>
          <ac:spMkLst>
            <pc:docMk/>
            <pc:sldMk cId="470208628" sldId="482"/>
            <ac:spMk id="4" creationId="{54605879-90E4-AE92-447C-3970F6B6F192}"/>
          </ac:spMkLst>
        </pc:spChg>
        <pc:picChg chg="del">
          <ac:chgData name="Alexandre Quach" userId="03a3b9a4-365b-425e-bba9-a77346403bac" providerId="ADAL" clId="{DDA81D77-DDBB-4C92-9D52-66F6172221C8}" dt="2022-12-01T17:27:56.967" v="10347" actId="478"/>
          <ac:picMkLst>
            <pc:docMk/>
            <pc:sldMk cId="470208628" sldId="482"/>
            <ac:picMk id="5" creationId="{5BFFD44E-8C63-22A2-8E5F-71A774D8AE1D}"/>
          </ac:picMkLst>
        </pc:picChg>
      </pc:sldChg>
      <pc:sldChg chg="delSp add mod">
        <pc:chgData name="Alexandre Quach" userId="03a3b9a4-365b-425e-bba9-a77346403bac" providerId="ADAL" clId="{DDA81D77-DDBB-4C92-9D52-66F6172221C8}" dt="2022-12-01T17:27:58.317" v="10348" actId="478"/>
        <pc:sldMkLst>
          <pc:docMk/>
          <pc:sldMk cId="1641553802" sldId="483"/>
        </pc:sldMkLst>
        <pc:picChg chg="del">
          <ac:chgData name="Alexandre Quach" userId="03a3b9a4-365b-425e-bba9-a77346403bac" providerId="ADAL" clId="{DDA81D77-DDBB-4C92-9D52-66F6172221C8}" dt="2022-12-01T17:27:58.317" v="10348" actId="478"/>
          <ac:picMkLst>
            <pc:docMk/>
            <pc:sldMk cId="1641553802" sldId="483"/>
            <ac:picMk id="3" creationId="{8A8AD2B1-589F-59DA-592C-D821AD66C7A0}"/>
          </ac:picMkLst>
        </pc:picChg>
      </pc:sldChg>
      <pc:sldChg chg="delSp add mod">
        <pc:chgData name="Alexandre Quach" userId="03a3b9a4-365b-425e-bba9-a77346403bac" providerId="ADAL" clId="{DDA81D77-DDBB-4C92-9D52-66F6172221C8}" dt="2022-12-01T17:27:59.697" v="10349" actId="478"/>
        <pc:sldMkLst>
          <pc:docMk/>
          <pc:sldMk cId="144998551" sldId="484"/>
        </pc:sldMkLst>
        <pc:picChg chg="del">
          <ac:chgData name="Alexandre Quach" userId="03a3b9a4-365b-425e-bba9-a77346403bac" providerId="ADAL" clId="{DDA81D77-DDBB-4C92-9D52-66F6172221C8}" dt="2022-12-01T17:27:59.697" v="10349" actId="478"/>
          <ac:picMkLst>
            <pc:docMk/>
            <pc:sldMk cId="144998551" sldId="484"/>
            <ac:picMk id="4" creationId="{BBB0FEFF-E1B8-1B9A-26D9-3238FB9E0598}"/>
          </ac:picMkLst>
        </pc:picChg>
      </pc:sldChg>
      <pc:sldChg chg="add">
        <pc:chgData name="Alexandre Quach" userId="03a3b9a4-365b-425e-bba9-a77346403bac" providerId="ADAL" clId="{DDA81D77-DDBB-4C92-9D52-66F6172221C8}" dt="2022-12-01T17:27:51.967" v="10346"/>
        <pc:sldMkLst>
          <pc:docMk/>
          <pc:sldMk cId="289570130" sldId="485"/>
        </pc:sldMkLst>
      </pc:sldChg>
      <pc:sldChg chg="add">
        <pc:chgData name="Alexandre Quach" userId="03a3b9a4-365b-425e-bba9-a77346403bac" providerId="ADAL" clId="{DDA81D77-DDBB-4C92-9D52-66F6172221C8}" dt="2022-12-01T17:27:51.967" v="10346"/>
        <pc:sldMkLst>
          <pc:docMk/>
          <pc:sldMk cId="1087150334" sldId="486"/>
        </pc:sldMkLst>
      </pc:sldChg>
      <pc:sldChg chg="add">
        <pc:chgData name="Alexandre Quach" userId="03a3b9a4-365b-425e-bba9-a77346403bac" providerId="ADAL" clId="{DDA81D77-DDBB-4C92-9D52-66F6172221C8}" dt="2022-12-01T17:27:51.967" v="10346"/>
        <pc:sldMkLst>
          <pc:docMk/>
          <pc:sldMk cId="3347442237" sldId="487"/>
        </pc:sldMkLst>
      </pc:sldChg>
      <pc:sldChg chg="add">
        <pc:chgData name="Alexandre Quach" userId="03a3b9a4-365b-425e-bba9-a77346403bac" providerId="ADAL" clId="{DDA81D77-DDBB-4C92-9D52-66F6172221C8}" dt="2022-12-01T17:27:51.967" v="10346"/>
        <pc:sldMkLst>
          <pc:docMk/>
          <pc:sldMk cId="22853350" sldId="488"/>
        </pc:sldMkLst>
      </pc:sldChg>
      <pc:sldChg chg="add">
        <pc:chgData name="Alexandre Quach" userId="03a3b9a4-365b-425e-bba9-a77346403bac" providerId="ADAL" clId="{DDA81D77-DDBB-4C92-9D52-66F6172221C8}" dt="2022-12-01T17:27:51.967" v="10346"/>
        <pc:sldMkLst>
          <pc:docMk/>
          <pc:sldMk cId="2725427316" sldId="489"/>
        </pc:sldMkLst>
      </pc:sldChg>
    </pc:docChg>
  </pc:docChgLst>
  <pc:docChgLst>
    <pc:chgData name="Thomas Froment" userId="4d47d833-7bbe-4dd6-859d-dcdc79e00258" providerId="ADAL" clId="{9ABB3E24-91F1-4AB3-A1FF-2D682C7B1DC0}"/>
    <pc:docChg chg="custSel addSld delSld modSld modSection">
      <pc:chgData name="Thomas Froment" userId="4d47d833-7bbe-4dd6-859d-dcdc79e00258" providerId="ADAL" clId="{9ABB3E24-91F1-4AB3-A1FF-2D682C7B1DC0}" dt="2022-12-11T09:30:21.285" v="39" actId="166"/>
      <pc:docMkLst>
        <pc:docMk/>
      </pc:docMkLst>
      <pc:sldChg chg="modSp mod">
        <pc:chgData name="Thomas Froment" userId="4d47d833-7bbe-4dd6-859d-dcdc79e00258" providerId="ADAL" clId="{9ABB3E24-91F1-4AB3-A1FF-2D682C7B1DC0}" dt="2022-12-11T09:28:19.731" v="17" actId="27636"/>
        <pc:sldMkLst>
          <pc:docMk/>
          <pc:sldMk cId="3307899724" sldId="405"/>
        </pc:sldMkLst>
        <pc:spChg chg="mod">
          <ac:chgData name="Thomas Froment" userId="4d47d833-7bbe-4dd6-859d-dcdc79e00258" providerId="ADAL" clId="{9ABB3E24-91F1-4AB3-A1FF-2D682C7B1DC0}" dt="2022-12-11T09:28:19.731" v="17" actId="27636"/>
          <ac:spMkLst>
            <pc:docMk/>
            <pc:sldMk cId="3307899724" sldId="405"/>
            <ac:spMk id="33" creationId="{7BA9F061-C652-4528-AF92-4FCAC49C0B78}"/>
          </ac:spMkLst>
        </pc:spChg>
      </pc:sldChg>
      <pc:sldChg chg="addSp delSp modSp add mod">
        <pc:chgData name="Thomas Froment" userId="4d47d833-7bbe-4dd6-859d-dcdc79e00258" providerId="ADAL" clId="{9ABB3E24-91F1-4AB3-A1FF-2D682C7B1DC0}" dt="2022-12-11T09:29:18.029" v="34"/>
        <pc:sldMkLst>
          <pc:docMk/>
          <pc:sldMk cId="4221110295" sldId="491"/>
        </pc:sldMkLst>
        <pc:spChg chg="add del mod">
          <ac:chgData name="Thomas Froment" userId="4d47d833-7bbe-4dd6-859d-dcdc79e00258" providerId="ADAL" clId="{9ABB3E24-91F1-4AB3-A1FF-2D682C7B1DC0}" dt="2022-12-11T09:29:17.745" v="33" actId="478"/>
          <ac:spMkLst>
            <pc:docMk/>
            <pc:sldMk cId="4221110295" sldId="491"/>
            <ac:spMk id="3" creationId="{1C8F158B-55E4-8178-F08A-62648AD35E45}"/>
          </ac:spMkLst>
        </pc:spChg>
        <pc:spChg chg="add mod">
          <ac:chgData name="Thomas Froment" userId="4d47d833-7bbe-4dd6-859d-dcdc79e00258" providerId="ADAL" clId="{9ABB3E24-91F1-4AB3-A1FF-2D682C7B1DC0}" dt="2022-12-11T09:29:18.029" v="34"/>
          <ac:spMkLst>
            <pc:docMk/>
            <pc:sldMk cId="4221110295" sldId="491"/>
            <ac:spMk id="7" creationId="{18BC24D8-D2EF-B6A8-4FE5-4E8FA2538AE4}"/>
          </ac:spMkLst>
        </pc:spChg>
        <pc:spChg chg="del mod">
          <ac:chgData name="Thomas Froment" userId="4d47d833-7bbe-4dd6-859d-dcdc79e00258" providerId="ADAL" clId="{9ABB3E24-91F1-4AB3-A1FF-2D682C7B1DC0}" dt="2022-12-11T09:29:15.354" v="32" actId="478"/>
          <ac:spMkLst>
            <pc:docMk/>
            <pc:sldMk cId="4221110295" sldId="491"/>
            <ac:spMk id="11" creationId="{77EBB4B7-7DD3-81D9-63A2-0C8C9EAE26F3}"/>
          </ac:spMkLst>
        </pc:spChg>
      </pc:sldChg>
      <pc:sldChg chg="modSp add mod">
        <pc:chgData name="Thomas Froment" userId="4d47d833-7bbe-4dd6-859d-dcdc79e00258" providerId="ADAL" clId="{9ABB3E24-91F1-4AB3-A1FF-2D682C7B1DC0}" dt="2022-12-09T10:44:54.124" v="2" actId="27636"/>
        <pc:sldMkLst>
          <pc:docMk/>
          <pc:sldMk cId="3473109585" sldId="492"/>
        </pc:sldMkLst>
        <pc:spChg chg="mod">
          <ac:chgData name="Thomas Froment" userId="4d47d833-7bbe-4dd6-859d-dcdc79e00258" providerId="ADAL" clId="{9ABB3E24-91F1-4AB3-A1FF-2D682C7B1DC0}" dt="2022-12-09T10:44:54.123" v="1" actId="27636"/>
          <ac:spMkLst>
            <pc:docMk/>
            <pc:sldMk cId="3473109585" sldId="492"/>
            <ac:spMk id="3" creationId="{183CCA1B-1322-6A04-3870-54B01A18F55F}"/>
          </ac:spMkLst>
        </pc:spChg>
        <pc:spChg chg="mod">
          <ac:chgData name="Thomas Froment" userId="4d47d833-7bbe-4dd6-859d-dcdc79e00258" providerId="ADAL" clId="{9ABB3E24-91F1-4AB3-A1FF-2D682C7B1DC0}" dt="2022-12-09T10:44:54.124" v="2" actId="27636"/>
          <ac:spMkLst>
            <pc:docMk/>
            <pc:sldMk cId="3473109585" sldId="492"/>
            <ac:spMk id="8" creationId="{2F015651-2D66-492C-84CC-5737E7B4DC93}"/>
          </ac:spMkLst>
        </pc:spChg>
      </pc:sldChg>
      <pc:sldChg chg="addSp delSp modSp add mod">
        <pc:chgData name="Thomas Froment" userId="4d47d833-7bbe-4dd6-859d-dcdc79e00258" providerId="ADAL" clId="{9ABB3E24-91F1-4AB3-A1FF-2D682C7B1DC0}" dt="2022-12-11T09:29:03.306" v="28"/>
        <pc:sldMkLst>
          <pc:docMk/>
          <pc:sldMk cId="3276825493" sldId="493"/>
        </pc:sldMkLst>
        <pc:spChg chg="add mod">
          <ac:chgData name="Thomas Froment" userId="4d47d833-7bbe-4dd6-859d-dcdc79e00258" providerId="ADAL" clId="{9ABB3E24-91F1-4AB3-A1FF-2D682C7B1DC0}" dt="2022-12-11T09:29:03.306" v="28"/>
          <ac:spMkLst>
            <pc:docMk/>
            <pc:sldMk cId="3276825493" sldId="493"/>
            <ac:spMk id="2" creationId="{27A1C96E-670D-7D61-622E-1F3ED2220C10}"/>
          </ac:spMkLst>
        </pc:spChg>
        <pc:spChg chg="del mod">
          <ac:chgData name="Thomas Froment" userId="4d47d833-7bbe-4dd6-859d-dcdc79e00258" providerId="ADAL" clId="{9ABB3E24-91F1-4AB3-A1FF-2D682C7B1DC0}" dt="2022-12-11T09:29:02.804" v="27" actId="478"/>
          <ac:spMkLst>
            <pc:docMk/>
            <pc:sldMk cId="3276825493" sldId="493"/>
            <ac:spMk id="7" creationId="{EF69A68F-A1BC-26E1-65C0-653FB1F95A20}"/>
          </ac:spMkLst>
        </pc:spChg>
        <pc:spChg chg="mod">
          <ac:chgData name="Thomas Froment" userId="4d47d833-7bbe-4dd6-859d-dcdc79e00258" providerId="ADAL" clId="{9ABB3E24-91F1-4AB3-A1FF-2D682C7B1DC0}" dt="2022-12-09T10:46:30.720" v="12"/>
          <ac:spMkLst>
            <pc:docMk/>
            <pc:sldMk cId="3276825493" sldId="493"/>
            <ac:spMk id="145" creationId="{A8B881CC-529D-F497-33C6-ADE4480B2D63}"/>
          </ac:spMkLst>
        </pc:spChg>
        <pc:spChg chg="mod">
          <ac:chgData name="Thomas Froment" userId="4d47d833-7bbe-4dd6-859d-dcdc79e00258" providerId="ADAL" clId="{9ABB3E24-91F1-4AB3-A1FF-2D682C7B1DC0}" dt="2022-12-09T10:45:28.054" v="10" actId="404"/>
          <ac:spMkLst>
            <pc:docMk/>
            <pc:sldMk cId="3276825493" sldId="493"/>
            <ac:spMk id="146" creationId="{724A418B-5059-164D-41A6-7FE63A4905B5}"/>
          </ac:spMkLst>
        </pc:spChg>
        <pc:spChg chg="mod">
          <ac:chgData name="Thomas Froment" userId="4d47d833-7bbe-4dd6-859d-dcdc79e00258" providerId="ADAL" clId="{9ABB3E24-91F1-4AB3-A1FF-2D682C7B1DC0}" dt="2022-12-09T10:47:25.336" v="14" actId="404"/>
          <ac:spMkLst>
            <pc:docMk/>
            <pc:sldMk cId="3276825493" sldId="493"/>
            <ac:spMk id="148" creationId="{71AAB50D-D527-9216-1E5E-2C769BEF5B17}"/>
          </ac:spMkLst>
        </pc:spChg>
      </pc:sldChg>
      <pc:sldChg chg="addSp delSp modSp add mod">
        <pc:chgData name="Thomas Froment" userId="4d47d833-7bbe-4dd6-859d-dcdc79e00258" providerId="ADAL" clId="{9ABB3E24-91F1-4AB3-A1FF-2D682C7B1DC0}" dt="2022-12-11T09:29:37.173" v="37" actId="20577"/>
        <pc:sldMkLst>
          <pc:docMk/>
          <pc:sldMk cId="4194201550" sldId="494"/>
        </pc:sldMkLst>
        <pc:spChg chg="add del mod">
          <ac:chgData name="Thomas Froment" userId="4d47d833-7bbe-4dd6-859d-dcdc79e00258" providerId="ADAL" clId="{9ABB3E24-91F1-4AB3-A1FF-2D682C7B1DC0}" dt="2022-12-11T09:28:59.327" v="26" actId="478"/>
          <ac:spMkLst>
            <pc:docMk/>
            <pc:sldMk cId="4194201550" sldId="494"/>
            <ac:spMk id="3" creationId="{6595CC46-073C-6806-1DE5-C946D66EE430}"/>
          </ac:spMkLst>
        </pc:spChg>
        <pc:spChg chg="add mod">
          <ac:chgData name="Thomas Froment" userId="4d47d833-7bbe-4dd6-859d-dcdc79e00258" providerId="ADAL" clId="{9ABB3E24-91F1-4AB3-A1FF-2D682C7B1DC0}" dt="2022-12-11T09:28:56.056" v="25"/>
          <ac:spMkLst>
            <pc:docMk/>
            <pc:sldMk cId="4194201550" sldId="494"/>
            <ac:spMk id="4" creationId="{A85C745D-0BD8-171C-DD4C-ABA24DCAF2BE}"/>
          </ac:spMkLst>
        </pc:spChg>
        <pc:spChg chg="del mod">
          <ac:chgData name="Thomas Froment" userId="4d47d833-7bbe-4dd6-859d-dcdc79e00258" providerId="ADAL" clId="{9ABB3E24-91F1-4AB3-A1FF-2D682C7B1DC0}" dt="2022-12-11T09:28:55.687" v="24" actId="478"/>
          <ac:spMkLst>
            <pc:docMk/>
            <pc:sldMk cId="4194201550" sldId="494"/>
            <ac:spMk id="5" creationId="{C60E50DA-CA2B-D6C3-D223-BB0CFD5442B0}"/>
          </ac:spMkLst>
        </pc:spChg>
        <pc:spChg chg="mod">
          <ac:chgData name="Thomas Froment" userId="4d47d833-7bbe-4dd6-859d-dcdc79e00258" providerId="ADAL" clId="{9ABB3E24-91F1-4AB3-A1FF-2D682C7B1DC0}" dt="2022-12-11T09:29:37.173" v="37" actId="20577"/>
          <ac:spMkLst>
            <pc:docMk/>
            <pc:sldMk cId="4194201550" sldId="494"/>
            <ac:spMk id="22" creationId="{DB16DF44-DD8E-380F-0D09-B7A3C02688C1}"/>
          </ac:spMkLst>
        </pc:spChg>
      </pc:sldChg>
      <pc:sldChg chg="modSp add del mod">
        <pc:chgData name="Thomas Froment" userId="4d47d833-7bbe-4dd6-859d-dcdc79e00258" providerId="ADAL" clId="{9ABB3E24-91F1-4AB3-A1FF-2D682C7B1DC0}" dt="2022-12-11T09:28:23.141" v="18" actId="47"/>
        <pc:sldMkLst>
          <pc:docMk/>
          <pc:sldMk cId="3918005588" sldId="495"/>
        </pc:sldMkLst>
        <pc:spChg chg="mod">
          <ac:chgData name="Thomas Froment" userId="4d47d833-7bbe-4dd6-859d-dcdc79e00258" providerId="ADAL" clId="{9ABB3E24-91F1-4AB3-A1FF-2D682C7B1DC0}" dt="2022-12-09T10:44:54.142" v="7" actId="27636"/>
          <ac:spMkLst>
            <pc:docMk/>
            <pc:sldMk cId="3918005588" sldId="495"/>
            <ac:spMk id="5" creationId="{08B10783-FA04-000D-CA63-EC4003F185D6}"/>
          </ac:spMkLst>
        </pc:spChg>
      </pc:sldChg>
      <pc:sldChg chg="addSp delSp modSp add mod">
        <pc:chgData name="Thomas Froment" userId="4d47d833-7bbe-4dd6-859d-dcdc79e00258" providerId="ADAL" clId="{9ABB3E24-91F1-4AB3-A1FF-2D682C7B1DC0}" dt="2022-12-11T09:29:11.026" v="31"/>
        <pc:sldMkLst>
          <pc:docMk/>
          <pc:sldMk cId="2010251033" sldId="496"/>
        </pc:sldMkLst>
        <pc:spChg chg="add del mod">
          <ac:chgData name="Thomas Froment" userId="4d47d833-7bbe-4dd6-859d-dcdc79e00258" providerId="ADAL" clId="{9ABB3E24-91F1-4AB3-A1FF-2D682C7B1DC0}" dt="2022-12-11T09:29:10.810" v="30" actId="478"/>
          <ac:spMkLst>
            <pc:docMk/>
            <pc:sldMk cId="2010251033" sldId="496"/>
            <ac:spMk id="11" creationId="{318FF830-3F8F-404A-6B3D-4DFC8234FCD6}"/>
          </ac:spMkLst>
        </pc:spChg>
        <pc:spChg chg="add mod">
          <ac:chgData name="Thomas Froment" userId="4d47d833-7bbe-4dd6-859d-dcdc79e00258" providerId="ADAL" clId="{9ABB3E24-91F1-4AB3-A1FF-2D682C7B1DC0}" dt="2022-12-11T09:29:11.026" v="31"/>
          <ac:spMkLst>
            <pc:docMk/>
            <pc:sldMk cId="2010251033" sldId="496"/>
            <ac:spMk id="12" creationId="{63FDB70C-41C7-86FD-C7DF-4A1F0F34EC6E}"/>
          </ac:spMkLst>
        </pc:spChg>
        <pc:spChg chg="del mod">
          <ac:chgData name="Thomas Froment" userId="4d47d833-7bbe-4dd6-859d-dcdc79e00258" providerId="ADAL" clId="{9ABB3E24-91F1-4AB3-A1FF-2D682C7B1DC0}" dt="2022-12-11T09:29:08.403" v="29" actId="478"/>
          <ac:spMkLst>
            <pc:docMk/>
            <pc:sldMk cId="2010251033" sldId="496"/>
            <ac:spMk id="13" creationId="{F01530FD-5667-F7DD-E92D-1EE34FDC57A1}"/>
          </ac:spMkLst>
        </pc:spChg>
      </pc:sldChg>
      <pc:sldChg chg="add del">
        <pc:chgData name="Thomas Froment" userId="4d47d833-7bbe-4dd6-859d-dcdc79e00258" providerId="ADAL" clId="{9ABB3E24-91F1-4AB3-A1FF-2D682C7B1DC0}" dt="2022-12-11T09:28:24.683" v="19" actId="47"/>
        <pc:sldMkLst>
          <pc:docMk/>
          <pc:sldMk cId="2187319793" sldId="497"/>
        </pc:sldMkLst>
      </pc:sldChg>
      <pc:sldChg chg="addSp delSp modSp add mod">
        <pc:chgData name="Thomas Froment" userId="4d47d833-7bbe-4dd6-859d-dcdc79e00258" providerId="ADAL" clId="{9ABB3E24-91F1-4AB3-A1FF-2D682C7B1DC0}" dt="2022-12-11T09:30:21.285" v="39" actId="166"/>
        <pc:sldMkLst>
          <pc:docMk/>
          <pc:sldMk cId="684915900" sldId="498"/>
        </pc:sldMkLst>
        <pc:spChg chg="add del mod">
          <ac:chgData name="Thomas Froment" userId="4d47d833-7bbe-4dd6-859d-dcdc79e00258" providerId="ADAL" clId="{9ABB3E24-91F1-4AB3-A1FF-2D682C7B1DC0}" dt="2022-12-11T09:28:48.299" v="23" actId="478"/>
          <ac:spMkLst>
            <pc:docMk/>
            <pc:sldMk cId="684915900" sldId="498"/>
            <ac:spMk id="4" creationId="{E4668BB9-2212-748F-8533-C6934E664E96}"/>
          </ac:spMkLst>
        </pc:spChg>
        <pc:spChg chg="del mod">
          <ac:chgData name="Thomas Froment" userId="4d47d833-7bbe-4dd6-859d-dcdc79e00258" providerId="ADAL" clId="{9ABB3E24-91F1-4AB3-A1FF-2D682C7B1DC0}" dt="2022-12-11T09:28:44.625" v="21" actId="478"/>
          <ac:spMkLst>
            <pc:docMk/>
            <pc:sldMk cId="684915900" sldId="498"/>
            <ac:spMk id="5" creationId="{08B10783-FA04-000D-CA63-EC4003F185D6}"/>
          </ac:spMkLst>
        </pc:spChg>
        <pc:spChg chg="add mod">
          <ac:chgData name="Thomas Froment" userId="4d47d833-7bbe-4dd6-859d-dcdc79e00258" providerId="ADAL" clId="{9ABB3E24-91F1-4AB3-A1FF-2D682C7B1DC0}" dt="2022-12-11T09:28:45.026" v="22"/>
          <ac:spMkLst>
            <pc:docMk/>
            <pc:sldMk cId="684915900" sldId="498"/>
            <ac:spMk id="7" creationId="{FB38CF8E-2EF3-D84F-AD96-E1F22140F4DB}"/>
          </ac:spMkLst>
        </pc:spChg>
        <pc:spChg chg="ord">
          <ac:chgData name="Thomas Froment" userId="4d47d833-7bbe-4dd6-859d-dcdc79e00258" providerId="ADAL" clId="{9ABB3E24-91F1-4AB3-A1FF-2D682C7B1DC0}" dt="2022-12-11T09:30:21.285" v="39" actId="166"/>
          <ac:spMkLst>
            <pc:docMk/>
            <pc:sldMk cId="684915900" sldId="498"/>
            <ac:spMk id="73" creationId="{E4776DEF-73E7-B547-7BD9-AAA7F365370D}"/>
          </ac:spMkLst>
        </pc:spChg>
        <pc:spChg chg="ord">
          <ac:chgData name="Thomas Froment" userId="4d47d833-7bbe-4dd6-859d-dcdc79e00258" providerId="ADAL" clId="{9ABB3E24-91F1-4AB3-A1FF-2D682C7B1DC0}" dt="2022-12-11T09:30:13.140" v="38" actId="166"/>
          <ac:spMkLst>
            <pc:docMk/>
            <pc:sldMk cId="684915900" sldId="498"/>
            <ac:spMk id="75" creationId="{690D9923-7D32-A6E0-B634-E9C8D4403967}"/>
          </ac:spMkLst>
        </pc:spChg>
      </pc:sldChg>
      <pc:sldChg chg="add">
        <pc:chgData name="Thomas Froment" userId="4d47d833-7bbe-4dd6-859d-dcdc79e00258" providerId="ADAL" clId="{9ABB3E24-91F1-4AB3-A1FF-2D682C7B1DC0}" dt="2022-12-11T09:28:19.584" v="15"/>
        <pc:sldMkLst>
          <pc:docMk/>
          <pc:sldMk cId="1512051007" sldId="49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2DC682-A0FA-4050-8373-3D0B6B41B593}" type="datetimeFigureOut">
              <a:rPr lang="fr-FR" smtClean="0"/>
              <a:t>26/01/2023</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381247-AF34-4F93-ACB2-EAAC5B47D7E6}" type="slidenum">
              <a:rPr lang="fr-FR" smtClean="0"/>
              <a:t>‹N°›</a:t>
            </a:fld>
            <a:endParaRPr lang="fr-FR"/>
          </a:p>
        </p:txBody>
      </p:sp>
    </p:spTree>
    <p:extLst>
      <p:ext uri="{BB962C8B-B14F-4D97-AF65-F5344CB8AC3E}">
        <p14:creationId xmlns:p14="http://schemas.microsoft.com/office/powerpoint/2010/main" val="4072157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5"/>
          </p:nvPr>
        </p:nvSpPr>
        <p:spPr/>
        <p:txBody>
          <a:bodyPr/>
          <a:lstStyle/>
          <a:p>
            <a:fld id="{E8381247-AF34-4F93-ACB2-EAAC5B47D7E6}" type="slidenum">
              <a:rPr lang="fr-FR" smtClean="0"/>
              <a:t>48</a:t>
            </a:fld>
            <a:endParaRPr lang="fr-FR"/>
          </a:p>
        </p:txBody>
      </p:sp>
    </p:spTree>
    <p:extLst>
      <p:ext uri="{BB962C8B-B14F-4D97-AF65-F5344CB8AC3E}">
        <p14:creationId xmlns:p14="http://schemas.microsoft.com/office/powerpoint/2010/main" val="449345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685310-3C18-492D-A7A8-CC91C275C66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3D25BEB-22F5-4A93-BA87-2B343EB241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620E8B8-2550-49F0-BC3A-2E9212F48318}"/>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26/01/2023</a:t>
            </a:fld>
            <a:endParaRPr lang="fr-FR"/>
          </a:p>
        </p:txBody>
      </p:sp>
      <p:sp>
        <p:nvSpPr>
          <p:cNvPr id="5" name="Espace réservé du pied de page 4">
            <a:extLst>
              <a:ext uri="{FF2B5EF4-FFF2-40B4-BE49-F238E27FC236}">
                <a16:creationId xmlns:a16="http://schemas.microsoft.com/office/drawing/2014/main" id="{742B22F5-7CE5-418E-BA73-7D740CD7FAB7}"/>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6E58BF29-CC9C-42AE-8CE7-BDEAD7D775BE}"/>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774886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F845003-365C-485F-BF7C-4D3DB52CFDF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26/01/2023</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962387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26/01/2023</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
        <p:nvSpPr>
          <p:cNvPr id="8" name="Espace réservé pour une image  7">
            <a:extLst>
              <a:ext uri="{FF2B5EF4-FFF2-40B4-BE49-F238E27FC236}">
                <a16:creationId xmlns:a16="http://schemas.microsoft.com/office/drawing/2014/main" id="{2C332C41-73E0-4A68-BA54-2BCF680F9915}"/>
              </a:ext>
            </a:extLst>
          </p:cNvPr>
          <p:cNvSpPr>
            <a:spLocks noGrp="1"/>
          </p:cNvSpPr>
          <p:nvPr>
            <p:ph type="pic" sz="quarter" idx="13"/>
          </p:nvPr>
        </p:nvSpPr>
        <p:spPr>
          <a:xfrm>
            <a:off x="846428" y="1862686"/>
            <a:ext cx="3401376" cy="3357707"/>
          </a:xfrm>
        </p:spPr>
        <p:txBody>
          <a:bodyPr/>
          <a:lstStyle/>
          <a:p>
            <a:endParaRPr lang="fr-FR"/>
          </a:p>
        </p:txBody>
      </p:sp>
      <p:sp>
        <p:nvSpPr>
          <p:cNvPr id="9" name="Espace réservé pour une image  7">
            <a:extLst>
              <a:ext uri="{FF2B5EF4-FFF2-40B4-BE49-F238E27FC236}">
                <a16:creationId xmlns:a16="http://schemas.microsoft.com/office/drawing/2014/main" id="{85084207-9D6C-4830-8C9D-C0F790D6CD3D}"/>
              </a:ext>
            </a:extLst>
          </p:cNvPr>
          <p:cNvSpPr>
            <a:spLocks noGrp="1"/>
          </p:cNvSpPr>
          <p:nvPr>
            <p:ph type="pic" sz="quarter" idx="14"/>
          </p:nvPr>
        </p:nvSpPr>
        <p:spPr>
          <a:xfrm>
            <a:off x="4395312" y="1862686"/>
            <a:ext cx="3401376" cy="3357707"/>
          </a:xfrm>
        </p:spPr>
        <p:txBody>
          <a:bodyPr/>
          <a:lstStyle/>
          <a:p>
            <a:endParaRPr lang="fr-FR"/>
          </a:p>
        </p:txBody>
      </p:sp>
      <p:sp>
        <p:nvSpPr>
          <p:cNvPr id="10" name="Espace réservé pour une image  7">
            <a:extLst>
              <a:ext uri="{FF2B5EF4-FFF2-40B4-BE49-F238E27FC236}">
                <a16:creationId xmlns:a16="http://schemas.microsoft.com/office/drawing/2014/main" id="{91EDD172-1D93-470D-AC66-32C44E09933C}"/>
              </a:ext>
            </a:extLst>
          </p:cNvPr>
          <p:cNvSpPr>
            <a:spLocks noGrp="1"/>
          </p:cNvSpPr>
          <p:nvPr>
            <p:ph type="pic" sz="quarter" idx="15"/>
          </p:nvPr>
        </p:nvSpPr>
        <p:spPr>
          <a:xfrm>
            <a:off x="7935885" y="1862686"/>
            <a:ext cx="3401376" cy="3357707"/>
          </a:xfrm>
        </p:spPr>
        <p:txBody>
          <a:bodyPr/>
          <a:lstStyle/>
          <a:p>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texte 11">
            <a:extLst>
              <a:ext uri="{FF2B5EF4-FFF2-40B4-BE49-F238E27FC236}">
                <a16:creationId xmlns:a16="http://schemas.microsoft.com/office/drawing/2014/main" id="{6276362D-55B6-4312-B102-04294EA4DDBD}"/>
              </a:ext>
            </a:extLst>
          </p:cNvPr>
          <p:cNvSpPr>
            <a:spLocks noGrp="1"/>
          </p:cNvSpPr>
          <p:nvPr>
            <p:ph type="body" sz="quarter" idx="17"/>
          </p:nvPr>
        </p:nvSpPr>
        <p:spPr>
          <a:xfrm>
            <a:off x="4395312"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D9805BDB-0484-42C1-8EE5-F926C263C7DD}"/>
              </a:ext>
            </a:extLst>
          </p:cNvPr>
          <p:cNvSpPr>
            <a:spLocks noGrp="1"/>
          </p:cNvSpPr>
          <p:nvPr>
            <p:ph type="body" sz="quarter" idx="18"/>
          </p:nvPr>
        </p:nvSpPr>
        <p:spPr>
          <a:xfrm>
            <a:off x="7935885"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557170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26/01/2023</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2514918"/>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5" name="Espace réservé du texte 3">
            <a:extLst>
              <a:ext uri="{FF2B5EF4-FFF2-40B4-BE49-F238E27FC236}">
                <a16:creationId xmlns:a16="http://schemas.microsoft.com/office/drawing/2014/main" id="{CABE86F3-7992-43DD-AA70-A9905328F026}"/>
              </a:ext>
            </a:extLst>
          </p:cNvPr>
          <p:cNvSpPr>
            <a:spLocks noGrp="1"/>
          </p:cNvSpPr>
          <p:nvPr>
            <p:ph type="body" idx="1" hasCustomPrompt="1"/>
          </p:nvPr>
        </p:nvSpPr>
        <p:spPr>
          <a:xfrm>
            <a:off x="838200" y="2011680"/>
            <a:ext cx="2412076" cy="503237"/>
          </a:xfrm>
          <a:solidFill>
            <a:srgbClr val="0683AA"/>
          </a:solidFill>
        </p:spPr>
        <p:txBody>
          <a:bodyPr anchor="ctr">
            <a:normAutofit/>
          </a:bodyPr>
          <a:lstStyle>
            <a:lvl1pPr marL="0" indent="0">
              <a:buNone/>
              <a:defRPr b="1"/>
            </a:lvl1pPr>
          </a:lstStyle>
          <a:p>
            <a:r>
              <a:rPr lang="fr-FR" sz="2000"/>
              <a:t>Préparation</a:t>
            </a:r>
          </a:p>
        </p:txBody>
      </p:sp>
      <p:sp>
        <p:nvSpPr>
          <p:cNvPr id="17" name="Espace réservé du texte 11">
            <a:extLst>
              <a:ext uri="{FF2B5EF4-FFF2-40B4-BE49-F238E27FC236}">
                <a16:creationId xmlns:a16="http://schemas.microsoft.com/office/drawing/2014/main" id="{8502E738-5387-4C85-8925-A58B13D5C337}"/>
              </a:ext>
            </a:extLst>
          </p:cNvPr>
          <p:cNvSpPr>
            <a:spLocks noGrp="1"/>
          </p:cNvSpPr>
          <p:nvPr>
            <p:ph type="body" sz="quarter" idx="17"/>
          </p:nvPr>
        </p:nvSpPr>
        <p:spPr>
          <a:xfrm>
            <a:off x="3423084" y="2514600"/>
            <a:ext cx="5247090"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8" name="Espace réservé du texte 3">
            <a:extLst>
              <a:ext uri="{FF2B5EF4-FFF2-40B4-BE49-F238E27FC236}">
                <a16:creationId xmlns:a16="http://schemas.microsoft.com/office/drawing/2014/main" id="{F777FCCC-8D02-429C-B656-53DE6BE1F64A}"/>
              </a:ext>
            </a:extLst>
          </p:cNvPr>
          <p:cNvSpPr>
            <a:spLocks noGrp="1"/>
          </p:cNvSpPr>
          <p:nvPr>
            <p:ph type="body" idx="18" hasCustomPrompt="1"/>
          </p:nvPr>
        </p:nvSpPr>
        <p:spPr>
          <a:xfrm>
            <a:off x="3415145" y="2011362"/>
            <a:ext cx="5255029" cy="503237"/>
          </a:xfrm>
          <a:solidFill>
            <a:srgbClr val="ED7D31"/>
          </a:solidFill>
        </p:spPr>
        <p:txBody>
          <a:bodyPr anchor="ctr">
            <a:normAutofit/>
          </a:bodyPr>
          <a:lstStyle>
            <a:lvl1pPr marL="0" indent="0">
              <a:buNone/>
              <a:defRPr b="1"/>
            </a:lvl1pPr>
          </a:lstStyle>
          <a:p>
            <a:r>
              <a:rPr lang="fr-FR" sz="2000"/>
              <a:t>Déroulement</a:t>
            </a:r>
          </a:p>
        </p:txBody>
      </p:sp>
      <p:sp>
        <p:nvSpPr>
          <p:cNvPr id="19" name="Espace réservé du texte 11">
            <a:extLst>
              <a:ext uri="{FF2B5EF4-FFF2-40B4-BE49-F238E27FC236}">
                <a16:creationId xmlns:a16="http://schemas.microsoft.com/office/drawing/2014/main" id="{6314BD1E-5C51-4675-8B2E-5D55A2E60381}"/>
              </a:ext>
            </a:extLst>
          </p:cNvPr>
          <p:cNvSpPr>
            <a:spLocks noGrp="1"/>
          </p:cNvSpPr>
          <p:nvPr>
            <p:ph type="body" sz="quarter" idx="19"/>
          </p:nvPr>
        </p:nvSpPr>
        <p:spPr>
          <a:xfrm>
            <a:off x="8941724" y="2514600"/>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0" name="Espace réservé du texte 3">
            <a:extLst>
              <a:ext uri="{FF2B5EF4-FFF2-40B4-BE49-F238E27FC236}">
                <a16:creationId xmlns:a16="http://schemas.microsoft.com/office/drawing/2014/main" id="{A0367A33-B32C-4E8B-AF59-2F2F8AF32DE5}"/>
              </a:ext>
            </a:extLst>
          </p:cNvPr>
          <p:cNvSpPr>
            <a:spLocks noGrp="1"/>
          </p:cNvSpPr>
          <p:nvPr>
            <p:ph type="body" idx="20" hasCustomPrompt="1"/>
          </p:nvPr>
        </p:nvSpPr>
        <p:spPr>
          <a:xfrm>
            <a:off x="8933786" y="2011362"/>
            <a:ext cx="2412076" cy="503237"/>
          </a:xfrm>
          <a:solidFill>
            <a:srgbClr val="BFBFBF"/>
          </a:solidFill>
        </p:spPr>
        <p:txBody>
          <a:bodyPr anchor="ctr">
            <a:normAutofit/>
          </a:bodyPr>
          <a:lstStyle>
            <a:lvl1pPr marL="0" indent="0">
              <a:buNone/>
              <a:defRPr b="1"/>
            </a:lvl1pPr>
          </a:lstStyle>
          <a:p>
            <a:r>
              <a:rPr lang="fr-FR" sz="2000"/>
              <a:t>Debriefing</a:t>
            </a:r>
          </a:p>
        </p:txBody>
      </p:sp>
    </p:spTree>
    <p:extLst>
      <p:ext uri="{BB962C8B-B14F-4D97-AF65-F5344CB8AC3E}">
        <p14:creationId xmlns:p14="http://schemas.microsoft.com/office/powerpoint/2010/main" val="1485874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FF019E-C250-4721-A2DD-B0BC0B0593E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98356EF-D241-4C79-9805-7BBBA6930F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0A3F2E1-6410-450F-A2F1-20A06E33EF41}"/>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26/01/2023</a:t>
            </a:fld>
            <a:endParaRPr lang="fr-FR"/>
          </a:p>
        </p:txBody>
      </p:sp>
      <p:sp>
        <p:nvSpPr>
          <p:cNvPr id="5" name="Espace réservé du pied de page 4">
            <a:extLst>
              <a:ext uri="{FF2B5EF4-FFF2-40B4-BE49-F238E27FC236}">
                <a16:creationId xmlns:a16="http://schemas.microsoft.com/office/drawing/2014/main" id="{4E458F88-CC4C-44D1-8A3D-708CD81D24CC}"/>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D68F6612-ED10-435C-9F69-798332FB1C9E}"/>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179951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6D998D-00F1-43B6-A0CC-3F259159249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ED72D67-0BE8-40AF-A5EB-8C9EC67AA3F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14C9918-64C1-4C20-8DC2-068DB8B1EF7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E81EC0D-F0AB-4959-92E6-E708FD97B8DD}"/>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26/01/2023</a:t>
            </a:fld>
            <a:endParaRPr lang="fr-FR"/>
          </a:p>
        </p:txBody>
      </p:sp>
      <p:sp>
        <p:nvSpPr>
          <p:cNvPr id="6" name="Espace réservé du pied de page 5">
            <a:extLst>
              <a:ext uri="{FF2B5EF4-FFF2-40B4-BE49-F238E27FC236}">
                <a16:creationId xmlns:a16="http://schemas.microsoft.com/office/drawing/2014/main" id="{FF06FDF8-5496-4A36-8B6D-DAEB8545D5DF}"/>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Espace réservé du numéro de diapositive 6">
            <a:extLst>
              <a:ext uri="{FF2B5EF4-FFF2-40B4-BE49-F238E27FC236}">
                <a16:creationId xmlns:a16="http://schemas.microsoft.com/office/drawing/2014/main" id="{6332FEF2-9FF5-4D55-B5D5-65C4ED3574D2}"/>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699500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0A7C6-049A-4700-95E5-79A2884B533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59723CF-0BEA-407F-B1FB-13CCEFE386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C1E08F6-C285-46DA-9C04-A9964B35745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06465F0-C6B8-466D-9229-5FE9A60A10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7C7CCEE-23DA-484E-B06E-8F59DEB43A8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AADD7D6-40D2-404E-9827-38A49F4DE456}"/>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26/01/2023</a:t>
            </a:fld>
            <a:endParaRPr lang="fr-FR"/>
          </a:p>
        </p:txBody>
      </p:sp>
      <p:sp>
        <p:nvSpPr>
          <p:cNvPr id="8" name="Espace réservé du pied de page 7">
            <a:extLst>
              <a:ext uri="{FF2B5EF4-FFF2-40B4-BE49-F238E27FC236}">
                <a16:creationId xmlns:a16="http://schemas.microsoft.com/office/drawing/2014/main" id="{43E4C597-FE12-4177-B73A-2E0477E1121B}"/>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9" name="Espace réservé du numéro de diapositive 8">
            <a:extLst>
              <a:ext uri="{FF2B5EF4-FFF2-40B4-BE49-F238E27FC236}">
                <a16:creationId xmlns:a16="http://schemas.microsoft.com/office/drawing/2014/main" id="{2FE31893-7592-4F7C-B754-E02850F8D62E}"/>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997732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160D01-16EA-42AC-A2F8-D4A8EBE8E96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CE87F8B-F0DD-4B62-8BB3-1B2A6690475B}"/>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26/01/2023</a:t>
            </a:fld>
            <a:endParaRPr lang="fr-FR"/>
          </a:p>
        </p:txBody>
      </p:sp>
      <p:sp>
        <p:nvSpPr>
          <p:cNvPr id="4" name="Espace réservé du pied de page 3">
            <a:extLst>
              <a:ext uri="{FF2B5EF4-FFF2-40B4-BE49-F238E27FC236}">
                <a16:creationId xmlns:a16="http://schemas.microsoft.com/office/drawing/2014/main" id="{768A5997-972B-4E19-B70C-167B6EE65262}"/>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5" name="Espace réservé du numéro de diapositive 4">
            <a:extLst>
              <a:ext uri="{FF2B5EF4-FFF2-40B4-BE49-F238E27FC236}">
                <a16:creationId xmlns:a16="http://schemas.microsoft.com/office/drawing/2014/main" id="{64A7C1DE-0436-4509-8C57-39C1E2FD084F}"/>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069599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98BF9B8-C33F-455E-9D2E-E9133AF04E3C}"/>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26/01/2023</a:t>
            </a:fld>
            <a:endParaRPr lang="fr-FR"/>
          </a:p>
        </p:txBody>
      </p:sp>
      <p:sp>
        <p:nvSpPr>
          <p:cNvPr id="3" name="Espace réservé du pied de page 2">
            <a:extLst>
              <a:ext uri="{FF2B5EF4-FFF2-40B4-BE49-F238E27FC236}">
                <a16:creationId xmlns:a16="http://schemas.microsoft.com/office/drawing/2014/main" id="{EDA78FEB-C0D0-467D-94FE-A6F44C9B45F5}"/>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4" name="Espace réservé du numéro de diapositive 3">
            <a:extLst>
              <a:ext uri="{FF2B5EF4-FFF2-40B4-BE49-F238E27FC236}">
                <a16:creationId xmlns:a16="http://schemas.microsoft.com/office/drawing/2014/main" id="{7D0FEB0A-B50E-45FC-A24C-D14D5C95E306}"/>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44830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73E685-751E-429E-8B10-DF14A672248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BF45ACF-D6C9-42C2-B41A-DA9D0C212C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68E6850-4938-476B-8DD5-2A355B8D9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B705D50-6C65-4188-A94C-B764F1FF8EEB}"/>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26/01/2023</a:t>
            </a:fld>
            <a:endParaRPr lang="fr-FR"/>
          </a:p>
        </p:txBody>
      </p:sp>
      <p:sp>
        <p:nvSpPr>
          <p:cNvPr id="6" name="Espace réservé du pied de page 5">
            <a:extLst>
              <a:ext uri="{FF2B5EF4-FFF2-40B4-BE49-F238E27FC236}">
                <a16:creationId xmlns:a16="http://schemas.microsoft.com/office/drawing/2014/main" id="{B35E966F-8E2C-48A7-A6B6-AC046E0CF519}"/>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Espace réservé du numéro de diapositive 6">
            <a:extLst>
              <a:ext uri="{FF2B5EF4-FFF2-40B4-BE49-F238E27FC236}">
                <a16:creationId xmlns:a16="http://schemas.microsoft.com/office/drawing/2014/main" id="{39931A66-2C00-462D-8DF2-AA240519C488}"/>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42318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9E27D2-0953-455D-BC92-219F2619F07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99E603D-DC5A-4E30-A56B-2FB234D5E2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B31F3DE-195F-4A79-8ECE-9CBDADF5F4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F8DD4A6-48C4-4B9C-9143-3A3BFA6D0360}"/>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26/01/2023</a:t>
            </a:fld>
            <a:endParaRPr lang="fr-FR"/>
          </a:p>
        </p:txBody>
      </p:sp>
      <p:sp>
        <p:nvSpPr>
          <p:cNvPr id="6" name="Espace réservé du pied de page 5">
            <a:extLst>
              <a:ext uri="{FF2B5EF4-FFF2-40B4-BE49-F238E27FC236}">
                <a16:creationId xmlns:a16="http://schemas.microsoft.com/office/drawing/2014/main" id="{D9C4B816-33FB-4FDE-9AF2-FD91B87FCA4C}"/>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7" name="Espace réservé du numéro de diapositive 6">
            <a:extLst>
              <a:ext uri="{FF2B5EF4-FFF2-40B4-BE49-F238E27FC236}">
                <a16:creationId xmlns:a16="http://schemas.microsoft.com/office/drawing/2014/main" id="{E55BADCF-7AC6-46F6-BAC8-F7C9840EDA29}"/>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1762815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9A756C-D9A0-4999-A8F0-2EBF827851B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1422066-4595-4332-9DCD-73EC2894A69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936B61B-E570-467C-9304-E4798B7A0E34}"/>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26/01/2023</a:t>
            </a:fld>
            <a:endParaRPr lang="fr-FR"/>
          </a:p>
        </p:txBody>
      </p:sp>
      <p:sp>
        <p:nvSpPr>
          <p:cNvPr id="5" name="Espace réservé du pied de page 4">
            <a:extLst>
              <a:ext uri="{FF2B5EF4-FFF2-40B4-BE49-F238E27FC236}">
                <a16:creationId xmlns:a16="http://schemas.microsoft.com/office/drawing/2014/main" id="{EDA5D1A7-CDBF-4979-8E1C-84D5E8EFC837}"/>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66948957-746B-40ED-8ABA-E0201B1233DE}"/>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7173621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45C13EF-18EF-4672-A8FF-D5432E626857}"/>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24C6866-383E-4101-8F39-0B78CFD9209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F1EC447-C55E-4FE3-AD43-3BEA82AA44F1}"/>
              </a:ext>
            </a:extLst>
          </p:cNvPr>
          <p:cNvSpPr>
            <a:spLocks noGrp="1"/>
          </p:cNvSpPr>
          <p:nvPr>
            <p:ph type="dt" sz="half" idx="10"/>
          </p:nvPr>
        </p:nvSpPr>
        <p:spPr>
          <a:xfrm>
            <a:off x="838200" y="6356350"/>
            <a:ext cx="2743200" cy="365125"/>
          </a:xfrm>
          <a:prstGeom prst="rect">
            <a:avLst/>
          </a:prstGeom>
        </p:spPr>
        <p:txBody>
          <a:bodyPr/>
          <a:lstStyle/>
          <a:p>
            <a:fld id="{2E6439E6-DD8C-4C85-9C7B-9357438C85CB}" type="datetimeFigureOut">
              <a:rPr lang="fr-FR" smtClean="0"/>
              <a:t>26/01/2023</a:t>
            </a:fld>
            <a:endParaRPr lang="fr-FR"/>
          </a:p>
        </p:txBody>
      </p:sp>
      <p:sp>
        <p:nvSpPr>
          <p:cNvPr id="5" name="Espace réservé du pied de page 4">
            <a:extLst>
              <a:ext uri="{FF2B5EF4-FFF2-40B4-BE49-F238E27FC236}">
                <a16:creationId xmlns:a16="http://schemas.microsoft.com/office/drawing/2014/main" id="{A59AC999-7ADC-444F-843C-C059B4BEC17C}"/>
              </a:ext>
            </a:extLst>
          </p:cNvPr>
          <p:cNvSpPr>
            <a:spLocks noGrp="1"/>
          </p:cNvSpPr>
          <p:nvPr>
            <p:ph type="ftr" sz="quarter" idx="11"/>
          </p:nvPr>
        </p:nvSpPr>
        <p:spPr>
          <a:xfrm>
            <a:off x="4038600" y="6356350"/>
            <a:ext cx="4114800" cy="365125"/>
          </a:xfrm>
          <a:prstGeom prst="rect">
            <a:avLst/>
          </a:prstGeom>
        </p:spPr>
        <p:txBody>
          <a:bodyPr/>
          <a:lstStyle/>
          <a:p>
            <a:endParaRPr lang="fr-FR"/>
          </a:p>
        </p:txBody>
      </p:sp>
      <p:sp>
        <p:nvSpPr>
          <p:cNvPr id="6" name="Espace réservé du numéro de diapositive 5">
            <a:extLst>
              <a:ext uri="{FF2B5EF4-FFF2-40B4-BE49-F238E27FC236}">
                <a16:creationId xmlns:a16="http://schemas.microsoft.com/office/drawing/2014/main" id="{401E9F14-4E0C-4E96-8DD7-EAF9BD7E7348}"/>
              </a:ext>
            </a:extLst>
          </p:cNvPr>
          <p:cNvSpPr>
            <a:spLocks noGrp="1"/>
          </p:cNvSpPr>
          <p:nvPr>
            <p:ph type="sldNum" sz="quarter" idx="12"/>
          </p:nvPr>
        </p:nvSpPr>
        <p:spPr>
          <a:xfrm>
            <a:off x="8610600" y="6356350"/>
            <a:ext cx="2743200" cy="365125"/>
          </a:xfrm>
          <a:prstGeom prst="rect">
            <a:avLst/>
          </a:prstGeom>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88393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hyperlink" Target="https://www.komyu.io/"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F5B21E6-212A-425C-89EA-040DE145E0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D2EEFE4-89B8-4AF1-BA3D-A59A97C10E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9" name="Image 8" descr="Une image contenant texte, clipart&#10;&#10;Description générée automatiquement">
            <a:extLst>
              <a:ext uri="{FF2B5EF4-FFF2-40B4-BE49-F238E27FC236}">
                <a16:creationId xmlns:a16="http://schemas.microsoft.com/office/drawing/2014/main" id="{639BB09D-FC47-D8EC-C5F7-5AEB9E1C13BA}"/>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91357" y="6579204"/>
            <a:ext cx="614777" cy="222893"/>
          </a:xfrm>
          <a:prstGeom prst="rect">
            <a:avLst/>
          </a:prstGeom>
        </p:spPr>
      </p:pic>
      <p:pic>
        <p:nvPicPr>
          <p:cNvPr id="10" name="Image 9" descr="Une image contenant texte, clipart&#10;&#10;Description générée automatiquement">
            <a:hlinkClick r:id="rId16"/>
            <a:extLst>
              <a:ext uri="{FF2B5EF4-FFF2-40B4-BE49-F238E27FC236}">
                <a16:creationId xmlns:a16="http://schemas.microsoft.com/office/drawing/2014/main" id="{2245E89C-8E85-6E15-C453-2534FF3DC693}"/>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11290852" y="6485110"/>
            <a:ext cx="901148" cy="372889"/>
          </a:xfrm>
          <a:prstGeom prst="rect">
            <a:avLst/>
          </a:prstGeom>
        </p:spPr>
      </p:pic>
      <p:pic>
        <p:nvPicPr>
          <p:cNvPr id="11" name="Image 10">
            <a:extLst>
              <a:ext uri="{FF2B5EF4-FFF2-40B4-BE49-F238E27FC236}">
                <a16:creationId xmlns:a16="http://schemas.microsoft.com/office/drawing/2014/main" id="{58210A45-7BCC-A691-FE3F-BA08A8A2EF6B}"/>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4081" y="6505021"/>
            <a:ext cx="736056" cy="333065"/>
          </a:xfrm>
          <a:prstGeom prst="rect">
            <a:avLst/>
          </a:prstGeom>
        </p:spPr>
      </p:pic>
    </p:spTree>
    <p:extLst>
      <p:ext uri="{BB962C8B-B14F-4D97-AF65-F5344CB8AC3E}">
        <p14:creationId xmlns:p14="http://schemas.microsoft.com/office/powerpoint/2010/main" val="2469071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2"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45.xml"/><Relationship Id="rId3" Type="http://schemas.openxmlformats.org/officeDocument/2006/relationships/slide" Target="slide11.xml"/><Relationship Id="rId7" Type="http://schemas.openxmlformats.org/officeDocument/2006/relationships/slide" Target="slide40.xml"/><Relationship Id="rId12" Type="http://schemas.openxmlformats.org/officeDocument/2006/relationships/slide" Target="slide92.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33.xml"/><Relationship Id="rId11" Type="http://schemas.openxmlformats.org/officeDocument/2006/relationships/slide" Target="slide87.xml"/><Relationship Id="rId5" Type="http://schemas.openxmlformats.org/officeDocument/2006/relationships/slide" Target="slide28.xml"/><Relationship Id="rId10" Type="http://schemas.openxmlformats.org/officeDocument/2006/relationships/slide" Target="slide61.xml"/><Relationship Id="rId4" Type="http://schemas.openxmlformats.org/officeDocument/2006/relationships/slide" Target="slide18.xml"/><Relationship Id="rId9" Type="http://schemas.openxmlformats.org/officeDocument/2006/relationships/slide" Target="slide5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sv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svg"/><Relationship Id="rId18" Type="http://schemas.openxmlformats.org/officeDocument/2006/relationships/image" Target="../media/image36.png"/><Relationship Id="rId26" Type="http://schemas.openxmlformats.org/officeDocument/2006/relationships/image" Target="../media/image44.png"/><Relationship Id="rId3" Type="http://schemas.openxmlformats.org/officeDocument/2006/relationships/image" Target="../media/image21.svg"/><Relationship Id="rId21" Type="http://schemas.openxmlformats.org/officeDocument/2006/relationships/image" Target="../media/image39.svg"/><Relationship Id="rId7" Type="http://schemas.openxmlformats.org/officeDocument/2006/relationships/image" Target="../media/image25.svg"/><Relationship Id="rId12" Type="http://schemas.openxmlformats.org/officeDocument/2006/relationships/image" Target="../media/image30.png"/><Relationship Id="rId17" Type="http://schemas.openxmlformats.org/officeDocument/2006/relationships/image" Target="../media/image35.svg"/><Relationship Id="rId25" Type="http://schemas.openxmlformats.org/officeDocument/2006/relationships/image" Target="../media/image43.svg"/><Relationship Id="rId2" Type="http://schemas.openxmlformats.org/officeDocument/2006/relationships/image" Target="../media/image20.png"/><Relationship Id="rId16" Type="http://schemas.openxmlformats.org/officeDocument/2006/relationships/image" Target="../media/image34.png"/><Relationship Id="rId20"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9.svg"/><Relationship Id="rId24" Type="http://schemas.openxmlformats.org/officeDocument/2006/relationships/image" Target="../media/image42.png"/><Relationship Id="rId5" Type="http://schemas.openxmlformats.org/officeDocument/2006/relationships/image" Target="../media/image23.svg"/><Relationship Id="rId15" Type="http://schemas.openxmlformats.org/officeDocument/2006/relationships/image" Target="../media/image33.svg"/><Relationship Id="rId23" Type="http://schemas.openxmlformats.org/officeDocument/2006/relationships/image" Target="../media/image41.svg"/><Relationship Id="rId10" Type="http://schemas.openxmlformats.org/officeDocument/2006/relationships/image" Target="../media/image28.png"/><Relationship Id="rId19" Type="http://schemas.openxmlformats.org/officeDocument/2006/relationships/image" Target="../media/image37.svg"/><Relationship Id="rId4" Type="http://schemas.openxmlformats.org/officeDocument/2006/relationships/image" Target="../media/image22.png"/><Relationship Id="rId9" Type="http://schemas.openxmlformats.org/officeDocument/2006/relationships/image" Target="../media/image27.svg"/><Relationship Id="rId14" Type="http://schemas.openxmlformats.org/officeDocument/2006/relationships/image" Target="../media/image32.png"/><Relationship Id="rId22" Type="http://schemas.openxmlformats.org/officeDocument/2006/relationships/image" Target="../media/image40.png"/><Relationship Id="rId27" Type="http://schemas.openxmlformats.org/officeDocument/2006/relationships/image" Target="../media/image45.svg"/></Relationships>
</file>

<file path=ppt/slides/_rels/slide7.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svg"/><Relationship Id="rId18" Type="http://schemas.openxmlformats.org/officeDocument/2006/relationships/image" Target="../media/image38.png"/><Relationship Id="rId3" Type="http://schemas.openxmlformats.org/officeDocument/2006/relationships/image" Target="../media/image23.svg"/><Relationship Id="rId21" Type="http://schemas.openxmlformats.org/officeDocument/2006/relationships/image" Target="../media/image41.svg"/><Relationship Id="rId7" Type="http://schemas.openxmlformats.org/officeDocument/2006/relationships/image" Target="../media/image27.svg"/><Relationship Id="rId12" Type="http://schemas.openxmlformats.org/officeDocument/2006/relationships/image" Target="../media/image32.png"/><Relationship Id="rId17" Type="http://schemas.openxmlformats.org/officeDocument/2006/relationships/image" Target="../media/image37.svg"/><Relationship Id="rId25" Type="http://schemas.openxmlformats.org/officeDocument/2006/relationships/image" Target="../media/image45.svg"/><Relationship Id="rId2" Type="http://schemas.openxmlformats.org/officeDocument/2006/relationships/image" Target="../media/image22.png"/><Relationship Id="rId16" Type="http://schemas.openxmlformats.org/officeDocument/2006/relationships/image" Target="../media/image36.png"/><Relationship Id="rId20"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svg"/><Relationship Id="rId24" Type="http://schemas.openxmlformats.org/officeDocument/2006/relationships/image" Target="../media/image44.png"/><Relationship Id="rId5" Type="http://schemas.openxmlformats.org/officeDocument/2006/relationships/image" Target="../media/image25.svg"/><Relationship Id="rId15" Type="http://schemas.openxmlformats.org/officeDocument/2006/relationships/image" Target="../media/image35.svg"/><Relationship Id="rId23" Type="http://schemas.openxmlformats.org/officeDocument/2006/relationships/image" Target="../media/image43.svg"/><Relationship Id="rId10" Type="http://schemas.openxmlformats.org/officeDocument/2006/relationships/image" Target="../media/image30.png"/><Relationship Id="rId19" Type="http://schemas.openxmlformats.org/officeDocument/2006/relationships/image" Target="../media/image39.svg"/><Relationship Id="rId4" Type="http://schemas.openxmlformats.org/officeDocument/2006/relationships/image" Target="../media/image24.png"/><Relationship Id="rId9" Type="http://schemas.openxmlformats.org/officeDocument/2006/relationships/image" Target="../media/image29.svg"/><Relationship Id="rId14" Type="http://schemas.openxmlformats.org/officeDocument/2006/relationships/image" Target="../media/image34.png"/><Relationship Id="rId22" Type="http://schemas.openxmlformats.org/officeDocument/2006/relationships/image" Target="../media/image42.png"/></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svg"/><Relationship Id="rId18" Type="http://schemas.openxmlformats.org/officeDocument/2006/relationships/image" Target="../media/image38.png"/><Relationship Id="rId3" Type="http://schemas.openxmlformats.org/officeDocument/2006/relationships/image" Target="../media/image23.svg"/><Relationship Id="rId21" Type="http://schemas.openxmlformats.org/officeDocument/2006/relationships/image" Target="../media/image41.svg"/><Relationship Id="rId7" Type="http://schemas.openxmlformats.org/officeDocument/2006/relationships/image" Target="../media/image27.svg"/><Relationship Id="rId12" Type="http://schemas.openxmlformats.org/officeDocument/2006/relationships/image" Target="../media/image32.png"/><Relationship Id="rId17" Type="http://schemas.openxmlformats.org/officeDocument/2006/relationships/image" Target="../media/image37.svg"/><Relationship Id="rId25" Type="http://schemas.openxmlformats.org/officeDocument/2006/relationships/image" Target="../media/image45.svg"/><Relationship Id="rId2" Type="http://schemas.openxmlformats.org/officeDocument/2006/relationships/image" Target="../media/image22.png"/><Relationship Id="rId16" Type="http://schemas.openxmlformats.org/officeDocument/2006/relationships/image" Target="../media/image36.png"/><Relationship Id="rId20"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svg"/><Relationship Id="rId24" Type="http://schemas.openxmlformats.org/officeDocument/2006/relationships/image" Target="../media/image44.png"/><Relationship Id="rId5" Type="http://schemas.openxmlformats.org/officeDocument/2006/relationships/image" Target="../media/image25.svg"/><Relationship Id="rId15" Type="http://schemas.openxmlformats.org/officeDocument/2006/relationships/image" Target="../media/image35.svg"/><Relationship Id="rId23" Type="http://schemas.openxmlformats.org/officeDocument/2006/relationships/image" Target="../media/image43.svg"/><Relationship Id="rId10" Type="http://schemas.openxmlformats.org/officeDocument/2006/relationships/image" Target="../media/image30.png"/><Relationship Id="rId19" Type="http://schemas.openxmlformats.org/officeDocument/2006/relationships/image" Target="../media/image39.svg"/><Relationship Id="rId4" Type="http://schemas.openxmlformats.org/officeDocument/2006/relationships/image" Target="../media/image24.png"/><Relationship Id="rId9" Type="http://schemas.openxmlformats.org/officeDocument/2006/relationships/image" Target="../media/image29.svg"/><Relationship Id="rId14" Type="http://schemas.openxmlformats.org/officeDocument/2006/relationships/image" Target="../media/image34.png"/><Relationship Id="rId22" Type="http://schemas.openxmlformats.org/officeDocument/2006/relationships/image" Target="../media/image4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47.svg"/><Relationship Id="rId18" Type="http://schemas.openxmlformats.org/officeDocument/2006/relationships/image" Target="../media/image52.png"/><Relationship Id="rId26" Type="http://schemas.openxmlformats.org/officeDocument/2006/relationships/image" Target="../media/image60.png"/><Relationship Id="rId3" Type="http://schemas.openxmlformats.org/officeDocument/2006/relationships/image" Target="../media/image23.svg"/><Relationship Id="rId21" Type="http://schemas.openxmlformats.org/officeDocument/2006/relationships/image" Target="../media/image55.svg"/><Relationship Id="rId7" Type="http://schemas.openxmlformats.org/officeDocument/2006/relationships/image" Target="../media/image27.svg"/><Relationship Id="rId12" Type="http://schemas.openxmlformats.org/officeDocument/2006/relationships/image" Target="../media/image46.png"/><Relationship Id="rId17" Type="http://schemas.openxmlformats.org/officeDocument/2006/relationships/image" Target="../media/image51.svg"/><Relationship Id="rId25" Type="http://schemas.openxmlformats.org/officeDocument/2006/relationships/image" Target="../media/image59.svg"/><Relationship Id="rId2" Type="http://schemas.openxmlformats.org/officeDocument/2006/relationships/image" Target="../media/image22.png"/><Relationship Id="rId16" Type="http://schemas.openxmlformats.org/officeDocument/2006/relationships/image" Target="../media/image50.png"/><Relationship Id="rId20"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svg"/><Relationship Id="rId24" Type="http://schemas.openxmlformats.org/officeDocument/2006/relationships/image" Target="../media/image58.png"/><Relationship Id="rId5" Type="http://schemas.openxmlformats.org/officeDocument/2006/relationships/image" Target="../media/image25.svg"/><Relationship Id="rId15" Type="http://schemas.openxmlformats.org/officeDocument/2006/relationships/image" Target="../media/image49.svg"/><Relationship Id="rId23" Type="http://schemas.openxmlformats.org/officeDocument/2006/relationships/image" Target="../media/image57.svg"/><Relationship Id="rId10" Type="http://schemas.openxmlformats.org/officeDocument/2006/relationships/image" Target="../media/image30.png"/><Relationship Id="rId19" Type="http://schemas.openxmlformats.org/officeDocument/2006/relationships/image" Target="../media/image53.svg"/><Relationship Id="rId4" Type="http://schemas.openxmlformats.org/officeDocument/2006/relationships/image" Target="../media/image24.png"/><Relationship Id="rId9" Type="http://schemas.openxmlformats.org/officeDocument/2006/relationships/image" Target="../media/image29.svg"/><Relationship Id="rId14" Type="http://schemas.openxmlformats.org/officeDocument/2006/relationships/image" Target="../media/image48.png"/><Relationship Id="rId22" Type="http://schemas.openxmlformats.org/officeDocument/2006/relationships/image" Target="../media/image56.png"/><Relationship Id="rId27" Type="http://schemas.openxmlformats.org/officeDocument/2006/relationships/image" Target="../media/image61.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5.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blog.okfn.org/2015/02/13/global-community-stories-january-2015/" TargetMode="External"/><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theconversation.com/what-commercial-aircraft-will-look-like-in-2050-33850" TargetMode="External"/><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svg"/><Relationship Id="rId7" Type="http://schemas.openxmlformats.org/officeDocument/2006/relationships/image" Target="../media/image27.svg"/><Relationship Id="rId2" Type="http://schemas.openxmlformats.org/officeDocument/2006/relationships/image" Target="../media/image22.png"/><Relationship Id="rId1" Type="http://schemas.openxmlformats.org/officeDocument/2006/relationships/slideLayout" Target="../slideLayouts/slideLayout5.xml"/><Relationship Id="rId6" Type="http://schemas.openxmlformats.org/officeDocument/2006/relationships/image" Target="../media/image26.png"/><Relationship Id="rId11" Type="http://schemas.openxmlformats.org/officeDocument/2006/relationships/image" Target="../media/image31.svg"/><Relationship Id="rId5" Type="http://schemas.openxmlformats.org/officeDocument/2006/relationships/image" Target="../media/image25.sv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svg"/></Relationships>
</file>

<file path=ppt/slides/_rels/slide1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5.svg"/></Relationships>
</file>

<file path=ppt/slides/_rels/slide20.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67.svg"/><Relationship Id="rId18" Type="http://schemas.openxmlformats.org/officeDocument/2006/relationships/image" Target="../media/image70.png"/><Relationship Id="rId3" Type="http://schemas.openxmlformats.org/officeDocument/2006/relationships/image" Target="../media/image25.svg"/><Relationship Id="rId21" Type="http://schemas.openxmlformats.org/officeDocument/2006/relationships/image" Target="../media/image73.svg"/><Relationship Id="rId7" Type="http://schemas.openxmlformats.org/officeDocument/2006/relationships/image" Target="../media/image29.svg"/><Relationship Id="rId12" Type="http://schemas.openxmlformats.org/officeDocument/2006/relationships/image" Target="../media/image66.png"/><Relationship Id="rId17" Type="http://schemas.openxmlformats.org/officeDocument/2006/relationships/image" Target="../media/image69.svg"/><Relationship Id="rId2" Type="http://schemas.openxmlformats.org/officeDocument/2006/relationships/image" Target="../media/image24.png"/><Relationship Id="rId16" Type="http://schemas.openxmlformats.org/officeDocument/2006/relationships/image" Target="../media/image68.png"/><Relationship Id="rId20"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65.svg"/><Relationship Id="rId5" Type="http://schemas.openxmlformats.org/officeDocument/2006/relationships/image" Target="../media/image27.svg"/><Relationship Id="rId15" Type="http://schemas.openxmlformats.org/officeDocument/2006/relationships/image" Target="../media/image23.svg"/><Relationship Id="rId10" Type="http://schemas.openxmlformats.org/officeDocument/2006/relationships/image" Target="../media/image64.png"/><Relationship Id="rId19" Type="http://schemas.openxmlformats.org/officeDocument/2006/relationships/image" Target="../media/image71.svg"/><Relationship Id="rId4" Type="http://schemas.openxmlformats.org/officeDocument/2006/relationships/image" Target="../media/image26.png"/><Relationship Id="rId9" Type="http://schemas.openxmlformats.org/officeDocument/2006/relationships/image" Target="../media/image31.svg"/><Relationship Id="rId14" Type="http://schemas.openxmlformats.org/officeDocument/2006/relationships/image" Target="../media/image22.png"/></Relationships>
</file>

<file path=ppt/slides/_rels/slide21.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67.svg"/><Relationship Id="rId18" Type="http://schemas.openxmlformats.org/officeDocument/2006/relationships/image" Target="../media/image70.png"/><Relationship Id="rId3" Type="http://schemas.openxmlformats.org/officeDocument/2006/relationships/image" Target="../media/image25.svg"/><Relationship Id="rId21" Type="http://schemas.openxmlformats.org/officeDocument/2006/relationships/image" Target="../media/image73.svg"/><Relationship Id="rId7" Type="http://schemas.openxmlformats.org/officeDocument/2006/relationships/image" Target="../media/image29.svg"/><Relationship Id="rId12" Type="http://schemas.openxmlformats.org/officeDocument/2006/relationships/image" Target="../media/image66.png"/><Relationship Id="rId17" Type="http://schemas.openxmlformats.org/officeDocument/2006/relationships/image" Target="../media/image69.svg"/><Relationship Id="rId2" Type="http://schemas.openxmlformats.org/officeDocument/2006/relationships/image" Target="../media/image24.png"/><Relationship Id="rId16" Type="http://schemas.openxmlformats.org/officeDocument/2006/relationships/image" Target="../media/image68.png"/><Relationship Id="rId20"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65.svg"/><Relationship Id="rId5" Type="http://schemas.openxmlformats.org/officeDocument/2006/relationships/image" Target="../media/image27.svg"/><Relationship Id="rId15" Type="http://schemas.openxmlformats.org/officeDocument/2006/relationships/image" Target="../media/image23.svg"/><Relationship Id="rId10" Type="http://schemas.openxmlformats.org/officeDocument/2006/relationships/image" Target="../media/image64.png"/><Relationship Id="rId19" Type="http://schemas.openxmlformats.org/officeDocument/2006/relationships/image" Target="../media/image71.svg"/><Relationship Id="rId4" Type="http://schemas.openxmlformats.org/officeDocument/2006/relationships/image" Target="../media/image26.png"/><Relationship Id="rId9" Type="http://schemas.openxmlformats.org/officeDocument/2006/relationships/image" Target="../media/image31.svg"/><Relationship Id="rId14" Type="http://schemas.openxmlformats.org/officeDocument/2006/relationships/image" Target="../media/image22.png"/></Relationships>
</file>

<file path=ppt/slides/_rels/slide22.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67.svg"/><Relationship Id="rId18" Type="http://schemas.openxmlformats.org/officeDocument/2006/relationships/image" Target="../media/image70.png"/><Relationship Id="rId3" Type="http://schemas.openxmlformats.org/officeDocument/2006/relationships/image" Target="../media/image25.svg"/><Relationship Id="rId7" Type="http://schemas.openxmlformats.org/officeDocument/2006/relationships/image" Target="../media/image29.svg"/><Relationship Id="rId12" Type="http://schemas.openxmlformats.org/officeDocument/2006/relationships/image" Target="../media/image66.png"/><Relationship Id="rId17" Type="http://schemas.openxmlformats.org/officeDocument/2006/relationships/image" Target="../media/image69.svg"/><Relationship Id="rId2" Type="http://schemas.openxmlformats.org/officeDocument/2006/relationships/image" Target="../media/image24.png"/><Relationship Id="rId16"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65.svg"/><Relationship Id="rId5" Type="http://schemas.openxmlformats.org/officeDocument/2006/relationships/image" Target="../media/image27.svg"/><Relationship Id="rId15" Type="http://schemas.openxmlformats.org/officeDocument/2006/relationships/image" Target="../media/image23.svg"/><Relationship Id="rId10" Type="http://schemas.openxmlformats.org/officeDocument/2006/relationships/image" Target="../media/image64.png"/><Relationship Id="rId19" Type="http://schemas.openxmlformats.org/officeDocument/2006/relationships/image" Target="../media/image71.svg"/><Relationship Id="rId4" Type="http://schemas.openxmlformats.org/officeDocument/2006/relationships/image" Target="../media/image26.png"/><Relationship Id="rId9" Type="http://schemas.openxmlformats.org/officeDocument/2006/relationships/image" Target="../media/image31.svg"/><Relationship Id="rId14" Type="http://schemas.openxmlformats.org/officeDocument/2006/relationships/image" Target="../media/image22.png"/></Relationships>
</file>

<file path=ppt/slides/_rels/slide23.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67.svg"/><Relationship Id="rId5" Type="http://schemas.openxmlformats.org/officeDocument/2006/relationships/image" Target="../media/image27.svg"/><Relationship Id="rId10" Type="http://schemas.openxmlformats.org/officeDocument/2006/relationships/image" Target="../media/image66.png"/><Relationship Id="rId4" Type="http://schemas.openxmlformats.org/officeDocument/2006/relationships/image" Target="../media/image26.png"/><Relationship Id="rId9" Type="http://schemas.openxmlformats.org/officeDocument/2006/relationships/image" Target="../media/image65.svg"/></Relationships>
</file>

<file path=ppt/slides/_rels/slide24.xml.rels><?xml version="1.0" encoding="UTF-8" standalone="yes"?>
<Relationships xmlns="http://schemas.openxmlformats.org/package/2006/relationships"><Relationship Id="rId3" Type="http://schemas.openxmlformats.org/officeDocument/2006/relationships/image" Target="../media/image31.svg"/><Relationship Id="rId7" Type="http://schemas.openxmlformats.org/officeDocument/2006/relationships/image" Target="../media/image71.sv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svg"/><Relationship Id="rId4" Type="http://schemas.openxmlformats.org/officeDocument/2006/relationships/image" Target="../media/image68.png"/></Relationships>
</file>

<file path=ppt/slides/_rels/slide2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67.svg"/><Relationship Id="rId18" Type="http://schemas.openxmlformats.org/officeDocument/2006/relationships/image" Target="../media/image70.png"/><Relationship Id="rId3" Type="http://schemas.openxmlformats.org/officeDocument/2006/relationships/image" Target="../media/image25.svg"/><Relationship Id="rId7" Type="http://schemas.openxmlformats.org/officeDocument/2006/relationships/image" Target="../media/image29.svg"/><Relationship Id="rId12" Type="http://schemas.openxmlformats.org/officeDocument/2006/relationships/image" Target="../media/image66.png"/><Relationship Id="rId17" Type="http://schemas.openxmlformats.org/officeDocument/2006/relationships/image" Target="../media/image69.svg"/><Relationship Id="rId2" Type="http://schemas.openxmlformats.org/officeDocument/2006/relationships/image" Target="../media/image24.png"/><Relationship Id="rId16"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65.svg"/><Relationship Id="rId5" Type="http://schemas.openxmlformats.org/officeDocument/2006/relationships/image" Target="../media/image27.svg"/><Relationship Id="rId15" Type="http://schemas.openxmlformats.org/officeDocument/2006/relationships/image" Target="../media/image23.svg"/><Relationship Id="rId10" Type="http://schemas.openxmlformats.org/officeDocument/2006/relationships/image" Target="../media/image64.png"/><Relationship Id="rId19" Type="http://schemas.openxmlformats.org/officeDocument/2006/relationships/image" Target="../media/image71.svg"/><Relationship Id="rId4" Type="http://schemas.openxmlformats.org/officeDocument/2006/relationships/image" Target="../media/image26.png"/><Relationship Id="rId9" Type="http://schemas.openxmlformats.org/officeDocument/2006/relationships/image" Target="../media/image31.svg"/><Relationship Id="rId14" Type="http://schemas.openxmlformats.org/officeDocument/2006/relationships/image" Target="../media/image22.png"/></Relationships>
</file>

<file path=ppt/slides/_rels/slide27.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67.svg"/><Relationship Id="rId18" Type="http://schemas.openxmlformats.org/officeDocument/2006/relationships/image" Target="../media/image70.png"/><Relationship Id="rId3" Type="http://schemas.openxmlformats.org/officeDocument/2006/relationships/image" Target="../media/image25.svg"/><Relationship Id="rId21" Type="http://schemas.openxmlformats.org/officeDocument/2006/relationships/hyperlink" Target="https://dude4food.blogspot.com/2015/09/authentic-indonesian-flavors-at.html" TargetMode="External"/><Relationship Id="rId7" Type="http://schemas.openxmlformats.org/officeDocument/2006/relationships/image" Target="../media/image29.svg"/><Relationship Id="rId12" Type="http://schemas.openxmlformats.org/officeDocument/2006/relationships/image" Target="../media/image66.png"/><Relationship Id="rId17" Type="http://schemas.openxmlformats.org/officeDocument/2006/relationships/image" Target="../media/image69.svg"/><Relationship Id="rId2" Type="http://schemas.openxmlformats.org/officeDocument/2006/relationships/image" Target="../media/image24.png"/><Relationship Id="rId16" Type="http://schemas.openxmlformats.org/officeDocument/2006/relationships/image" Target="../media/image68.png"/><Relationship Id="rId20" Type="http://schemas.openxmlformats.org/officeDocument/2006/relationships/image" Target="../media/image74.jpe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65.svg"/><Relationship Id="rId5" Type="http://schemas.openxmlformats.org/officeDocument/2006/relationships/image" Target="../media/image27.svg"/><Relationship Id="rId15" Type="http://schemas.openxmlformats.org/officeDocument/2006/relationships/image" Target="../media/image23.svg"/><Relationship Id="rId10" Type="http://schemas.openxmlformats.org/officeDocument/2006/relationships/image" Target="../media/image64.png"/><Relationship Id="rId19" Type="http://schemas.openxmlformats.org/officeDocument/2006/relationships/image" Target="../media/image71.svg"/><Relationship Id="rId4" Type="http://schemas.openxmlformats.org/officeDocument/2006/relationships/image" Target="../media/image26.png"/><Relationship Id="rId9" Type="http://schemas.openxmlformats.org/officeDocument/2006/relationships/image" Target="../media/image31.svg"/><Relationship Id="rId14"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76.svg"/><Relationship Id="rId5" Type="http://schemas.openxmlformats.org/officeDocument/2006/relationships/image" Target="../media/image7.svg"/><Relationship Id="rId10" Type="http://schemas.openxmlformats.org/officeDocument/2006/relationships/image" Target="../media/image75.png"/><Relationship Id="rId4" Type="http://schemas.openxmlformats.org/officeDocument/2006/relationships/image" Target="../media/image6.png"/><Relationship Id="rId9" Type="http://schemas.openxmlformats.org/officeDocument/2006/relationships/image" Target="../media/image15.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svg"/><Relationship Id="rId3" Type="http://schemas.openxmlformats.org/officeDocument/2006/relationships/image" Target="../media/image35.svg"/><Relationship Id="rId7" Type="http://schemas.openxmlformats.org/officeDocument/2006/relationships/image" Target="../media/image39.svg"/><Relationship Id="rId12" Type="http://schemas.openxmlformats.org/officeDocument/2006/relationships/image" Target="../media/image44.png"/><Relationship Id="rId2" Type="http://schemas.openxmlformats.org/officeDocument/2006/relationships/image" Target="../media/image34.png"/><Relationship Id="rId1" Type="http://schemas.openxmlformats.org/officeDocument/2006/relationships/slideLayout" Target="../slideLayouts/slideLayout5.xml"/><Relationship Id="rId6" Type="http://schemas.openxmlformats.org/officeDocument/2006/relationships/image" Target="../media/image38.png"/><Relationship Id="rId11" Type="http://schemas.openxmlformats.org/officeDocument/2006/relationships/image" Target="../media/image43.svg"/><Relationship Id="rId5" Type="http://schemas.openxmlformats.org/officeDocument/2006/relationships/image" Target="../media/image37.sv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svg"/></Relationships>
</file>

<file path=ppt/slides/_rels/slide3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5.svg"/></Relationships>
</file>

<file path=ppt/slides/_rels/slide35.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svg"/><Relationship Id="rId3" Type="http://schemas.openxmlformats.org/officeDocument/2006/relationships/image" Target="../media/image35.svg"/><Relationship Id="rId7" Type="http://schemas.openxmlformats.org/officeDocument/2006/relationships/image" Target="../media/image39.svg"/><Relationship Id="rId12" Type="http://schemas.openxmlformats.org/officeDocument/2006/relationships/image" Target="../media/image44.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svg"/><Relationship Id="rId5" Type="http://schemas.openxmlformats.org/officeDocument/2006/relationships/image" Target="../media/image37.sv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svg"/></Relationships>
</file>

<file path=ppt/slides/_rels/slide36.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svg"/><Relationship Id="rId3" Type="http://schemas.openxmlformats.org/officeDocument/2006/relationships/image" Target="../media/image35.svg"/><Relationship Id="rId7" Type="http://schemas.openxmlformats.org/officeDocument/2006/relationships/image" Target="../media/image39.svg"/><Relationship Id="rId12" Type="http://schemas.openxmlformats.org/officeDocument/2006/relationships/image" Target="../media/image44.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svg"/><Relationship Id="rId5" Type="http://schemas.openxmlformats.org/officeDocument/2006/relationships/image" Target="../media/image37.sv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svg"/></Relationships>
</file>

<file path=ppt/slides/_rels/slide37.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35.svg"/><Relationship Id="rId3" Type="http://schemas.openxmlformats.org/officeDocument/2006/relationships/image" Target="../media/image41.svg"/><Relationship Id="rId7" Type="http://schemas.openxmlformats.org/officeDocument/2006/relationships/image" Target="../media/image39.svg"/><Relationship Id="rId12" Type="http://schemas.openxmlformats.org/officeDocument/2006/relationships/image" Target="../media/image34.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5.svg"/><Relationship Id="rId5" Type="http://schemas.openxmlformats.org/officeDocument/2006/relationships/image" Target="../media/image37.svg"/><Relationship Id="rId10" Type="http://schemas.openxmlformats.org/officeDocument/2006/relationships/image" Target="../media/image44.png"/><Relationship Id="rId4" Type="http://schemas.openxmlformats.org/officeDocument/2006/relationships/image" Target="../media/image36.png"/><Relationship Id="rId9" Type="http://schemas.openxmlformats.org/officeDocument/2006/relationships/image" Target="../media/image43.svg"/></Relationships>
</file>

<file path=ppt/slides/_rels/slide38.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35.svg"/><Relationship Id="rId3" Type="http://schemas.openxmlformats.org/officeDocument/2006/relationships/image" Target="../media/image41.svg"/><Relationship Id="rId7" Type="http://schemas.openxmlformats.org/officeDocument/2006/relationships/image" Target="../media/image39.svg"/><Relationship Id="rId12" Type="http://schemas.openxmlformats.org/officeDocument/2006/relationships/image" Target="../media/image34.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5.svg"/><Relationship Id="rId5" Type="http://schemas.openxmlformats.org/officeDocument/2006/relationships/image" Target="../media/image37.svg"/><Relationship Id="rId10" Type="http://schemas.openxmlformats.org/officeDocument/2006/relationships/image" Target="../media/image44.png"/><Relationship Id="rId4" Type="http://schemas.openxmlformats.org/officeDocument/2006/relationships/image" Target="../media/image36.png"/><Relationship Id="rId9" Type="http://schemas.openxmlformats.org/officeDocument/2006/relationships/image" Target="../media/image43.svg"/></Relationships>
</file>

<file path=ppt/slides/_rels/slide39.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35.svg"/><Relationship Id="rId3" Type="http://schemas.openxmlformats.org/officeDocument/2006/relationships/image" Target="../media/image41.svg"/><Relationship Id="rId7" Type="http://schemas.openxmlformats.org/officeDocument/2006/relationships/image" Target="../media/image39.svg"/><Relationship Id="rId12" Type="http://schemas.openxmlformats.org/officeDocument/2006/relationships/image" Target="../media/image34.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5.svg"/><Relationship Id="rId5" Type="http://schemas.openxmlformats.org/officeDocument/2006/relationships/image" Target="../media/image37.svg"/><Relationship Id="rId10" Type="http://schemas.openxmlformats.org/officeDocument/2006/relationships/image" Target="../media/image44.png"/><Relationship Id="rId4" Type="http://schemas.openxmlformats.org/officeDocument/2006/relationships/image" Target="../media/image36.png"/><Relationship Id="rId9" Type="http://schemas.openxmlformats.org/officeDocument/2006/relationships/image" Target="../media/image43.svg"/></Relationships>
</file>

<file path=ppt/slides/_rels/slide40.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5.svg"/></Relationships>
</file>

<file path=ppt/slides/_rels/slide42.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hyperlink" Target="https://foto.wuestenigel.com/toothbrushes-and-toothpaste-on-a-white-surface/" TargetMode="External"/><Relationship Id="rId3" Type="http://schemas.openxmlformats.org/officeDocument/2006/relationships/image" Target="../media/image33.svg"/><Relationship Id="rId7" Type="http://schemas.openxmlformats.org/officeDocument/2006/relationships/image" Target="../media/image78.jpe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hyperlink" Target="https://creativecommons.org/licenses/by-nc-sa/3.0/" TargetMode="External"/><Relationship Id="rId5" Type="http://schemas.openxmlformats.org/officeDocument/2006/relationships/hyperlink" Target="https://www.flickr.com/photos/jakobpunkt/168410916/" TargetMode="External"/><Relationship Id="rId10" Type="http://schemas.openxmlformats.org/officeDocument/2006/relationships/hyperlink" Target="https://www.publicdomainpictures.net/en/view-image.php?image=311174&amp;picture=woman-brushing-teeth" TargetMode="External"/><Relationship Id="rId4" Type="http://schemas.openxmlformats.org/officeDocument/2006/relationships/image" Target="../media/image77.jpeg"/><Relationship Id="rId9" Type="http://schemas.openxmlformats.org/officeDocument/2006/relationships/image" Target="../media/image79.jpeg"/></Relationships>
</file>

<file path=ppt/slides/_rels/slide4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5.svg"/></Relationships>
</file>

<file path=ppt/slides/_rels/slide4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4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18" Type="http://schemas.openxmlformats.org/officeDocument/2006/relationships/image" Target="../media/image32.png"/><Relationship Id="rId26" Type="http://schemas.openxmlformats.org/officeDocument/2006/relationships/image" Target="../media/image40.png"/><Relationship Id="rId3" Type="http://schemas.openxmlformats.org/officeDocument/2006/relationships/image" Target="../media/image5.svg"/><Relationship Id="rId21" Type="http://schemas.openxmlformats.org/officeDocument/2006/relationships/image" Target="../media/image35.svg"/><Relationship Id="rId34" Type="http://schemas.openxmlformats.org/officeDocument/2006/relationships/image" Target="../media/image82.png"/><Relationship Id="rId7" Type="http://schemas.openxmlformats.org/officeDocument/2006/relationships/image" Target="../media/image11.svg"/><Relationship Id="rId12" Type="http://schemas.openxmlformats.org/officeDocument/2006/relationships/image" Target="../media/image26.png"/><Relationship Id="rId17" Type="http://schemas.openxmlformats.org/officeDocument/2006/relationships/image" Target="../media/image31.svg"/><Relationship Id="rId25" Type="http://schemas.openxmlformats.org/officeDocument/2006/relationships/image" Target="../media/image39.svg"/><Relationship Id="rId33" Type="http://schemas.openxmlformats.org/officeDocument/2006/relationships/image" Target="../media/image81.svg"/><Relationship Id="rId2" Type="http://schemas.openxmlformats.org/officeDocument/2006/relationships/image" Target="../media/image4.png"/><Relationship Id="rId16" Type="http://schemas.openxmlformats.org/officeDocument/2006/relationships/image" Target="../media/image30.png"/><Relationship Id="rId20" Type="http://schemas.openxmlformats.org/officeDocument/2006/relationships/image" Target="../media/image34.png"/><Relationship Id="rId29" Type="http://schemas.openxmlformats.org/officeDocument/2006/relationships/image" Target="../media/image43.sv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25.svg"/><Relationship Id="rId24" Type="http://schemas.openxmlformats.org/officeDocument/2006/relationships/image" Target="../media/image38.png"/><Relationship Id="rId32" Type="http://schemas.openxmlformats.org/officeDocument/2006/relationships/image" Target="../media/image80.png"/><Relationship Id="rId5" Type="http://schemas.openxmlformats.org/officeDocument/2006/relationships/image" Target="../media/image7.svg"/><Relationship Id="rId15" Type="http://schemas.openxmlformats.org/officeDocument/2006/relationships/image" Target="../media/image29.svg"/><Relationship Id="rId23" Type="http://schemas.openxmlformats.org/officeDocument/2006/relationships/image" Target="../media/image37.svg"/><Relationship Id="rId28" Type="http://schemas.openxmlformats.org/officeDocument/2006/relationships/image" Target="../media/image42.png"/><Relationship Id="rId36" Type="http://schemas.openxmlformats.org/officeDocument/2006/relationships/image" Target="../media/image84.png"/><Relationship Id="rId10" Type="http://schemas.openxmlformats.org/officeDocument/2006/relationships/image" Target="../media/image24.png"/><Relationship Id="rId19" Type="http://schemas.openxmlformats.org/officeDocument/2006/relationships/image" Target="../media/image33.svg"/><Relationship Id="rId31" Type="http://schemas.openxmlformats.org/officeDocument/2006/relationships/image" Target="../media/image45.svg"/><Relationship Id="rId4" Type="http://schemas.openxmlformats.org/officeDocument/2006/relationships/image" Target="../media/image6.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36.png"/><Relationship Id="rId27" Type="http://schemas.openxmlformats.org/officeDocument/2006/relationships/image" Target="../media/image41.svg"/><Relationship Id="rId30" Type="http://schemas.openxmlformats.org/officeDocument/2006/relationships/image" Target="../media/image44.png"/><Relationship Id="rId35" Type="http://schemas.openxmlformats.org/officeDocument/2006/relationships/image" Target="../media/image83.svg"/></Relationships>
</file>

<file path=ppt/slides/_rels/slide52.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image" Target="../media/image23.svg"/><Relationship Id="rId18" Type="http://schemas.openxmlformats.org/officeDocument/2006/relationships/image" Target="../media/image28.png"/><Relationship Id="rId26" Type="http://schemas.openxmlformats.org/officeDocument/2006/relationships/image" Target="../media/image36.png"/><Relationship Id="rId39" Type="http://schemas.openxmlformats.org/officeDocument/2006/relationships/image" Target="../media/image83.svg"/><Relationship Id="rId3" Type="http://schemas.openxmlformats.org/officeDocument/2006/relationships/image" Target="../media/image86.svg"/><Relationship Id="rId21" Type="http://schemas.openxmlformats.org/officeDocument/2006/relationships/image" Target="../media/image31.svg"/><Relationship Id="rId34" Type="http://schemas.openxmlformats.org/officeDocument/2006/relationships/image" Target="../media/image44.png"/><Relationship Id="rId42" Type="http://schemas.openxmlformats.org/officeDocument/2006/relationships/image" Target="../media/image6.png"/><Relationship Id="rId7" Type="http://schemas.openxmlformats.org/officeDocument/2006/relationships/image" Target="../media/image88.svg"/><Relationship Id="rId12" Type="http://schemas.openxmlformats.org/officeDocument/2006/relationships/image" Target="../media/image22.png"/><Relationship Id="rId17" Type="http://schemas.openxmlformats.org/officeDocument/2006/relationships/image" Target="../media/image27.svg"/><Relationship Id="rId25" Type="http://schemas.openxmlformats.org/officeDocument/2006/relationships/image" Target="../media/image35.svg"/><Relationship Id="rId33" Type="http://schemas.openxmlformats.org/officeDocument/2006/relationships/image" Target="../media/image43.svg"/><Relationship Id="rId38" Type="http://schemas.openxmlformats.org/officeDocument/2006/relationships/image" Target="../media/image82.png"/><Relationship Id="rId2" Type="http://schemas.openxmlformats.org/officeDocument/2006/relationships/image" Target="../media/image85.png"/><Relationship Id="rId16" Type="http://schemas.openxmlformats.org/officeDocument/2006/relationships/image" Target="../media/image26.png"/><Relationship Id="rId20" Type="http://schemas.openxmlformats.org/officeDocument/2006/relationships/image" Target="../media/image30.png"/><Relationship Id="rId29" Type="http://schemas.openxmlformats.org/officeDocument/2006/relationships/image" Target="../media/image39.svg"/><Relationship Id="rId41" Type="http://schemas.openxmlformats.org/officeDocument/2006/relationships/image" Target="../media/image92.svg"/><Relationship Id="rId1" Type="http://schemas.openxmlformats.org/officeDocument/2006/relationships/slideLayout" Target="../slideLayouts/slideLayout2.xml"/><Relationship Id="rId6" Type="http://schemas.openxmlformats.org/officeDocument/2006/relationships/image" Target="../media/image87.png"/><Relationship Id="rId11" Type="http://schemas.openxmlformats.org/officeDocument/2006/relationships/image" Target="../media/image11.svg"/><Relationship Id="rId24" Type="http://schemas.openxmlformats.org/officeDocument/2006/relationships/image" Target="../media/image34.png"/><Relationship Id="rId32" Type="http://schemas.openxmlformats.org/officeDocument/2006/relationships/image" Target="../media/image42.png"/><Relationship Id="rId37" Type="http://schemas.openxmlformats.org/officeDocument/2006/relationships/image" Target="../media/image81.svg"/><Relationship Id="rId40" Type="http://schemas.openxmlformats.org/officeDocument/2006/relationships/image" Target="../media/image91.png"/><Relationship Id="rId5" Type="http://schemas.openxmlformats.org/officeDocument/2006/relationships/image" Target="../media/image5.svg"/><Relationship Id="rId15" Type="http://schemas.openxmlformats.org/officeDocument/2006/relationships/image" Target="../media/image25.svg"/><Relationship Id="rId23" Type="http://schemas.openxmlformats.org/officeDocument/2006/relationships/image" Target="../media/image33.svg"/><Relationship Id="rId28" Type="http://schemas.openxmlformats.org/officeDocument/2006/relationships/image" Target="../media/image38.png"/><Relationship Id="rId36" Type="http://schemas.openxmlformats.org/officeDocument/2006/relationships/image" Target="../media/image80.png"/><Relationship Id="rId10" Type="http://schemas.openxmlformats.org/officeDocument/2006/relationships/image" Target="../media/image10.png"/><Relationship Id="rId19" Type="http://schemas.openxmlformats.org/officeDocument/2006/relationships/image" Target="../media/image29.svg"/><Relationship Id="rId31" Type="http://schemas.openxmlformats.org/officeDocument/2006/relationships/image" Target="../media/image41.svg"/><Relationship Id="rId4" Type="http://schemas.openxmlformats.org/officeDocument/2006/relationships/image" Target="../media/image4.png"/><Relationship Id="rId9" Type="http://schemas.openxmlformats.org/officeDocument/2006/relationships/image" Target="../media/image90.svg"/><Relationship Id="rId14" Type="http://schemas.openxmlformats.org/officeDocument/2006/relationships/image" Target="../media/image24.png"/><Relationship Id="rId22" Type="http://schemas.openxmlformats.org/officeDocument/2006/relationships/image" Target="../media/image32.png"/><Relationship Id="rId27" Type="http://schemas.openxmlformats.org/officeDocument/2006/relationships/image" Target="../media/image37.svg"/><Relationship Id="rId30" Type="http://schemas.openxmlformats.org/officeDocument/2006/relationships/image" Target="../media/image40.png"/><Relationship Id="rId35" Type="http://schemas.openxmlformats.org/officeDocument/2006/relationships/image" Target="../media/image45.svg"/><Relationship Id="rId43" Type="http://schemas.openxmlformats.org/officeDocument/2006/relationships/image" Target="../media/image7.svg"/></Relationships>
</file>

<file path=ppt/slides/_rels/slide53.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svg"/><Relationship Id="rId18" Type="http://schemas.openxmlformats.org/officeDocument/2006/relationships/image" Target="../media/image38.png"/><Relationship Id="rId26" Type="http://schemas.openxmlformats.org/officeDocument/2006/relationships/image" Target="../media/image80.png"/><Relationship Id="rId3" Type="http://schemas.openxmlformats.org/officeDocument/2006/relationships/image" Target="../media/image23.svg"/><Relationship Id="rId21" Type="http://schemas.openxmlformats.org/officeDocument/2006/relationships/image" Target="../media/image41.svg"/><Relationship Id="rId7" Type="http://schemas.openxmlformats.org/officeDocument/2006/relationships/image" Target="../media/image27.svg"/><Relationship Id="rId12" Type="http://schemas.openxmlformats.org/officeDocument/2006/relationships/image" Target="../media/image32.png"/><Relationship Id="rId17" Type="http://schemas.openxmlformats.org/officeDocument/2006/relationships/image" Target="../media/image37.svg"/><Relationship Id="rId25" Type="http://schemas.openxmlformats.org/officeDocument/2006/relationships/image" Target="../media/image45.svg"/><Relationship Id="rId2" Type="http://schemas.openxmlformats.org/officeDocument/2006/relationships/image" Target="../media/image22.png"/><Relationship Id="rId16" Type="http://schemas.openxmlformats.org/officeDocument/2006/relationships/image" Target="../media/image36.png"/><Relationship Id="rId20" Type="http://schemas.openxmlformats.org/officeDocument/2006/relationships/image" Target="../media/image40.png"/><Relationship Id="rId29" Type="http://schemas.openxmlformats.org/officeDocument/2006/relationships/image" Target="../media/image83.sv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svg"/><Relationship Id="rId24" Type="http://schemas.openxmlformats.org/officeDocument/2006/relationships/image" Target="../media/image44.png"/><Relationship Id="rId5" Type="http://schemas.openxmlformats.org/officeDocument/2006/relationships/image" Target="../media/image25.svg"/><Relationship Id="rId15" Type="http://schemas.openxmlformats.org/officeDocument/2006/relationships/image" Target="../media/image35.svg"/><Relationship Id="rId23" Type="http://schemas.openxmlformats.org/officeDocument/2006/relationships/image" Target="../media/image43.svg"/><Relationship Id="rId28" Type="http://schemas.openxmlformats.org/officeDocument/2006/relationships/image" Target="../media/image82.png"/><Relationship Id="rId10" Type="http://schemas.openxmlformats.org/officeDocument/2006/relationships/image" Target="../media/image30.png"/><Relationship Id="rId19" Type="http://schemas.openxmlformats.org/officeDocument/2006/relationships/image" Target="../media/image39.svg"/><Relationship Id="rId31" Type="http://schemas.openxmlformats.org/officeDocument/2006/relationships/image" Target="../media/image13.svg"/><Relationship Id="rId4" Type="http://schemas.openxmlformats.org/officeDocument/2006/relationships/image" Target="../media/image24.png"/><Relationship Id="rId9" Type="http://schemas.openxmlformats.org/officeDocument/2006/relationships/image" Target="../media/image29.svg"/><Relationship Id="rId14" Type="http://schemas.openxmlformats.org/officeDocument/2006/relationships/image" Target="../media/image34.png"/><Relationship Id="rId22" Type="http://schemas.openxmlformats.org/officeDocument/2006/relationships/image" Target="../media/image42.png"/><Relationship Id="rId27" Type="http://schemas.openxmlformats.org/officeDocument/2006/relationships/image" Target="../media/image81.svg"/><Relationship Id="rId30" Type="http://schemas.openxmlformats.org/officeDocument/2006/relationships/image" Target="../media/image1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67.svg"/><Relationship Id="rId18" Type="http://schemas.openxmlformats.org/officeDocument/2006/relationships/image" Target="../media/image70.png"/><Relationship Id="rId3" Type="http://schemas.openxmlformats.org/officeDocument/2006/relationships/image" Target="../media/image25.svg"/><Relationship Id="rId21" Type="http://schemas.openxmlformats.org/officeDocument/2006/relationships/image" Target="../media/image73.svg"/><Relationship Id="rId7" Type="http://schemas.openxmlformats.org/officeDocument/2006/relationships/image" Target="../media/image29.svg"/><Relationship Id="rId12" Type="http://schemas.openxmlformats.org/officeDocument/2006/relationships/image" Target="../media/image66.png"/><Relationship Id="rId17" Type="http://schemas.openxmlformats.org/officeDocument/2006/relationships/image" Target="../media/image69.svg"/><Relationship Id="rId2" Type="http://schemas.openxmlformats.org/officeDocument/2006/relationships/image" Target="../media/image24.png"/><Relationship Id="rId16" Type="http://schemas.openxmlformats.org/officeDocument/2006/relationships/image" Target="../media/image68.png"/><Relationship Id="rId20"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65.svg"/><Relationship Id="rId5" Type="http://schemas.openxmlformats.org/officeDocument/2006/relationships/image" Target="../media/image27.svg"/><Relationship Id="rId15" Type="http://schemas.openxmlformats.org/officeDocument/2006/relationships/image" Target="../media/image23.svg"/><Relationship Id="rId10" Type="http://schemas.openxmlformats.org/officeDocument/2006/relationships/image" Target="../media/image64.png"/><Relationship Id="rId19" Type="http://schemas.openxmlformats.org/officeDocument/2006/relationships/image" Target="../media/image71.svg"/><Relationship Id="rId4" Type="http://schemas.openxmlformats.org/officeDocument/2006/relationships/image" Target="../media/image26.png"/><Relationship Id="rId9" Type="http://schemas.openxmlformats.org/officeDocument/2006/relationships/image" Target="../media/image31.svg"/><Relationship Id="rId14" Type="http://schemas.openxmlformats.org/officeDocument/2006/relationships/image" Target="../media/image2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svg"/><Relationship Id="rId3" Type="http://schemas.openxmlformats.org/officeDocument/2006/relationships/image" Target="../media/image35.svg"/><Relationship Id="rId7" Type="http://schemas.openxmlformats.org/officeDocument/2006/relationships/image" Target="../media/image39.svg"/><Relationship Id="rId12" Type="http://schemas.openxmlformats.org/officeDocument/2006/relationships/image" Target="../media/image44.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svg"/><Relationship Id="rId5" Type="http://schemas.openxmlformats.org/officeDocument/2006/relationships/image" Target="../media/image37.sv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svg"/></Relationships>
</file>

<file path=ppt/slides/_rels/slide58.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81.svg"/><Relationship Id="rId4" Type="http://schemas.openxmlformats.org/officeDocument/2006/relationships/image" Target="../media/image80.png"/></Relationships>
</file>

<file path=ppt/slides/_rels/slide5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94.svg"/><Relationship Id="rId18" Type="http://schemas.openxmlformats.org/officeDocument/2006/relationships/image" Target="../media/image14.png"/><Relationship Id="rId3" Type="http://schemas.openxmlformats.org/officeDocument/2006/relationships/image" Target="../media/image5.svg"/><Relationship Id="rId21" Type="http://schemas.openxmlformats.org/officeDocument/2006/relationships/image" Target="../media/image100.svg"/><Relationship Id="rId7" Type="http://schemas.openxmlformats.org/officeDocument/2006/relationships/image" Target="../media/image83.svg"/><Relationship Id="rId12" Type="http://schemas.openxmlformats.org/officeDocument/2006/relationships/image" Target="../media/image93.png"/><Relationship Id="rId17" Type="http://schemas.openxmlformats.org/officeDocument/2006/relationships/image" Target="../media/image98.svg"/><Relationship Id="rId2" Type="http://schemas.openxmlformats.org/officeDocument/2006/relationships/image" Target="../media/image4.png"/><Relationship Id="rId16" Type="http://schemas.openxmlformats.org/officeDocument/2006/relationships/image" Target="../media/image97.png"/><Relationship Id="rId20" Type="http://schemas.openxmlformats.org/officeDocument/2006/relationships/image" Target="../media/image99.png"/><Relationship Id="rId1" Type="http://schemas.openxmlformats.org/officeDocument/2006/relationships/slideLayout" Target="../slideLayouts/slideLayout2.xml"/><Relationship Id="rId6" Type="http://schemas.openxmlformats.org/officeDocument/2006/relationships/image" Target="../media/image82.png"/><Relationship Id="rId11" Type="http://schemas.openxmlformats.org/officeDocument/2006/relationships/image" Target="../media/image13.svg"/><Relationship Id="rId5" Type="http://schemas.openxmlformats.org/officeDocument/2006/relationships/image" Target="../media/image11.svg"/><Relationship Id="rId15" Type="http://schemas.openxmlformats.org/officeDocument/2006/relationships/image" Target="../media/image96.svg"/><Relationship Id="rId10" Type="http://schemas.openxmlformats.org/officeDocument/2006/relationships/image" Target="../media/image12.png"/><Relationship Id="rId19" Type="http://schemas.openxmlformats.org/officeDocument/2006/relationships/image" Target="../media/image15.svg"/><Relationship Id="rId4" Type="http://schemas.openxmlformats.org/officeDocument/2006/relationships/image" Target="../media/image10.png"/><Relationship Id="rId9" Type="http://schemas.openxmlformats.org/officeDocument/2006/relationships/image" Target="../media/image7.svg"/><Relationship Id="rId14" Type="http://schemas.openxmlformats.org/officeDocument/2006/relationships/image" Target="../media/image9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image" Target="../media/image102.sv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5.svg"/><Relationship Id="rId18" Type="http://schemas.openxmlformats.org/officeDocument/2006/relationships/image" Target="../media/image40.png"/><Relationship Id="rId26" Type="http://schemas.openxmlformats.org/officeDocument/2006/relationships/image" Target="../media/image103.jpeg"/><Relationship Id="rId3" Type="http://schemas.openxmlformats.org/officeDocument/2006/relationships/image" Target="../media/image23.svg"/><Relationship Id="rId21" Type="http://schemas.openxmlformats.org/officeDocument/2006/relationships/image" Target="../media/image43.svg"/><Relationship Id="rId7" Type="http://schemas.openxmlformats.org/officeDocument/2006/relationships/image" Target="../media/image27.svg"/><Relationship Id="rId12" Type="http://schemas.openxmlformats.org/officeDocument/2006/relationships/image" Target="../media/image34.png"/><Relationship Id="rId17" Type="http://schemas.openxmlformats.org/officeDocument/2006/relationships/image" Target="../media/image39.svg"/><Relationship Id="rId25" Type="http://schemas.openxmlformats.org/officeDocument/2006/relationships/image" Target="../media/image33.svg"/><Relationship Id="rId2" Type="http://schemas.openxmlformats.org/officeDocument/2006/relationships/image" Target="../media/image22.png"/><Relationship Id="rId16" Type="http://schemas.openxmlformats.org/officeDocument/2006/relationships/image" Target="../media/image38.png"/><Relationship Id="rId20"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svg"/><Relationship Id="rId24" Type="http://schemas.openxmlformats.org/officeDocument/2006/relationships/image" Target="../media/image32.png"/><Relationship Id="rId5" Type="http://schemas.openxmlformats.org/officeDocument/2006/relationships/image" Target="../media/image25.svg"/><Relationship Id="rId15" Type="http://schemas.openxmlformats.org/officeDocument/2006/relationships/image" Target="../media/image37.svg"/><Relationship Id="rId23" Type="http://schemas.openxmlformats.org/officeDocument/2006/relationships/image" Target="../media/image45.svg"/><Relationship Id="rId10" Type="http://schemas.openxmlformats.org/officeDocument/2006/relationships/image" Target="../media/image30.png"/><Relationship Id="rId19" Type="http://schemas.openxmlformats.org/officeDocument/2006/relationships/image" Target="../media/image41.svg"/><Relationship Id="rId4" Type="http://schemas.openxmlformats.org/officeDocument/2006/relationships/image" Target="../media/image24.png"/><Relationship Id="rId9" Type="http://schemas.openxmlformats.org/officeDocument/2006/relationships/image" Target="../media/image29.svg"/><Relationship Id="rId14" Type="http://schemas.openxmlformats.org/officeDocument/2006/relationships/image" Target="../media/image36.png"/><Relationship Id="rId22" Type="http://schemas.openxmlformats.org/officeDocument/2006/relationships/image" Target="../media/image44.png"/><Relationship Id="rId27" Type="http://schemas.openxmlformats.org/officeDocument/2006/relationships/hyperlink" Target="https://www.maxpixel.net/Office-Business-Meeting-Team-Meeting-Business-5395567" TargetMode="External"/></Relationships>
</file>

<file path=ppt/slides/_rels/slide72.xml.rels><?xml version="1.0" encoding="UTF-8" standalone="yes"?>
<Relationships xmlns="http://schemas.openxmlformats.org/package/2006/relationships"><Relationship Id="rId3" Type="http://schemas.openxmlformats.org/officeDocument/2006/relationships/hyperlink" Target="https://www.maxpixel.net/Office-Business-Meeting-Team-Meeting-Business-5395567" TargetMode="External"/><Relationship Id="rId2" Type="http://schemas.openxmlformats.org/officeDocument/2006/relationships/image" Target="../media/image104.jp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hyperlink" Target="https://www.maxpixel.net/Office-Business-Meeting-Team-Meeting-Business-5395567" TargetMode="External"/><Relationship Id="rId2" Type="http://schemas.openxmlformats.org/officeDocument/2006/relationships/image" Target="../media/image105.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65.svg"/><Relationship Id="rId18" Type="http://schemas.openxmlformats.org/officeDocument/2006/relationships/image" Target="../media/image68.png"/><Relationship Id="rId3" Type="http://schemas.openxmlformats.org/officeDocument/2006/relationships/hyperlink" Target="https://www.maxpixel.net/Office-Business-Meeting-Team-Meeting-Business-5395567" TargetMode="External"/><Relationship Id="rId21" Type="http://schemas.openxmlformats.org/officeDocument/2006/relationships/image" Target="../media/image71.svg"/><Relationship Id="rId7" Type="http://schemas.openxmlformats.org/officeDocument/2006/relationships/image" Target="../media/image27.svg"/><Relationship Id="rId12" Type="http://schemas.openxmlformats.org/officeDocument/2006/relationships/image" Target="../media/image64.png"/><Relationship Id="rId17" Type="http://schemas.openxmlformats.org/officeDocument/2006/relationships/image" Target="../media/image23.svg"/><Relationship Id="rId2" Type="http://schemas.openxmlformats.org/officeDocument/2006/relationships/image" Target="../media/image105.jpeg"/><Relationship Id="rId16" Type="http://schemas.openxmlformats.org/officeDocument/2006/relationships/image" Target="../media/image22.png"/><Relationship Id="rId20"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svg"/><Relationship Id="rId5" Type="http://schemas.openxmlformats.org/officeDocument/2006/relationships/image" Target="../media/image25.svg"/><Relationship Id="rId15" Type="http://schemas.openxmlformats.org/officeDocument/2006/relationships/image" Target="../media/image67.svg"/><Relationship Id="rId10" Type="http://schemas.openxmlformats.org/officeDocument/2006/relationships/image" Target="../media/image30.png"/><Relationship Id="rId19" Type="http://schemas.openxmlformats.org/officeDocument/2006/relationships/image" Target="../media/image69.svg"/><Relationship Id="rId4" Type="http://schemas.openxmlformats.org/officeDocument/2006/relationships/image" Target="../media/image24.png"/><Relationship Id="rId9" Type="http://schemas.openxmlformats.org/officeDocument/2006/relationships/image" Target="../media/image29.svg"/><Relationship Id="rId14" Type="http://schemas.openxmlformats.org/officeDocument/2006/relationships/image" Target="../media/image6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35.svg"/><Relationship Id="rId3" Type="http://schemas.openxmlformats.org/officeDocument/2006/relationships/image" Target="../media/image41.svg"/><Relationship Id="rId7" Type="http://schemas.openxmlformats.org/officeDocument/2006/relationships/image" Target="../media/image39.svg"/><Relationship Id="rId12" Type="http://schemas.openxmlformats.org/officeDocument/2006/relationships/image" Target="../media/image34.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5.svg"/><Relationship Id="rId5" Type="http://schemas.openxmlformats.org/officeDocument/2006/relationships/image" Target="../media/image37.svg"/><Relationship Id="rId10" Type="http://schemas.openxmlformats.org/officeDocument/2006/relationships/image" Target="../media/image44.png"/><Relationship Id="rId4" Type="http://schemas.openxmlformats.org/officeDocument/2006/relationships/image" Target="../media/image36.png"/><Relationship Id="rId9" Type="http://schemas.openxmlformats.org/officeDocument/2006/relationships/image" Target="../media/image43.svg"/></Relationships>
</file>

<file path=ppt/slides/_rels/slide77.xml.rels><?xml version="1.0" encoding="UTF-8" standalone="yes"?>
<Relationships xmlns="http://schemas.openxmlformats.org/package/2006/relationships"><Relationship Id="rId8" Type="http://schemas.openxmlformats.org/officeDocument/2006/relationships/image" Target="../media/image108.jpeg"/><Relationship Id="rId3" Type="http://schemas.openxmlformats.org/officeDocument/2006/relationships/image" Target="../media/image33.svg"/><Relationship Id="rId7" Type="http://schemas.openxmlformats.org/officeDocument/2006/relationships/hyperlink" Target="http://www.flickr.com/photos/judybaxter/3647383217/" TargetMode="External"/><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107.jpeg"/><Relationship Id="rId5" Type="http://schemas.openxmlformats.org/officeDocument/2006/relationships/hyperlink" Target="https://blog.okfn.org/2015/02/13/global-community-stories-january-2015/" TargetMode="External"/><Relationship Id="rId4" Type="http://schemas.openxmlformats.org/officeDocument/2006/relationships/image" Target="../media/image106.jpeg"/><Relationship Id="rId9" Type="http://schemas.openxmlformats.org/officeDocument/2006/relationships/hyperlink" Target="https://www.qedfoundation.org/featured-1/" TargetMode="External"/></Relationships>
</file>

<file path=ppt/slides/_rels/slide78.xml.rels><?xml version="1.0" encoding="UTF-8" standalone="yes"?>
<Relationships xmlns="http://schemas.openxmlformats.org/package/2006/relationships"><Relationship Id="rId8" Type="http://schemas.openxmlformats.org/officeDocument/2006/relationships/image" Target="../media/image110.jpeg"/><Relationship Id="rId3" Type="http://schemas.openxmlformats.org/officeDocument/2006/relationships/image" Target="../media/image33.svg"/><Relationship Id="rId7" Type="http://schemas.openxmlformats.org/officeDocument/2006/relationships/hyperlink" Target="https://openclipart.org/detail/20496/calendar-by-cod_fsfe" TargetMode="External"/><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109.png"/><Relationship Id="rId5" Type="http://schemas.openxmlformats.org/officeDocument/2006/relationships/hyperlink" Target="https://blog.okfn.org/2015/02/13/global-community-stories-january-2015/" TargetMode="External"/><Relationship Id="rId4" Type="http://schemas.openxmlformats.org/officeDocument/2006/relationships/image" Target="../media/image106.jpeg"/><Relationship Id="rId9" Type="http://schemas.openxmlformats.org/officeDocument/2006/relationships/hyperlink" Target="https://www.pexels.com/photo/serious-ethnic-female-manager-speaking-on-smartphone-near-laptop-outdoors-5239711/" TargetMode="External"/></Relationships>
</file>

<file path=ppt/slides/_rels/slide7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hyperlink" Target="https://www.maxpixel.net/Office-Business-Meeting-Team-Meeting-Business-5395567" TargetMode="External"/><Relationship Id="rId4" Type="http://schemas.openxmlformats.org/officeDocument/2006/relationships/image" Target="../media/image105.jpeg"/></Relationships>
</file>

<file path=ppt/slides/_rels/slide80.xml.rels><?xml version="1.0" encoding="UTF-8" standalone="yes"?>
<Relationships xmlns="http://schemas.openxmlformats.org/package/2006/relationships"><Relationship Id="rId3" Type="http://schemas.openxmlformats.org/officeDocument/2006/relationships/hyperlink" Target="https://theconversation.com/what-commercial-aircraft-will-look-like-in-2050-33850" TargetMode="External"/><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hyperlink" Target="https://theconversation.com/what-commercial-aircraft-will-look-like-in-2050-33850" TargetMode="External"/><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3.svg"/><Relationship Id="rId7" Type="http://schemas.openxmlformats.org/officeDocument/2006/relationships/image" Target="../media/image112.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111.png"/><Relationship Id="rId5" Type="http://schemas.openxmlformats.org/officeDocument/2006/relationships/hyperlink" Target="https://theconversation.com/what-commercial-aircraft-will-look-like-in-2050-33850" TargetMode="External"/><Relationship Id="rId4" Type="http://schemas.openxmlformats.org/officeDocument/2006/relationships/image" Target="../media/image63.jpeg"/></Relationships>
</file>

<file path=ppt/slides/_rels/slide83.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67.svg"/><Relationship Id="rId18" Type="http://schemas.openxmlformats.org/officeDocument/2006/relationships/image" Target="../media/image70.png"/><Relationship Id="rId3" Type="http://schemas.openxmlformats.org/officeDocument/2006/relationships/image" Target="../media/image25.svg"/><Relationship Id="rId21" Type="http://schemas.openxmlformats.org/officeDocument/2006/relationships/hyperlink" Target="https://theconversation.com/what-commercial-aircraft-will-look-like-in-2050-33850" TargetMode="External"/><Relationship Id="rId7" Type="http://schemas.openxmlformats.org/officeDocument/2006/relationships/image" Target="../media/image29.svg"/><Relationship Id="rId12" Type="http://schemas.openxmlformats.org/officeDocument/2006/relationships/image" Target="../media/image66.png"/><Relationship Id="rId17" Type="http://schemas.openxmlformats.org/officeDocument/2006/relationships/image" Target="../media/image69.svg"/><Relationship Id="rId2" Type="http://schemas.openxmlformats.org/officeDocument/2006/relationships/image" Target="../media/image24.png"/><Relationship Id="rId16" Type="http://schemas.openxmlformats.org/officeDocument/2006/relationships/image" Target="../media/image68.png"/><Relationship Id="rId20" Type="http://schemas.openxmlformats.org/officeDocument/2006/relationships/image" Target="../media/image63.jpe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65.svg"/><Relationship Id="rId5" Type="http://schemas.openxmlformats.org/officeDocument/2006/relationships/image" Target="../media/image27.svg"/><Relationship Id="rId15" Type="http://schemas.openxmlformats.org/officeDocument/2006/relationships/image" Target="../media/image23.svg"/><Relationship Id="rId10" Type="http://schemas.openxmlformats.org/officeDocument/2006/relationships/image" Target="../media/image64.png"/><Relationship Id="rId19" Type="http://schemas.openxmlformats.org/officeDocument/2006/relationships/image" Target="../media/image71.svg"/><Relationship Id="rId4" Type="http://schemas.openxmlformats.org/officeDocument/2006/relationships/image" Target="../media/image26.png"/><Relationship Id="rId9" Type="http://schemas.openxmlformats.org/officeDocument/2006/relationships/image" Target="../media/image31.svg"/><Relationship Id="rId14" Type="http://schemas.openxmlformats.org/officeDocument/2006/relationships/image" Target="../media/image22.png"/></Relationships>
</file>

<file path=ppt/slides/_rels/slide84.xml.rels><?xml version="1.0" encoding="UTF-8" standalone="yes"?>
<Relationships xmlns="http://schemas.openxmlformats.org/package/2006/relationships"><Relationship Id="rId3" Type="http://schemas.openxmlformats.org/officeDocument/2006/relationships/hyperlink" Target="https://theconversation.com/what-commercial-aircraft-will-look-like-in-2050-33850" TargetMode="External"/><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35.svg"/><Relationship Id="rId3" Type="http://schemas.openxmlformats.org/officeDocument/2006/relationships/image" Target="../media/image41.svg"/><Relationship Id="rId7" Type="http://schemas.openxmlformats.org/officeDocument/2006/relationships/image" Target="../media/image39.svg"/><Relationship Id="rId12" Type="http://schemas.openxmlformats.org/officeDocument/2006/relationships/image" Target="../media/image34.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5.svg"/><Relationship Id="rId5" Type="http://schemas.openxmlformats.org/officeDocument/2006/relationships/image" Target="../media/image37.svg"/><Relationship Id="rId15" Type="http://schemas.openxmlformats.org/officeDocument/2006/relationships/hyperlink" Target="https://theconversation.com/what-commercial-aircraft-will-look-like-in-2050-33850" TargetMode="External"/><Relationship Id="rId10" Type="http://schemas.openxmlformats.org/officeDocument/2006/relationships/image" Target="../media/image44.png"/><Relationship Id="rId4" Type="http://schemas.openxmlformats.org/officeDocument/2006/relationships/image" Target="../media/image36.png"/><Relationship Id="rId9" Type="http://schemas.openxmlformats.org/officeDocument/2006/relationships/image" Target="../media/image43.svg"/><Relationship Id="rId14" Type="http://schemas.openxmlformats.org/officeDocument/2006/relationships/image" Target="../media/image63.jpeg"/></Relationships>
</file>

<file path=ppt/slides/_rels/slide8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hyperlink" Target="https://theconversation.com/what-commercial-aircraft-will-look-like-in-2050-33850" TargetMode="External"/><Relationship Id="rId4" Type="http://schemas.openxmlformats.org/officeDocument/2006/relationships/image" Target="../media/image63.jpe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8" Type="http://schemas.openxmlformats.org/officeDocument/2006/relationships/image" Target="../media/image116.svg"/><Relationship Id="rId3" Type="http://schemas.openxmlformats.org/officeDocument/2006/relationships/image" Target="../media/image83.svg"/><Relationship Id="rId7" Type="http://schemas.openxmlformats.org/officeDocument/2006/relationships/image" Target="../media/image115.png"/><Relationship Id="rId12" Type="http://schemas.openxmlformats.org/officeDocument/2006/relationships/image" Target="../media/image9.svg"/><Relationship Id="rId2" Type="http://schemas.openxmlformats.org/officeDocument/2006/relationships/image" Target="../media/image82.png"/><Relationship Id="rId1" Type="http://schemas.openxmlformats.org/officeDocument/2006/relationships/slideLayout" Target="../slideLayouts/slideLayout3.xml"/><Relationship Id="rId6" Type="http://schemas.openxmlformats.org/officeDocument/2006/relationships/image" Target="../media/image114.png"/><Relationship Id="rId11" Type="http://schemas.openxmlformats.org/officeDocument/2006/relationships/image" Target="../media/image8.png"/><Relationship Id="rId5" Type="http://schemas.openxmlformats.org/officeDocument/2006/relationships/image" Target="../media/image84.png"/><Relationship Id="rId10" Type="http://schemas.openxmlformats.org/officeDocument/2006/relationships/image" Target="../media/image118.svg"/><Relationship Id="rId4" Type="http://schemas.openxmlformats.org/officeDocument/2006/relationships/image" Target="../media/image113.png"/><Relationship Id="rId9" Type="http://schemas.openxmlformats.org/officeDocument/2006/relationships/image" Target="../media/image117.png"/></Relationships>
</file>

<file path=ppt/slides/_rels/slide89.xml.rels><?xml version="1.0" encoding="UTF-8" standalone="yes"?>
<Relationships xmlns="http://schemas.openxmlformats.org/package/2006/relationships"><Relationship Id="rId3" Type="http://schemas.openxmlformats.org/officeDocument/2006/relationships/image" Target="../media/image120.svg"/><Relationship Id="rId2" Type="http://schemas.openxmlformats.org/officeDocument/2006/relationships/image" Target="../media/image119.png"/><Relationship Id="rId1" Type="http://schemas.openxmlformats.org/officeDocument/2006/relationships/slideLayout" Target="../slideLayouts/slideLayout4.xml"/><Relationship Id="rId6" Type="http://schemas.openxmlformats.org/officeDocument/2006/relationships/image" Target="../media/image123.png"/><Relationship Id="rId5" Type="http://schemas.openxmlformats.org/officeDocument/2006/relationships/image" Target="../media/image122.svg"/><Relationship Id="rId4" Type="http://schemas.openxmlformats.org/officeDocument/2006/relationships/image" Target="../media/image121.png"/></Relationships>
</file>

<file path=ppt/slides/_rels/slide90.xml.rels><?xml version="1.0" encoding="UTF-8" standalone="yes"?>
<Relationships xmlns="http://schemas.openxmlformats.org/package/2006/relationships"><Relationship Id="rId8" Type="http://schemas.openxmlformats.org/officeDocument/2006/relationships/image" Target="../media/image129.png"/><Relationship Id="rId3" Type="http://schemas.openxmlformats.org/officeDocument/2006/relationships/image" Target="../media/image125.svg"/><Relationship Id="rId7" Type="http://schemas.openxmlformats.org/officeDocument/2006/relationships/image" Target="../media/image128.svg"/><Relationship Id="rId12" Type="http://schemas.openxmlformats.org/officeDocument/2006/relationships/image" Target="../media/image133.svg"/><Relationship Id="rId2" Type="http://schemas.openxmlformats.org/officeDocument/2006/relationships/image" Target="../media/image124.png"/><Relationship Id="rId1" Type="http://schemas.openxmlformats.org/officeDocument/2006/relationships/slideLayout" Target="../slideLayouts/slideLayout4.xml"/><Relationship Id="rId6" Type="http://schemas.openxmlformats.org/officeDocument/2006/relationships/image" Target="../media/image32.png"/><Relationship Id="rId11" Type="http://schemas.openxmlformats.org/officeDocument/2006/relationships/image" Target="../media/image132.png"/><Relationship Id="rId5" Type="http://schemas.openxmlformats.org/officeDocument/2006/relationships/image" Target="../media/image127.svg"/><Relationship Id="rId10" Type="http://schemas.openxmlformats.org/officeDocument/2006/relationships/image" Target="../media/image131.svg"/><Relationship Id="rId4" Type="http://schemas.openxmlformats.org/officeDocument/2006/relationships/image" Target="../media/image126.png"/><Relationship Id="rId9" Type="http://schemas.openxmlformats.org/officeDocument/2006/relationships/image" Target="../media/image130.png"/></Relationships>
</file>

<file path=ppt/slides/_rels/slide91.xml.rels><?xml version="1.0" encoding="UTF-8" standalone="yes"?>
<Relationships xmlns="http://schemas.openxmlformats.org/package/2006/relationships"><Relationship Id="rId8" Type="http://schemas.openxmlformats.org/officeDocument/2006/relationships/image" Target="../media/image139.svg"/><Relationship Id="rId3" Type="http://schemas.openxmlformats.org/officeDocument/2006/relationships/image" Target="../media/image135.svg"/><Relationship Id="rId7" Type="http://schemas.openxmlformats.org/officeDocument/2006/relationships/image" Target="../media/image138.png"/><Relationship Id="rId2" Type="http://schemas.openxmlformats.org/officeDocument/2006/relationships/image" Target="../media/image134.png"/><Relationship Id="rId1" Type="http://schemas.openxmlformats.org/officeDocument/2006/relationships/slideLayout" Target="../slideLayouts/slideLayout4.xml"/><Relationship Id="rId6" Type="http://schemas.openxmlformats.org/officeDocument/2006/relationships/image" Target="../media/image137.png"/><Relationship Id="rId5" Type="http://schemas.openxmlformats.org/officeDocument/2006/relationships/image" Target="../media/image136.svg"/><Relationship Id="rId4" Type="http://schemas.openxmlformats.org/officeDocument/2006/relationships/image" Target="../media/image126.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3" Type="http://schemas.openxmlformats.org/officeDocument/2006/relationships/image" Target="../media/image141.svg"/><Relationship Id="rId2" Type="http://schemas.openxmlformats.org/officeDocument/2006/relationships/image" Target="../media/image140.png"/><Relationship Id="rId1" Type="http://schemas.openxmlformats.org/officeDocument/2006/relationships/slideLayout" Target="../slideLayouts/slideLayout4.xml"/><Relationship Id="rId6" Type="http://schemas.openxmlformats.org/officeDocument/2006/relationships/image" Target="../media/image144.png"/><Relationship Id="rId5" Type="http://schemas.openxmlformats.org/officeDocument/2006/relationships/image" Target="../media/image143.svg"/><Relationship Id="rId4" Type="http://schemas.openxmlformats.org/officeDocument/2006/relationships/image" Target="../media/image14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67.svg"/><Relationship Id="rId18" Type="http://schemas.openxmlformats.org/officeDocument/2006/relationships/image" Target="../media/image70.png"/><Relationship Id="rId3" Type="http://schemas.openxmlformats.org/officeDocument/2006/relationships/image" Target="../media/image25.svg"/><Relationship Id="rId7" Type="http://schemas.openxmlformats.org/officeDocument/2006/relationships/image" Target="../media/image29.svg"/><Relationship Id="rId12" Type="http://schemas.openxmlformats.org/officeDocument/2006/relationships/image" Target="../media/image66.png"/><Relationship Id="rId17" Type="http://schemas.openxmlformats.org/officeDocument/2006/relationships/image" Target="../media/image69.svg"/><Relationship Id="rId2" Type="http://schemas.openxmlformats.org/officeDocument/2006/relationships/image" Target="../media/image24.png"/><Relationship Id="rId16"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65.svg"/><Relationship Id="rId5" Type="http://schemas.openxmlformats.org/officeDocument/2006/relationships/image" Target="../media/image27.svg"/><Relationship Id="rId15" Type="http://schemas.openxmlformats.org/officeDocument/2006/relationships/image" Target="../media/image23.svg"/><Relationship Id="rId10" Type="http://schemas.openxmlformats.org/officeDocument/2006/relationships/image" Target="../media/image64.png"/><Relationship Id="rId19" Type="http://schemas.openxmlformats.org/officeDocument/2006/relationships/image" Target="../media/image71.svg"/><Relationship Id="rId4" Type="http://schemas.openxmlformats.org/officeDocument/2006/relationships/image" Target="../media/image26.png"/><Relationship Id="rId9" Type="http://schemas.openxmlformats.org/officeDocument/2006/relationships/image" Target="../media/image31.svg"/><Relationship Id="rId14" Type="http://schemas.openxmlformats.org/officeDocument/2006/relationships/image" Target="../media/image2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35.svg"/><Relationship Id="rId3" Type="http://schemas.openxmlformats.org/officeDocument/2006/relationships/image" Target="../media/image41.svg"/><Relationship Id="rId7" Type="http://schemas.openxmlformats.org/officeDocument/2006/relationships/image" Target="../media/image39.svg"/><Relationship Id="rId12" Type="http://schemas.openxmlformats.org/officeDocument/2006/relationships/image" Target="../media/image34.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5.svg"/><Relationship Id="rId5" Type="http://schemas.openxmlformats.org/officeDocument/2006/relationships/image" Target="../media/image37.svg"/><Relationship Id="rId10" Type="http://schemas.openxmlformats.org/officeDocument/2006/relationships/image" Target="../media/image44.png"/><Relationship Id="rId4" Type="http://schemas.openxmlformats.org/officeDocument/2006/relationships/image" Target="../media/image36.png"/><Relationship Id="rId9" Type="http://schemas.openxmlformats.org/officeDocument/2006/relationships/image" Target="../media/image43.svg"/></Relationships>
</file>

<file path=ppt/slides/_rels/slide99.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Freeform 5">
            <a:extLst>
              <a:ext uri="{FF2B5EF4-FFF2-40B4-BE49-F238E27FC236}">
                <a16:creationId xmlns:a16="http://schemas.microsoft.com/office/drawing/2014/main" id="{AE30B5AE-E64E-4950-A02B-BC046BCFAA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0909"/>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Freeform 6">
            <a:extLst>
              <a:ext uri="{FF2B5EF4-FFF2-40B4-BE49-F238E27FC236}">
                <a16:creationId xmlns:a16="http://schemas.microsoft.com/office/drawing/2014/main" id="{65773763-FADC-4FA0-AFA9-EC8F8F13B7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0741"/>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2" name="Freeform 7">
            <a:extLst>
              <a:ext uri="{FF2B5EF4-FFF2-40B4-BE49-F238E27FC236}">
                <a16:creationId xmlns:a16="http://schemas.microsoft.com/office/drawing/2014/main" id="{ACCDD214-F2D1-40E5-8B71-F6590EBD20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0905"/>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 name="Freeform 8">
            <a:extLst>
              <a:ext uri="{FF2B5EF4-FFF2-40B4-BE49-F238E27FC236}">
                <a16:creationId xmlns:a16="http://schemas.microsoft.com/office/drawing/2014/main" id="{07CB2B58-2B9F-46D9-806F-271B0A33A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2347"/>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Freeform 9">
            <a:extLst>
              <a:ext uri="{FF2B5EF4-FFF2-40B4-BE49-F238E27FC236}">
                <a16:creationId xmlns:a16="http://schemas.microsoft.com/office/drawing/2014/main" id="{5C7162D8-BD53-445D-B1A6-AB379C9110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78751"/>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Freeform 10">
            <a:extLst>
              <a:ext uri="{FF2B5EF4-FFF2-40B4-BE49-F238E27FC236}">
                <a16:creationId xmlns:a16="http://schemas.microsoft.com/office/drawing/2014/main" id="{BAD70A04-49C4-4B0F-86C3-B05472EDFF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9376"/>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Freeform 12">
            <a:extLst>
              <a:ext uri="{FF2B5EF4-FFF2-40B4-BE49-F238E27FC236}">
                <a16:creationId xmlns:a16="http://schemas.microsoft.com/office/drawing/2014/main" id="{36358B04-BA95-4FAD-94A1-C0A03AA05C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1916"/>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Freeform 14">
            <a:extLst>
              <a:ext uri="{FF2B5EF4-FFF2-40B4-BE49-F238E27FC236}">
                <a16:creationId xmlns:a16="http://schemas.microsoft.com/office/drawing/2014/main" id="{9CC29BE5-AA36-4F06-8FAB-0C07285629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705"/>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Freeform 16">
            <a:extLst>
              <a:ext uri="{FF2B5EF4-FFF2-40B4-BE49-F238E27FC236}">
                <a16:creationId xmlns:a16="http://schemas.microsoft.com/office/drawing/2014/main" id="{3ED594E3-89E0-4513-8FC6-4293688667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1916"/>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a:extLst>
              <a:ext uri="{FF2B5EF4-FFF2-40B4-BE49-F238E27FC236}">
                <a16:creationId xmlns:a16="http://schemas.microsoft.com/office/drawing/2014/main" id="{F06E4798-B088-493E-903F-564C1058CA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1916"/>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Freeform 21">
            <a:extLst>
              <a:ext uri="{FF2B5EF4-FFF2-40B4-BE49-F238E27FC236}">
                <a16:creationId xmlns:a16="http://schemas.microsoft.com/office/drawing/2014/main" id="{105CB4F1-CDA9-44B6-AFBD-9089B6DA1C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2872"/>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Freeform 22">
            <a:extLst>
              <a:ext uri="{FF2B5EF4-FFF2-40B4-BE49-F238E27FC236}">
                <a16:creationId xmlns:a16="http://schemas.microsoft.com/office/drawing/2014/main" id="{3A07A001-2689-4430-B966-9A6A2DAB17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1916"/>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 name="Freeform 23">
            <a:extLst>
              <a:ext uri="{FF2B5EF4-FFF2-40B4-BE49-F238E27FC236}">
                <a16:creationId xmlns:a16="http://schemas.microsoft.com/office/drawing/2014/main" id="{A60F327C-CB34-4AE2-B930-B3F6082B6A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1916"/>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3" name="ZoneTexte 32">
            <a:extLst>
              <a:ext uri="{FF2B5EF4-FFF2-40B4-BE49-F238E27FC236}">
                <a16:creationId xmlns:a16="http://schemas.microsoft.com/office/drawing/2014/main" id="{CC659D1E-70C9-47BC-8377-632F08CFA179}"/>
              </a:ext>
            </a:extLst>
          </p:cNvPr>
          <p:cNvSpPr txBox="1"/>
          <p:nvPr/>
        </p:nvSpPr>
        <p:spPr>
          <a:xfrm>
            <a:off x="1411406" y="1293082"/>
            <a:ext cx="8380820" cy="4647426"/>
          </a:xfrm>
          <a:prstGeom prst="rect">
            <a:avLst/>
          </a:prstGeom>
          <a:noFill/>
        </p:spPr>
        <p:txBody>
          <a:bodyPr wrap="none" rtlCol="0">
            <a:spAutoFit/>
          </a:bodyPr>
          <a:lstStyle/>
          <a:p>
            <a:r>
              <a:rPr lang="en-US" sz="8000" b="1" i="1" dirty="0">
                <a:solidFill>
                  <a:srgbClr val="ED7D31"/>
                </a:solidFill>
              </a:rPr>
              <a:t>6 </a:t>
            </a:r>
            <a:r>
              <a:rPr lang="en-US" sz="8000" b="1" i="1" dirty="0"/>
              <a:t>Project / Product </a:t>
            </a:r>
          </a:p>
          <a:p>
            <a:r>
              <a:rPr lang="en-US" sz="8000" b="1" i="1" dirty="0">
                <a:solidFill>
                  <a:srgbClr val="ED7D31"/>
                </a:solidFill>
              </a:rPr>
              <a:t>WHYs</a:t>
            </a:r>
          </a:p>
          <a:p>
            <a:r>
              <a:rPr lang="en-US" sz="8000" b="1" i="1" dirty="0">
                <a:solidFill>
                  <a:srgbClr val="0683AA"/>
                </a:solidFill>
              </a:rPr>
              <a:t>Workshops</a:t>
            </a:r>
          </a:p>
          <a:p>
            <a:endParaRPr lang="en-US" sz="2800" b="1" i="1" dirty="0"/>
          </a:p>
          <a:p>
            <a:r>
              <a:rPr lang="en-US" sz="2800" b="1" i="1" dirty="0"/>
              <a:t>Make various aspects of a vision CLEARER</a:t>
            </a:r>
          </a:p>
        </p:txBody>
      </p:sp>
    </p:spTree>
    <p:extLst>
      <p:ext uri="{BB962C8B-B14F-4D97-AF65-F5344CB8AC3E}">
        <p14:creationId xmlns:p14="http://schemas.microsoft.com/office/powerpoint/2010/main" val="3038443621"/>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DD97B52-14AA-B4FD-4498-5939A8CBBBFA}"/>
              </a:ext>
            </a:extLst>
          </p:cNvPr>
          <p:cNvSpPr>
            <a:spLocks noGrp="1"/>
          </p:cNvSpPr>
          <p:nvPr>
            <p:ph type="title"/>
          </p:nvPr>
        </p:nvSpPr>
        <p:spPr/>
        <p:txBody>
          <a:bodyPr/>
          <a:lstStyle/>
          <a:p>
            <a:r>
              <a:rPr lang="en-US" dirty="0"/>
              <a:t>Summary</a:t>
            </a:r>
          </a:p>
        </p:txBody>
      </p:sp>
      <p:sp>
        <p:nvSpPr>
          <p:cNvPr id="3" name="Segnaposto contenuto 2">
            <a:extLst>
              <a:ext uri="{FF2B5EF4-FFF2-40B4-BE49-F238E27FC236}">
                <a16:creationId xmlns:a16="http://schemas.microsoft.com/office/drawing/2014/main" id="{6F921952-893A-21DF-FB2E-F3C61E71A48B}"/>
              </a:ext>
            </a:extLst>
          </p:cNvPr>
          <p:cNvSpPr>
            <a:spLocks noGrp="1"/>
          </p:cNvSpPr>
          <p:nvPr>
            <p:ph idx="1"/>
          </p:nvPr>
        </p:nvSpPr>
        <p:spPr/>
        <p:txBody>
          <a:bodyPr>
            <a:normAutofit fontScale="55000" lnSpcReduction="20000"/>
          </a:bodyPr>
          <a:lstStyle/>
          <a:p>
            <a:pPr marL="0" indent="0">
              <a:buNone/>
            </a:pPr>
            <a:r>
              <a:rPr lang="en-US" dirty="0">
                <a:hlinkClick r:id="rId2" action="ppaction://hlinksldjump"/>
              </a:rPr>
              <a:t>0. Introduction to the concept : Alignment and WHYS</a:t>
            </a:r>
            <a:endParaRPr lang="en-US" dirty="0"/>
          </a:p>
          <a:p>
            <a:pPr marL="0" indent="0">
              <a:buNone/>
            </a:pPr>
            <a:endParaRPr lang="en-US" dirty="0"/>
          </a:p>
          <a:p>
            <a:pPr marL="0" indent="0">
              <a:buNone/>
            </a:pPr>
            <a:r>
              <a:rPr lang="en-US" dirty="0"/>
              <a:t>The 6 Canvases</a:t>
            </a:r>
          </a:p>
          <a:p>
            <a:pPr marL="514350" indent="-514350">
              <a:buFont typeface="+mj-lt"/>
              <a:buAutoNum type="arabicPeriod"/>
            </a:pPr>
            <a:r>
              <a:rPr lang="en-US" dirty="0">
                <a:hlinkClick r:id="rId3" action="ppaction://hlinksldjump"/>
              </a:rPr>
              <a:t>WHY</a:t>
            </a:r>
            <a:r>
              <a:rPr lang="en-US" dirty="0"/>
              <a:t> :  Pyramid of Purpose</a:t>
            </a:r>
          </a:p>
          <a:p>
            <a:pPr marL="514350" indent="-514350">
              <a:buFont typeface="+mj-lt"/>
              <a:buAutoNum type="arabicPeriod"/>
            </a:pPr>
            <a:r>
              <a:rPr lang="en-US" dirty="0">
                <a:hlinkClick r:id="rId4" action="ppaction://hlinksldjump"/>
              </a:rPr>
              <a:t>WHY US </a:t>
            </a:r>
            <a:r>
              <a:rPr lang="en-US" dirty="0"/>
              <a:t>: House of Contribution</a:t>
            </a:r>
          </a:p>
          <a:p>
            <a:pPr marL="514350" indent="-514350">
              <a:buFont typeface="+mj-lt"/>
              <a:buAutoNum type="arabicPeriod"/>
            </a:pPr>
            <a:r>
              <a:rPr lang="en-US" dirty="0">
                <a:hlinkClick r:id="rId5" action="ppaction://hlinksldjump"/>
              </a:rPr>
              <a:t>WHY NOW </a:t>
            </a:r>
            <a:r>
              <a:rPr lang="en-US" dirty="0"/>
              <a:t>: Timeline of Opportunity</a:t>
            </a:r>
          </a:p>
          <a:p>
            <a:pPr marL="514350" indent="-514350">
              <a:buFont typeface="+mj-lt"/>
              <a:buAutoNum type="arabicPeriod"/>
            </a:pPr>
            <a:r>
              <a:rPr lang="en-US" dirty="0">
                <a:hlinkClick r:id="rId6" action="ppaction://hlinksldjump"/>
              </a:rPr>
              <a:t>WHY HERE </a:t>
            </a:r>
            <a:r>
              <a:rPr lang="en-US" dirty="0"/>
              <a:t>: Map of Influence</a:t>
            </a:r>
          </a:p>
          <a:p>
            <a:pPr marL="514350" indent="-514350">
              <a:buFont typeface="+mj-lt"/>
              <a:buAutoNum type="arabicPeriod"/>
            </a:pPr>
            <a:r>
              <a:rPr lang="en-US" dirty="0">
                <a:hlinkClick r:id="rId7" action="ppaction://hlinksldjump"/>
              </a:rPr>
              <a:t>WHY THIS </a:t>
            </a:r>
            <a:r>
              <a:rPr lang="en-US" dirty="0"/>
              <a:t>: Balance of Differentiation</a:t>
            </a:r>
          </a:p>
          <a:p>
            <a:pPr marL="514350" indent="-514350">
              <a:buFont typeface="+mj-lt"/>
              <a:buAutoNum type="arabicPeriod"/>
            </a:pPr>
            <a:r>
              <a:rPr lang="en-US" dirty="0">
                <a:hlinkClick r:id="rId8" action="ppaction://hlinksldjump"/>
              </a:rPr>
              <a:t>WHY NOT </a:t>
            </a:r>
            <a:r>
              <a:rPr lang="en-US" dirty="0"/>
              <a:t>: Tree of Serendipity</a:t>
            </a:r>
          </a:p>
          <a:p>
            <a:pPr marL="514350" indent="-514350">
              <a:buFont typeface="+mj-lt"/>
              <a:buAutoNum type="arabicPeriod"/>
            </a:pPr>
            <a:endParaRPr lang="en-US" dirty="0"/>
          </a:p>
          <a:p>
            <a:r>
              <a:rPr lang="en-US" dirty="0">
                <a:hlinkClick r:id="rId9" action="ppaction://hlinksldjump"/>
              </a:rPr>
              <a:t>When and How can you 6 WHYS Canvases ?</a:t>
            </a:r>
            <a:endParaRPr lang="en-US" dirty="0"/>
          </a:p>
          <a:p>
            <a:r>
              <a:rPr lang="en-US" dirty="0">
                <a:hlinkClick r:id="rId10" action="ppaction://hlinksldjump"/>
              </a:rPr>
              <a:t>Using other formats of display</a:t>
            </a:r>
            <a:endParaRPr lang="en-US" dirty="0"/>
          </a:p>
          <a:p>
            <a:r>
              <a:rPr lang="en-US" dirty="0">
                <a:hlinkClick r:id="rId11" action="ppaction://hlinksldjump"/>
              </a:rPr>
              <a:t>Using 6 WHYS as a workshop</a:t>
            </a:r>
            <a:endParaRPr lang="en-US" dirty="0"/>
          </a:p>
          <a:p>
            <a:r>
              <a:rPr lang="en-US" dirty="0">
                <a:hlinkClick r:id="rId12" action="ppaction://hlinksldjump"/>
              </a:rPr>
              <a:t>Appendix</a:t>
            </a:r>
            <a:endParaRPr lang="en-US" dirty="0"/>
          </a:p>
          <a:p>
            <a:endParaRPr lang="en-US" dirty="0"/>
          </a:p>
          <a:p>
            <a:pPr marL="0" indent="0">
              <a:buNone/>
            </a:pPr>
            <a:endParaRPr lang="en-US" dirty="0"/>
          </a:p>
          <a:p>
            <a:pPr marL="0" indent="0">
              <a:buNone/>
            </a:pPr>
            <a:endParaRPr lang="en-US" dirty="0"/>
          </a:p>
          <a:p>
            <a:pPr marL="0" indent="0">
              <a:buNone/>
            </a:pPr>
            <a:endParaRPr lang="en-US" dirty="0"/>
          </a:p>
          <a:p>
            <a:pPr marL="514350" indent="-514350">
              <a:buFont typeface="+mj-lt"/>
              <a:buAutoNum type="arabicPeriod"/>
            </a:pPr>
            <a:endParaRPr lang="en-US" dirty="0"/>
          </a:p>
          <a:p>
            <a:pPr marL="0" indent="0">
              <a:buNone/>
            </a:pPr>
            <a:endParaRPr lang="en-US" dirty="0"/>
          </a:p>
        </p:txBody>
      </p:sp>
    </p:spTree>
    <p:extLst>
      <p:ext uri="{BB962C8B-B14F-4D97-AF65-F5344CB8AC3E}">
        <p14:creationId xmlns:p14="http://schemas.microsoft.com/office/powerpoint/2010/main" val="68583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79243726-82BA-3A75-5E48-950689BED291}"/>
              </a:ext>
            </a:extLst>
          </p:cNvPr>
          <p:cNvSpPr>
            <a:spLocks noGrp="1"/>
          </p:cNvSpPr>
          <p:nvPr>
            <p:ph type="title"/>
          </p:nvPr>
        </p:nvSpPr>
        <p:spPr/>
        <p:txBody>
          <a:bodyPr/>
          <a:lstStyle/>
          <a:p>
            <a:r>
              <a:rPr lang="en-US" dirty="0"/>
              <a:t>Alignment and WHYS</a:t>
            </a:r>
          </a:p>
        </p:txBody>
      </p:sp>
      <p:sp>
        <p:nvSpPr>
          <p:cNvPr id="10" name="Segnaposto testo 9">
            <a:extLst>
              <a:ext uri="{FF2B5EF4-FFF2-40B4-BE49-F238E27FC236}">
                <a16:creationId xmlns:a16="http://schemas.microsoft.com/office/drawing/2014/main" id="{ED8FE550-07D6-0E8E-AFE5-3330474E420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27691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1605AB-DB31-633D-F2F5-CB93D5059104}"/>
              </a:ext>
            </a:extLst>
          </p:cNvPr>
          <p:cNvSpPr>
            <a:spLocks noGrp="1"/>
          </p:cNvSpPr>
          <p:nvPr>
            <p:ph type="title"/>
          </p:nvPr>
        </p:nvSpPr>
        <p:spPr>
          <a:xfrm>
            <a:off x="838200" y="365125"/>
            <a:ext cx="4300728" cy="2076323"/>
          </a:xfrm>
        </p:spPr>
        <p:txBody>
          <a:bodyPr>
            <a:normAutofit/>
          </a:bodyPr>
          <a:lstStyle/>
          <a:p>
            <a:r>
              <a:rPr lang="en-US" sz="3600" dirty="0"/>
              <a:t>Usual </a:t>
            </a:r>
            <a:r>
              <a:rPr lang="en-US" sz="3600" b="1" dirty="0"/>
              <a:t>challenges about alignment</a:t>
            </a:r>
            <a:r>
              <a:rPr lang="en-US" sz="3600" dirty="0"/>
              <a:t> around a Project / Product</a:t>
            </a:r>
          </a:p>
        </p:txBody>
      </p:sp>
      <p:sp>
        <p:nvSpPr>
          <p:cNvPr id="3" name="Espace réservé du contenu 2">
            <a:extLst>
              <a:ext uri="{FF2B5EF4-FFF2-40B4-BE49-F238E27FC236}">
                <a16:creationId xmlns:a16="http://schemas.microsoft.com/office/drawing/2014/main" id="{3DF6075A-878A-3749-7B75-663F0F3CFCB5}"/>
              </a:ext>
            </a:extLst>
          </p:cNvPr>
          <p:cNvSpPr>
            <a:spLocks noGrp="1"/>
          </p:cNvSpPr>
          <p:nvPr>
            <p:ph idx="1"/>
          </p:nvPr>
        </p:nvSpPr>
        <p:spPr>
          <a:xfrm>
            <a:off x="5342945" y="449009"/>
            <a:ext cx="4745275" cy="2343386"/>
          </a:xfrm>
          <a:solidFill>
            <a:schemeClr val="bg2"/>
          </a:solidFill>
        </p:spPr>
        <p:txBody>
          <a:bodyPr>
            <a:normAutofit lnSpcReduction="10000"/>
          </a:bodyPr>
          <a:lstStyle/>
          <a:p>
            <a:pPr marL="0" indent="0">
              <a:buNone/>
            </a:pPr>
            <a:r>
              <a:rPr lang="en-US" sz="1800" dirty="0"/>
              <a:t>Launching a Project or a Product can be difficult on the human side. Keeping engagement high all along its delivery and success is even more difficult. </a:t>
            </a:r>
          </a:p>
          <a:p>
            <a:pPr marL="0" indent="0">
              <a:buNone/>
            </a:pPr>
            <a:r>
              <a:rPr lang="en-US" sz="1800" dirty="0"/>
              <a:t>Among the many challenges a collective can face in a Project or a Product, </a:t>
            </a:r>
            <a:r>
              <a:rPr lang="en-US" sz="1800" b="1" dirty="0"/>
              <a:t>alignment challenges may be the first to occur</a:t>
            </a:r>
            <a:r>
              <a:rPr lang="en-US" sz="1800" dirty="0"/>
              <a:t>. Here are some usual challenges that happen in project or product collectives.</a:t>
            </a:r>
          </a:p>
        </p:txBody>
      </p:sp>
      <p:sp>
        <p:nvSpPr>
          <p:cNvPr id="4" name="Rectangle 3">
            <a:extLst>
              <a:ext uri="{FF2B5EF4-FFF2-40B4-BE49-F238E27FC236}">
                <a16:creationId xmlns:a16="http://schemas.microsoft.com/office/drawing/2014/main" id="{5E24F065-122A-847C-CFB6-79552969A495}"/>
              </a:ext>
            </a:extLst>
          </p:cNvPr>
          <p:cNvSpPr/>
          <p:nvPr/>
        </p:nvSpPr>
        <p:spPr>
          <a:xfrm>
            <a:off x="6665" y="5728338"/>
            <a:ext cx="1549894" cy="526851"/>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Lack of vision (motivations and goals)</a:t>
            </a:r>
          </a:p>
        </p:txBody>
      </p:sp>
      <p:sp>
        <p:nvSpPr>
          <p:cNvPr id="5" name="Bulle narrative : ronde 4">
            <a:extLst>
              <a:ext uri="{FF2B5EF4-FFF2-40B4-BE49-F238E27FC236}">
                <a16:creationId xmlns:a16="http://schemas.microsoft.com/office/drawing/2014/main" id="{9420770D-9AF6-3F8C-2835-BB3AA1BD244E}"/>
              </a:ext>
            </a:extLst>
          </p:cNvPr>
          <p:cNvSpPr/>
          <p:nvPr/>
        </p:nvSpPr>
        <p:spPr>
          <a:xfrm>
            <a:off x="35329" y="3161334"/>
            <a:ext cx="1704513"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 don’t even know why we’re working or what directions we’re taking</a:t>
            </a:r>
          </a:p>
        </p:txBody>
      </p:sp>
      <p:sp>
        <p:nvSpPr>
          <p:cNvPr id="6" name="Rectangle 5">
            <a:extLst>
              <a:ext uri="{FF2B5EF4-FFF2-40B4-BE49-F238E27FC236}">
                <a16:creationId xmlns:a16="http://schemas.microsoft.com/office/drawing/2014/main" id="{27858A75-EB4D-1279-621F-C47E16C60C85}"/>
              </a:ext>
            </a:extLst>
          </p:cNvPr>
          <p:cNvSpPr/>
          <p:nvPr/>
        </p:nvSpPr>
        <p:spPr>
          <a:xfrm>
            <a:off x="2082556" y="5728338"/>
            <a:ext cx="1549894" cy="526851"/>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Lack of self-vision in the project / product</a:t>
            </a:r>
          </a:p>
        </p:txBody>
      </p:sp>
      <p:sp>
        <p:nvSpPr>
          <p:cNvPr id="7" name="Bulle narrative : ronde 6">
            <a:extLst>
              <a:ext uri="{FF2B5EF4-FFF2-40B4-BE49-F238E27FC236}">
                <a16:creationId xmlns:a16="http://schemas.microsoft.com/office/drawing/2014/main" id="{CA5DF7C8-06EB-65BA-F17B-64035B309AFA}"/>
              </a:ext>
            </a:extLst>
          </p:cNvPr>
          <p:cNvSpPr/>
          <p:nvPr/>
        </p:nvSpPr>
        <p:spPr>
          <a:xfrm>
            <a:off x="1854510" y="3161334"/>
            <a:ext cx="2005985" cy="1074199"/>
          </a:xfrm>
          <a:prstGeom prst="wedgeEllipseCallout">
            <a:avLst>
              <a:gd name="adj1" fmla="val 1295"/>
              <a:gd name="adj2" fmla="val 6580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 understand the goal, but I can’t figure out the part I would play in this collective goal</a:t>
            </a:r>
          </a:p>
        </p:txBody>
      </p:sp>
      <p:sp>
        <p:nvSpPr>
          <p:cNvPr id="8" name="Rectangle 7">
            <a:extLst>
              <a:ext uri="{FF2B5EF4-FFF2-40B4-BE49-F238E27FC236}">
                <a16:creationId xmlns:a16="http://schemas.microsoft.com/office/drawing/2014/main" id="{002260A4-488D-0A0D-9C27-4D2965F31184}"/>
              </a:ext>
            </a:extLst>
          </p:cNvPr>
          <p:cNvSpPr/>
          <p:nvPr/>
        </p:nvSpPr>
        <p:spPr>
          <a:xfrm>
            <a:off x="4158447" y="5746328"/>
            <a:ext cx="1549894" cy="526851"/>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Preparing to postpone even before starting</a:t>
            </a:r>
          </a:p>
        </p:txBody>
      </p:sp>
      <p:sp>
        <p:nvSpPr>
          <p:cNvPr id="9" name="Rectangle 8">
            <a:extLst>
              <a:ext uri="{FF2B5EF4-FFF2-40B4-BE49-F238E27FC236}">
                <a16:creationId xmlns:a16="http://schemas.microsoft.com/office/drawing/2014/main" id="{1590C729-8A58-1ED8-D295-4EC96FA7EA0B}"/>
              </a:ext>
            </a:extLst>
          </p:cNvPr>
          <p:cNvSpPr/>
          <p:nvPr/>
        </p:nvSpPr>
        <p:spPr>
          <a:xfrm>
            <a:off x="6234338" y="5746328"/>
            <a:ext cx="1549894" cy="526851"/>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Blurry understanding of target impact</a:t>
            </a:r>
          </a:p>
        </p:txBody>
      </p:sp>
      <p:sp>
        <p:nvSpPr>
          <p:cNvPr id="10" name="Bulle narrative : ronde 9">
            <a:extLst>
              <a:ext uri="{FF2B5EF4-FFF2-40B4-BE49-F238E27FC236}">
                <a16:creationId xmlns:a16="http://schemas.microsoft.com/office/drawing/2014/main" id="{E22A79F2-D900-D688-EAAC-305F83796698}"/>
              </a:ext>
            </a:extLst>
          </p:cNvPr>
          <p:cNvSpPr/>
          <p:nvPr/>
        </p:nvSpPr>
        <p:spPr>
          <a:xfrm>
            <a:off x="3930401" y="3179324"/>
            <a:ext cx="2005985" cy="1074199"/>
          </a:xfrm>
          <a:prstGeom prst="wedgeEllipseCallout">
            <a:avLst>
              <a:gd name="adj1" fmla="val -2246"/>
              <a:gd name="adj2" fmla="val 60847"/>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 understand the goal, but why are we tackling this goal now and not later ?</a:t>
            </a:r>
          </a:p>
        </p:txBody>
      </p:sp>
      <p:sp>
        <p:nvSpPr>
          <p:cNvPr id="11" name="Bulle narrative : ronde 10">
            <a:extLst>
              <a:ext uri="{FF2B5EF4-FFF2-40B4-BE49-F238E27FC236}">
                <a16:creationId xmlns:a16="http://schemas.microsoft.com/office/drawing/2014/main" id="{3F40167D-63A2-CF70-4143-B9CED738F8D5}"/>
              </a:ext>
            </a:extLst>
          </p:cNvPr>
          <p:cNvSpPr/>
          <p:nvPr/>
        </p:nvSpPr>
        <p:spPr>
          <a:xfrm>
            <a:off x="6051054" y="3161333"/>
            <a:ext cx="2005985" cy="1074199"/>
          </a:xfrm>
          <a:prstGeom prst="wedgeEllipse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 understand the goal in theory, but I can’t delineate who we are targeting</a:t>
            </a:r>
          </a:p>
        </p:txBody>
      </p:sp>
      <p:sp>
        <p:nvSpPr>
          <p:cNvPr id="12" name="Rectangle 11">
            <a:extLst>
              <a:ext uri="{FF2B5EF4-FFF2-40B4-BE49-F238E27FC236}">
                <a16:creationId xmlns:a16="http://schemas.microsoft.com/office/drawing/2014/main" id="{9DA0C907-2B7B-3D23-097C-AA64AD104242}"/>
              </a:ext>
            </a:extLst>
          </p:cNvPr>
          <p:cNvSpPr/>
          <p:nvPr/>
        </p:nvSpPr>
        <p:spPr>
          <a:xfrm>
            <a:off x="8310229" y="5728338"/>
            <a:ext cx="1549894" cy="526851"/>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Feeling the product / project will not make a difference</a:t>
            </a:r>
          </a:p>
        </p:txBody>
      </p:sp>
      <p:sp>
        <p:nvSpPr>
          <p:cNvPr id="13" name="Bulle narrative : ronde 12">
            <a:extLst>
              <a:ext uri="{FF2B5EF4-FFF2-40B4-BE49-F238E27FC236}">
                <a16:creationId xmlns:a16="http://schemas.microsoft.com/office/drawing/2014/main" id="{5F5414F5-83B2-35CB-953B-607478708FD5}"/>
              </a:ext>
            </a:extLst>
          </p:cNvPr>
          <p:cNvSpPr/>
          <p:nvPr/>
        </p:nvSpPr>
        <p:spPr>
          <a:xfrm>
            <a:off x="8126945" y="3179323"/>
            <a:ext cx="2005985" cy="1074199"/>
          </a:xfrm>
          <a:prstGeom prst="wedgeEllipse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I can’t imagine what’s the difference with existing conditions and what change we are bringing</a:t>
            </a:r>
          </a:p>
        </p:txBody>
      </p:sp>
      <p:sp>
        <p:nvSpPr>
          <p:cNvPr id="14" name="Rectangle 13">
            <a:extLst>
              <a:ext uri="{FF2B5EF4-FFF2-40B4-BE49-F238E27FC236}">
                <a16:creationId xmlns:a16="http://schemas.microsoft.com/office/drawing/2014/main" id="{7CDF8CB5-6ECA-1CD0-8484-3398FB3BBD10}"/>
              </a:ext>
            </a:extLst>
          </p:cNvPr>
          <p:cNvSpPr/>
          <p:nvPr/>
        </p:nvSpPr>
        <p:spPr>
          <a:xfrm>
            <a:off x="10386120" y="5728337"/>
            <a:ext cx="1549894" cy="526851"/>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Underestimating the potential of serendipity</a:t>
            </a:r>
          </a:p>
        </p:txBody>
      </p:sp>
      <p:sp>
        <p:nvSpPr>
          <p:cNvPr id="15" name="Bulle narrative : ronde 14">
            <a:extLst>
              <a:ext uri="{FF2B5EF4-FFF2-40B4-BE49-F238E27FC236}">
                <a16:creationId xmlns:a16="http://schemas.microsoft.com/office/drawing/2014/main" id="{B356EA11-3512-8DEF-6BD5-C06A1F8F18CC}"/>
              </a:ext>
            </a:extLst>
          </p:cNvPr>
          <p:cNvSpPr/>
          <p:nvPr/>
        </p:nvSpPr>
        <p:spPr>
          <a:xfrm>
            <a:off x="10186015" y="3161332"/>
            <a:ext cx="2005985" cy="1074199"/>
          </a:xfrm>
          <a:prstGeom prst="wedgeEllipse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 know how what will happen, it is not worth trying </a:t>
            </a:r>
          </a:p>
        </p:txBody>
      </p:sp>
      <p:pic>
        <p:nvPicPr>
          <p:cNvPr id="29" name="Graphique 28" descr="Homme en tenue professionnelle">
            <a:extLst>
              <a:ext uri="{FF2B5EF4-FFF2-40B4-BE49-F238E27FC236}">
                <a16:creationId xmlns:a16="http://schemas.microsoft.com/office/drawing/2014/main" id="{BD551DDC-F8B8-B08B-B96A-AAF546C14ADB}"/>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2436" y="4458001"/>
            <a:ext cx="943374" cy="1273899"/>
          </a:xfrm>
          <a:prstGeom prst="rect">
            <a:avLst/>
          </a:prstGeom>
        </p:spPr>
      </p:pic>
      <p:pic>
        <p:nvPicPr>
          <p:cNvPr id="31" name="Graphique 30" descr="Homme portant une veste">
            <a:extLst>
              <a:ext uri="{FF2B5EF4-FFF2-40B4-BE49-F238E27FC236}">
                <a16:creationId xmlns:a16="http://schemas.microsoft.com/office/drawing/2014/main" id="{4D3B9275-FB7D-2BB6-0FA6-89027E760FA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385816" y="4416686"/>
            <a:ext cx="943374" cy="1356530"/>
          </a:xfrm>
          <a:prstGeom prst="rect">
            <a:avLst/>
          </a:prstGeom>
        </p:spPr>
      </p:pic>
      <p:pic>
        <p:nvPicPr>
          <p:cNvPr id="33" name="Graphique 32" descr="Homme barbu en peignoir">
            <a:extLst>
              <a:ext uri="{FF2B5EF4-FFF2-40B4-BE49-F238E27FC236}">
                <a16:creationId xmlns:a16="http://schemas.microsoft.com/office/drawing/2014/main" id="{E84AB107-3DE3-A885-994E-09DC00018F2D}"/>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0473854" y="4464888"/>
            <a:ext cx="964032" cy="1211926"/>
          </a:xfrm>
          <a:prstGeom prst="rect">
            <a:avLst/>
          </a:prstGeom>
        </p:spPr>
      </p:pic>
      <p:pic>
        <p:nvPicPr>
          <p:cNvPr id="35" name="Graphique 34" descr="Homme à lunettes portant un col roulé">
            <a:extLst>
              <a:ext uri="{FF2B5EF4-FFF2-40B4-BE49-F238E27FC236}">
                <a16:creationId xmlns:a16="http://schemas.microsoft.com/office/drawing/2014/main" id="{70C86108-3470-856E-9287-B9247CAC5146}"/>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406457" y="4464888"/>
            <a:ext cx="936488" cy="1260127"/>
          </a:xfrm>
          <a:prstGeom prst="rect">
            <a:avLst/>
          </a:prstGeom>
        </p:spPr>
      </p:pic>
      <p:pic>
        <p:nvPicPr>
          <p:cNvPr id="37" name="Graphique 36" descr="Femme tenant un ordinateur portable">
            <a:extLst>
              <a:ext uri="{FF2B5EF4-FFF2-40B4-BE49-F238E27FC236}">
                <a16:creationId xmlns:a16="http://schemas.microsoft.com/office/drawing/2014/main" id="{8B8CCA27-0700-FAC7-E393-34645D3129C1}"/>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457029" y="4416686"/>
            <a:ext cx="1287671" cy="1308329"/>
          </a:xfrm>
          <a:prstGeom prst="rect">
            <a:avLst/>
          </a:prstGeom>
        </p:spPr>
      </p:pic>
      <p:pic>
        <p:nvPicPr>
          <p:cNvPr id="39" name="Graphique 38" descr="Femme avec queue de cheval">
            <a:extLst>
              <a:ext uri="{FF2B5EF4-FFF2-40B4-BE49-F238E27FC236}">
                <a16:creationId xmlns:a16="http://schemas.microsoft.com/office/drawing/2014/main" id="{669D5D22-A863-5AC7-41A7-20210CA01321}"/>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8599595" y="4458001"/>
            <a:ext cx="867629" cy="1308329"/>
          </a:xfrm>
          <a:prstGeom prst="rect">
            <a:avLst/>
          </a:prstGeom>
        </p:spPr>
      </p:pic>
    </p:spTree>
    <p:extLst>
      <p:ext uri="{BB962C8B-B14F-4D97-AF65-F5344CB8AC3E}">
        <p14:creationId xmlns:p14="http://schemas.microsoft.com/office/powerpoint/2010/main" val="3622404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1ECCB97-E1FB-5BE9-10D5-2031E5DEB862}"/>
              </a:ext>
            </a:extLst>
          </p:cNvPr>
          <p:cNvSpPr>
            <a:spLocks noGrp="1"/>
          </p:cNvSpPr>
          <p:nvPr>
            <p:ph type="title"/>
          </p:nvPr>
        </p:nvSpPr>
        <p:spPr/>
        <p:txBody>
          <a:bodyPr/>
          <a:lstStyle/>
          <a:p>
            <a:r>
              <a:rPr lang="en-US" dirty="0"/>
              <a:t>Project and Product WHYS</a:t>
            </a:r>
            <a:br>
              <a:rPr lang="en-US" dirty="0"/>
            </a:br>
            <a:r>
              <a:rPr lang="en-US" dirty="0"/>
              <a:t>Alignment by explanation</a:t>
            </a:r>
          </a:p>
        </p:txBody>
      </p:sp>
      <p:sp>
        <p:nvSpPr>
          <p:cNvPr id="3" name="Segnaposto contenuto 2">
            <a:extLst>
              <a:ext uri="{FF2B5EF4-FFF2-40B4-BE49-F238E27FC236}">
                <a16:creationId xmlns:a16="http://schemas.microsoft.com/office/drawing/2014/main" id="{2799DF39-24AC-F201-F116-87E86D6EE6A2}"/>
              </a:ext>
            </a:extLst>
          </p:cNvPr>
          <p:cNvSpPr>
            <a:spLocks noGrp="1"/>
          </p:cNvSpPr>
          <p:nvPr>
            <p:ph idx="1"/>
          </p:nvPr>
        </p:nvSpPr>
        <p:spPr>
          <a:xfrm>
            <a:off x="838199" y="1901953"/>
            <a:ext cx="5028427" cy="4275010"/>
          </a:xfrm>
        </p:spPr>
        <p:txBody>
          <a:bodyPr>
            <a:normAutofit/>
          </a:bodyPr>
          <a:lstStyle/>
          <a:p>
            <a:pPr marL="0" indent="0">
              <a:buNone/>
            </a:pPr>
            <a:r>
              <a:rPr lang="en-US" sz="1600" dirty="0"/>
              <a:t>Project / Product WHYS are a </a:t>
            </a:r>
            <a:r>
              <a:rPr lang="en-US" sz="1600" b="1" dirty="0">
                <a:solidFill>
                  <a:srgbClr val="ED7D31"/>
                </a:solidFill>
              </a:rPr>
              <a:t>set of canvases </a:t>
            </a:r>
            <a:r>
              <a:rPr lang="en-US" sz="1600" dirty="0"/>
              <a:t>that</a:t>
            </a:r>
            <a:r>
              <a:rPr lang="en-US" sz="1600" b="1" dirty="0"/>
              <a:t> </a:t>
            </a:r>
            <a:r>
              <a:rPr lang="en-US" sz="1600" b="1" dirty="0">
                <a:solidFill>
                  <a:srgbClr val="0683AA"/>
                </a:solidFill>
              </a:rPr>
              <a:t>help leaders or teams express various aspects of a purpose</a:t>
            </a:r>
            <a:r>
              <a:rPr lang="en-US" sz="1600" dirty="0"/>
              <a:t>.</a:t>
            </a:r>
          </a:p>
          <a:p>
            <a:pPr marL="0" indent="0">
              <a:buNone/>
            </a:pPr>
            <a:endParaRPr lang="en-US" sz="1600" dirty="0"/>
          </a:p>
          <a:p>
            <a:pPr marL="0" indent="0">
              <a:buNone/>
            </a:pPr>
            <a:r>
              <a:rPr lang="en-US" sz="1600" dirty="0"/>
              <a:t>It can be used as an alignment tool, with the assumption that a </a:t>
            </a:r>
            <a:r>
              <a:rPr lang="en-US" sz="1600" b="1" dirty="0">
                <a:solidFill>
                  <a:srgbClr val="ED7D31"/>
                </a:solidFill>
              </a:rPr>
              <a:t>clearer vision leads to a stronger alignment</a:t>
            </a:r>
            <a:r>
              <a:rPr lang="en-US" sz="1600" dirty="0"/>
              <a:t>.</a:t>
            </a:r>
          </a:p>
          <a:p>
            <a:pPr marL="0" indent="0">
              <a:buNone/>
            </a:pPr>
            <a:endParaRPr lang="en-US" sz="1600" dirty="0"/>
          </a:p>
          <a:p>
            <a:pPr marL="0" indent="0">
              <a:buNone/>
            </a:pPr>
            <a:r>
              <a:rPr lang="en-US" sz="1600" dirty="0"/>
              <a:t>In other words, by using various canvases, project / product leaders can : </a:t>
            </a:r>
          </a:p>
          <a:p>
            <a:pPr>
              <a:buFontTx/>
              <a:buChar char="-"/>
            </a:pPr>
            <a:r>
              <a:rPr lang="en-US" sz="1600" dirty="0"/>
              <a:t>Better explain a vision</a:t>
            </a:r>
          </a:p>
          <a:p>
            <a:pPr>
              <a:buFontTx/>
              <a:buChar char="-"/>
            </a:pPr>
            <a:r>
              <a:rPr lang="en-US" sz="1600" dirty="0"/>
              <a:t>Help team members sort the various details of a vision</a:t>
            </a:r>
          </a:p>
          <a:p>
            <a:pPr>
              <a:buFontTx/>
              <a:buChar char="-"/>
            </a:pPr>
            <a:r>
              <a:rPr lang="en-US" sz="1600" dirty="0"/>
              <a:t>Help team members express their disagreements and misunderstandings, in order to better discuss and align afterwards</a:t>
            </a:r>
          </a:p>
        </p:txBody>
      </p:sp>
      <p:pic>
        <p:nvPicPr>
          <p:cNvPr id="5" name="Elemento grafico 4" descr="Ragazzo con mantello">
            <a:extLst>
              <a:ext uri="{FF2B5EF4-FFF2-40B4-BE49-F238E27FC236}">
                <a16:creationId xmlns:a16="http://schemas.microsoft.com/office/drawing/2014/main" id="{A16AB09B-9D91-12D2-1B5F-C11B5B6DEC1A}"/>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b="42291"/>
          <a:stretch/>
        </p:blipFill>
        <p:spPr>
          <a:xfrm>
            <a:off x="6913249" y="3429000"/>
            <a:ext cx="1905000" cy="2281141"/>
          </a:xfrm>
          <a:prstGeom prst="rect">
            <a:avLst/>
          </a:prstGeom>
        </p:spPr>
      </p:pic>
      <p:sp>
        <p:nvSpPr>
          <p:cNvPr id="6" name="Bulle narrative : ronde 10">
            <a:extLst>
              <a:ext uri="{FF2B5EF4-FFF2-40B4-BE49-F238E27FC236}">
                <a16:creationId xmlns:a16="http://schemas.microsoft.com/office/drawing/2014/main" id="{6562CB4F-027A-787E-AEEA-66C0D99BBC80}"/>
              </a:ext>
            </a:extLst>
          </p:cNvPr>
          <p:cNvSpPr/>
          <p:nvPr/>
        </p:nvSpPr>
        <p:spPr>
          <a:xfrm>
            <a:off x="6489557" y="1808790"/>
            <a:ext cx="2005985" cy="1502107"/>
          </a:xfrm>
          <a:prstGeom prst="wedgeEllipseCallout">
            <a:avLst>
              <a:gd name="adj1" fmla="val 2871"/>
              <a:gd name="adj2" fmla="val 7796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If it’s written down clearly, it can be </a:t>
            </a:r>
            <a:r>
              <a:rPr lang="en-US" sz="1200" b="1" dirty="0">
                <a:solidFill>
                  <a:schemeClr val="tx1"/>
                </a:solidFill>
              </a:rPr>
              <a:t>easier for all to follow </a:t>
            </a:r>
            <a:r>
              <a:rPr lang="en-US" sz="1200" dirty="0">
                <a:solidFill>
                  <a:schemeClr val="tx1"/>
                </a:solidFill>
              </a:rPr>
              <a:t>!</a:t>
            </a:r>
          </a:p>
        </p:txBody>
      </p:sp>
      <p:pic>
        <p:nvPicPr>
          <p:cNvPr id="8" name="Elemento grafico 7" descr="Uomo mentre regge un cartello">
            <a:extLst>
              <a:ext uri="{FF2B5EF4-FFF2-40B4-BE49-F238E27FC236}">
                <a16:creationId xmlns:a16="http://schemas.microsoft.com/office/drawing/2014/main" id="{601FB476-DC1F-67BE-453B-4EF840E745BC}"/>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b="44068"/>
          <a:stretch/>
        </p:blipFill>
        <p:spPr>
          <a:xfrm>
            <a:off x="8702798" y="1027906"/>
            <a:ext cx="2858258" cy="3338849"/>
          </a:xfrm>
          <a:prstGeom prst="rect">
            <a:avLst/>
          </a:prstGeom>
        </p:spPr>
      </p:pic>
      <p:grpSp>
        <p:nvGrpSpPr>
          <p:cNvPr id="9" name="Groupe 5">
            <a:extLst>
              <a:ext uri="{FF2B5EF4-FFF2-40B4-BE49-F238E27FC236}">
                <a16:creationId xmlns:a16="http://schemas.microsoft.com/office/drawing/2014/main" id="{05C1E5BF-5DF3-D7DC-745B-3CE761E388E0}"/>
              </a:ext>
            </a:extLst>
          </p:cNvPr>
          <p:cNvGrpSpPr/>
          <p:nvPr/>
        </p:nvGrpSpPr>
        <p:grpSpPr>
          <a:xfrm>
            <a:off x="8967456" y="2765845"/>
            <a:ext cx="2328941" cy="1090103"/>
            <a:chOff x="463550" y="1420160"/>
            <a:chExt cx="11264900" cy="5272740"/>
          </a:xfrm>
        </p:grpSpPr>
        <p:sp>
          <p:nvSpPr>
            <p:cNvPr id="10" name="Trapèze 6">
              <a:extLst>
                <a:ext uri="{FF2B5EF4-FFF2-40B4-BE49-F238E27FC236}">
                  <a16:creationId xmlns:a16="http://schemas.microsoft.com/office/drawing/2014/main" id="{9956009C-A744-D7EF-0010-DAB7DA36669E}"/>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b="1"/>
                <a:t>CAUSE</a:t>
              </a:r>
            </a:p>
          </p:txBody>
        </p:sp>
        <p:sp>
          <p:nvSpPr>
            <p:cNvPr id="11" name="Triangle isocèle 7">
              <a:extLst>
                <a:ext uri="{FF2B5EF4-FFF2-40B4-BE49-F238E27FC236}">
                  <a16:creationId xmlns:a16="http://schemas.microsoft.com/office/drawing/2014/main" id="{63CCA3F5-4A70-0C2C-025B-BA3D431D4B6C}"/>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t>GREAT GOAL</a:t>
              </a:r>
            </a:p>
            <a:p>
              <a:pPr algn="ctr"/>
              <a:endParaRPr lang="en-US" sz="600"/>
            </a:p>
          </p:txBody>
        </p:sp>
        <p:grpSp>
          <p:nvGrpSpPr>
            <p:cNvPr id="12" name="Groupe 8">
              <a:extLst>
                <a:ext uri="{FF2B5EF4-FFF2-40B4-BE49-F238E27FC236}">
                  <a16:creationId xmlns:a16="http://schemas.microsoft.com/office/drawing/2014/main" id="{108091A1-6A90-6071-8E73-531C81A5150A}"/>
                </a:ext>
              </a:extLst>
            </p:cNvPr>
            <p:cNvGrpSpPr/>
            <p:nvPr/>
          </p:nvGrpSpPr>
          <p:grpSpPr>
            <a:xfrm>
              <a:off x="1527175" y="3040767"/>
              <a:ext cx="9137650" cy="1969383"/>
              <a:chOff x="1644650" y="3040767"/>
              <a:chExt cx="9137650" cy="1907219"/>
            </a:xfrm>
          </p:grpSpPr>
          <p:sp>
            <p:nvSpPr>
              <p:cNvPr id="15" name="Trapèze 11">
                <a:extLst>
                  <a:ext uri="{FF2B5EF4-FFF2-40B4-BE49-F238E27FC236}">
                    <a16:creationId xmlns:a16="http://schemas.microsoft.com/office/drawing/2014/main" id="{55865A38-AC71-377B-05DD-BD16E2804000}"/>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BAD MEMORIES</a:t>
                </a:r>
                <a:endParaRPr lang="en-US" sz="300"/>
              </a:p>
            </p:txBody>
          </p:sp>
          <p:sp>
            <p:nvSpPr>
              <p:cNvPr id="16" name="Trapèze 12">
                <a:extLst>
                  <a:ext uri="{FF2B5EF4-FFF2-40B4-BE49-F238E27FC236}">
                    <a16:creationId xmlns:a16="http://schemas.microsoft.com/office/drawing/2014/main" id="{D5ABB284-CEAD-6572-C425-08BAEBA0CDAC}"/>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dirty="0"/>
                  <a:t>WRONG FICTIVE STORIES - RISKS</a:t>
                </a:r>
              </a:p>
            </p:txBody>
          </p:sp>
          <p:sp>
            <p:nvSpPr>
              <p:cNvPr id="17" name="Trapèze 13">
                <a:extLst>
                  <a:ext uri="{FF2B5EF4-FFF2-40B4-BE49-F238E27FC236}">
                    <a16:creationId xmlns:a16="http://schemas.microsoft.com/office/drawing/2014/main" id="{FC05BF58-F251-E4E6-BFA8-83FBFF7EF4BF}"/>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GOOD MEMORIES</a:t>
                </a:r>
                <a:endParaRPr lang="en-US" sz="300"/>
              </a:p>
            </p:txBody>
          </p:sp>
          <p:sp>
            <p:nvSpPr>
              <p:cNvPr id="18" name="Trapèze 14">
                <a:extLst>
                  <a:ext uri="{FF2B5EF4-FFF2-40B4-BE49-F238E27FC236}">
                    <a16:creationId xmlns:a16="http://schemas.microsoft.com/office/drawing/2014/main" id="{74716831-FCE1-5662-EEA3-6BE504D2C99F}"/>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IDEAL STORIES</a:t>
                </a:r>
              </a:p>
            </p:txBody>
          </p:sp>
        </p:grpSp>
        <p:sp>
          <p:nvSpPr>
            <p:cNvPr id="13" name="Triangle isocèle 9">
              <a:extLst>
                <a:ext uri="{FF2B5EF4-FFF2-40B4-BE49-F238E27FC236}">
                  <a16:creationId xmlns:a16="http://schemas.microsoft.com/office/drawing/2014/main" id="{E521A1DA-B5F7-D239-3D16-C48C93813F4B}"/>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4" name="ZoneTexte 10">
              <a:extLst>
                <a:ext uri="{FF2B5EF4-FFF2-40B4-BE49-F238E27FC236}">
                  <a16:creationId xmlns:a16="http://schemas.microsoft.com/office/drawing/2014/main" id="{49D8C313-6F62-E80F-6577-D7416637563A}"/>
                </a:ext>
              </a:extLst>
            </p:cNvPr>
            <p:cNvSpPr txBox="1"/>
            <p:nvPr/>
          </p:nvSpPr>
          <p:spPr>
            <a:xfrm>
              <a:off x="4952497" y="3044170"/>
              <a:ext cx="2287007" cy="744344"/>
            </a:xfrm>
            <a:prstGeom prst="rect">
              <a:avLst/>
            </a:prstGeom>
            <a:noFill/>
          </p:spPr>
          <p:txBody>
            <a:bodyPr wrap="square">
              <a:spAutoFit/>
            </a:bodyPr>
            <a:lstStyle/>
            <a:p>
              <a:pPr algn="ctr"/>
              <a:r>
                <a:rPr lang="en-US" sz="400" b="1"/>
                <a:t>CONDITIONS</a:t>
              </a:r>
            </a:p>
          </p:txBody>
        </p:sp>
      </p:grpSp>
    </p:spTree>
    <p:extLst>
      <p:ext uri="{BB962C8B-B14F-4D97-AF65-F5344CB8AC3E}">
        <p14:creationId xmlns:p14="http://schemas.microsoft.com/office/powerpoint/2010/main" val="1586157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Graphique 15" descr="Arbre avec racines avec un remplissage uni">
            <a:extLst>
              <a:ext uri="{FF2B5EF4-FFF2-40B4-BE49-F238E27FC236}">
                <a16:creationId xmlns:a16="http://schemas.microsoft.com/office/drawing/2014/main" id="{A791E67A-431D-FF7D-990F-277B6DF85F70}"/>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311318" y="4324917"/>
            <a:ext cx="1405651" cy="1405651"/>
          </a:xfrm>
          <a:prstGeom prst="rect">
            <a:avLst/>
          </a:prstGeom>
        </p:spPr>
      </p:pic>
      <p:sp>
        <p:nvSpPr>
          <p:cNvPr id="4" name="Titre 3">
            <a:extLst>
              <a:ext uri="{FF2B5EF4-FFF2-40B4-BE49-F238E27FC236}">
                <a16:creationId xmlns:a16="http://schemas.microsoft.com/office/drawing/2014/main" id="{38836D63-6DFE-46AB-94A1-E6206E2D3EB9}"/>
              </a:ext>
            </a:extLst>
          </p:cNvPr>
          <p:cNvSpPr>
            <a:spLocks noGrp="1"/>
          </p:cNvSpPr>
          <p:nvPr>
            <p:ph type="title"/>
          </p:nvPr>
        </p:nvSpPr>
        <p:spPr/>
        <p:txBody>
          <a:bodyPr/>
          <a:lstStyle/>
          <a:p>
            <a:r>
              <a:rPr lang="en-US" dirty="0"/>
              <a:t>Summary of 6 WHYS Canvases</a:t>
            </a:r>
          </a:p>
        </p:txBody>
      </p:sp>
      <p:grpSp>
        <p:nvGrpSpPr>
          <p:cNvPr id="6" name="Groupe 5">
            <a:extLst>
              <a:ext uri="{FF2B5EF4-FFF2-40B4-BE49-F238E27FC236}">
                <a16:creationId xmlns:a16="http://schemas.microsoft.com/office/drawing/2014/main" id="{F81F2C56-FC5C-42EB-A91F-4A356A30D949}"/>
              </a:ext>
            </a:extLst>
          </p:cNvPr>
          <p:cNvGrpSpPr/>
          <p:nvPr/>
        </p:nvGrpSpPr>
        <p:grpSpPr>
          <a:xfrm>
            <a:off x="1127051" y="1528302"/>
            <a:ext cx="2328941" cy="1090103"/>
            <a:chOff x="463550" y="1420160"/>
            <a:chExt cx="11264900" cy="5272740"/>
          </a:xfrm>
        </p:grpSpPr>
        <p:sp>
          <p:nvSpPr>
            <p:cNvPr id="7" name="Trapèze 6">
              <a:extLst>
                <a:ext uri="{FF2B5EF4-FFF2-40B4-BE49-F238E27FC236}">
                  <a16:creationId xmlns:a16="http://schemas.microsoft.com/office/drawing/2014/main" id="{4743612D-0E95-4FA6-A892-6C5B65B9E761}"/>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b="1"/>
                <a:t>CAUSE</a:t>
              </a:r>
            </a:p>
          </p:txBody>
        </p:sp>
        <p:sp>
          <p:nvSpPr>
            <p:cNvPr id="8" name="Triangle isocèle 7">
              <a:extLst>
                <a:ext uri="{FF2B5EF4-FFF2-40B4-BE49-F238E27FC236}">
                  <a16:creationId xmlns:a16="http://schemas.microsoft.com/office/drawing/2014/main" id="{A71530D7-CB14-43CF-BBDC-05205DB884C2}"/>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t>GREAT GOAL</a:t>
              </a:r>
            </a:p>
            <a:p>
              <a:pPr algn="ctr"/>
              <a:endParaRPr lang="en-US" sz="600"/>
            </a:p>
          </p:txBody>
        </p:sp>
        <p:grpSp>
          <p:nvGrpSpPr>
            <p:cNvPr id="9" name="Groupe 8">
              <a:extLst>
                <a:ext uri="{FF2B5EF4-FFF2-40B4-BE49-F238E27FC236}">
                  <a16:creationId xmlns:a16="http://schemas.microsoft.com/office/drawing/2014/main" id="{4A81CFD3-AF2F-4A32-934F-C5B9B0BB3FE9}"/>
                </a:ext>
              </a:extLst>
            </p:cNvPr>
            <p:cNvGrpSpPr/>
            <p:nvPr/>
          </p:nvGrpSpPr>
          <p:grpSpPr>
            <a:xfrm>
              <a:off x="1527175" y="3040767"/>
              <a:ext cx="9137650" cy="1969383"/>
              <a:chOff x="1644650" y="3040767"/>
              <a:chExt cx="9137650" cy="1907219"/>
            </a:xfrm>
          </p:grpSpPr>
          <p:sp>
            <p:nvSpPr>
              <p:cNvPr id="12" name="Trapèze 11">
                <a:extLst>
                  <a:ext uri="{FF2B5EF4-FFF2-40B4-BE49-F238E27FC236}">
                    <a16:creationId xmlns:a16="http://schemas.microsoft.com/office/drawing/2014/main" id="{3AC45F21-4A70-4345-A9A3-08D7B8969937}"/>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BAD MEMORIES</a:t>
                </a:r>
                <a:endParaRPr lang="en-US" sz="300"/>
              </a:p>
            </p:txBody>
          </p:sp>
          <p:sp>
            <p:nvSpPr>
              <p:cNvPr id="13" name="Trapèze 12">
                <a:extLst>
                  <a:ext uri="{FF2B5EF4-FFF2-40B4-BE49-F238E27FC236}">
                    <a16:creationId xmlns:a16="http://schemas.microsoft.com/office/drawing/2014/main" id="{E168BC59-16B7-45CD-B3DA-278835C61955}"/>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dirty="0"/>
                  <a:t>WRONG FICTIVE STORIES - RISKS</a:t>
                </a:r>
              </a:p>
            </p:txBody>
          </p:sp>
          <p:sp>
            <p:nvSpPr>
              <p:cNvPr id="14" name="Trapèze 13">
                <a:extLst>
                  <a:ext uri="{FF2B5EF4-FFF2-40B4-BE49-F238E27FC236}">
                    <a16:creationId xmlns:a16="http://schemas.microsoft.com/office/drawing/2014/main" id="{1BF4DF4C-F19E-4C2B-80B6-86E9FDF7E913}"/>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GOOD MEMORIES</a:t>
                </a:r>
                <a:endParaRPr lang="en-US" sz="300"/>
              </a:p>
            </p:txBody>
          </p:sp>
          <p:sp>
            <p:nvSpPr>
              <p:cNvPr id="15" name="Trapèze 14">
                <a:extLst>
                  <a:ext uri="{FF2B5EF4-FFF2-40B4-BE49-F238E27FC236}">
                    <a16:creationId xmlns:a16="http://schemas.microsoft.com/office/drawing/2014/main" id="{47FDFEDF-F2F2-4825-A4C1-32EA65A2B2EA}"/>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IDEAL STORIES</a:t>
                </a:r>
              </a:p>
            </p:txBody>
          </p:sp>
        </p:grpSp>
        <p:sp>
          <p:nvSpPr>
            <p:cNvPr id="10" name="Triangle isocèle 9">
              <a:extLst>
                <a:ext uri="{FF2B5EF4-FFF2-40B4-BE49-F238E27FC236}">
                  <a16:creationId xmlns:a16="http://schemas.microsoft.com/office/drawing/2014/main" id="{A58BB35F-7816-44D4-B00F-3E5D81E27EAE}"/>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 name="ZoneTexte 10">
              <a:extLst>
                <a:ext uri="{FF2B5EF4-FFF2-40B4-BE49-F238E27FC236}">
                  <a16:creationId xmlns:a16="http://schemas.microsoft.com/office/drawing/2014/main" id="{302820B5-91C0-4193-AD45-F3968FA0F56C}"/>
                </a:ext>
              </a:extLst>
            </p:cNvPr>
            <p:cNvSpPr txBox="1"/>
            <p:nvPr/>
          </p:nvSpPr>
          <p:spPr>
            <a:xfrm>
              <a:off x="4952497" y="3044170"/>
              <a:ext cx="2287007" cy="744344"/>
            </a:xfrm>
            <a:prstGeom prst="rect">
              <a:avLst/>
            </a:prstGeom>
            <a:noFill/>
          </p:spPr>
          <p:txBody>
            <a:bodyPr wrap="square">
              <a:spAutoFit/>
            </a:bodyPr>
            <a:lstStyle/>
            <a:p>
              <a:pPr algn="ctr"/>
              <a:r>
                <a:rPr lang="en-US" sz="400" b="1"/>
                <a:t>CONDITIONS</a:t>
              </a:r>
            </a:p>
          </p:txBody>
        </p:sp>
      </p:grpSp>
      <p:grpSp>
        <p:nvGrpSpPr>
          <p:cNvPr id="173" name="Groupe 172">
            <a:extLst>
              <a:ext uri="{FF2B5EF4-FFF2-40B4-BE49-F238E27FC236}">
                <a16:creationId xmlns:a16="http://schemas.microsoft.com/office/drawing/2014/main" id="{36C573ED-2DDD-45A0-8ECD-8441E6290E94}"/>
              </a:ext>
            </a:extLst>
          </p:cNvPr>
          <p:cNvGrpSpPr/>
          <p:nvPr/>
        </p:nvGrpSpPr>
        <p:grpSpPr>
          <a:xfrm>
            <a:off x="4719990" y="1510081"/>
            <a:ext cx="3001901" cy="1119025"/>
            <a:chOff x="7527020" y="2036345"/>
            <a:chExt cx="3826780" cy="1426517"/>
          </a:xfrm>
        </p:grpSpPr>
        <p:grpSp>
          <p:nvGrpSpPr>
            <p:cNvPr id="33" name="Groupe 32">
              <a:extLst>
                <a:ext uri="{FF2B5EF4-FFF2-40B4-BE49-F238E27FC236}">
                  <a16:creationId xmlns:a16="http://schemas.microsoft.com/office/drawing/2014/main" id="{261A8053-89DB-4FB0-B1E6-673EC35351F7}"/>
                </a:ext>
              </a:extLst>
            </p:cNvPr>
            <p:cNvGrpSpPr/>
            <p:nvPr/>
          </p:nvGrpSpPr>
          <p:grpSpPr>
            <a:xfrm>
              <a:off x="10055197" y="2036345"/>
              <a:ext cx="1298603" cy="1298603"/>
              <a:chOff x="9835911" y="2807662"/>
              <a:chExt cx="1796250" cy="1796250"/>
            </a:xfrm>
          </p:grpSpPr>
          <p:pic>
            <p:nvPicPr>
              <p:cNvPr id="50" name="Graphique 49" descr="Cathédrale avec un remplissage uni">
                <a:extLst>
                  <a:ext uri="{FF2B5EF4-FFF2-40B4-BE49-F238E27FC236}">
                    <a16:creationId xmlns:a16="http://schemas.microsoft.com/office/drawing/2014/main" id="{ECA6B174-326F-4EF1-B262-67E82014D23C}"/>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835911" y="2807662"/>
                <a:ext cx="1796250" cy="1796250"/>
              </a:xfrm>
              <a:prstGeom prst="rect">
                <a:avLst/>
              </a:prstGeom>
            </p:spPr>
          </p:pic>
          <p:sp>
            <p:nvSpPr>
              <p:cNvPr id="51" name="Rectangle 50">
                <a:extLst>
                  <a:ext uri="{FF2B5EF4-FFF2-40B4-BE49-F238E27FC236}">
                    <a16:creationId xmlns:a16="http://schemas.microsoft.com/office/drawing/2014/main" id="{910AC9FB-9470-4F43-9CBB-ACDE5D101C30}"/>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51">
                <a:extLst>
                  <a:ext uri="{FF2B5EF4-FFF2-40B4-BE49-F238E27FC236}">
                    <a16:creationId xmlns:a16="http://schemas.microsoft.com/office/drawing/2014/main" id="{A94E8C19-E760-4725-9330-73DC86C0DCE6}"/>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52">
                <a:extLst>
                  <a:ext uri="{FF2B5EF4-FFF2-40B4-BE49-F238E27FC236}">
                    <a16:creationId xmlns:a16="http://schemas.microsoft.com/office/drawing/2014/main" id="{EACF0D40-8792-4F94-94EA-2ADACE8AD6E7}"/>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53">
                <a:extLst>
                  <a:ext uri="{FF2B5EF4-FFF2-40B4-BE49-F238E27FC236}">
                    <a16:creationId xmlns:a16="http://schemas.microsoft.com/office/drawing/2014/main" id="{8BE1BBFE-5B40-4A1A-88D7-615444BBE586}"/>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54">
                <a:extLst>
                  <a:ext uri="{FF2B5EF4-FFF2-40B4-BE49-F238E27FC236}">
                    <a16:creationId xmlns:a16="http://schemas.microsoft.com/office/drawing/2014/main" id="{B56C609E-5C22-4E3F-9514-D2411E536DAD}"/>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55">
                <a:extLst>
                  <a:ext uri="{FF2B5EF4-FFF2-40B4-BE49-F238E27FC236}">
                    <a16:creationId xmlns:a16="http://schemas.microsoft.com/office/drawing/2014/main" id="{DC39F6B5-9152-48AC-BC1F-185EC10986B8}"/>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Rectangle 56">
                <a:extLst>
                  <a:ext uri="{FF2B5EF4-FFF2-40B4-BE49-F238E27FC236}">
                    <a16:creationId xmlns:a16="http://schemas.microsoft.com/office/drawing/2014/main" id="{16452F9A-E369-4DF8-8BA6-C48572D43E41}"/>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57">
                <a:extLst>
                  <a:ext uri="{FF2B5EF4-FFF2-40B4-BE49-F238E27FC236}">
                    <a16:creationId xmlns:a16="http://schemas.microsoft.com/office/drawing/2014/main" id="{AEEE7CD0-7B77-4C04-9300-E6041B9F8084}"/>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Rectangle 58">
                <a:extLst>
                  <a:ext uri="{FF2B5EF4-FFF2-40B4-BE49-F238E27FC236}">
                    <a16:creationId xmlns:a16="http://schemas.microsoft.com/office/drawing/2014/main" id="{E2801E31-3A13-4A00-AF02-65B7EB744D24}"/>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59">
                <a:extLst>
                  <a:ext uri="{FF2B5EF4-FFF2-40B4-BE49-F238E27FC236}">
                    <a16:creationId xmlns:a16="http://schemas.microsoft.com/office/drawing/2014/main" id="{8BEA4D33-182E-4C2C-8AE2-31203D588B3A}"/>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Rectangle 60">
                <a:extLst>
                  <a:ext uri="{FF2B5EF4-FFF2-40B4-BE49-F238E27FC236}">
                    <a16:creationId xmlns:a16="http://schemas.microsoft.com/office/drawing/2014/main" id="{69CAFA45-E325-4D44-849D-02BA1995F2D7}"/>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61">
                <a:extLst>
                  <a:ext uri="{FF2B5EF4-FFF2-40B4-BE49-F238E27FC236}">
                    <a16:creationId xmlns:a16="http://schemas.microsoft.com/office/drawing/2014/main" id="{BA7A1BAE-F22B-40F8-B69E-330D8A429231}"/>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Rectangle 62">
                <a:extLst>
                  <a:ext uri="{FF2B5EF4-FFF2-40B4-BE49-F238E27FC236}">
                    <a16:creationId xmlns:a16="http://schemas.microsoft.com/office/drawing/2014/main" id="{15E57D91-1734-4707-B636-EC7A42B75648}"/>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Rectangle 63">
                <a:extLst>
                  <a:ext uri="{FF2B5EF4-FFF2-40B4-BE49-F238E27FC236}">
                    <a16:creationId xmlns:a16="http://schemas.microsoft.com/office/drawing/2014/main" id="{7EB82026-5C2F-4E72-B70A-A9575C1EC076}"/>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Rectangle 64">
                <a:extLst>
                  <a:ext uri="{FF2B5EF4-FFF2-40B4-BE49-F238E27FC236}">
                    <a16:creationId xmlns:a16="http://schemas.microsoft.com/office/drawing/2014/main" id="{427E0018-0073-4AB8-910D-5FB0A93B1E4E}"/>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65">
                <a:extLst>
                  <a:ext uri="{FF2B5EF4-FFF2-40B4-BE49-F238E27FC236}">
                    <a16:creationId xmlns:a16="http://schemas.microsoft.com/office/drawing/2014/main" id="{8FA8812D-2969-4E95-BCAA-1842BCBD2758}"/>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Rectangle 66">
                <a:extLst>
                  <a:ext uri="{FF2B5EF4-FFF2-40B4-BE49-F238E27FC236}">
                    <a16:creationId xmlns:a16="http://schemas.microsoft.com/office/drawing/2014/main" id="{2A6AED67-B7B5-47FD-A882-1A895EEDAFC2}"/>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Rectangle 67">
                <a:extLst>
                  <a:ext uri="{FF2B5EF4-FFF2-40B4-BE49-F238E27FC236}">
                    <a16:creationId xmlns:a16="http://schemas.microsoft.com/office/drawing/2014/main" id="{A0F42609-CCFE-42D6-A072-84A86DE5D4C6}"/>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68">
                <a:extLst>
                  <a:ext uri="{FF2B5EF4-FFF2-40B4-BE49-F238E27FC236}">
                    <a16:creationId xmlns:a16="http://schemas.microsoft.com/office/drawing/2014/main" id="{7F5141EA-528D-4C38-A637-4CBB675BAF92}"/>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69">
                <a:extLst>
                  <a:ext uri="{FF2B5EF4-FFF2-40B4-BE49-F238E27FC236}">
                    <a16:creationId xmlns:a16="http://schemas.microsoft.com/office/drawing/2014/main" id="{8A6E6DAC-A064-4A79-AB44-7501B41B4875}"/>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70">
                <a:extLst>
                  <a:ext uri="{FF2B5EF4-FFF2-40B4-BE49-F238E27FC236}">
                    <a16:creationId xmlns:a16="http://schemas.microsoft.com/office/drawing/2014/main" id="{65174E8C-1D14-4B2F-8FB2-B20796D276A3}"/>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71">
                <a:extLst>
                  <a:ext uri="{FF2B5EF4-FFF2-40B4-BE49-F238E27FC236}">
                    <a16:creationId xmlns:a16="http://schemas.microsoft.com/office/drawing/2014/main" id="{5F8091C7-9BEB-485F-9BF1-0F230C0739AA}"/>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72">
                <a:extLst>
                  <a:ext uri="{FF2B5EF4-FFF2-40B4-BE49-F238E27FC236}">
                    <a16:creationId xmlns:a16="http://schemas.microsoft.com/office/drawing/2014/main" id="{7A099271-5185-47AE-8FFA-138E828B2735}"/>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73">
                <a:extLst>
                  <a:ext uri="{FF2B5EF4-FFF2-40B4-BE49-F238E27FC236}">
                    <a16:creationId xmlns:a16="http://schemas.microsoft.com/office/drawing/2014/main" id="{595C006A-D5DE-4981-AD4D-EB49FE0B6970}"/>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74">
                <a:extLst>
                  <a:ext uri="{FF2B5EF4-FFF2-40B4-BE49-F238E27FC236}">
                    <a16:creationId xmlns:a16="http://schemas.microsoft.com/office/drawing/2014/main" id="{4F6AD431-FD9E-419C-B5C7-DDCACC0AF5E4}"/>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75">
                <a:extLst>
                  <a:ext uri="{FF2B5EF4-FFF2-40B4-BE49-F238E27FC236}">
                    <a16:creationId xmlns:a16="http://schemas.microsoft.com/office/drawing/2014/main" id="{26A02868-896B-43A3-8135-7A7D4639403D}"/>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76">
                <a:extLst>
                  <a:ext uri="{FF2B5EF4-FFF2-40B4-BE49-F238E27FC236}">
                    <a16:creationId xmlns:a16="http://schemas.microsoft.com/office/drawing/2014/main" id="{1A350117-A9C9-40DC-BBCC-BE39D26BF970}"/>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Rectangle 77">
                <a:extLst>
                  <a:ext uri="{FF2B5EF4-FFF2-40B4-BE49-F238E27FC236}">
                    <a16:creationId xmlns:a16="http://schemas.microsoft.com/office/drawing/2014/main" id="{712E6D59-8A6A-492D-98FC-B38C0AB141C2}"/>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78">
                <a:extLst>
                  <a:ext uri="{FF2B5EF4-FFF2-40B4-BE49-F238E27FC236}">
                    <a16:creationId xmlns:a16="http://schemas.microsoft.com/office/drawing/2014/main" id="{8820B401-F6C3-4C5D-8D7B-38DDA44DD42F}"/>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79">
                <a:extLst>
                  <a:ext uri="{FF2B5EF4-FFF2-40B4-BE49-F238E27FC236}">
                    <a16:creationId xmlns:a16="http://schemas.microsoft.com/office/drawing/2014/main" id="{C3A46CC8-484F-4084-9737-E3B1A738D6C3}"/>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80">
                <a:extLst>
                  <a:ext uri="{FF2B5EF4-FFF2-40B4-BE49-F238E27FC236}">
                    <a16:creationId xmlns:a16="http://schemas.microsoft.com/office/drawing/2014/main" id="{2A526F6E-9A2E-4957-AF2D-B9D4EE68E4B0}"/>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81">
                <a:extLst>
                  <a:ext uri="{FF2B5EF4-FFF2-40B4-BE49-F238E27FC236}">
                    <a16:creationId xmlns:a16="http://schemas.microsoft.com/office/drawing/2014/main" id="{B4A668B0-F1ED-44E7-A0DB-3C052A987F36}"/>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82">
                <a:extLst>
                  <a:ext uri="{FF2B5EF4-FFF2-40B4-BE49-F238E27FC236}">
                    <a16:creationId xmlns:a16="http://schemas.microsoft.com/office/drawing/2014/main" id="{2665197A-F23D-4D81-9CAD-5F39414E1080}"/>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83">
                <a:extLst>
                  <a:ext uri="{FF2B5EF4-FFF2-40B4-BE49-F238E27FC236}">
                    <a16:creationId xmlns:a16="http://schemas.microsoft.com/office/drawing/2014/main" id="{84BA6480-BA16-434D-B3AE-C7ABC8341264}"/>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Rectangle 84">
                <a:extLst>
                  <a:ext uri="{FF2B5EF4-FFF2-40B4-BE49-F238E27FC236}">
                    <a16:creationId xmlns:a16="http://schemas.microsoft.com/office/drawing/2014/main" id="{FE8B7327-34BF-4C63-98E8-1F6733FE9D39}"/>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85">
                <a:extLst>
                  <a:ext uri="{FF2B5EF4-FFF2-40B4-BE49-F238E27FC236}">
                    <a16:creationId xmlns:a16="http://schemas.microsoft.com/office/drawing/2014/main" id="{8F36B8F7-F400-45F5-A532-FC91E946AE96}"/>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86">
                <a:extLst>
                  <a:ext uri="{FF2B5EF4-FFF2-40B4-BE49-F238E27FC236}">
                    <a16:creationId xmlns:a16="http://schemas.microsoft.com/office/drawing/2014/main" id="{B6D82DCE-31B7-46D6-BC6D-DF24D0B2EB4B}"/>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87">
                <a:extLst>
                  <a:ext uri="{FF2B5EF4-FFF2-40B4-BE49-F238E27FC236}">
                    <a16:creationId xmlns:a16="http://schemas.microsoft.com/office/drawing/2014/main" id="{FE841201-68F3-4124-A74C-4B305AE84D3D}"/>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88">
                <a:extLst>
                  <a:ext uri="{FF2B5EF4-FFF2-40B4-BE49-F238E27FC236}">
                    <a16:creationId xmlns:a16="http://schemas.microsoft.com/office/drawing/2014/main" id="{87DFFE43-C42D-409E-A3EF-6B5110707141}"/>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89">
                <a:extLst>
                  <a:ext uri="{FF2B5EF4-FFF2-40B4-BE49-F238E27FC236}">
                    <a16:creationId xmlns:a16="http://schemas.microsoft.com/office/drawing/2014/main" id="{880B595F-FF2F-4869-ABE3-F516239B4936}"/>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90">
                <a:extLst>
                  <a:ext uri="{FF2B5EF4-FFF2-40B4-BE49-F238E27FC236}">
                    <a16:creationId xmlns:a16="http://schemas.microsoft.com/office/drawing/2014/main" id="{BC854FD4-987C-49E8-8594-9909B752512F}"/>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91">
                <a:extLst>
                  <a:ext uri="{FF2B5EF4-FFF2-40B4-BE49-F238E27FC236}">
                    <a16:creationId xmlns:a16="http://schemas.microsoft.com/office/drawing/2014/main" id="{14EFD31E-9EBB-4B8B-88D8-7AF1792AC0CB}"/>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92">
                <a:extLst>
                  <a:ext uri="{FF2B5EF4-FFF2-40B4-BE49-F238E27FC236}">
                    <a16:creationId xmlns:a16="http://schemas.microsoft.com/office/drawing/2014/main" id="{121ED887-806F-42CE-8D0F-B4C968DF4426}"/>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93">
                <a:extLst>
                  <a:ext uri="{FF2B5EF4-FFF2-40B4-BE49-F238E27FC236}">
                    <a16:creationId xmlns:a16="http://schemas.microsoft.com/office/drawing/2014/main" id="{27C6A0BA-AECC-4197-A496-D606F2722630}"/>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94">
                <a:extLst>
                  <a:ext uri="{FF2B5EF4-FFF2-40B4-BE49-F238E27FC236}">
                    <a16:creationId xmlns:a16="http://schemas.microsoft.com/office/drawing/2014/main" id="{ED9EF6FB-C938-4894-BB2B-FA4688CDFCCA}"/>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95">
                <a:extLst>
                  <a:ext uri="{FF2B5EF4-FFF2-40B4-BE49-F238E27FC236}">
                    <a16:creationId xmlns:a16="http://schemas.microsoft.com/office/drawing/2014/main" id="{F68F7D7D-DADA-42F5-9CF1-18D5CA033224}"/>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96">
                <a:extLst>
                  <a:ext uri="{FF2B5EF4-FFF2-40B4-BE49-F238E27FC236}">
                    <a16:creationId xmlns:a16="http://schemas.microsoft.com/office/drawing/2014/main" id="{3B6100CC-73DD-4DFC-A55A-E314F8002A13}"/>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97">
                <a:extLst>
                  <a:ext uri="{FF2B5EF4-FFF2-40B4-BE49-F238E27FC236}">
                    <a16:creationId xmlns:a16="http://schemas.microsoft.com/office/drawing/2014/main" id="{7E93D1E9-CC47-4B53-AEB6-BA74D4B90F17}"/>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98">
                <a:extLst>
                  <a:ext uri="{FF2B5EF4-FFF2-40B4-BE49-F238E27FC236}">
                    <a16:creationId xmlns:a16="http://schemas.microsoft.com/office/drawing/2014/main" id="{73123A61-FADA-4D59-BF5F-8279B3232CCA}"/>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99">
                <a:extLst>
                  <a:ext uri="{FF2B5EF4-FFF2-40B4-BE49-F238E27FC236}">
                    <a16:creationId xmlns:a16="http://schemas.microsoft.com/office/drawing/2014/main" id="{0D2F5A8A-F8D1-400D-98D2-D4671FDD3D36}"/>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00">
                <a:extLst>
                  <a:ext uri="{FF2B5EF4-FFF2-40B4-BE49-F238E27FC236}">
                    <a16:creationId xmlns:a16="http://schemas.microsoft.com/office/drawing/2014/main" id="{A5AC43E3-7F6B-41B2-9D7E-92A5171456E8}"/>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01">
                <a:extLst>
                  <a:ext uri="{FF2B5EF4-FFF2-40B4-BE49-F238E27FC236}">
                    <a16:creationId xmlns:a16="http://schemas.microsoft.com/office/drawing/2014/main" id="{0BB3EB76-44FD-42C0-8932-E91E7771FB80}"/>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102">
                <a:extLst>
                  <a:ext uri="{FF2B5EF4-FFF2-40B4-BE49-F238E27FC236}">
                    <a16:creationId xmlns:a16="http://schemas.microsoft.com/office/drawing/2014/main" id="{0EED64BA-CB10-4FAF-8264-FEC84FDA667D}"/>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Rectangle 103">
                <a:extLst>
                  <a:ext uri="{FF2B5EF4-FFF2-40B4-BE49-F238E27FC236}">
                    <a16:creationId xmlns:a16="http://schemas.microsoft.com/office/drawing/2014/main" id="{87090F66-3E20-4BA5-A252-83CB96FB150A}"/>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Rectangle 104">
                <a:extLst>
                  <a:ext uri="{FF2B5EF4-FFF2-40B4-BE49-F238E27FC236}">
                    <a16:creationId xmlns:a16="http://schemas.microsoft.com/office/drawing/2014/main" id="{6D00E74E-FD31-427E-A5A5-075AA72741EB}"/>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Rectangle 105">
                <a:extLst>
                  <a:ext uri="{FF2B5EF4-FFF2-40B4-BE49-F238E27FC236}">
                    <a16:creationId xmlns:a16="http://schemas.microsoft.com/office/drawing/2014/main" id="{7BF60BEA-F3FD-484E-82A6-795D0EE4E977}"/>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06">
                <a:extLst>
                  <a:ext uri="{FF2B5EF4-FFF2-40B4-BE49-F238E27FC236}">
                    <a16:creationId xmlns:a16="http://schemas.microsoft.com/office/drawing/2014/main" id="{3CD73D34-1FDE-49BE-859C-A2B327C74D1D}"/>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07">
                <a:extLst>
                  <a:ext uri="{FF2B5EF4-FFF2-40B4-BE49-F238E27FC236}">
                    <a16:creationId xmlns:a16="http://schemas.microsoft.com/office/drawing/2014/main" id="{F639DF2B-D9CE-46CF-910E-B78522EADBE3}"/>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Rectangle 108">
                <a:extLst>
                  <a:ext uri="{FF2B5EF4-FFF2-40B4-BE49-F238E27FC236}">
                    <a16:creationId xmlns:a16="http://schemas.microsoft.com/office/drawing/2014/main" id="{45B6A6D9-8A19-427F-B666-17B5CFD50738}"/>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0" name="Rectangle 109">
                <a:extLst>
                  <a:ext uri="{FF2B5EF4-FFF2-40B4-BE49-F238E27FC236}">
                    <a16:creationId xmlns:a16="http://schemas.microsoft.com/office/drawing/2014/main" id="{6E1D6FA7-8564-4214-B9C4-D7A79592FA2E}"/>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Rectangle 110">
                <a:extLst>
                  <a:ext uri="{FF2B5EF4-FFF2-40B4-BE49-F238E27FC236}">
                    <a16:creationId xmlns:a16="http://schemas.microsoft.com/office/drawing/2014/main" id="{0D63E776-D1A7-4691-9529-604C8D973978}"/>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2" name="Rectangle 111">
                <a:extLst>
                  <a:ext uri="{FF2B5EF4-FFF2-40B4-BE49-F238E27FC236}">
                    <a16:creationId xmlns:a16="http://schemas.microsoft.com/office/drawing/2014/main" id="{69557EB4-6D05-41E5-8344-DB81B4211CF0}"/>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53" name="Groupe 152">
              <a:extLst>
                <a:ext uri="{FF2B5EF4-FFF2-40B4-BE49-F238E27FC236}">
                  <a16:creationId xmlns:a16="http://schemas.microsoft.com/office/drawing/2014/main" id="{E923A2FE-870A-4B13-9C9D-E0B997DCBAF3}"/>
                </a:ext>
              </a:extLst>
            </p:cNvPr>
            <p:cNvGrpSpPr/>
            <p:nvPr/>
          </p:nvGrpSpPr>
          <p:grpSpPr>
            <a:xfrm>
              <a:off x="7527020" y="2174293"/>
              <a:ext cx="1467257" cy="1169474"/>
              <a:chOff x="2609577" y="1563591"/>
              <a:chExt cx="1467257" cy="1169474"/>
            </a:xfrm>
          </p:grpSpPr>
          <p:grpSp>
            <p:nvGrpSpPr>
              <p:cNvPr id="154" name="Groupe 153">
                <a:extLst>
                  <a:ext uri="{FF2B5EF4-FFF2-40B4-BE49-F238E27FC236}">
                    <a16:creationId xmlns:a16="http://schemas.microsoft.com/office/drawing/2014/main" id="{BEB2E3F4-DB49-450A-93CD-BA4C7647DBFE}"/>
                  </a:ext>
                </a:extLst>
              </p:cNvPr>
              <p:cNvGrpSpPr/>
              <p:nvPr/>
            </p:nvGrpSpPr>
            <p:grpSpPr>
              <a:xfrm>
                <a:off x="2609577" y="1563591"/>
                <a:ext cx="1412109" cy="1169474"/>
                <a:chOff x="2645545" y="3994190"/>
                <a:chExt cx="1412109" cy="1169474"/>
              </a:xfrm>
            </p:grpSpPr>
            <p:pic>
              <p:nvPicPr>
                <p:cNvPr id="156" name="Graphique 155" descr="Diable avec un remplissage uni">
                  <a:extLst>
                    <a:ext uri="{FF2B5EF4-FFF2-40B4-BE49-F238E27FC236}">
                      <a16:creationId xmlns:a16="http://schemas.microsoft.com/office/drawing/2014/main" id="{450597DF-974E-4CD3-81D5-4E564244AC8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3037365" y="4143375"/>
                  <a:ext cx="1020289" cy="1020289"/>
                </a:xfrm>
                <a:prstGeom prst="rect">
                  <a:avLst/>
                </a:prstGeom>
              </p:spPr>
            </p:pic>
            <p:pic>
              <p:nvPicPr>
                <p:cNvPr id="157" name="Graphique 156" descr="Base-ball avec un remplissage uni">
                  <a:extLst>
                    <a:ext uri="{FF2B5EF4-FFF2-40B4-BE49-F238E27FC236}">
                      <a16:creationId xmlns:a16="http://schemas.microsoft.com/office/drawing/2014/main" id="{80983266-A0C0-4B07-AB9E-7926CFB25401}"/>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flipH="1">
                  <a:off x="2645545" y="4030462"/>
                  <a:ext cx="993713" cy="1133202"/>
                </a:xfrm>
                <a:prstGeom prst="rect">
                  <a:avLst/>
                </a:prstGeom>
              </p:spPr>
            </p:pic>
            <p:sp>
              <p:nvSpPr>
                <p:cNvPr id="158" name="Rectangle 157">
                  <a:extLst>
                    <a:ext uri="{FF2B5EF4-FFF2-40B4-BE49-F238E27FC236}">
                      <a16:creationId xmlns:a16="http://schemas.microsoft.com/office/drawing/2014/main" id="{A33E9C91-DE8D-4344-B222-A8C9E93C5269}"/>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5" name="Graphique 154" descr="Boîte à archives avec un remplissage uni">
                <a:extLst>
                  <a:ext uri="{FF2B5EF4-FFF2-40B4-BE49-F238E27FC236}">
                    <a16:creationId xmlns:a16="http://schemas.microsoft.com/office/drawing/2014/main" id="{1A35B308-28DD-44B9-B815-1C665FA00AD6}"/>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rot="20255485">
                <a:off x="3419733" y="1863768"/>
                <a:ext cx="657101" cy="657101"/>
              </a:xfrm>
              <a:prstGeom prst="rect">
                <a:avLst/>
              </a:prstGeom>
            </p:spPr>
          </p:pic>
        </p:grpSp>
        <p:grpSp>
          <p:nvGrpSpPr>
            <p:cNvPr id="159" name="Groupe 158">
              <a:extLst>
                <a:ext uri="{FF2B5EF4-FFF2-40B4-BE49-F238E27FC236}">
                  <a16:creationId xmlns:a16="http://schemas.microsoft.com/office/drawing/2014/main" id="{83F99538-7261-4DC5-88F3-F475EFB91677}"/>
                </a:ext>
              </a:extLst>
            </p:cNvPr>
            <p:cNvGrpSpPr/>
            <p:nvPr/>
          </p:nvGrpSpPr>
          <p:grpSpPr>
            <a:xfrm flipH="1">
              <a:off x="8944157" y="2297704"/>
              <a:ext cx="1093937" cy="1165158"/>
              <a:chOff x="1680627" y="1783722"/>
              <a:chExt cx="1331514" cy="1331514"/>
            </a:xfrm>
          </p:grpSpPr>
          <p:pic>
            <p:nvPicPr>
              <p:cNvPr id="160" name="Graphique 159" descr="Mur de briques en construction avec un remplissage uni">
                <a:extLst>
                  <a:ext uri="{FF2B5EF4-FFF2-40B4-BE49-F238E27FC236}">
                    <a16:creationId xmlns:a16="http://schemas.microsoft.com/office/drawing/2014/main" id="{9FD566E8-9903-41BF-B024-27E14AF0F5E4}"/>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680627" y="1783722"/>
                <a:ext cx="1331514" cy="1331514"/>
              </a:xfrm>
              <a:prstGeom prst="rect">
                <a:avLst/>
              </a:prstGeom>
            </p:spPr>
          </p:pic>
          <p:sp>
            <p:nvSpPr>
              <p:cNvPr id="161" name="Rectangle 160">
                <a:extLst>
                  <a:ext uri="{FF2B5EF4-FFF2-40B4-BE49-F238E27FC236}">
                    <a16:creationId xmlns:a16="http://schemas.microsoft.com/office/drawing/2014/main" id="{BB286622-82AB-4364-8416-52C34C46E0BF}"/>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2" name="Rectangle 161">
                <a:extLst>
                  <a:ext uri="{FF2B5EF4-FFF2-40B4-BE49-F238E27FC236}">
                    <a16:creationId xmlns:a16="http://schemas.microsoft.com/office/drawing/2014/main" id="{DC3CCF92-9065-4BC3-8423-990F32C4FADC}"/>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3" name="Rectangle 162">
                <a:extLst>
                  <a:ext uri="{FF2B5EF4-FFF2-40B4-BE49-F238E27FC236}">
                    <a16:creationId xmlns:a16="http://schemas.microsoft.com/office/drawing/2014/main" id="{616B57C2-4840-45D1-988A-8893BED507CF}"/>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4" name="Rectangle 163">
                <a:extLst>
                  <a:ext uri="{FF2B5EF4-FFF2-40B4-BE49-F238E27FC236}">
                    <a16:creationId xmlns:a16="http://schemas.microsoft.com/office/drawing/2014/main" id="{C6CECCF0-25C9-4279-AEDC-B425E522D609}"/>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5" name="Rectangle 164">
                <a:extLst>
                  <a:ext uri="{FF2B5EF4-FFF2-40B4-BE49-F238E27FC236}">
                    <a16:creationId xmlns:a16="http://schemas.microsoft.com/office/drawing/2014/main" id="{5D6AD566-8FDA-4335-84CE-2745ED611AD8}"/>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6" name="Rectangle 165">
                <a:extLst>
                  <a:ext uri="{FF2B5EF4-FFF2-40B4-BE49-F238E27FC236}">
                    <a16:creationId xmlns:a16="http://schemas.microsoft.com/office/drawing/2014/main" id="{FF821FFB-0A98-4604-9396-1CB20A1D91D5}"/>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7" name="Rectangle 166">
                <a:extLst>
                  <a:ext uri="{FF2B5EF4-FFF2-40B4-BE49-F238E27FC236}">
                    <a16:creationId xmlns:a16="http://schemas.microsoft.com/office/drawing/2014/main" id="{D028B255-E5C2-4E7C-8A05-364E884C9E17}"/>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8" name="Rectangle 167">
                <a:extLst>
                  <a:ext uri="{FF2B5EF4-FFF2-40B4-BE49-F238E27FC236}">
                    <a16:creationId xmlns:a16="http://schemas.microsoft.com/office/drawing/2014/main" id="{C51F5D7A-2ED5-49BE-946C-6868FC60548F}"/>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9" name="Rectangle 168">
                <a:extLst>
                  <a:ext uri="{FF2B5EF4-FFF2-40B4-BE49-F238E27FC236}">
                    <a16:creationId xmlns:a16="http://schemas.microsoft.com/office/drawing/2014/main" id="{FB6B9371-B022-4747-96F2-237C213E15E3}"/>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0" name="Rectangle 169">
                <a:extLst>
                  <a:ext uri="{FF2B5EF4-FFF2-40B4-BE49-F238E27FC236}">
                    <a16:creationId xmlns:a16="http://schemas.microsoft.com/office/drawing/2014/main" id="{C9F24064-C35F-4B29-9744-5D9FB21AED86}"/>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1" name="Rectangle 170">
                <a:extLst>
                  <a:ext uri="{FF2B5EF4-FFF2-40B4-BE49-F238E27FC236}">
                    <a16:creationId xmlns:a16="http://schemas.microsoft.com/office/drawing/2014/main" id="{868BE277-C70F-46E1-B895-F1EAD1AFC8C0}"/>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2" name="Rectangle 171">
                <a:extLst>
                  <a:ext uri="{FF2B5EF4-FFF2-40B4-BE49-F238E27FC236}">
                    <a16:creationId xmlns:a16="http://schemas.microsoft.com/office/drawing/2014/main" id="{8E4CA0C9-7987-4877-B817-85E9E4E4C4C5}"/>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174" name="Groupe 173">
            <a:extLst>
              <a:ext uri="{FF2B5EF4-FFF2-40B4-BE49-F238E27FC236}">
                <a16:creationId xmlns:a16="http://schemas.microsoft.com/office/drawing/2014/main" id="{4102CAF8-10F0-4072-800E-4EBEB6D3510B}"/>
              </a:ext>
            </a:extLst>
          </p:cNvPr>
          <p:cNvGrpSpPr/>
          <p:nvPr/>
        </p:nvGrpSpPr>
        <p:grpSpPr>
          <a:xfrm>
            <a:off x="8811398" y="1671748"/>
            <a:ext cx="2449701" cy="1195165"/>
            <a:chOff x="127000" y="915986"/>
            <a:chExt cx="12052300" cy="5880100"/>
          </a:xfrm>
        </p:grpSpPr>
        <p:sp>
          <p:nvSpPr>
            <p:cNvPr id="175" name="Flèche : droite 174">
              <a:extLst>
                <a:ext uri="{FF2B5EF4-FFF2-40B4-BE49-F238E27FC236}">
                  <a16:creationId xmlns:a16="http://schemas.microsoft.com/office/drawing/2014/main" id="{0E8B1384-E70D-4F0B-8C85-CAE34F4251A3}"/>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endParaRPr>
            </a:p>
          </p:txBody>
        </p:sp>
        <p:sp>
          <p:nvSpPr>
            <p:cNvPr id="176" name="Rectangle 175">
              <a:extLst>
                <a:ext uri="{FF2B5EF4-FFF2-40B4-BE49-F238E27FC236}">
                  <a16:creationId xmlns:a16="http://schemas.microsoft.com/office/drawing/2014/main" id="{A3DA068B-6E06-4FA5-98FA-82BB6C57A670}"/>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sp>
          <p:nvSpPr>
            <p:cNvPr id="177" name="Rectangle 176">
              <a:extLst>
                <a:ext uri="{FF2B5EF4-FFF2-40B4-BE49-F238E27FC236}">
                  <a16:creationId xmlns:a16="http://schemas.microsoft.com/office/drawing/2014/main" id="{ADC6C2F7-04AE-486C-9B16-DD653DE24CE0}"/>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endParaRPr>
            </a:p>
          </p:txBody>
        </p:sp>
        <p:sp>
          <p:nvSpPr>
            <p:cNvPr id="178" name="Rectangle 177">
              <a:extLst>
                <a:ext uri="{FF2B5EF4-FFF2-40B4-BE49-F238E27FC236}">
                  <a16:creationId xmlns:a16="http://schemas.microsoft.com/office/drawing/2014/main" id="{6D6E3682-ACDC-48C5-B4A4-78B83ED6CF4A}"/>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sp>
          <p:nvSpPr>
            <p:cNvPr id="179" name="Rectangle 178">
              <a:extLst>
                <a:ext uri="{FF2B5EF4-FFF2-40B4-BE49-F238E27FC236}">
                  <a16:creationId xmlns:a16="http://schemas.microsoft.com/office/drawing/2014/main" id="{A53EFCB9-C09A-4E98-AF2C-7E6DDE9B9823}"/>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grpSp>
      <p:sp>
        <p:nvSpPr>
          <p:cNvPr id="180" name="ZoneTexte 179">
            <a:extLst>
              <a:ext uri="{FF2B5EF4-FFF2-40B4-BE49-F238E27FC236}">
                <a16:creationId xmlns:a16="http://schemas.microsoft.com/office/drawing/2014/main" id="{DDA1A4E1-96B5-42AD-B469-802EE7E61B72}"/>
              </a:ext>
            </a:extLst>
          </p:cNvPr>
          <p:cNvSpPr txBox="1"/>
          <p:nvPr/>
        </p:nvSpPr>
        <p:spPr>
          <a:xfrm>
            <a:off x="375524" y="2682800"/>
            <a:ext cx="3812036" cy="738664"/>
          </a:xfrm>
          <a:prstGeom prst="rect">
            <a:avLst/>
          </a:prstGeom>
          <a:noFill/>
        </p:spPr>
        <p:txBody>
          <a:bodyPr wrap="square" rtlCol="0">
            <a:spAutoFit/>
          </a:bodyPr>
          <a:lstStyle/>
          <a:p>
            <a:pPr algn="ctr"/>
            <a:r>
              <a:rPr lang="en-US" sz="1400" b="1" dirty="0"/>
              <a:t>WHY ?</a:t>
            </a:r>
          </a:p>
          <a:p>
            <a:pPr algn="ctr"/>
            <a:r>
              <a:rPr lang="en-US" sz="1400" dirty="0"/>
              <a:t>Clarifying why the Project / Product is launched with the </a:t>
            </a:r>
            <a:r>
              <a:rPr lang="en-US" sz="1400" b="1" dirty="0">
                <a:solidFill>
                  <a:srgbClr val="ED7D31"/>
                </a:solidFill>
              </a:rPr>
              <a:t>Pyramid of Purpose</a:t>
            </a:r>
          </a:p>
        </p:txBody>
      </p:sp>
      <p:sp>
        <p:nvSpPr>
          <p:cNvPr id="181" name="ZoneTexte 180">
            <a:extLst>
              <a:ext uri="{FF2B5EF4-FFF2-40B4-BE49-F238E27FC236}">
                <a16:creationId xmlns:a16="http://schemas.microsoft.com/office/drawing/2014/main" id="{A8C608CE-75EF-4A8A-A18F-954494591C84}"/>
              </a:ext>
            </a:extLst>
          </p:cNvPr>
          <p:cNvSpPr txBox="1"/>
          <p:nvPr/>
        </p:nvSpPr>
        <p:spPr>
          <a:xfrm>
            <a:off x="4829269" y="2614055"/>
            <a:ext cx="2915439" cy="954107"/>
          </a:xfrm>
          <a:prstGeom prst="rect">
            <a:avLst/>
          </a:prstGeom>
          <a:noFill/>
        </p:spPr>
        <p:txBody>
          <a:bodyPr wrap="square" rtlCol="0">
            <a:spAutoFit/>
          </a:bodyPr>
          <a:lstStyle/>
          <a:p>
            <a:pPr algn="ctr"/>
            <a:r>
              <a:rPr lang="en-US" sz="1400" b="1"/>
              <a:t>WHY US ?</a:t>
            </a:r>
          </a:p>
          <a:p>
            <a:pPr algn="ctr"/>
            <a:r>
              <a:rPr lang="en-US" sz="1400"/>
              <a:t>Clarifying why gathering as a Project / Product is important with the </a:t>
            </a:r>
          </a:p>
          <a:p>
            <a:pPr algn="ctr"/>
            <a:r>
              <a:rPr lang="en-US" sz="1400" b="1">
                <a:solidFill>
                  <a:srgbClr val="ED7D31"/>
                </a:solidFill>
              </a:rPr>
              <a:t>House of Contribution</a:t>
            </a:r>
          </a:p>
        </p:txBody>
      </p:sp>
      <p:sp>
        <p:nvSpPr>
          <p:cNvPr id="182" name="ZoneTexte 181">
            <a:extLst>
              <a:ext uri="{FF2B5EF4-FFF2-40B4-BE49-F238E27FC236}">
                <a16:creationId xmlns:a16="http://schemas.microsoft.com/office/drawing/2014/main" id="{36E315AB-7B21-4E5C-86B8-1A9AB35947FF}"/>
              </a:ext>
            </a:extLst>
          </p:cNvPr>
          <p:cNvSpPr txBox="1"/>
          <p:nvPr/>
        </p:nvSpPr>
        <p:spPr>
          <a:xfrm>
            <a:off x="8443867" y="2646026"/>
            <a:ext cx="3024718" cy="954107"/>
          </a:xfrm>
          <a:prstGeom prst="rect">
            <a:avLst/>
          </a:prstGeom>
          <a:noFill/>
        </p:spPr>
        <p:txBody>
          <a:bodyPr wrap="square" rtlCol="0">
            <a:spAutoFit/>
          </a:bodyPr>
          <a:lstStyle/>
          <a:p>
            <a:pPr algn="ctr"/>
            <a:r>
              <a:rPr lang="en-US" sz="1400" b="1"/>
              <a:t>WHY NOW ?</a:t>
            </a:r>
          </a:p>
          <a:p>
            <a:pPr algn="ctr"/>
            <a:r>
              <a:rPr lang="en-US" sz="1400"/>
              <a:t>Clarifying why the Project / Product should be launched now with the </a:t>
            </a:r>
          </a:p>
          <a:p>
            <a:pPr algn="ctr"/>
            <a:r>
              <a:rPr lang="en-US" sz="1400" b="1">
                <a:solidFill>
                  <a:srgbClr val="ED7D31"/>
                </a:solidFill>
              </a:rPr>
              <a:t>Timeline of Opportunity</a:t>
            </a:r>
          </a:p>
        </p:txBody>
      </p:sp>
      <p:sp>
        <p:nvSpPr>
          <p:cNvPr id="183" name="ZoneTexte 182">
            <a:extLst>
              <a:ext uri="{FF2B5EF4-FFF2-40B4-BE49-F238E27FC236}">
                <a16:creationId xmlns:a16="http://schemas.microsoft.com/office/drawing/2014/main" id="{ABFBEC17-2C98-486C-801B-0392178A06BA}"/>
              </a:ext>
            </a:extLst>
          </p:cNvPr>
          <p:cNvSpPr txBox="1"/>
          <p:nvPr/>
        </p:nvSpPr>
        <p:spPr>
          <a:xfrm>
            <a:off x="778060" y="5428277"/>
            <a:ext cx="3024718" cy="1169551"/>
          </a:xfrm>
          <a:prstGeom prst="rect">
            <a:avLst/>
          </a:prstGeom>
          <a:noFill/>
        </p:spPr>
        <p:txBody>
          <a:bodyPr wrap="square" rtlCol="0">
            <a:spAutoFit/>
          </a:bodyPr>
          <a:lstStyle/>
          <a:p>
            <a:pPr algn="ctr"/>
            <a:r>
              <a:rPr lang="en-US" sz="1400" b="1"/>
              <a:t>WHY HERE ?</a:t>
            </a:r>
          </a:p>
          <a:p>
            <a:pPr algn="ctr"/>
            <a:r>
              <a:rPr lang="en-US" sz="1400"/>
              <a:t>Clarifying why the Project / Product directs its efforts in specific targets with the </a:t>
            </a:r>
          </a:p>
          <a:p>
            <a:pPr algn="ctr"/>
            <a:r>
              <a:rPr lang="en-US" sz="1400" b="1">
                <a:solidFill>
                  <a:srgbClr val="ED7D31"/>
                </a:solidFill>
              </a:rPr>
              <a:t>Map of Influence</a:t>
            </a:r>
          </a:p>
        </p:txBody>
      </p:sp>
      <p:sp>
        <p:nvSpPr>
          <p:cNvPr id="184" name="ZoneTexte 183">
            <a:extLst>
              <a:ext uri="{FF2B5EF4-FFF2-40B4-BE49-F238E27FC236}">
                <a16:creationId xmlns:a16="http://schemas.microsoft.com/office/drawing/2014/main" id="{63AEEA97-8883-401C-AD16-3087BF270664}"/>
              </a:ext>
            </a:extLst>
          </p:cNvPr>
          <p:cNvSpPr txBox="1"/>
          <p:nvPr/>
        </p:nvSpPr>
        <p:spPr>
          <a:xfrm>
            <a:off x="4737822" y="5643721"/>
            <a:ext cx="3024718" cy="954107"/>
          </a:xfrm>
          <a:prstGeom prst="rect">
            <a:avLst/>
          </a:prstGeom>
          <a:noFill/>
        </p:spPr>
        <p:txBody>
          <a:bodyPr wrap="square" rtlCol="0">
            <a:spAutoFit/>
          </a:bodyPr>
          <a:lstStyle/>
          <a:p>
            <a:pPr algn="ctr"/>
            <a:r>
              <a:rPr lang="en-US" sz="1400" b="1" dirty="0"/>
              <a:t>WHY THIS ?</a:t>
            </a:r>
          </a:p>
          <a:p>
            <a:pPr algn="ctr"/>
            <a:r>
              <a:rPr lang="en-US" sz="1400" dirty="0"/>
              <a:t>Clarifying why the Project / Product experience has its format with the </a:t>
            </a:r>
            <a:r>
              <a:rPr lang="en-US" sz="1400" b="1" dirty="0">
                <a:solidFill>
                  <a:srgbClr val="ED7D31"/>
                </a:solidFill>
              </a:rPr>
              <a:t>Balance of Differentiation</a:t>
            </a:r>
          </a:p>
        </p:txBody>
      </p:sp>
      <p:sp>
        <p:nvSpPr>
          <p:cNvPr id="185" name="ZoneTexte 184">
            <a:extLst>
              <a:ext uri="{FF2B5EF4-FFF2-40B4-BE49-F238E27FC236}">
                <a16:creationId xmlns:a16="http://schemas.microsoft.com/office/drawing/2014/main" id="{7C0701B0-6A32-4967-B891-50888B09595C}"/>
              </a:ext>
            </a:extLst>
          </p:cNvPr>
          <p:cNvSpPr txBox="1"/>
          <p:nvPr/>
        </p:nvSpPr>
        <p:spPr>
          <a:xfrm>
            <a:off x="8443867" y="5449610"/>
            <a:ext cx="3224167" cy="1169551"/>
          </a:xfrm>
          <a:prstGeom prst="rect">
            <a:avLst/>
          </a:prstGeom>
          <a:noFill/>
        </p:spPr>
        <p:txBody>
          <a:bodyPr wrap="square" rtlCol="0">
            <a:spAutoFit/>
          </a:bodyPr>
          <a:lstStyle/>
          <a:p>
            <a:pPr algn="ctr"/>
            <a:r>
              <a:rPr lang="en-US" sz="1400" b="1"/>
              <a:t>WHY NOT TRYING?</a:t>
            </a:r>
          </a:p>
          <a:p>
            <a:pPr algn="ctr"/>
            <a:r>
              <a:rPr lang="en-US" sz="1400"/>
              <a:t>Opening minds and motivations on a range of unplanned possibilities, pushing founders to try with the </a:t>
            </a:r>
          </a:p>
          <a:p>
            <a:pPr algn="ctr"/>
            <a:r>
              <a:rPr lang="en-US" sz="1400" b="1">
                <a:solidFill>
                  <a:srgbClr val="ED7D31"/>
                </a:solidFill>
              </a:rPr>
              <a:t>Tree of Serendipity</a:t>
            </a:r>
          </a:p>
        </p:txBody>
      </p:sp>
      <p:grpSp>
        <p:nvGrpSpPr>
          <p:cNvPr id="2" name="Groupe 1">
            <a:extLst>
              <a:ext uri="{FF2B5EF4-FFF2-40B4-BE49-F238E27FC236}">
                <a16:creationId xmlns:a16="http://schemas.microsoft.com/office/drawing/2014/main" id="{A5AEB6CC-F4D4-40F1-B3FC-BBE9989EF586}"/>
              </a:ext>
            </a:extLst>
          </p:cNvPr>
          <p:cNvGrpSpPr/>
          <p:nvPr/>
        </p:nvGrpSpPr>
        <p:grpSpPr>
          <a:xfrm>
            <a:off x="5620207" y="4105072"/>
            <a:ext cx="1471902" cy="1550016"/>
            <a:chOff x="6119047" y="342948"/>
            <a:chExt cx="5553478" cy="5848201"/>
          </a:xfrm>
        </p:grpSpPr>
        <p:pic>
          <p:nvPicPr>
            <p:cNvPr id="113" name="Graphique 112" descr="Balance de la justice avec un remplissage uni">
              <a:extLst>
                <a:ext uri="{FF2B5EF4-FFF2-40B4-BE49-F238E27FC236}">
                  <a16:creationId xmlns:a16="http://schemas.microsoft.com/office/drawing/2014/main" id="{D727BF1F-F629-4109-800D-114F9A0E6AC8}"/>
                </a:ext>
              </a:extLst>
            </p:cNvPr>
            <p:cNvPicPr>
              <a:picLocks noChangeAspect="1"/>
            </p:cNvPicPr>
            <p:nvPr/>
          </p:nvPicPr>
          <p:blipFill rotWithShape="1">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rcRect l="6972" t="7530" r="8041" b="7105"/>
            <a:stretch/>
          </p:blipFill>
          <p:spPr>
            <a:xfrm>
              <a:off x="6521388" y="342948"/>
              <a:ext cx="4441794" cy="4461491"/>
            </a:xfrm>
            <a:prstGeom prst="rect">
              <a:avLst/>
            </a:prstGeom>
          </p:spPr>
        </p:pic>
        <p:sp>
          <p:nvSpPr>
            <p:cNvPr id="117" name="Rectangle 116">
              <a:extLst>
                <a:ext uri="{FF2B5EF4-FFF2-40B4-BE49-F238E27FC236}">
                  <a16:creationId xmlns:a16="http://schemas.microsoft.com/office/drawing/2014/main" id="{519E6671-F7B7-4241-9CCE-B381EB88E414}"/>
                </a:ext>
              </a:extLst>
            </p:cNvPr>
            <p:cNvSpPr/>
            <p:nvPr/>
          </p:nvSpPr>
          <p:spPr>
            <a:xfrm>
              <a:off x="6119047" y="220098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18" name="Rectangle 117">
              <a:extLst>
                <a:ext uri="{FF2B5EF4-FFF2-40B4-BE49-F238E27FC236}">
                  <a16:creationId xmlns:a16="http://schemas.microsoft.com/office/drawing/2014/main" id="{400EA242-F69C-4C78-A78B-956E857FDB73}"/>
                </a:ext>
              </a:extLst>
            </p:cNvPr>
            <p:cNvSpPr/>
            <p:nvPr/>
          </p:nvSpPr>
          <p:spPr>
            <a:xfrm>
              <a:off x="7279062" y="2219854"/>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19" name="Rectangle 118">
              <a:extLst>
                <a:ext uri="{FF2B5EF4-FFF2-40B4-BE49-F238E27FC236}">
                  <a16:creationId xmlns:a16="http://schemas.microsoft.com/office/drawing/2014/main" id="{04855CDF-AB50-4765-AE79-5C9C827BD968}"/>
                </a:ext>
              </a:extLst>
            </p:cNvPr>
            <p:cNvSpPr/>
            <p:nvPr/>
          </p:nvSpPr>
          <p:spPr>
            <a:xfrm>
              <a:off x="10494151"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0" name="Rectangle 119">
              <a:extLst>
                <a:ext uri="{FF2B5EF4-FFF2-40B4-BE49-F238E27FC236}">
                  <a16:creationId xmlns:a16="http://schemas.microsoft.com/office/drawing/2014/main" id="{D2EDEB57-83B9-4AF8-8E49-6654A63479F0}"/>
                </a:ext>
              </a:extLst>
            </p:cNvPr>
            <p:cNvSpPr/>
            <p:nvPr/>
          </p:nvSpPr>
          <p:spPr>
            <a:xfrm>
              <a:off x="7021611" y="144880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1" name="Rectangle 120">
              <a:extLst>
                <a:ext uri="{FF2B5EF4-FFF2-40B4-BE49-F238E27FC236}">
                  <a16:creationId xmlns:a16="http://schemas.microsoft.com/office/drawing/2014/main" id="{83EC2602-0163-4F40-AB14-33AA150F2855}"/>
                </a:ext>
              </a:extLst>
            </p:cNvPr>
            <p:cNvSpPr/>
            <p:nvPr/>
          </p:nvSpPr>
          <p:spPr>
            <a:xfrm>
              <a:off x="9694763" y="1481023"/>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2" name="Rectangle 121">
              <a:extLst>
                <a:ext uri="{FF2B5EF4-FFF2-40B4-BE49-F238E27FC236}">
                  <a16:creationId xmlns:a16="http://schemas.microsoft.com/office/drawing/2014/main" id="{79E7C151-81A6-4CA9-8B46-7163A3939585}"/>
                </a:ext>
              </a:extLst>
            </p:cNvPr>
            <p:cNvSpPr/>
            <p:nvPr/>
          </p:nvSpPr>
          <p:spPr>
            <a:xfrm>
              <a:off x="9243916"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3" name="Rectangle 122">
              <a:extLst>
                <a:ext uri="{FF2B5EF4-FFF2-40B4-BE49-F238E27FC236}">
                  <a16:creationId xmlns:a16="http://schemas.microsoft.com/office/drawing/2014/main" id="{C13371B2-247C-4893-831F-248AF5EDEF0F}"/>
                </a:ext>
              </a:extLst>
            </p:cNvPr>
            <p:cNvSpPr/>
            <p:nvPr/>
          </p:nvSpPr>
          <p:spPr>
            <a:xfrm>
              <a:off x="8741625"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4" name="Rectangle 123">
              <a:extLst>
                <a:ext uri="{FF2B5EF4-FFF2-40B4-BE49-F238E27FC236}">
                  <a16:creationId xmlns:a16="http://schemas.microsoft.com/office/drawing/2014/main" id="{B7EE96ED-1FB3-4724-A510-E0ED95F23260}"/>
                </a:ext>
              </a:extLst>
            </p:cNvPr>
            <p:cNvSpPr/>
            <p:nvPr/>
          </p:nvSpPr>
          <p:spPr>
            <a:xfrm>
              <a:off x="7491387"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5" name="Rectangle 124">
              <a:extLst>
                <a:ext uri="{FF2B5EF4-FFF2-40B4-BE49-F238E27FC236}">
                  <a16:creationId xmlns:a16="http://schemas.microsoft.com/office/drawing/2014/main" id="{6A120DE3-C2E6-4E3F-B187-FC707F7D2965}"/>
                </a:ext>
              </a:extLst>
            </p:cNvPr>
            <p:cNvSpPr/>
            <p:nvPr/>
          </p:nvSpPr>
          <p:spPr>
            <a:xfrm>
              <a:off x="8152438" y="5533037"/>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grpSp>
      <p:grpSp>
        <p:nvGrpSpPr>
          <p:cNvPr id="126" name="Groupe 125">
            <a:extLst>
              <a:ext uri="{FF2B5EF4-FFF2-40B4-BE49-F238E27FC236}">
                <a16:creationId xmlns:a16="http://schemas.microsoft.com/office/drawing/2014/main" id="{7492EF25-FBA4-451D-99EA-BBF7E092517B}"/>
              </a:ext>
            </a:extLst>
          </p:cNvPr>
          <p:cNvGrpSpPr/>
          <p:nvPr/>
        </p:nvGrpSpPr>
        <p:grpSpPr>
          <a:xfrm>
            <a:off x="1420529" y="4111588"/>
            <a:ext cx="1618049" cy="1201642"/>
            <a:chOff x="4856111" y="1739195"/>
            <a:chExt cx="6696567" cy="4973195"/>
          </a:xfrm>
        </p:grpSpPr>
        <p:pic>
          <p:nvPicPr>
            <p:cNvPr id="127" name="Graphique 126" descr="Sphères de Harvey 100% avec un remplissage uni">
              <a:extLst>
                <a:ext uri="{FF2B5EF4-FFF2-40B4-BE49-F238E27FC236}">
                  <a16:creationId xmlns:a16="http://schemas.microsoft.com/office/drawing/2014/main" id="{F6EC2676-9191-4B4B-8852-D8B82D45127A}"/>
                </a:ext>
              </a:extLst>
            </p:cNvPr>
            <p:cNvPicPr>
              <a:picLocks noChangeAspect="1"/>
            </p:cNvPicPr>
            <p:nvPr/>
          </p:nvPicPr>
          <p:blipFill rotWithShape="1">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rcRect l="10326" t="10344" r="10326" b="10240"/>
            <a:stretch/>
          </p:blipFill>
          <p:spPr>
            <a:xfrm>
              <a:off x="4856111" y="3574539"/>
              <a:ext cx="1792339" cy="1793874"/>
            </a:xfrm>
            <a:prstGeom prst="rect">
              <a:avLst/>
            </a:prstGeom>
          </p:spPr>
        </p:pic>
        <p:grpSp>
          <p:nvGrpSpPr>
            <p:cNvPr id="129" name="Groupe 128">
              <a:extLst>
                <a:ext uri="{FF2B5EF4-FFF2-40B4-BE49-F238E27FC236}">
                  <a16:creationId xmlns:a16="http://schemas.microsoft.com/office/drawing/2014/main" id="{637F6B16-A26A-4E0D-9F93-224A051D4AC4}"/>
                </a:ext>
              </a:extLst>
            </p:cNvPr>
            <p:cNvGrpSpPr/>
            <p:nvPr/>
          </p:nvGrpSpPr>
          <p:grpSpPr>
            <a:xfrm>
              <a:off x="8201266" y="2889716"/>
              <a:ext cx="1203959" cy="1114429"/>
              <a:chOff x="495541" y="3991241"/>
              <a:chExt cx="1203959" cy="1114429"/>
            </a:xfrm>
          </p:grpSpPr>
          <p:sp>
            <p:nvSpPr>
              <p:cNvPr id="196" name="Rectangle 195">
                <a:extLst>
                  <a:ext uri="{FF2B5EF4-FFF2-40B4-BE49-F238E27FC236}">
                    <a16:creationId xmlns:a16="http://schemas.microsoft.com/office/drawing/2014/main" id="{B930C710-26D6-4F11-91F5-2066F896E089}"/>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197" name="Graphique 196" descr="Utilisateurs avec un remplissage uni">
                <a:extLst>
                  <a:ext uri="{FF2B5EF4-FFF2-40B4-BE49-F238E27FC236}">
                    <a16:creationId xmlns:a16="http://schemas.microsoft.com/office/drawing/2014/main" id="{720E5FB9-7E38-4ECF-A609-D9008B1A5247}"/>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783195" y="3991241"/>
                <a:ext cx="710146" cy="710146"/>
              </a:xfrm>
              <a:prstGeom prst="rect">
                <a:avLst/>
              </a:prstGeom>
            </p:spPr>
          </p:pic>
        </p:grpSp>
        <p:grpSp>
          <p:nvGrpSpPr>
            <p:cNvPr id="130" name="Groupe 129">
              <a:extLst>
                <a:ext uri="{FF2B5EF4-FFF2-40B4-BE49-F238E27FC236}">
                  <a16:creationId xmlns:a16="http://schemas.microsoft.com/office/drawing/2014/main" id="{EB6E3782-9F74-4DE5-8227-EB9ACAA5FA8F}"/>
                </a:ext>
              </a:extLst>
            </p:cNvPr>
            <p:cNvGrpSpPr/>
            <p:nvPr/>
          </p:nvGrpSpPr>
          <p:grpSpPr>
            <a:xfrm>
              <a:off x="8144116" y="4080387"/>
              <a:ext cx="1203959" cy="1114429"/>
              <a:chOff x="495541" y="3991241"/>
              <a:chExt cx="1203959" cy="1114429"/>
            </a:xfrm>
            <a:solidFill>
              <a:srgbClr val="0683AA"/>
            </a:solidFill>
          </p:grpSpPr>
          <p:sp>
            <p:nvSpPr>
              <p:cNvPr id="194" name="Rectangle 193">
                <a:extLst>
                  <a:ext uri="{FF2B5EF4-FFF2-40B4-BE49-F238E27FC236}">
                    <a16:creationId xmlns:a16="http://schemas.microsoft.com/office/drawing/2014/main" id="{1C23D1B9-468A-4D3D-92BC-46F0AEA35AFE}"/>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195" name="Graphique 194" descr="Utilisateurs avec un remplissage uni">
                <a:extLst>
                  <a:ext uri="{FF2B5EF4-FFF2-40B4-BE49-F238E27FC236}">
                    <a16:creationId xmlns:a16="http://schemas.microsoft.com/office/drawing/2014/main" id="{AD639024-CF9C-4A33-B010-153F8D7D283B}"/>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783195" y="3991241"/>
                <a:ext cx="710146" cy="710146"/>
              </a:xfrm>
              <a:prstGeom prst="rect">
                <a:avLst/>
              </a:prstGeom>
            </p:spPr>
          </p:pic>
        </p:grpSp>
        <p:grpSp>
          <p:nvGrpSpPr>
            <p:cNvPr id="131" name="Groupe 130">
              <a:extLst>
                <a:ext uri="{FF2B5EF4-FFF2-40B4-BE49-F238E27FC236}">
                  <a16:creationId xmlns:a16="http://schemas.microsoft.com/office/drawing/2014/main" id="{08A4B057-7998-478F-8364-D6283875E1E7}"/>
                </a:ext>
              </a:extLst>
            </p:cNvPr>
            <p:cNvGrpSpPr/>
            <p:nvPr/>
          </p:nvGrpSpPr>
          <p:grpSpPr>
            <a:xfrm>
              <a:off x="7765182" y="5459500"/>
              <a:ext cx="1203959" cy="1114429"/>
              <a:chOff x="495541" y="3991241"/>
              <a:chExt cx="1203959" cy="1114429"/>
            </a:xfrm>
          </p:grpSpPr>
          <p:sp>
            <p:nvSpPr>
              <p:cNvPr id="192" name="Rectangle 191">
                <a:extLst>
                  <a:ext uri="{FF2B5EF4-FFF2-40B4-BE49-F238E27FC236}">
                    <a16:creationId xmlns:a16="http://schemas.microsoft.com/office/drawing/2014/main" id="{1D3FDDF0-38B8-4D69-A7C3-DBBC518138F2}"/>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193" name="Graphique 192" descr="Utilisateurs avec un remplissage uni">
                <a:extLst>
                  <a:ext uri="{FF2B5EF4-FFF2-40B4-BE49-F238E27FC236}">
                    <a16:creationId xmlns:a16="http://schemas.microsoft.com/office/drawing/2014/main" id="{0F1725F0-68D6-45C4-AF93-5695262A33D3}"/>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783195" y="3991241"/>
                <a:ext cx="710146" cy="710146"/>
              </a:xfrm>
              <a:prstGeom prst="rect">
                <a:avLst/>
              </a:prstGeom>
            </p:spPr>
          </p:pic>
        </p:grpSp>
        <p:grpSp>
          <p:nvGrpSpPr>
            <p:cNvPr id="132" name="Groupe 131">
              <a:extLst>
                <a:ext uri="{FF2B5EF4-FFF2-40B4-BE49-F238E27FC236}">
                  <a16:creationId xmlns:a16="http://schemas.microsoft.com/office/drawing/2014/main" id="{AB97BD3F-7C24-41A0-8879-9CAF0C39043D}"/>
                </a:ext>
              </a:extLst>
            </p:cNvPr>
            <p:cNvGrpSpPr/>
            <p:nvPr/>
          </p:nvGrpSpPr>
          <p:grpSpPr>
            <a:xfrm>
              <a:off x="10040031" y="5626122"/>
              <a:ext cx="1203959" cy="1086268"/>
              <a:chOff x="1844480" y="4004145"/>
              <a:chExt cx="1203959" cy="1086268"/>
            </a:xfrm>
          </p:grpSpPr>
          <p:sp>
            <p:nvSpPr>
              <p:cNvPr id="190" name="Rectangle 189">
                <a:extLst>
                  <a:ext uri="{FF2B5EF4-FFF2-40B4-BE49-F238E27FC236}">
                    <a16:creationId xmlns:a16="http://schemas.microsoft.com/office/drawing/2014/main" id="{417B9E64-1F73-4519-AA06-EBA45A218B90}"/>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191" name="Graphique 190" descr="Utilisateurs avec un remplissage uni">
                <a:extLst>
                  <a:ext uri="{FF2B5EF4-FFF2-40B4-BE49-F238E27FC236}">
                    <a16:creationId xmlns:a16="http://schemas.microsoft.com/office/drawing/2014/main" id="{BF460FAC-EDC5-4A80-9E52-C57ACCEA7DB5}"/>
                  </a:ext>
                </a:extLst>
              </p:cNvPr>
              <p:cNvPicPr>
                <a:picLocks noChangeAspect="1"/>
              </p:cNvPicPr>
              <p:nvPr/>
            </p:nvPicPr>
            <p:blipFill>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2091386" y="4004145"/>
                <a:ext cx="710146" cy="710146"/>
              </a:xfrm>
              <a:prstGeom prst="rect">
                <a:avLst/>
              </a:prstGeom>
            </p:spPr>
          </p:pic>
        </p:grpSp>
        <p:grpSp>
          <p:nvGrpSpPr>
            <p:cNvPr id="133" name="Groupe 132">
              <a:extLst>
                <a:ext uri="{FF2B5EF4-FFF2-40B4-BE49-F238E27FC236}">
                  <a16:creationId xmlns:a16="http://schemas.microsoft.com/office/drawing/2014/main" id="{0EDB9673-C09B-407F-97A3-333684C0815C}"/>
                </a:ext>
              </a:extLst>
            </p:cNvPr>
            <p:cNvGrpSpPr/>
            <p:nvPr/>
          </p:nvGrpSpPr>
          <p:grpSpPr>
            <a:xfrm>
              <a:off x="10348719" y="4140742"/>
              <a:ext cx="1203959" cy="1086268"/>
              <a:chOff x="1844480" y="4004145"/>
              <a:chExt cx="1203959" cy="1086268"/>
            </a:xfrm>
          </p:grpSpPr>
          <p:sp>
            <p:nvSpPr>
              <p:cNvPr id="188" name="Rectangle 187">
                <a:extLst>
                  <a:ext uri="{FF2B5EF4-FFF2-40B4-BE49-F238E27FC236}">
                    <a16:creationId xmlns:a16="http://schemas.microsoft.com/office/drawing/2014/main" id="{54A64524-54B2-4A03-9EA5-94C79D25BCB3}"/>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189" name="Graphique 188" descr="Utilisateurs avec un remplissage uni">
                <a:extLst>
                  <a:ext uri="{FF2B5EF4-FFF2-40B4-BE49-F238E27FC236}">
                    <a16:creationId xmlns:a16="http://schemas.microsoft.com/office/drawing/2014/main" id="{AD77B965-404D-4A3D-9E73-1BCE7110EFDD}"/>
                  </a:ext>
                </a:extLst>
              </p:cNvPr>
              <p:cNvPicPr>
                <a:picLocks noChangeAspect="1"/>
              </p:cNvPicPr>
              <p:nvPr/>
            </p:nvPicPr>
            <p:blipFill>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2091386" y="4004145"/>
                <a:ext cx="710146" cy="710146"/>
              </a:xfrm>
              <a:prstGeom prst="rect">
                <a:avLst/>
              </a:prstGeom>
            </p:spPr>
          </p:pic>
        </p:grpSp>
        <p:pic>
          <p:nvPicPr>
            <p:cNvPr id="186" name="Graphique 185" descr="Utilisateur avec un remplissage uni">
              <a:extLst>
                <a:ext uri="{FF2B5EF4-FFF2-40B4-BE49-F238E27FC236}">
                  <a16:creationId xmlns:a16="http://schemas.microsoft.com/office/drawing/2014/main" id="{8DB735BA-FC6F-4D76-BAC4-5B9DDCF45AC8}"/>
                </a:ext>
              </a:extLst>
            </p:cNvPr>
            <p:cNvPicPr>
              <a:picLocks noChangeAspect="1"/>
            </p:cNvPicPr>
            <p:nvPr/>
          </p:nvPicPr>
          <p:blipFill>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7451137" y="1940358"/>
              <a:ext cx="634194" cy="634194"/>
            </a:xfrm>
            <a:prstGeom prst="rect">
              <a:avLst/>
            </a:prstGeom>
          </p:spPr>
        </p:pic>
        <p:grpSp>
          <p:nvGrpSpPr>
            <p:cNvPr id="135" name="Groupe 134">
              <a:extLst>
                <a:ext uri="{FF2B5EF4-FFF2-40B4-BE49-F238E27FC236}">
                  <a16:creationId xmlns:a16="http://schemas.microsoft.com/office/drawing/2014/main" id="{DAF853B2-E765-4464-A85B-7BDBDFA55A05}"/>
                </a:ext>
              </a:extLst>
            </p:cNvPr>
            <p:cNvGrpSpPr/>
            <p:nvPr/>
          </p:nvGrpSpPr>
          <p:grpSpPr>
            <a:xfrm>
              <a:off x="10058713" y="1739195"/>
              <a:ext cx="1203959" cy="1086268"/>
              <a:chOff x="1844480" y="4004145"/>
              <a:chExt cx="1203959" cy="1086268"/>
            </a:xfrm>
          </p:grpSpPr>
          <p:sp>
            <p:nvSpPr>
              <p:cNvPr id="151" name="Rectangle 150">
                <a:extLst>
                  <a:ext uri="{FF2B5EF4-FFF2-40B4-BE49-F238E27FC236}">
                    <a16:creationId xmlns:a16="http://schemas.microsoft.com/office/drawing/2014/main" id="{AA06EBC8-0AFF-4687-B620-CF3EC308BC6E}"/>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152" name="Graphique 151" descr="Utilisateurs avec un remplissage uni">
                <a:extLst>
                  <a:ext uri="{FF2B5EF4-FFF2-40B4-BE49-F238E27FC236}">
                    <a16:creationId xmlns:a16="http://schemas.microsoft.com/office/drawing/2014/main" id="{ADA7894C-F9C4-4288-811A-E7929BCA4AF1}"/>
                  </a:ext>
                </a:extLst>
              </p:cNvPr>
              <p:cNvPicPr>
                <a:picLocks noChangeAspect="1"/>
              </p:cNvPicPr>
              <p:nvPr/>
            </p:nvPicPr>
            <p:blipFill>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2091386" y="4004145"/>
                <a:ext cx="710146" cy="710146"/>
              </a:xfrm>
              <a:prstGeom prst="rect">
                <a:avLst/>
              </a:prstGeom>
            </p:spPr>
          </p:pic>
        </p:grpSp>
        <p:pic>
          <p:nvPicPr>
            <p:cNvPr id="149" name="Graphique 148" descr="Utilisateur avec un remplissage uni">
              <a:extLst>
                <a:ext uri="{FF2B5EF4-FFF2-40B4-BE49-F238E27FC236}">
                  <a16:creationId xmlns:a16="http://schemas.microsoft.com/office/drawing/2014/main" id="{A108329F-6CC6-4F92-B707-9BD3DC3B83E2}"/>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10324912" y="3254927"/>
              <a:ext cx="634194" cy="634194"/>
            </a:xfrm>
            <a:prstGeom prst="rect">
              <a:avLst/>
            </a:prstGeom>
          </p:spPr>
        </p:pic>
        <p:sp>
          <p:nvSpPr>
            <p:cNvPr id="137" name="Flèche : droite 136">
              <a:extLst>
                <a:ext uri="{FF2B5EF4-FFF2-40B4-BE49-F238E27FC236}">
                  <a16:creationId xmlns:a16="http://schemas.microsoft.com/office/drawing/2014/main" id="{0F1F7299-D564-4EBB-950B-DD1623179C7F}"/>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38" name="Flèche : droite 137">
              <a:extLst>
                <a:ext uri="{FF2B5EF4-FFF2-40B4-BE49-F238E27FC236}">
                  <a16:creationId xmlns:a16="http://schemas.microsoft.com/office/drawing/2014/main" id="{B1FE98E7-392C-48E2-8F68-E18A049B0271}"/>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39" name="Flèche : droite 138">
              <a:extLst>
                <a:ext uri="{FF2B5EF4-FFF2-40B4-BE49-F238E27FC236}">
                  <a16:creationId xmlns:a16="http://schemas.microsoft.com/office/drawing/2014/main" id="{B7136CAD-88E8-45C8-BCE3-1A1FE4996CD9}"/>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40" name="Flèche : droite 139">
              <a:extLst>
                <a:ext uri="{FF2B5EF4-FFF2-40B4-BE49-F238E27FC236}">
                  <a16:creationId xmlns:a16="http://schemas.microsoft.com/office/drawing/2014/main" id="{8E2EDCCF-263E-4FED-9169-397123EAE1F6}"/>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41" name="Flèche : droite 140">
              <a:extLst>
                <a:ext uri="{FF2B5EF4-FFF2-40B4-BE49-F238E27FC236}">
                  <a16:creationId xmlns:a16="http://schemas.microsoft.com/office/drawing/2014/main" id="{3F84FDF7-BFAD-45B2-A8F0-DEB94F3CB283}"/>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42" name="Flèche : droite 141">
              <a:extLst>
                <a:ext uri="{FF2B5EF4-FFF2-40B4-BE49-F238E27FC236}">
                  <a16:creationId xmlns:a16="http://schemas.microsoft.com/office/drawing/2014/main" id="{A0B54517-F6B2-4C0D-8E28-01F1F7A21B5F}"/>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143" name="Flèche : droite 142">
              <a:extLst>
                <a:ext uri="{FF2B5EF4-FFF2-40B4-BE49-F238E27FC236}">
                  <a16:creationId xmlns:a16="http://schemas.microsoft.com/office/drawing/2014/main" id="{F01D3F3A-A1B3-46F3-8043-C8C523B014B8}"/>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144" name="Flèche : droite 143">
              <a:extLst>
                <a:ext uri="{FF2B5EF4-FFF2-40B4-BE49-F238E27FC236}">
                  <a16:creationId xmlns:a16="http://schemas.microsoft.com/office/drawing/2014/main" id="{D9FE7BD3-1CA1-47CF-8019-04A9045DA9B4}"/>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145" name="Flèche : droite 144">
              <a:extLst>
                <a:ext uri="{FF2B5EF4-FFF2-40B4-BE49-F238E27FC236}">
                  <a16:creationId xmlns:a16="http://schemas.microsoft.com/office/drawing/2014/main" id="{A44AC7FF-A7ED-4780-BC7C-71B82E5753EE}"/>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pic>
          <p:nvPicPr>
            <p:cNvPr id="146" name="Graphique 145" descr="Utilisateur avec un remplissage uni">
              <a:extLst>
                <a:ext uri="{FF2B5EF4-FFF2-40B4-BE49-F238E27FC236}">
                  <a16:creationId xmlns:a16="http://schemas.microsoft.com/office/drawing/2014/main" id="{ABC11953-5B91-4A10-A34E-CD5BE26494EF}"/>
                </a:ext>
              </a:extLst>
            </p:cNvPr>
            <p:cNvPicPr>
              <a:picLocks noChangeAspect="1"/>
            </p:cNvPicPr>
            <p:nvPr/>
          </p:nvPicPr>
          <p:blipFill>
            <a:blip r:embed="rId26" cstate="screen">
              <a:extLst>
                <a:ext uri="{28A0092B-C50C-407E-A947-70E740481C1C}">
                  <a14:useLocalDpi xmlns:a14="http://schemas.microsoft.com/office/drawing/2010/main"/>
                </a:ext>
                <a:ext uri="{96DAC541-7B7A-43D3-8B79-37D633B846F1}">
                  <asvg:svgBlip xmlns:asvg="http://schemas.microsoft.com/office/drawing/2016/SVG/main" r:embed="rId27"/>
                </a:ext>
              </a:extLst>
            </a:blip>
            <a:stretch>
              <a:fillRect/>
            </a:stretch>
          </p:blipFill>
          <p:spPr>
            <a:xfrm>
              <a:off x="9199066" y="3752255"/>
              <a:ext cx="410445" cy="410445"/>
            </a:xfrm>
            <a:prstGeom prst="rect">
              <a:avLst/>
            </a:prstGeom>
          </p:spPr>
        </p:pic>
        <p:pic>
          <p:nvPicPr>
            <p:cNvPr id="147" name="Graphique 146" descr="Utilisateur avec un remplissage uni">
              <a:extLst>
                <a:ext uri="{FF2B5EF4-FFF2-40B4-BE49-F238E27FC236}">
                  <a16:creationId xmlns:a16="http://schemas.microsoft.com/office/drawing/2014/main" id="{2DE17752-A064-4A74-849A-17FC556168B0}"/>
                </a:ext>
              </a:extLst>
            </p:cNvPr>
            <p:cNvPicPr>
              <a:picLocks noChangeAspect="1"/>
            </p:cNvPicPr>
            <p:nvPr/>
          </p:nvPicPr>
          <p:blipFill>
            <a:blip r:embed="rId26" cstate="screen">
              <a:extLst>
                <a:ext uri="{28A0092B-C50C-407E-A947-70E740481C1C}">
                  <a14:useLocalDpi xmlns:a14="http://schemas.microsoft.com/office/drawing/2010/main"/>
                </a:ext>
                <a:ext uri="{96DAC541-7B7A-43D3-8B79-37D633B846F1}">
                  <asvg:svgBlip xmlns:asvg="http://schemas.microsoft.com/office/drawing/2016/SVG/main" r:embed="rId27"/>
                </a:ext>
              </a:extLst>
            </a:blip>
            <a:stretch>
              <a:fillRect/>
            </a:stretch>
          </p:blipFill>
          <p:spPr>
            <a:xfrm>
              <a:off x="7997464" y="4944818"/>
              <a:ext cx="410445" cy="410445"/>
            </a:xfrm>
            <a:prstGeom prst="rect">
              <a:avLst/>
            </a:prstGeom>
          </p:spPr>
        </p:pic>
        <p:pic>
          <p:nvPicPr>
            <p:cNvPr id="148" name="Graphique 147" descr="Utilisateur avec un remplissage uni">
              <a:extLst>
                <a:ext uri="{FF2B5EF4-FFF2-40B4-BE49-F238E27FC236}">
                  <a16:creationId xmlns:a16="http://schemas.microsoft.com/office/drawing/2014/main" id="{25010774-0452-4323-9121-7C1EC2A44C88}"/>
                </a:ext>
              </a:extLst>
            </p:cNvPr>
            <p:cNvPicPr>
              <a:picLocks noChangeAspect="1"/>
            </p:cNvPicPr>
            <p:nvPr/>
          </p:nvPicPr>
          <p:blipFill>
            <a:blip r:embed="rId26" cstate="screen">
              <a:extLst>
                <a:ext uri="{28A0092B-C50C-407E-A947-70E740481C1C}">
                  <a14:useLocalDpi xmlns:a14="http://schemas.microsoft.com/office/drawing/2010/main"/>
                </a:ext>
                <a:ext uri="{96DAC541-7B7A-43D3-8B79-37D633B846F1}">
                  <asvg:svgBlip xmlns:asvg="http://schemas.microsoft.com/office/drawing/2016/SVG/main" r:embed="rId27"/>
                </a:ext>
              </a:extLst>
            </a:blip>
            <a:stretch>
              <a:fillRect/>
            </a:stretch>
          </p:blipFill>
          <p:spPr>
            <a:xfrm>
              <a:off x="10985327" y="2533953"/>
              <a:ext cx="410445" cy="410445"/>
            </a:xfrm>
            <a:prstGeom prst="rect">
              <a:avLst/>
            </a:prstGeom>
          </p:spPr>
        </p:pic>
      </p:grpSp>
      <p:grpSp>
        <p:nvGrpSpPr>
          <p:cNvPr id="3" name="Groupe 2">
            <a:extLst>
              <a:ext uri="{FF2B5EF4-FFF2-40B4-BE49-F238E27FC236}">
                <a16:creationId xmlns:a16="http://schemas.microsoft.com/office/drawing/2014/main" id="{FE14B718-E7ED-4394-9888-BF039280BDA1}"/>
              </a:ext>
            </a:extLst>
          </p:cNvPr>
          <p:cNvGrpSpPr/>
          <p:nvPr/>
        </p:nvGrpSpPr>
        <p:grpSpPr>
          <a:xfrm>
            <a:off x="9351431" y="3918129"/>
            <a:ext cx="1423632" cy="1509929"/>
            <a:chOff x="6900539" y="986484"/>
            <a:chExt cx="5204718" cy="5520217"/>
          </a:xfrm>
        </p:grpSpPr>
        <p:sp>
          <p:nvSpPr>
            <p:cNvPr id="187" name="Rectangle 186">
              <a:extLst>
                <a:ext uri="{FF2B5EF4-FFF2-40B4-BE49-F238E27FC236}">
                  <a16:creationId xmlns:a16="http://schemas.microsoft.com/office/drawing/2014/main" id="{119F8547-B7E2-4C0F-9FED-AF2B4883B0D6}"/>
                </a:ext>
              </a:extLst>
            </p:cNvPr>
            <p:cNvSpPr/>
            <p:nvPr/>
          </p:nvSpPr>
          <p:spPr>
            <a:xfrm>
              <a:off x="8686430" y="604113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Root Motivation</a:t>
              </a:r>
            </a:p>
          </p:txBody>
        </p:sp>
        <p:sp>
          <p:nvSpPr>
            <p:cNvPr id="198" name="Rectangle 197">
              <a:extLst>
                <a:ext uri="{FF2B5EF4-FFF2-40B4-BE49-F238E27FC236}">
                  <a16:creationId xmlns:a16="http://schemas.microsoft.com/office/drawing/2014/main" id="{BB215A08-8CBF-428D-AA8A-B89187CA1908}"/>
                </a:ext>
              </a:extLst>
            </p:cNvPr>
            <p:cNvSpPr/>
            <p:nvPr/>
          </p:nvSpPr>
          <p:spPr>
            <a:xfrm>
              <a:off x="7576723" y="532267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sp>
          <p:nvSpPr>
            <p:cNvPr id="199" name="Rectangle 198">
              <a:extLst>
                <a:ext uri="{FF2B5EF4-FFF2-40B4-BE49-F238E27FC236}">
                  <a16:creationId xmlns:a16="http://schemas.microsoft.com/office/drawing/2014/main" id="{AB49DAD4-CBCD-4458-8985-8FAE9D706ED1}"/>
                </a:ext>
              </a:extLst>
            </p:cNvPr>
            <p:cNvSpPr/>
            <p:nvPr/>
          </p:nvSpPr>
          <p:spPr>
            <a:xfrm>
              <a:off x="8840957" y="4255411"/>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Positive Consequence</a:t>
              </a:r>
            </a:p>
          </p:txBody>
        </p:sp>
        <p:sp>
          <p:nvSpPr>
            <p:cNvPr id="200" name="Rectangle 199">
              <a:extLst>
                <a:ext uri="{FF2B5EF4-FFF2-40B4-BE49-F238E27FC236}">
                  <a16:creationId xmlns:a16="http://schemas.microsoft.com/office/drawing/2014/main" id="{15237684-2207-449B-B60E-1F529DBA3A4B}"/>
                </a:ext>
              </a:extLst>
            </p:cNvPr>
            <p:cNvSpPr/>
            <p:nvPr/>
          </p:nvSpPr>
          <p:spPr>
            <a:xfrm>
              <a:off x="9103684" y="3585812"/>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201" name="Rectangle 200">
              <a:extLst>
                <a:ext uri="{FF2B5EF4-FFF2-40B4-BE49-F238E27FC236}">
                  <a16:creationId xmlns:a16="http://schemas.microsoft.com/office/drawing/2014/main" id="{35177DE5-8147-4C9A-A3DA-96E7540B15AE}"/>
                </a:ext>
              </a:extLst>
            </p:cNvPr>
            <p:cNvSpPr/>
            <p:nvPr/>
          </p:nvSpPr>
          <p:spPr>
            <a:xfrm>
              <a:off x="8995485" y="4898509"/>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sp>
          <p:nvSpPr>
            <p:cNvPr id="202" name="Rectangle 201">
              <a:extLst>
                <a:ext uri="{FF2B5EF4-FFF2-40B4-BE49-F238E27FC236}">
                  <a16:creationId xmlns:a16="http://schemas.microsoft.com/office/drawing/2014/main" id="{7B251975-264D-4D46-94DB-6EAFF1395E0D}"/>
                </a:ext>
              </a:extLst>
            </p:cNvPr>
            <p:cNvSpPr/>
            <p:nvPr/>
          </p:nvSpPr>
          <p:spPr>
            <a:xfrm>
              <a:off x="10354694" y="543415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sp>
          <p:nvSpPr>
            <p:cNvPr id="203" name="Rectangle 202">
              <a:extLst>
                <a:ext uri="{FF2B5EF4-FFF2-40B4-BE49-F238E27FC236}">
                  <a16:creationId xmlns:a16="http://schemas.microsoft.com/office/drawing/2014/main" id="{61435256-9386-4709-A793-A7D66D0EC760}"/>
                </a:ext>
              </a:extLst>
            </p:cNvPr>
            <p:cNvSpPr/>
            <p:nvPr/>
          </p:nvSpPr>
          <p:spPr>
            <a:xfrm>
              <a:off x="10077075" y="288412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sp>
          <p:nvSpPr>
            <p:cNvPr id="204" name="Rectangle 203">
              <a:extLst>
                <a:ext uri="{FF2B5EF4-FFF2-40B4-BE49-F238E27FC236}">
                  <a16:creationId xmlns:a16="http://schemas.microsoft.com/office/drawing/2014/main" id="{C4D9BD3F-4ADD-44E4-B235-358C785835A0}"/>
                </a:ext>
              </a:extLst>
            </p:cNvPr>
            <p:cNvSpPr/>
            <p:nvPr/>
          </p:nvSpPr>
          <p:spPr>
            <a:xfrm>
              <a:off x="10186758" y="2235049"/>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205" name="Rectangle 204">
              <a:extLst>
                <a:ext uri="{FF2B5EF4-FFF2-40B4-BE49-F238E27FC236}">
                  <a16:creationId xmlns:a16="http://schemas.microsoft.com/office/drawing/2014/main" id="{A379E002-0EF8-4B46-B28A-DE3FCD34A949}"/>
                </a:ext>
              </a:extLst>
            </p:cNvPr>
            <p:cNvSpPr/>
            <p:nvPr/>
          </p:nvSpPr>
          <p:spPr>
            <a:xfrm>
              <a:off x="8532365" y="291343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sp>
          <p:nvSpPr>
            <p:cNvPr id="206" name="Rectangle 205">
              <a:extLst>
                <a:ext uri="{FF2B5EF4-FFF2-40B4-BE49-F238E27FC236}">
                  <a16:creationId xmlns:a16="http://schemas.microsoft.com/office/drawing/2014/main" id="{A43AA990-9E81-4130-8BAB-D9005EC16139}"/>
                </a:ext>
              </a:extLst>
            </p:cNvPr>
            <p:cNvSpPr/>
            <p:nvPr/>
          </p:nvSpPr>
          <p:spPr>
            <a:xfrm>
              <a:off x="7549346" y="234968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Positive Consequence</a:t>
              </a:r>
            </a:p>
          </p:txBody>
        </p:sp>
        <p:sp>
          <p:nvSpPr>
            <p:cNvPr id="207" name="Rectangle 206">
              <a:extLst>
                <a:ext uri="{FF2B5EF4-FFF2-40B4-BE49-F238E27FC236}">
                  <a16:creationId xmlns:a16="http://schemas.microsoft.com/office/drawing/2014/main" id="{9CCE5B3B-8A4F-424E-B35D-849743982574}"/>
                </a:ext>
              </a:extLst>
            </p:cNvPr>
            <p:cNvSpPr/>
            <p:nvPr/>
          </p:nvSpPr>
          <p:spPr>
            <a:xfrm>
              <a:off x="6993202" y="1730083"/>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Positive Consequence</a:t>
              </a:r>
            </a:p>
          </p:txBody>
        </p:sp>
        <p:sp>
          <p:nvSpPr>
            <p:cNvPr id="208" name="Rectangle 207">
              <a:extLst>
                <a:ext uri="{FF2B5EF4-FFF2-40B4-BE49-F238E27FC236}">
                  <a16:creationId xmlns:a16="http://schemas.microsoft.com/office/drawing/2014/main" id="{602A743C-BB4D-4ACC-A358-3D11D84F7977}"/>
                </a:ext>
              </a:extLst>
            </p:cNvPr>
            <p:cNvSpPr/>
            <p:nvPr/>
          </p:nvSpPr>
          <p:spPr>
            <a:xfrm>
              <a:off x="6900539" y="986484"/>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209" name="Rectangle 208">
              <a:extLst>
                <a:ext uri="{FF2B5EF4-FFF2-40B4-BE49-F238E27FC236}">
                  <a16:creationId xmlns:a16="http://schemas.microsoft.com/office/drawing/2014/main" id="{8A2C3534-27C9-4DFA-A2D1-E530CCAA4DDD}"/>
                </a:ext>
              </a:extLst>
            </p:cNvPr>
            <p:cNvSpPr/>
            <p:nvPr/>
          </p:nvSpPr>
          <p:spPr>
            <a:xfrm>
              <a:off x="10938215" y="4665724"/>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Positive Consequence</a:t>
              </a:r>
            </a:p>
          </p:txBody>
        </p:sp>
        <p:cxnSp>
          <p:nvCxnSpPr>
            <p:cNvPr id="210" name="Connecteur droit avec flèche 209">
              <a:extLst>
                <a:ext uri="{FF2B5EF4-FFF2-40B4-BE49-F238E27FC236}">
                  <a16:creationId xmlns:a16="http://schemas.microsoft.com/office/drawing/2014/main" id="{C43F2EAD-19D5-4AF5-B9A1-0FF2EC412D5C}"/>
                </a:ext>
              </a:extLst>
            </p:cNvPr>
            <p:cNvCxnSpPr>
              <a:cxnSpLocks/>
              <a:endCxn id="199" idx="2"/>
            </p:cNvCxnSpPr>
            <p:nvPr/>
          </p:nvCxnSpPr>
          <p:spPr>
            <a:xfrm flipH="1" flipV="1">
              <a:off x="9424478" y="4720981"/>
              <a:ext cx="85452" cy="200546"/>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1" name="Connecteur droit avec flèche 210">
              <a:extLst>
                <a:ext uri="{FF2B5EF4-FFF2-40B4-BE49-F238E27FC236}">
                  <a16:creationId xmlns:a16="http://schemas.microsoft.com/office/drawing/2014/main" id="{F6F66D94-0F26-4972-84A9-FDCCB2737CA0}"/>
                </a:ext>
              </a:extLst>
            </p:cNvPr>
            <p:cNvCxnSpPr>
              <a:cxnSpLocks/>
              <a:stCxn id="187" idx="0"/>
            </p:cNvCxnSpPr>
            <p:nvPr/>
          </p:nvCxnSpPr>
          <p:spPr>
            <a:xfrm flipH="1" flipV="1">
              <a:off x="8224420" y="5814414"/>
              <a:ext cx="1045531" cy="2267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2" name="Connecteur droit avec flèche 211">
              <a:extLst>
                <a:ext uri="{FF2B5EF4-FFF2-40B4-BE49-F238E27FC236}">
                  <a16:creationId xmlns:a16="http://schemas.microsoft.com/office/drawing/2014/main" id="{19525D97-A315-4E6F-A899-EF173372C7C9}"/>
                </a:ext>
              </a:extLst>
            </p:cNvPr>
            <p:cNvCxnSpPr>
              <a:cxnSpLocks/>
              <a:stCxn id="187" idx="0"/>
              <a:endCxn id="201" idx="2"/>
            </p:cNvCxnSpPr>
            <p:nvPr/>
          </p:nvCxnSpPr>
          <p:spPr>
            <a:xfrm flipV="1">
              <a:off x="9269951" y="5364079"/>
              <a:ext cx="309055" cy="67705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3" name="Connecteur droit avec flèche 212">
              <a:extLst>
                <a:ext uri="{FF2B5EF4-FFF2-40B4-BE49-F238E27FC236}">
                  <a16:creationId xmlns:a16="http://schemas.microsoft.com/office/drawing/2014/main" id="{039605D0-88AB-437B-9F8D-A93144D1634F}"/>
                </a:ext>
              </a:extLst>
            </p:cNvPr>
            <p:cNvCxnSpPr>
              <a:cxnSpLocks/>
              <a:stCxn id="187" idx="0"/>
              <a:endCxn id="202" idx="1"/>
            </p:cNvCxnSpPr>
            <p:nvPr/>
          </p:nvCxnSpPr>
          <p:spPr>
            <a:xfrm flipV="1">
              <a:off x="9269951" y="5666937"/>
              <a:ext cx="1084743" cy="374194"/>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4" name="Connecteur droit avec flèche 213">
              <a:extLst>
                <a:ext uri="{FF2B5EF4-FFF2-40B4-BE49-F238E27FC236}">
                  <a16:creationId xmlns:a16="http://schemas.microsoft.com/office/drawing/2014/main" id="{581583ED-3973-4991-9AF4-54AF0D639331}"/>
                </a:ext>
              </a:extLst>
            </p:cNvPr>
            <p:cNvCxnSpPr>
              <a:cxnSpLocks/>
              <a:stCxn id="202" idx="0"/>
              <a:endCxn id="209" idx="2"/>
            </p:cNvCxnSpPr>
            <p:nvPr/>
          </p:nvCxnSpPr>
          <p:spPr>
            <a:xfrm flipV="1">
              <a:off x="10938215" y="5131294"/>
              <a:ext cx="583521" cy="302858"/>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5" name="Connecteur droit avec flèche 214">
              <a:extLst>
                <a:ext uri="{FF2B5EF4-FFF2-40B4-BE49-F238E27FC236}">
                  <a16:creationId xmlns:a16="http://schemas.microsoft.com/office/drawing/2014/main" id="{2D98C83F-94F9-4B01-8B26-75B60A38BC70}"/>
                </a:ext>
              </a:extLst>
            </p:cNvPr>
            <p:cNvCxnSpPr>
              <a:cxnSpLocks/>
              <a:stCxn id="199" idx="0"/>
              <a:endCxn id="200" idx="2"/>
            </p:cNvCxnSpPr>
            <p:nvPr/>
          </p:nvCxnSpPr>
          <p:spPr>
            <a:xfrm flipV="1">
              <a:off x="9424478" y="4051382"/>
              <a:ext cx="262727" cy="204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6" name="Connecteur droit avec flèche 215">
              <a:extLst>
                <a:ext uri="{FF2B5EF4-FFF2-40B4-BE49-F238E27FC236}">
                  <a16:creationId xmlns:a16="http://schemas.microsoft.com/office/drawing/2014/main" id="{D94DCEE1-B276-4695-A04F-CDD0F73B7145}"/>
                </a:ext>
              </a:extLst>
            </p:cNvPr>
            <p:cNvCxnSpPr>
              <a:cxnSpLocks/>
              <a:stCxn id="200" idx="0"/>
              <a:endCxn id="203" idx="2"/>
            </p:cNvCxnSpPr>
            <p:nvPr/>
          </p:nvCxnSpPr>
          <p:spPr>
            <a:xfrm flipV="1">
              <a:off x="9687205" y="3349692"/>
              <a:ext cx="973391" cy="2361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7" name="Connecteur droit avec flèche 216">
              <a:extLst>
                <a:ext uri="{FF2B5EF4-FFF2-40B4-BE49-F238E27FC236}">
                  <a16:creationId xmlns:a16="http://schemas.microsoft.com/office/drawing/2014/main" id="{5A313353-9E32-4C97-A6E9-39D475B19541}"/>
                </a:ext>
              </a:extLst>
            </p:cNvPr>
            <p:cNvCxnSpPr>
              <a:cxnSpLocks/>
              <a:stCxn id="203" idx="0"/>
              <a:endCxn id="204" idx="2"/>
            </p:cNvCxnSpPr>
            <p:nvPr/>
          </p:nvCxnSpPr>
          <p:spPr>
            <a:xfrm flipV="1">
              <a:off x="10660596" y="2700619"/>
              <a:ext cx="109683" cy="18350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8" name="Connecteur droit avec flèche 217">
              <a:extLst>
                <a:ext uri="{FF2B5EF4-FFF2-40B4-BE49-F238E27FC236}">
                  <a16:creationId xmlns:a16="http://schemas.microsoft.com/office/drawing/2014/main" id="{DF1369FB-FCE0-4F3F-AE31-B8CBCD31CFFC}"/>
                </a:ext>
              </a:extLst>
            </p:cNvPr>
            <p:cNvCxnSpPr>
              <a:cxnSpLocks/>
              <a:stCxn id="204" idx="0"/>
              <a:endCxn id="227" idx="2"/>
            </p:cNvCxnSpPr>
            <p:nvPr/>
          </p:nvCxnSpPr>
          <p:spPr>
            <a:xfrm flipV="1">
              <a:off x="10770279" y="2020186"/>
              <a:ext cx="215422" cy="21486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9" name="Connecteur droit avec flèche 218">
              <a:extLst>
                <a:ext uri="{FF2B5EF4-FFF2-40B4-BE49-F238E27FC236}">
                  <a16:creationId xmlns:a16="http://schemas.microsoft.com/office/drawing/2014/main" id="{489655B1-DED9-4820-A318-03D9D9C2A972}"/>
                </a:ext>
              </a:extLst>
            </p:cNvPr>
            <p:cNvCxnSpPr>
              <a:cxnSpLocks/>
              <a:stCxn id="200" idx="0"/>
              <a:endCxn id="205" idx="2"/>
            </p:cNvCxnSpPr>
            <p:nvPr/>
          </p:nvCxnSpPr>
          <p:spPr>
            <a:xfrm flipH="1" flipV="1">
              <a:off x="9115886" y="3379002"/>
              <a:ext cx="571319" cy="20681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0" name="Connecteur droit avec flèche 219">
              <a:extLst>
                <a:ext uri="{FF2B5EF4-FFF2-40B4-BE49-F238E27FC236}">
                  <a16:creationId xmlns:a16="http://schemas.microsoft.com/office/drawing/2014/main" id="{C96B087F-C325-4A8D-B46D-C09780C4AF79}"/>
                </a:ext>
              </a:extLst>
            </p:cNvPr>
            <p:cNvCxnSpPr>
              <a:cxnSpLocks/>
              <a:stCxn id="205" idx="0"/>
              <a:endCxn id="206" idx="2"/>
            </p:cNvCxnSpPr>
            <p:nvPr/>
          </p:nvCxnSpPr>
          <p:spPr>
            <a:xfrm flipH="1" flipV="1">
              <a:off x="8132867" y="2815255"/>
              <a:ext cx="983019" cy="9817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1" name="Connecteur droit avec flèche 220">
              <a:extLst>
                <a:ext uri="{FF2B5EF4-FFF2-40B4-BE49-F238E27FC236}">
                  <a16:creationId xmlns:a16="http://schemas.microsoft.com/office/drawing/2014/main" id="{FE1AF577-C3F2-4BCE-BFCD-20A95F5F7932}"/>
                </a:ext>
              </a:extLst>
            </p:cNvPr>
            <p:cNvCxnSpPr>
              <a:cxnSpLocks/>
              <a:stCxn id="206" idx="0"/>
              <a:endCxn id="207" idx="2"/>
            </p:cNvCxnSpPr>
            <p:nvPr/>
          </p:nvCxnSpPr>
          <p:spPr>
            <a:xfrm flipH="1" flipV="1">
              <a:off x="7576723" y="2195653"/>
              <a:ext cx="556144" cy="15403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2" name="Connecteur droit avec flèche 221">
              <a:extLst>
                <a:ext uri="{FF2B5EF4-FFF2-40B4-BE49-F238E27FC236}">
                  <a16:creationId xmlns:a16="http://schemas.microsoft.com/office/drawing/2014/main" id="{8DDC9B54-4F13-47C5-B890-7D3FAE1366FC}"/>
                </a:ext>
              </a:extLst>
            </p:cNvPr>
            <p:cNvCxnSpPr>
              <a:cxnSpLocks/>
              <a:stCxn id="207" idx="0"/>
              <a:endCxn id="208" idx="2"/>
            </p:cNvCxnSpPr>
            <p:nvPr/>
          </p:nvCxnSpPr>
          <p:spPr>
            <a:xfrm flipH="1" flipV="1">
              <a:off x="7484060" y="1452054"/>
              <a:ext cx="92663" cy="278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223" name="Rectangle 222">
              <a:extLst>
                <a:ext uri="{FF2B5EF4-FFF2-40B4-BE49-F238E27FC236}">
                  <a16:creationId xmlns:a16="http://schemas.microsoft.com/office/drawing/2014/main" id="{6B686BC2-D851-4081-810A-BD075C6574DB}"/>
                </a:ext>
              </a:extLst>
            </p:cNvPr>
            <p:cNvSpPr/>
            <p:nvPr/>
          </p:nvSpPr>
          <p:spPr>
            <a:xfrm>
              <a:off x="8840957" y="207634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Positive Consequence</a:t>
              </a:r>
            </a:p>
          </p:txBody>
        </p:sp>
        <p:cxnSp>
          <p:nvCxnSpPr>
            <p:cNvPr id="224" name="Connecteur droit avec flèche 223">
              <a:extLst>
                <a:ext uri="{FF2B5EF4-FFF2-40B4-BE49-F238E27FC236}">
                  <a16:creationId xmlns:a16="http://schemas.microsoft.com/office/drawing/2014/main" id="{67CAB7AE-EAEA-43EB-9789-728CDD3D8BCC}"/>
                </a:ext>
              </a:extLst>
            </p:cNvPr>
            <p:cNvCxnSpPr>
              <a:cxnSpLocks/>
              <a:stCxn id="205" idx="0"/>
              <a:endCxn id="223" idx="2"/>
            </p:cNvCxnSpPr>
            <p:nvPr/>
          </p:nvCxnSpPr>
          <p:spPr>
            <a:xfrm flipV="1">
              <a:off x="9115886" y="2541915"/>
              <a:ext cx="308592" cy="3715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225" name="Rectangle 224">
              <a:extLst>
                <a:ext uri="{FF2B5EF4-FFF2-40B4-BE49-F238E27FC236}">
                  <a16:creationId xmlns:a16="http://schemas.microsoft.com/office/drawing/2014/main" id="{10C0D416-1484-419E-A5C5-CAD46152A914}"/>
                </a:ext>
              </a:extLst>
            </p:cNvPr>
            <p:cNvSpPr/>
            <p:nvPr/>
          </p:nvSpPr>
          <p:spPr>
            <a:xfrm>
              <a:off x="7517445" y="358442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cxnSp>
          <p:nvCxnSpPr>
            <p:cNvPr id="226" name="Connecteur droit avec flèche 225">
              <a:extLst>
                <a:ext uri="{FF2B5EF4-FFF2-40B4-BE49-F238E27FC236}">
                  <a16:creationId xmlns:a16="http://schemas.microsoft.com/office/drawing/2014/main" id="{5F49D0C7-DC11-4D66-B2E2-8DA5DC1687F3}"/>
                </a:ext>
              </a:extLst>
            </p:cNvPr>
            <p:cNvCxnSpPr>
              <a:cxnSpLocks/>
              <a:stCxn id="199" idx="0"/>
              <a:endCxn id="225" idx="2"/>
            </p:cNvCxnSpPr>
            <p:nvPr/>
          </p:nvCxnSpPr>
          <p:spPr>
            <a:xfrm flipH="1" flipV="1">
              <a:off x="8100966" y="4049991"/>
              <a:ext cx="1323512" cy="2054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227" name="Rectangle 226">
              <a:extLst>
                <a:ext uri="{FF2B5EF4-FFF2-40B4-BE49-F238E27FC236}">
                  <a16:creationId xmlns:a16="http://schemas.microsoft.com/office/drawing/2014/main" id="{8B33A708-4ADB-4FC5-A38C-80B0E51F6613}"/>
                </a:ext>
              </a:extLst>
            </p:cNvPr>
            <p:cNvSpPr/>
            <p:nvPr/>
          </p:nvSpPr>
          <p:spPr>
            <a:xfrm>
              <a:off x="10402180" y="1554616"/>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grpSp>
    </p:spTree>
    <p:extLst>
      <p:ext uri="{BB962C8B-B14F-4D97-AF65-F5344CB8AC3E}">
        <p14:creationId xmlns:p14="http://schemas.microsoft.com/office/powerpoint/2010/main" val="1874237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38836D63-6DFE-46AB-94A1-E6206E2D3EB9}"/>
              </a:ext>
            </a:extLst>
          </p:cNvPr>
          <p:cNvSpPr>
            <a:spLocks noGrp="1"/>
          </p:cNvSpPr>
          <p:nvPr>
            <p:ph type="title"/>
          </p:nvPr>
        </p:nvSpPr>
        <p:spPr>
          <a:xfrm>
            <a:off x="838200" y="365126"/>
            <a:ext cx="10515600" cy="680018"/>
          </a:xfrm>
        </p:spPr>
        <p:txBody>
          <a:bodyPr>
            <a:normAutofit fontScale="90000"/>
          </a:bodyPr>
          <a:lstStyle/>
          <a:p>
            <a:r>
              <a:rPr lang="en-US" dirty="0"/>
              <a:t>Target effect of each WHY Canvas</a:t>
            </a:r>
          </a:p>
        </p:txBody>
      </p:sp>
      <p:sp>
        <p:nvSpPr>
          <p:cNvPr id="180" name="ZoneTexte 179">
            <a:extLst>
              <a:ext uri="{FF2B5EF4-FFF2-40B4-BE49-F238E27FC236}">
                <a16:creationId xmlns:a16="http://schemas.microsoft.com/office/drawing/2014/main" id="{DDA1A4E1-96B5-42AD-B469-802EE7E61B72}"/>
              </a:ext>
            </a:extLst>
          </p:cNvPr>
          <p:cNvSpPr txBox="1"/>
          <p:nvPr/>
        </p:nvSpPr>
        <p:spPr>
          <a:xfrm>
            <a:off x="429516" y="2861075"/>
            <a:ext cx="3505477" cy="523220"/>
          </a:xfrm>
          <a:prstGeom prst="rect">
            <a:avLst/>
          </a:prstGeom>
          <a:noFill/>
        </p:spPr>
        <p:txBody>
          <a:bodyPr wrap="square" rtlCol="0">
            <a:spAutoFit/>
          </a:bodyPr>
          <a:lstStyle/>
          <a:p>
            <a:pPr algn="ctr"/>
            <a:r>
              <a:rPr lang="en-US" sz="1400" i="1"/>
              <a:t>“We have an idea of the story we want to tell in the future”</a:t>
            </a:r>
            <a:endParaRPr lang="en-US" sz="1400" i="1">
              <a:solidFill>
                <a:srgbClr val="ED7D31"/>
              </a:solidFill>
            </a:endParaRPr>
          </a:p>
        </p:txBody>
      </p:sp>
      <p:sp>
        <p:nvSpPr>
          <p:cNvPr id="181" name="ZoneTexte 180">
            <a:extLst>
              <a:ext uri="{FF2B5EF4-FFF2-40B4-BE49-F238E27FC236}">
                <a16:creationId xmlns:a16="http://schemas.microsoft.com/office/drawing/2014/main" id="{A8C608CE-75EF-4A8A-A18F-954494591C84}"/>
              </a:ext>
            </a:extLst>
          </p:cNvPr>
          <p:cNvSpPr txBox="1"/>
          <p:nvPr/>
        </p:nvSpPr>
        <p:spPr>
          <a:xfrm>
            <a:off x="4786528" y="2792904"/>
            <a:ext cx="2915439" cy="307777"/>
          </a:xfrm>
          <a:prstGeom prst="rect">
            <a:avLst/>
          </a:prstGeom>
          <a:noFill/>
        </p:spPr>
        <p:txBody>
          <a:bodyPr wrap="square" rtlCol="0">
            <a:spAutoFit/>
          </a:bodyPr>
          <a:lstStyle/>
          <a:p>
            <a:pPr algn="ctr"/>
            <a:r>
              <a:rPr lang="en-US" sz="1400" i="1" dirty="0"/>
              <a:t>“Let’s work TOGETHER”</a:t>
            </a:r>
          </a:p>
        </p:txBody>
      </p:sp>
      <p:sp>
        <p:nvSpPr>
          <p:cNvPr id="182" name="ZoneTexte 181">
            <a:extLst>
              <a:ext uri="{FF2B5EF4-FFF2-40B4-BE49-F238E27FC236}">
                <a16:creationId xmlns:a16="http://schemas.microsoft.com/office/drawing/2014/main" id="{36E315AB-7B21-4E5C-86B8-1A9AB35947FF}"/>
              </a:ext>
            </a:extLst>
          </p:cNvPr>
          <p:cNvSpPr txBox="1"/>
          <p:nvPr/>
        </p:nvSpPr>
        <p:spPr>
          <a:xfrm>
            <a:off x="8240044" y="2806574"/>
            <a:ext cx="3505477" cy="307777"/>
          </a:xfrm>
          <a:prstGeom prst="rect">
            <a:avLst/>
          </a:prstGeom>
          <a:noFill/>
        </p:spPr>
        <p:txBody>
          <a:bodyPr wrap="square" rtlCol="0">
            <a:spAutoFit/>
          </a:bodyPr>
          <a:lstStyle/>
          <a:p>
            <a:pPr algn="ctr"/>
            <a:r>
              <a:rPr lang="en-US" sz="1400" i="1" dirty="0"/>
              <a:t>“Let’s start NOW”</a:t>
            </a:r>
            <a:endParaRPr lang="en-US" sz="1400" i="1" dirty="0">
              <a:solidFill>
                <a:srgbClr val="ED7D31"/>
              </a:solidFill>
            </a:endParaRPr>
          </a:p>
        </p:txBody>
      </p:sp>
      <p:sp>
        <p:nvSpPr>
          <p:cNvPr id="183" name="ZoneTexte 182">
            <a:extLst>
              <a:ext uri="{FF2B5EF4-FFF2-40B4-BE49-F238E27FC236}">
                <a16:creationId xmlns:a16="http://schemas.microsoft.com/office/drawing/2014/main" id="{ABFBEC17-2C98-486C-801B-0392178A06BA}"/>
              </a:ext>
            </a:extLst>
          </p:cNvPr>
          <p:cNvSpPr txBox="1"/>
          <p:nvPr/>
        </p:nvSpPr>
        <p:spPr>
          <a:xfrm>
            <a:off x="735319" y="5607126"/>
            <a:ext cx="3024718" cy="307777"/>
          </a:xfrm>
          <a:prstGeom prst="rect">
            <a:avLst/>
          </a:prstGeom>
          <a:noFill/>
        </p:spPr>
        <p:txBody>
          <a:bodyPr wrap="square" rtlCol="0">
            <a:spAutoFit/>
          </a:bodyPr>
          <a:lstStyle/>
          <a:p>
            <a:pPr algn="ctr"/>
            <a:r>
              <a:rPr lang="en-US" sz="1400" i="1" dirty="0"/>
              <a:t>“Let’s move towards THESE PEOPLE”</a:t>
            </a:r>
          </a:p>
        </p:txBody>
      </p:sp>
      <p:sp>
        <p:nvSpPr>
          <p:cNvPr id="184" name="ZoneTexte 183">
            <a:extLst>
              <a:ext uri="{FF2B5EF4-FFF2-40B4-BE49-F238E27FC236}">
                <a16:creationId xmlns:a16="http://schemas.microsoft.com/office/drawing/2014/main" id="{63AEEA97-8883-401C-AD16-3087BF270664}"/>
              </a:ext>
            </a:extLst>
          </p:cNvPr>
          <p:cNvSpPr txBox="1"/>
          <p:nvPr/>
        </p:nvSpPr>
        <p:spPr>
          <a:xfrm>
            <a:off x="4729911" y="5607126"/>
            <a:ext cx="3024718" cy="523220"/>
          </a:xfrm>
          <a:prstGeom prst="rect">
            <a:avLst/>
          </a:prstGeom>
          <a:noFill/>
        </p:spPr>
        <p:txBody>
          <a:bodyPr wrap="square" rtlCol="0">
            <a:spAutoFit/>
          </a:bodyPr>
          <a:lstStyle/>
          <a:p>
            <a:pPr algn="ctr"/>
            <a:r>
              <a:rPr lang="en-US" sz="1400" i="1" dirty="0"/>
              <a:t>“Let’s bring the BEST CHANGES and keep the BEST PRACTICES”</a:t>
            </a:r>
          </a:p>
        </p:txBody>
      </p:sp>
      <p:sp>
        <p:nvSpPr>
          <p:cNvPr id="185" name="ZoneTexte 184">
            <a:extLst>
              <a:ext uri="{FF2B5EF4-FFF2-40B4-BE49-F238E27FC236}">
                <a16:creationId xmlns:a16="http://schemas.microsoft.com/office/drawing/2014/main" id="{7C0701B0-6A32-4967-B891-50888B09595C}"/>
              </a:ext>
            </a:extLst>
          </p:cNvPr>
          <p:cNvSpPr txBox="1"/>
          <p:nvPr/>
        </p:nvSpPr>
        <p:spPr>
          <a:xfrm>
            <a:off x="8401126" y="5602269"/>
            <a:ext cx="3224167" cy="523220"/>
          </a:xfrm>
          <a:prstGeom prst="rect">
            <a:avLst/>
          </a:prstGeom>
          <a:noFill/>
        </p:spPr>
        <p:txBody>
          <a:bodyPr wrap="square" rtlCol="0">
            <a:spAutoFit/>
          </a:bodyPr>
          <a:lstStyle/>
          <a:p>
            <a:pPr algn="ctr"/>
            <a:r>
              <a:rPr lang="en-US" sz="1400" i="1" dirty="0"/>
              <a:t>“Let’s TRY and trust our capacity to bounce on circumstances”</a:t>
            </a:r>
            <a:endParaRPr lang="en-US" sz="1400" i="1" dirty="0">
              <a:solidFill>
                <a:srgbClr val="ED7D31"/>
              </a:solidFill>
            </a:endParaRPr>
          </a:p>
        </p:txBody>
      </p:sp>
      <p:grpSp>
        <p:nvGrpSpPr>
          <p:cNvPr id="5" name="Gruppo 4">
            <a:extLst>
              <a:ext uri="{FF2B5EF4-FFF2-40B4-BE49-F238E27FC236}">
                <a16:creationId xmlns:a16="http://schemas.microsoft.com/office/drawing/2014/main" id="{F83A49B8-043A-ABA9-BF04-C0FDDFA370BA}"/>
              </a:ext>
            </a:extLst>
          </p:cNvPr>
          <p:cNvGrpSpPr/>
          <p:nvPr/>
        </p:nvGrpSpPr>
        <p:grpSpPr>
          <a:xfrm>
            <a:off x="1127051" y="1510081"/>
            <a:ext cx="10134048" cy="3929563"/>
            <a:chOff x="1127051" y="1510081"/>
            <a:chExt cx="10134048" cy="3929563"/>
          </a:xfrm>
        </p:grpSpPr>
        <p:grpSp>
          <p:nvGrpSpPr>
            <p:cNvPr id="6" name="Groupe 5">
              <a:extLst>
                <a:ext uri="{FF2B5EF4-FFF2-40B4-BE49-F238E27FC236}">
                  <a16:creationId xmlns:a16="http://schemas.microsoft.com/office/drawing/2014/main" id="{F81F2C56-FC5C-42EB-A91F-4A356A30D949}"/>
                </a:ext>
              </a:extLst>
            </p:cNvPr>
            <p:cNvGrpSpPr/>
            <p:nvPr/>
          </p:nvGrpSpPr>
          <p:grpSpPr>
            <a:xfrm>
              <a:off x="1127051" y="1528302"/>
              <a:ext cx="2328941" cy="1090103"/>
              <a:chOff x="463550" y="1420160"/>
              <a:chExt cx="11264900" cy="5272740"/>
            </a:xfrm>
          </p:grpSpPr>
          <p:sp>
            <p:nvSpPr>
              <p:cNvPr id="7" name="Trapèze 6">
                <a:extLst>
                  <a:ext uri="{FF2B5EF4-FFF2-40B4-BE49-F238E27FC236}">
                    <a16:creationId xmlns:a16="http://schemas.microsoft.com/office/drawing/2014/main" id="{4743612D-0E95-4FA6-A892-6C5B65B9E761}"/>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b="1" dirty="0"/>
                  <a:t>CAUSE</a:t>
                </a:r>
              </a:p>
            </p:txBody>
          </p:sp>
          <p:sp>
            <p:nvSpPr>
              <p:cNvPr id="8" name="Triangle isocèle 7">
                <a:extLst>
                  <a:ext uri="{FF2B5EF4-FFF2-40B4-BE49-F238E27FC236}">
                    <a16:creationId xmlns:a16="http://schemas.microsoft.com/office/drawing/2014/main" id="{A71530D7-CB14-43CF-BBDC-05205DB884C2}"/>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t>GREAT GOAL</a:t>
                </a:r>
              </a:p>
              <a:p>
                <a:pPr algn="ctr"/>
                <a:endParaRPr lang="en-US" sz="600"/>
              </a:p>
            </p:txBody>
          </p:sp>
          <p:grpSp>
            <p:nvGrpSpPr>
              <p:cNvPr id="9" name="Groupe 8">
                <a:extLst>
                  <a:ext uri="{FF2B5EF4-FFF2-40B4-BE49-F238E27FC236}">
                    <a16:creationId xmlns:a16="http://schemas.microsoft.com/office/drawing/2014/main" id="{4A81CFD3-AF2F-4A32-934F-C5B9B0BB3FE9}"/>
                  </a:ext>
                </a:extLst>
              </p:cNvPr>
              <p:cNvGrpSpPr/>
              <p:nvPr/>
            </p:nvGrpSpPr>
            <p:grpSpPr>
              <a:xfrm>
                <a:off x="1527175" y="3040767"/>
                <a:ext cx="9137650" cy="1969383"/>
                <a:chOff x="1644650" y="3040767"/>
                <a:chExt cx="9137650" cy="1907219"/>
              </a:xfrm>
            </p:grpSpPr>
            <p:sp>
              <p:nvSpPr>
                <p:cNvPr id="12" name="Trapèze 11">
                  <a:extLst>
                    <a:ext uri="{FF2B5EF4-FFF2-40B4-BE49-F238E27FC236}">
                      <a16:creationId xmlns:a16="http://schemas.microsoft.com/office/drawing/2014/main" id="{3AC45F21-4A70-4345-A9A3-08D7B8969937}"/>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BAD MEMORIES</a:t>
                  </a:r>
                  <a:endParaRPr lang="en-US" sz="300"/>
                </a:p>
              </p:txBody>
            </p:sp>
            <p:sp>
              <p:nvSpPr>
                <p:cNvPr id="13" name="Trapèze 12">
                  <a:extLst>
                    <a:ext uri="{FF2B5EF4-FFF2-40B4-BE49-F238E27FC236}">
                      <a16:creationId xmlns:a16="http://schemas.microsoft.com/office/drawing/2014/main" id="{E168BC59-16B7-45CD-B3DA-278835C61955}"/>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dirty="0"/>
                    <a:t>WRONG FICTIVE STORIES - RISKS</a:t>
                  </a:r>
                </a:p>
              </p:txBody>
            </p:sp>
            <p:sp>
              <p:nvSpPr>
                <p:cNvPr id="14" name="Trapèze 13">
                  <a:extLst>
                    <a:ext uri="{FF2B5EF4-FFF2-40B4-BE49-F238E27FC236}">
                      <a16:creationId xmlns:a16="http://schemas.microsoft.com/office/drawing/2014/main" id="{1BF4DF4C-F19E-4C2B-80B6-86E9FDF7E913}"/>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GOOD MEMORIES</a:t>
                  </a:r>
                  <a:endParaRPr lang="en-US" sz="300"/>
                </a:p>
              </p:txBody>
            </p:sp>
            <p:sp>
              <p:nvSpPr>
                <p:cNvPr id="15" name="Trapèze 14">
                  <a:extLst>
                    <a:ext uri="{FF2B5EF4-FFF2-40B4-BE49-F238E27FC236}">
                      <a16:creationId xmlns:a16="http://schemas.microsoft.com/office/drawing/2014/main" id="{47FDFEDF-F2F2-4825-A4C1-32EA65A2B2EA}"/>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IDEAL STORIES</a:t>
                  </a:r>
                </a:p>
              </p:txBody>
            </p:sp>
          </p:grpSp>
          <p:sp>
            <p:nvSpPr>
              <p:cNvPr id="10" name="Triangle isocèle 9">
                <a:extLst>
                  <a:ext uri="{FF2B5EF4-FFF2-40B4-BE49-F238E27FC236}">
                    <a16:creationId xmlns:a16="http://schemas.microsoft.com/office/drawing/2014/main" id="{A58BB35F-7816-44D4-B00F-3E5D81E27EAE}"/>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 name="ZoneTexte 10">
                <a:extLst>
                  <a:ext uri="{FF2B5EF4-FFF2-40B4-BE49-F238E27FC236}">
                    <a16:creationId xmlns:a16="http://schemas.microsoft.com/office/drawing/2014/main" id="{302820B5-91C0-4193-AD45-F3968FA0F56C}"/>
                  </a:ext>
                </a:extLst>
              </p:cNvPr>
              <p:cNvSpPr txBox="1"/>
              <p:nvPr/>
            </p:nvSpPr>
            <p:spPr>
              <a:xfrm>
                <a:off x="4952497" y="3044170"/>
                <a:ext cx="2287007" cy="744344"/>
              </a:xfrm>
              <a:prstGeom prst="rect">
                <a:avLst/>
              </a:prstGeom>
              <a:noFill/>
            </p:spPr>
            <p:txBody>
              <a:bodyPr wrap="square">
                <a:spAutoFit/>
              </a:bodyPr>
              <a:lstStyle/>
              <a:p>
                <a:pPr algn="ctr"/>
                <a:r>
                  <a:rPr lang="en-US" sz="400" b="1"/>
                  <a:t>CONDITIONS</a:t>
                </a:r>
              </a:p>
            </p:txBody>
          </p:sp>
        </p:grpSp>
        <p:grpSp>
          <p:nvGrpSpPr>
            <p:cNvPr id="173" name="Groupe 172">
              <a:extLst>
                <a:ext uri="{FF2B5EF4-FFF2-40B4-BE49-F238E27FC236}">
                  <a16:creationId xmlns:a16="http://schemas.microsoft.com/office/drawing/2014/main" id="{36C573ED-2DDD-45A0-8ECD-8441E6290E94}"/>
                </a:ext>
              </a:extLst>
            </p:cNvPr>
            <p:cNvGrpSpPr/>
            <p:nvPr/>
          </p:nvGrpSpPr>
          <p:grpSpPr>
            <a:xfrm>
              <a:off x="4719990" y="1510081"/>
              <a:ext cx="3001901" cy="1119025"/>
              <a:chOff x="7527020" y="2036345"/>
              <a:chExt cx="3826780" cy="1426517"/>
            </a:xfrm>
          </p:grpSpPr>
          <p:grpSp>
            <p:nvGrpSpPr>
              <p:cNvPr id="33" name="Groupe 32">
                <a:extLst>
                  <a:ext uri="{FF2B5EF4-FFF2-40B4-BE49-F238E27FC236}">
                    <a16:creationId xmlns:a16="http://schemas.microsoft.com/office/drawing/2014/main" id="{261A8053-89DB-4FB0-B1E6-673EC35351F7}"/>
                  </a:ext>
                </a:extLst>
              </p:cNvPr>
              <p:cNvGrpSpPr/>
              <p:nvPr/>
            </p:nvGrpSpPr>
            <p:grpSpPr>
              <a:xfrm>
                <a:off x="10055197" y="2036345"/>
                <a:ext cx="1298603" cy="1298603"/>
                <a:chOff x="9835911" y="2807662"/>
                <a:chExt cx="1796250" cy="1796250"/>
              </a:xfrm>
            </p:grpSpPr>
            <p:pic>
              <p:nvPicPr>
                <p:cNvPr id="50" name="Graphique 49" descr="Cathédrale avec un remplissage uni">
                  <a:extLst>
                    <a:ext uri="{FF2B5EF4-FFF2-40B4-BE49-F238E27FC236}">
                      <a16:creationId xmlns:a16="http://schemas.microsoft.com/office/drawing/2014/main" id="{ECA6B174-326F-4EF1-B262-67E82014D23C}"/>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835911" y="2807662"/>
                  <a:ext cx="1796250" cy="1796250"/>
                </a:xfrm>
                <a:prstGeom prst="rect">
                  <a:avLst/>
                </a:prstGeom>
              </p:spPr>
            </p:pic>
            <p:sp>
              <p:nvSpPr>
                <p:cNvPr id="51" name="Rectangle 50">
                  <a:extLst>
                    <a:ext uri="{FF2B5EF4-FFF2-40B4-BE49-F238E27FC236}">
                      <a16:creationId xmlns:a16="http://schemas.microsoft.com/office/drawing/2014/main" id="{910AC9FB-9470-4F43-9CBB-ACDE5D101C30}"/>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51">
                  <a:extLst>
                    <a:ext uri="{FF2B5EF4-FFF2-40B4-BE49-F238E27FC236}">
                      <a16:creationId xmlns:a16="http://schemas.microsoft.com/office/drawing/2014/main" id="{A94E8C19-E760-4725-9330-73DC86C0DCE6}"/>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52">
                  <a:extLst>
                    <a:ext uri="{FF2B5EF4-FFF2-40B4-BE49-F238E27FC236}">
                      <a16:creationId xmlns:a16="http://schemas.microsoft.com/office/drawing/2014/main" id="{EACF0D40-8792-4F94-94EA-2ADACE8AD6E7}"/>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53">
                  <a:extLst>
                    <a:ext uri="{FF2B5EF4-FFF2-40B4-BE49-F238E27FC236}">
                      <a16:creationId xmlns:a16="http://schemas.microsoft.com/office/drawing/2014/main" id="{8BE1BBFE-5B40-4A1A-88D7-615444BBE586}"/>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54">
                  <a:extLst>
                    <a:ext uri="{FF2B5EF4-FFF2-40B4-BE49-F238E27FC236}">
                      <a16:creationId xmlns:a16="http://schemas.microsoft.com/office/drawing/2014/main" id="{B56C609E-5C22-4E3F-9514-D2411E536DAD}"/>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55">
                  <a:extLst>
                    <a:ext uri="{FF2B5EF4-FFF2-40B4-BE49-F238E27FC236}">
                      <a16:creationId xmlns:a16="http://schemas.microsoft.com/office/drawing/2014/main" id="{DC39F6B5-9152-48AC-BC1F-185EC10986B8}"/>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Rectangle 56">
                  <a:extLst>
                    <a:ext uri="{FF2B5EF4-FFF2-40B4-BE49-F238E27FC236}">
                      <a16:creationId xmlns:a16="http://schemas.microsoft.com/office/drawing/2014/main" id="{16452F9A-E369-4DF8-8BA6-C48572D43E41}"/>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57">
                  <a:extLst>
                    <a:ext uri="{FF2B5EF4-FFF2-40B4-BE49-F238E27FC236}">
                      <a16:creationId xmlns:a16="http://schemas.microsoft.com/office/drawing/2014/main" id="{AEEE7CD0-7B77-4C04-9300-E6041B9F8084}"/>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Rectangle 58">
                  <a:extLst>
                    <a:ext uri="{FF2B5EF4-FFF2-40B4-BE49-F238E27FC236}">
                      <a16:creationId xmlns:a16="http://schemas.microsoft.com/office/drawing/2014/main" id="{E2801E31-3A13-4A00-AF02-65B7EB744D24}"/>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59">
                  <a:extLst>
                    <a:ext uri="{FF2B5EF4-FFF2-40B4-BE49-F238E27FC236}">
                      <a16:creationId xmlns:a16="http://schemas.microsoft.com/office/drawing/2014/main" id="{8BEA4D33-182E-4C2C-8AE2-31203D588B3A}"/>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Rectangle 60">
                  <a:extLst>
                    <a:ext uri="{FF2B5EF4-FFF2-40B4-BE49-F238E27FC236}">
                      <a16:creationId xmlns:a16="http://schemas.microsoft.com/office/drawing/2014/main" id="{69CAFA45-E325-4D44-849D-02BA1995F2D7}"/>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61">
                  <a:extLst>
                    <a:ext uri="{FF2B5EF4-FFF2-40B4-BE49-F238E27FC236}">
                      <a16:creationId xmlns:a16="http://schemas.microsoft.com/office/drawing/2014/main" id="{BA7A1BAE-F22B-40F8-B69E-330D8A429231}"/>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Rectangle 62">
                  <a:extLst>
                    <a:ext uri="{FF2B5EF4-FFF2-40B4-BE49-F238E27FC236}">
                      <a16:creationId xmlns:a16="http://schemas.microsoft.com/office/drawing/2014/main" id="{15E57D91-1734-4707-B636-EC7A42B75648}"/>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Rectangle 63">
                  <a:extLst>
                    <a:ext uri="{FF2B5EF4-FFF2-40B4-BE49-F238E27FC236}">
                      <a16:creationId xmlns:a16="http://schemas.microsoft.com/office/drawing/2014/main" id="{7EB82026-5C2F-4E72-B70A-A9575C1EC076}"/>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Rectangle 64">
                  <a:extLst>
                    <a:ext uri="{FF2B5EF4-FFF2-40B4-BE49-F238E27FC236}">
                      <a16:creationId xmlns:a16="http://schemas.microsoft.com/office/drawing/2014/main" id="{427E0018-0073-4AB8-910D-5FB0A93B1E4E}"/>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65">
                  <a:extLst>
                    <a:ext uri="{FF2B5EF4-FFF2-40B4-BE49-F238E27FC236}">
                      <a16:creationId xmlns:a16="http://schemas.microsoft.com/office/drawing/2014/main" id="{8FA8812D-2969-4E95-BCAA-1842BCBD2758}"/>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Rectangle 66">
                  <a:extLst>
                    <a:ext uri="{FF2B5EF4-FFF2-40B4-BE49-F238E27FC236}">
                      <a16:creationId xmlns:a16="http://schemas.microsoft.com/office/drawing/2014/main" id="{2A6AED67-B7B5-47FD-A882-1A895EEDAFC2}"/>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Rectangle 67">
                  <a:extLst>
                    <a:ext uri="{FF2B5EF4-FFF2-40B4-BE49-F238E27FC236}">
                      <a16:creationId xmlns:a16="http://schemas.microsoft.com/office/drawing/2014/main" id="{A0F42609-CCFE-42D6-A072-84A86DE5D4C6}"/>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68">
                  <a:extLst>
                    <a:ext uri="{FF2B5EF4-FFF2-40B4-BE49-F238E27FC236}">
                      <a16:creationId xmlns:a16="http://schemas.microsoft.com/office/drawing/2014/main" id="{7F5141EA-528D-4C38-A637-4CBB675BAF92}"/>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69">
                  <a:extLst>
                    <a:ext uri="{FF2B5EF4-FFF2-40B4-BE49-F238E27FC236}">
                      <a16:creationId xmlns:a16="http://schemas.microsoft.com/office/drawing/2014/main" id="{8A6E6DAC-A064-4A79-AB44-7501B41B4875}"/>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70">
                  <a:extLst>
                    <a:ext uri="{FF2B5EF4-FFF2-40B4-BE49-F238E27FC236}">
                      <a16:creationId xmlns:a16="http://schemas.microsoft.com/office/drawing/2014/main" id="{65174E8C-1D14-4B2F-8FB2-B20796D276A3}"/>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71">
                  <a:extLst>
                    <a:ext uri="{FF2B5EF4-FFF2-40B4-BE49-F238E27FC236}">
                      <a16:creationId xmlns:a16="http://schemas.microsoft.com/office/drawing/2014/main" id="{5F8091C7-9BEB-485F-9BF1-0F230C0739AA}"/>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72">
                  <a:extLst>
                    <a:ext uri="{FF2B5EF4-FFF2-40B4-BE49-F238E27FC236}">
                      <a16:creationId xmlns:a16="http://schemas.microsoft.com/office/drawing/2014/main" id="{7A099271-5185-47AE-8FFA-138E828B2735}"/>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73">
                  <a:extLst>
                    <a:ext uri="{FF2B5EF4-FFF2-40B4-BE49-F238E27FC236}">
                      <a16:creationId xmlns:a16="http://schemas.microsoft.com/office/drawing/2014/main" id="{595C006A-D5DE-4981-AD4D-EB49FE0B6970}"/>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74">
                  <a:extLst>
                    <a:ext uri="{FF2B5EF4-FFF2-40B4-BE49-F238E27FC236}">
                      <a16:creationId xmlns:a16="http://schemas.microsoft.com/office/drawing/2014/main" id="{4F6AD431-FD9E-419C-B5C7-DDCACC0AF5E4}"/>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75">
                  <a:extLst>
                    <a:ext uri="{FF2B5EF4-FFF2-40B4-BE49-F238E27FC236}">
                      <a16:creationId xmlns:a16="http://schemas.microsoft.com/office/drawing/2014/main" id="{26A02868-896B-43A3-8135-7A7D4639403D}"/>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76">
                  <a:extLst>
                    <a:ext uri="{FF2B5EF4-FFF2-40B4-BE49-F238E27FC236}">
                      <a16:creationId xmlns:a16="http://schemas.microsoft.com/office/drawing/2014/main" id="{1A350117-A9C9-40DC-BBCC-BE39D26BF970}"/>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Rectangle 77">
                  <a:extLst>
                    <a:ext uri="{FF2B5EF4-FFF2-40B4-BE49-F238E27FC236}">
                      <a16:creationId xmlns:a16="http://schemas.microsoft.com/office/drawing/2014/main" id="{712E6D59-8A6A-492D-98FC-B38C0AB141C2}"/>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78">
                  <a:extLst>
                    <a:ext uri="{FF2B5EF4-FFF2-40B4-BE49-F238E27FC236}">
                      <a16:creationId xmlns:a16="http://schemas.microsoft.com/office/drawing/2014/main" id="{8820B401-F6C3-4C5D-8D7B-38DDA44DD42F}"/>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79">
                  <a:extLst>
                    <a:ext uri="{FF2B5EF4-FFF2-40B4-BE49-F238E27FC236}">
                      <a16:creationId xmlns:a16="http://schemas.microsoft.com/office/drawing/2014/main" id="{C3A46CC8-484F-4084-9737-E3B1A738D6C3}"/>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80">
                  <a:extLst>
                    <a:ext uri="{FF2B5EF4-FFF2-40B4-BE49-F238E27FC236}">
                      <a16:creationId xmlns:a16="http://schemas.microsoft.com/office/drawing/2014/main" id="{2A526F6E-9A2E-4957-AF2D-B9D4EE68E4B0}"/>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81">
                  <a:extLst>
                    <a:ext uri="{FF2B5EF4-FFF2-40B4-BE49-F238E27FC236}">
                      <a16:creationId xmlns:a16="http://schemas.microsoft.com/office/drawing/2014/main" id="{B4A668B0-F1ED-44E7-A0DB-3C052A987F36}"/>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82">
                  <a:extLst>
                    <a:ext uri="{FF2B5EF4-FFF2-40B4-BE49-F238E27FC236}">
                      <a16:creationId xmlns:a16="http://schemas.microsoft.com/office/drawing/2014/main" id="{2665197A-F23D-4D81-9CAD-5F39414E1080}"/>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83">
                  <a:extLst>
                    <a:ext uri="{FF2B5EF4-FFF2-40B4-BE49-F238E27FC236}">
                      <a16:creationId xmlns:a16="http://schemas.microsoft.com/office/drawing/2014/main" id="{84BA6480-BA16-434D-B3AE-C7ABC8341264}"/>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Rectangle 84">
                  <a:extLst>
                    <a:ext uri="{FF2B5EF4-FFF2-40B4-BE49-F238E27FC236}">
                      <a16:creationId xmlns:a16="http://schemas.microsoft.com/office/drawing/2014/main" id="{FE8B7327-34BF-4C63-98E8-1F6733FE9D39}"/>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85">
                  <a:extLst>
                    <a:ext uri="{FF2B5EF4-FFF2-40B4-BE49-F238E27FC236}">
                      <a16:creationId xmlns:a16="http://schemas.microsoft.com/office/drawing/2014/main" id="{8F36B8F7-F400-45F5-A532-FC91E946AE96}"/>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86">
                  <a:extLst>
                    <a:ext uri="{FF2B5EF4-FFF2-40B4-BE49-F238E27FC236}">
                      <a16:creationId xmlns:a16="http://schemas.microsoft.com/office/drawing/2014/main" id="{B6D82DCE-31B7-46D6-BC6D-DF24D0B2EB4B}"/>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87">
                  <a:extLst>
                    <a:ext uri="{FF2B5EF4-FFF2-40B4-BE49-F238E27FC236}">
                      <a16:creationId xmlns:a16="http://schemas.microsoft.com/office/drawing/2014/main" id="{FE841201-68F3-4124-A74C-4B305AE84D3D}"/>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88">
                  <a:extLst>
                    <a:ext uri="{FF2B5EF4-FFF2-40B4-BE49-F238E27FC236}">
                      <a16:creationId xmlns:a16="http://schemas.microsoft.com/office/drawing/2014/main" id="{87DFFE43-C42D-409E-A3EF-6B5110707141}"/>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89">
                  <a:extLst>
                    <a:ext uri="{FF2B5EF4-FFF2-40B4-BE49-F238E27FC236}">
                      <a16:creationId xmlns:a16="http://schemas.microsoft.com/office/drawing/2014/main" id="{880B595F-FF2F-4869-ABE3-F516239B4936}"/>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90">
                  <a:extLst>
                    <a:ext uri="{FF2B5EF4-FFF2-40B4-BE49-F238E27FC236}">
                      <a16:creationId xmlns:a16="http://schemas.microsoft.com/office/drawing/2014/main" id="{BC854FD4-987C-49E8-8594-9909B752512F}"/>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91">
                  <a:extLst>
                    <a:ext uri="{FF2B5EF4-FFF2-40B4-BE49-F238E27FC236}">
                      <a16:creationId xmlns:a16="http://schemas.microsoft.com/office/drawing/2014/main" id="{14EFD31E-9EBB-4B8B-88D8-7AF1792AC0CB}"/>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92">
                  <a:extLst>
                    <a:ext uri="{FF2B5EF4-FFF2-40B4-BE49-F238E27FC236}">
                      <a16:creationId xmlns:a16="http://schemas.microsoft.com/office/drawing/2014/main" id="{121ED887-806F-42CE-8D0F-B4C968DF4426}"/>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93">
                  <a:extLst>
                    <a:ext uri="{FF2B5EF4-FFF2-40B4-BE49-F238E27FC236}">
                      <a16:creationId xmlns:a16="http://schemas.microsoft.com/office/drawing/2014/main" id="{27C6A0BA-AECC-4197-A496-D606F2722630}"/>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94">
                  <a:extLst>
                    <a:ext uri="{FF2B5EF4-FFF2-40B4-BE49-F238E27FC236}">
                      <a16:creationId xmlns:a16="http://schemas.microsoft.com/office/drawing/2014/main" id="{ED9EF6FB-C938-4894-BB2B-FA4688CDFCCA}"/>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95">
                  <a:extLst>
                    <a:ext uri="{FF2B5EF4-FFF2-40B4-BE49-F238E27FC236}">
                      <a16:creationId xmlns:a16="http://schemas.microsoft.com/office/drawing/2014/main" id="{F68F7D7D-DADA-42F5-9CF1-18D5CA033224}"/>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96">
                  <a:extLst>
                    <a:ext uri="{FF2B5EF4-FFF2-40B4-BE49-F238E27FC236}">
                      <a16:creationId xmlns:a16="http://schemas.microsoft.com/office/drawing/2014/main" id="{3B6100CC-73DD-4DFC-A55A-E314F8002A13}"/>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97">
                  <a:extLst>
                    <a:ext uri="{FF2B5EF4-FFF2-40B4-BE49-F238E27FC236}">
                      <a16:creationId xmlns:a16="http://schemas.microsoft.com/office/drawing/2014/main" id="{7E93D1E9-CC47-4B53-AEB6-BA74D4B90F17}"/>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98">
                  <a:extLst>
                    <a:ext uri="{FF2B5EF4-FFF2-40B4-BE49-F238E27FC236}">
                      <a16:creationId xmlns:a16="http://schemas.microsoft.com/office/drawing/2014/main" id="{73123A61-FADA-4D59-BF5F-8279B3232CCA}"/>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99">
                  <a:extLst>
                    <a:ext uri="{FF2B5EF4-FFF2-40B4-BE49-F238E27FC236}">
                      <a16:creationId xmlns:a16="http://schemas.microsoft.com/office/drawing/2014/main" id="{0D2F5A8A-F8D1-400D-98D2-D4671FDD3D36}"/>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00">
                  <a:extLst>
                    <a:ext uri="{FF2B5EF4-FFF2-40B4-BE49-F238E27FC236}">
                      <a16:creationId xmlns:a16="http://schemas.microsoft.com/office/drawing/2014/main" id="{A5AC43E3-7F6B-41B2-9D7E-92A5171456E8}"/>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01">
                  <a:extLst>
                    <a:ext uri="{FF2B5EF4-FFF2-40B4-BE49-F238E27FC236}">
                      <a16:creationId xmlns:a16="http://schemas.microsoft.com/office/drawing/2014/main" id="{0BB3EB76-44FD-42C0-8932-E91E7771FB80}"/>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102">
                  <a:extLst>
                    <a:ext uri="{FF2B5EF4-FFF2-40B4-BE49-F238E27FC236}">
                      <a16:creationId xmlns:a16="http://schemas.microsoft.com/office/drawing/2014/main" id="{0EED64BA-CB10-4FAF-8264-FEC84FDA667D}"/>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Rectangle 103">
                  <a:extLst>
                    <a:ext uri="{FF2B5EF4-FFF2-40B4-BE49-F238E27FC236}">
                      <a16:creationId xmlns:a16="http://schemas.microsoft.com/office/drawing/2014/main" id="{87090F66-3E20-4BA5-A252-83CB96FB150A}"/>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Rectangle 104">
                  <a:extLst>
                    <a:ext uri="{FF2B5EF4-FFF2-40B4-BE49-F238E27FC236}">
                      <a16:creationId xmlns:a16="http://schemas.microsoft.com/office/drawing/2014/main" id="{6D00E74E-FD31-427E-A5A5-075AA72741EB}"/>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Rectangle 105">
                  <a:extLst>
                    <a:ext uri="{FF2B5EF4-FFF2-40B4-BE49-F238E27FC236}">
                      <a16:creationId xmlns:a16="http://schemas.microsoft.com/office/drawing/2014/main" id="{7BF60BEA-F3FD-484E-82A6-795D0EE4E977}"/>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06">
                  <a:extLst>
                    <a:ext uri="{FF2B5EF4-FFF2-40B4-BE49-F238E27FC236}">
                      <a16:creationId xmlns:a16="http://schemas.microsoft.com/office/drawing/2014/main" id="{3CD73D34-1FDE-49BE-859C-A2B327C74D1D}"/>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07">
                  <a:extLst>
                    <a:ext uri="{FF2B5EF4-FFF2-40B4-BE49-F238E27FC236}">
                      <a16:creationId xmlns:a16="http://schemas.microsoft.com/office/drawing/2014/main" id="{F639DF2B-D9CE-46CF-910E-B78522EADBE3}"/>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Rectangle 108">
                  <a:extLst>
                    <a:ext uri="{FF2B5EF4-FFF2-40B4-BE49-F238E27FC236}">
                      <a16:creationId xmlns:a16="http://schemas.microsoft.com/office/drawing/2014/main" id="{45B6A6D9-8A19-427F-B666-17B5CFD50738}"/>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0" name="Rectangle 109">
                  <a:extLst>
                    <a:ext uri="{FF2B5EF4-FFF2-40B4-BE49-F238E27FC236}">
                      <a16:creationId xmlns:a16="http://schemas.microsoft.com/office/drawing/2014/main" id="{6E1D6FA7-8564-4214-B9C4-D7A79592FA2E}"/>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Rectangle 110">
                  <a:extLst>
                    <a:ext uri="{FF2B5EF4-FFF2-40B4-BE49-F238E27FC236}">
                      <a16:creationId xmlns:a16="http://schemas.microsoft.com/office/drawing/2014/main" id="{0D63E776-D1A7-4691-9529-604C8D973978}"/>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2" name="Rectangle 111">
                  <a:extLst>
                    <a:ext uri="{FF2B5EF4-FFF2-40B4-BE49-F238E27FC236}">
                      <a16:creationId xmlns:a16="http://schemas.microsoft.com/office/drawing/2014/main" id="{69557EB4-6D05-41E5-8344-DB81B4211CF0}"/>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53" name="Groupe 152">
                <a:extLst>
                  <a:ext uri="{FF2B5EF4-FFF2-40B4-BE49-F238E27FC236}">
                    <a16:creationId xmlns:a16="http://schemas.microsoft.com/office/drawing/2014/main" id="{E923A2FE-870A-4B13-9C9D-E0B997DCBAF3}"/>
                  </a:ext>
                </a:extLst>
              </p:cNvPr>
              <p:cNvGrpSpPr/>
              <p:nvPr/>
            </p:nvGrpSpPr>
            <p:grpSpPr>
              <a:xfrm>
                <a:off x="7527020" y="2174293"/>
                <a:ext cx="1467257" cy="1169474"/>
                <a:chOff x="2609577" y="1563591"/>
                <a:chExt cx="1467257" cy="1169474"/>
              </a:xfrm>
            </p:grpSpPr>
            <p:grpSp>
              <p:nvGrpSpPr>
                <p:cNvPr id="154" name="Groupe 153">
                  <a:extLst>
                    <a:ext uri="{FF2B5EF4-FFF2-40B4-BE49-F238E27FC236}">
                      <a16:creationId xmlns:a16="http://schemas.microsoft.com/office/drawing/2014/main" id="{BEB2E3F4-DB49-450A-93CD-BA4C7647DBFE}"/>
                    </a:ext>
                  </a:extLst>
                </p:cNvPr>
                <p:cNvGrpSpPr/>
                <p:nvPr/>
              </p:nvGrpSpPr>
              <p:grpSpPr>
                <a:xfrm>
                  <a:off x="2609577" y="1563591"/>
                  <a:ext cx="1412109" cy="1169474"/>
                  <a:chOff x="2645545" y="3994190"/>
                  <a:chExt cx="1412109" cy="1169474"/>
                </a:xfrm>
              </p:grpSpPr>
              <p:pic>
                <p:nvPicPr>
                  <p:cNvPr id="156" name="Graphique 155" descr="Diable avec un remplissage uni">
                    <a:extLst>
                      <a:ext uri="{FF2B5EF4-FFF2-40B4-BE49-F238E27FC236}">
                        <a16:creationId xmlns:a16="http://schemas.microsoft.com/office/drawing/2014/main" id="{450597DF-974E-4CD3-81D5-4E564244AC81}"/>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037365" y="4143375"/>
                    <a:ext cx="1020289" cy="1020289"/>
                  </a:xfrm>
                  <a:prstGeom prst="rect">
                    <a:avLst/>
                  </a:prstGeom>
                </p:spPr>
              </p:pic>
              <p:pic>
                <p:nvPicPr>
                  <p:cNvPr id="157" name="Graphique 156" descr="Base-ball avec un remplissage uni">
                    <a:extLst>
                      <a:ext uri="{FF2B5EF4-FFF2-40B4-BE49-F238E27FC236}">
                        <a16:creationId xmlns:a16="http://schemas.microsoft.com/office/drawing/2014/main" id="{80983266-A0C0-4B07-AB9E-7926CFB2540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flipH="1">
                    <a:off x="2645545" y="4030462"/>
                    <a:ext cx="993713" cy="1133202"/>
                  </a:xfrm>
                  <a:prstGeom prst="rect">
                    <a:avLst/>
                  </a:prstGeom>
                </p:spPr>
              </p:pic>
              <p:sp>
                <p:nvSpPr>
                  <p:cNvPr id="158" name="Rectangle 157">
                    <a:extLst>
                      <a:ext uri="{FF2B5EF4-FFF2-40B4-BE49-F238E27FC236}">
                        <a16:creationId xmlns:a16="http://schemas.microsoft.com/office/drawing/2014/main" id="{A33E9C91-DE8D-4344-B222-A8C9E93C5269}"/>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5" name="Graphique 154" descr="Boîte à archives avec un remplissage uni">
                  <a:extLst>
                    <a:ext uri="{FF2B5EF4-FFF2-40B4-BE49-F238E27FC236}">
                      <a16:creationId xmlns:a16="http://schemas.microsoft.com/office/drawing/2014/main" id="{1A35B308-28DD-44B9-B815-1C665FA00AD6}"/>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rot="20255485">
                  <a:off x="3419733" y="1863768"/>
                  <a:ext cx="657101" cy="657101"/>
                </a:xfrm>
                <a:prstGeom prst="rect">
                  <a:avLst/>
                </a:prstGeom>
              </p:spPr>
            </p:pic>
          </p:grpSp>
          <p:grpSp>
            <p:nvGrpSpPr>
              <p:cNvPr id="159" name="Groupe 158">
                <a:extLst>
                  <a:ext uri="{FF2B5EF4-FFF2-40B4-BE49-F238E27FC236}">
                    <a16:creationId xmlns:a16="http://schemas.microsoft.com/office/drawing/2014/main" id="{83F99538-7261-4DC5-88F3-F475EFB91677}"/>
                  </a:ext>
                </a:extLst>
              </p:cNvPr>
              <p:cNvGrpSpPr/>
              <p:nvPr/>
            </p:nvGrpSpPr>
            <p:grpSpPr>
              <a:xfrm flipH="1">
                <a:off x="8944157" y="2297704"/>
                <a:ext cx="1093937" cy="1165158"/>
                <a:chOff x="1680627" y="1783722"/>
                <a:chExt cx="1331514" cy="1331514"/>
              </a:xfrm>
            </p:grpSpPr>
            <p:pic>
              <p:nvPicPr>
                <p:cNvPr id="160" name="Graphique 159" descr="Mur de briques en construction avec un remplissage uni">
                  <a:extLst>
                    <a:ext uri="{FF2B5EF4-FFF2-40B4-BE49-F238E27FC236}">
                      <a16:creationId xmlns:a16="http://schemas.microsoft.com/office/drawing/2014/main" id="{9FD566E8-9903-41BF-B024-27E14AF0F5E4}"/>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680627" y="1783722"/>
                  <a:ext cx="1331514" cy="1331514"/>
                </a:xfrm>
                <a:prstGeom prst="rect">
                  <a:avLst/>
                </a:prstGeom>
              </p:spPr>
            </p:pic>
            <p:sp>
              <p:nvSpPr>
                <p:cNvPr id="161" name="Rectangle 160">
                  <a:extLst>
                    <a:ext uri="{FF2B5EF4-FFF2-40B4-BE49-F238E27FC236}">
                      <a16:creationId xmlns:a16="http://schemas.microsoft.com/office/drawing/2014/main" id="{BB286622-82AB-4364-8416-52C34C46E0BF}"/>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2" name="Rectangle 161">
                  <a:extLst>
                    <a:ext uri="{FF2B5EF4-FFF2-40B4-BE49-F238E27FC236}">
                      <a16:creationId xmlns:a16="http://schemas.microsoft.com/office/drawing/2014/main" id="{DC3CCF92-9065-4BC3-8423-990F32C4FADC}"/>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3" name="Rectangle 162">
                  <a:extLst>
                    <a:ext uri="{FF2B5EF4-FFF2-40B4-BE49-F238E27FC236}">
                      <a16:creationId xmlns:a16="http://schemas.microsoft.com/office/drawing/2014/main" id="{616B57C2-4840-45D1-988A-8893BED507CF}"/>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4" name="Rectangle 163">
                  <a:extLst>
                    <a:ext uri="{FF2B5EF4-FFF2-40B4-BE49-F238E27FC236}">
                      <a16:creationId xmlns:a16="http://schemas.microsoft.com/office/drawing/2014/main" id="{C6CECCF0-25C9-4279-AEDC-B425E522D609}"/>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5" name="Rectangle 164">
                  <a:extLst>
                    <a:ext uri="{FF2B5EF4-FFF2-40B4-BE49-F238E27FC236}">
                      <a16:creationId xmlns:a16="http://schemas.microsoft.com/office/drawing/2014/main" id="{5D6AD566-8FDA-4335-84CE-2745ED611AD8}"/>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6" name="Rectangle 165">
                  <a:extLst>
                    <a:ext uri="{FF2B5EF4-FFF2-40B4-BE49-F238E27FC236}">
                      <a16:creationId xmlns:a16="http://schemas.microsoft.com/office/drawing/2014/main" id="{FF821FFB-0A98-4604-9396-1CB20A1D91D5}"/>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7" name="Rectangle 166">
                  <a:extLst>
                    <a:ext uri="{FF2B5EF4-FFF2-40B4-BE49-F238E27FC236}">
                      <a16:creationId xmlns:a16="http://schemas.microsoft.com/office/drawing/2014/main" id="{D028B255-E5C2-4E7C-8A05-364E884C9E17}"/>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8" name="Rectangle 167">
                  <a:extLst>
                    <a:ext uri="{FF2B5EF4-FFF2-40B4-BE49-F238E27FC236}">
                      <a16:creationId xmlns:a16="http://schemas.microsoft.com/office/drawing/2014/main" id="{C51F5D7A-2ED5-49BE-946C-6868FC60548F}"/>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9" name="Rectangle 168">
                  <a:extLst>
                    <a:ext uri="{FF2B5EF4-FFF2-40B4-BE49-F238E27FC236}">
                      <a16:creationId xmlns:a16="http://schemas.microsoft.com/office/drawing/2014/main" id="{FB6B9371-B022-4747-96F2-237C213E15E3}"/>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0" name="Rectangle 169">
                  <a:extLst>
                    <a:ext uri="{FF2B5EF4-FFF2-40B4-BE49-F238E27FC236}">
                      <a16:creationId xmlns:a16="http://schemas.microsoft.com/office/drawing/2014/main" id="{C9F24064-C35F-4B29-9744-5D9FB21AED86}"/>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1" name="Rectangle 170">
                  <a:extLst>
                    <a:ext uri="{FF2B5EF4-FFF2-40B4-BE49-F238E27FC236}">
                      <a16:creationId xmlns:a16="http://schemas.microsoft.com/office/drawing/2014/main" id="{868BE277-C70F-46E1-B895-F1EAD1AFC8C0}"/>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2" name="Rectangle 171">
                  <a:extLst>
                    <a:ext uri="{FF2B5EF4-FFF2-40B4-BE49-F238E27FC236}">
                      <a16:creationId xmlns:a16="http://schemas.microsoft.com/office/drawing/2014/main" id="{8E4CA0C9-7987-4877-B817-85E9E4E4C4C5}"/>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174" name="Groupe 173">
              <a:extLst>
                <a:ext uri="{FF2B5EF4-FFF2-40B4-BE49-F238E27FC236}">
                  <a16:creationId xmlns:a16="http://schemas.microsoft.com/office/drawing/2014/main" id="{4102CAF8-10F0-4072-800E-4EBEB6D3510B}"/>
                </a:ext>
              </a:extLst>
            </p:cNvPr>
            <p:cNvGrpSpPr/>
            <p:nvPr/>
          </p:nvGrpSpPr>
          <p:grpSpPr>
            <a:xfrm>
              <a:off x="8811398" y="1671748"/>
              <a:ext cx="2449701" cy="1195165"/>
              <a:chOff x="127000" y="915986"/>
              <a:chExt cx="12052300" cy="5880100"/>
            </a:xfrm>
          </p:grpSpPr>
          <p:sp>
            <p:nvSpPr>
              <p:cNvPr id="175" name="Flèche : droite 174">
                <a:extLst>
                  <a:ext uri="{FF2B5EF4-FFF2-40B4-BE49-F238E27FC236}">
                    <a16:creationId xmlns:a16="http://schemas.microsoft.com/office/drawing/2014/main" id="{0E8B1384-E70D-4F0B-8C85-CAE34F4251A3}"/>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endParaRPr>
              </a:p>
            </p:txBody>
          </p:sp>
          <p:sp>
            <p:nvSpPr>
              <p:cNvPr id="176" name="Rectangle 175">
                <a:extLst>
                  <a:ext uri="{FF2B5EF4-FFF2-40B4-BE49-F238E27FC236}">
                    <a16:creationId xmlns:a16="http://schemas.microsoft.com/office/drawing/2014/main" id="{A3DA068B-6E06-4FA5-98FA-82BB6C57A670}"/>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sp>
            <p:nvSpPr>
              <p:cNvPr id="177" name="Rectangle 176">
                <a:extLst>
                  <a:ext uri="{FF2B5EF4-FFF2-40B4-BE49-F238E27FC236}">
                    <a16:creationId xmlns:a16="http://schemas.microsoft.com/office/drawing/2014/main" id="{ADC6C2F7-04AE-486C-9B16-DD653DE24CE0}"/>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endParaRPr>
              </a:p>
            </p:txBody>
          </p:sp>
          <p:sp>
            <p:nvSpPr>
              <p:cNvPr id="178" name="Rectangle 177">
                <a:extLst>
                  <a:ext uri="{FF2B5EF4-FFF2-40B4-BE49-F238E27FC236}">
                    <a16:creationId xmlns:a16="http://schemas.microsoft.com/office/drawing/2014/main" id="{6D6E3682-ACDC-48C5-B4A4-78B83ED6CF4A}"/>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sp>
            <p:nvSpPr>
              <p:cNvPr id="179" name="Rectangle 178">
                <a:extLst>
                  <a:ext uri="{FF2B5EF4-FFF2-40B4-BE49-F238E27FC236}">
                    <a16:creationId xmlns:a16="http://schemas.microsoft.com/office/drawing/2014/main" id="{A53EFCB9-C09A-4E98-AF2C-7E6DDE9B9823}"/>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grpSp>
        <p:grpSp>
          <p:nvGrpSpPr>
            <p:cNvPr id="2" name="Groupe 1">
              <a:extLst>
                <a:ext uri="{FF2B5EF4-FFF2-40B4-BE49-F238E27FC236}">
                  <a16:creationId xmlns:a16="http://schemas.microsoft.com/office/drawing/2014/main" id="{A5AEB6CC-F4D4-40F1-B3FC-BBE9989EF586}"/>
                </a:ext>
              </a:extLst>
            </p:cNvPr>
            <p:cNvGrpSpPr/>
            <p:nvPr/>
          </p:nvGrpSpPr>
          <p:grpSpPr>
            <a:xfrm>
              <a:off x="5655037" y="3889628"/>
              <a:ext cx="1471902" cy="1550016"/>
              <a:chOff x="6119047" y="342948"/>
              <a:chExt cx="5553478" cy="5848201"/>
            </a:xfrm>
          </p:grpSpPr>
          <p:pic>
            <p:nvPicPr>
              <p:cNvPr id="113" name="Graphique 112" descr="Balance de la justice avec un remplissage uni">
                <a:extLst>
                  <a:ext uri="{FF2B5EF4-FFF2-40B4-BE49-F238E27FC236}">
                    <a16:creationId xmlns:a16="http://schemas.microsoft.com/office/drawing/2014/main" id="{D727BF1F-F629-4109-800D-114F9A0E6AC8}"/>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72" t="7530" r="8041" b="7105"/>
              <a:stretch/>
            </p:blipFill>
            <p:spPr>
              <a:xfrm>
                <a:off x="6521388" y="342948"/>
                <a:ext cx="4441794" cy="4461491"/>
              </a:xfrm>
              <a:prstGeom prst="rect">
                <a:avLst/>
              </a:prstGeom>
            </p:spPr>
          </p:pic>
          <p:sp>
            <p:nvSpPr>
              <p:cNvPr id="117" name="Rectangle 116">
                <a:extLst>
                  <a:ext uri="{FF2B5EF4-FFF2-40B4-BE49-F238E27FC236}">
                    <a16:creationId xmlns:a16="http://schemas.microsoft.com/office/drawing/2014/main" id="{519E6671-F7B7-4241-9CCE-B381EB88E414}"/>
                  </a:ext>
                </a:extLst>
              </p:cNvPr>
              <p:cNvSpPr/>
              <p:nvPr/>
            </p:nvSpPr>
            <p:spPr>
              <a:xfrm>
                <a:off x="6119047" y="220098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18" name="Rectangle 117">
                <a:extLst>
                  <a:ext uri="{FF2B5EF4-FFF2-40B4-BE49-F238E27FC236}">
                    <a16:creationId xmlns:a16="http://schemas.microsoft.com/office/drawing/2014/main" id="{400EA242-F69C-4C78-A78B-956E857FDB73}"/>
                  </a:ext>
                </a:extLst>
              </p:cNvPr>
              <p:cNvSpPr/>
              <p:nvPr/>
            </p:nvSpPr>
            <p:spPr>
              <a:xfrm>
                <a:off x="7279062" y="2219854"/>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19" name="Rectangle 118">
                <a:extLst>
                  <a:ext uri="{FF2B5EF4-FFF2-40B4-BE49-F238E27FC236}">
                    <a16:creationId xmlns:a16="http://schemas.microsoft.com/office/drawing/2014/main" id="{04855CDF-AB50-4765-AE79-5C9C827BD968}"/>
                  </a:ext>
                </a:extLst>
              </p:cNvPr>
              <p:cNvSpPr/>
              <p:nvPr/>
            </p:nvSpPr>
            <p:spPr>
              <a:xfrm>
                <a:off x="10494151"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0" name="Rectangle 119">
                <a:extLst>
                  <a:ext uri="{FF2B5EF4-FFF2-40B4-BE49-F238E27FC236}">
                    <a16:creationId xmlns:a16="http://schemas.microsoft.com/office/drawing/2014/main" id="{D2EDEB57-83B9-4AF8-8E49-6654A63479F0}"/>
                  </a:ext>
                </a:extLst>
              </p:cNvPr>
              <p:cNvSpPr/>
              <p:nvPr/>
            </p:nvSpPr>
            <p:spPr>
              <a:xfrm>
                <a:off x="7021611" y="144880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1" name="Rectangle 120">
                <a:extLst>
                  <a:ext uri="{FF2B5EF4-FFF2-40B4-BE49-F238E27FC236}">
                    <a16:creationId xmlns:a16="http://schemas.microsoft.com/office/drawing/2014/main" id="{83EC2602-0163-4F40-AB14-33AA150F2855}"/>
                  </a:ext>
                </a:extLst>
              </p:cNvPr>
              <p:cNvSpPr/>
              <p:nvPr/>
            </p:nvSpPr>
            <p:spPr>
              <a:xfrm>
                <a:off x="9694763" y="1481023"/>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2" name="Rectangle 121">
                <a:extLst>
                  <a:ext uri="{FF2B5EF4-FFF2-40B4-BE49-F238E27FC236}">
                    <a16:creationId xmlns:a16="http://schemas.microsoft.com/office/drawing/2014/main" id="{79E7C151-81A6-4CA9-8B46-7163A3939585}"/>
                  </a:ext>
                </a:extLst>
              </p:cNvPr>
              <p:cNvSpPr/>
              <p:nvPr/>
            </p:nvSpPr>
            <p:spPr>
              <a:xfrm>
                <a:off x="9243916"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3" name="Rectangle 122">
                <a:extLst>
                  <a:ext uri="{FF2B5EF4-FFF2-40B4-BE49-F238E27FC236}">
                    <a16:creationId xmlns:a16="http://schemas.microsoft.com/office/drawing/2014/main" id="{C13371B2-247C-4893-831F-248AF5EDEF0F}"/>
                  </a:ext>
                </a:extLst>
              </p:cNvPr>
              <p:cNvSpPr/>
              <p:nvPr/>
            </p:nvSpPr>
            <p:spPr>
              <a:xfrm>
                <a:off x="8741625"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4" name="Rectangle 123">
                <a:extLst>
                  <a:ext uri="{FF2B5EF4-FFF2-40B4-BE49-F238E27FC236}">
                    <a16:creationId xmlns:a16="http://schemas.microsoft.com/office/drawing/2014/main" id="{B7EE96ED-1FB3-4724-A510-E0ED95F23260}"/>
                  </a:ext>
                </a:extLst>
              </p:cNvPr>
              <p:cNvSpPr/>
              <p:nvPr/>
            </p:nvSpPr>
            <p:spPr>
              <a:xfrm>
                <a:off x="7491387"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5" name="Rectangle 124">
                <a:extLst>
                  <a:ext uri="{FF2B5EF4-FFF2-40B4-BE49-F238E27FC236}">
                    <a16:creationId xmlns:a16="http://schemas.microsoft.com/office/drawing/2014/main" id="{6A120DE3-C2E6-4E3F-B187-FC707F7D2965}"/>
                  </a:ext>
                </a:extLst>
              </p:cNvPr>
              <p:cNvSpPr/>
              <p:nvPr/>
            </p:nvSpPr>
            <p:spPr>
              <a:xfrm>
                <a:off x="8152438" y="5533037"/>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grpSp>
        <p:grpSp>
          <p:nvGrpSpPr>
            <p:cNvPr id="126" name="Groupe 125">
              <a:extLst>
                <a:ext uri="{FF2B5EF4-FFF2-40B4-BE49-F238E27FC236}">
                  <a16:creationId xmlns:a16="http://schemas.microsoft.com/office/drawing/2014/main" id="{7492EF25-FBA4-451D-99EA-BBF7E092517B}"/>
                </a:ext>
              </a:extLst>
            </p:cNvPr>
            <p:cNvGrpSpPr/>
            <p:nvPr/>
          </p:nvGrpSpPr>
          <p:grpSpPr>
            <a:xfrm>
              <a:off x="1420529" y="4111588"/>
              <a:ext cx="1618049" cy="1201642"/>
              <a:chOff x="4856111" y="1739195"/>
              <a:chExt cx="6696567" cy="4973195"/>
            </a:xfrm>
          </p:grpSpPr>
          <p:pic>
            <p:nvPicPr>
              <p:cNvPr id="127" name="Graphique 126" descr="Sphères de Harvey 100% avec un remplissage uni">
                <a:extLst>
                  <a:ext uri="{FF2B5EF4-FFF2-40B4-BE49-F238E27FC236}">
                    <a16:creationId xmlns:a16="http://schemas.microsoft.com/office/drawing/2014/main" id="{F6EC2676-9191-4B4B-8852-D8B82D45127A}"/>
                  </a:ext>
                </a:extLst>
              </p:cNvPr>
              <p:cNvPicPr>
                <a:picLocks noChangeAspect="1"/>
              </p:cNvPicPr>
              <p:nvPr/>
            </p:nvPicPr>
            <p:blipFill rotWithShape="1">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rcRect l="10326" t="10344" r="10326" b="10240"/>
              <a:stretch/>
            </p:blipFill>
            <p:spPr>
              <a:xfrm>
                <a:off x="4856111" y="3574539"/>
                <a:ext cx="1792339" cy="1793874"/>
              </a:xfrm>
              <a:prstGeom prst="rect">
                <a:avLst/>
              </a:prstGeom>
            </p:spPr>
          </p:pic>
          <p:grpSp>
            <p:nvGrpSpPr>
              <p:cNvPr id="129" name="Groupe 128">
                <a:extLst>
                  <a:ext uri="{FF2B5EF4-FFF2-40B4-BE49-F238E27FC236}">
                    <a16:creationId xmlns:a16="http://schemas.microsoft.com/office/drawing/2014/main" id="{637F6B16-A26A-4E0D-9F93-224A051D4AC4}"/>
                  </a:ext>
                </a:extLst>
              </p:cNvPr>
              <p:cNvGrpSpPr/>
              <p:nvPr/>
            </p:nvGrpSpPr>
            <p:grpSpPr>
              <a:xfrm>
                <a:off x="8201266" y="2889716"/>
                <a:ext cx="1203959" cy="1114429"/>
                <a:chOff x="495541" y="3991241"/>
                <a:chExt cx="1203959" cy="1114429"/>
              </a:xfrm>
            </p:grpSpPr>
            <p:sp>
              <p:nvSpPr>
                <p:cNvPr id="196" name="Rectangle 195">
                  <a:extLst>
                    <a:ext uri="{FF2B5EF4-FFF2-40B4-BE49-F238E27FC236}">
                      <a16:creationId xmlns:a16="http://schemas.microsoft.com/office/drawing/2014/main" id="{B930C710-26D6-4F11-91F5-2066F896E089}"/>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197" name="Graphique 196" descr="Utilisateurs avec un remplissage uni">
                  <a:extLst>
                    <a:ext uri="{FF2B5EF4-FFF2-40B4-BE49-F238E27FC236}">
                      <a16:creationId xmlns:a16="http://schemas.microsoft.com/office/drawing/2014/main" id="{720E5FB9-7E38-4ECF-A609-D9008B1A5247}"/>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783195" y="3991241"/>
                  <a:ext cx="710146" cy="710146"/>
                </a:xfrm>
                <a:prstGeom prst="rect">
                  <a:avLst/>
                </a:prstGeom>
              </p:spPr>
            </p:pic>
          </p:grpSp>
          <p:grpSp>
            <p:nvGrpSpPr>
              <p:cNvPr id="130" name="Groupe 129">
                <a:extLst>
                  <a:ext uri="{FF2B5EF4-FFF2-40B4-BE49-F238E27FC236}">
                    <a16:creationId xmlns:a16="http://schemas.microsoft.com/office/drawing/2014/main" id="{EB6E3782-9F74-4DE5-8227-EB9ACAA5FA8F}"/>
                  </a:ext>
                </a:extLst>
              </p:cNvPr>
              <p:cNvGrpSpPr/>
              <p:nvPr/>
            </p:nvGrpSpPr>
            <p:grpSpPr>
              <a:xfrm>
                <a:off x="8144116" y="4080387"/>
                <a:ext cx="1203959" cy="1114429"/>
                <a:chOff x="495541" y="3991241"/>
                <a:chExt cx="1203959" cy="1114429"/>
              </a:xfrm>
              <a:solidFill>
                <a:srgbClr val="0683AA"/>
              </a:solidFill>
            </p:grpSpPr>
            <p:sp>
              <p:nvSpPr>
                <p:cNvPr id="194" name="Rectangle 193">
                  <a:extLst>
                    <a:ext uri="{FF2B5EF4-FFF2-40B4-BE49-F238E27FC236}">
                      <a16:creationId xmlns:a16="http://schemas.microsoft.com/office/drawing/2014/main" id="{1C23D1B9-468A-4D3D-92BC-46F0AEA35AFE}"/>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195" name="Graphique 194" descr="Utilisateurs avec un remplissage uni">
                  <a:extLst>
                    <a:ext uri="{FF2B5EF4-FFF2-40B4-BE49-F238E27FC236}">
                      <a16:creationId xmlns:a16="http://schemas.microsoft.com/office/drawing/2014/main" id="{AD639024-CF9C-4A33-B010-153F8D7D283B}"/>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783195" y="3991241"/>
                  <a:ext cx="710146" cy="710146"/>
                </a:xfrm>
                <a:prstGeom prst="rect">
                  <a:avLst/>
                </a:prstGeom>
              </p:spPr>
            </p:pic>
          </p:grpSp>
          <p:grpSp>
            <p:nvGrpSpPr>
              <p:cNvPr id="131" name="Groupe 130">
                <a:extLst>
                  <a:ext uri="{FF2B5EF4-FFF2-40B4-BE49-F238E27FC236}">
                    <a16:creationId xmlns:a16="http://schemas.microsoft.com/office/drawing/2014/main" id="{08A4B057-7998-478F-8364-D6283875E1E7}"/>
                  </a:ext>
                </a:extLst>
              </p:cNvPr>
              <p:cNvGrpSpPr/>
              <p:nvPr/>
            </p:nvGrpSpPr>
            <p:grpSpPr>
              <a:xfrm>
                <a:off x="7765182" y="5459500"/>
                <a:ext cx="1203959" cy="1114429"/>
                <a:chOff x="495541" y="3991241"/>
                <a:chExt cx="1203959" cy="1114429"/>
              </a:xfrm>
            </p:grpSpPr>
            <p:sp>
              <p:nvSpPr>
                <p:cNvPr id="192" name="Rectangle 191">
                  <a:extLst>
                    <a:ext uri="{FF2B5EF4-FFF2-40B4-BE49-F238E27FC236}">
                      <a16:creationId xmlns:a16="http://schemas.microsoft.com/office/drawing/2014/main" id="{1D3FDDF0-38B8-4D69-A7C3-DBBC518138F2}"/>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193" name="Graphique 192" descr="Utilisateurs avec un remplissage uni">
                  <a:extLst>
                    <a:ext uri="{FF2B5EF4-FFF2-40B4-BE49-F238E27FC236}">
                      <a16:creationId xmlns:a16="http://schemas.microsoft.com/office/drawing/2014/main" id="{0F1725F0-68D6-45C4-AF93-5695262A33D3}"/>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783195" y="3991241"/>
                  <a:ext cx="710146" cy="710146"/>
                </a:xfrm>
                <a:prstGeom prst="rect">
                  <a:avLst/>
                </a:prstGeom>
              </p:spPr>
            </p:pic>
          </p:grpSp>
          <p:grpSp>
            <p:nvGrpSpPr>
              <p:cNvPr id="132" name="Groupe 131">
                <a:extLst>
                  <a:ext uri="{FF2B5EF4-FFF2-40B4-BE49-F238E27FC236}">
                    <a16:creationId xmlns:a16="http://schemas.microsoft.com/office/drawing/2014/main" id="{AB97BD3F-7C24-41A0-8879-9CAF0C39043D}"/>
                  </a:ext>
                </a:extLst>
              </p:cNvPr>
              <p:cNvGrpSpPr/>
              <p:nvPr/>
            </p:nvGrpSpPr>
            <p:grpSpPr>
              <a:xfrm>
                <a:off x="10040031" y="5626122"/>
                <a:ext cx="1203959" cy="1086268"/>
                <a:chOff x="1844480" y="4004145"/>
                <a:chExt cx="1203959" cy="1086268"/>
              </a:xfrm>
            </p:grpSpPr>
            <p:sp>
              <p:nvSpPr>
                <p:cNvPr id="190" name="Rectangle 189">
                  <a:extLst>
                    <a:ext uri="{FF2B5EF4-FFF2-40B4-BE49-F238E27FC236}">
                      <a16:creationId xmlns:a16="http://schemas.microsoft.com/office/drawing/2014/main" id="{417B9E64-1F73-4519-AA06-EBA45A218B90}"/>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191" name="Graphique 190" descr="Utilisateurs avec un remplissage uni">
                  <a:extLst>
                    <a:ext uri="{FF2B5EF4-FFF2-40B4-BE49-F238E27FC236}">
                      <a16:creationId xmlns:a16="http://schemas.microsoft.com/office/drawing/2014/main" id="{BF460FAC-EDC5-4A80-9E52-C57ACCEA7DB5}"/>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2091386" y="4004145"/>
                  <a:ext cx="710146" cy="710146"/>
                </a:xfrm>
                <a:prstGeom prst="rect">
                  <a:avLst/>
                </a:prstGeom>
              </p:spPr>
            </p:pic>
          </p:grpSp>
          <p:grpSp>
            <p:nvGrpSpPr>
              <p:cNvPr id="133" name="Groupe 132">
                <a:extLst>
                  <a:ext uri="{FF2B5EF4-FFF2-40B4-BE49-F238E27FC236}">
                    <a16:creationId xmlns:a16="http://schemas.microsoft.com/office/drawing/2014/main" id="{0EDB9673-C09B-407F-97A3-333684C0815C}"/>
                  </a:ext>
                </a:extLst>
              </p:cNvPr>
              <p:cNvGrpSpPr/>
              <p:nvPr/>
            </p:nvGrpSpPr>
            <p:grpSpPr>
              <a:xfrm>
                <a:off x="10348719" y="4140742"/>
                <a:ext cx="1203959" cy="1086268"/>
                <a:chOff x="1844480" y="4004145"/>
                <a:chExt cx="1203959" cy="1086268"/>
              </a:xfrm>
            </p:grpSpPr>
            <p:sp>
              <p:nvSpPr>
                <p:cNvPr id="188" name="Rectangle 187">
                  <a:extLst>
                    <a:ext uri="{FF2B5EF4-FFF2-40B4-BE49-F238E27FC236}">
                      <a16:creationId xmlns:a16="http://schemas.microsoft.com/office/drawing/2014/main" id="{54A64524-54B2-4A03-9EA5-94C79D25BCB3}"/>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189" name="Graphique 188" descr="Utilisateurs avec un remplissage uni">
                  <a:extLst>
                    <a:ext uri="{FF2B5EF4-FFF2-40B4-BE49-F238E27FC236}">
                      <a16:creationId xmlns:a16="http://schemas.microsoft.com/office/drawing/2014/main" id="{AD77B965-404D-4A3D-9E73-1BCE7110EFDD}"/>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2091386" y="4004145"/>
                  <a:ext cx="710146" cy="710146"/>
                </a:xfrm>
                <a:prstGeom prst="rect">
                  <a:avLst/>
                </a:prstGeom>
              </p:spPr>
            </p:pic>
          </p:grpSp>
          <p:pic>
            <p:nvPicPr>
              <p:cNvPr id="186" name="Graphique 185" descr="Utilisateur avec un remplissage uni">
                <a:extLst>
                  <a:ext uri="{FF2B5EF4-FFF2-40B4-BE49-F238E27FC236}">
                    <a16:creationId xmlns:a16="http://schemas.microsoft.com/office/drawing/2014/main" id="{8DB735BA-FC6F-4D76-BAC4-5B9DDCF45AC8}"/>
                  </a:ext>
                </a:extLst>
              </p:cNvPr>
              <p:cNvPicPr>
                <a:picLocks noChangeAspect="1"/>
              </p:cNvPicPr>
              <p:nvPr/>
            </p:nvPicPr>
            <p:blipFill>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7451137" y="1940358"/>
                <a:ext cx="634194" cy="634194"/>
              </a:xfrm>
              <a:prstGeom prst="rect">
                <a:avLst/>
              </a:prstGeom>
            </p:spPr>
          </p:pic>
          <p:grpSp>
            <p:nvGrpSpPr>
              <p:cNvPr id="135" name="Groupe 134">
                <a:extLst>
                  <a:ext uri="{FF2B5EF4-FFF2-40B4-BE49-F238E27FC236}">
                    <a16:creationId xmlns:a16="http://schemas.microsoft.com/office/drawing/2014/main" id="{DAF853B2-E765-4464-A85B-7BDBDFA55A05}"/>
                  </a:ext>
                </a:extLst>
              </p:cNvPr>
              <p:cNvGrpSpPr/>
              <p:nvPr/>
            </p:nvGrpSpPr>
            <p:grpSpPr>
              <a:xfrm>
                <a:off x="10058713" y="1739195"/>
                <a:ext cx="1203959" cy="1086268"/>
                <a:chOff x="1844480" y="4004145"/>
                <a:chExt cx="1203959" cy="1086268"/>
              </a:xfrm>
            </p:grpSpPr>
            <p:sp>
              <p:nvSpPr>
                <p:cNvPr id="151" name="Rectangle 150">
                  <a:extLst>
                    <a:ext uri="{FF2B5EF4-FFF2-40B4-BE49-F238E27FC236}">
                      <a16:creationId xmlns:a16="http://schemas.microsoft.com/office/drawing/2014/main" id="{AA06EBC8-0AFF-4687-B620-CF3EC308BC6E}"/>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152" name="Graphique 151" descr="Utilisateurs avec un remplissage uni">
                  <a:extLst>
                    <a:ext uri="{FF2B5EF4-FFF2-40B4-BE49-F238E27FC236}">
                      <a16:creationId xmlns:a16="http://schemas.microsoft.com/office/drawing/2014/main" id="{ADA7894C-F9C4-4288-811A-E7929BCA4AF1}"/>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2091386" y="4004145"/>
                  <a:ext cx="710146" cy="710146"/>
                </a:xfrm>
                <a:prstGeom prst="rect">
                  <a:avLst/>
                </a:prstGeom>
              </p:spPr>
            </p:pic>
          </p:grpSp>
          <p:pic>
            <p:nvPicPr>
              <p:cNvPr id="149" name="Graphique 148" descr="Utilisateur avec un remplissage uni">
                <a:extLst>
                  <a:ext uri="{FF2B5EF4-FFF2-40B4-BE49-F238E27FC236}">
                    <a16:creationId xmlns:a16="http://schemas.microsoft.com/office/drawing/2014/main" id="{A108329F-6CC6-4F92-B707-9BD3DC3B83E2}"/>
                  </a:ext>
                </a:extLst>
              </p:cNvPr>
              <p:cNvPicPr>
                <a:picLocks noChangeAspect="1"/>
              </p:cNvPicPr>
              <p:nvPr/>
            </p:nvPicPr>
            <p:blipFill>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10324912" y="3254927"/>
                <a:ext cx="634194" cy="634194"/>
              </a:xfrm>
              <a:prstGeom prst="rect">
                <a:avLst/>
              </a:prstGeom>
            </p:spPr>
          </p:pic>
          <p:sp>
            <p:nvSpPr>
              <p:cNvPr id="137" name="Flèche : droite 136">
                <a:extLst>
                  <a:ext uri="{FF2B5EF4-FFF2-40B4-BE49-F238E27FC236}">
                    <a16:creationId xmlns:a16="http://schemas.microsoft.com/office/drawing/2014/main" id="{0F1F7299-D564-4EBB-950B-DD1623179C7F}"/>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38" name="Flèche : droite 137">
                <a:extLst>
                  <a:ext uri="{FF2B5EF4-FFF2-40B4-BE49-F238E27FC236}">
                    <a16:creationId xmlns:a16="http://schemas.microsoft.com/office/drawing/2014/main" id="{B1FE98E7-392C-48E2-8F68-E18A049B0271}"/>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39" name="Flèche : droite 138">
                <a:extLst>
                  <a:ext uri="{FF2B5EF4-FFF2-40B4-BE49-F238E27FC236}">
                    <a16:creationId xmlns:a16="http://schemas.microsoft.com/office/drawing/2014/main" id="{B7136CAD-88E8-45C8-BCE3-1A1FE4996CD9}"/>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40" name="Flèche : droite 139">
                <a:extLst>
                  <a:ext uri="{FF2B5EF4-FFF2-40B4-BE49-F238E27FC236}">
                    <a16:creationId xmlns:a16="http://schemas.microsoft.com/office/drawing/2014/main" id="{8E2EDCCF-263E-4FED-9169-397123EAE1F6}"/>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41" name="Flèche : droite 140">
                <a:extLst>
                  <a:ext uri="{FF2B5EF4-FFF2-40B4-BE49-F238E27FC236}">
                    <a16:creationId xmlns:a16="http://schemas.microsoft.com/office/drawing/2014/main" id="{3F84FDF7-BFAD-45B2-A8F0-DEB94F3CB283}"/>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42" name="Flèche : droite 141">
                <a:extLst>
                  <a:ext uri="{FF2B5EF4-FFF2-40B4-BE49-F238E27FC236}">
                    <a16:creationId xmlns:a16="http://schemas.microsoft.com/office/drawing/2014/main" id="{A0B54517-F6B2-4C0D-8E28-01F1F7A21B5F}"/>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143" name="Flèche : droite 142">
                <a:extLst>
                  <a:ext uri="{FF2B5EF4-FFF2-40B4-BE49-F238E27FC236}">
                    <a16:creationId xmlns:a16="http://schemas.microsoft.com/office/drawing/2014/main" id="{F01D3F3A-A1B3-46F3-8043-C8C523B014B8}"/>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144" name="Flèche : droite 143">
                <a:extLst>
                  <a:ext uri="{FF2B5EF4-FFF2-40B4-BE49-F238E27FC236}">
                    <a16:creationId xmlns:a16="http://schemas.microsoft.com/office/drawing/2014/main" id="{D9FE7BD3-1CA1-47CF-8019-04A9045DA9B4}"/>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145" name="Flèche : droite 144">
                <a:extLst>
                  <a:ext uri="{FF2B5EF4-FFF2-40B4-BE49-F238E27FC236}">
                    <a16:creationId xmlns:a16="http://schemas.microsoft.com/office/drawing/2014/main" id="{A44AC7FF-A7ED-4780-BC7C-71B82E5753EE}"/>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pic>
            <p:nvPicPr>
              <p:cNvPr id="146" name="Graphique 145" descr="Utilisateur avec un remplissage uni">
                <a:extLst>
                  <a:ext uri="{FF2B5EF4-FFF2-40B4-BE49-F238E27FC236}">
                    <a16:creationId xmlns:a16="http://schemas.microsoft.com/office/drawing/2014/main" id="{ABC11953-5B91-4A10-A34E-CD5BE26494EF}"/>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9199066" y="3752255"/>
                <a:ext cx="410445" cy="410445"/>
              </a:xfrm>
              <a:prstGeom prst="rect">
                <a:avLst/>
              </a:prstGeom>
            </p:spPr>
          </p:pic>
          <p:pic>
            <p:nvPicPr>
              <p:cNvPr id="147" name="Graphique 146" descr="Utilisateur avec un remplissage uni">
                <a:extLst>
                  <a:ext uri="{FF2B5EF4-FFF2-40B4-BE49-F238E27FC236}">
                    <a16:creationId xmlns:a16="http://schemas.microsoft.com/office/drawing/2014/main" id="{2DE17752-A064-4A74-849A-17FC556168B0}"/>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7997464" y="4944818"/>
                <a:ext cx="410445" cy="410445"/>
              </a:xfrm>
              <a:prstGeom prst="rect">
                <a:avLst/>
              </a:prstGeom>
            </p:spPr>
          </p:pic>
          <p:pic>
            <p:nvPicPr>
              <p:cNvPr id="148" name="Graphique 147" descr="Utilisateur avec un remplissage uni">
                <a:extLst>
                  <a:ext uri="{FF2B5EF4-FFF2-40B4-BE49-F238E27FC236}">
                    <a16:creationId xmlns:a16="http://schemas.microsoft.com/office/drawing/2014/main" id="{25010774-0452-4323-9121-7C1EC2A44C88}"/>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10985327" y="2533953"/>
                <a:ext cx="410445" cy="410445"/>
              </a:xfrm>
              <a:prstGeom prst="rect">
                <a:avLst/>
              </a:prstGeom>
            </p:spPr>
          </p:pic>
        </p:grpSp>
        <p:grpSp>
          <p:nvGrpSpPr>
            <p:cNvPr id="3" name="Groupe 2">
              <a:extLst>
                <a:ext uri="{FF2B5EF4-FFF2-40B4-BE49-F238E27FC236}">
                  <a16:creationId xmlns:a16="http://schemas.microsoft.com/office/drawing/2014/main" id="{FE14B718-E7ED-4394-9888-BF039280BDA1}"/>
                </a:ext>
              </a:extLst>
            </p:cNvPr>
            <p:cNvGrpSpPr/>
            <p:nvPr/>
          </p:nvGrpSpPr>
          <p:grpSpPr>
            <a:xfrm>
              <a:off x="9351431" y="3918129"/>
              <a:ext cx="1423632" cy="1509929"/>
              <a:chOff x="6900539" y="986484"/>
              <a:chExt cx="5204718" cy="5520217"/>
            </a:xfrm>
          </p:grpSpPr>
          <p:sp>
            <p:nvSpPr>
              <p:cNvPr id="187" name="Rectangle 186">
                <a:extLst>
                  <a:ext uri="{FF2B5EF4-FFF2-40B4-BE49-F238E27FC236}">
                    <a16:creationId xmlns:a16="http://schemas.microsoft.com/office/drawing/2014/main" id="{119F8547-B7E2-4C0F-9FED-AF2B4883B0D6}"/>
                  </a:ext>
                </a:extLst>
              </p:cNvPr>
              <p:cNvSpPr/>
              <p:nvPr/>
            </p:nvSpPr>
            <p:spPr>
              <a:xfrm>
                <a:off x="8686430" y="604113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Root Motivation</a:t>
                </a:r>
              </a:p>
            </p:txBody>
          </p:sp>
          <p:sp>
            <p:nvSpPr>
              <p:cNvPr id="198" name="Rectangle 197">
                <a:extLst>
                  <a:ext uri="{FF2B5EF4-FFF2-40B4-BE49-F238E27FC236}">
                    <a16:creationId xmlns:a16="http://schemas.microsoft.com/office/drawing/2014/main" id="{BB215A08-8CBF-428D-AA8A-B89187CA1908}"/>
                  </a:ext>
                </a:extLst>
              </p:cNvPr>
              <p:cNvSpPr/>
              <p:nvPr/>
            </p:nvSpPr>
            <p:spPr>
              <a:xfrm>
                <a:off x="7576723" y="532267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sp>
            <p:nvSpPr>
              <p:cNvPr id="199" name="Rectangle 198">
                <a:extLst>
                  <a:ext uri="{FF2B5EF4-FFF2-40B4-BE49-F238E27FC236}">
                    <a16:creationId xmlns:a16="http://schemas.microsoft.com/office/drawing/2014/main" id="{AB49DAD4-CBCD-4458-8985-8FAE9D706ED1}"/>
                  </a:ext>
                </a:extLst>
              </p:cNvPr>
              <p:cNvSpPr/>
              <p:nvPr/>
            </p:nvSpPr>
            <p:spPr>
              <a:xfrm>
                <a:off x="8840957" y="4255411"/>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Positive Consequence</a:t>
                </a:r>
              </a:p>
            </p:txBody>
          </p:sp>
          <p:sp>
            <p:nvSpPr>
              <p:cNvPr id="200" name="Rectangle 199">
                <a:extLst>
                  <a:ext uri="{FF2B5EF4-FFF2-40B4-BE49-F238E27FC236}">
                    <a16:creationId xmlns:a16="http://schemas.microsoft.com/office/drawing/2014/main" id="{15237684-2207-449B-B60E-1F529DBA3A4B}"/>
                  </a:ext>
                </a:extLst>
              </p:cNvPr>
              <p:cNvSpPr/>
              <p:nvPr/>
            </p:nvSpPr>
            <p:spPr>
              <a:xfrm>
                <a:off x="9103684" y="3585812"/>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201" name="Rectangle 200">
                <a:extLst>
                  <a:ext uri="{FF2B5EF4-FFF2-40B4-BE49-F238E27FC236}">
                    <a16:creationId xmlns:a16="http://schemas.microsoft.com/office/drawing/2014/main" id="{35177DE5-8147-4C9A-A3DA-96E7540B15AE}"/>
                  </a:ext>
                </a:extLst>
              </p:cNvPr>
              <p:cNvSpPr/>
              <p:nvPr/>
            </p:nvSpPr>
            <p:spPr>
              <a:xfrm>
                <a:off x="8995485" y="4898509"/>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sp>
            <p:nvSpPr>
              <p:cNvPr id="202" name="Rectangle 201">
                <a:extLst>
                  <a:ext uri="{FF2B5EF4-FFF2-40B4-BE49-F238E27FC236}">
                    <a16:creationId xmlns:a16="http://schemas.microsoft.com/office/drawing/2014/main" id="{7B251975-264D-4D46-94DB-6EAFF1395E0D}"/>
                  </a:ext>
                </a:extLst>
              </p:cNvPr>
              <p:cNvSpPr/>
              <p:nvPr/>
            </p:nvSpPr>
            <p:spPr>
              <a:xfrm>
                <a:off x="10354694" y="543415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sp>
            <p:nvSpPr>
              <p:cNvPr id="203" name="Rectangle 202">
                <a:extLst>
                  <a:ext uri="{FF2B5EF4-FFF2-40B4-BE49-F238E27FC236}">
                    <a16:creationId xmlns:a16="http://schemas.microsoft.com/office/drawing/2014/main" id="{61435256-9386-4709-A793-A7D66D0EC760}"/>
                  </a:ext>
                </a:extLst>
              </p:cNvPr>
              <p:cNvSpPr/>
              <p:nvPr/>
            </p:nvSpPr>
            <p:spPr>
              <a:xfrm>
                <a:off x="10077075" y="288412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sp>
            <p:nvSpPr>
              <p:cNvPr id="204" name="Rectangle 203">
                <a:extLst>
                  <a:ext uri="{FF2B5EF4-FFF2-40B4-BE49-F238E27FC236}">
                    <a16:creationId xmlns:a16="http://schemas.microsoft.com/office/drawing/2014/main" id="{C4D9BD3F-4ADD-44E4-B235-358C785835A0}"/>
                  </a:ext>
                </a:extLst>
              </p:cNvPr>
              <p:cNvSpPr/>
              <p:nvPr/>
            </p:nvSpPr>
            <p:spPr>
              <a:xfrm>
                <a:off x="10186758" y="2235049"/>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205" name="Rectangle 204">
                <a:extLst>
                  <a:ext uri="{FF2B5EF4-FFF2-40B4-BE49-F238E27FC236}">
                    <a16:creationId xmlns:a16="http://schemas.microsoft.com/office/drawing/2014/main" id="{A379E002-0EF8-4B46-B28A-DE3FCD34A949}"/>
                  </a:ext>
                </a:extLst>
              </p:cNvPr>
              <p:cNvSpPr/>
              <p:nvPr/>
            </p:nvSpPr>
            <p:spPr>
              <a:xfrm>
                <a:off x="8532365" y="291343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sp>
            <p:nvSpPr>
              <p:cNvPr id="206" name="Rectangle 205">
                <a:extLst>
                  <a:ext uri="{FF2B5EF4-FFF2-40B4-BE49-F238E27FC236}">
                    <a16:creationId xmlns:a16="http://schemas.microsoft.com/office/drawing/2014/main" id="{A43AA990-9E81-4130-8BAB-D9005EC16139}"/>
                  </a:ext>
                </a:extLst>
              </p:cNvPr>
              <p:cNvSpPr/>
              <p:nvPr/>
            </p:nvSpPr>
            <p:spPr>
              <a:xfrm>
                <a:off x="7549346" y="234968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Positive Consequence</a:t>
                </a:r>
              </a:p>
            </p:txBody>
          </p:sp>
          <p:sp>
            <p:nvSpPr>
              <p:cNvPr id="207" name="Rectangle 206">
                <a:extLst>
                  <a:ext uri="{FF2B5EF4-FFF2-40B4-BE49-F238E27FC236}">
                    <a16:creationId xmlns:a16="http://schemas.microsoft.com/office/drawing/2014/main" id="{9CCE5B3B-8A4F-424E-B35D-849743982574}"/>
                  </a:ext>
                </a:extLst>
              </p:cNvPr>
              <p:cNvSpPr/>
              <p:nvPr/>
            </p:nvSpPr>
            <p:spPr>
              <a:xfrm>
                <a:off x="6993202" y="1730083"/>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Positive Consequence</a:t>
                </a:r>
              </a:p>
            </p:txBody>
          </p:sp>
          <p:sp>
            <p:nvSpPr>
              <p:cNvPr id="208" name="Rectangle 207">
                <a:extLst>
                  <a:ext uri="{FF2B5EF4-FFF2-40B4-BE49-F238E27FC236}">
                    <a16:creationId xmlns:a16="http://schemas.microsoft.com/office/drawing/2014/main" id="{602A743C-BB4D-4ACC-A358-3D11D84F7977}"/>
                  </a:ext>
                </a:extLst>
              </p:cNvPr>
              <p:cNvSpPr/>
              <p:nvPr/>
            </p:nvSpPr>
            <p:spPr>
              <a:xfrm>
                <a:off x="6900539" y="986484"/>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209" name="Rectangle 208">
                <a:extLst>
                  <a:ext uri="{FF2B5EF4-FFF2-40B4-BE49-F238E27FC236}">
                    <a16:creationId xmlns:a16="http://schemas.microsoft.com/office/drawing/2014/main" id="{8A2C3534-27C9-4DFA-A2D1-E530CCAA4DDD}"/>
                  </a:ext>
                </a:extLst>
              </p:cNvPr>
              <p:cNvSpPr/>
              <p:nvPr/>
            </p:nvSpPr>
            <p:spPr>
              <a:xfrm>
                <a:off x="10938215" y="4665724"/>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Positive Consequence</a:t>
                </a:r>
              </a:p>
            </p:txBody>
          </p:sp>
          <p:cxnSp>
            <p:nvCxnSpPr>
              <p:cNvPr id="210" name="Connecteur droit avec flèche 209">
                <a:extLst>
                  <a:ext uri="{FF2B5EF4-FFF2-40B4-BE49-F238E27FC236}">
                    <a16:creationId xmlns:a16="http://schemas.microsoft.com/office/drawing/2014/main" id="{C43F2EAD-19D5-4AF5-B9A1-0FF2EC412D5C}"/>
                  </a:ext>
                </a:extLst>
              </p:cNvPr>
              <p:cNvCxnSpPr>
                <a:cxnSpLocks/>
                <a:endCxn id="199" idx="2"/>
              </p:cNvCxnSpPr>
              <p:nvPr/>
            </p:nvCxnSpPr>
            <p:spPr>
              <a:xfrm flipH="1" flipV="1">
                <a:off x="9424478" y="4720981"/>
                <a:ext cx="85452" cy="200546"/>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1" name="Connecteur droit avec flèche 210">
                <a:extLst>
                  <a:ext uri="{FF2B5EF4-FFF2-40B4-BE49-F238E27FC236}">
                    <a16:creationId xmlns:a16="http://schemas.microsoft.com/office/drawing/2014/main" id="{F6F66D94-0F26-4972-84A9-FDCCB2737CA0}"/>
                  </a:ext>
                </a:extLst>
              </p:cNvPr>
              <p:cNvCxnSpPr>
                <a:cxnSpLocks/>
                <a:stCxn id="187" idx="0"/>
              </p:cNvCxnSpPr>
              <p:nvPr/>
            </p:nvCxnSpPr>
            <p:spPr>
              <a:xfrm flipH="1" flipV="1">
                <a:off x="8224420" y="5814414"/>
                <a:ext cx="1045531" cy="2267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2" name="Connecteur droit avec flèche 211">
                <a:extLst>
                  <a:ext uri="{FF2B5EF4-FFF2-40B4-BE49-F238E27FC236}">
                    <a16:creationId xmlns:a16="http://schemas.microsoft.com/office/drawing/2014/main" id="{19525D97-A315-4E6F-A899-EF173372C7C9}"/>
                  </a:ext>
                </a:extLst>
              </p:cNvPr>
              <p:cNvCxnSpPr>
                <a:cxnSpLocks/>
                <a:stCxn id="187" idx="0"/>
                <a:endCxn id="201" idx="2"/>
              </p:cNvCxnSpPr>
              <p:nvPr/>
            </p:nvCxnSpPr>
            <p:spPr>
              <a:xfrm flipV="1">
                <a:off x="9269951" y="5364079"/>
                <a:ext cx="309055" cy="67705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3" name="Connecteur droit avec flèche 212">
                <a:extLst>
                  <a:ext uri="{FF2B5EF4-FFF2-40B4-BE49-F238E27FC236}">
                    <a16:creationId xmlns:a16="http://schemas.microsoft.com/office/drawing/2014/main" id="{039605D0-88AB-437B-9F8D-A93144D1634F}"/>
                  </a:ext>
                </a:extLst>
              </p:cNvPr>
              <p:cNvCxnSpPr>
                <a:cxnSpLocks/>
                <a:stCxn id="187" idx="0"/>
                <a:endCxn id="202" idx="1"/>
              </p:cNvCxnSpPr>
              <p:nvPr/>
            </p:nvCxnSpPr>
            <p:spPr>
              <a:xfrm flipV="1">
                <a:off x="9269951" y="5666937"/>
                <a:ext cx="1084743" cy="374194"/>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4" name="Connecteur droit avec flèche 213">
                <a:extLst>
                  <a:ext uri="{FF2B5EF4-FFF2-40B4-BE49-F238E27FC236}">
                    <a16:creationId xmlns:a16="http://schemas.microsoft.com/office/drawing/2014/main" id="{581583ED-3973-4991-9AF4-54AF0D639331}"/>
                  </a:ext>
                </a:extLst>
              </p:cNvPr>
              <p:cNvCxnSpPr>
                <a:cxnSpLocks/>
                <a:stCxn id="202" idx="0"/>
                <a:endCxn id="209" idx="2"/>
              </p:cNvCxnSpPr>
              <p:nvPr/>
            </p:nvCxnSpPr>
            <p:spPr>
              <a:xfrm flipV="1">
                <a:off x="10938215" y="5131294"/>
                <a:ext cx="583521" cy="302858"/>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5" name="Connecteur droit avec flèche 214">
                <a:extLst>
                  <a:ext uri="{FF2B5EF4-FFF2-40B4-BE49-F238E27FC236}">
                    <a16:creationId xmlns:a16="http://schemas.microsoft.com/office/drawing/2014/main" id="{2D98C83F-94F9-4B01-8B26-75B60A38BC70}"/>
                  </a:ext>
                </a:extLst>
              </p:cNvPr>
              <p:cNvCxnSpPr>
                <a:cxnSpLocks/>
                <a:stCxn id="199" idx="0"/>
                <a:endCxn id="200" idx="2"/>
              </p:cNvCxnSpPr>
              <p:nvPr/>
            </p:nvCxnSpPr>
            <p:spPr>
              <a:xfrm flipV="1">
                <a:off x="9424478" y="4051382"/>
                <a:ext cx="262727" cy="204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6" name="Connecteur droit avec flèche 215">
                <a:extLst>
                  <a:ext uri="{FF2B5EF4-FFF2-40B4-BE49-F238E27FC236}">
                    <a16:creationId xmlns:a16="http://schemas.microsoft.com/office/drawing/2014/main" id="{D94DCEE1-B276-4695-A04F-CDD0F73B7145}"/>
                  </a:ext>
                </a:extLst>
              </p:cNvPr>
              <p:cNvCxnSpPr>
                <a:cxnSpLocks/>
                <a:stCxn id="200" idx="0"/>
                <a:endCxn id="203" idx="2"/>
              </p:cNvCxnSpPr>
              <p:nvPr/>
            </p:nvCxnSpPr>
            <p:spPr>
              <a:xfrm flipV="1">
                <a:off x="9687205" y="3349692"/>
                <a:ext cx="973391" cy="2361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7" name="Connecteur droit avec flèche 216">
                <a:extLst>
                  <a:ext uri="{FF2B5EF4-FFF2-40B4-BE49-F238E27FC236}">
                    <a16:creationId xmlns:a16="http://schemas.microsoft.com/office/drawing/2014/main" id="{5A313353-9E32-4C97-A6E9-39D475B19541}"/>
                  </a:ext>
                </a:extLst>
              </p:cNvPr>
              <p:cNvCxnSpPr>
                <a:cxnSpLocks/>
                <a:stCxn id="203" idx="0"/>
                <a:endCxn id="204" idx="2"/>
              </p:cNvCxnSpPr>
              <p:nvPr/>
            </p:nvCxnSpPr>
            <p:spPr>
              <a:xfrm flipV="1">
                <a:off x="10660596" y="2700619"/>
                <a:ext cx="109683" cy="18350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8" name="Connecteur droit avec flèche 217">
                <a:extLst>
                  <a:ext uri="{FF2B5EF4-FFF2-40B4-BE49-F238E27FC236}">
                    <a16:creationId xmlns:a16="http://schemas.microsoft.com/office/drawing/2014/main" id="{DF1369FB-FCE0-4F3F-AE31-B8CBCD31CFFC}"/>
                  </a:ext>
                </a:extLst>
              </p:cNvPr>
              <p:cNvCxnSpPr>
                <a:cxnSpLocks/>
                <a:stCxn id="204" idx="0"/>
                <a:endCxn id="227" idx="2"/>
              </p:cNvCxnSpPr>
              <p:nvPr/>
            </p:nvCxnSpPr>
            <p:spPr>
              <a:xfrm flipV="1">
                <a:off x="10770279" y="2020186"/>
                <a:ext cx="215422" cy="21486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9" name="Connecteur droit avec flèche 218">
                <a:extLst>
                  <a:ext uri="{FF2B5EF4-FFF2-40B4-BE49-F238E27FC236}">
                    <a16:creationId xmlns:a16="http://schemas.microsoft.com/office/drawing/2014/main" id="{489655B1-DED9-4820-A318-03D9D9C2A972}"/>
                  </a:ext>
                </a:extLst>
              </p:cNvPr>
              <p:cNvCxnSpPr>
                <a:cxnSpLocks/>
                <a:stCxn id="200" idx="0"/>
                <a:endCxn id="205" idx="2"/>
              </p:cNvCxnSpPr>
              <p:nvPr/>
            </p:nvCxnSpPr>
            <p:spPr>
              <a:xfrm flipH="1" flipV="1">
                <a:off x="9115886" y="3379002"/>
                <a:ext cx="571319" cy="20681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0" name="Connecteur droit avec flèche 219">
                <a:extLst>
                  <a:ext uri="{FF2B5EF4-FFF2-40B4-BE49-F238E27FC236}">
                    <a16:creationId xmlns:a16="http://schemas.microsoft.com/office/drawing/2014/main" id="{C96B087F-C325-4A8D-B46D-C09780C4AF79}"/>
                  </a:ext>
                </a:extLst>
              </p:cNvPr>
              <p:cNvCxnSpPr>
                <a:cxnSpLocks/>
                <a:stCxn id="205" idx="0"/>
                <a:endCxn id="206" idx="2"/>
              </p:cNvCxnSpPr>
              <p:nvPr/>
            </p:nvCxnSpPr>
            <p:spPr>
              <a:xfrm flipH="1" flipV="1">
                <a:off x="8132867" y="2815255"/>
                <a:ext cx="983019" cy="9817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1" name="Connecteur droit avec flèche 220">
                <a:extLst>
                  <a:ext uri="{FF2B5EF4-FFF2-40B4-BE49-F238E27FC236}">
                    <a16:creationId xmlns:a16="http://schemas.microsoft.com/office/drawing/2014/main" id="{FE1AF577-C3F2-4BCE-BFCD-20A95F5F7932}"/>
                  </a:ext>
                </a:extLst>
              </p:cNvPr>
              <p:cNvCxnSpPr>
                <a:cxnSpLocks/>
                <a:stCxn id="206" idx="0"/>
                <a:endCxn id="207" idx="2"/>
              </p:cNvCxnSpPr>
              <p:nvPr/>
            </p:nvCxnSpPr>
            <p:spPr>
              <a:xfrm flipH="1" flipV="1">
                <a:off x="7576723" y="2195653"/>
                <a:ext cx="556144" cy="15403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2" name="Connecteur droit avec flèche 221">
                <a:extLst>
                  <a:ext uri="{FF2B5EF4-FFF2-40B4-BE49-F238E27FC236}">
                    <a16:creationId xmlns:a16="http://schemas.microsoft.com/office/drawing/2014/main" id="{8DDC9B54-4F13-47C5-B890-7D3FAE1366FC}"/>
                  </a:ext>
                </a:extLst>
              </p:cNvPr>
              <p:cNvCxnSpPr>
                <a:cxnSpLocks/>
                <a:stCxn id="207" idx="0"/>
                <a:endCxn id="208" idx="2"/>
              </p:cNvCxnSpPr>
              <p:nvPr/>
            </p:nvCxnSpPr>
            <p:spPr>
              <a:xfrm flipH="1" flipV="1">
                <a:off x="7484060" y="1452054"/>
                <a:ext cx="92663" cy="278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223" name="Rectangle 222">
                <a:extLst>
                  <a:ext uri="{FF2B5EF4-FFF2-40B4-BE49-F238E27FC236}">
                    <a16:creationId xmlns:a16="http://schemas.microsoft.com/office/drawing/2014/main" id="{6B686BC2-D851-4081-810A-BD075C6574DB}"/>
                  </a:ext>
                </a:extLst>
              </p:cNvPr>
              <p:cNvSpPr/>
              <p:nvPr/>
            </p:nvSpPr>
            <p:spPr>
              <a:xfrm>
                <a:off x="8840957" y="207634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Positive Consequence</a:t>
                </a:r>
              </a:p>
            </p:txBody>
          </p:sp>
          <p:cxnSp>
            <p:nvCxnSpPr>
              <p:cNvPr id="224" name="Connecteur droit avec flèche 223">
                <a:extLst>
                  <a:ext uri="{FF2B5EF4-FFF2-40B4-BE49-F238E27FC236}">
                    <a16:creationId xmlns:a16="http://schemas.microsoft.com/office/drawing/2014/main" id="{67CAB7AE-EAEA-43EB-9789-728CDD3D8BCC}"/>
                  </a:ext>
                </a:extLst>
              </p:cNvPr>
              <p:cNvCxnSpPr>
                <a:cxnSpLocks/>
                <a:stCxn id="205" idx="0"/>
                <a:endCxn id="223" idx="2"/>
              </p:cNvCxnSpPr>
              <p:nvPr/>
            </p:nvCxnSpPr>
            <p:spPr>
              <a:xfrm flipV="1">
                <a:off x="9115886" y="2541915"/>
                <a:ext cx="308592" cy="3715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225" name="Rectangle 224">
                <a:extLst>
                  <a:ext uri="{FF2B5EF4-FFF2-40B4-BE49-F238E27FC236}">
                    <a16:creationId xmlns:a16="http://schemas.microsoft.com/office/drawing/2014/main" id="{10C0D416-1484-419E-A5C5-CAD46152A914}"/>
                  </a:ext>
                </a:extLst>
              </p:cNvPr>
              <p:cNvSpPr/>
              <p:nvPr/>
            </p:nvSpPr>
            <p:spPr>
              <a:xfrm>
                <a:off x="7517445" y="358442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cxnSp>
            <p:nvCxnSpPr>
              <p:cNvPr id="226" name="Connecteur droit avec flèche 225">
                <a:extLst>
                  <a:ext uri="{FF2B5EF4-FFF2-40B4-BE49-F238E27FC236}">
                    <a16:creationId xmlns:a16="http://schemas.microsoft.com/office/drawing/2014/main" id="{5F49D0C7-DC11-4D66-B2E2-8DA5DC1687F3}"/>
                  </a:ext>
                </a:extLst>
              </p:cNvPr>
              <p:cNvCxnSpPr>
                <a:cxnSpLocks/>
                <a:stCxn id="199" idx="0"/>
                <a:endCxn id="225" idx="2"/>
              </p:cNvCxnSpPr>
              <p:nvPr/>
            </p:nvCxnSpPr>
            <p:spPr>
              <a:xfrm flipH="1" flipV="1">
                <a:off x="8100966" y="4049991"/>
                <a:ext cx="1323512" cy="2054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227" name="Rectangle 226">
                <a:extLst>
                  <a:ext uri="{FF2B5EF4-FFF2-40B4-BE49-F238E27FC236}">
                    <a16:creationId xmlns:a16="http://schemas.microsoft.com/office/drawing/2014/main" id="{8B33A708-4ADB-4FC5-A38C-80B0E51F6613}"/>
                  </a:ext>
                </a:extLst>
              </p:cNvPr>
              <p:cNvSpPr/>
              <p:nvPr/>
            </p:nvSpPr>
            <p:spPr>
              <a:xfrm>
                <a:off x="10402180" y="1554616"/>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grpSp>
      </p:grpSp>
    </p:spTree>
    <p:extLst>
      <p:ext uri="{BB962C8B-B14F-4D97-AF65-F5344CB8AC3E}">
        <p14:creationId xmlns:p14="http://schemas.microsoft.com/office/powerpoint/2010/main" val="3648992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38836D63-6DFE-46AB-94A1-E6206E2D3EB9}"/>
              </a:ext>
            </a:extLst>
          </p:cNvPr>
          <p:cNvSpPr>
            <a:spLocks noGrp="1"/>
          </p:cNvSpPr>
          <p:nvPr>
            <p:ph type="title"/>
          </p:nvPr>
        </p:nvSpPr>
        <p:spPr/>
        <p:txBody>
          <a:bodyPr/>
          <a:lstStyle/>
          <a:p>
            <a:r>
              <a:rPr lang="en-US" dirty="0"/>
              <a:t>Target effect of each Canvas</a:t>
            </a:r>
          </a:p>
        </p:txBody>
      </p:sp>
      <p:grpSp>
        <p:nvGrpSpPr>
          <p:cNvPr id="6" name="Groupe 5">
            <a:extLst>
              <a:ext uri="{FF2B5EF4-FFF2-40B4-BE49-F238E27FC236}">
                <a16:creationId xmlns:a16="http://schemas.microsoft.com/office/drawing/2014/main" id="{F81F2C56-FC5C-42EB-A91F-4A356A30D949}"/>
              </a:ext>
            </a:extLst>
          </p:cNvPr>
          <p:cNvGrpSpPr/>
          <p:nvPr/>
        </p:nvGrpSpPr>
        <p:grpSpPr>
          <a:xfrm>
            <a:off x="1127051" y="1528302"/>
            <a:ext cx="2328941" cy="1090103"/>
            <a:chOff x="463550" y="1420160"/>
            <a:chExt cx="11264900" cy="5272740"/>
          </a:xfrm>
        </p:grpSpPr>
        <p:sp>
          <p:nvSpPr>
            <p:cNvPr id="7" name="Trapèze 6">
              <a:extLst>
                <a:ext uri="{FF2B5EF4-FFF2-40B4-BE49-F238E27FC236}">
                  <a16:creationId xmlns:a16="http://schemas.microsoft.com/office/drawing/2014/main" id="{4743612D-0E95-4FA6-A892-6C5B65B9E761}"/>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b="1"/>
                <a:t>CAUSE</a:t>
              </a:r>
            </a:p>
          </p:txBody>
        </p:sp>
        <p:sp>
          <p:nvSpPr>
            <p:cNvPr id="8" name="Triangle isocèle 7">
              <a:extLst>
                <a:ext uri="{FF2B5EF4-FFF2-40B4-BE49-F238E27FC236}">
                  <a16:creationId xmlns:a16="http://schemas.microsoft.com/office/drawing/2014/main" id="{A71530D7-CB14-43CF-BBDC-05205DB884C2}"/>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t>GREAT GOAL</a:t>
              </a:r>
            </a:p>
            <a:p>
              <a:pPr algn="ctr"/>
              <a:endParaRPr lang="en-US" sz="600"/>
            </a:p>
          </p:txBody>
        </p:sp>
        <p:grpSp>
          <p:nvGrpSpPr>
            <p:cNvPr id="9" name="Groupe 8">
              <a:extLst>
                <a:ext uri="{FF2B5EF4-FFF2-40B4-BE49-F238E27FC236}">
                  <a16:creationId xmlns:a16="http://schemas.microsoft.com/office/drawing/2014/main" id="{4A81CFD3-AF2F-4A32-934F-C5B9B0BB3FE9}"/>
                </a:ext>
              </a:extLst>
            </p:cNvPr>
            <p:cNvGrpSpPr/>
            <p:nvPr/>
          </p:nvGrpSpPr>
          <p:grpSpPr>
            <a:xfrm>
              <a:off x="1527175" y="3040767"/>
              <a:ext cx="9137650" cy="1969383"/>
              <a:chOff x="1644650" y="3040767"/>
              <a:chExt cx="9137650" cy="1907219"/>
            </a:xfrm>
          </p:grpSpPr>
          <p:sp>
            <p:nvSpPr>
              <p:cNvPr id="12" name="Trapèze 11">
                <a:extLst>
                  <a:ext uri="{FF2B5EF4-FFF2-40B4-BE49-F238E27FC236}">
                    <a16:creationId xmlns:a16="http://schemas.microsoft.com/office/drawing/2014/main" id="{3AC45F21-4A70-4345-A9A3-08D7B8969937}"/>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BAD MEMORIES</a:t>
                </a:r>
                <a:endParaRPr lang="en-US" sz="300"/>
              </a:p>
            </p:txBody>
          </p:sp>
          <p:sp>
            <p:nvSpPr>
              <p:cNvPr id="13" name="Trapèze 12">
                <a:extLst>
                  <a:ext uri="{FF2B5EF4-FFF2-40B4-BE49-F238E27FC236}">
                    <a16:creationId xmlns:a16="http://schemas.microsoft.com/office/drawing/2014/main" id="{E168BC59-16B7-45CD-B3DA-278835C61955}"/>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dirty="0"/>
                  <a:t>WRONG FICTIVE STORIES - RISKS</a:t>
                </a:r>
              </a:p>
            </p:txBody>
          </p:sp>
          <p:sp>
            <p:nvSpPr>
              <p:cNvPr id="14" name="Trapèze 13">
                <a:extLst>
                  <a:ext uri="{FF2B5EF4-FFF2-40B4-BE49-F238E27FC236}">
                    <a16:creationId xmlns:a16="http://schemas.microsoft.com/office/drawing/2014/main" id="{1BF4DF4C-F19E-4C2B-80B6-86E9FDF7E913}"/>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GOOD MEMORIES</a:t>
                </a:r>
                <a:endParaRPr lang="en-US" sz="300"/>
              </a:p>
            </p:txBody>
          </p:sp>
          <p:sp>
            <p:nvSpPr>
              <p:cNvPr id="15" name="Trapèze 14">
                <a:extLst>
                  <a:ext uri="{FF2B5EF4-FFF2-40B4-BE49-F238E27FC236}">
                    <a16:creationId xmlns:a16="http://schemas.microsoft.com/office/drawing/2014/main" id="{47FDFEDF-F2F2-4825-A4C1-32EA65A2B2EA}"/>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IDEAL STORIES</a:t>
                </a:r>
              </a:p>
            </p:txBody>
          </p:sp>
        </p:grpSp>
        <p:sp>
          <p:nvSpPr>
            <p:cNvPr id="10" name="Triangle isocèle 9">
              <a:extLst>
                <a:ext uri="{FF2B5EF4-FFF2-40B4-BE49-F238E27FC236}">
                  <a16:creationId xmlns:a16="http://schemas.microsoft.com/office/drawing/2014/main" id="{A58BB35F-7816-44D4-B00F-3E5D81E27EAE}"/>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1" name="ZoneTexte 10">
              <a:extLst>
                <a:ext uri="{FF2B5EF4-FFF2-40B4-BE49-F238E27FC236}">
                  <a16:creationId xmlns:a16="http://schemas.microsoft.com/office/drawing/2014/main" id="{302820B5-91C0-4193-AD45-F3968FA0F56C}"/>
                </a:ext>
              </a:extLst>
            </p:cNvPr>
            <p:cNvSpPr txBox="1"/>
            <p:nvPr/>
          </p:nvSpPr>
          <p:spPr>
            <a:xfrm>
              <a:off x="4952497" y="3044170"/>
              <a:ext cx="2287007" cy="744344"/>
            </a:xfrm>
            <a:prstGeom prst="rect">
              <a:avLst/>
            </a:prstGeom>
            <a:noFill/>
          </p:spPr>
          <p:txBody>
            <a:bodyPr wrap="square">
              <a:spAutoFit/>
            </a:bodyPr>
            <a:lstStyle/>
            <a:p>
              <a:pPr algn="ctr"/>
              <a:r>
                <a:rPr lang="en-US" sz="400" b="1"/>
                <a:t>CONDITIONS</a:t>
              </a:r>
            </a:p>
          </p:txBody>
        </p:sp>
      </p:grpSp>
      <p:grpSp>
        <p:nvGrpSpPr>
          <p:cNvPr id="173" name="Groupe 172">
            <a:extLst>
              <a:ext uri="{FF2B5EF4-FFF2-40B4-BE49-F238E27FC236}">
                <a16:creationId xmlns:a16="http://schemas.microsoft.com/office/drawing/2014/main" id="{36C573ED-2DDD-45A0-8ECD-8441E6290E94}"/>
              </a:ext>
            </a:extLst>
          </p:cNvPr>
          <p:cNvGrpSpPr/>
          <p:nvPr/>
        </p:nvGrpSpPr>
        <p:grpSpPr>
          <a:xfrm>
            <a:off x="4719990" y="1510081"/>
            <a:ext cx="3001901" cy="1119025"/>
            <a:chOff x="7527020" y="2036345"/>
            <a:chExt cx="3826780" cy="1426517"/>
          </a:xfrm>
        </p:grpSpPr>
        <p:grpSp>
          <p:nvGrpSpPr>
            <p:cNvPr id="33" name="Groupe 32">
              <a:extLst>
                <a:ext uri="{FF2B5EF4-FFF2-40B4-BE49-F238E27FC236}">
                  <a16:creationId xmlns:a16="http://schemas.microsoft.com/office/drawing/2014/main" id="{261A8053-89DB-4FB0-B1E6-673EC35351F7}"/>
                </a:ext>
              </a:extLst>
            </p:cNvPr>
            <p:cNvGrpSpPr/>
            <p:nvPr/>
          </p:nvGrpSpPr>
          <p:grpSpPr>
            <a:xfrm>
              <a:off x="10055197" y="2036345"/>
              <a:ext cx="1298603" cy="1298603"/>
              <a:chOff x="9835911" y="2807662"/>
              <a:chExt cx="1796250" cy="1796250"/>
            </a:xfrm>
          </p:grpSpPr>
          <p:pic>
            <p:nvPicPr>
              <p:cNvPr id="50" name="Graphique 49" descr="Cathédrale avec un remplissage uni">
                <a:extLst>
                  <a:ext uri="{FF2B5EF4-FFF2-40B4-BE49-F238E27FC236}">
                    <a16:creationId xmlns:a16="http://schemas.microsoft.com/office/drawing/2014/main" id="{ECA6B174-326F-4EF1-B262-67E82014D23C}"/>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835911" y="2807662"/>
                <a:ext cx="1796250" cy="1796250"/>
              </a:xfrm>
              <a:prstGeom prst="rect">
                <a:avLst/>
              </a:prstGeom>
            </p:spPr>
          </p:pic>
          <p:sp>
            <p:nvSpPr>
              <p:cNvPr id="51" name="Rectangle 50">
                <a:extLst>
                  <a:ext uri="{FF2B5EF4-FFF2-40B4-BE49-F238E27FC236}">
                    <a16:creationId xmlns:a16="http://schemas.microsoft.com/office/drawing/2014/main" id="{910AC9FB-9470-4F43-9CBB-ACDE5D101C30}"/>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51">
                <a:extLst>
                  <a:ext uri="{FF2B5EF4-FFF2-40B4-BE49-F238E27FC236}">
                    <a16:creationId xmlns:a16="http://schemas.microsoft.com/office/drawing/2014/main" id="{A94E8C19-E760-4725-9330-73DC86C0DCE6}"/>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52">
                <a:extLst>
                  <a:ext uri="{FF2B5EF4-FFF2-40B4-BE49-F238E27FC236}">
                    <a16:creationId xmlns:a16="http://schemas.microsoft.com/office/drawing/2014/main" id="{EACF0D40-8792-4F94-94EA-2ADACE8AD6E7}"/>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53">
                <a:extLst>
                  <a:ext uri="{FF2B5EF4-FFF2-40B4-BE49-F238E27FC236}">
                    <a16:creationId xmlns:a16="http://schemas.microsoft.com/office/drawing/2014/main" id="{8BE1BBFE-5B40-4A1A-88D7-615444BBE586}"/>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54">
                <a:extLst>
                  <a:ext uri="{FF2B5EF4-FFF2-40B4-BE49-F238E27FC236}">
                    <a16:creationId xmlns:a16="http://schemas.microsoft.com/office/drawing/2014/main" id="{B56C609E-5C22-4E3F-9514-D2411E536DAD}"/>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55">
                <a:extLst>
                  <a:ext uri="{FF2B5EF4-FFF2-40B4-BE49-F238E27FC236}">
                    <a16:creationId xmlns:a16="http://schemas.microsoft.com/office/drawing/2014/main" id="{DC39F6B5-9152-48AC-BC1F-185EC10986B8}"/>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Rectangle 56">
                <a:extLst>
                  <a:ext uri="{FF2B5EF4-FFF2-40B4-BE49-F238E27FC236}">
                    <a16:creationId xmlns:a16="http://schemas.microsoft.com/office/drawing/2014/main" id="{16452F9A-E369-4DF8-8BA6-C48572D43E41}"/>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57">
                <a:extLst>
                  <a:ext uri="{FF2B5EF4-FFF2-40B4-BE49-F238E27FC236}">
                    <a16:creationId xmlns:a16="http://schemas.microsoft.com/office/drawing/2014/main" id="{AEEE7CD0-7B77-4C04-9300-E6041B9F8084}"/>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Rectangle 58">
                <a:extLst>
                  <a:ext uri="{FF2B5EF4-FFF2-40B4-BE49-F238E27FC236}">
                    <a16:creationId xmlns:a16="http://schemas.microsoft.com/office/drawing/2014/main" id="{E2801E31-3A13-4A00-AF02-65B7EB744D24}"/>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59">
                <a:extLst>
                  <a:ext uri="{FF2B5EF4-FFF2-40B4-BE49-F238E27FC236}">
                    <a16:creationId xmlns:a16="http://schemas.microsoft.com/office/drawing/2014/main" id="{8BEA4D33-182E-4C2C-8AE2-31203D588B3A}"/>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Rectangle 60">
                <a:extLst>
                  <a:ext uri="{FF2B5EF4-FFF2-40B4-BE49-F238E27FC236}">
                    <a16:creationId xmlns:a16="http://schemas.microsoft.com/office/drawing/2014/main" id="{69CAFA45-E325-4D44-849D-02BA1995F2D7}"/>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61">
                <a:extLst>
                  <a:ext uri="{FF2B5EF4-FFF2-40B4-BE49-F238E27FC236}">
                    <a16:creationId xmlns:a16="http://schemas.microsoft.com/office/drawing/2014/main" id="{BA7A1BAE-F22B-40F8-B69E-330D8A429231}"/>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Rectangle 62">
                <a:extLst>
                  <a:ext uri="{FF2B5EF4-FFF2-40B4-BE49-F238E27FC236}">
                    <a16:creationId xmlns:a16="http://schemas.microsoft.com/office/drawing/2014/main" id="{15E57D91-1734-4707-B636-EC7A42B75648}"/>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Rectangle 63">
                <a:extLst>
                  <a:ext uri="{FF2B5EF4-FFF2-40B4-BE49-F238E27FC236}">
                    <a16:creationId xmlns:a16="http://schemas.microsoft.com/office/drawing/2014/main" id="{7EB82026-5C2F-4E72-B70A-A9575C1EC076}"/>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Rectangle 64">
                <a:extLst>
                  <a:ext uri="{FF2B5EF4-FFF2-40B4-BE49-F238E27FC236}">
                    <a16:creationId xmlns:a16="http://schemas.microsoft.com/office/drawing/2014/main" id="{427E0018-0073-4AB8-910D-5FB0A93B1E4E}"/>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65">
                <a:extLst>
                  <a:ext uri="{FF2B5EF4-FFF2-40B4-BE49-F238E27FC236}">
                    <a16:creationId xmlns:a16="http://schemas.microsoft.com/office/drawing/2014/main" id="{8FA8812D-2969-4E95-BCAA-1842BCBD2758}"/>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Rectangle 66">
                <a:extLst>
                  <a:ext uri="{FF2B5EF4-FFF2-40B4-BE49-F238E27FC236}">
                    <a16:creationId xmlns:a16="http://schemas.microsoft.com/office/drawing/2014/main" id="{2A6AED67-B7B5-47FD-A882-1A895EEDAFC2}"/>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Rectangle 67">
                <a:extLst>
                  <a:ext uri="{FF2B5EF4-FFF2-40B4-BE49-F238E27FC236}">
                    <a16:creationId xmlns:a16="http://schemas.microsoft.com/office/drawing/2014/main" id="{A0F42609-CCFE-42D6-A072-84A86DE5D4C6}"/>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68">
                <a:extLst>
                  <a:ext uri="{FF2B5EF4-FFF2-40B4-BE49-F238E27FC236}">
                    <a16:creationId xmlns:a16="http://schemas.microsoft.com/office/drawing/2014/main" id="{7F5141EA-528D-4C38-A637-4CBB675BAF92}"/>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69">
                <a:extLst>
                  <a:ext uri="{FF2B5EF4-FFF2-40B4-BE49-F238E27FC236}">
                    <a16:creationId xmlns:a16="http://schemas.microsoft.com/office/drawing/2014/main" id="{8A6E6DAC-A064-4A79-AB44-7501B41B4875}"/>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70">
                <a:extLst>
                  <a:ext uri="{FF2B5EF4-FFF2-40B4-BE49-F238E27FC236}">
                    <a16:creationId xmlns:a16="http://schemas.microsoft.com/office/drawing/2014/main" id="{65174E8C-1D14-4B2F-8FB2-B20796D276A3}"/>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71">
                <a:extLst>
                  <a:ext uri="{FF2B5EF4-FFF2-40B4-BE49-F238E27FC236}">
                    <a16:creationId xmlns:a16="http://schemas.microsoft.com/office/drawing/2014/main" id="{5F8091C7-9BEB-485F-9BF1-0F230C0739AA}"/>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72">
                <a:extLst>
                  <a:ext uri="{FF2B5EF4-FFF2-40B4-BE49-F238E27FC236}">
                    <a16:creationId xmlns:a16="http://schemas.microsoft.com/office/drawing/2014/main" id="{7A099271-5185-47AE-8FFA-138E828B2735}"/>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73">
                <a:extLst>
                  <a:ext uri="{FF2B5EF4-FFF2-40B4-BE49-F238E27FC236}">
                    <a16:creationId xmlns:a16="http://schemas.microsoft.com/office/drawing/2014/main" id="{595C006A-D5DE-4981-AD4D-EB49FE0B6970}"/>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74">
                <a:extLst>
                  <a:ext uri="{FF2B5EF4-FFF2-40B4-BE49-F238E27FC236}">
                    <a16:creationId xmlns:a16="http://schemas.microsoft.com/office/drawing/2014/main" id="{4F6AD431-FD9E-419C-B5C7-DDCACC0AF5E4}"/>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75">
                <a:extLst>
                  <a:ext uri="{FF2B5EF4-FFF2-40B4-BE49-F238E27FC236}">
                    <a16:creationId xmlns:a16="http://schemas.microsoft.com/office/drawing/2014/main" id="{26A02868-896B-43A3-8135-7A7D4639403D}"/>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76">
                <a:extLst>
                  <a:ext uri="{FF2B5EF4-FFF2-40B4-BE49-F238E27FC236}">
                    <a16:creationId xmlns:a16="http://schemas.microsoft.com/office/drawing/2014/main" id="{1A350117-A9C9-40DC-BBCC-BE39D26BF970}"/>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Rectangle 77">
                <a:extLst>
                  <a:ext uri="{FF2B5EF4-FFF2-40B4-BE49-F238E27FC236}">
                    <a16:creationId xmlns:a16="http://schemas.microsoft.com/office/drawing/2014/main" id="{712E6D59-8A6A-492D-98FC-B38C0AB141C2}"/>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78">
                <a:extLst>
                  <a:ext uri="{FF2B5EF4-FFF2-40B4-BE49-F238E27FC236}">
                    <a16:creationId xmlns:a16="http://schemas.microsoft.com/office/drawing/2014/main" id="{8820B401-F6C3-4C5D-8D7B-38DDA44DD42F}"/>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79">
                <a:extLst>
                  <a:ext uri="{FF2B5EF4-FFF2-40B4-BE49-F238E27FC236}">
                    <a16:creationId xmlns:a16="http://schemas.microsoft.com/office/drawing/2014/main" id="{C3A46CC8-484F-4084-9737-E3B1A738D6C3}"/>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80">
                <a:extLst>
                  <a:ext uri="{FF2B5EF4-FFF2-40B4-BE49-F238E27FC236}">
                    <a16:creationId xmlns:a16="http://schemas.microsoft.com/office/drawing/2014/main" id="{2A526F6E-9A2E-4957-AF2D-B9D4EE68E4B0}"/>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81">
                <a:extLst>
                  <a:ext uri="{FF2B5EF4-FFF2-40B4-BE49-F238E27FC236}">
                    <a16:creationId xmlns:a16="http://schemas.microsoft.com/office/drawing/2014/main" id="{B4A668B0-F1ED-44E7-A0DB-3C052A987F36}"/>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82">
                <a:extLst>
                  <a:ext uri="{FF2B5EF4-FFF2-40B4-BE49-F238E27FC236}">
                    <a16:creationId xmlns:a16="http://schemas.microsoft.com/office/drawing/2014/main" id="{2665197A-F23D-4D81-9CAD-5F39414E1080}"/>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83">
                <a:extLst>
                  <a:ext uri="{FF2B5EF4-FFF2-40B4-BE49-F238E27FC236}">
                    <a16:creationId xmlns:a16="http://schemas.microsoft.com/office/drawing/2014/main" id="{84BA6480-BA16-434D-B3AE-C7ABC8341264}"/>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Rectangle 84">
                <a:extLst>
                  <a:ext uri="{FF2B5EF4-FFF2-40B4-BE49-F238E27FC236}">
                    <a16:creationId xmlns:a16="http://schemas.microsoft.com/office/drawing/2014/main" id="{FE8B7327-34BF-4C63-98E8-1F6733FE9D39}"/>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85">
                <a:extLst>
                  <a:ext uri="{FF2B5EF4-FFF2-40B4-BE49-F238E27FC236}">
                    <a16:creationId xmlns:a16="http://schemas.microsoft.com/office/drawing/2014/main" id="{8F36B8F7-F400-45F5-A532-FC91E946AE96}"/>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86">
                <a:extLst>
                  <a:ext uri="{FF2B5EF4-FFF2-40B4-BE49-F238E27FC236}">
                    <a16:creationId xmlns:a16="http://schemas.microsoft.com/office/drawing/2014/main" id="{B6D82DCE-31B7-46D6-BC6D-DF24D0B2EB4B}"/>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87">
                <a:extLst>
                  <a:ext uri="{FF2B5EF4-FFF2-40B4-BE49-F238E27FC236}">
                    <a16:creationId xmlns:a16="http://schemas.microsoft.com/office/drawing/2014/main" id="{FE841201-68F3-4124-A74C-4B305AE84D3D}"/>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88">
                <a:extLst>
                  <a:ext uri="{FF2B5EF4-FFF2-40B4-BE49-F238E27FC236}">
                    <a16:creationId xmlns:a16="http://schemas.microsoft.com/office/drawing/2014/main" id="{87DFFE43-C42D-409E-A3EF-6B5110707141}"/>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89">
                <a:extLst>
                  <a:ext uri="{FF2B5EF4-FFF2-40B4-BE49-F238E27FC236}">
                    <a16:creationId xmlns:a16="http://schemas.microsoft.com/office/drawing/2014/main" id="{880B595F-FF2F-4869-ABE3-F516239B4936}"/>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90">
                <a:extLst>
                  <a:ext uri="{FF2B5EF4-FFF2-40B4-BE49-F238E27FC236}">
                    <a16:creationId xmlns:a16="http://schemas.microsoft.com/office/drawing/2014/main" id="{BC854FD4-987C-49E8-8594-9909B752512F}"/>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91">
                <a:extLst>
                  <a:ext uri="{FF2B5EF4-FFF2-40B4-BE49-F238E27FC236}">
                    <a16:creationId xmlns:a16="http://schemas.microsoft.com/office/drawing/2014/main" id="{14EFD31E-9EBB-4B8B-88D8-7AF1792AC0CB}"/>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92">
                <a:extLst>
                  <a:ext uri="{FF2B5EF4-FFF2-40B4-BE49-F238E27FC236}">
                    <a16:creationId xmlns:a16="http://schemas.microsoft.com/office/drawing/2014/main" id="{121ED887-806F-42CE-8D0F-B4C968DF4426}"/>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93">
                <a:extLst>
                  <a:ext uri="{FF2B5EF4-FFF2-40B4-BE49-F238E27FC236}">
                    <a16:creationId xmlns:a16="http://schemas.microsoft.com/office/drawing/2014/main" id="{27C6A0BA-AECC-4197-A496-D606F2722630}"/>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94">
                <a:extLst>
                  <a:ext uri="{FF2B5EF4-FFF2-40B4-BE49-F238E27FC236}">
                    <a16:creationId xmlns:a16="http://schemas.microsoft.com/office/drawing/2014/main" id="{ED9EF6FB-C938-4894-BB2B-FA4688CDFCCA}"/>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95">
                <a:extLst>
                  <a:ext uri="{FF2B5EF4-FFF2-40B4-BE49-F238E27FC236}">
                    <a16:creationId xmlns:a16="http://schemas.microsoft.com/office/drawing/2014/main" id="{F68F7D7D-DADA-42F5-9CF1-18D5CA033224}"/>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96">
                <a:extLst>
                  <a:ext uri="{FF2B5EF4-FFF2-40B4-BE49-F238E27FC236}">
                    <a16:creationId xmlns:a16="http://schemas.microsoft.com/office/drawing/2014/main" id="{3B6100CC-73DD-4DFC-A55A-E314F8002A13}"/>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97">
                <a:extLst>
                  <a:ext uri="{FF2B5EF4-FFF2-40B4-BE49-F238E27FC236}">
                    <a16:creationId xmlns:a16="http://schemas.microsoft.com/office/drawing/2014/main" id="{7E93D1E9-CC47-4B53-AEB6-BA74D4B90F17}"/>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98">
                <a:extLst>
                  <a:ext uri="{FF2B5EF4-FFF2-40B4-BE49-F238E27FC236}">
                    <a16:creationId xmlns:a16="http://schemas.microsoft.com/office/drawing/2014/main" id="{73123A61-FADA-4D59-BF5F-8279B3232CCA}"/>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99">
                <a:extLst>
                  <a:ext uri="{FF2B5EF4-FFF2-40B4-BE49-F238E27FC236}">
                    <a16:creationId xmlns:a16="http://schemas.microsoft.com/office/drawing/2014/main" id="{0D2F5A8A-F8D1-400D-98D2-D4671FDD3D36}"/>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00">
                <a:extLst>
                  <a:ext uri="{FF2B5EF4-FFF2-40B4-BE49-F238E27FC236}">
                    <a16:creationId xmlns:a16="http://schemas.microsoft.com/office/drawing/2014/main" id="{A5AC43E3-7F6B-41B2-9D7E-92A5171456E8}"/>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01">
                <a:extLst>
                  <a:ext uri="{FF2B5EF4-FFF2-40B4-BE49-F238E27FC236}">
                    <a16:creationId xmlns:a16="http://schemas.microsoft.com/office/drawing/2014/main" id="{0BB3EB76-44FD-42C0-8932-E91E7771FB80}"/>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102">
                <a:extLst>
                  <a:ext uri="{FF2B5EF4-FFF2-40B4-BE49-F238E27FC236}">
                    <a16:creationId xmlns:a16="http://schemas.microsoft.com/office/drawing/2014/main" id="{0EED64BA-CB10-4FAF-8264-FEC84FDA667D}"/>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Rectangle 103">
                <a:extLst>
                  <a:ext uri="{FF2B5EF4-FFF2-40B4-BE49-F238E27FC236}">
                    <a16:creationId xmlns:a16="http://schemas.microsoft.com/office/drawing/2014/main" id="{87090F66-3E20-4BA5-A252-83CB96FB150A}"/>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Rectangle 104">
                <a:extLst>
                  <a:ext uri="{FF2B5EF4-FFF2-40B4-BE49-F238E27FC236}">
                    <a16:creationId xmlns:a16="http://schemas.microsoft.com/office/drawing/2014/main" id="{6D00E74E-FD31-427E-A5A5-075AA72741EB}"/>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Rectangle 105">
                <a:extLst>
                  <a:ext uri="{FF2B5EF4-FFF2-40B4-BE49-F238E27FC236}">
                    <a16:creationId xmlns:a16="http://schemas.microsoft.com/office/drawing/2014/main" id="{7BF60BEA-F3FD-484E-82A6-795D0EE4E977}"/>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06">
                <a:extLst>
                  <a:ext uri="{FF2B5EF4-FFF2-40B4-BE49-F238E27FC236}">
                    <a16:creationId xmlns:a16="http://schemas.microsoft.com/office/drawing/2014/main" id="{3CD73D34-1FDE-49BE-859C-A2B327C74D1D}"/>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07">
                <a:extLst>
                  <a:ext uri="{FF2B5EF4-FFF2-40B4-BE49-F238E27FC236}">
                    <a16:creationId xmlns:a16="http://schemas.microsoft.com/office/drawing/2014/main" id="{F639DF2B-D9CE-46CF-910E-B78522EADBE3}"/>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Rectangle 108">
                <a:extLst>
                  <a:ext uri="{FF2B5EF4-FFF2-40B4-BE49-F238E27FC236}">
                    <a16:creationId xmlns:a16="http://schemas.microsoft.com/office/drawing/2014/main" id="{45B6A6D9-8A19-427F-B666-17B5CFD50738}"/>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0" name="Rectangle 109">
                <a:extLst>
                  <a:ext uri="{FF2B5EF4-FFF2-40B4-BE49-F238E27FC236}">
                    <a16:creationId xmlns:a16="http://schemas.microsoft.com/office/drawing/2014/main" id="{6E1D6FA7-8564-4214-B9C4-D7A79592FA2E}"/>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Rectangle 110">
                <a:extLst>
                  <a:ext uri="{FF2B5EF4-FFF2-40B4-BE49-F238E27FC236}">
                    <a16:creationId xmlns:a16="http://schemas.microsoft.com/office/drawing/2014/main" id="{0D63E776-D1A7-4691-9529-604C8D973978}"/>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2" name="Rectangle 111">
                <a:extLst>
                  <a:ext uri="{FF2B5EF4-FFF2-40B4-BE49-F238E27FC236}">
                    <a16:creationId xmlns:a16="http://schemas.microsoft.com/office/drawing/2014/main" id="{69557EB4-6D05-41E5-8344-DB81B4211CF0}"/>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53" name="Groupe 152">
              <a:extLst>
                <a:ext uri="{FF2B5EF4-FFF2-40B4-BE49-F238E27FC236}">
                  <a16:creationId xmlns:a16="http://schemas.microsoft.com/office/drawing/2014/main" id="{E923A2FE-870A-4B13-9C9D-E0B997DCBAF3}"/>
                </a:ext>
              </a:extLst>
            </p:cNvPr>
            <p:cNvGrpSpPr/>
            <p:nvPr/>
          </p:nvGrpSpPr>
          <p:grpSpPr>
            <a:xfrm>
              <a:off x="7527020" y="2174293"/>
              <a:ext cx="1467257" cy="1169474"/>
              <a:chOff x="2609577" y="1563591"/>
              <a:chExt cx="1467257" cy="1169474"/>
            </a:xfrm>
          </p:grpSpPr>
          <p:grpSp>
            <p:nvGrpSpPr>
              <p:cNvPr id="154" name="Groupe 153">
                <a:extLst>
                  <a:ext uri="{FF2B5EF4-FFF2-40B4-BE49-F238E27FC236}">
                    <a16:creationId xmlns:a16="http://schemas.microsoft.com/office/drawing/2014/main" id="{BEB2E3F4-DB49-450A-93CD-BA4C7647DBFE}"/>
                  </a:ext>
                </a:extLst>
              </p:cNvPr>
              <p:cNvGrpSpPr/>
              <p:nvPr/>
            </p:nvGrpSpPr>
            <p:grpSpPr>
              <a:xfrm>
                <a:off x="2609577" y="1563591"/>
                <a:ext cx="1412109" cy="1169474"/>
                <a:chOff x="2645545" y="3994190"/>
                <a:chExt cx="1412109" cy="1169474"/>
              </a:xfrm>
            </p:grpSpPr>
            <p:pic>
              <p:nvPicPr>
                <p:cNvPr id="156" name="Graphique 155" descr="Diable avec un remplissage uni">
                  <a:extLst>
                    <a:ext uri="{FF2B5EF4-FFF2-40B4-BE49-F238E27FC236}">
                      <a16:creationId xmlns:a16="http://schemas.microsoft.com/office/drawing/2014/main" id="{450597DF-974E-4CD3-81D5-4E564244AC81}"/>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037365" y="4143375"/>
                  <a:ext cx="1020289" cy="1020289"/>
                </a:xfrm>
                <a:prstGeom prst="rect">
                  <a:avLst/>
                </a:prstGeom>
              </p:spPr>
            </p:pic>
            <p:pic>
              <p:nvPicPr>
                <p:cNvPr id="157" name="Graphique 156" descr="Base-ball avec un remplissage uni">
                  <a:extLst>
                    <a:ext uri="{FF2B5EF4-FFF2-40B4-BE49-F238E27FC236}">
                      <a16:creationId xmlns:a16="http://schemas.microsoft.com/office/drawing/2014/main" id="{80983266-A0C0-4B07-AB9E-7926CFB2540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flipH="1">
                  <a:off x="2645545" y="4030462"/>
                  <a:ext cx="993713" cy="1133202"/>
                </a:xfrm>
                <a:prstGeom prst="rect">
                  <a:avLst/>
                </a:prstGeom>
              </p:spPr>
            </p:pic>
            <p:sp>
              <p:nvSpPr>
                <p:cNvPr id="158" name="Rectangle 157">
                  <a:extLst>
                    <a:ext uri="{FF2B5EF4-FFF2-40B4-BE49-F238E27FC236}">
                      <a16:creationId xmlns:a16="http://schemas.microsoft.com/office/drawing/2014/main" id="{A33E9C91-DE8D-4344-B222-A8C9E93C5269}"/>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5" name="Graphique 154" descr="Boîte à archives avec un remplissage uni">
                <a:extLst>
                  <a:ext uri="{FF2B5EF4-FFF2-40B4-BE49-F238E27FC236}">
                    <a16:creationId xmlns:a16="http://schemas.microsoft.com/office/drawing/2014/main" id="{1A35B308-28DD-44B9-B815-1C665FA00AD6}"/>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rot="20255485">
                <a:off x="3419733" y="1863768"/>
                <a:ext cx="657101" cy="657101"/>
              </a:xfrm>
              <a:prstGeom prst="rect">
                <a:avLst/>
              </a:prstGeom>
            </p:spPr>
          </p:pic>
        </p:grpSp>
        <p:grpSp>
          <p:nvGrpSpPr>
            <p:cNvPr id="159" name="Groupe 158">
              <a:extLst>
                <a:ext uri="{FF2B5EF4-FFF2-40B4-BE49-F238E27FC236}">
                  <a16:creationId xmlns:a16="http://schemas.microsoft.com/office/drawing/2014/main" id="{83F99538-7261-4DC5-88F3-F475EFB91677}"/>
                </a:ext>
              </a:extLst>
            </p:cNvPr>
            <p:cNvGrpSpPr/>
            <p:nvPr/>
          </p:nvGrpSpPr>
          <p:grpSpPr>
            <a:xfrm flipH="1">
              <a:off x="8944157" y="2297704"/>
              <a:ext cx="1093937" cy="1165158"/>
              <a:chOff x="1680627" y="1783722"/>
              <a:chExt cx="1331514" cy="1331514"/>
            </a:xfrm>
          </p:grpSpPr>
          <p:pic>
            <p:nvPicPr>
              <p:cNvPr id="160" name="Graphique 159" descr="Mur de briques en construction avec un remplissage uni">
                <a:extLst>
                  <a:ext uri="{FF2B5EF4-FFF2-40B4-BE49-F238E27FC236}">
                    <a16:creationId xmlns:a16="http://schemas.microsoft.com/office/drawing/2014/main" id="{9FD566E8-9903-41BF-B024-27E14AF0F5E4}"/>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680627" y="1783722"/>
                <a:ext cx="1331514" cy="1331514"/>
              </a:xfrm>
              <a:prstGeom prst="rect">
                <a:avLst/>
              </a:prstGeom>
            </p:spPr>
          </p:pic>
          <p:sp>
            <p:nvSpPr>
              <p:cNvPr id="161" name="Rectangle 160">
                <a:extLst>
                  <a:ext uri="{FF2B5EF4-FFF2-40B4-BE49-F238E27FC236}">
                    <a16:creationId xmlns:a16="http://schemas.microsoft.com/office/drawing/2014/main" id="{BB286622-82AB-4364-8416-52C34C46E0BF}"/>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2" name="Rectangle 161">
                <a:extLst>
                  <a:ext uri="{FF2B5EF4-FFF2-40B4-BE49-F238E27FC236}">
                    <a16:creationId xmlns:a16="http://schemas.microsoft.com/office/drawing/2014/main" id="{DC3CCF92-9065-4BC3-8423-990F32C4FADC}"/>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3" name="Rectangle 162">
                <a:extLst>
                  <a:ext uri="{FF2B5EF4-FFF2-40B4-BE49-F238E27FC236}">
                    <a16:creationId xmlns:a16="http://schemas.microsoft.com/office/drawing/2014/main" id="{616B57C2-4840-45D1-988A-8893BED507CF}"/>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4" name="Rectangle 163">
                <a:extLst>
                  <a:ext uri="{FF2B5EF4-FFF2-40B4-BE49-F238E27FC236}">
                    <a16:creationId xmlns:a16="http://schemas.microsoft.com/office/drawing/2014/main" id="{C6CECCF0-25C9-4279-AEDC-B425E522D609}"/>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5" name="Rectangle 164">
                <a:extLst>
                  <a:ext uri="{FF2B5EF4-FFF2-40B4-BE49-F238E27FC236}">
                    <a16:creationId xmlns:a16="http://schemas.microsoft.com/office/drawing/2014/main" id="{5D6AD566-8FDA-4335-84CE-2745ED611AD8}"/>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6" name="Rectangle 165">
                <a:extLst>
                  <a:ext uri="{FF2B5EF4-FFF2-40B4-BE49-F238E27FC236}">
                    <a16:creationId xmlns:a16="http://schemas.microsoft.com/office/drawing/2014/main" id="{FF821FFB-0A98-4604-9396-1CB20A1D91D5}"/>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7" name="Rectangle 166">
                <a:extLst>
                  <a:ext uri="{FF2B5EF4-FFF2-40B4-BE49-F238E27FC236}">
                    <a16:creationId xmlns:a16="http://schemas.microsoft.com/office/drawing/2014/main" id="{D028B255-E5C2-4E7C-8A05-364E884C9E17}"/>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8" name="Rectangle 167">
                <a:extLst>
                  <a:ext uri="{FF2B5EF4-FFF2-40B4-BE49-F238E27FC236}">
                    <a16:creationId xmlns:a16="http://schemas.microsoft.com/office/drawing/2014/main" id="{C51F5D7A-2ED5-49BE-946C-6868FC60548F}"/>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9" name="Rectangle 168">
                <a:extLst>
                  <a:ext uri="{FF2B5EF4-FFF2-40B4-BE49-F238E27FC236}">
                    <a16:creationId xmlns:a16="http://schemas.microsoft.com/office/drawing/2014/main" id="{FB6B9371-B022-4747-96F2-237C213E15E3}"/>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0" name="Rectangle 169">
                <a:extLst>
                  <a:ext uri="{FF2B5EF4-FFF2-40B4-BE49-F238E27FC236}">
                    <a16:creationId xmlns:a16="http://schemas.microsoft.com/office/drawing/2014/main" id="{C9F24064-C35F-4B29-9744-5D9FB21AED86}"/>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1" name="Rectangle 170">
                <a:extLst>
                  <a:ext uri="{FF2B5EF4-FFF2-40B4-BE49-F238E27FC236}">
                    <a16:creationId xmlns:a16="http://schemas.microsoft.com/office/drawing/2014/main" id="{868BE277-C70F-46E1-B895-F1EAD1AFC8C0}"/>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2" name="Rectangle 171">
                <a:extLst>
                  <a:ext uri="{FF2B5EF4-FFF2-40B4-BE49-F238E27FC236}">
                    <a16:creationId xmlns:a16="http://schemas.microsoft.com/office/drawing/2014/main" id="{8E4CA0C9-7987-4877-B817-85E9E4E4C4C5}"/>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174" name="Groupe 173">
            <a:extLst>
              <a:ext uri="{FF2B5EF4-FFF2-40B4-BE49-F238E27FC236}">
                <a16:creationId xmlns:a16="http://schemas.microsoft.com/office/drawing/2014/main" id="{4102CAF8-10F0-4072-800E-4EBEB6D3510B}"/>
              </a:ext>
            </a:extLst>
          </p:cNvPr>
          <p:cNvGrpSpPr/>
          <p:nvPr/>
        </p:nvGrpSpPr>
        <p:grpSpPr>
          <a:xfrm>
            <a:off x="8811398" y="1671748"/>
            <a:ext cx="2449701" cy="1195165"/>
            <a:chOff x="127000" y="915986"/>
            <a:chExt cx="12052300" cy="5880100"/>
          </a:xfrm>
        </p:grpSpPr>
        <p:sp>
          <p:nvSpPr>
            <p:cNvPr id="175" name="Flèche : droite 174">
              <a:extLst>
                <a:ext uri="{FF2B5EF4-FFF2-40B4-BE49-F238E27FC236}">
                  <a16:creationId xmlns:a16="http://schemas.microsoft.com/office/drawing/2014/main" id="{0E8B1384-E70D-4F0B-8C85-CAE34F4251A3}"/>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endParaRPr>
            </a:p>
          </p:txBody>
        </p:sp>
        <p:sp>
          <p:nvSpPr>
            <p:cNvPr id="176" name="Rectangle 175">
              <a:extLst>
                <a:ext uri="{FF2B5EF4-FFF2-40B4-BE49-F238E27FC236}">
                  <a16:creationId xmlns:a16="http://schemas.microsoft.com/office/drawing/2014/main" id="{A3DA068B-6E06-4FA5-98FA-82BB6C57A670}"/>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sp>
          <p:nvSpPr>
            <p:cNvPr id="177" name="Rectangle 176">
              <a:extLst>
                <a:ext uri="{FF2B5EF4-FFF2-40B4-BE49-F238E27FC236}">
                  <a16:creationId xmlns:a16="http://schemas.microsoft.com/office/drawing/2014/main" id="{ADC6C2F7-04AE-486C-9B16-DD653DE24CE0}"/>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endParaRPr>
            </a:p>
          </p:txBody>
        </p:sp>
        <p:sp>
          <p:nvSpPr>
            <p:cNvPr id="178" name="Rectangle 177">
              <a:extLst>
                <a:ext uri="{FF2B5EF4-FFF2-40B4-BE49-F238E27FC236}">
                  <a16:creationId xmlns:a16="http://schemas.microsoft.com/office/drawing/2014/main" id="{6D6E3682-ACDC-48C5-B4A4-78B83ED6CF4A}"/>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sp>
          <p:nvSpPr>
            <p:cNvPr id="179" name="Rectangle 178">
              <a:extLst>
                <a:ext uri="{FF2B5EF4-FFF2-40B4-BE49-F238E27FC236}">
                  <a16:creationId xmlns:a16="http://schemas.microsoft.com/office/drawing/2014/main" id="{A53EFCB9-C09A-4E98-AF2C-7E6DDE9B9823}"/>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grpSp>
      <p:sp>
        <p:nvSpPr>
          <p:cNvPr id="180" name="ZoneTexte 179">
            <a:extLst>
              <a:ext uri="{FF2B5EF4-FFF2-40B4-BE49-F238E27FC236}">
                <a16:creationId xmlns:a16="http://schemas.microsoft.com/office/drawing/2014/main" id="{DDA1A4E1-96B5-42AD-B469-802EE7E61B72}"/>
              </a:ext>
            </a:extLst>
          </p:cNvPr>
          <p:cNvSpPr txBox="1"/>
          <p:nvPr/>
        </p:nvSpPr>
        <p:spPr>
          <a:xfrm>
            <a:off x="429516" y="2861075"/>
            <a:ext cx="3505477" cy="307777"/>
          </a:xfrm>
          <a:prstGeom prst="rect">
            <a:avLst/>
          </a:prstGeom>
          <a:noFill/>
        </p:spPr>
        <p:txBody>
          <a:bodyPr wrap="square" rtlCol="0">
            <a:spAutoFit/>
          </a:bodyPr>
          <a:lstStyle/>
          <a:p>
            <a:pPr algn="ctr"/>
            <a:r>
              <a:rPr lang="en-US" sz="1400" i="1" dirty="0"/>
              <a:t>WHY </a:t>
            </a:r>
            <a:r>
              <a:rPr lang="en-US" sz="1400" i="1" dirty="0">
                <a:sym typeface="Wingdings" panose="05000000000000000000" pitchFamily="2" charset="2"/>
              </a:rPr>
              <a:t> </a:t>
            </a:r>
            <a:r>
              <a:rPr lang="en-US" sz="1400" i="1" dirty="0"/>
              <a:t>Align </a:t>
            </a:r>
            <a:r>
              <a:rPr lang="en-US" sz="1400" b="1" i="1" dirty="0"/>
              <a:t>THOUGHTS AND INTENTIONS</a:t>
            </a:r>
            <a:endParaRPr lang="en-US" sz="1400" b="1" i="1" dirty="0">
              <a:solidFill>
                <a:srgbClr val="ED7D31"/>
              </a:solidFill>
            </a:endParaRPr>
          </a:p>
        </p:txBody>
      </p:sp>
      <p:sp>
        <p:nvSpPr>
          <p:cNvPr id="181" name="ZoneTexte 180">
            <a:extLst>
              <a:ext uri="{FF2B5EF4-FFF2-40B4-BE49-F238E27FC236}">
                <a16:creationId xmlns:a16="http://schemas.microsoft.com/office/drawing/2014/main" id="{A8C608CE-75EF-4A8A-A18F-954494591C84}"/>
              </a:ext>
            </a:extLst>
          </p:cNvPr>
          <p:cNvSpPr txBox="1"/>
          <p:nvPr/>
        </p:nvSpPr>
        <p:spPr>
          <a:xfrm>
            <a:off x="4786528" y="2792904"/>
            <a:ext cx="2915439" cy="523220"/>
          </a:xfrm>
          <a:prstGeom prst="rect">
            <a:avLst/>
          </a:prstGeom>
          <a:noFill/>
        </p:spPr>
        <p:txBody>
          <a:bodyPr wrap="square" rtlCol="0">
            <a:spAutoFit/>
          </a:bodyPr>
          <a:lstStyle/>
          <a:p>
            <a:pPr algn="ctr"/>
            <a:r>
              <a:rPr lang="en-US" sz="1400" i="1" dirty="0"/>
              <a:t>WHY US ? </a:t>
            </a:r>
            <a:r>
              <a:rPr lang="en-US" sz="1400" i="1" dirty="0">
                <a:sym typeface="Wingdings" panose="05000000000000000000" pitchFamily="2" charset="2"/>
              </a:rPr>
              <a:t> </a:t>
            </a:r>
            <a:r>
              <a:rPr lang="en-US" sz="1400" i="1" dirty="0"/>
              <a:t>Align </a:t>
            </a:r>
            <a:r>
              <a:rPr lang="en-US" sz="1400" b="1" i="1" dirty="0"/>
              <a:t>SKILLS AND OPERATIONAL CAPABILITIES</a:t>
            </a:r>
          </a:p>
        </p:txBody>
      </p:sp>
      <p:sp>
        <p:nvSpPr>
          <p:cNvPr id="182" name="ZoneTexte 181">
            <a:extLst>
              <a:ext uri="{FF2B5EF4-FFF2-40B4-BE49-F238E27FC236}">
                <a16:creationId xmlns:a16="http://schemas.microsoft.com/office/drawing/2014/main" id="{36E315AB-7B21-4E5C-86B8-1A9AB35947FF}"/>
              </a:ext>
            </a:extLst>
          </p:cNvPr>
          <p:cNvSpPr txBox="1"/>
          <p:nvPr/>
        </p:nvSpPr>
        <p:spPr>
          <a:xfrm>
            <a:off x="8240044" y="2806574"/>
            <a:ext cx="3505477" cy="523220"/>
          </a:xfrm>
          <a:prstGeom prst="rect">
            <a:avLst/>
          </a:prstGeom>
          <a:noFill/>
        </p:spPr>
        <p:txBody>
          <a:bodyPr wrap="square" rtlCol="0">
            <a:spAutoFit/>
          </a:bodyPr>
          <a:lstStyle/>
          <a:p>
            <a:pPr algn="ctr"/>
            <a:r>
              <a:rPr lang="en-US" sz="1400" i="1" dirty="0"/>
              <a:t>WHY NOW </a:t>
            </a:r>
            <a:r>
              <a:rPr lang="en-US" sz="1400" i="1" dirty="0">
                <a:sym typeface="Wingdings" panose="05000000000000000000" pitchFamily="2" charset="2"/>
              </a:rPr>
              <a:t> </a:t>
            </a:r>
            <a:r>
              <a:rPr lang="en-US" sz="1400" i="1" dirty="0"/>
              <a:t>Align </a:t>
            </a:r>
            <a:r>
              <a:rPr lang="en-US" sz="1400" b="1" i="1" dirty="0"/>
              <a:t>OPERATIONAL AVAILABILITIES OF RESOURCES</a:t>
            </a:r>
            <a:endParaRPr lang="en-US" sz="1400" b="1" i="1" dirty="0">
              <a:solidFill>
                <a:srgbClr val="ED7D31"/>
              </a:solidFill>
            </a:endParaRPr>
          </a:p>
        </p:txBody>
      </p:sp>
      <p:sp>
        <p:nvSpPr>
          <p:cNvPr id="183" name="ZoneTexte 182">
            <a:extLst>
              <a:ext uri="{FF2B5EF4-FFF2-40B4-BE49-F238E27FC236}">
                <a16:creationId xmlns:a16="http://schemas.microsoft.com/office/drawing/2014/main" id="{ABFBEC17-2C98-486C-801B-0392178A06BA}"/>
              </a:ext>
            </a:extLst>
          </p:cNvPr>
          <p:cNvSpPr txBox="1"/>
          <p:nvPr/>
        </p:nvSpPr>
        <p:spPr>
          <a:xfrm>
            <a:off x="735319" y="5607126"/>
            <a:ext cx="3024718" cy="523220"/>
          </a:xfrm>
          <a:prstGeom prst="rect">
            <a:avLst/>
          </a:prstGeom>
          <a:noFill/>
        </p:spPr>
        <p:txBody>
          <a:bodyPr wrap="square" rtlCol="0">
            <a:spAutoFit/>
          </a:bodyPr>
          <a:lstStyle/>
          <a:p>
            <a:pPr algn="ctr"/>
            <a:r>
              <a:rPr lang="en-US" sz="1400" i="1" dirty="0"/>
              <a:t>WHY HERE ? </a:t>
            </a:r>
            <a:r>
              <a:rPr lang="en-US" sz="1400" i="1" dirty="0">
                <a:sym typeface="Wingdings" panose="05000000000000000000" pitchFamily="2" charset="2"/>
              </a:rPr>
              <a:t> </a:t>
            </a:r>
            <a:r>
              <a:rPr lang="en-US" sz="1400" i="1" dirty="0"/>
              <a:t>Align </a:t>
            </a:r>
            <a:r>
              <a:rPr lang="en-US" sz="1400" b="1" i="1" dirty="0"/>
              <a:t>INFLUENCE AND INFLUENCE WORK</a:t>
            </a:r>
          </a:p>
        </p:txBody>
      </p:sp>
      <p:sp>
        <p:nvSpPr>
          <p:cNvPr id="184" name="ZoneTexte 183">
            <a:extLst>
              <a:ext uri="{FF2B5EF4-FFF2-40B4-BE49-F238E27FC236}">
                <a16:creationId xmlns:a16="http://schemas.microsoft.com/office/drawing/2014/main" id="{63AEEA97-8883-401C-AD16-3087BF270664}"/>
              </a:ext>
            </a:extLst>
          </p:cNvPr>
          <p:cNvSpPr txBox="1"/>
          <p:nvPr/>
        </p:nvSpPr>
        <p:spPr>
          <a:xfrm>
            <a:off x="4729911" y="5607126"/>
            <a:ext cx="3024718" cy="523220"/>
          </a:xfrm>
          <a:prstGeom prst="rect">
            <a:avLst/>
          </a:prstGeom>
          <a:noFill/>
        </p:spPr>
        <p:txBody>
          <a:bodyPr wrap="square" rtlCol="0">
            <a:spAutoFit/>
          </a:bodyPr>
          <a:lstStyle/>
          <a:p>
            <a:pPr algn="ctr"/>
            <a:r>
              <a:rPr lang="en-US" sz="1400" i="1" dirty="0"/>
              <a:t>WHY THIS ? </a:t>
            </a:r>
            <a:r>
              <a:rPr lang="en-US" sz="1400" i="1" dirty="0">
                <a:sym typeface="Wingdings" panose="05000000000000000000" pitchFamily="2" charset="2"/>
              </a:rPr>
              <a:t></a:t>
            </a:r>
            <a:r>
              <a:rPr lang="en-US" sz="1400" i="1" dirty="0"/>
              <a:t> Align </a:t>
            </a:r>
            <a:r>
              <a:rPr lang="en-US" sz="1400" b="1" i="1" dirty="0"/>
              <a:t>CHANGE EXPECTATIONS</a:t>
            </a:r>
          </a:p>
        </p:txBody>
      </p:sp>
      <p:sp>
        <p:nvSpPr>
          <p:cNvPr id="185" name="ZoneTexte 184">
            <a:extLst>
              <a:ext uri="{FF2B5EF4-FFF2-40B4-BE49-F238E27FC236}">
                <a16:creationId xmlns:a16="http://schemas.microsoft.com/office/drawing/2014/main" id="{7C0701B0-6A32-4967-B891-50888B09595C}"/>
              </a:ext>
            </a:extLst>
          </p:cNvPr>
          <p:cNvSpPr txBox="1"/>
          <p:nvPr/>
        </p:nvSpPr>
        <p:spPr>
          <a:xfrm>
            <a:off x="8935162" y="5602241"/>
            <a:ext cx="2356996" cy="523220"/>
          </a:xfrm>
          <a:prstGeom prst="rect">
            <a:avLst/>
          </a:prstGeom>
          <a:noFill/>
        </p:spPr>
        <p:txBody>
          <a:bodyPr wrap="square" rtlCol="0">
            <a:spAutoFit/>
          </a:bodyPr>
          <a:lstStyle/>
          <a:p>
            <a:pPr algn="ctr"/>
            <a:r>
              <a:rPr lang="en-US" sz="1400" i="1" dirty="0"/>
              <a:t>WHY NOT </a:t>
            </a:r>
            <a:r>
              <a:rPr lang="en-US" sz="1400" i="1" dirty="0">
                <a:sym typeface="Wingdings" panose="05000000000000000000" pitchFamily="2" charset="2"/>
              </a:rPr>
              <a:t> </a:t>
            </a:r>
            <a:r>
              <a:rPr lang="en-US" sz="1400" i="1" dirty="0"/>
              <a:t>Align </a:t>
            </a:r>
            <a:r>
              <a:rPr lang="en-US" sz="1400" b="1" i="1" dirty="0"/>
              <a:t>WILLINGNESS TO TRY</a:t>
            </a:r>
            <a:endParaRPr lang="en-US" sz="1400" b="1" i="1" dirty="0">
              <a:solidFill>
                <a:srgbClr val="ED7D31"/>
              </a:solidFill>
            </a:endParaRPr>
          </a:p>
        </p:txBody>
      </p:sp>
      <p:grpSp>
        <p:nvGrpSpPr>
          <p:cNvPr id="2" name="Groupe 1">
            <a:extLst>
              <a:ext uri="{FF2B5EF4-FFF2-40B4-BE49-F238E27FC236}">
                <a16:creationId xmlns:a16="http://schemas.microsoft.com/office/drawing/2014/main" id="{A5AEB6CC-F4D4-40F1-B3FC-BBE9989EF586}"/>
              </a:ext>
            </a:extLst>
          </p:cNvPr>
          <p:cNvGrpSpPr/>
          <p:nvPr/>
        </p:nvGrpSpPr>
        <p:grpSpPr>
          <a:xfrm>
            <a:off x="5655037" y="3889628"/>
            <a:ext cx="1471902" cy="1550016"/>
            <a:chOff x="6119047" y="342948"/>
            <a:chExt cx="5553478" cy="5848201"/>
          </a:xfrm>
        </p:grpSpPr>
        <p:pic>
          <p:nvPicPr>
            <p:cNvPr id="113" name="Graphique 112" descr="Balance de la justice avec un remplissage uni">
              <a:extLst>
                <a:ext uri="{FF2B5EF4-FFF2-40B4-BE49-F238E27FC236}">
                  <a16:creationId xmlns:a16="http://schemas.microsoft.com/office/drawing/2014/main" id="{D727BF1F-F629-4109-800D-114F9A0E6AC8}"/>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72" t="7530" r="8041" b="7105"/>
            <a:stretch/>
          </p:blipFill>
          <p:spPr>
            <a:xfrm>
              <a:off x="6521388" y="342948"/>
              <a:ext cx="4441794" cy="4461491"/>
            </a:xfrm>
            <a:prstGeom prst="rect">
              <a:avLst/>
            </a:prstGeom>
          </p:spPr>
        </p:pic>
        <p:sp>
          <p:nvSpPr>
            <p:cNvPr id="117" name="Rectangle 116">
              <a:extLst>
                <a:ext uri="{FF2B5EF4-FFF2-40B4-BE49-F238E27FC236}">
                  <a16:creationId xmlns:a16="http://schemas.microsoft.com/office/drawing/2014/main" id="{519E6671-F7B7-4241-9CCE-B381EB88E414}"/>
                </a:ext>
              </a:extLst>
            </p:cNvPr>
            <p:cNvSpPr/>
            <p:nvPr/>
          </p:nvSpPr>
          <p:spPr>
            <a:xfrm>
              <a:off x="6119047" y="220098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18" name="Rectangle 117">
              <a:extLst>
                <a:ext uri="{FF2B5EF4-FFF2-40B4-BE49-F238E27FC236}">
                  <a16:creationId xmlns:a16="http://schemas.microsoft.com/office/drawing/2014/main" id="{400EA242-F69C-4C78-A78B-956E857FDB73}"/>
                </a:ext>
              </a:extLst>
            </p:cNvPr>
            <p:cNvSpPr/>
            <p:nvPr/>
          </p:nvSpPr>
          <p:spPr>
            <a:xfrm>
              <a:off x="7279062" y="2219854"/>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19" name="Rectangle 118">
              <a:extLst>
                <a:ext uri="{FF2B5EF4-FFF2-40B4-BE49-F238E27FC236}">
                  <a16:creationId xmlns:a16="http://schemas.microsoft.com/office/drawing/2014/main" id="{04855CDF-AB50-4765-AE79-5C9C827BD968}"/>
                </a:ext>
              </a:extLst>
            </p:cNvPr>
            <p:cNvSpPr/>
            <p:nvPr/>
          </p:nvSpPr>
          <p:spPr>
            <a:xfrm>
              <a:off x="10494151"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0" name="Rectangle 119">
              <a:extLst>
                <a:ext uri="{FF2B5EF4-FFF2-40B4-BE49-F238E27FC236}">
                  <a16:creationId xmlns:a16="http://schemas.microsoft.com/office/drawing/2014/main" id="{D2EDEB57-83B9-4AF8-8E49-6654A63479F0}"/>
                </a:ext>
              </a:extLst>
            </p:cNvPr>
            <p:cNvSpPr/>
            <p:nvPr/>
          </p:nvSpPr>
          <p:spPr>
            <a:xfrm>
              <a:off x="7021611" y="144880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1" name="Rectangle 120">
              <a:extLst>
                <a:ext uri="{FF2B5EF4-FFF2-40B4-BE49-F238E27FC236}">
                  <a16:creationId xmlns:a16="http://schemas.microsoft.com/office/drawing/2014/main" id="{83EC2602-0163-4F40-AB14-33AA150F2855}"/>
                </a:ext>
              </a:extLst>
            </p:cNvPr>
            <p:cNvSpPr/>
            <p:nvPr/>
          </p:nvSpPr>
          <p:spPr>
            <a:xfrm>
              <a:off x="9694763" y="1481023"/>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2" name="Rectangle 121">
              <a:extLst>
                <a:ext uri="{FF2B5EF4-FFF2-40B4-BE49-F238E27FC236}">
                  <a16:creationId xmlns:a16="http://schemas.microsoft.com/office/drawing/2014/main" id="{79E7C151-81A6-4CA9-8B46-7163A3939585}"/>
                </a:ext>
              </a:extLst>
            </p:cNvPr>
            <p:cNvSpPr/>
            <p:nvPr/>
          </p:nvSpPr>
          <p:spPr>
            <a:xfrm>
              <a:off x="9243916"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3" name="Rectangle 122">
              <a:extLst>
                <a:ext uri="{FF2B5EF4-FFF2-40B4-BE49-F238E27FC236}">
                  <a16:creationId xmlns:a16="http://schemas.microsoft.com/office/drawing/2014/main" id="{C13371B2-247C-4893-831F-248AF5EDEF0F}"/>
                </a:ext>
              </a:extLst>
            </p:cNvPr>
            <p:cNvSpPr/>
            <p:nvPr/>
          </p:nvSpPr>
          <p:spPr>
            <a:xfrm>
              <a:off x="8741625"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4" name="Rectangle 123">
              <a:extLst>
                <a:ext uri="{FF2B5EF4-FFF2-40B4-BE49-F238E27FC236}">
                  <a16:creationId xmlns:a16="http://schemas.microsoft.com/office/drawing/2014/main" id="{B7EE96ED-1FB3-4724-A510-E0ED95F23260}"/>
                </a:ext>
              </a:extLst>
            </p:cNvPr>
            <p:cNvSpPr/>
            <p:nvPr/>
          </p:nvSpPr>
          <p:spPr>
            <a:xfrm>
              <a:off x="7491387"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5" name="Rectangle 124">
              <a:extLst>
                <a:ext uri="{FF2B5EF4-FFF2-40B4-BE49-F238E27FC236}">
                  <a16:creationId xmlns:a16="http://schemas.microsoft.com/office/drawing/2014/main" id="{6A120DE3-C2E6-4E3F-B187-FC707F7D2965}"/>
                </a:ext>
              </a:extLst>
            </p:cNvPr>
            <p:cNvSpPr/>
            <p:nvPr/>
          </p:nvSpPr>
          <p:spPr>
            <a:xfrm>
              <a:off x="8152438" y="5533037"/>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grpSp>
      <p:grpSp>
        <p:nvGrpSpPr>
          <p:cNvPr id="126" name="Groupe 125">
            <a:extLst>
              <a:ext uri="{FF2B5EF4-FFF2-40B4-BE49-F238E27FC236}">
                <a16:creationId xmlns:a16="http://schemas.microsoft.com/office/drawing/2014/main" id="{7492EF25-FBA4-451D-99EA-BBF7E092517B}"/>
              </a:ext>
            </a:extLst>
          </p:cNvPr>
          <p:cNvGrpSpPr/>
          <p:nvPr/>
        </p:nvGrpSpPr>
        <p:grpSpPr>
          <a:xfrm>
            <a:off x="1420529" y="4111588"/>
            <a:ext cx="1618049" cy="1201642"/>
            <a:chOff x="4856111" y="1739195"/>
            <a:chExt cx="6696567" cy="4973195"/>
          </a:xfrm>
        </p:grpSpPr>
        <p:pic>
          <p:nvPicPr>
            <p:cNvPr id="127" name="Graphique 126" descr="Sphères de Harvey 100% avec un remplissage uni">
              <a:extLst>
                <a:ext uri="{FF2B5EF4-FFF2-40B4-BE49-F238E27FC236}">
                  <a16:creationId xmlns:a16="http://schemas.microsoft.com/office/drawing/2014/main" id="{F6EC2676-9191-4B4B-8852-D8B82D45127A}"/>
                </a:ext>
              </a:extLst>
            </p:cNvPr>
            <p:cNvPicPr>
              <a:picLocks noChangeAspect="1"/>
            </p:cNvPicPr>
            <p:nvPr/>
          </p:nvPicPr>
          <p:blipFill rotWithShape="1">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rcRect l="10326" t="10344" r="10326" b="10240"/>
            <a:stretch/>
          </p:blipFill>
          <p:spPr>
            <a:xfrm>
              <a:off x="4856111" y="3574539"/>
              <a:ext cx="1792339" cy="1793874"/>
            </a:xfrm>
            <a:prstGeom prst="rect">
              <a:avLst/>
            </a:prstGeom>
          </p:spPr>
        </p:pic>
        <p:grpSp>
          <p:nvGrpSpPr>
            <p:cNvPr id="129" name="Groupe 128">
              <a:extLst>
                <a:ext uri="{FF2B5EF4-FFF2-40B4-BE49-F238E27FC236}">
                  <a16:creationId xmlns:a16="http://schemas.microsoft.com/office/drawing/2014/main" id="{637F6B16-A26A-4E0D-9F93-224A051D4AC4}"/>
                </a:ext>
              </a:extLst>
            </p:cNvPr>
            <p:cNvGrpSpPr/>
            <p:nvPr/>
          </p:nvGrpSpPr>
          <p:grpSpPr>
            <a:xfrm>
              <a:off x="8201266" y="2889716"/>
              <a:ext cx="1203959" cy="1114429"/>
              <a:chOff x="495541" y="3991241"/>
              <a:chExt cx="1203959" cy="1114429"/>
            </a:xfrm>
          </p:grpSpPr>
          <p:sp>
            <p:nvSpPr>
              <p:cNvPr id="196" name="Rectangle 195">
                <a:extLst>
                  <a:ext uri="{FF2B5EF4-FFF2-40B4-BE49-F238E27FC236}">
                    <a16:creationId xmlns:a16="http://schemas.microsoft.com/office/drawing/2014/main" id="{B930C710-26D6-4F11-91F5-2066F896E089}"/>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197" name="Graphique 196" descr="Utilisateurs avec un remplissage uni">
                <a:extLst>
                  <a:ext uri="{FF2B5EF4-FFF2-40B4-BE49-F238E27FC236}">
                    <a16:creationId xmlns:a16="http://schemas.microsoft.com/office/drawing/2014/main" id="{720E5FB9-7E38-4ECF-A609-D9008B1A5247}"/>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783195" y="3991241"/>
                <a:ext cx="710146" cy="710146"/>
              </a:xfrm>
              <a:prstGeom prst="rect">
                <a:avLst/>
              </a:prstGeom>
            </p:spPr>
          </p:pic>
        </p:grpSp>
        <p:grpSp>
          <p:nvGrpSpPr>
            <p:cNvPr id="130" name="Groupe 129">
              <a:extLst>
                <a:ext uri="{FF2B5EF4-FFF2-40B4-BE49-F238E27FC236}">
                  <a16:creationId xmlns:a16="http://schemas.microsoft.com/office/drawing/2014/main" id="{EB6E3782-9F74-4DE5-8227-EB9ACAA5FA8F}"/>
                </a:ext>
              </a:extLst>
            </p:cNvPr>
            <p:cNvGrpSpPr/>
            <p:nvPr/>
          </p:nvGrpSpPr>
          <p:grpSpPr>
            <a:xfrm>
              <a:off x="8144116" y="4080387"/>
              <a:ext cx="1203959" cy="1114429"/>
              <a:chOff x="495541" y="3991241"/>
              <a:chExt cx="1203959" cy="1114429"/>
            </a:xfrm>
            <a:solidFill>
              <a:srgbClr val="0683AA"/>
            </a:solidFill>
          </p:grpSpPr>
          <p:sp>
            <p:nvSpPr>
              <p:cNvPr id="194" name="Rectangle 193">
                <a:extLst>
                  <a:ext uri="{FF2B5EF4-FFF2-40B4-BE49-F238E27FC236}">
                    <a16:creationId xmlns:a16="http://schemas.microsoft.com/office/drawing/2014/main" id="{1C23D1B9-468A-4D3D-92BC-46F0AEA35AFE}"/>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195" name="Graphique 194" descr="Utilisateurs avec un remplissage uni">
                <a:extLst>
                  <a:ext uri="{FF2B5EF4-FFF2-40B4-BE49-F238E27FC236}">
                    <a16:creationId xmlns:a16="http://schemas.microsoft.com/office/drawing/2014/main" id="{AD639024-CF9C-4A33-B010-153F8D7D283B}"/>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783195" y="3991241"/>
                <a:ext cx="710146" cy="710146"/>
              </a:xfrm>
              <a:prstGeom prst="rect">
                <a:avLst/>
              </a:prstGeom>
            </p:spPr>
          </p:pic>
        </p:grpSp>
        <p:grpSp>
          <p:nvGrpSpPr>
            <p:cNvPr id="131" name="Groupe 130">
              <a:extLst>
                <a:ext uri="{FF2B5EF4-FFF2-40B4-BE49-F238E27FC236}">
                  <a16:creationId xmlns:a16="http://schemas.microsoft.com/office/drawing/2014/main" id="{08A4B057-7998-478F-8364-D6283875E1E7}"/>
                </a:ext>
              </a:extLst>
            </p:cNvPr>
            <p:cNvGrpSpPr/>
            <p:nvPr/>
          </p:nvGrpSpPr>
          <p:grpSpPr>
            <a:xfrm>
              <a:off x="7765182" y="5459500"/>
              <a:ext cx="1203959" cy="1114429"/>
              <a:chOff x="495541" y="3991241"/>
              <a:chExt cx="1203959" cy="1114429"/>
            </a:xfrm>
          </p:grpSpPr>
          <p:sp>
            <p:nvSpPr>
              <p:cNvPr id="192" name="Rectangle 191">
                <a:extLst>
                  <a:ext uri="{FF2B5EF4-FFF2-40B4-BE49-F238E27FC236}">
                    <a16:creationId xmlns:a16="http://schemas.microsoft.com/office/drawing/2014/main" id="{1D3FDDF0-38B8-4D69-A7C3-DBBC518138F2}"/>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193" name="Graphique 192" descr="Utilisateurs avec un remplissage uni">
                <a:extLst>
                  <a:ext uri="{FF2B5EF4-FFF2-40B4-BE49-F238E27FC236}">
                    <a16:creationId xmlns:a16="http://schemas.microsoft.com/office/drawing/2014/main" id="{0F1725F0-68D6-45C4-AF93-5695262A33D3}"/>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783195" y="3991241"/>
                <a:ext cx="710146" cy="710146"/>
              </a:xfrm>
              <a:prstGeom prst="rect">
                <a:avLst/>
              </a:prstGeom>
            </p:spPr>
          </p:pic>
        </p:grpSp>
        <p:grpSp>
          <p:nvGrpSpPr>
            <p:cNvPr id="132" name="Groupe 131">
              <a:extLst>
                <a:ext uri="{FF2B5EF4-FFF2-40B4-BE49-F238E27FC236}">
                  <a16:creationId xmlns:a16="http://schemas.microsoft.com/office/drawing/2014/main" id="{AB97BD3F-7C24-41A0-8879-9CAF0C39043D}"/>
                </a:ext>
              </a:extLst>
            </p:cNvPr>
            <p:cNvGrpSpPr/>
            <p:nvPr/>
          </p:nvGrpSpPr>
          <p:grpSpPr>
            <a:xfrm>
              <a:off x="10040031" y="5626122"/>
              <a:ext cx="1203959" cy="1086268"/>
              <a:chOff x="1844480" y="4004145"/>
              <a:chExt cx="1203959" cy="1086268"/>
            </a:xfrm>
          </p:grpSpPr>
          <p:sp>
            <p:nvSpPr>
              <p:cNvPr id="190" name="Rectangle 189">
                <a:extLst>
                  <a:ext uri="{FF2B5EF4-FFF2-40B4-BE49-F238E27FC236}">
                    <a16:creationId xmlns:a16="http://schemas.microsoft.com/office/drawing/2014/main" id="{417B9E64-1F73-4519-AA06-EBA45A218B90}"/>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191" name="Graphique 190" descr="Utilisateurs avec un remplissage uni">
                <a:extLst>
                  <a:ext uri="{FF2B5EF4-FFF2-40B4-BE49-F238E27FC236}">
                    <a16:creationId xmlns:a16="http://schemas.microsoft.com/office/drawing/2014/main" id="{BF460FAC-EDC5-4A80-9E52-C57ACCEA7DB5}"/>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2091386" y="4004145"/>
                <a:ext cx="710146" cy="710146"/>
              </a:xfrm>
              <a:prstGeom prst="rect">
                <a:avLst/>
              </a:prstGeom>
            </p:spPr>
          </p:pic>
        </p:grpSp>
        <p:grpSp>
          <p:nvGrpSpPr>
            <p:cNvPr id="133" name="Groupe 132">
              <a:extLst>
                <a:ext uri="{FF2B5EF4-FFF2-40B4-BE49-F238E27FC236}">
                  <a16:creationId xmlns:a16="http://schemas.microsoft.com/office/drawing/2014/main" id="{0EDB9673-C09B-407F-97A3-333684C0815C}"/>
                </a:ext>
              </a:extLst>
            </p:cNvPr>
            <p:cNvGrpSpPr/>
            <p:nvPr/>
          </p:nvGrpSpPr>
          <p:grpSpPr>
            <a:xfrm>
              <a:off x="10348719" y="4140742"/>
              <a:ext cx="1203959" cy="1086268"/>
              <a:chOff x="1844480" y="4004145"/>
              <a:chExt cx="1203959" cy="1086268"/>
            </a:xfrm>
          </p:grpSpPr>
          <p:sp>
            <p:nvSpPr>
              <p:cNvPr id="188" name="Rectangle 187">
                <a:extLst>
                  <a:ext uri="{FF2B5EF4-FFF2-40B4-BE49-F238E27FC236}">
                    <a16:creationId xmlns:a16="http://schemas.microsoft.com/office/drawing/2014/main" id="{54A64524-54B2-4A03-9EA5-94C79D25BCB3}"/>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189" name="Graphique 188" descr="Utilisateurs avec un remplissage uni">
                <a:extLst>
                  <a:ext uri="{FF2B5EF4-FFF2-40B4-BE49-F238E27FC236}">
                    <a16:creationId xmlns:a16="http://schemas.microsoft.com/office/drawing/2014/main" id="{AD77B965-404D-4A3D-9E73-1BCE7110EFDD}"/>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2091386" y="4004145"/>
                <a:ext cx="710146" cy="710146"/>
              </a:xfrm>
              <a:prstGeom prst="rect">
                <a:avLst/>
              </a:prstGeom>
            </p:spPr>
          </p:pic>
        </p:grpSp>
        <p:pic>
          <p:nvPicPr>
            <p:cNvPr id="186" name="Graphique 185" descr="Utilisateur avec un remplissage uni">
              <a:extLst>
                <a:ext uri="{FF2B5EF4-FFF2-40B4-BE49-F238E27FC236}">
                  <a16:creationId xmlns:a16="http://schemas.microsoft.com/office/drawing/2014/main" id="{8DB735BA-FC6F-4D76-BAC4-5B9DDCF45AC8}"/>
                </a:ext>
              </a:extLst>
            </p:cNvPr>
            <p:cNvPicPr>
              <a:picLocks noChangeAspect="1"/>
            </p:cNvPicPr>
            <p:nvPr/>
          </p:nvPicPr>
          <p:blipFill>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7451137" y="1940358"/>
              <a:ext cx="634194" cy="634194"/>
            </a:xfrm>
            <a:prstGeom prst="rect">
              <a:avLst/>
            </a:prstGeom>
          </p:spPr>
        </p:pic>
        <p:grpSp>
          <p:nvGrpSpPr>
            <p:cNvPr id="135" name="Groupe 134">
              <a:extLst>
                <a:ext uri="{FF2B5EF4-FFF2-40B4-BE49-F238E27FC236}">
                  <a16:creationId xmlns:a16="http://schemas.microsoft.com/office/drawing/2014/main" id="{DAF853B2-E765-4464-A85B-7BDBDFA55A05}"/>
                </a:ext>
              </a:extLst>
            </p:cNvPr>
            <p:cNvGrpSpPr/>
            <p:nvPr/>
          </p:nvGrpSpPr>
          <p:grpSpPr>
            <a:xfrm>
              <a:off x="10058713" y="1739195"/>
              <a:ext cx="1203959" cy="1086268"/>
              <a:chOff x="1844480" y="4004145"/>
              <a:chExt cx="1203959" cy="1086268"/>
            </a:xfrm>
          </p:grpSpPr>
          <p:sp>
            <p:nvSpPr>
              <p:cNvPr id="151" name="Rectangle 150">
                <a:extLst>
                  <a:ext uri="{FF2B5EF4-FFF2-40B4-BE49-F238E27FC236}">
                    <a16:creationId xmlns:a16="http://schemas.microsoft.com/office/drawing/2014/main" id="{AA06EBC8-0AFF-4687-B620-CF3EC308BC6E}"/>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152" name="Graphique 151" descr="Utilisateurs avec un remplissage uni">
                <a:extLst>
                  <a:ext uri="{FF2B5EF4-FFF2-40B4-BE49-F238E27FC236}">
                    <a16:creationId xmlns:a16="http://schemas.microsoft.com/office/drawing/2014/main" id="{ADA7894C-F9C4-4288-811A-E7929BCA4AF1}"/>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2091386" y="4004145"/>
                <a:ext cx="710146" cy="710146"/>
              </a:xfrm>
              <a:prstGeom prst="rect">
                <a:avLst/>
              </a:prstGeom>
            </p:spPr>
          </p:pic>
        </p:grpSp>
        <p:pic>
          <p:nvPicPr>
            <p:cNvPr id="149" name="Graphique 148" descr="Utilisateur avec un remplissage uni">
              <a:extLst>
                <a:ext uri="{FF2B5EF4-FFF2-40B4-BE49-F238E27FC236}">
                  <a16:creationId xmlns:a16="http://schemas.microsoft.com/office/drawing/2014/main" id="{A108329F-6CC6-4F92-B707-9BD3DC3B83E2}"/>
                </a:ext>
              </a:extLst>
            </p:cNvPr>
            <p:cNvPicPr>
              <a:picLocks noChangeAspect="1"/>
            </p:cNvPicPr>
            <p:nvPr/>
          </p:nvPicPr>
          <p:blipFill>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10324912" y="3254927"/>
              <a:ext cx="634194" cy="634194"/>
            </a:xfrm>
            <a:prstGeom prst="rect">
              <a:avLst/>
            </a:prstGeom>
          </p:spPr>
        </p:pic>
        <p:sp>
          <p:nvSpPr>
            <p:cNvPr id="137" name="Flèche : droite 136">
              <a:extLst>
                <a:ext uri="{FF2B5EF4-FFF2-40B4-BE49-F238E27FC236}">
                  <a16:creationId xmlns:a16="http://schemas.microsoft.com/office/drawing/2014/main" id="{0F1F7299-D564-4EBB-950B-DD1623179C7F}"/>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38" name="Flèche : droite 137">
              <a:extLst>
                <a:ext uri="{FF2B5EF4-FFF2-40B4-BE49-F238E27FC236}">
                  <a16:creationId xmlns:a16="http://schemas.microsoft.com/office/drawing/2014/main" id="{B1FE98E7-392C-48E2-8F68-E18A049B0271}"/>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39" name="Flèche : droite 138">
              <a:extLst>
                <a:ext uri="{FF2B5EF4-FFF2-40B4-BE49-F238E27FC236}">
                  <a16:creationId xmlns:a16="http://schemas.microsoft.com/office/drawing/2014/main" id="{B7136CAD-88E8-45C8-BCE3-1A1FE4996CD9}"/>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40" name="Flèche : droite 139">
              <a:extLst>
                <a:ext uri="{FF2B5EF4-FFF2-40B4-BE49-F238E27FC236}">
                  <a16:creationId xmlns:a16="http://schemas.microsoft.com/office/drawing/2014/main" id="{8E2EDCCF-263E-4FED-9169-397123EAE1F6}"/>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41" name="Flèche : droite 140">
              <a:extLst>
                <a:ext uri="{FF2B5EF4-FFF2-40B4-BE49-F238E27FC236}">
                  <a16:creationId xmlns:a16="http://schemas.microsoft.com/office/drawing/2014/main" id="{3F84FDF7-BFAD-45B2-A8F0-DEB94F3CB283}"/>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42" name="Flèche : droite 141">
              <a:extLst>
                <a:ext uri="{FF2B5EF4-FFF2-40B4-BE49-F238E27FC236}">
                  <a16:creationId xmlns:a16="http://schemas.microsoft.com/office/drawing/2014/main" id="{A0B54517-F6B2-4C0D-8E28-01F1F7A21B5F}"/>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143" name="Flèche : droite 142">
              <a:extLst>
                <a:ext uri="{FF2B5EF4-FFF2-40B4-BE49-F238E27FC236}">
                  <a16:creationId xmlns:a16="http://schemas.microsoft.com/office/drawing/2014/main" id="{F01D3F3A-A1B3-46F3-8043-C8C523B014B8}"/>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144" name="Flèche : droite 143">
              <a:extLst>
                <a:ext uri="{FF2B5EF4-FFF2-40B4-BE49-F238E27FC236}">
                  <a16:creationId xmlns:a16="http://schemas.microsoft.com/office/drawing/2014/main" id="{D9FE7BD3-1CA1-47CF-8019-04A9045DA9B4}"/>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145" name="Flèche : droite 144">
              <a:extLst>
                <a:ext uri="{FF2B5EF4-FFF2-40B4-BE49-F238E27FC236}">
                  <a16:creationId xmlns:a16="http://schemas.microsoft.com/office/drawing/2014/main" id="{A44AC7FF-A7ED-4780-BC7C-71B82E5753EE}"/>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pic>
          <p:nvPicPr>
            <p:cNvPr id="146" name="Graphique 145" descr="Utilisateur avec un remplissage uni">
              <a:extLst>
                <a:ext uri="{FF2B5EF4-FFF2-40B4-BE49-F238E27FC236}">
                  <a16:creationId xmlns:a16="http://schemas.microsoft.com/office/drawing/2014/main" id="{ABC11953-5B91-4A10-A34E-CD5BE26494EF}"/>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9199066" y="3752255"/>
              <a:ext cx="410445" cy="410445"/>
            </a:xfrm>
            <a:prstGeom prst="rect">
              <a:avLst/>
            </a:prstGeom>
          </p:spPr>
        </p:pic>
        <p:pic>
          <p:nvPicPr>
            <p:cNvPr id="147" name="Graphique 146" descr="Utilisateur avec un remplissage uni">
              <a:extLst>
                <a:ext uri="{FF2B5EF4-FFF2-40B4-BE49-F238E27FC236}">
                  <a16:creationId xmlns:a16="http://schemas.microsoft.com/office/drawing/2014/main" id="{2DE17752-A064-4A74-849A-17FC556168B0}"/>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7997464" y="4944818"/>
              <a:ext cx="410445" cy="410445"/>
            </a:xfrm>
            <a:prstGeom prst="rect">
              <a:avLst/>
            </a:prstGeom>
          </p:spPr>
        </p:pic>
        <p:pic>
          <p:nvPicPr>
            <p:cNvPr id="148" name="Graphique 147" descr="Utilisateur avec un remplissage uni">
              <a:extLst>
                <a:ext uri="{FF2B5EF4-FFF2-40B4-BE49-F238E27FC236}">
                  <a16:creationId xmlns:a16="http://schemas.microsoft.com/office/drawing/2014/main" id="{25010774-0452-4323-9121-7C1EC2A44C88}"/>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10985327" y="2533953"/>
              <a:ext cx="410445" cy="410445"/>
            </a:xfrm>
            <a:prstGeom prst="rect">
              <a:avLst/>
            </a:prstGeom>
          </p:spPr>
        </p:pic>
      </p:grpSp>
      <p:grpSp>
        <p:nvGrpSpPr>
          <p:cNvPr id="3" name="Groupe 2">
            <a:extLst>
              <a:ext uri="{FF2B5EF4-FFF2-40B4-BE49-F238E27FC236}">
                <a16:creationId xmlns:a16="http://schemas.microsoft.com/office/drawing/2014/main" id="{FE14B718-E7ED-4394-9888-BF039280BDA1}"/>
              </a:ext>
            </a:extLst>
          </p:cNvPr>
          <p:cNvGrpSpPr/>
          <p:nvPr/>
        </p:nvGrpSpPr>
        <p:grpSpPr>
          <a:xfrm>
            <a:off x="9351431" y="3918129"/>
            <a:ext cx="1423632" cy="1509929"/>
            <a:chOff x="6900539" y="986484"/>
            <a:chExt cx="5204718" cy="5520217"/>
          </a:xfrm>
        </p:grpSpPr>
        <p:sp>
          <p:nvSpPr>
            <p:cNvPr id="187" name="Rectangle 186">
              <a:extLst>
                <a:ext uri="{FF2B5EF4-FFF2-40B4-BE49-F238E27FC236}">
                  <a16:creationId xmlns:a16="http://schemas.microsoft.com/office/drawing/2014/main" id="{119F8547-B7E2-4C0F-9FED-AF2B4883B0D6}"/>
                </a:ext>
              </a:extLst>
            </p:cNvPr>
            <p:cNvSpPr/>
            <p:nvPr/>
          </p:nvSpPr>
          <p:spPr>
            <a:xfrm>
              <a:off x="8686430" y="604113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Root Motivation</a:t>
              </a:r>
            </a:p>
          </p:txBody>
        </p:sp>
        <p:sp>
          <p:nvSpPr>
            <p:cNvPr id="198" name="Rectangle 197">
              <a:extLst>
                <a:ext uri="{FF2B5EF4-FFF2-40B4-BE49-F238E27FC236}">
                  <a16:creationId xmlns:a16="http://schemas.microsoft.com/office/drawing/2014/main" id="{BB215A08-8CBF-428D-AA8A-B89187CA1908}"/>
                </a:ext>
              </a:extLst>
            </p:cNvPr>
            <p:cNvSpPr/>
            <p:nvPr/>
          </p:nvSpPr>
          <p:spPr>
            <a:xfrm>
              <a:off x="7576723" y="532267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sp>
          <p:nvSpPr>
            <p:cNvPr id="199" name="Rectangle 198">
              <a:extLst>
                <a:ext uri="{FF2B5EF4-FFF2-40B4-BE49-F238E27FC236}">
                  <a16:creationId xmlns:a16="http://schemas.microsoft.com/office/drawing/2014/main" id="{AB49DAD4-CBCD-4458-8985-8FAE9D706ED1}"/>
                </a:ext>
              </a:extLst>
            </p:cNvPr>
            <p:cNvSpPr/>
            <p:nvPr/>
          </p:nvSpPr>
          <p:spPr>
            <a:xfrm>
              <a:off x="8840957" y="4255411"/>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Positive Consequence</a:t>
              </a:r>
            </a:p>
          </p:txBody>
        </p:sp>
        <p:sp>
          <p:nvSpPr>
            <p:cNvPr id="200" name="Rectangle 199">
              <a:extLst>
                <a:ext uri="{FF2B5EF4-FFF2-40B4-BE49-F238E27FC236}">
                  <a16:creationId xmlns:a16="http://schemas.microsoft.com/office/drawing/2014/main" id="{15237684-2207-449B-B60E-1F529DBA3A4B}"/>
                </a:ext>
              </a:extLst>
            </p:cNvPr>
            <p:cNvSpPr/>
            <p:nvPr/>
          </p:nvSpPr>
          <p:spPr>
            <a:xfrm>
              <a:off x="9103684" y="3585812"/>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201" name="Rectangle 200">
              <a:extLst>
                <a:ext uri="{FF2B5EF4-FFF2-40B4-BE49-F238E27FC236}">
                  <a16:creationId xmlns:a16="http://schemas.microsoft.com/office/drawing/2014/main" id="{35177DE5-8147-4C9A-A3DA-96E7540B15AE}"/>
                </a:ext>
              </a:extLst>
            </p:cNvPr>
            <p:cNvSpPr/>
            <p:nvPr/>
          </p:nvSpPr>
          <p:spPr>
            <a:xfrm>
              <a:off x="8995485" y="4898509"/>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sp>
          <p:nvSpPr>
            <p:cNvPr id="202" name="Rectangle 201">
              <a:extLst>
                <a:ext uri="{FF2B5EF4-FFF2-40B4-BE49-F238E27FC236}">
                  <a16:creationId xmlns:a16="http://schemas.microsoft.com/office/drawing/2014/main" id="{7B251975-264D-4D46-94DB-6EAFF1395E0D}"/>
                </a:ext>
              </a:extLst>
            </p:cNvPr>
            <p:cNvSpPr/>
            <p:nvPr/>
          </p:nvSpPr>
          <p:spPr>
            <a:xfrm>
              <a:off x="10354694" y="543415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sp>
          <p:nvSpPr>
            <p:cNvPr id="203" name="Rectangle 202">
              <a:extLst>
                <a:ext uri="{FF2B5EF4-FFF2-40B4-BE49-F238E27FC236}">
                  <a16:creationId xmlns:a16="http://schemas.microsoft.com/office/drawing/2014/main" id="{61435256-9386-4709-A793-A7D66D0EC760}"/>
                </a:ext>
              </a:extLst>
            </p:cNvPr>
            <p:cNvSpPr/>
            <p:nvPr/>
          </p:nvSpPr>
          <p:spPr>
            <a:xfrm>
              <a:off x="10077075" y="288412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sp>
          <p:nvSpPr>
            <p:cNvPr id="204" name="Rectangle 203">
              <a:extLst>
                <a:ext uri="{FF2B5EF4-FFF2-40B4-BE49-F238E27FC236}">
                  <a16:creationId xmlns:a16="http://schemas.microsoft.com/office/drawing/2014/main" id="{C4D9BD3F-4ADD-44E4-B235-358C785835A0}"/>
                </a:ext>
              </a:extLst>
            </p:cNvPr>
            <p:cNvSpPr/>
            <p:nvPr/>
          </p:nvSpPr>
          <p:spPr>
            <a:xfrm>
              <a:off x="10186758" y="2235049"/>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205" name="Rectangle 204">
              <a:extLst>
                <a:ext uri="{FF2B5EF4-FFF2-40B4-BE49-F238E27FC236}">
                  <a16:creationId xmlns:a16="http://schemas.microsoft.com/office/drawing/2014/main" id="{A379E002-0EF8-4B46-B28A-DE3FCD34A949}"/>
                </a:ext>
              </a:extLst>
            </p:cNvPr>
            <p:cNvSpPr/>
            <p:nvPr/>
          </p:nvSpPr>
          <p:spPr>
            <a:xfrm>
              <a:off x="8532365" y="291343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sp>
          <p:nvSpPr>
            <p:cNvPr id="206" name="Rectangle 205">
              <a:extLst>
                <a:ext uri="{FF2B5EF4-FFF2-40B4-BE49-F238E27FC236}">
                  <a16:creationId xmlns:a16="http://schemas.microsoft.com/office/drawing/2014/main" id="{A43AA990-9E81-4130-8BAB-D9005EC16139}"/>
                </a:ext>
              </a:extLst>
            </p:cNvPr>
            <p:cNvSpPr/>
            <p:nvPr/>
          </p:nvSpPr>
          <p:spPr>
            <a:xfrm>
              <a:off x="7549346" y="234968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Positive Consequence</a:t>
              </a:r>
            </a:p>
          </p:txBody>
        </p:sp>
        <p:sp>
          <p:nvSpPr>
            <p:cNvPr id="207" name="Rectangle 206">
              <a:extLst>
                <a:ext uri="{FF2B5EF4-FFF2-40B4-BE49-F238E27FC236}">
                  <a16:creationId xmlns:a16="http://schemas.microsoft.com/office/drawing/2014/main" id="{9CCE5B3B-8A4F-424E-B35D-849743982574}"/>
                </a:ext>
              </a:extLst>
            </p:cNvPr>
            <p:cNvSpPr/>
            <p:nvPr/>
          </p:nvSpPr>
          <p:spPr>
            <a:xfrm>
              <a:off x="6993202" y="1730083"/>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Positive Consequence</a:t>
              </a:r>
            </a:p>
          </p:txBody>
        </p:sp>
        <p:sp>
          <p:nvSpPr>
            <p:cNvPr id="208" name="Rectangle 207">
              <a:extLst>
                <a:ext uri="{FF2B5EF4-FFF2-40B4-BE49-F238E27FC236}">
                  <a16:creationId xmlns:a16="http://schemas.microsoft.com/office/drawing/2014/main" id="{602A743C-BB4D-4ACC-A358-3D11D84F7977}"/>
                </a:ext>
              </a:extLst>
            </p:cNvPr>
            <p:cNvSpPr/>
            <p:nvPr/>
          </p:nvSpPr>
          <p:spPr>
            <a:xfrm>
              <a:off x="6900539" y="986484"/>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209" name="Rectangle 208">
              <a:extLst>
                <a:ext uri="{FF2B5EF4-FFF2-40B4-BE49-F238E27FC236}">
                  <a16:creationId xmlns:a16="http://schemas.microsoft.com/office/drawing/2014/main" id="{8A2C3534-27C9-4DFA-A2D1-E530CCAA4DDD}"/>
                </a:ext>
              </a:extLst>
            </p:cNvPr>
            <p:cNvSpPr/>
            <p:nvPr/>
          </p:nvSpPr>
          <p:spPr>
            <a:xfrm>
              <a:off x="10938215" y="4665724"/>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Positive Consequence</a:t>
              </a:r>
            </a:p>
          </p:txBody>
        </p:sp>
        <p:cxnSp>
          <p:nvCxnSpPr>
            <p:cNvPr id="210" name="Connecteur droit avec flèche 209">
              <a:extLst>
                <a:ext uri="{FF2B5EF4-FFF2-40B4-BE49-F238E27FC236}">
                  <a16:creationId xmlns:a16="http://schemas.microsoft.com/office/drawing/2014/main" id="{C43F2EAD-19D5-4AF5-B9A1-0FF2EC412D5C}"/>
                </a:ext>
              </a:extLst>
            </p:cNvPr>
            <p:cNvCxnSpPr>
              <a:cxnSpLocks/>
              <a:endCxn id="199" idx="2"/>
            </p:cNvCxnSpPr>
            <p:nvPr/>
          </p:nvCxnSpPr>
          <p:spPr>
            <a:xfrm flipH="1" flipV="1">
              <a:off x="9424478" y="4720981"/>
              <a:ext cx="85452" cy="200546"/>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1" name="Connecteur droit avec flèche 210">
              <a:extLst>
                <a:ext uri="{FF2B5EF4-FFF2-40B4-BE49-F238E27FC236}">
                  <a16:creationId xmlns:a16="http://schemas.microsoft.com/office/drawing/2014/main" id="{F6F66D94-0F26-4972-84A9-FDCCB2737CA0}"/>
                </a:ext>
              </a:extLst>
            </p:cNvPr>
            <p:cNvCxnSpPr>
              <a:cxnSpLocks/>
              <a:stCxn id="187" idx="0"/>
            </p:cNvCxnSpPr>
            <p:nvPr/>
          </p:nvCxnSpPr>
          <p:spPr>
            <a:xfrm flipH="1" flipV="1">
              <a:off x="8224420" y="5814414"/>
              <a:ext cx="1045531" cy="2267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2" name="Connecteur droit avec flèche 211">
              <a:extLst>
                <a:ext uri="{FF2B5EF4-FFF2-40B4-BE49-F238E27FC236}">
                  <a16:creationId xmlns:a16="http://schemas.microsoft.com/office/drawing/2014/main" id="{19525D97-A315-4E6F-A899-EF173372C7C9}"/>
                </a:ext>
              </a:extLst>
            </p:cNvPr>
            <p:cNvCxnSpPr>
              <a:cxnSpLocks/>
              <a:stCxn id="187" idx="0"/>
              <a:endCxn id="201" idx="2"/>
            </p:cNvCxnSpPr>
            <p:nvPr/>
          </p:nvCxnSpPr>
          <p:spPr>
            <a:xfrm flipV="1">
              <a:off x="9269951" y="5364079"/>
              <a:ext cx="309055" cy="67705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3" name="Connecteur droit avec flèche 212">
              <a:extLst>
                <a:ext uri="{FF2B5EF4-FFF2-40B4-BE49-F238E27FC236}">
                  <a16:creationId xmlns:a16="http://schemas.microsoft.com/office/drawing/2014/main" id="{039605D0-88AB-437B-9F8D-A93144D1634F}"/>
                </a:ext>
              </a:extLst>
            </p:cNvPr>
            <p:cNvCxnSpPr>
              <a:cxnSpLocks/>
              <a:stCxn id="187" idx="0"/>
              <a:endCxn id="202" idx="1"/>
            </p:cNvCxnSpPr>
            <p:nvPr/>
          </p:nvCxnSpPr>
          <p:spPr>
            <a:xfrm flipV="1">
              <a:off x="9269951" y="5666937"/>
              <a:ext cx="1084743" cy="374194"/>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4" name="Connecteur droit avec flèche 213">
              <a:extLst>
                <a:ext uri="{FF2B5EF4-FFF2-40B4-BE49-F238E27FC236}">
                  <a16:creationId xmlns:a16="http://schemas.microsoft.com/office/drawing/2014/main" id="{581583ED-3973-4991-9AF4-54AF0D639331}"/>
                </a:ext>
              </a:extLst>
            </p:cNvPr>
            <p:cNvCxnSpPr>
              <a:cxnSpLocks/>
              <a:stCxn id="202" idx="0"/>
              <a:endCxn id="209" idx="2"/>
            </p:cNvCxnSpPr>
            <p:nvPr/>
          </p:nvCxnSpPr>
          <p:spPr>
            <a:xfrm flipV="1">
              <a:off x="10938215" y="5131294"/>
              <a:ext cx="583521" cy="302858"/>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5" name="Connecteur droit avec flèche 214">
              <a:extLst>
                <a:ext uri="{FF2B5EF4-FFF2-40B4-BE49-F238E27FC236}">
                  <a16:creationId xmlns:a16="http://schemas.microsoft.com/office/drawing/2014/main" id="{2D98C83F-94F9-4B01-8B26-75B60A38BC70}"/>
                </a:ext>
              </a:extLst>
            </p:cNvPr>
            <p:cNvCxnSpPr>
              <a:cxnSpLocks/>
              <a:stCxn id="199" idx="0"/>
              <a:endCxn id="200" idx="2"/>
            </p:cNvCxnSpPr>
            <p:nvPr/>
          </p:nvCxnSpPr>
          <p:spPr>
            <a:xfrm flipV="1">
              <a:off x="9424478" y="4051382"/>
              <a:ext cx="262727" cy="204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6" name="Connecteur droit avec flèche 215">
              <a:extLst>
                <a:ext uri="{FF2B5EF4-FFF2-40B4-BE49-F238E27FC236}">
                  <a16:creationId xmlns:a16="http://schemas.microsoft.com/office/drawing/2014/main" id="{D94DCEE1-B276-4695-A04F-CDD0F73B7145}"/>
                </a:ext>
              </a:extLst>
            </p:cNvPr>
            <p:cNvCxnSpPr>
              <a:cxnSpLocks/>
              <a:stCxn id="200" idx="0"/>
              <a:endCxn id="203" idx="2"/>
            </p:cNvCxnSpPr>
            <p:nvPr/>
          </p:nvCxnSpPr>
          <p:spPr>
            <a:xfrm flipV="1">
              <a:off x="9687205" y="3349692"/>
              <a:ext cx="973391" cy="2361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7" name="Connecteur droit avec flèche 216">
              <a:extLst>
                <a:ext uri="{FF2B5EF4-FFF2-40B4-BE49-F238E27FC236}">
                  <a16:creationId xmlns:a16="http://schemas.microsoft.com/office/drawing/2014/main" id="{5A313353-9E32-4C97-A6E9-39D475B19541}"/>
                </a:ext>
              </a:extLst>
            </p:cNvPr>
            <p:cNvCxnSpPr>
              <a:cxnSpLocks/>
              <a:stCxn id="203" idx="0"/>
              <a:endCxn id="204" idx="2"/>
            </p:cNvCxnSpPr>
            <p:nvPr/>
          </p:nvCxnSpPr>
          <p:spPr>
            <a:xfrm flipV="1">
              <a:off x="10660596" y="2700619"/>
              <a:ext cx="109683" cy="18350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8" name="Connecteur droit avec flèche 217">
              <a:extLst>
                <a:ext uri="{FF2B5EF4-FFF2-40B4-BE49-F238E27FC236}">
                  <a16:creationId xmlns:a16="http://schemas.microsoft.com/office/drawing/2014/main" id="{DF1369FB-FCE0-4F3F-AE31-B8CBCD31CFFC}"/>
                </a:ext>
              </a:extLst>
            </p:cNvPr>
            <p:cNvCxnSpPr>
              <a:cxnSpLocks/>
              <a:stCxn id="204" idx="0"/>
              <a:endCxn id="227" idx="2"/>
            </p:cNvCxnSpPr>
            <p:nvPr/>
          </p:nvCxnSpPr>
          <p:spPr>
            <a:xfrm flipV="1">
              <a:off x="10770279" y="2020186"/>
              <a:ext cx="215422" cy="21486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9" name="Connecteur droit avec flèche 218">
              <a:extLst>
                <a:ext uri="{FF2B5EF4-FFF2-40B4-BE49-F238E27FC236}">
                  <a16:creationId xmlns:a16="http://schemas.microsoft.com/office/drawing/2014/main" id="{489655B1-DED9-4820-A318-03D9D9C2A972}"/>
                </a:ext>
              </a:extLst>
            </p:cNvPr>
            <p:cNvCxnSpPr>
              <a:cxnSpLocks/>
              <a:stCxn id="200" idx="0"/>
              <a:endCxn id="205" idx="2"/>
            </p:cNvCxnSpPr>
            <p:nvPr/>
          </p:nvCxnSpPr>
          <p:spPr>
            <a:xfrm flipH="1" flipV="1">
              <a:off x="9115886" y="3379002"/>
              <a:ext cx="571319" cy="20681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0" name="Connecteur droit avec flèche 219">
              <a:extLst>
                <a:ext uri="{FF2B5EF4-FFF2-40B4-BE49-F238E27FC236}">
                  <a16:creationId xmlns:a16="http://schemas.microsoft.com/office/drawing/2014/main" id="{C96B087F-C325-4A8D-B46D-C09780C4AF79}"/>
                </a:ext>
              </a:extLst>
            </p:cNvPr>
            <p:cNvCxnSpPr>
              <a:cxnSpLocks/>
              <a:stCxn id="205" idx="0"/>
              <a:endCxn id="206" idx="2"/>
            </p:cNvCxnSpPr>
            <p:nvPr/>
          </p:nvCxnSpPr>
          <p:spPr>
            <a:xfrm flipH="1" flipV="1">
              <a:off x="8132867" y="2815255"/>
              <a:ext cx="983019" cy="9817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1" name="Connecteur droit avec flèche 220">
              <a:extLst>
                <a:ext uri="{FF2B5EF4-FFF2-40B4-BE49-F238E27FC236}">
                  <a16:creationId xmlns:a16="http://schemas.microsoft.com/office/drawing/2014/main" id="{FE1AF577-C3F2-4BCE-BFCD-20A95F5F7932}"/>
                </a:ext>
              </a:extLst>
            </p:cNvPr>
            <p:cNvCxnSpPr>
              <a:cxnSpLocks/>
              <a:stCxn id="206" idx="0"/>
              <a:endCxn id="207" idx="2"/>
            </p:cNvCxnSpPr>
            <p:nvPr/>
          </p:nvCxnSpPr>
          <p:spPr>
            <a:xfrm flipH="1" flipV="1">
              <a:off x="7576723" y="2195653"/>
              <a:ext cx="556144" cy="15403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2" name="Connecteur droit avec flèche 221">
              <a:extLst>
                <a:ext uri="{FF2B5EF4-FFF2-40B4-BE49-F238E27FC236}">
                  <a16:creationId xmlns:a16="http://schemas.microsoft.com/office/drawing/2014/main" id="{8DDC9B54-4F13-47C5-B890-7D3FAE1366FC}"/>
                </a:ext>
              </a:extLst>
            </p:cNvPr>
            <p:cNvCxnSpPr>
              <a:cxnSpLocks/>
              <a:stCxn id="207" idx="0"/>
              <a:endCxn id="208" idx="2"/>
            </p:cNvCxnSpPr>
            <p:nvPr/>
          </p:nvCxnSpPr>
          <p:spPr>
            <a:xfrm flipH="1" flipV="1">
              <a:off x="7484060" y="1452054"/>
              <a:ext cx="92663" cy="278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223" name="Rectangle 222">
              <a:extLst>
                <a:ext uri="{FF2B5EF4-FFF2-40B4-BE49-F238E27FC236}">
                  <a16:creationId xmlns:a16="http://schemas.microsoft.com/office/drawing/2014/main" id="{6B686BC2-D851-4081-810A-BD075C6574DB}"/>
                </a:ext>
              </a:extLst>
            </p:cNvPr>
            <p:cNvSpPr/>
            <p:nvPr/>
          </p:nvSpPr>
          <p:spPr>
            <a:xfrm>
              <a:off x="8840957" y="207634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Positive Consequence</a:t>
              </a:r>
            </a:p>
          </p:txBody>
        </p:sp>
        <p:cxnSp>
          <p:nvCxnSpPr>
            <p:cNvPr id="224" name="Connecteur droit avec flèche 223">
              <a:extLst>
                <a:ext uri="{FF2B5EF4-FFF2-40B4-BE49-F238E27FC236}">
                  <a16:creationId xmlns:a16="http://schemas.microsoft.com/office/drawing/2014/main" id="{67CAB7AE-EAEA-43EB-9789-728CDD3D8BCC}"/>
                </a:ext>
              </a:extLst>
            </p:cNvPr>
            <p:cNvCxnSpPr>
              <a:cxnSpLocks/>
              <a:stCxn id="205" idx="0"/>
              <a:endCxn id="223" idx="2"/>
            </p:cNvCxnSpPr>
            <p:nvPr/>
          </p:nvCxnSpPr>
          <p:spPr>
            <a:xfrm flipV="1">
              <a:off x="9115886" y="2541915"/>
              <a:ext cx="308592" cy="3715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225" name="Rectangle 224">
              <a:extLst>
                <a:ext uri="{FF2B5EF4-FFF2-40B4-BE49-F238E27FC236}">
                  <a16:creationId xmlns:a16="http://schemas.microsoft.com/office/drawing/2014/main" id="{10C0D416-1484-419E-A5C5-CAD46152A914}"/>
                </a:ext>
              </a:extLst>
            </p:cNvPr>
            <p:cNvSpPr/>
            <p:nvPr/>
          </p:nvSpPr>
          <p:spPr>
            <a:xfrm>
              <a:off x="7517445" y="358442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cxnSp>
          <p:nvCxnSpPr>
            <p:cNvPr id="226" name="Connecteur droit avec flèche 225">
              <a:extLst>
                <a:ext uri="{FF2B5EF4-FFF2-40B4-BE49-F238E27FC236}">
                  <a16:creationId xmlns:a16="http://schemas.microsoft.com/office/drawing/2014/main" id="{5F49D0C7-DC11-4D66-B2E2-8DA5DC1687F3}"/>
                </a:ext>
              </a:extLst>
            </p:cNvPr>
            <p:cNvCxnSpPr>
              <a:cxnSpLocks/>
              <a:stCxn id="199" idx="0"/>
              <a:endCxn id="225" idx="2"/>
            </p:cNvCxnSpPr>
            <p:nvPr/>
          </p:nvCxnSpPr>
          <p:spPr>
            <a:xfrm flipH="1" flipV="1">
              <a:off x="8100966" y="4049991"/>
              <a:ext cx="1323512" cy="2054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227" name="Rectangle 226">
              <a:extLst>
                <a:ext uri="{FF2B5EF4-FFF2-40B4-BE49-F238E27FC236}">
                  <a16:creationId xmlns:a16="http://schemas.microsoft.com/office/drawing/2014/main" id="{8B33A708-4ADB-4FC5-A38C-80B0E51F6613}"/>
                </a:ext>
              </a:extLst>
            </p:cNvPr>
            <p:cNvSpPr/>
            <p:nvPr/>
          </p:nvSpPr>
          <p:spPr>
            <a:xfrm>
              <a:off x="10402180" y="1554616"/>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grpSp>
    </p:spTree>
    <p:extLst>
      <p:ext uri="{BB962C8B-B14F-4D97-AF65-F5344CB8AC3E}">
        <p14:creationId xmlns:p14="http://schemas.microsoft.com/office/powerpoint/2010/main" val="754223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1ECCB97-E1FB-5BE9-10D5-2031E5DEB862}"/>
              </a:ext>
            </a:extLst>
          </p:cNvPr>
          <p:cNvSpPr>
            <a:spLocks noGrp="1"/>
          </p:cNvSpPr>
          <p:nvPr>
            <p:ph type="title"/>
          </p:nvPr>
        </p:nvSpPr>
        <p:spPr/>
        <p:txBody>
          <a:bodyPr/>
          <a:lstStyle/>
          <a:p>
            <a:r>
              <a:rPr lang="fr-FR" dirty="0"/>
              <a:t>The goals of Project / Product WHYS for </a:t>
            </a:r>
            <a:r>
              <a:rPr lang="fr-FR" dirty="0" err="1"/>
              <a:t>alignment</a:t>
            </a:r>
            <a:endParaRPr lang="fr-FR" dirty="0"/>
          </a:p>
        </p:txBody>
      </p:sp>
      <p:sp>
        <p:nvSpPr>
          <p:cNvPr id="10" name="Segnaposto testo 9">
            <a:extLst>
              <a:ext uri="{FF2B5EF4-FFF2-40B4-BE49-F238E27FC236}">
                <a16:creationId xmlns:a16="http://schemas.microsoft.com/office/drawing/2014/main" id="{8752D1C3-0ADA-39F3-399E-1B1E8BB073B9}"/>
              </a:ext>
            </a:extLst>
          </p:cNvPr>
          <p:cNvSpPr>
            <a:spLocks noGrp="1"/>
          </p:cNvSpPr>
          <p:nvPr>
            <p:ph type="body" idx="1"/>
          </p:nvPr>
        </p:nvSpPr>
        <p:spPr>
          <a:solidFill>
            <a:srgbClr val="ED7D31"/>
          </a:solidFill>
        </p:spPr>
        <p:txBody>
          <a:bodyPr/>
          <a:lstStyle/>
          <a:p>
            <a:r>
              <a:rPr lang="en-US" dirty="0"/>
              <a:t>The 6 WHYS CANVASES are designed to help (in the following order)</a:t>
            </a:r>
          </a:p>
        </p:txBody>
      </p:sp>
      <p:sp>
        <p:nvSpPr>
          <p:cNvPr id="11" name="Segnaposto contenuto 10">
            <a:extLst>
              <a:ext uri="{FF2B5EF4-FFF2-40B4-BE49-F238E27FC236}">
                <a16:creationId xmlns:a16="http://schemas.microsoft.com/office/drawing/2014/main" id="{CA4D3DEB-3314-70FC-A230-17A520225473}"/>
              </a:ext>
            </a:extLst>
          </p:cNvPr>
          <p:cNvSpPr>
            <a:spLocks noGrp="1"/>
          </p:cNvSpPr>
          <p:nvPr>
            <p:ph sz="half" idx="2"/>
          </p:nvPr>
        </p:nvSpPr>
        <p:spPr>
          <a:solidFill>
            <a:schemeClr val="accent2">
              <a:lumMod val="20000"/>
              <a:lumOff val="80000"/>
            </a:schemeClr>
          </a:solidFill>
        </p:spPr>
        <p:txBody>
          <a:bodyPr>
            <a:normAutofit fontScale="92500" lnSpcReduction="20000"/>
          </a:bodyPr>
          <a:lstStyle/>
          <a:p>
            <a:pPr marL="514350" indent="-514350">
              <a:buFont typeface="+mj-lt"/>
              <a:buAutoNum type="arabicPeriod"/>
            </a:pPr>
            <a:endParaRPr lang="en-US" dirty="0"/>
          </a:p>
          <a:p>
            <a:pPr marL="514350" indent="-514350">
              <a:buFont typeface="+mj-lt"/>
              <a:buAutoNum type="arabicPeriod"/>
            </a:pPr>
            <a:r>
              <a:rPr lang="en-US" dirty="0"/>
              <a:t>Project / Product Team Leaders</a:t>
            </a:r>
          </a:p>
          <a:p>
            <a:pPr marL="514350" indent="-514350">
              <a:buFont typeface="+mj-lt"/>
              <a:buAutoNum type="arabicPeriod"/>
            </a:pPr>
            <a:endParaRPr lang="en-US" dirty="0"/>
          </a:p>
          <a:p>
            <a:pPr marL="514350" indent="-514350">
              <a:buFont typeface="+mj-lt"/>
              <a:buAutoNum type="arabicPeriod"/>
            </a:pPr>
            <a:r>
              <a:rPr lang="en-US" dirty="0"/>
              <a:t>Team members</a:t>
            </a:r>
          </a:p>
          <a:p>
            <a:pPr marL="514350" indent="-514350">
              <a:buFont typeface="+mj-lt"/>
              <a:buAutoNum type="arabicPeriod"/>
            </a:pPr>
            <a:endParaRPr lang="en-US" dirty="0"/>
          </a:p>
          <a:p>
            <a:pPr marL="514350" indent="-514350">
              <a:buFont typeface="+mj-lt"/>
              <a:buAutoNum type="arabicPeriod"/>
            </a:pPr>
            <a:r>
              <a:rPr lang="en-US" dirty="0"/>
              <a:t>Stakeholders of Project/Product team</a:t>
            </a:r>
          </a:p>
        </p:txBody>
      </p:sp>
      <p:sp>
        <p:nvSpPr>
          <p:cNvPr id="12" name="Segnaposto testo 11">
            <a:extLst>
              <a:ext uri="{FF2B5EF4-FFF2-40B4-BE49-F238E27FC236}">
                <a16:creationId xmlns:a16="http://schemas.microsoft.com/office/drawing/2014/main" id="{A1700F06-852F-141F-6606-84F73B931B5C}"/>
              </a:ext>
            </a:extLst>
          </p:cNvPr>
          <p:cNvSpPr>
            <a:spLocks noGrp="1"/>
          </p:cNvSpPr>
          <p:nvPr>
            <p:ph type="body" sz="quarter" idx="3"/>
          </p:nvPr>
        </p:nvSpPr>
        <p:spPr>
          <a:solidFill>
            <a:srgbClr val="0683AA"/>
          </a:solidFill>
        </p:spPr>
        <p:txBody>
          <a:bodyPr/>
          <a:lstStyle/>
          <a:p>
            <a:r>
              <a:rPr lang="en-US" dirty="0"/>
              <a:t>For the following goals</a:t>
            </a:r>
          </a:p>
        </p:txBody>
      </p:sp>
      <p:sp>
        <p:nvSpPr>
          <p:cNvPr id="13" name="Segnaposto contenuto 12">
            <a:extLst>
              <a:ext uri="{FF2B5EF4-FFF2-40B4-BE49-F238E27FC236}">
                <a16:creationId xmlns:a16="http://schemas.microsoft.com/office/drawing/2014/main" id="{27FAF30D-50C0-AB53-D814-8B3B19EB50E8}"/>
              </a:ext>
            </a:extLst>
          </p:cNvPr>
          <p:cNvSpPr>
            <a:spLocks noGrp="1"/>
          </p:cNvSpPr>
          <p:nvPr>
            <p:ph sz="quarter" idx="4"/>
          </p:nvPr>
        </p:nvSpPr>
        <p:spPr>
          <a:solidFill>
            <a:schemeClr val="accent1">
              <a:lumMod val="20000"/>
              <a:lumOff val="80000"/>
            </a:schemeClr>
          </a:solidFill>
        </p:spPr>
        <p:txBody>
          <a:bodyPr>
            <a:normAutofit fontScale="92500" lnSpcReduction="20000"/>
          </a:bodyPr>
          <a:lstStyle/>
          <a:p>
            <a:pPr marL="514350" indent="-514350">
              <a:buFont typeface="+mj-lt"/>
              <a:buAutoNum type="arabicPeriod"/>
            </a:pPr>
            <a:endParaRPr lang="en-US" dirty="0"/>
          </a:p>
          <a:p>
            <a:pPr marL="514350" indent="-514350">
              <a:buFont typeface="+mj-lt"/>
              <a:buAutoNum type="arabicPeriod"/>
            </a:pPr>
            <a:r>
              <a:rPr lang="en-US" dirty="0"/>
              <a:t>Understand and clarify purposes and intentions</a:t>
            </a:r>
          </a:p>
          <a:p>
            <a:pPr marL="514350" indent="-514350">
              <a:buFont typeface="+mj-lt"/>
              <a:buAutoNum type="arabicPeriod"/>
            </a:pPr>
            <a:endParaRPr lang="en-US" dirty="0"/>
          </a:p>
          <a:p>
            <a:pPr marL="514350" indent="-514350">
              <a:buFont typeface="+mj-lt"/>
              <a:buAutoNum type="arabicPeriod"/>
            </a:pPr>
            <a:r>
              <a:rPr lang="en-US" dirty="0"/>
              <a:t>Discuss various aspects of purposes and intentions</a:t>
            </a:r>
          </a:p>
          <a:p>
            <a:pPr marL="514350" indent="-514350">
              <a:buFont typeface="+mj-lt"/>
              <a:buAutoNum type="arabicPeriod"/>
            </a:pPr>
            <a:endParaRPr lang="en-US" dirty="0"/>
          </a:p>
          <a:p>
            <a:pPr marL="514350" indent="-514350">
              <a:buFont typeface="+mj-lt"/>
              <a:buAutoNum type="arabicPeriod"/>
            </a:pPr>
            <a:r>
              <a:rPr lang="en-US" dirty="0"/>
              <a:t>Align tactically (resources, timing, contributions,…) to achieve purposes </a:t>
            </a:r>
          </a:p>
        </p:txBody>
      </p:sp>
    </p:spTree>
    <p:extLst>
      <p:ext uri="{BB962C8B-B14F-4D97-AF65-F5344CB8AC3E}">
        <p14:creationId xmlns:p14="http://schemas.microsoft.com/office/powerpoint/2010/main" val="23025705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2307E85-DDAD-E714-C675-3B3D9B4BB20F}"/>
              </a:ext>
            </a:extLst>
          </p:cNvPr>
          <p:cNvSpPr>
            <a:spLocks noGrp="1"/>
          </p:cNvSpPr>
          <p:nvPr>
            <p:ph type="title"/>
          </p:nvPr>
        </p:nvSpPr>
        <p:spPr>
          <a:xfrm>
            <a:off x="838200" y="365125"/>
            <a:ext cx="5894707" cy="1325563"/>
          </a:xfrm>
        </p:spPr>
        <p:txBody>
          <a:bodyPr/>
          <a:lstStyle/>
          <a:p>
            <a:r>
              <a:rPr lang="en-US" dirty="0"/>
              <a:t>Why these very visual format ?</a:t>
            </a:r>
          </a:p>
        </p:txBody>
      </p:sp>
      <p:sp>
        <p:nvSpPr>
          <p:cNvPr id="3" name="Segnaposto contenuto 2">
            <a:extLst>
              <a:ext uri="{FF2B5EF4-FFF2-40B4-BE49-F238E27FC236}">
                <a16:creationId xmlns:a16="http://schemas.microsoft.com/office/drawing/2014/main" id="{160BED40-BBB2-C490-D5F5-70FEF6B74D95}"/>
              </a:ext>
            </a:extLst>
          </p:cNvPr>
          <p:cNvSpPr>
            <a:spLocks noGrp="1"/>
          </p:cNvSpPr>
          <p:nvPr>
            <p:ph idx="1"/>
          </p:nvPr>
        </p:nvSpPr>
        <p:spPr>
          <a:xfrm>
            <a:off x="838200" y="1825625"/>
            <a:ext cx="3412193" cy="4351338"/>
          </a:xfrm>
        </p:spPr>
        <p:txBody>
          <a:bodyPr>
            <a:normAutofit fontScale="85000" lnSpcReduction="10000"/>
          </a:bodyPr>
          <a:lstStyle/>
          <a:p>
            <a:r>
              <a:rPr lang="en-US" sz="1800" dirty="0"/>
              <a:t>Like SWOT, Business Model Canvas, Speed Boat or other standardized work Canvas, the 6 WHYS are</a:t>
            </a:r>
            <a:r>
              <a:rPr lang="en-US" sz="1800" b="1" dirty="0">
                <a:solidFill>
                  <a:srgbClr val="ED7D31"/>
                </a:solidFill>
              </a:rPr>
              <a:t> purpose canvases</a:t>
            </a:r>
            <a:r>
              <a:rPr lang="en-US" sz="1800" dirty="0"/>
              <a:t>.</a:t>
            </a:r>
          </a:p>
          <a:p>
            <a:endParaRPr lang="en-US" sz="1800" dirty="0"/>
          </a:p>
          <a:p>
            <a:r>
              <a:rPr lang="en-US" sz="1800" dirty="0"/>
              <a:t>The visual models and metaphors are used to facilitate the adoption of a mental model, which in turns helps the exercise of asking questions.</a:t>
            </a:r>
          </a:p>
          <a:p>
            <a:endParaRPr lang="en-US" sz="1800" dirty="0"/>
          </a:p>
          <a:p>
            <a:r>
              <a:rPr lang="en-US" sz="1800" dirty="0"/>
              <a:t>6 WHYS Canvases do not bring answers, but help leaders and teams ask themselves or each other </a:t>
            </a:r>
            <a:r>
              <a:rPr lang="en-US" sz="1800" b="1" dirty="0">
                <a:solidFill>
                  <a:srgbClr val="0683AA"/>
                </a:solidFill>
              </a:rPr>
              <a:t>the right questions</a:t>
            </a:r>
          </a:p>
          <a:p>
            <a:endParaRPr lang="en-US" sz="1800" b="1" dirty="0">
              <a:solidFill>
                <a:srgbClr val="0683AA"/>
              </a:solidFill>
            </a:endParaRPr>
          </a:p>
          <a:p>
            <a:r>
              <a:rPr lang="en-US" sz="1800" dirty="0"/>
              <a:t>6 WHYS Canvases do not bring agreement by itself, but help leaders and teams </a:t>
            </a:r>
            <a:r>
              <a:rPr lang="en-US" sz="1800" b="1" dirty="0">
                <a:solidFill>
                  <a:srgbClr val="ED7D31"/>
                </a:solidFill>
              </a:rPr>
              <a:t>progressively work on an agreement, point by point</a:t>
            </a:r>
            <a:r>
              <a:rPr lang="en-US" sz="1800" dirty="0"/>
              <a:t>.</a:t>
            </a:r>
            <a:endParaRPr lang="en-US" sz="1800" b="1" dirty="0">
              <a:solidFill>
                <a:srgbClr val="0683AA"/>
              </a:solidFill>
            </a:endParaRPr>
          </a:p>
          <a:p>
            <a:endParaRPr lang="en-US" sz="1800" b="1" dirty="0">
              <a:solidFill>
                <a:srgbClr val="0683AA"/>
              </a:solidFill>
            </a:endParaRPr>
          </a:p>
        </p:txBody>
      </p:sp>
      <p:grpSp>
        <p:nvGrpSpPr>
          <p:cNvPr id="14" name="Groupe 172">
            <a:extLst>
              <a:ext uri="{FF2B5EF4-FFF2-40B4-BE49-F238E27FC236}">
                <a16:creationId xmlns:a16="http://schemas.microsoft.com/office/drawing/2014/main" id="{DB1DB19A-99F2-ECC9-D3FE-67D435AE73EC}"/>
              </a:ext>
            </a:extLst>
          </p:cNvPr>
          <p:cNvGrpSpPr/>
          <p:nvPr/>
        </p:nvGrpSpPr>
        <p:grpSpPr>
          <a:xfrm>
            <a:off x="6048829" y="1663137"/>
            <a:ext cx="2273806" cy="847611"/>
            <a:chOff x="7527020" y="2036345"/>
            <a:chExt cx="3826780" cy="1426517"/>
          </a:xfrm>
        </p:grpSpPr>
        <p:grpSp>
          <p:nvGrpSpPr>
            <p:cNvPr id="15" name="Groupe 32">
              <a:extLst>
                <a:ext uri="{FF2B5EF4-FFF2-40B4-BE49-F238E27FC236}">
                  <a16:creationId xmlns:a16="http://schemas.microsoft.com/office/drawing/2014/main" id="{2A79F3F2-BDA2-B182-F7DA-70539A92B454}"/>
                </a:ext>
              </a:extLst>
            </p:cNvPr>
            <p:cNvGrpSpPr/>
            <p:nvPr/>
          </p:nvGrpSpPr>
          <p:grpSpPr>
            <a:xfrm>
              <a:off x="10055197" y="2036345"/>
              <a:ext cx="1298603" cy="1298603"/>
              <a:chOff x="9835911" y="2807662"/>
              <a:chExt cx="1796250" cy="1796250"/>
            </a:xfrm>
          </p:grpSpPr>
          <p:pic>
            <p:nvPicPr>
              <p:cNvPr id="36" name="Graphique 49" descr="Cathédrale avec un remplissage uni">
                <a:extLst>
                  <a:ext uri="{FF2B5EF4-FFF2-40B4-BE49-F238E27FC236}">
                    <a16:creationId xmlns:a16="http://schemas.microsoft.com/office/drawing/2014/main" id="{4B2020C1-4841-7BC6-3C69-7B24F107D35C}"/>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835911" y="2807662"/>
                <a:ext cx="1796250" cy="1796250"/>
              </a:xfrm>
              <a:prstGeom prst="rect">
                <a:avLst/>
              </a:prstGeom>
            </p:spPr>
          </p:pic>
          <p:sp>
            <p:nvSpPr>
              <p:cNvPr id="37" name="Rectangle 50">
                <a:extLst>
                  <a:ext uri="{FF2B5EF4-FFF2-40B4-BE49-F238E27FC236}">
                    <a16:creationId xmlns:a16="http://schemas.microsoft.com/office/drawing/2014/main" id="{E8B7A66F-937B-1096-5751-4B90F5504BEA}"/>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Rectangle 51">
                <a:extLst>
                  <a:ext uri="{FF2B5EF4-FFF2-40B4-BE49-F238E27FC236}">
                    <a16:creationId xmlns:a16="http://schemas.microsoft.com/office/drawing/2014/main" id="{8EEE51DF-5AFC-AADF-F27A-3F28F1CB6E7F}"/>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52">
                <a:extLst>
                  <a:ext uri="{FF2B5EF4-FFF2-40B4-BE49-F238E27FC236}">
                    <a16:creationId xmlns:a16="http://schemas.microsoft.com/office/drawing/2014/main" id="{F79E78CB-A5BB-FF61-C4E9-D7CDA10B7A3C}"/>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Rectangle 53">
                <a:extLst>
                  <a:ext uri="{FF2B5EF4-FFF2-40B4-BE49-F238E27FC236}">
                    <a16:creationId xmlns:a16="http://schemas.microsoft.com/office/drawing/2014/main" id="{1F999A64-2EB8-B13C-F01F-E9C7D7BFA84C}"/>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Rectangle 54">
                <a:extLst>
                  <a:ext uri="{FF2B5EF4-FFF2-40B4-BE49-F238E27FC236}">
                    <a16:creationId xmlns:a16="http://schemas.microsoft.com/office/drawing/2014/main" id="{E1ABEBB2-8023-4282-BE13-03CF91DEF240}"/>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55">
                <a:extLst>
                  <a:ext uri="{FF2B5EF4-FFF2-40B4-BE49-F238E27FC236}">
                    <a16:creationId xmlns:a16="http://schemas.microsoft.com/office/drawing/2014/main" id="{D67979BB-D9A5-7BD5-42B6-4AD8387E18FA}"/>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Rectangle 56">
                <a:extLst>
                  <a:ext uri="{FF2B5EF4-FFF2-40B4-BE49-F238E27FC236}">
                    <a16:creationId xmlns:a16="http://schemas.microsoft.com/office/drawing/2014/main" id="{60D92093-9AC6-7B9E-C294-735E02CE6981}"/>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Rectangle 57">
                <a:extLst>
                  <a:ext uri="{FF2B5EF4-FFF2-40B4-BE49-F238E27FC236}">
                    <a16:creationId xmlns:a16="http://schemas.microsoft.com/office/drawing/2014/main" id="{A7E61D44-8FC4-FB97-E241-332C5D023D63}"/>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Rectangle 58">
                <a:extLst>
                  <a:ext uri="{FF2B5EF4-FFF2-40B4-BE49-F238E27FC236}">
                    <a16:creationId xmlns:a16="http://schemas.microsoft.com/office/drawing/2014/main" id="{6B3694E7-3DA9-8766-F786-1F82C6321CA7}"/>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Rectangle 59">
                <a:extLst>
                  <a:ext uri="{FF2B5EF4-FFF2-40B4-BE49-F238E27FC236}">
                    <a16:creationId xmlns:a16="http://schemas.microsoft.com/office/drawing/2014/main" id="{1052BFC9-4D0D-F395-5632-1C996BD1AACF}"/>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Rectangle 60">
                <a:extLst>
                  <a:ext uri="{FF2B5EF4-FFF2-40B4-BE49-F238E27FC236}">
                    <a16:creationId xmlns:a16="http://schemas.microsoft.com/office/drawing/2014/main" id="{BE18499B-2F0C-1256-6061-F3CCABC5ACCB}"/>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Rectangle 61">
                <a:extLst>
                  <a:ext uri="{FF2B5EF4-FFF2-40B4-BE49-F238E27FC236}">
                    <a16:creationId xmlns:a16="http://schemas.microsoft.com/office/drawing/2014/main" id="{1E362E32-F394-5F57-94F0-B159D0A443DB}"/>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Rectangle 62">
                <a:extLst>
                  <a:ext uri="{FF2B5EF4-FFF2-40B4-BE49-F238E27FC236}">
                    <a16:creationId xmlns:a16="http://schemas.microsoft.com/office/drawing/2014/main" id="{F0A632C0-EBEA-F446-1E8A-B9A8B8AB3081}"/>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Rectangle 63">
                <a:extLst>
                  <a:ext uri="{FF2B5EF4-FFF2-40B4-BE49-F238E27FC236}">
                    <a16:creationId xmlns:a16="http://schemas.microsoft.com/office/drawing/2014/main" id="{3359386D-B059-589B-13DF-B7736CA41391}"/>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Rectangle 64">
                <a:extLst>
                  <a:ext uri="{FF2B5EF4-FFF2-40B4-BE49-F238E27FC236}">
                    <a16:creationId xmlns:a16="http://schemas.microsoft.com/office/drawing/2014/main" id="{1E5D48EC-B974-8069-6E99-384D05B49C3D}"/>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65">
                <a:extLst>
                  <a:ext uri="{FF2B5EF4-FFF2-40B4-BE49-F238E27FC236}">
                    <a16:creationId xmlns:a16="http://schemas.microsoft.com/office/drawing/2014/main" id="{38A4D1D4-2A82-07E4-1FD6-4EB5C995F411}"/>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66">
                <a:extLst>
                  <a:ext uri="{FF2B5EF4-FFF2-40B4-BE49-F238E27FC236}">
                    <a16:creationId xmlns:a16="http://schemas.microsoft.com/office/drawing/2014/main" id="{72952C3D-3CDA-90A5-1BDB-7928498718E5}"/>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67">
                <a:extLst>
                  <a:ext uri="{FF2B5EF4-FFF2-40B4-BE49-F238E27FC236}">
                    <a16:creationId xmlns:a16="http://schemas.microsoft.com/office/drawing/2014/main" id="{7D681C1E-4BDC-F4DF-C61B-C3F290F0F448}"/>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68">
                <a:extLst>
                  <a:ext uri="{FF2B5EF4-FFF2-40B4-BE49-F238E27FC236}">
                    <a16:creationId xmlns:a16="http://schemas.microsoft.com/office/drawing/2014/main" id="{182E6A3E-32A1-DC4E-C292-7B1603DAFE1E}"/>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69">
                <a:extLst>
                  <a:ext uri="{FF2B5EF4-FFF2-40B4-BE49-F238E27FC236}">
                    <a16:creationId xmlns:a16="http://schemas.microsoft.com/office/drawing/2014/main" id="{09ACFB2A-127E-AEFB-A057-2BCBB4E95444}"/>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Rectangle 70">
                <a:extLst>
                  <a:ext uri="{FF2B5EF4-FFF2-40B4-BE49-F238E27FC236}">
                    <a16:creationId xmlns:a16="http://schemas.microsoft.com/office/drawing/2014/main" id="{66D23DB9-F08B-3F04-A07B-53AD718EFFFC}"/>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71">
                <a:extLst>
                  <a:ext uri="{FF2B5EF4-FFF2-40B4-BE49-F238E27FC236}">
                    <a16:creationId xmlns:a16="http://schemas.microsoft.com/office/drawing/2014/main" id="{88C14CA8-9152-F0B9-A1E5-4A24E9A0E28C}"/>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Rectangle 72">
                <a:extLst>
                  <a:ext uri="{FF2B5EF4-FFF2-40B4-BE49-F238E27FC236}">
                    <a16:creationId xmlns:a16="http://schemas.microsoft.com/office/drawing/2014/main" id="{BD8A80EC-050B-DA58-DFD6-FF88CD5913BC}"/>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73">
                <a:extLst>
                  <a:ext uri="{FF2B5EF4-FFF2-40B4-BE49-F238E27FC236}">
                    <a16:creationId xmlns:a16="http://schemas.microsoft.com/office/drawing/2014/main" id="{D9A55983-CE97-BFD8-DA4A-7BDE1A134698}"/>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Rectangle 74">
                <a:extLst>
                  <a:ext uri="{FF2B5EF4-FFF2-40B4-BE49-F238E27FC236}">
                    <a16:creationId xmlns:a16="http://schemas.microsoft.com/office/drawing/2014/main" id="{8F955657-0C7C-D663-9E3E-90BD35C0B720}"/>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75">
                <a:extLst>
                  <a:ext uri="{FF2B5EF4-FFF2-40B4-BE49-F238E27FC236}">
                    <a16:creationId xmlns:a16="http://schemas.microsoft.com/office/drawing/2014/main" id="{E0297B95-A64B-7CDA-DF00-7832FAA57109}"/>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Rectangle 76">
                <a:extLst>
                  <a:ext uri="{FF2B5EF4-FFF2-40B4-BE49-F238E27FC236}">
                    <a16:creationId xmlns:a16="http://schemas.microsoft.com/office/drawing/2014/main" id="{7B4358E4-7497-1F52-1D00-02131BDD6912}"/>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Rectangle 77">
                <a:extLst>
                  <a:ext uri="{FF2B5EF4-FFF2-40B4-BE49-F238E27FC236}">
                    <a16:creationId xmlns:a16="http://schemas.microsoft.com/office/drawing/2014/main" id="{EEFA8E23-956F-1994-D43D-49412A3617A4}"/>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Rectangle 78">
                <a:extLst>
                  <a:ext uri="{FF2B5EF4-FFF2-40B4-BE49-F238E27FC236}">
                    <a16:creationId xmlns:a16="http://schemas.microsoft.com/office/drawing/2014/main" id="{CBBB57F6-9E25-7F2A-71DC-EEFAE6FAB8DE}"/>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79">
                <a:extLst>
                  <a:ext uri="{FF2B5EF4-FFF2-40B4-BE49-F238E27FC236}">
                    <a16:creationId xmlns:a16="http://schemas.microsoft.com/office/drawing/2014/main" id="{4FEA726C-6D12-0E8F-3CCC-D3F9C5C4A498}"/>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Rectangle 80">
                <a:extLst>
                  <a:ext uri="{FF2B5EF4-FFF2-40B4-BE49-F238E27FC236}">
                    <a16:creationId xmlns:a16="http://schemas.microsoft.com/office/drawing/2014/main" id="{CA55F5C1-5694-FA44-146B-097B4A4FBD4B}"/>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Rectangle 81">
                <a:extLst>
                  <a:ext uri="{FF2B5EF4-FFF2-40B4-BE49-F238E27FC236}">
                    <a16:creationId xmlns:a16="http://schemas.microsoft.com/office/drawing/2014/main" id="{ECD7E983-FEBC-06BB-C098-A81293A1F44C}"/>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82">
                <a:extLst>
                  <a:ext uri="{FF2B5EF4-FFF2-40B4-BE49-F238E27FC236}">
                    <a16:creationId xmlns:a16="http://schemas.microsoft.com/office/drawing/2014/main" id="{64FAE355-D71A-D549-AA52-3C74DBFB4466}"/>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83">
                <a:extLst>
                  <a:ext uri="{FF2B5EF4-FFF2-40B4-BE49-F238E27FC236}">
                    <a16:creationId xmlns:a16="http://schemas.microsoft.com/office/drawing/2014/main" id="{3FC497E0-17FE-0D1F-EBD8-7CFB030FC9CB}"/>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84">
                <a:extLst>
                  <a:ext uri="{FF2B5EF4-FFF2-40B4-BE49-F238E27FC236}">
                    <a16:creationId xmlns:a16="http://schemas.microsoft.com/office/drawing/2014/main" id="{2F6B6171-C9FE-669F-001C-C5D84E60E5DB}"/>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85">
                <a:extLst>
                  <a:ext uri="{FF2B5EF4-FFF2-40B4-BE49-F238E27FC236}">
                    <a16:creationId xmlns:a16="http://schemas.microsoft.com/office/drawing/2014/main" id="{654EF101-A4AB-E2BB-BFF5-6994627F9DF7}"/>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86">
                <a:extLst>
                  <a:ext uri="{FF2B5EF4-FFF2-40B4-BE49-F238E27FC236}">
                    <a16:creationId xmlns:a16="http://schemas.microsoft.com/office/drawing/2014/main" id="{EBC2B442-DE98-2A8F-C044-3CA1F4B5B7CF}"/>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87">
                <a:extLst>
                  <a:ext uri="{FF2B5EF4-FFF2-40B4-BE49-F238E27FC236}">
                    <a16:creationId xmlns:a16="http://schemas.microsoft.com/office/drawing/2014/main" id="{CC53C57E-0540-2419-625C-8C7B0BA6F740}"/>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88">
                <a:extLst>
                  <a:ext uri="{FF2B5EF4-FFF2-40B4-BE49-F238E27FC236}">
                    <a16:creationId xmlns:a16="http://schemas.microsoft.com/office/drawing/2014/main" id="{4A486AFE-A5AC-28E1-BA03-63DF53A9BD69}"/>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89">
                <a:extLst>
                  <a:ext uri="{FF2B5EF4-FFF2-40B4-BE49-F238E27FC236}">
                    <a16:creationId xmlns:a16="http://schemas.microsoft.com/office/drawing/2014/main" id="{ABA5D0C0-DB8C-243D-7426-DA4C85DD9DBA}"/>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90">
                <a:extLst>
                  <a:ext uri="{FF2B5EF4-FFF2-40B4-BE49-F238E27FC236}">
                    <a16:creationId xmlns:a16="http://schemas.microsoft.com/office/drawing/2014/main" id="{58421841-69C3-1696-85D0-63265B9FB8BB}"/>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Rectangle 91">
                <a:extLst>
                  <a:ext uri="{FF2B5EF4-FFF2-40B4-BE49-F238E27FC236}">
                    <a16:creationId xmlns:a16="http://schemas.microsoft.com/office/drawing/2014/main" id="{CD6D669A-A6D8-C0A5-FD89-9AE4E8F32D44}"/>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92">
                <a:extLst>
                  <a:ext uri="{FF2B5EF4-FFF2-40B4-BE49-F238E27FC236}">
                    <a16:creationId xmlns:a16="http://schemas.microsoft.com/office/drawing/2014/main" id="{C43E2418-E78C-AB8F-7E23-9B956D48A235}"/>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93">
                <a:extLst>
                  <a:ext uri="{FF2B5EF4-FFF2-40B4-BE49-F238E27FC236}">
                    <a16:creationId xmlns:a16="http://schemas.microsoft.com/office/drawing/2014/main" id="{2E309AFE-A79F-9BC3-5A91-A639B12BE6ED}"/>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94">
                <a:extLst>
                  <a:ext uri="{FF2B5EF4-FFF2-40B4-BE49-F238E27FC236}">
                    <a16:creationId xmlns:a16="http://schemas.microsoft.com/office/drawing/2014/main" id="{A70610E1-87D4-EC9A-18BE-158A0D347451}"/>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95">
                <a:extLst>
                  <a:ext uri="{FF2B5EF4-FFF2-40B4-BE49-F238E27FC236}">
                    <a16:creationId xmlns:a16="http://schemas.microsoft.com/office/drawing/2014/main" id="{B7D8ED97-10E3-20DB-EEAD-98227EB71A7C}"/>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96">
                <a:extLst>
                  <a:ext uri="{FF2B5EF4-FFF2-40B4-BE49-F238E27FC236}">
                    <a16:creationId xmlns:a16="http://schemas.microsoft.com/office/drawing/2014/main" id="{AE39D32F-F35B-1183-704D-689487827F42}"/>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97">
                <a:extLst>
                  <a:ext uri="{FF2B5EF4-FFF2-40B4-BE49-F238E27FC236}">
                    <a16:creationId xmlns:a16="http://schemas.microsoft.com/office/drawing/2014/main" id="{6B75ACCD-7130-6488-26FE-77F2F128F89A}"/>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Rectangle 98">
                <a:extLst>
                  <a:ext uri="{FF2B5EF4-FFF2-40B4-BE49-F238E27FC236}">
                    <a16:creationId xmlns:a16="http://schemas.microsoft.com/office/drawing/2014/main" id="{8FEDED09-6D8D-DFBB-5A10-02A1D04E832F}"/>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99">
                <a:extLst>
                  <a:ext uri="{FF2B5EF4-FFF2-40B4-BE49-F238E27FC236}">
                    <a16:creationId xmlns:a16="http://schemas.microsoft.com/office/drawing/2014/main" id="{061256E6-09F7-4C89-A5C5-11AFF77A368F}"/>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100">
                <a:extLst>
                  <a:ext uri="{FF2B5EF4-FFF2-40B4-BE49-F238E27FC236}">
                    <a16:creationId xmlns:a16="http://schemas.microsoft.com/office/drawing/2014/main" id="{DAD5EFBE-28B9-F249-25BD-828E22AECA67}"/>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101">
                <a:extLst>
                  <a:ext uri="{FF2B5EF4-FFF2-40B4-BE49-F238E27FC236}">
                    <a16:creationId xmlns:a16="http://schemas.microsoft.com/office/drawing/2014/main" id="{F079927F-710B-BF76-806A-D68A860D0014}"/>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102">
                <a:extLst>
                  <a:ext uri="{FF2B5EF4-FFF2-40B4-BE49-F238E27FC236}">
                    <a16:creationId xmlns:a16="http://schemas.microsoft.com/office/drawing/2014/main" id="{4BCE8569-44BF-3FB7-FA1B-FCA86143159E}"/>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103">
                <a:extLst>
                  <a:ext uri="{FF2B5EF4-FFF2-40B4-BE49-F238E27FC236}">
                    <a16:creationId xmlns:a16="http://schemas.microsoft.com/office/drawing/2014/main" id="{2DF8A4E8-0AE9-EC38-8446-54E05086EE27}"/>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104">
                <a:extLst>
                  <a:ext uri="{FF2B5EF4-FFF2-40B4-BE49-F238E27FC236}">
                    <a16:creationId xmlns:a16="http://schemas.microsoft.com/office/drawing/2014/main" id="{94C5F86D-40AC-E41B-9653-C3AFF9924577}"/>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105">
                <a:extLst>
                  <a:ext uri="{FF2B5EF4-FFF2-40B4-BE49-F238E27FC236}">
                    <a16:creationId xmlns:a16="http://schemas.microsoft.com/office/drawing/2014/main" id="{87D84B27-EBEB-DBA0-0A81-21FC5654CDE4}"/>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106">
                <a:extLst>
                  <a:ext uri="{FF2B5EF4-FFF2-40B4-BE49-F238E27FC236}">
                    <a16:creationId xmlns:a16="http://schemas.microsoft.com/office/drawing/2014/main" id="{BB0FA54A-CC81-C360-F955-672DA0E6DC45}"/>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107">
                <a:extLst>
                  <a:ext uri="{FF2B5EF4-FFF2-40B4-BE49-F238E27FC236}">
                    <a16:creationId xmlns:a16="http://schemas.microsoft.com/office/drawing/2014/main" id="{BF6228BD-EED3-071F-4617-55BC5DEED271}"/>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108">
                <a:extLst>
                  <a:ext uri="{FF2B5EF4-FFF2-40B4-BE49-F238E27FC236}">
                    <a16:creationId xmlns:a16="http://schemas.microsoft.com/office/drawing/2014/main" id="{4EAB871A-CE9B-8457-38E8-4D44AF894C1A}"/>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109">
                <a:extLst>
                  <a:ext uri="{FF2B5EF4-FFF2-40B4-BE49-F238E27FC236}">
                    <a16:creationId xmlns:a16="http://schemas.microsoft.com/office/drawing/2014/main" id="{BA004C05-6B88-891C-B62E-23CC17840D01}"/>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110">
                <a:extLst>
                  <a:ext uri="{FF2B5EF4-FFF2-40B4-BE49-F238E27FC236}">
                    <a16:creationId xmlns:a16="http://schemas.microsoft.com/office/drawing/2014/main" id="{78BFE3DD-6956-6125-044F-54D4A752B30C}"/>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111">
                <a:extLst>
                  <a:ext uri="{FF2B5EF4-FFF2-40B4-BE49-F238E27FC236}">
                    <a16:creationId xmlns:a16="http://schemas.microsoft.com/office/drawing/2014/main" id="{BFEC05FA-70DE-8B92-32BC-259C5A957149}"/>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6" name="Groupe 152">
              <a:extLst>
                <a:ext uri="{FF2B5EF4-FFF2-40B4-BE49-F238E27FC236}">
                  <a16:creationId xmlns:a16="http://schemas.microsoft.com/office/drawing/2014/main" id="{44D5F6F7-2D11-0457-2963-AB82D327125E}"/>
                </a:ext>
              </a:extLst>
            </p:cNvPr>
            <p:cNvGrpSpPr/>
            <p:nvPr/>
          </p:nvGrpSpPr>
          <p:grpSpPr>
            <a:xfrm>
              <a:off x="7527020" y="2174293"/>
              <a:ext cx="1467257" cy="1169474"/>
              <a:chOff x="2609577" y="1563591"/>
              <a:chExt cx="1467257" cy="1169474"/>
            </a:xfrm>
          </p:grpSpPr>
          <p:grpSp>
            <p:nvGrpSpPr>
              <p:cNvPr id="31" name="Groupe 153">
                <a:extLst>
                  <a:ext uri="{FF2B5EF4-FFF2-40B4-BE49-F238E27FC236}">
                    <a16:creationId xmlns:a16="http://schemas.microsoft.com/office/drawing/2014/main" id="{32A013A2-82A2-2543-C512-0819820486AC}"/>
                  </a:ext>
                </a:extLst>
              </p:cNvPr>
              <p:cNvGrpSpPr/>
              <p:nvPr/>
            </p:nvGrpSpPr>
            <p:grpSpPr>
              <a:xfrm>
                <a:off x="2609577" y="1563591"/>
                <a:ext cx="1412109" cy="1169474"/>
                <a:chOff x="2645545" y="3994190"/>
                <a:chExt cx="1412109" cy="1169474"/>
              </a:xfrm>
            </p:grpSpPr>
            <p:pic>
              <p:nvPicPr>
                <p:cNvPr id="33" name="Graphique 155" descr="Diable avec un remplissage uni">
                  <a:extLst>
                    <a:ext uri="{FF2B5EF4-FFF2-40B4-BE49-F238E27FC236}">
                      <a16:creationId xmlns:a16="http://schemas.microsoft.com/office/drawing/2014/main" id="{AE7CAEA1-6E8B-DE71-0C10-A264F5FA96FC}"/>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037365" y="4143375"/>
                  <a:ext cx="1020289" cy="1020289"/>
                </a:xfrm>
                <a:prstGeom prst="rect">
                  <a:avLst/>
                </a:prstGeom>
              </p:spPr>
            </p:pic>
            <p:pic>
              <p:nvPicPr>
                <p:cNvPr id="34" name="Graphique 156" descr="Base-ball avec un remplissage uni">
                  <a:extLst>
                    <a:ext uri="{FF2B5EF4-FFF2-40B4-BE49-F238E27FC236}">
                      <a16:creationId xmlns:a16="http://schemas.microsoft.com/office/drawing/2014/main" id="{8E33FB3F-FA31-FC02-FD15-29FCE90F809C}"/>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flipH="1">
                  <a:off x="2645545" y="4030462"/>
                  <a:ext cx="993713" cy="1133202"/>
                </a:xfrm>
                <a:prstGeom prst="rect">
                  <a:avLst/>
                </a:prstGeom>
              </p:spPr>
            </p:pic>
            <p:sp>
              <p:nvSpPr>
                <p:cNvPr id="35" name="Rectangle 157">
                  <a:extLst>
                    <a:ext uri="{FF2B5EF4-FFF2-40B4-BE49-F238E27FC236}">
                      <a16:creationId xmlns:a16="http://schemas.microsoft.com/office/drawing/2014/main" id="{0F239F48-5AE0-6053-E8F5-F11F8B255894}"/>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2" name="Graphique 154" descr="Boîte à archives avec un remplissage uni">
                <a:extLst>
                  <a:ext uri="{FF2B5EF4-FFF2-40B4-BE49-F238E27FC236}">
                    <a16:creationId xmlns:a16="http://schemas.microsoft.com/office/drawing/2014/main" id="{BE3EAD79-F346-7660-672D-0C6BBAC6D99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rot="20255485">
                <a:off x="3419733" y="1863768"/>
                <a:ext cx="657101" cy="657101"/>
              </a:xfrm>
              <a:prstGeom prst="rect">
                <a:avLst/>
              </a:prstGeom>
            </p:spPr>
          </p:pic>
        </p:grpSp>
        <p:grpSp>
          <p:nvGrpSpPr>
            <p:cNvPr id="17" name="Groupe 158">
              <a:extLst>
                <a:ext uri="{FF2B5EF4-FFF2-40B4-BE49-F238E27FC236}">
                  <a16:creationId xmlns:a16="http://schemas.microsoft.com/office/drawing/2014/main" id="{08623900-6777-8E22-5F20-9ACB7708807D}"/>
                </a:ext>
              </a:extLst>
            </p:cNvPr>
            <p:cNvGrpSpPr/>
            <p:nvPr/>
          </p:nvGrpSpPr>
          <p:grpSpPr>
            <a:xfrm flipH="1">
              <a:off x="8944157" y="2297704"/>
              <a:ext cx="1093937" cy="1165158"/>
              <a:chOff x="1680627" y="1783722"/>
              <a:chExt cx="1331514" cy="1331514"/>
            </a:xfrm>
          </p:grpSpPr>
          <p:pic>
            <p:nvPicPr>
              <p:cNvPr id="18" name="Graphique 159" descr="Mur de briques en construction avec un remplissage uni">
                <a:extLst>
                  <a:ext uri="{FF2B5EF4-FFF2-40B4-BE49-F238E27FC236}">
                    <a16:creationId xmlns:a16="http://schemas.microsoft.com/office/drawing/2014/main" id="{981704CE-B2F2-2931-84FB-FE322450D3D0}"/>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680627" y="1783722"/>
                <a:ext cx="1331514" cy="1331514"/>
              </a:xfrm>
              <a:prstGeom prst="rect">
                <a:avLst/>
              </a:prstGeom>
            </p:spPr>
          </p:pic>
          <p:sp>
            <p:nvSpPr>
              <p:cNvPr id="19" name="Rectangle 160">
                <a:extLst>
                  <a:ext uri="{FF2B5EF4-FFF2-40B4-BE49-F238E27FC236}">
                    <a16:creationId xmlns:a16="http://schemas.microsoft.com/office/drawing/2014/main" id="{94A9356E-392E-C2BA-8432-034420ACBFB4}"/>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161">
                <a:extLst>
                  <a:ext uri="{FF2B5EF4-FFF2-40B4-BE49-F238E27FC236}">
                    <a16:creationId xmlns:a16="http://schemas.microsoft.com/office/drawing/2014/main" id="{818401FC-4A10-FE8D-2051-3F7E60AA3CBA}"/>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Rectangle 162">
                <a:extLst>
                  <a:ext uri="{FF2B5EF4-FFF2-40B4-BE49-F238E27FC236}">
                    <a16:creationId xmlns:a16="http://schemas.microsoft.com/office/drawing/2014/main" id="{5EB950B7-BC69-62AC-E653-F842262A6C43}"/>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163">
                <a:extLst>
                  <a:ext uri="{FF2B5EF4-FFF2-40B4-BE49-F238E27FC236}">
                    <a16:creationId xmlns:a16="http://schemas.microsoft.com/office/drawing/2014/main" id="{3EBCA46C-77BE-C047-41E7-0C9A0729182C}"/>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164">
                <a:extLst>
                  <a:ext uri="{FF2B5EF4-FFF2-40B4-BE49-F238E27FC236}">
                    <a16:creationId xmlns:a16="http://schemas.microsoft.com/office/drawing/2014/main" id="{38671FD9-1FDE-27EE-7B45-3497E11F1C41}"/>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Rectangle 165">
                <a:extLst>
                  <a:ext uri="{FF2B5EF4-FFF2-40B4-BE49-F238E27FC236}">
                    <a16:creationId xmlns:a16="http://schemas.microsoft.com/office/drawing/2014/main" id="{2E4F7606-85D0-71F9-A96B-0EF646DA0868}"/>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166">
                <a:extLst>
                  <a:ext uri="{FF2B5EF4-FFF2-40B4-BE49-F238E27FC236}">
                    <a16:creationId xmlns:a16="http://schemas.microsoft.com/office/drawing/2014/main" id="{1EDC8523-FAE2-A478-DE56-A4FBF1C1587C}"/>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Rectangle 167">
                <a:extLst>
                  <a:ext uri="{FF2B5EF4-FFF2-40B4-BE49-F238E27FC236}">
                    <a16:creationId xmlns:a16="http://schemas.microsoft.com/office/drawing/2014/main" id="{AAC769DA-CE62-EE14-12E3-4C5A662475D2}"/>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Rectangle 168">
                <a:extLst>
                  <a:ext uri="{FF2B5EF4-FFF2-40B4-BE49-F238E27FC236}">
                    <a16:creationId xmlns:a16="http://schemas.microsoft.com/office/drawing/2014/main" id="{0B09046B-99CF-AFCC-DB6C-D8A2058DD7CB}"/>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Rectangle 169">
                <a:extLst>
                  <a:ext uri="{FF2B5EF4-FFF2-40B4-BE49-F238E27FC236}">
                    <a16:creationId xmlns:a16="http://schemas.microsoft.com/office/drawing/2014/main" id="{72CCFC0D-D11C-C3C3-7232-49A7876C4637}"/>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Rectangle 170">
                <a:extLst>
                  <a:ext uri="{FF2B5EF4-FFF2-40B4-BE49-F238E27FC236}">
                    <a16:creationId xmlns:a16="http://schemas.microsoft.com/office/drawing/2014/main" id="{610ACCE0-72E0-FF5C-9392-5CE6A706A605}"/>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Rectangle 171">
                <a:extLst>
                  <a:ext uri="{FF2B5EF4-FFF2-40B4-BE49-F238E27FC236}">
                    <a16:creationId xmlns:a16="http://schemas.microsoft.com/office/drawing/2014/main" id="{3AAAF2EB-6124-E668-B17B-B311A40C73EF}"/>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sp>
        <p:nvSpPr>
          <p:cNvPr id="99" name="Segnaposto contenuto 2">
            <a:extLst>
              <a:ext uri="{FF2B5EF4-FFF2-40B4-BE49-F238E27FC236}">
                <a16:creationId xmlns:a16="http://schemas.microsoft.com/office/drawing/2014/main" id="{7FC69C80-1A51-41C7-F280-BD3DF7C2C445}"/>
              </a:ext>
            </a:extLst>
          </p:cNvPr>
          <p:cNvSpPr txBox="1">
            <a:spLocks/>
          </p:cNvSpPr>
          <p:nvPr/>
        </p:nvSpPr>
        <p:spPr>
          <a:xfrm>
            <a:off x="8763016" y="1736110"/>
            <a:ext cx="1404023" cy="58197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Visual Metaphor</a:t>
            </a:r>
            <a:endParaRPr lang="en-US" sz="1800" b="1" dirty="0">
              <a:solidFill>
                <a:srgbClr val="0683AA"/>
              </a:solidFill>
            </a:endParaRPr>
          </a:p>
        </p:txBody>
      </p:sp>
      <p:sp>
        <p:nvSpPr>
          <p:cNvPr id="100" name="Segnaposto contenuto 2">
            <a:extLst>
              <a:ext uri="{FF2B5EF4-FFF2-40B4-BE49-F238E27FC236}">
                <a16:creationId xmlns:a16="http://schemas.microsoft.com/office/drawing/2014/main" id="{C271CFC9-D1B2-0B92-46D9-8992764704A3}"/>
              </a:ext>
            </a:extLst>
          </p:cNvPr>
          <p:cNvSpPr txBox="1">
            <a:spLocks/>
          </p:cNvSpPr>
          <p:nvPr/>
        </p:nvSpPr>
        <p:spPr>
          <a:xfrm>
            <a:off x="8763015" y="2802371"/>
            <a:ext cx="1404023" cy="58197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Mental model </a:t>
            </a:r>
            <a:endParaRPr lang="en-US" sz="1800" b="1" dirty="0">
              <a:solidFill>
                <a:srgbClr val="0683AA"/>
              </a:solidFill>
            </a:endParaRPr>
          </a:p>
        </p:txBody>
      </p:sp>
      <p:sp>
        <p:nvSpPr>
          <p:cNvPr id="101" name="Segnaposto contenuto 2">
            <a:extLst>
              <a:ext uri="{FF2B5EF4-FFF2-40B4-BE49-F238E27FC236}">
                <a16:creationId xmlns:a16="http://schemas.microsoft.com/office/drawing/2014/main" id="{84237C3E-7F7A-728E-1F9D-155D32E2E856}"/>
              </a:ext>
            </a:extLst>
          </p:cNvPr>
          <p:cNvSpPr txBox="1">
            <a:spLocks/>
          </p:cNvSpPr>
          <p:nvPr/>
        </p:nvSpPr>
        <p:spPr>
          <a:xfrm>
            <a:off x="8763015" y="4019290"/>
            <a:ext cx="1404023" cy="5819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Questions</a:t>
            </a:r>
            <a:endParaRPr lang="en-US" sz="1800" b="1" dirty="0">
              <a:solidFill>
                <a:srgbClr val="0683AA"/>
              </a:solidFill>
            </a:endParaRPr>
          </a:p>
        </p:txBody>
      </p:sp>
      <p:sp>
        <p:nvSpPr>
          <p:cNvPr id="102" name="Segnaposto contenuto 2">
            <a:extLst>
              <a:ext uri="{FF2B5EF4-FFF2-40B4-BE49-F238E27FC236}">
                <a16:creationId xmlns:a16="http://schemas.microsoft.com/office/drawing/2014/main" id="{1D87ED9D-8A8F-549E-34AB-EEDFB05460BD}"/>
              </a:ext>
            </a:extLst>
          </p:cNvPr>
          <p:cNvSpPr txBox="1">
            <a:spLocks/>
          </p:cNvSpPr>
          <p:nvPr/>
        </p:nvSpPr>
        <p:spPr>
          <a:xfrm>
            <a:off x="8763015" y="4908776"/>
            <a:ext cx="1404023" cy="5819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Thoughts</a:t>
            </a:r>
            <a:endParaRPr lang="en-US" sz="1800" b="1" dirty="0">
              <a:solidFill>
                <a:srgbClr val="0683AA"/>
              </a:solidFill>
            </a:endParaRPr>
          </a:p>
        </p:txBody>
      </p:sp>
      <p:sp>
        <p:nvSpPr>
          <p:cNvPr id="103" name="Segnaposto contenuto 2">
            <a:extLst>
              <a:ext uri="{FF2B5EF4-FFF2-40B4-BE49-F238E27FC236}">
                <a16:creationId xmlns:a16="http://schemas.microsoft.com/office/drawing/2014/main" id="{27B89EE8-0912-7AE9-3F0A-CC50891CFA77}"/>
              </a:ext>
            </a:extLst>
          </p:cNvPr>
          <p:cNvSpPr txBox="1">
            <a:spLocks/>
          </p:cNvSpPr>
          <p:nvPr/>
        </p:nvSpPr>
        <p:spPr>
          <a:xfrm>
            <a:off x="8763015" y="5976761"/>
            <a:ext cx="1404023" cy="58197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Self-Alignment</a:t>
            </a:r>
            <a:endParaRPr lang="en-US" sz="1800" b="1" dirty="0">
              <a:solidFill>
                <a:srgbClr val="0683AA"/>
              </a:solidFill>
            </a:endParaRPr>
          </a:p>
        </p:txBody>
      </p:sp>
      <p:sp>
        <p:nvSpPr>
          <p:cNvPr id="104" name="Bolla: nuvola 103">
            <a:extLst>
              <a:ext uri="{FF2B5EF4-FFF2-40B4-BE49-F238E27FC236}">
                <a16:creationId xmlns:a16="http://schemas.microsoft.com/office/drawing/2014/main" id="{08B99285-48C2-8895-8225-9DC5CC1E369B}"/>
              </a:ext>
            </a:extLst>
          </p:cNvPr>
          <p:cNvSpPr/>
          <p:nvPr/>
        </p:nvSpPr>
        <p:spPr>
          <a:xfrm>
            <a:off x="5814130" y="3045240"/>
            <a:ext cx="868621" cy="581976"/>
          </a:xfrm>
          <a:prstGeom prst="cloud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Bolla: nuvola 104">
            <a:extLst>
              <a:ext uri="{FF2B5EF4-FFF2-40B4-BE49-F238E27FC236}">
                <a16:creationId xmlns:a16="http://schemas.microsoft.com/office/drawing/2014/main" id="{B9C180FA-0CB5-46C0-7F03-6B102054CE18}"/>
              </a:ext>
            </a:extLst>
          </p:cNvPr>
          <p:cNvSpPr/>
          <p:nvPr/>
        </p:nvSpPr>
        <p:spPr>
          <a:xfrm>
            <a:off x="6842854" y="3000835"/>
            <a:ext cx="868621" cy="581976"/>
          </a:xfrm>
          <a:prstGeom prst="cloud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Bolla: nuvola 105">
            <a:extLst>
              <a:ext uri="{FF2B5EF4-FFF2-40B4-BE49-F238E27FC236}">
                <a16:creationId xmlns:a16="http://schemas.microsoft.com/office/drawing/2014/main" id="{F012DAC8-1868-72C3-6034-7E62FEA0BA46}"/>
              </a:ext>
            </a:extLst>
          </p:cNvPr>
          <p:cNvSpPr/>
          <p:nvPr/>
        </p:nvSpPr>
        <p:spPr>
          <a:xfrm>
            <a:off x="7898122" y="2981583"/>
            <a:ext cx="868621" cy="581976"/>
          </a:xfrm>
          <a:prstGeom prst="cloud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Freccia a destra 106">
            <a:extLst>
              <a:ext uri="{FF2B5EF4-FFF2-40B4-BE49-F238E27FC236}">
                <a16:creationId xmlns:a16="http://schemas.microsoft.com/office/drawing/2014/main" id="{18EEB6CA-05B3-1707-300B-15F60F96CCE3}"/>
              </a:ext>
            </a:extLst>
          </p:cNvPr>
          <p:cNvSpPr/>
          <p:nvPr/>
        </p:nvSpPr>
        <p:spPr>
          <a:xfrm>
            <a:off x="6542083" y="3172750"/>
            <a:ext cx="433596" cy="2147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Freccia a destra 107">
            <a:extLst>
              <a:ext uri="{FF2B5EF4-FFF2-40B4-BE49-F238E27FC236}">
                <a16:creationId xmlns:a16="http://schemas.microsoft.com/office/drawing/2014/main" id="{1445B1D4-C4E9-2E06-923C-C22F4306EC7D}"/>
              </a:ext>
            </a:extLst>
          </p:cNvPr>
          <p:cNvSpPr/>
          <p:nvPr/>
        </p:nvSpPr>
        <p:spPr>
          <a:xfrm>
            <a:off x="7602039" y="3172750"/>
            <a:ext cx="433596" cy="2147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Segnaposto contenuto 2">
            <a:extLst>
              <a:ext uri="{FF2B5EF4-FFF2-40B4-BE49-F238E27FC236}">
                <a16:creationId xmlns:a16="http://schemas.microsoft.com/office/drawing/2014/main" id="{010D54A4-5F4A-02B0-21D1-C2C41A3BBA33}"/>
              </a:ext>
            </a:extLst>
          </p:cNvPr>
          <p:cNvSpPr txBox="1">
            <a:spLocks/>
          </p:cNvSpPr>
          <p:nvPr/>
        </p:nvSpPr>
        <p:spPr>
          <a:xfrm>
            <a:off x="10554140" y="1711102"/>
            <a:ext cx="1404023" cy="58197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Shared visual Metaphor</a:t>
            </a:r>
            <a:endParaRPr lang="en-US" sz="1800" b="1" dirty="0">
              <a:solidFill>
                <a:srgbClr val="0683AA"/>
              </a:solidFill>
            </a:endParaRPr>
          </a:p>
        </p:txBody>
      </p:sp>
      <p:sp>
        <p:nvSpPr>
          <p:cNvPr id="110" name="Segnaposto contenuto 2">
            <a:extLst>
              <a:ext uri="{FF2B5EF4-FFF2-40B4-BE49-F238E27FC236}">
                <a16:creationId xmlns:a16="http://schemas.microsoft.com/office/drawing/2014/main" id="{65BD3B6C-E0A2-9F0C-4289-8DA1A0BAAA80}"/>
              </a:ext>
            </a:extLst>
          </p:cNvPr>
          <p:cNvSpPr txBox="1">
            <a:spLocks/>
          </p:cNvSpPr>
          <p:nvPr/>
        </p:nvSpPr>
        <p:spPr>
          <a:xfrm>
            <a:off x="10554139" y="2777362"/>
            <a:ext cx="1404023" cy="76326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Shared mental model </a:t>
            </a:r>
            <a:endParaRPr lang="en-US" sz="1800" b="1" dirty="0">
              <a:solidFill>
                <a:srgbClr val="0683AA"/>
              </a:solidFill>
            </a:endParaRPr>
          </a:p>
        </p:txBody>
      </p:sp>
      <p:sp>
        <p:nvSpPr>
          <p:cNvPr id="111" name="Segnaposto contenuto 2">
            <a:extLst>
              <a:ext uri="{FF2B5EF4-FFF2-40B4-BE49-F238E27FC236}">
                <a16:creationId xmlns:a16="http://schemas.microsoft.com/office/drawing/2014/main" id="{5D54A409-6C7D-8F01-F7C3-E83A22A70455}"/>
              </a:ext>
            </a:extLst>
          </p:cNvPr>
          <p:cNvSpPr txBox="1">
            <a:spLocks/>
          </p:cNvSpPr>
          <p:nvPr/>
        </p:nvSpPr>
        <p:spPr>
          <a:xfrm>
            <a:off x="10585883" y="4038148"/>
            <a:ext cx="1404023" cy="5819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Questions</a:t>
            </a:r>
            <a:endParaRPr lang="en-US" sz="1800" b="1" dirty="0">
              <a:solidFill>
                <a:srgbClr val="0683AA"/>
              </a:solidFill>
            </a:endParaRPr>
          </a:p>
        </p:txBody>
      </p:sp>
      <p:sp>
        <p:nvSpPr>
          <p:cNvPr id="112" name="Segnaposto contenuto 2">
            <a:extLst>
              <a:ext uri="{FF2B5EF4-FFF2-40B4-BE49-F238E27FC236}">
                <a16:creationId xmlns:a16="http://schemas.microsoft.com/office/drawing/2014/main" id="{509E1B3C-F4F8-1959-3612-6BB4DBE15268}"/>
              </a:ext>
            </a:extLst>
          </p:cNvPr>
          <p:cNvSpPr txBox="1">
            <a:spLocks/>
          </p:cNvSpPr>
          <p:nvPr/>
        </p:nvSpPr>
        <p:spPr>
          <a:xfrm>
            <a:off x="10554139" y="4920213"/>
            <a:ext cx="1404023" cy="5819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Discussions</a:t>
            </a:r>
            <a:endParaRPr lang="en-US" sz="1800" b="1" dirty="0">
              <a:solidFill>
                <a:srgbClr val="0683AA"/>
              </a:solidFill>
            </a:endParaRPr>
          </a:p>
        </p:txBody>
      </p:sp>
      <p:sp>
        <p:nvSpPr>
          <p:cNvPr id="113" name="Segnaposto contenuto 2">
            <a:extLst>
              <a:ext uri="{FF2B5EF4-FFF2-40B4-BE49-F238E27FC236}">
                <a16:creationId xmlns:a16="http://schemas.microsoft.com/office/drawing/2014/main" id="{526DDE0F-8A18-4267-2B36-8ACE68C6FA72}"/>
              </a:ext>
            </a:extLst>
          </p:cNvPr>
          <p:cNvSpPr txBox="1">
            <a:spLocks/>
          </p:cNvSpPr>
          <p:nvPr/>
        </p:nvSpPr>
        <p:spPr>
          <a:xfrm>
            <a:off x="10554139" y="5951753"/>
            <a:ext cx="1404023" cy="58197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800" dirty="0"/>
              <a:t>Opportunity of agreement</a:t>
            </a:r>
            <a:endParaRPr lang="en-US" sz="1800" b="1" dirty="0">
              <a:solidFill>
                <a:srgbClr val="0683AA"/>
              </a:solidFill>
            </a:endParaRPr>
          </a:p>
        </p:txBody>
      </p:sp>
      <p:sp>
        <p:nvSpPr>
          <p:cNvPr id="114" name="Triangolo isoscele 113">
            <a:extLst>
              <a:ext uri="{FF2B5EF4-FFF2-40B4-BE49-F238E27FC236}">
                <a16:creationId xmlns:a16="http://schemas.microsoft.com/office/drawing/2014/main" id="{273263D4-7091-BEB7-56DD-4157122628DB}"/>
              </a:ext>
            </a:extLst>
          </p:cNvPr>
          <p:cNvSpPr/>
          <p:nvPr/>
        </p:nvSpPr>
        <p:spPr>
          <a:xfrm rot="10800000">
            <a:off x="9214892" y="2355572"/>
            <a:ext cx="500267" cy="338428"/>
          </a:xfrm>
          <a:prstGeom prs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Triangolo isoscele 114">
            <a:extLst>
              <a:ext uri="{FF2B5EF4-FFF2-40B4-BE49-F238E27FC236}">
                <a16:creationId xmlns:a16="http://schemas.microsoft.com/office/drawing/2014/main" id="{2F2EFC45-46D9-865F-8AAA-5680BD899A11}"/>
              </a:ext>
            </a:extLst>
          </p:cNvPr>
          <p:cNvSpPr/>
          <p:nvPr/>
        </p:nvSpPr>
        <p:spPr>
          <a:xfrm rot="10800000">
            <a:off x="9214892" y="3511249"/>
            <a:ext cx="500267" cy="338428"/>
          </a:xfrm>
          <a:prstGeom prs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Triangolo isoscele 115">
            <a:extLst>
              <a:ext uri="{FF2B5EF4-FFF2-40B4-BE49-F238E27FC236}">
                <a16:creationId xmlns:a16="http://schemas.microsoft.com/office/drawing/2014/main" id="{37D56E08-B226-26A3-3C36-80C936B42556}"/>
              </a:ext>
            </a:extLst>
          </p:cNvPr>
          <p:cNvSpPr/>
          <p:nvPr/>
        </p:nvSpPr>
        <p:spPr>
          <a:xfrm rot="10800000">
            <a:off x="9214892" y="4490176"/>
            <a:ext cx="500267" cy="338428"/>
          </a:xfrm>
          <a:prstGeom prs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Triangolo isoscele 116">
            <a:extLst>
              <a:ext uri="{FF2B5EF4-FFF2-40B4-BE49-F238E27FC236}">
                <a16:creationId xmlns:a16="http://schemas.microsoft.com/office/drawing/2014/main" id="{1DC99254-3923-386A-0D02-9642AF7C5E61}"/>
              </a:ext>
            </a:extLst>
          </p:cNvPr>
          <p:cNvSpPr/>
          <p:nvPr/>
        </p:nvSpPr>
        <p:spPr>
          <a:xfrm rot="10800000">
            <a:off x="9214891" y="5491013"/>
            <a:ext cx="500267" cy="338428"/>
          </a:xfrm>
          <a:prstGeom prst="triangle">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Triangolo isoscele 117">
            <a:extLst>
              <a:ext uri="{FF2B5EF4-FFF2-40B4-BE49-F238E27FC236}">
                <a16:creationId xmlns:a16="http://schemas.microsoft.com/office/drawing/2014/main" id="{1C74F15F-EC96-9827-0DB4-6A53A51C71A9}"/>
              </a:ext>
            </a:extLst>
          </p:cNvPr>
          <p:cNvSpPr/>
          <p:nvPr/>
        </p:nvSpPr>
        <p:spPr>
          <a:xfrm rot="10800000">
            <a:off x="11015718" y="2384950"/>
            <a:ext cx="500267" cy="338428"/>
          </a:xfrm>
          <a:prstGeom prs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Triangolo isoscele 118">
            <a:extLst>
              <a:ext uri="{FF2B5EF4-FFF2-40B4-BE49-F238E27FC236}">
                <a16:creationId xmlns:a16="http://schemas.microsoft.com/office/drawing/2014/main" id="{C9DB2DF5-EB8B-1C0A-C5F0-3576F26A477B}"/>
              </a:ext>
            </a:extLst>
          </p:cNvPr>
          <p:cNvSpPr/>
          <p:nvPr/>
        </p:nvSpPr>
        <p:spPr>
          <a:xfrm rot="10800000">
            <a:off x="11015718" y="3540627"/>
            <a:ext cx="500267" cy="338428"/>
          </a:xfrm>
          <a:prstGeom prs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Triangolo isoscele 119">
            <a:extLst>
              <a:ext uri="{FF2B5EF4-FFF2-40B4-BE49-F238E27FC236}">
                <a16:creationId xmlns:a16="http://schemas.microsoft.com/office/drawing/2014/main" id="{A67FAFBA-9284-C932-5CF4-86FC05F0859B}"/>
              </a:ext>
            </a:extLst>
          </p:cNvPr>
          <p:cNvSpPr/>
          <p:nvPr/>
        </p:nvSpPr>
        <p:spPr>
          <a:xfrm rot="10800000">
            <a:off x="11015718" y="4519554"/>
            <a:ext cx="500267" cy="338428"/>
          </a:xfrm>
          <a:prstGeom prs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Triangolo isoscele 120">
            <a:extLst>
              <a:ext uri="{FF2B5EF4-FFF2-40B4-BE49-F238E27FC236}">
                <a16:creationId xmlns:a16="http://schemas.microsoft.com/office/drawing/2014/main" id="{D6D24629-BE83-251F-48AF-5FBBE8376147}"/>
              </a:ext>
            </a:extLst>
          </p:cNvPr>
          <p:cNvSpPr/>
          <p:nvPr/>
        </p:nvSpPr>
        <p:spPr>
          <a:xfrm rot="10800000">
            <a:off x="11015717" y="5520391"/>
            <a:ext cx="500267" cy="338428"/>
          </a:xfrm>
          <a:prstGeom prs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2" name="Graphique 23" descr="Femme avec bras prothétique">
            <a:extLst>
              <a:ext uri="{FF2B5EF4-FFF2-40B4-BE49-F238E27FC236}">
                <a16:creationId xmlns:a16="http://schemas.microsoft.com/office/drawing/2014/main" id="{8065EEC8-BA64-5A0B-AB57-7B013A6B22B4}"/>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9161004" y="1010635"/>
            <a:ext cx="608040" cy="638442"/>
          </a:xfrm>
          <a:prstGeom prst="rect">
            <a:avLst/>
          </a:prstGeom>
        </p:spPr>
      </p:pic>
      <p:pic>
        <p:nvPicPr>
          <p:cNvPr id="123" name="Graphique 28" descr="Homme en tenue professionnelle">
            <a:extLst>
              <a:ext uri="{FF2B5EF4-FFF2-40B4-BE49-F238E27FC236}">
                <a16:creationId xmlns:a16="http://schemas.microsoft.com/office/drawing/2014/main" id="{D413AA63-0814-B5CF-6574-6F81F964865F}"/>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flipH="1">
            <a:off x="11129793" y="544429"/>
            <a:ext cx="458127" cy="598462"/>
          </a:xfrm>
          <a:prstGeom prst="rect">
            <a:avLst/>
          </a:prstGeom>
        </p:spPr>
      </p:pic>
      <p:pic>
        <p:nvPicPr>
          <p:cNvPr id="124" name="Graphique 34" descr="Homme à lunettes portant un col roulé">
            <a:extLst>
              <a:ext uri="{FF2B5EF4-FFF2-40B4-BE49-F238E27FC236}">
                <a16:creationId xmlns:a16="http://schemas.microsoft.com/office/drawing/2014/main" id="{40ECF5F4-6B4D-4F7F-4473-EBBDB69D8979}"/>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10675455" y="890042"/>
            <a:ext cx="408412" cy="527188"/>
          </a:xfrm>
          <a:prstGeom prst="rect">
            <a:avLst/>
          </a:prstGeom>
        </p:spPr>
      </p:pic>
      <p:pic>
        <p:nvPicPr>
          <p:cNvPr id="125" name="Graphique 23" descr="Femme avec bras prothétique">
            <a:extLst>
              <a:ext uri="{FF2B5EF4-FFF2-40B4-BE49-F238E27FC236}">
                <a16:creationId xmlns:a16="http://schemas.microsoft.com/office/drawing/2014/main" id="{85AD0735-008D-C134-A01E-0E8B765BD876}"/>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flipH="1">
            <a:off x="11323715" y="989406"/>
            <a:ext cx="498522" cy="522295"/>
          </a:xfrm>
          <a:prstGeom prst="rect">
            <a:avLst/>
          </a:prstGeom>
        </p:spPr>
      </p:pic>
      <p:pic>
        <p:nvPicPr>
          <p:cNvPr id="126" name="Graphique 30" descr="Homme portant une veste">
            <a:extLst>
              <a:ext uri="{FF2B5EF4-FFF2-40B4-BE49-F238E27FC236}">
                <a16:creationId xmlns:a16="http://schemas.microsoft.com/office/drawing/2014/main" id="{B4F14C6E-4CED-68E0-505B-F22850E8F7D7}"/>
              </a:ext>
            </a:extLst>
          </p:cNvPr>
          <p:cNvPicPr>
            <a:picLocks noChangeAspect="1"/>
          </p:cNvPicPr>
          <p:nvPr/>
        </p:nvPicPr>
        <p:blipFill>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flipH="1">
            <a:off x="11041173" y="1095796"/>
            <a:ext cx="390647" cy="520153"/>
          </a:xfrm>
          <a:prstGeom prst="rect">
            <a:avLst/>
          </a:prstGeom>
        </p:spPr>
      </p:pic>
      <p:pic>
        <p:nvPicPr>
          <p:cNvPr id="128" name="Elemento grafico 127" descr="Badge Punto interrogativo con riempimento a tinta unita">
            <a:extLst>
              <a:ext uri="{FF2B5EF4-FFF2-40B4-BE49-F238E27FC236}">
                <a16:creationId xmlns:a16="http://schemas.microsoft.com/office/drawing/2014/main" id="{410CAE4B-BEAA-DFB3-BE5A-4765CFF82775}"/>
              </a:ext>
            </a:extLst>
          </p:cNvPr>
          <p:cNvPicPr>
            <a:picLocks noChangeAspect="1"/>
          </p:cNvPicPr>
          <p:nvPr/>
        </p:nvPicPr>
        <p:blipFill>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8377509" y="3954141"/>
            <a:ext cx="500267" cy="500267"/>
          </a:xfrm>
          <a:prstGeom prst="rect">
            <a:avLst/>
          </a:prstGeom>
        </p:spPr>
      </p:pic>
      <p:pic>
        <p:nvPicPr>
          <p:cNvPr id="130" name="Elemento grafico 129" descr="Badge Tick1 con riempimento a tinta unita">
            <a:extLst>
              <a:ext uri="{FF2B5EF4-FFF2-40B4-BE49-F238E27FC236}">
                <a16:creationId xmlns:a16="http://schemas.microsoft.com/office/drawing/2014/main" id="{46455194-3CF4-815B-CDB6-9E7D22058B4A}"/>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8377509" y="4832813"/>
            <a:ext cx="500267" cy="500267"/>
          </a:xfrm>
          <a:prstGeom prst="rect">
            <a:avLst/>
          </a:prstGeom>
        </p:spPr>
      </p:pic>
      <p:pic>
        <p:nvPicPr>
          <p:cNvPr id="132" name="Elemento grafico 131" descr="Priorità con riempimento a tinta unita">
            <a:extLst>
              <a:ext uri="{FF2B5EF4-FFF2-40B4-BE49-F238E27FC236}">
                <a16:creationId xmlns:a16="http://schemas.microsoft.com/office/drawing/2014/main" id="{22FE474B-F1B6-E914-111C-1E402822A3EC}"/>
              </a:ext>
            </a:extLst>
          </p:cNvPr>
          <p:cNvPicPr>
            <a:picLocks noChangeAspect="1"/>
          </p:cNvPicPr>
          <p:nvPr/>
        </p:nvPicPr>
        <p:blipFill>
          <a:blip r:embed="rId26" cstate="screen">
            <a:extLst>
              <a:ext uri="{28A0092B-C50C-407E-A947-70E740481C1C}">
                <a14:useLocalDpi xmlns:a14="http://schemas.microsoft.com/office/drawing/2010/main"/>
              </a:ext>
              <a:ext uri="{96DAC541-7B7A-43D3-8B79-37D633B846F1}">
                <asvg:svgBlip xmlns:asvg="http://schemas.microsoft.com/office/drawing/2016/SVG/main" r:embed="rId27"/>
              </a:ext>
            </a:extLst>
          </a:blip>
          <a:stretch>
            <a:fillRect/>
          </a:stretch>
        </p:blipFill>
        <p:spPr>
          <a:xfrm>
            <a:off x="8377509" y="6034002"/>
            <a:ext cx="500267" cy="500267"/>
          </a:xfrm>
          <a:prstGeom prst="rect">
            <a:avLst/>
          </a:prstGeom>
        </p:spPr>
      </p:pic>
    </p:spTree>
    <p:extLst>
      <p:ext uri="{BB962C8B-B14F-4D97-AF65-F5344CB8AC3E}">
        <p14:creationId xmlns:p14="http://schemas.microsoft.com/office/powerpoint/2010/main" val="3080513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79243726-82BA-3A75-5E48-950689BED291}"/>
              </a:ext>
            </a:extLst>
          </p:cNvPr>
          <p:cNvSpPr>
            <a:spLocks noGrp="1"/>
          </p:cNvSpPr>
          <p:nvPr>
            <p:ph type="title"/>
          </p:nvPr>
        </p:nvSpPr>
        <p:spPr/>
        <p:txBody>
          <a:bodyPr/>
          <a:lstStyle/>
          <a:p>
            <a:r>
              <a:rPr lang="en-US" dirty="0"/>
              <a:t>WHY</a:t>
            </a:r>
          </a:p>
        </p:txBody>
      </p:sp>
      <p:sp>
        <p:nvSpPr>
          <p:cNvPr id="10" name="Segnaposto testo 9">
            <a:extLst>
              <a:ext uri="{FF2B5EF4-FFF2-40B4-BE49-F238E27FC236}">
                <a16:creationId xmlns:a16="http://schemas.microsoft.com/office/drawing/2014/main" id="{ED8FE550-07D6-0E8E-AFE5-3330474E4208}"/>
              </a:ext>
            </a:extLst>
          </p:cNvPr>
          <p:cNvSpPr>
            <a:spLocks noGrp="1"/>
          </p:cNvSpPr>
          <p:nvPr>
            <p:ph type="body" idx="1"/>
          </p:nvPr>
        </p:nvSpPr>
        <p:spPr/>
        <p:txBody>
          <a:bodyPr/>
          <a:lstStyle/>
          <a:p>
            <a:r>
              <a:rPr lang="en-US" dirty="0"/>
              <a:t>Pyramid of Purpose Canvas</a:t>
            </a:r>
          </a:p>
        </p:txBody>
      </p:sp>
      <p:grpSp>
        <p:nvGrpSpPr>
          <p:cNvPr id="2" name="Groupe 5">
            <a:extLst>
              <a:ext uri="{FF2B5EF4-FFF2-40B4-BE49-F238E27FC236}">
                <a16:creationId xmlns:a16="http://schemas.microsoft.com/office/drawing/2014/main" id="{BA8C8A6B-C0B2-70C8-9F02-D1AE4C5CF208}"/>
              </a:ext>
            </a:extLst>
          </p:cNvPr>
          <p:cNvGrpSpPr/>
          <p:nvPr/>
        </p:nvGrpSpPr>
        <p:grpSpPr>
          <a:xfrm>
            <a:off x="6660134" y="2003488"/>
            <a:ext cx="4458970" cy="2087102"/>
            <a:chOff x="463550" y="1420160"/>
            <a:chExt cx="11264900" cy="5272740"/>
          </a:xfrm>
        </p:grpSpPr>
        <p:sp>
          <p:nvSpPr>
            <p:cNvPr id="3" name="Trapèze 6">
              <a:extLst>
                <a:ext uri="{FF2B5EF4-FFF2-40B4-BE49-F238E27FC236}">
                  <a16:creationId xmlns:a16="http://schemas.microsoft.com/office/drawing/2014/main" id="{472134A9-7B69-E0CF-1542-CAC09F38046B}"/>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b="1"/>
                <a:t>CAUSE</a:t>
              </a:r>
            </a:p>
          </p:txBody>
        </p:sp>
        <p:sp>
          <p:nvSpPr>
            <p:cNvPr id="4" name="Triangle isocèle 7">
              <a:extLst>
                <a:ext uri="{FF2B5EF4-FFF2-40B4-BE49-F238E27FC236}">
                  <a16:creationId xmlns:a16="http://schemas.microsoft.com/office/drawing/2014/main" id="{F0380B5C-5FF9-3EB4-5E08-A7C954F47DAA}"/>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t>GREAT GOAL</a:t>
              </a:r>
            </a:p>
            <a:p>
              <a:pPr algn="ctr"/>
              <a:endParaRPr lang="en-US" sz="600"/>
            </a:p>
          </p:txBody>
        </p:sp>
        <p:grpSp>
          <p:nvGrpSpPr>
            <p:cNvPr id="5" name="Groupe 8">
              <a:extLst>
                <a:ext uri="{FF2B5EF4-FFF2-40B4-BE49-F238E27FC236}">
                  <a16:creationId xmlns:a16="http://schemas.microsoft.com/office/drawing/2014/main" id="{A6137774-F136-66F4-8704-AA38DA8FC09B}"/>
                </a:ext>
              </a:extLst>
            </p:cNvPr>
            <p:cNvGrpSpPr/>
            <p:nvPr/>
          </p:nvGrpSpPr>
          <p:grpSpPr>
            <a:xfrm>
              <a:off x="1527175" y="3040767"/>
              <a:ext cx="9137650" cy="1969383"/>
              <a:chOff x="1644650" y="3040767"/>
              <a:chExt cx="9137650" cy="1907219"/>
            </a:xfrm>
          </p:grpSpPr>
          <p:sp>
            <p:nvSpPr>
              <p:cNvPr id="8" name="Trapèze 11">
                <a:extLst>
                  <a:ext uri="{FF2B5EF4-FFF2-40B4-BE49-F238E27FC236}">
                    <a16:creationId xmlns:a16="http://schemas.microsoft.com/office/drawing/2014/main" id="{381999FC-4ED4-82CD-9CA6-F43848E371ED}"/>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BAD MEMORIES</a:t>
                </a:r>
                <a:endParaRPr lang="en-US" sz="300"/>
              </a:p>
            </p:txBody>
          </p:sp>
          <p:sp>
            <p:nvSpPr>
              <p:cNvPr id="11" name="Trapèze 12">
                <a:extLst>
                  <a:ext uri="{FF2B5EF4-FFF2-40B4-BE49-F238E27FC236}">
                    <a16:creationId xmlns:a16="http://schemas.microsoft.com/office/drawing/2014/main" id="{82F993D6-22D5-61A9-0EA6-2C1E3D5088A6}"/>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dirty="0"/>
                  <a:t>WRONG FICTIVE STORIES - RISKS</a:t>
                </a:r>
              </a:p>
            </p:txBody>
          </p:sp>
          <p:sp>
            <p:nvSpPr>
              <p:cNvPr id="12" name="Trapèze 13">
                <a:extLst>
                  <a:ext uri="{FF2B5EF4-FFF2-40B4-BE49-F238E27FC236}">
                    <a16:creationId xmlns:a16="http://schemas.microsoft.com/office/drawing/2014/main" id="{01C22929-1E58-AF03-4524-0204459BF919}"/>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GOOD MEMORIES</a:t>
                </a:r>
                <a:endParaRPr lang="en-US" sz="300"/>
              </a:p>
            </p:txBody>
          </p:sp>
          <p:sp>
            <p:nvSpPr>
              <p:cNvPr id="13" name="Trapèze 14">
                <a:extLst>
                  <a:ext uri="{FF2B5EF4-FFF2-40B4-BE49-F238E27FC236}">
                    <a16:creationId xmlns:a16="http://schemas.microsoft.com/office/drawing/2014/main" id="{46867180-B59E-A5A4-AE5C-23E4D240BF13}"/>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00" b="1"/>
                  <a:t>IDEAL STORIES</a:t>
                </a:r>
              </a:p>
            </p:txBody>
          </p:sp>
        </p:grpSp>
        <p:sp>
          <p:nvSpPr>
            <p:cNvPr id="6" name="Triangle isocèle 9">
              <a:extLst>
                <a:ext uri="{FF2B5EF4-FFF2-40B4-BE49-F238E27FC236}">
                  <a16:creationId xmlns:a16="http://schemas.microsoft.com/office/drawing/2014/main" id="{FFFAE11F-C471-B431-EF30-4106BFC9B0D7}"/>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7" name="ZoneTexte 10">
              <a:extLst>
                <a:ext uri="{FF2B5EF4-FFF2-40B4-BE49-F238E27FC236}">
                  <a16:creationId xmlns:a16="http://schemas.microsoft.com/office/drawing/2014/main" id="{C53F02ED-0E4E-BF61-9BC3-D91E076B96BD}"/>
                </a:ext>
              </a:extLst>
            </p:cNvPr>
            <p:cNvSpPr txBox="1"/>
            <p:nvPr/>
          </p:nvSpPr>
          <p:spPr>
            <a:xfrm>
              <a:off x="4952497" y="3044170"/>
              <a:ext cx="2287007" cy="744344"/>
            </a:xfrm>
            <a:prstGeom prst="rect">
              <a:avLst/>
            </a:prstGeom>
            <a:noFill/>
          </p:spPr>
          <p:txBody>
            <a:bodyPr wrap="square">
              <a:spAutoFit/>
            </a:bodyPr>
            <a:lstStyle/>
            <a:p>
              <a:pPr algn="ctr"/>
              <a:r>
                <a:rPr lang="en-US" sz="400" b="1"/>
                <a:t>CONDITIONS</a:t>
              </a:r>
            </a:p>
          </p:txBody>
        </p:sp>
      </p:grpSp>
    </p:spTree>
    <p:extLst>
      <p:ext uri="{BB962C8B-B14F-4D97-AF65-F5344CB8AC3E}">
        <p14:creationId xmlns:p14="http://schemas.microsoft.com/office/powerpoint/2010/main" val="1813628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195C13-A136-0A50-B849-2A908910A09D}"/>
              </a:ext>
            </a:extLst>
          </p:cNvPr>
          <p:cNvSpPr>
            <a:spLocks noGrp="1"/>
          </p:cNvSpPr>
          <p:nvPr>
            <p:ph type="title"/>
          </p:nvPr>
        </p:nvSpPr>
        <p:spPr/>
        <p:txBody>
          <a:bodyPr/>
          <a:lstStyle/>
          <a:p>
            <a:r>
              <a:rPr lang="en-US" dirty="0"/>
              <a:t>Usual challenges related to an “</a:t>
            </a:r>
            <a:r>
              <a:rPr lang="en-US" b="1" dirty="0">
                <a:solidFill>
                  <a:srgbClr val="FF0000"/>
                </a:solidFill>
              </a:rPr>
              <a:t>unclear why</a:t>
            </a:r>
            <a:r>
              <a:rPr lang="en-US" dirty="0"/>
              <a:t>”</a:t>
            </a:r>
          </a:p>
        </p:txBody>
      </p:sp>
      <p:sp>
        <p:nvSpPr>
          <p:cNvPr id="4" name="Rectangle 3">
            <a:extLst>
              <a:ext uri="{FF2B5EF4-FFF2-40B4-BE49-F238E27FC236}">
                <a16:creationId xmlns:a16="http://schemas.microsoft.com/office/drawing/2014/main" id="{30580FA6-B5B3-AA21-0CDF-17A843947E99}"/>
              </a:ext>
            </a:extLst>
          </p:cNvPr>
          <p:cNvSpPr/>
          <p:nvPr/>
        </p:nvSpPr>
        <p:spPr>
          <a:xfrm>
            <a:off x="1444847" y="4876082"/>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Slow start or lack of engagement</a:t>
            </a:r>
          </a:p>
        </p:txBody>
      </p:sp>
      <p:sp>
        <p:nvSpPr>
          <p:cNvPr id="5" name="Bulle narrative : ronde 4">
            <a:extLst>
              <a:ext uri="{FF2B5EF4-FFF2-40B4-BE49-F238E27FC236}">
                <a16:creationId xmlns:a16="http://schemas.microsoft.com/office/drawing/2014/main" id="{AB555F7A-81E1-5C69-D065-25651BFD0F01}"/>
              </a:ext>
            </a:extLst>
          </p:cNvPr>
          <p:cNvSpPr/>
          <p:nvPr/>
        </p:nvSpPr>
        <p:spPr>
          <a:xfrm>
            <a:off x="941033" y="2309078"/>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 don’t even know why we’re working or what directions we’re taking, so I will not act.</a:t>
            </a:r>
          </a:p>
        </p:txBody>
      </p:sp>
      <p:pic>
        <p:nvPicPr>
          <p:cNvPr id="6" name="Graphique 5" descr="Homme en tenue professionnelle">
            <a:extLst>
              <a:ext uri="{FF2B5EF4-FFF2-40B4-BE49-F238E27FC236}">
                <a16:creationId xmlns:a16="http://schemas.microsoft.com/office/drawing/2014/main" id="{2933A0E0-CDF9-6CD0-A16B-182BC99FE6A4}"/>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60618" y="3605745"/>
            <a:ext cx="943374" cy="1273899"/>
          </a:xfrm>
          <a:prstGeom prst="rect">
            <a:avLst/>
          </a:prstGeom>
        </p:spPr>
      </p:pic>
      <p:sp>
        <p:nvSpPr>
          <p:cNvPr id="7" name="Rectangle 6">
            <a:extLst>
              <a:ext uri="{FF2B5EF4-FFF2-40B4-BE49-F238E27FC236}">
                <a16:creationId xmlns:a16="http://schemas.microsoft.com/office/drawing/2014/main" id="{584DE4F2-EF8E-CD09-5A32-B7D53631B46A}"/>
              </a:ext>
            </a:extLst>
          </p:cNvPr>
          <p:cNvSpPr/>
          <p:nvPr/>
        </p:nvSpPr>
        <p:spPr>
          <a:xfrm>
            <a:off x="4192109" y="4876081"/>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Low sense of purpose</a:t>
            </a:r>
          </a:p>
        </p:txBody>
      </p:sp>
      <p:sp>
        <p:nvSpPr>
          <p:cNvPr id="8" name="Bulle narrative : ronde 7">
            <a:extLst>
              <a:ext uri="{FF2B5EF4-FFF2-40B4-BE49-F238E27FC236}">
                <a16:creationId xmlns:a16="http://schemas.microsoft.com/office/drawing/2014/main" id="{1F5AA4E1-6331-BCE4-D586-93D3B9F94119}"/>
              </a:ext>
            </a:extLst>
          </p:cNvPr>
          <p:cNvSpPr/>
          <p:nvPr/>
        </p:nvSpPr>
        <p:spPr>
          <a:xfrm>
            <a:off x="3648722" y="2309078"/>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 understand the tasks to perform and chores to do, but I can’t even tell how it could positively impact people. It doesn’t feel well</a:t>
            </a:r>
          </a:p>
        </p:txBody>
      </p:sp>
      <p:sp>
        <p:nvSpPr>
          <p:cNvPr id="9" name="Rectangle 8">
            <a:extLst>
              <a:ext uri="{FF2B5EF4-FFF2-40B4-BE49-F238E27FC236}">
                <a16:creationId xmlns:a16="http://schemas.microsoft.com/office/drawing/2014/main" id="{27D2D474-FE9B-8CD2-50FE-EC2AEC8FABC7}"/>
              </a:ext>
            </a:extLst>
          </p:cNvPr>
          <p:cNvSpPr/>
          <p:nvPr/>
        </p:nvSpPr>
        <p:spPr>
          <a:xfrm>
            <a:off x="6939371" y="4876080"/>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Wariness about implementation conditions</a:t>
            </a:r>
          </a:p>
        </p:txBody>
      </p:sp>
      <p:sp>
        <p:nvSpPr>
          <p:cNvPr id="10" name="Bulle narrative : ronde 9">
            <a:extLst>
              <a:ext uri="{FF2B5EF4-FFF2-40B4-BE49-F238E27FC236}">
                <a16:creationId xmlns:a16="http://schemas.microsoft.com/office/drawing/2014/main" id="{8789A2FE-FFE1-9982-65DF-D6DDAFF2407F}"/>
              </a:ext>
            </a:extLst>
          </p:cNvPr>
          <p:cNvSpPr/>
          <p:nvPr/>
        </p:nvSpPr>
        <p:spPr>
          <a:xfrm>
            <a:off x="6356411" y="2354801"/>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It’s not only about the goal, but in which conditions we’ll reach it, and I fear we forgot this part. </a:t>
            </a:r>
          </a:p>
        </p:txBody>
      </p:sp>
      <p:sp>
        <p:nvSpPr>
          <p:cNvPr id="11" name="Rectangle 10">
            <a:extLst>
              <a:ext uri="{FF2B5EF4-FFF2-40B4-BE49-F238E27FC236}">
                <a16:creationId xmlns:a16="http://schemas.microsoft.com/office/drawing/2014/main" id="{3A540A94-4FF5-165B-CCDD-119D49833966}"/>
              </a:ext>
            </a:extLst>
          </p:cNvPr>
          <p:cNvSpPr/>
          <p:nvPr/>
        </p:nvSpPr>
        <p:spPr>
          <a:xfrm>
            <a:off x="9686633" y="4876079"/>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Wariness about novelty and lack of capitalization of the past experiences</a:t>
            </a:r>
          </a:p>
        </p:txBody>
      </p:sp>
      <p:sp>
        <p:nvSpPr>
          <p:cNvPr id="12" name="Bulle narrative : ronde 11">
            <a:extLst>
              <a:ext uri="{FF2B5EF4-FFF2-40B4-BE49-F238E27FC236}">
                <a16:creationId xmlns:a16="http://schemas.microsoft.com/office/drawing/2014/main" id="{8F50C833-B062-3E0F-8852-2099E72C6256}"/>
              </a:ext>
            </a:extLst>
          </p:cNvPr>
          <p:cNvSpPr/>
          <p:nvPr/>
        </p:nvSpPr>
        <p:spPr>
          <a:xfrm>
            <a:off x="9064100" y="2354800"/>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 fear that following this goal will make us forget important issues that happened in other projects/ products.</a:t>
            </a:r>
          </a:p>
        </p:txBody>
      </p:sp>
      <p:pic>
        <p:nvPicPr>
          <p:cNvPr id="13" name="Graphique 12" descr="Homme portant une veste">
            <a:extLst>
              <a:ext uri="{FF2B5EF4-FFF2-40B4-BE49-F238E27FC236}">
                <a16:creationId xmlns:a16="http://schemas.microsoft.com/office/drawing/2014/main" id="{EE07214B-9D74-5D44-E425-7BC83AFB7D8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510321" y="3564429"/>
            <a:ext cx="943374" cy="1356530"/>
          </a:xfrm>
          <a:prstGeom prst="rect">
            <a:avLst/>
          </a:prstGeom>
        </p:spPr>
      </p:pic>
      <p:pic>
        <p:nvPicPr>
          <p:cNvPr id="14" name="Graphique 13" descr="Homme barbu en peignoir">
            <a:extLst>
              <a:ext uri="{FF2B5EF4-FFF2-40B4-BE49-F238E27FC236}">
                <a16:creationId xmlns:a16="http://schemas.microsoft.com/office/drawing/2014/main" id="{C904C795-5F67-216B-FB6F-012ACE51D550}"/>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0012961" y="3671371"/>
            <a:ext cx="964032" cy="1211926"/>
          </a:xfrm>
          <a:prstGeom prst="rect">
            <a:avLst/>
          </a:prstGeom>
        </p:spPr>
      </p:pic>
      <p:pic>
        <p:nvPicPr>
          <p:cNvPr id="15" name="Graphique 14" descr="Femme avec queue de cheval">
            <a:extLst>
              <a:ext uri="{FF2B5EF4-FFF2-40B4-BE49-F238E27FC236}">
                <a16:creationId xmlns:a16="http://schemas.microsoft.com/office/drawing/2014/main" id="{70CFE508-E399-0A43-15EE-753DB1033EC1}"/>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295308" y="3574968"/>
            <a:ext cx="867629" cy="1308329"/>
          </a:xfrm>
          <a:prstGeom prst="rect">
            <a:avLst/>
          </a:prstGeom>
        </p:spPr>
      </p:pic>
    </p:spTree>
    <p:extLst>
      <p:ext uri="{BB962C8B-B14F-4D97-AF65-F5344CB8AC3E}">
        <p14:creationId xmlns:p14="http://schemas.microsoft.com/office/powerpoint/2010/main" val="3778567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27E581-B7DC-4DA0-8DF5-B524E555247E}"/>
              </a:ext>
            </a:extLst>
          </p:cNvPr>
          <p:cNvSpPr>
            <a:spLocks noGrp="1"/>
          </p:cNvSpPr>
          <p:nvPr>
            <p:ph type="title"/>
          </p:nvPr>
        </p:nvSpPr>
        <p:spPr/>
        <p:txBody>
          <a:bodyPr>
            <a:normAutofit/>
          </a:bodyPr>
          <a:lstStyle/>
          <a:p>
            <a:r>
              <a:rPr lang="en-US" sz="4000"/>
              <a:t>WHY ?</a:t>
            </a:r>
            <a:br>
              <a:rPr lang="en-US" sz="4000"/>
            </a:br>
            <a:r>
              <a:rPr lang="en-US" sz="4000"/>
              <a:t>Pyramid of Project / Product Purpose</a:t>
            </a:r>
          </a:p>
        </p:txBody>
      </p:sp>
      <p:sp>
        <p:nvSpPr>
          <p:cNvPr id="3" name="Espace réservé du contenu 2">
            <a:extLst>
              <a:ext uri="{FF2B5EF4-FFF2-40B4-BE49-F238E27FC236}">
                <a16:creationId xmlns:a16="http://schemas.microsoft.com/office/drawing/2014/main" id="{BE747FA3-6359-4721-BDFD-62B7689EFABA}"/>
              </a:ext>
            </a:extLst>
          </p:cNvPr>
          <p:cNvSpPr>
            <a:spLocks noGrp="1"/>
          </p:cNvSpPr>
          <p:nvPr>
            <p:ph idx="1"/>
          </p:nvPr>
        </p:nvSpPr>
        <p:spPr>
          <a:xfrm>
            <a:off x="838200" y="1825625"/>
            <a:ext cx="3991252" cy="4667250"/>
          </a:xfrm>
        </p:spPr>
        <p:txBody>
          <a:bodyPr>
            <a:normAutofit lnSpcReduction="10000"/>
          </a:bodyPr>
          <a:lstStyle/>
          <a:p>
            <a:pPr marL="0" indent="0">
              <a:buNone/>
            </a:pPr>
            <a:r>
              <a:rPr lang="en-US" sz="1400" dirty="0"/>
              <a:t>The pyramid of project/product purpose is a Canvas to help leaders and their collective define a vision.</a:t>
            </a:r>
          </a:p>
          <a:p>
            <a:pPr marL="0" indent="0">
              <a:buNone/>
            </a:pPr>
            <a:endParaRPr lang="en-US" sz="1400" dirty="0"/>
          </a:p>
          <a:p>
            <a:pPr marL="0" indent="0">
              <a:buNone/>
            </a:pPr>
            <a:r>
              <a:rPr lang="en-US" sz="1400" dirty="0"/>
              <a:t>The format intends to group in one simple Canvas many information that are important for following a purpose :</a:t>
            </a:r>
          </a:p>
          <a:p>
            <a:pPr>
              <a:buFontTx/>
              <a:buChar char="-"/>
            </a:pPr>
            <a:r>
              <a:rPr lang="en-US" sz="1400" dirty="0"/>
              <a:t>A cause</a:t>
            </a:r>
          </a:p>
          <a:p>
            <a:pPr>
              <a:buFontTx/>
              <a:buChar char="-"/>
            </a:pPr>
            <a:r>
              <a:rPr lang="en-US" sz="1400" dirty="0"/>
              <a:t>Good and bad memories of contributors, to capitalize about the past experiences in similar projects/products</a:t>
            </a:r>
          </a:p>
          <a:p>
            <a:pPr>
              <a:buFontTx/>
              <a:buChar char="-"/>
            </a:pPr>
            <a:r>
              <a:rPr lang="en-US" sz="1400" dirty="0"/>
              <a:t>WRONG FICTIVE STORIES - RISKS and ideal stories, to open minds to projection</a:t>
            </a:r>
          </a:p>
          <a:p>
            <a:pPr>
              <a:buFontTx/>
              <a:buChar char="-"/>
            </a:pPr>
            <a:r>
              <a:rPr lang="en-US" sz="1400" dirty="0"/>
              <a:t>Conditions, to integrate conditions of implementation within the goal</a:t>
            </a:r>
          </a:p>
          <a:p>
            <a:pPr>
              <a:buFontTx/>
              <a:buChar char="-"/>
            </a:pPr>
            <a:r>
              <a:rPr lang="en-US" sz="1400" dirty="0"/>
              <a:t>A great goal, to easily phrase and follow</a:t>
            </a:r>
          </a:p>
          <a:p>
            <a:pPr>
              <a:buFontTx/>
              <a:buChar char="-"/>
            </a:pPr>
            <a:endParaRPr lang="en-US" sz="1400" dirty="0"/>
          </a:p>
          <a:p>
            <a:pPr marL="0" indent="0">
              <a:buNone/>
            </a:pPr>
            <a:r>
              <a:rPr lang="en-US" sz="1400" dirty="0"/>
              <a:t>The pyramid of project/product is a canvas that can be applied to many types of collective endeavors (communities included).</a:t>
            </a:r>
          </a:p>
        </p:txBody>
      </p:sp>
      <p:grpSp>
        <p:nvGrpSpPr>
          <p:cNvPr id="4" name="Groupe 3">
            <a:extLst>
              <a:ext uri="{FF2B5EF4-FFF2-40B4-BE49-F238E27FC236}">
                <a16:creationId xmlns:a16="http://schemas.microsoft.com/office/drawing/2014/main" id="{E79764DF-D8D2-49F0-9CAD-6CA6B4F19715}"/>
              </a:ext>
            </a:extLst>
          </p:cNvPr>
          <p:cNvGrpSpPr/>
          <p:nvPr/>
        </p:nvGrpSpPr>
        <p:grpSpPr>
          <a:xfrm>
            <a:off x="5269658" y="1978025"/>
            <a:ext cx="6600055" cy="3089275"/>
            <a:chOff x="463550" y="1420160"/>
            <a:chExt cx="11264900" cy="5272740"/>
          </a:xfrm>
        </p:grpSpPr>
        <p:sp>
          <p:nvSpPr>
            <p:cNvPr id="5" name="Trapèze 4">
              <a:extLst>
                <a:ext uri="{FF2B5EF4-FFF2-40B4-BE49-F238E27FC236}">
                  <a16:creationId xmlns:a16="http://schemas.microsoft.com/office/drawing/2014/main" id="{2A9B9D3A-4FEF-4E18-BB40-0CCC15C1AE3C}"/>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CAUSE</a:t>
              </a:r>
            </a:p>
          </p:txBody>
        </p:sp>
        <p:sp>
          <p:nvSpPr>
            <p:cNvPr id="6" name="Triangle isocèle 5">
              <a:extLst>
                <a:ext uri="{FF2B5EF4-FFF2-40B4-BE49-F238E27FC236}">
                  <a16:creationId xmlns:a16="http://schemas.microsoft.com/office/drawing/2014/main" id="{EBC15E9F-C3B4-4B3E-AC3A-12D333D8F354}"/>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GREAT GOAL</a:t>
              </a:r>
            </a:p>
            <a:p>
              <a:pPr algn="ctr"/>
              <a:endParaRPr lang="en-US"/>
            </a:p>
          </p:txBody>
        </p:sp>
        <p:grpSp>
          <p:nvGrpSpPr>
            <p:cNvPr id="7" name="Groupe 6">
              <a:extLst>
                <a:ext uri="{FF2B5EF4-FFF2-40B4-BE49-F238E27FC236}">
                  <a16:creationId xmlns:a16="http://schemas.microsoft.com/office/drawing/2014/main" id="{106386FC-02C0-46B1-9DED-937EBD45862E}"/>
                </a:ext>
              </a:extLst>
            </p:cNvPr>
            <p:cNvGrpSpPr/>
            <p:nvPr/>
          </p:nvGrpSpPr>
          <p:grpSpPr>
            <a:xfrm>
              <a:off x="1527175" y="3040767"/>
              <a:ext cx="9137650" cy="1969383"/>
              <a:chOff x="1644650" y="3040767"/>
              <a:chExt cx="9137650" cy="1907219"/>
            </a:xfrm>
          </p:grpSpPr>
          <p:sp>
            <p:nvSpPr>
              <p:cNvPr id="10" name="Trapèze 9">
                <a:extLst>
                  <a:ext uri="{FF2B5EF4-FFF2-40B4-BE49-F238E27FC236}">
                    <a16:creationId xmlns:a16="http://schemas.microsoft.com/office/drawing/2014/main" id="{695F4170-66C7-443B-B47D-6E9790727F84}"/>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a:t>BAD MEMORIES</a:t>
                </a:r>
                <a:endParaRPr lang="en-US" sz="1200"/>
              </a:p>
            </p:txBody>
          </p:sp>
          <p:sp>
            <p:nvSpPr>
              <p:cNvPr id="11" name="Trapèze 10">
                <a:extLst>
                  <a:ext uri="{FF2B5EF4-FFF2-40B4-BE49-F238E27FC236}">
                    <a16:creationId xmlns:a16="http://schemas.microsoft.com/office/drawing/2014/main" id="{4A2476DE-003C-4786-BB78-2FC21BFFC572}"/>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dirty="0"/>
                  <a:t>WRONG FICTIVE STORIES - RISKS</a:t>
                </a:r>
              </a:p>
            </p:txBody>
          </p:sp>
          <p:sp>
            <p:nvSpPr>
              <p:cNvPr id="12" name="Trapèze 11">
                <a:extLst>
                  <a:ext uri="{FF2B5EF4-FFF2-40B4-BE49-F238E27FC236}">
                    <a16:creationId xmlns:a16="http://schemas.microsoft.com/office/drawing/2014/main" id="{8E935927-DF05-413B-9159-8687B0F31A10}"/>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a:t>GOOD MEMORIES</a:t>
                </a:r>
                <a:endParaRPr lang="en-US" sz="1200"/>
              </a:p>
            </p:txBody>
          </p:sp>
          <p:sp>
            <p:nvSpPr>
              <p:cNvPr id="13" name="Trapèze 12">
                <a:extLst>
                  <a:ext uri="{FF2B5EF4-FFF2-40B4-BE49-F238E27FC236}">
                    <a16:creationId xmlns:a16="http://schemas.microsoft.com/office/drawing/2014/main" id="{BEB05664-B4AE-4F7A-8FEA-F9FFED8F31FB}"/>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a:t>IDEAL STORIES</a:t>
                </a:r>
              </a:p>
            </p:txBody>
          </p:sp>
        </p:grpSp>
        <p:sp>
          <p:nvSpPr>
            <p:cNvPr id="8" name="Triangle isocèle 7">
              <a:extLst>
                <a:ext uri="{FF2B5EF4-FFF2-40B4-BE49-F238E27FC236}">
                  <a16:creationId xmlns:a16="http://schemas.microsoft.com/office/drawing/2014/main" id="{849A6BA4-E164-44B7-BA5C-B2A97E52B334}"/>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ZoneTexte 8">
              <a:extLst>
                <a:ext uri="{FF2B5EF4-FFF2-40B4-BE49-F238E27FC236}">
                  <a16:creationId xmlns:a16="http://schemas.microsoft.com/office/drawing/2014/main" id="{CF4E118F-233F-41A2-9D1E-FC55EC7BD249}"/>
                </a:ext>
              </a:extLst>
            </p:cNvPr>
            <p:cNvSpPr txBox="1"/>
            <p:nvPr/>
          </p:nvSpPr>
          <p:spPr>
            <a:xfrm>
              <a:off x="4952497" y="3044170"/>
              <a:ext cx="2287008" cy="525310"/>
            </a:xfrm>
            <a:prstGeom prst="rect">
              <a:avLst/>
            </a:prstGeom>
            <a:noFill/>
          </p:spPr>
          <p:txBody>
            <a:bodyPr wrap="square">
              <a:spAutoFit/>
            </a:bodyPr>
            <a:lstStyle/>
            <a:p>
              <a:pPr algn="ctr"/>
              <a:r>
                <a:rPr lang="en-US" sz="1400" b="1"/>
                <a:t>CONDITIONS</a:t>
              </a:r>
            </a:p>
          </p:txBody>
        </p:sp>
      </p:grpSp>
    </p:spTree>
    <p:extLst>
      <p:ext uri="{BB962C8B-B14F-4D97-AF65-F5344CB8AC3E}">
        <p14:creationId xmlns:p14="http://schemas.microsoft.com/office/powerpoint/2010/main" val="2722699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27E581-B7DC-4DA0-8DF5-B524E555247E}"/>
              </a:ext>
            </a:extLst>
          </p:cNvPr>
          <p:cNvSpPr>
            <a:spLocks noGrp="1"/>
          </p:cNvSpPr>
          <p:nvPr>
            <p:ph type="title"/>
          </p:nvPr>
        </p:nvSpPr>
        <p:spPr/>
        <p:txBody>
          <a:bodyPr>
            <a:normAutofit/>
          </a:bodyPr>
          <a:lstStyle/>
          <a:p>
            <a:r>
              <a:rPr lang="en-US" sz="4000" dirty="0"/>
              <a:t>WHY ? Pyramid of Project / Product Purpose</a:t>
            </a:r>
            <a:br>
              <a:rPr lang="en-US" sz="4000" dirty="0"/>
            </a:br>
            <a:r>
              <a:rPr lang="en-US" sz="4000" dirty="0"/>
              <a:t>Details of the fields</a:t>
            </a:r>
          </a:p>
        </p:txBody>
      </p:sp>
      <p:sp>
        <p:nvSpPr>
          <p:cNvPr id="3" name="Espace réservé du contenu 2">
            <a:extLst>
              <a:ext uri="{FF2B5EF4-FFF2-40B4-BE49-F238E27FC236}">
                <a16:creationId xmlns:a16="http://schemas.microsoft.com/office/drawing/2014/main" id="{BE747FA3-6359-4721-BDFD-62B7689EFABA}"/>
              </a:ext>
            </a:extLst>
          </p:cNvPr>
          <p:cNvSpPr>
            <a:spLocks noGrp="1"/>
          </p:cNvSpPr>
          <p:nvPr>
            <p:ph idx="1"/>
          </p:nvPr>
        </p:nvSpPr>
        <p:spPr>
          <a:xfrm>
            <a:off x="838200" y="1825625"/>
            <a:ext cx="4431458" cy="4667250"/>
          </a:xfrm>
        </p:spPr>
        <p:txBody>
          <a:bodyPr>
            <a:normAutofit fontScale="85000" lnSpcReduction="10000"/>
          </a:bodyPr>
          <a:lstStyle/>
          <a:p>
            <a:r>
              <a:rPr lang="en-US" sz="1800" dirty="0"/>
              <a:t>A purpose that can be related to a </a:t>
            </a:r>
            <a:r>
              <a:rPr lang="en-US" sz="1800" b="1" dirty="0">
                <a:solidFill>
                  <a:srgbClr val="0683AA"/>
                </a:solidFill>
              </a:rPr>
              <a:t>cause </a:t>
            </a:r>
            <a:r>
              <a:rPr lang="en-US" sz="1800" dirty="0"/>
              <a:t>is more likely to engage at large scale by being easily understandable and relatable.</a:t>
            </a:r>
          </a:p>
          <a:p>
            <a:r>
              <a:rPr lang="en-US" sz="1800" dirty="0"/>
              <a:t>A purpose that can be related to </a:t>
            </a:r>
            <a:r>
              <a:rPr lang="en-US" sz="1800" b="1" dirty="0">
                <a:solidFill>
                  <a:srgbClr val="0683AA"/>
                </a:solidFill>
              </a:rPr>
              <a:t>past and existing situations</a:t>
            </a:r>
            <a:r>
              <a:rPr lang="en-US" sz="1800" dirty="0"/>
              <a:t> is more likely to engage and offer concrete examples</a:t>
            </a:r>
          </a:p>
          <a:p>
            <a:r>
              <a:rPr lang="en-US" sz="1800" dirty="0"/>
              <a:t>A purpose that is related to </a:t>
            </a:r>
            <a:r>
              <a:rPr lang="en-US" sz="1800" b="1" dirty="0">
                <a:solidFill>
                  <a:srgbClr val="ED7D31"/>
                </a:solidFill>
              </a:rPr>
              <a:t>fictional situations </a:t>
            </a:r>
            <a:r>
              <a:rPr lang="en-US" sz="1800" dirty="0"/>
              <a:t>is more likely to call to creativity and imagination</a:t>
            </a:r>
          </a:p>
          <a:p>
            <a:r>
              <a:rPr lang="en-US" sz="1800" dirty="0"/>
              <a:t>A purpose with a </a:t>
            </a:r>
            <a:r>
              <a:rPr lang="en-US" sz="1800" b="1" dirty="0">
                <a:solidFill>
                  <a:srgbClr val="ED7D31"/>
                </a:solidFill>
              </a:rPr>
              <a:t>measurable great goal </a:t>
            </a:r>
            <a:r>
              <a:rPr lang="en-US" sz="1800" dirty="0"/>
              <a:t>(must be simple, measurable) is more likely to engage on the long run, by showing progression that can endure crises of meaning.</a:t>
            </a:r>
          </a:p>
          <a:p>
            <a:r>
              <a:rPr lang="en-US" sz="1800" b="1" dirty="0"/>
              <a:t>Conditions</a:t>
            </a:r>
            <a:r>
              <a:rPr lang="en-US" sz="1800" dirty="0"/>
              <a:t>, even if not related to purpose itself, can be important for some projects / products. It helps members maintain continuity of their identity (positive effect on long term) and can help define limits for a “by all means necessary” approach. Values that are not reflected in the cause or purpose are often reflected in the conditions.</a:t>
            </a:r>
          </a:p>
          <a:p>
            <a:r>
              <a:rPr lang="en-US" sz="1800" dirty="0"/>
              <a:t>Combining all these elements help make the purpose consistent, easier to share and maintain.</a:t>
            </a:r>
          </a:p>
        </p:txBody>
      </p:sp>
      <p:grpSp>
        <p:nvGrpSpPr>
          <p:cNvPr id="4" name="Groupe 3">
            <a:extLst>
              <a:ext uri="{FF2B5EF4-FFF2-40B4-BE49-F238E27FC236}">
                <a16:creationId xmlns:a16="http://schemas.microsoft.com/office/drawing/2014/main" id="{E79764DF-D8D2-49F0-9CAD-6CA6B4F19715}"/>
              </a:ext>
            </a:extLst>
          </p:cNvPr>
          <p:cNvGrpSpPr/>
          <p:nvPr/>
        </p:nvGrpSpPr>
        <p:grpSpPr>
          <a:xfrm>
            <a:off x="5591945" y="1959737"/>
            <a:ext cx="6600055" cy="3089275"/>
            <a:chOff x="463550" y="1420160"/>
            <a:chExt cx="11264900" cy="5272740"/>
          </a:xfrm>
        </p:grpSpPr>
        <p:sp>
          <p:nvSpPr>
            <p:cNvPr id="5" name="Trapèze 4">
              <a:extLst>
                <a:ext uri="{FF2B5EF4-FFF2-40B4-BE49-F238E27FC236}">
                  <a16:creationId xmlns:a16="http://schemas.microsoft.com/office/drawing/2014/main" id="{2A9B9D3A-4FEF-4E18-BB40-0CCC15C1AE3C}"/>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CAUSE</a:t>
              </a:r>
            </a:p>
          </p:txBody>
        </p:sp>
        <p:sp>
          <p:nvSpPr>
            <p:cNvPr id="6" name="Triangle isocèle 5">
              <a:extLst>
                <a:ext uri="{FF2B5EF4-FFF2-40B4-BE49-F238E27FC236}">
                  <a16:creationId xmlns:a16="http://schemas.microsoft.com/office/drawing/2014/main" id="{EBC15E9F-C3B4-4B3E-AC3A-12D333D8F354}"/>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GREAT GOAL</a:t>
              </a:r>
            </a:p>
            <a:p>
              <a:pPr algn="ctr"/>
              <a:endParaRPr lang="en-US"/>
            </a:p>
          </p:txBody>
        </p:sp>
        <p:grpSp>
          <p:nvGrpSpPr>
            <p:cNvPr id="7" name="Groupe 6">
              <a:extLst>
                <a:ext uri="{FF2B5EF4-FFF2-40B4-BE49-F238E27FC236}">
                  <a16:creationId xmlns:a16="http://schemas.microsoft.com/office/drawing/2014/main" id="{106386FC-02C0-46B1-9DED-937EBD45862E}"/>
                </a:ext>
              </a:extLst>
            </p:cNvPr>
            <p:cNvGrpSpPr/>
            <p:nvPr/>
          </p:nvGrpSpPr>
          <p:grpSpPr>
            <a:xfrm>
              <a:off x="1527175" y="3040767"/>
              <a:ext cx="9137650" cy="1969383"/>
              <a:chOff x="1644650" y="3040767"/>
              <a:chExt cx="9137650" cy="1907219"/>
            </a:xfrm>
          </p:grpSpPr>
          <p:sp>
            <p:nvSpPr>
              <p:cNvPr id="10" name="Trapèze 9">
                <a:extLst>
                  <a:ext uri="{FF2B5EF4-FFF2-40B4-BE49-F238E27FC236}">
                    <a16:creationId xmlns:a16="http://schemas.microsoft.com/office/drawing/2014/main" id="{695F4170-66C7-443B-B47D-6E9790727F84}"/>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a:t>BAD MEMORIES</a:t>
                </a:r>
                <a:endParaRPr lang="en-US" sz="1200"/>
              </a:p>
            </p:txBody>
          </p:sp>
          <p:sp>
            <p:nvSpPr>
              <p:cNvPr id="11" name="Trapèze 10">
                <a:extLst>
                  <a:ext uri="{FF2B5EF4-FFF2-40B4-BE49-F238E27FC236}">
                    <a16:creationId xmlns:a16="http://schemas.microsoft.com/office/drawing/2014/main" id="{4A2476DE-003C-4786-BB78-2FC21BFFC572}"/>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dirty="0"/>
                  <a:t>WRONG FICTIVE STORIES - RISKS</a:t>
                </a:r>
              </a:p>
            </p:txBody>
          </p:sp>
          <p:sp>
            <p:nvSpPr>
              <p:cNvPr id="12" name="Trapèze 11">
                <a:extLst>
                  <a:ext uri="{FF2B5EF4-FFF2-40B4-BE49-F238E27FC236}">
                    <a16:creationId xmlns:a16="http://schemas.microsoft.com/office/drawing/2014/main" id="{8E935927-DF05-413B-9159-8687B0F31A10}"/>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a:t>GOOD MEMORIES</a:t>
                </a:r>
                <a:endParaRPr lang="en-US" sz="1200"/>
              </a:p>
            </p:txBody>
          </p:sp>
          <p:sp>
            <p:nvSpPr>
              <p:cNvPr id="13" name="Trapèze 12">
                <a:extLst>
                  <a:ext uri="{FF2B5EF4-FFF2-40B4-BE49-F238E27FC236}">
                    <a16:creationId xmlns:a16="http://schemas.microsoft.com/office/drawing/2014/main" id="{BEB05664-B4AE-4F7A-8FEA-F9FFED8F31FB}"/>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1"/>
                  <a:t>IDEAL STORIES</a:t>
                </a:r>
              </a:p>
            </p:txBody>
          </p:sp>
        </p:grpSp>
        <p:sp>
          <p:nvSpPr>
            <p:cNvPr id="8" name="Triangle isocèle 7">
              <a:extLst>
                <a:ext uri="{FF2B5EF4-FFF2-40B4-BE49-F238E27FC236}">
                  <a16:creationId xmlns:a16="http://schemas.microsoft.com/office/drawing/2014/main" id="{849A6BA4-E164-44B7-BA5C-B2A97E52B334}"/>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ZoneTexte 8">
              <a:extLst>
                <a:ext uri="{FF2B5EF4-FFF2-40B4-BE49-F238E27FC236}">
                  <a16:creationId xmlns:a16="http://schemas.microsoft.com/office/drawing/2014/main" id="{CF4E118F-233F-41A2-9D1E-FC55EC7BD249}"/>
                </a:ext>
              </a:extLst>
            </p:cNvPr>
            <p:cNvSpPr txBox="1"/>
            <p:nvPr/>
          </p:nvSpPr>
          <p:spPr>
            <a:xfrm>
              <a:off x="4952497" y="3044170"/>
              <a:ext cx="2287008" cy="525310"/>
            </a:xfrm>
            <a:prstGeom prst="rect">
              <a:avLst/>
            </a:prstGeom>
            <a:noFill/>
          </p:spPr>
          <p:txBody>
            <a:bodyPr wrap="square">
              <a:spAutoFit/>
            </a:bodyPr>
            <a:lstStyle/>
            <a:p>
              <a:pPr algn="ctr"/>
              <a:r>
                <a:rPr lang="en-US" sz="1400" b="1"/>
                <a:t>CONDITIONS</a:t>
              </a:r>
            </a:p>
          </p:txBody>
        </p:sp>
      </p:grpSp>
    </p:spTree>
    <p:extLst>
      <p:ext uri="{BB962C8B-B14F-4D97-AF65-F5344CB8AC3E}">
        <p14:creationId xmlns:p14="http://schemas.microsoft.com/office/powerpoint/2010/main" val="14943238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B40900-59F3-4B76-9D7B-14F8489569E4}"/>
              </a:ext>
            </a:extLst>
          </p:cNvPr>
          <p:cNvSpPr>
            <a:spLocks noGrp="1"/>
          </p:cNvSpPr>
          <p:nvPr>
            <p:ph type="title"/>
          </p:nvPr>
        </p:nvSpPr>
        <p:spPr>
          <a:xfrm>
            <a:off x="419099" y="365125"/>
            <a:ext cx="11772901" cy="811486"/>
          </a:xfrm>
        </p:spPr>
        <p:txBody>
          <a:bodyPr>
            <a:noAutofit/>
          </a:bodyPr>
          <a:lstStyle/>
          <a:p>
            <a:r>
              <a:rPr lang="en-US" sz="3600" dirty="0"/>
              <a:t>WHY ? Pyramid of Project / Product Purpose</a:t>
            </a:r>
            <a:br>
              <a:rPr lang="en-US" sz="3600" dirty="0"/>
            </a:br>
            <a:r>
              <a:rPr lang="en-US" sz="3600" dirty="0"/>
              <a:t>Visual workshop version</a:t>
            </a:r>
          </a:p>
        </p:txBody>
      </p:sp>
      <p:grpSp>
        <p:nvGrpSpPr>
          <p:cNvPr id="22" name="Groupe 21">
            <a:extLst>
              <a:ext uri="{FF2B5EF4-FFF2-40B4-BE49-F238E27FC236}">
                <a16:creationId xmlns:a16="http://schemas.microsoft.com/office/drawing/2014/main" id="{4C6A6531-BC17-45C2-ACEE-E0D68875DE67}"/>
              </a:ext>
            </a:extLst>
          </p:cNvPr>
          <p:cNvGrpSpPr/>
          <p:nvPr/>
        </p:nvGrpSpPr>
        <p:grpSpPr>
          <a:xfrm>
            <a:off x="463550" y="1420160"/>
            <a:ext cx="10865866" cy="4998928"/>
            <a:chOff x="463550" y="1420160"/>
            <a:chExt cx="11264900" cy="5272740"/>
          </a:xfrm>
        </p:grpSpPr>
        <p:sp>
          <p:nvSpPr>
            <p:cNvPr id="5" name="Trapèze 4">
              <a:extLst>
                <a:ext uri="{FF2B5EF4-FFF2-40B4-BE49-F238E27FC236}">
                  <a16:creationId xmlns:a16="http://schemas.microsoft.com/office/drawing/2014/main" id="{4289C218-9240-42AD-9CE8-75EC7CE223E9}"/>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CAUSE</a:t>
              </a:r>
            </a:p>
            <a:p>
              <a:pPr algn="ctr"/>
              <a:endParaRPr lang="en-US" sz="1200"/>
            </a:p>
            <a:p>
              <a:pPr algn="ctr"/>
              <a:r>
                <a:rPr lang="en-US" sz="1200"/>
                <a:t>General description of Project / Product motivation</a:t>
              </a:r>
            </a:p>
            <a:p>
              <a:pPr algn="ctr"/>
              <a:r>
                <a:rPr lang="en-US" sz="1200"/>
                <a:t>State of the Current world</a:t>
              </a:r>
            </a:p>
            <a:p>
              <a:pPr algn="ctr"/>
              <a:r>
                <a:rPr lang="en-US" sz="1200"/>
                <a:t>Global picture</a:t>
              </a:r>
            </a:p>
            <a:p>
              <a:pPr algn="ctr"/>
              <a:r>
                <a:rPr lang="en-US" sz="1200"/>
                <a:t>Keyword</a:t>
              </a:r>
              <a:endParaRPr lang="en-US"/>
            </a:p>
          </p:txBody>
        </p:sp>
        <p:sp>
          <p:nvSpPr>
            <p:cNvPr id="10" name="Triangle isocèle 9">
              <a:extLst>
                <a:ext uri="{FF2B5EF4-FFF2-40B4-BE49-F238E27FC236}">
                  <a16:creationId xmlns:a16="http://schemas.microsoft.com/office/drawing/2014/main" id="{F44F215C-2BEC-4554-9D98-C4FD070183E7}"/>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GREAT GOAL</a:t>
              </a:r>
            </a:p>
            <a:p>
              <a:pPr algn="ctr"/>
              <a:endParaRPr lang="en-US" sz="1400" b="1"/>
            </a:p>
            <a:p>
              <a:pPr algn="ctr"/>
              <a:r>
                <a:rPr lang="en-US" sz="1400"/>
                <a:t>Easily understandable, measurable, and relatable to actions.</a:t>
              </a:r>
            </a:p>
            <a:p>
              <a:pPr algn="ctr"/>
              <a:endParaRPr lang="en-US" sz="1400"/>
            </a:p>
            <a:p>
              <a:pPr algn="ctr"/>
              <a:endParaRPr lang="en-US" sz="1400"/>
            </a:p>
            <a:p>
              <a:pPr algn="ctr"/>
              <a:endParaRPr lang="en-US" sz="1400"/>
            </a:p>
          </p:txBody>
        </p:sp>
        <p:grpSp>
          <p:nvGrpSpPr>
            <p:cNvPr id="17" name="Groupe 16">
              <a:extLst>
                <a:ext uri="{FF2B5EF4-FFF2-40B4-BE49-F238E27FC236}">
                  <a16:creationId xmlns:a16="http://schemas.microsoft.com/office/drawing/2014/main" id="{9BF4AA2E-532A-4440-A263-1FC630895566}"/>
                </a:ext>
              </a:extLst>
            </p:cNvPr>
            <p:cNvGrpSpPr/>
            <p:nvPr/>
          </p:nvGrpSpPr>
          <p:grpSpPr>
            <a:xfrm>
              <a:off x="1527175" y="3040767"/>
              <a:ext cx="9137650" cy="1969383"/>
              <a:chOff x="1644650" y="3040767"/>
              <a:chExt cx="9137650" cy="1907219"/>
            </a:xfrm>
          </p:grpSpPr>
          <p:sp>
            <p:nvSpPr>
              <p:cNvPr id="6" name="Trapèze 5">
                <a:extLst>
                  <a:ext uri="{FF2B5EF4-FFF2-40B4-BE49-F238E27FC236}">
                    <a16:creationId xmlns:a16="http://schemas.microsoft.com/office/drawing/2014/main" id="{FBD08814-5536-4C93-B7C5-9CE3890241D5}"/>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a:t>BAD MEMORIES</a:t>
                </a:r>
              </a:p>
              <a:p>
                <a:pPr algn="ctr"/>
                <a:r>
                  <a:rPr lang="en-US" sz="1100"/>
                  <a:t>Past or existing situations we never want to witness again</a:t>
                </a:r>
              </a:p>
            </p:txBody>
          </p:sp>
          <p:sp>
            <p:nvSpPr>
              <p:cNvPr id="8" name="Trapèze 7">
                <a:extLst>
                  <a:ext uri="{FF2B5EF4-FFF2-40B4-BE49-F238E27FC236}">
                    <a16:creationId xmlns:a16="http://schemas.microsoft.com/office/drawing/2014/main" id="{B049311D-5C7A-42FF-BBA9-F762FBBC3FEB}"/>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WRONG FICTIVE STORIES - RISKS</a:t>
                </a:r>
              </a:p>
              <a:p>
                <a:pPr algn="ctr"/>
                <a:r>
                  <a:rPr lang="en-US" sz="1100" dirty="0"/>
                  <a:t>Fictional situations we want to avoid</a:t>
                </a:r>
              </a:p>
            </p:txBody>
          </p:sp>
          <p:sp>
            <p:nvSpPr>
              <p:cNvPr id="13" name="Trapèze 12">
                <a:extLst>
                  <a:ext uri="{FF2B5EF4-FFF2-40B4-BE49-F238E27FC236}">
                    <a16:creationId xmlns:a16="http://schemas.microsoft.com/office/drawing/2014/main" id="{6088D12F-5C5D-4F51-B2F2-2D3E87A1D135}"/>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a:t>GOOD MEMORIES</a:t>
                </a:r>
              </a:p>
              <a:p>
                <a:pPr algn="ctr"/>
                <a:r>
                  <a:rPr lang="en-US" sz="1100"/>
                  <a:t>Past or existing situations we want to witness again</a:t>
                </a:r>
              </a:p>
            </p:txBody>
          </p:sp>
          <p:sp>
            <p:nvSpPr>
              <p:cNvPr id="14" name="Trapèze 13">
                <a:extLst>
                  <a:ext uri="{FF2B5EF4-FFF2-40B4-BE49-F238E27FC236}">
                    <a16:creationId xmlns:a16="http://schemas.microsoft.com/office/drawing/2014/main" id="{6A9B144A-40D6-42CF-80A5-0896AD11EDE4}"/>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a:t>IDEAL STORIES</a:t>
                </a:r>
              </a:p>
              <a:p>
                <a:pPr algn="ctr"/>
                <a:r>
                  <a:rPr lang="en-US" sz="1100"/>
                  <a:t>Fictional situations we want to create</a:t>
                </a:r>
              </a:p>
            </p:txBody>
          </p:sp>
        </p:grpSp>
        <p:sp>
          <p:nvSpPr>
            <p:cNvPr id="16" name="Triangle isocèle 15">
              <a:extLst>
                <a:ext uri="{FF2B5EF4-FFF2-40B4-BE49-F238E27FC236}">
                  <a16:creationId xmlns:a16="http://schemas.microsoft.com/office/drawing/2014/main" id="{963FE96F-DB14-48B6-8AD5-6C71A572B880}"/>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ZoneTexte 18">
              <a:extLst>
                <a:ext uri="{FF2B5EF4-FFF2-40B4-BE49-F238E27FC236}">
                  <a16:creationId xmlns:a16="http://schemas.microsoft.com/office/drawing/2014/main" id="{11F4FD41-5370-460D-B968-30E15161AA7F}"/>
                </a:ext>
              </a:extLst>
            </p:cNvPr>
            <p:cNvSpPr txBox="1"/>
            <p:nvPr/>
          </p:nvSpPr>
          <p:spPr>
            <a:xfrm>
              <a:off x="4952496" y="3044169"/>
              <a:ext cx="2287009" cy="646331"/>
            </a:xfrm>
            <a:prstGeom prst="rect">
              <a:avLst/>
            </a:prstGeom>
            <a:noFill/>
          </p:spPr>
          <p:txBody>
            <a:bodyPr wrap="square">
              <a:spAutoFit/>
            </a:bodyPr>
            <a:lstStyle/>
            <a:p>
              <a:pPr algn="ctr"/>
              <a:r>
                <a:rPr lang="en-US" sz="1200" b="1"/>
                <a:t>CONDITIONS</a:t>
              </a:r>
            </a:p>
            <a:p>
              <a:pPr algn="ctr"/>
              <a:r>
                <a:rPr lang="en-US" sz="1200"/>
                <a:t>The conditions in which we want to reach our goal</a:t>
              </a:r>
            </a:p>
          </p:txBody>
        </p:sp>
      </p:grpSp>
    </p:spTree>
    <p:extLst>
      <p:ext uri="{BB962C8B-B14F-4D97-AF65-F5344CB8AC3E}">
        <p14:creationId xmlns:p14="http://schemas.microsoft.com/office/powerpoint/2010/main" val="1170425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B40900-59F3-4B76-9D7B-14F8489569E4}"/>
              </a:ext>
            </a:extLst>
          </p:cNvPr>
          <p:cNvSpPr>
            <a:spLocks noGrp="1"/>
          </p:cNvSpPr>
          <p:nvPr>
            <p:ph type="title"/>
          </p:nvPr>
        </p:nvSpPr>
        <p:spPr>
          <a:xfrm>
            <a:off x="419099" y="365125"/>
            <a:ext cx="11772901" cy="811486"/>
          </a:xfrm>
        </p:spPr>
        <p:txBody>
          <a:bodyPr>
            <a:noAutofit/>
          </a:bodyPr>
          <a:lstStyle/>
          <a:p>
            <a:r>
              <a:rPr lang="en-US" sz="3200" dirty="0"/>
              <a:t>WHY ? Pyramid of Project / Product Purpose</a:t>
            </a:r>
            <a:br>
              <a:rPr lang="en-US" sz="3200" dirty="0"/>
            </a:br>
            <a:r>
              <a:rPr lang="en-US" sz="3200" dirty="0"/>
              <a:t>Visual workshop version example of results</a:t>
            </a:r>
          </a:p>
        </p:txBody>
      </p:sp>
      <p:grpSp>
        <p:nvGrpSpPr>
          <p:cNvPr id="22" name="Groupe 21">
            <a:extLst>
              <a:ext uri="{FF2B5EF4-FFF2-40B4-BE49-F238E27FC236}">
                <a16:creationId xmlns:a16="http://schemas.microsoft.com/office/drawing/2014/main" id="{4C6A6531-BC17-45C2-ACEE-E0D68875DE67}"/>
              </a:ext>
            </a:extLst>
          </p:cNvPr>
          <p:cNvGrpSpPr/>
          <p:nvPr/>
        </p:nvGrpSpPr>
        <p:grpSpPr>
          <a:xfrm>
            <a:off x="419099" y="1402360"/>
            <a:ext cx="11120629" cy="5090515"/>
            <a:chOff x="463550" y="1420160"/>
            <a:chExt cx="11264900" cy="5272740"/>
          </a:xfrm>
        </p:grpSpPr>
        <p:sp>
          <p:nvSpPr>
            <p:cNvPr id="5" name="Trapèze 4">
              <a:extLst>
                <a:ext uri="{FF2B5EF4-FFF2-40B4-BE49-F238E27FC236}">
                  <a16:creationId xmlns:a16="http://schemas.microsoft.com/office/drawing/2014/main" id="{4289C218-9240-42AD-9CE8-75EC7CE223E9}"/>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CAUSE</a:t>
              </a:r>
            </a:p>
            <a:p>
              <a:pPr algn="ctr"/>
              <a:endParaRPr lang="en-US" sz="1200"/>
            </a:p>
            <a:p>
              <a:pPr algn="ctr"/>
              <a:endParaRPr lang="en-US" sz="1200"/>
            </a:p>
            <a:p>
              <a:pPr algn="ctr"/>
              <a:endParaRPr lang="en-US" sz="1200"/>
            </a:p>
            <a:p>
              <a:pPr algn="ctr"/>
              <a:endParaRPr lang="en-US" sz="1200"/>
            </a:p>
            <a:p>
              <a:pPr algn="ctr"/>
              <a:endParaRPr lang="en-US" sz="1200"/>
            </a:p>
            <a:p>
              <a:pPr algn="ctr"/>
              <a:endParaRPr lang="en-US" sz="1200"/>
            </a:p>
            <a:p>
              <a:pPr algn="ctr"/>
              <a:endParaRPr lang="en-US" sz="1200"/>
            </a:p>
          </p:txBody>
        </p:sp>
        <p:sp>
          <p:nvSpPr>
            <p:cNvPr id="10" name="Triangle isocèle 9">
              <a:extLst>
                <a:ext uri="{FF2B5EF4-FFF2-40B4-BE49-F238E27FC236}">
                  <a16:creationId xmlns:a16="http://schemas.microsoft.com/office/drawing/2014/main" id="{F44F215C-2BEC-4554-9D98-C4FD070183E7}"/>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GREAT GOAL</a:t>
              </a:r>
            </a:p>
            <a:p>
              <a:pPr algn="ctr"/>
              <a:endParaRPr lang="en-US" sz="1400" b="1"/>
            </a:p>
            <a:p>
              <a:pPr algn="ctr"/>
              <a:endParaRPr lang="en-US" sz="1400"/>
            </a:p>
            <a:p>
              <a:pPr algn="ctr"/>
              <a:endParaRPr lang="en-US" sz="1400"/>
            </a:p>
            <a:p>
              <a:pPr algn="ctr"/>
              <a:endParaRPr lang="en-US" sz="1400"/>
            </a:p>
            <a:p>
              <a:pPr algn="ctr"/>
              <a:endParaRPr lang="en-US" sz="1400"/>
            </a:p>
            <a:p>
              <a:pPr algn="ctr"/>
              <a:endParaRPr lang="en-US" sz="1400"/>
            </a:p>
            <a:p>
              <a:pPr algn="ctr"/>
              <a:endParaRPr lang="en-US" sz="1400"/>
            </a:p>
          </p:txBody>
        </p:sp>
        <p:grpSp>
          <p:nvGrpSpPr>
            <p:cNvPr id="17" name="Groupe 16">
              <a:extLst>
                <a:ext uri="{FF2B5EF4-FFF2-40B4-BE49-F238E27FC236}">
                  <a16:creationId xmlns:a16="http://schemas.microsoft.com/office/drawing/2014/main" id="{9BF4AA2E-532A-4440-A263-1FC630895566}"/>
                </a:ext>
              </a:extLst>
            </p:cNvPr>
            <p:cNvGrpSpPr/>
            <p:nvPr/>
          </p:nvGrpSpPr>
          <p:grpSpPr>
            <a:xfrm>
              <a:off x="1527175" y="3040767"/>
              <a:ext cx="9137650" cy="1969383"/>
              <a:chOff x="1644650" y="3040767"/>
              <a:chExt cx="9137650" cy="1907219"/>
            </a:xfrm>
          </p:grpSpPr>
          <p:sp>
            <p:nvSpPr>
              <p:cNvPr id="6" name="Trapèze 5">
                <a:extLst>
                  <a:ext uri="{FF2B5EF4-FFF2-40B4-BE49-F238E27FC236}">
                    <a16:creationId xmlns:a16="http://schemas.microsoft.com/office/drawing/2014/main" id="{FBD08814-5536-4C93-B7C5-9CE3890241D5}"/>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BAD MEMORIES TO PREVENT FROM HAPPENING AGAIN</a:t>
                </a:r>
              </a:p>
            </p:txBody>
          </p:sp>
          <p:sp>
            <p:nvSpPr>
              <p:cNvPr id="8" name="Trapèze 7">
                <a:extLst>
                  <a:ext uri="{FF2B5EF4-FFF2-40B4-BE49-F238E27FC236}">
                    <a16:creationId xmlns:a16="http://schemas.microsoft.com/office/drawing/2014/main" id="{B049311D-5C7A-42FF-BBA9-F762FBBC3FEB}"/>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WRONG FICTIVE STORIES - RISKS</a:t>
                </a:r>
              </a:p>
            </p:txBody>
          </p:sp>
          <p:sp>
            <p:nvSpPr>
              <p:cNvPr id="13" name="Trapèze 12">
                <a:extLst>
                  <a:ext uri="{FF2B5EF4-FFF2-40B4-BE49-F238E27FC236}">
                    <a16:creationId xmlns:a16="http://schemas.microsoft.com/office/drawing/2014/main" id="{6088D12F-5C5D-4F51-B2F2-2D3E87A1D135}"/>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a:t>GOOD MEMORIES TO RECREATE</a:t>
                </a:r>
              </a:p>
            </p:txBody>
          </p:sp>
          <p:sp>
            <p:nvSpPr>
              <p:cNvPr id="14" name="Trapèze 13">
                <a:extLst>
                  <a:ext uri="{FF2B5EF4-FFF2-40B4-BE49-F238E27FC236}">
                    <a16:creationId xmlns:a16="http://schemas.microsoft.com/office/drawing/2014/main" id="{6A9B144A-40D6-42CF-80A5-0896AD11EDE4}"/>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a:t>IDEAL STORIES</a:t>
                </a:r>
              </a:p>
            </p:txBody>
          </p:sp>
        </p:grpSp>
        <p:sp>
          <p:nvSpPr>
            <p:cNvPr id="16" name="Triangle isocèle 15">
              <a:extLst>
                <a:ext uri="{FF2B5EF4-FFF2-40B4-BE49-F238E27FC236}">
                  <a16:creationId xmlns:a16="http://schemas.microsoft.com/office/drawing/2014/main" id="{963FE96F-DB14-48B6-8AD5-6C71A572B880}"/>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ZoneTexte 18">
              <a:extLst>
                <a:ext uri="{FF2B5EF4-FFF2-40B4-BE49-F238E27FC236}">
                  <a16:creationId xmlns:a16="http://schemas.microsoft.com/office/drawing/2014/main" id="{11F4FD41-5370-460D-B968-30E15161AA7F}"/>
                </a:ext>
              </a:extLst>
            </p:cNvPr>
            <p:cNvSpPr txBox="1"/>
            <p:nvPr/>
          </p:nvSpPr>
          <p:spPr>
            <a:xfrm>
              <a:off x="4952496" y="3044169"/>
              <a:ext cx="2287009" cy="276999"/>
            </a:xfrm>
            <a:prstGeom prst="rect">
              <a:avLst/>
            </a:prstGeom>
            <a:noFill/>
          </p:spPr>
          <p:txBody>
            <a:bodyPr wrap="square">
              <a:spAutoFit/>
            </a:bodyPr>
            <a:lstStyle/>
            <a:p>
              <a:pPr algn="ctr"/>
              <a:r>
                <a:rPr lang="en-US" sz="1200" b="1"/>
                <a:t>CONDITIONS</a:t>
              </a:r>
            </a:p>
          </p:txBody>
        </p:sp>
      </p:grpSp>
      <p:sp>
        <p:nvSpPr>
          <p:cNvPr id="15" name="Rectangle 14">
            <a:extLst>
              <a:ext uri="{FF2B5EF4-FFF2-40B4-BE49-F238E27FC236}">
                <a16:creationId xmlns:a16="http://schemas.microsoft.com/office/drawing/2014/main" id="{931ED3A0-3A92-4E8E-89BD-2F150AD7B50C}"/>
              </a:ext>
            </a:extLst>
          </p:cNvPr>
          <p:cNvSpPr/>
          <p:nvPr/>
        </p:nvSpPr>
        <p:spPr>
          <a:xfrm>
            <a:off x="5586100" y="2016472"/>
            <a:ext cx="912354" cy="80279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Train 1000 certified facilitators by 202x</a:t>
            </a:r>
          </a:p>
        </p:txBody>
      </p:sp>
      <p:sp>
        <p:nvSpPr>
          <p:cNvPr id="28" name="Rectangle 27">
            <a:extLst>
              <a:ext uri="{FF2B5EF4-FFF2-40B4-BE49-F238E27FC236}">
                <a16:creationId xmlns:a16="http://schemas.microsoft.com/office/drawing/2014/main" id="{CBB1940F-0E89-4402-9806-4C947E946E25}"/>
              </a:ext>
            </a:extLst>
          </p:cNvPr>
          <p:cNvSpPr/>
          <p:nvPr/>
        </p:nvSpPr>
        <p:spPr>
          <a:xfrm>
            <a:off x="6673401" y="4295571"/>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Spontaneous facilitators at company events in 201x</a:t>
            </a:r>
          </a:p>
        </p:txBody>
      </p:sp>
      <p:sp>
        <p:nvSpPr>
          <p:cNvPr id="29" name="Rectangle 28">
            <a:extLst>
              <a:ext uri="{FF2B5EF4-FFF2-40B4-BE49-F238E27FC236}">
                <a16:creationId xmlns:a16="http://schemas.microsoft.com/office/drawing/2014/main" id="{67D74174-932B-4B33-8C34-BE9AA86A7D9E}"/>
              </a:ext>
            </a:extLst>
          </p:cNvPr>
          <p:cNvSpPr/>
          <p:nvPr/>
        </p:nvSpPr>
        <p:spPr>
          <a:xfrm>
            <a:off x="7863348" y="4295571"/>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Manager ABC sharing facilitation skills with peers</a:t>
            </a:r>
          </a:p>
        </p:txBody>
      </p:sp>
      <p:sp>
        <p:nvSpPr>
          <p:cNvPr id="30" name="Rectangle 29">
            <a:extLst>
              <a:ext uri="{FF2B5EF4-FFF2-40B4-BE49-F238E27FC236}">
                <a16:creationId xmlns:a16="http://schemas.microsoft.com/office/drawing/2014/main" id="{BA6503F8-DAA3-42FD-A7B0-B777EB79B58A}"/>
              </a:ext>
            </a:extLst>
          </p:cNvPr>
          <p:cNvSpPr/>
          <p:nvPr/>
        </p:nvSpPr>
        <p:spPr>
          <a:xfrm>
            <a:off x="9053295" y="4295570"/>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Shared documentation about “meeting best practices”</a:t>
            </a:r>
          </a:p>
        </p:txBody>
      </p:sp>
      <p:sp>
        <p:nvSpPr>
          <p:cNvPr id="34" name="Rectangle 33">
            <a:extLst>
              <a:ext uri="{FF2B5EF4-FFF2-40B4-BE49-F238E27FC236}">
                <a16:creationId xmlns:a16="http://schemas.microsoft.com/office/drawing/2014/main" id="{E44D38C6-FBBC-4DF7-9F62-A1F30B410673}"/>
              </a:ext>
            </a:extLst>
          </p:cNvPr>
          <p:cNvSpPr/>
          <p:nvPr/>
        </p:nvSpPr>
        <p:spPr>
          <a:xfrm>
            <a:off x="3577702" y="5435176"/>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Collective Intelligence</a:t>
            </a:r>
          </a:p>
        </p:txBody>
      </p:sp>
      <p:sp>
        <p:nvSpPr>
          <p:cNvPr id="35" name="Rectangle 34">
            <a:extLst>
              <a:ext uri="{FF2B5EF4-FFF2-40B4-BE49-F238E27FC236}">
                <a16:creationId xmlns:a16="http://schemas.microsoft.com/office/drawing/2014/main" id="{F9B632FC-22D0-48C9-ABCB-B775849179BA}"/>
              </a:ext>
            </a:extLst>
          </p:cNvPr>
          <p:cNvSpPr/>
          <p:nvPr/>
        </p:nvSpPr>
        <p:spPr>
          <a:xfrm>
            <a:off x="5315018" y="5451993"/>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Empowerment</a:t>
            </a:r>
          </a:p>
        </p:txBody>
      </p:sp>
      <p:sp>
        <p:nvSpPr>
          <p:cNvPr id="36" name="Rectangle 35">
            <a:extLst>
              <a:ext uri="{FF2B5EF4-FFF2-40B4-BE49-F238E27FC236}">
                <a16:creationId xmlns:a16="http://schemas.microsoft.com/office/drawing/2014/main" id="{4FF508ED-1802-40CA-9D67-BB9767775C0C}"/>
              </a:ext>
            </a:extLst>
          </p:cNvPr>
          <p:cNvSpPr/>
          <p:nvPr/>
        </p:nvSpPr>
        <p:spPr>
          <a:xfrm>
            <a:off x="7028508" y="5451993"/>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Facilitation</a:t>
            </a:r>
          </a:p>
        </p:txBody>
      </p:sp>
      <p:sp>
        <p:nvSpPr>
          <p:cNvPr id="37" name="Titre 1">
            <a:extLst>
              <a:ext uri="{FF2B5EF4-FFF2-40B4-BE49-F238E27FC236}">
                <a16:creationId xmlns:a16="http://schemas.microsoft.com/office/drawing/2014/main" id="{59140D95-A43B-4263-B551-DD98CAA4AFFA}"/>
              </a:ext>
            </a:extLst>
          </p:cNvPr>
          <p:cNvSpPr txBox="1">
            <a:spLocks/>
          </p:cNvSpPr>
          <p:nvPr/>
        </p:nvSpPr>
        <p:spPr>
          <a:xfrm>
            <a:off x="114595" y="1387864"/>
            <a:ext cx="1928603" cy="1431407"/>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Example with the </a:t>
            </a:r>
            <a:r>
              <a:rPr lang="en-US" sz="2000" b="1" dirty="0"/>
              <a:t>project of launching a Facilitation Community</a:t>
            </a:r>
          </a:p>
        </p:txBody>
      </p:sp>
      <p:sp>
        <p:nvSpPr>
          <p:cNvPr id="41" name="Rectangle 40">
            <a:extLst>
              <a:ext uri="{FF2B5EF4-FFF2-40B4-BE49-F238E27FC236}">
                <a16:creationId xmlns:a16="http://schemas.microsoft.com/office/drawing/2014/main" id="{2FB037F4-EB3E-4E62-8889-F3A58A7C9334}"/>
              </a:ext>
            </a:extLst>
          </p:cNvPr>
          <p:cNvSpPr/>
          <p:nvPr/>
        </p:nvSpPr>
        <p:spPr>
          <a:xfrm>
            <a:off x="5409326" y="3276893"/>
            <a:ext cx="776662"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chemeClr val="tx1"/>
                </a:solidFill>
              </a:rPr>
              <a:t>As Eco-Friendly as possible</a:t>
            </a:r>
          </a:p>
        </p:txBody>
      </p:sp>
      <p:sp>
        <p:nvSpPr>
          <p:cNvPr id="42" name="Rectangle 41">
            <a:extLst>
              <a:ext uri="{FF2B5EF4-FFF2-40B4-BE49-F238E27FC236}">
                <a16:creationId xmlns:a16="http://schemas.microsoft.com/office/drawing/2014/main" id="{326E550F-74C8-4805-9768-68069607E52F}"/>
              </a:ext>
            </a:extLst>
          </p:cNvPr>
          <p:cNvSpPr/>
          <p:nvPr/>
        </p:nvSpPr>
        <p:spPr>
          <a:xfrm>
            <a:off x="5679979" y="3964616"/>
            <a:ext cx="776662"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chemeClr val="tx1"/>
                </a:solidFill>
              </a:rPr>
              <a:t>Using French Tools only</a:t>
            </a:r>
          </a:p>
        </p:txBody>
      </p:sp>
      <p:sp>
        <p:nvSpPr>
          <p:cNvPr id="43" name="Rectangle 42">
            <a:extLst>
              <a:ext uri="{FF2B5EF4-FFF2-40B4-BE49-F238E27FC236}">
                <a16:creationId xmlns:a16="http://schemas.microsoft.com/office/drawing/2014/main" id="{85CE9BC5-E6C8-4FE1-A874-45B2A994EB0E}"/>
              </a:ext>
            </a:extLst>
          </p:cNvPr>
          <p:cNvSpPr/>
          <p:nvPr/>
        </p:nvSpPr>
        <p:spPr>
          <a:xfrm>
            <a:off x="2043198" y="4348242"/>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Company Seminar that went unproductive in 202x</a:t>
            </a:r>
          </a:p>
        </p:txBody>
      </p:sp>
      <p:sp>
        <p:nvSpPr>
          <p:cNvPr id="44" name="Rectangle 43">
            <a:extLst>
              <a:ext uri="{FF2B5EF4-FFF2-40B4-BE49-F238E27FC236}">
                <a16:creationId xmlns:a16="http://schemas.microsoft.com/office/drawing/2014/main" id="{271544CF-27B6-49ED-B757-486D558A6BD9}"/>
              </a:ext>
            </a:extLst>
          </p:cNvPr>
          <p:cNvSpPr/>
          <p:nvPr/>
        </p:nvSpPr>
        <p:spPr>
          <a:xfrm>
            <a:off x="3219609" y="4348243"/>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15 meetings for the topic XYZ because participants could not talk</a:t>
            </a:r>
          </a:p>
        </p:txBody>
      </p:sp>
      <p:sp>
        <p:nvSpPr>
          <p:cNvPr id="45" name="Rectangle 44">
            <a:extLst>
              <a:ext uri="{FF2B5EF4-FFF2-40B4-BE49-F238E27FC236}">
                <a16:creationId xmlns:a16="http://schemas.microsoft.com/office/drawing/2014/main" id="{D43A0727-9E23-429C-92B1-B12657F0FB77}"/>
              </a:ext>
            </a:extLst>
          </p:cNvPr>
          <p:cNvSpPr/>
          <p:nvPr/>
        </p:nvSpPr>
        <p:spPr>
          <a:xfrm>
            <a:off x="4409556" y="4348242"/>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Interns left with the responsibility to facilitate without training</a:t>
            </a:r>
          </a:p>
        </p:txBody>
      </p:sp>
      <p:sp>
        <p:nvSpPr>
          <p:cNvPr id="46" name="Rectangle 45">
            <a:extLst>
              <a:ext uri="{FF2B5EF4-FFF2-40B4-BE49-F238E27FC236}">
                <a16:creationId xmlns:a16="http://schemas.microsoft.com/office/drawing/2014/main" id="{25ADDED6-A855-462A-8F8D-69EA2075746D}"/>
              </a:ext>
            </a:extLst>
          </p:cNvPr>
          <p:cNvSpPr/>
          <p:nvPr/>
        </p:nvSpPr>
        <p:spPr>
          <a:xfrm>
            <a:off x="7937698" y="3385727"/>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Every newcomer in the company has a mini training in facilitation</a:t>
            </a:r>
          </a:p>
        </p:txBody>
      </p:sp>
      <p:sp>
        <p:nvSpPr>
          <p:cNvPr id="47" name="Rectangle 46">
            <a:extLst>
              <a:ext uri="{FF2B5EF4-FFF2-40B4-BE49-F238E27FC236}">
                <a16:creationId xmlns:a16="http://schemas.microsoft.com/office/drawing/2014/main" id="{8BEB797D-1D73-407C-AD48-9DE77FAA1522}"/>
              </a:ext>
            </a:extLst>
          </p:cNvPr>
          <p:cNvSpPr/>
          <p:nvPr/>
        </p:nvSpPr>
        <p:spPr>
          <a:xfrm>
            <a:off x="3125597" y="3412292"/>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People see facilitation as an entertainment skill without real value</a:t>
            </a:r>
          </a:p>
        </p:txBody>
      </p:sp>
      <p:pic>
        <p:nvPicPr>
          <p:cNvPr id="4" name="Immagine 3" descr="Immagine che contiene interni, persona, circondato, folla&#10;&#10;Descrizione generata automaticamente">
            <a:extLst>
              <a:ext uri="{FF2B5EF4-FFF2-40B4-BE49-F238E27FC236}">
                <a16:creationId xmlns:a16="http://schemas.microsoft.com/office/drawing/2014/main" id="{FB82FF41-C971-B54D-A60E-6C641D9A35E6}"/>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162906" y="2934629"/>
            <a:ext cx="1617368" cy="993902"/>
          </a:xfrm>
          <a:prstGeom prst="rect">
            <a:avLst/>
          </a:prstGeom>
        </p:spPr>
      </p:pic>
    </p:spTree>
    <p:extLst>
      <p:ext uri="{BB962C8B-B14F-4D97-AF65-F5344CB8AC3E}">
        <p14:creationId xmlns:p14="http://schemas.microsoft.com/office/powerpoint/2010/main" val="3732627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B40900-59F3-4B76-9D7B-14F8489569E4}"/>
              </a:ext>
            </a:extLst>
          </p:cNvPr>
          <p:cNvSpPr>
            <a:spLocks noGrp="1"/>
          </p:cNvSpPr>
          <p:nvPr>
            <p:ph type="title"/>
          </p:nvPr>
        </p:nvSpPr>
        <p:spPr>
          <a:xfrm>
            <a:off x="419099" y="365125"/>
            <a:ext cx="11772901" cy="811486"/>
          </a:xfrm>
        </p:spPr>
        <p:txBody>
          <a:bodyPr>
            <a:noAutofit/>
          </a:bodyPr>
          <a:lstStyle/>
          <a:p>
            <a:r>
              <a:rPr lang="en-US" sz="3200" dirty="0"/>
              <a:t>WHY ? Pyramid of Project / Product Purpose</a:t>
            </a:r>
            <a:br>
              <a:rPr lang="en-US" sz="3200" dirty="0"/>
            </a:br>
            <a:r>
              <a:rPr lang="en-US" sz="3200" dirty="0"/>
              <a:t>Visual workshop version example of results</a:t>
            </a:r>
          </a:p>
        </p:txBody>
      </p:sp>
      <p:grpSp>
        <p:nvGrpSpPr>
          <p:cNvPr id="22" name="Groupe 21">
            <a:extLst>
              <a:ext uri="{FF2B5EF4-FFF2-40B4-BE49-F238E27FC236}">
                <a16:creationId xmlns:a16="http://schemas.microsoft.com/office/drawing/2014/main" id="{4C6A6531-BC17-45C2-ACEE-E0D68875DE67}"/>
              </a:ext>
            </a:extLst>
          </p:cNvPr>
          <p:cNvGrpSpPr/>
          <p:nvPr/>
        </p:nvGrpSpPr>
        <p:grpSpPr>
          <a:xfrm>
            <a:off x="463550" y="1420160"/>
            <a:ext cx="11268202" cy="5072715"/>
            <a:chOff x="463550" y="1420160"/>
            <a:chExt cx="11264900" cy="5272740"/>
          </a:xfrm>
        </p:grpSpPr>
        <p:sp>
          <p:nvSpPr>
            <p:cNvPr id="5" name="Trapèze 4">
              <a:extLst>
                <a:ext uri="{FF2B5EF4-FFF2-40B4-BE49-F238E27FC236}">
                  <a16:creationId xmlns:a16="http://schemas.microsoft.com/office/drawing/2014/main" id="{4289C218-9240-42AD-9CE8-75EC7CE223E9}"/>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CAUSE</a:t>
              </a:r>
            </a:p>
            <a:p>
              <a:pPr algn="ctr"/>
              <a:endParaRPr lang="en-US" sz="1200"/>
            </a:p>
            <a:p>
              <a:pPr algn="ctr"/>
              <a:endParaRPr lang="en-US" sz="1200"/>
            </a:p>
            <a:p>
              <a:pPr algn="ctr"/>
              <a:endParaRPr lang="en-US" sz="1200"/>
            </a:p>
            <a:p>
              <a:pPr algn="ctr"/>
              <a:endParaRPr lang="en-US" sz="1200"/>
            </a:p>
            <a:p>
              <a:pPr algn="ctr"/>
              <a:endParaRPr lang="en-US" sz="1200"/>
            </a:p>
            <a:p>
              <a:pPr algn="ctr"/>
              <a:endParaRPr lang="en-US" sz="1200"/>
            </a:p>
            <a:p>
              <a:pPr algn="ctr"/>
              <a:endParaRPr lang="en-US" sz="1200"/>
            </a:p>
          </p:txBody>
        </p:sp>
        <p:sp>
          <p:nvSpPr>
            <p:cNvPr id="10" name="Triangle isocèle 9">
              <a:extLst>
                <a:ext uri="{FF2B5EF4-FFF2-40B4-BE49-F238E27FC236}">
                  <a16:creationId xmlns:a16="http://schemas.microsoft.com/office/drawing/2014/main" id="{F44F215C-2BEC-4554-9D98-C4FD070183E7}"/>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GREAT GOAL</a:t>
              </a:r>
            </a:p>
            <a:p>
              <a:pPr algn="ctr"/>
              <a:endParaRPr lang="en-US" sz="1400" b="1"/>
            </a:p>
            <a:p>
              <a:pPr algn="ctr"/>
              <a:endParaRPr lang="en-US" sz="1400"/>
            </a:p>
            <a:p>
              <a:pPr algn="ctr"/>
              <a:endParaRPr lang="en-US" sz="1400"/>
            </a:p>
            <a:p>
              <a:pPr algn="ctr"/>
              <a:endParaRPr lang="en-US" sz="1400"/>
            </a:p>
            <a:p>
              <a:pPr algn="ctr"/>
              <a:endParaRPr lang="en-US" sz="1400"/>
            </a:p>
            <a:p>
              <a:pPr algn="ctr"/>
              <a:endParaRPr lang="en-US" sz="1400"/>
            </a:p>
            <a:p>
              <a:pPr algn="ctr"/>
              <a:endParaRPr lang="en-US" sz="1400"/>
            </a:p>
          </p:txBody>
        </p:sp>
        <p:grpSp>
          <p:nvGrpSpPr>
            <p:cNvPr id="17" name="Groupe 16">
              <a:extLst>
                <a:ext uri="{FF2B5EF4-FFF2-40B4-BE49-F238E27FC236}">
                  <a16:creationId xmlns:a16="http://schemas.microsoft.com/office/drawing/2014/main" id="{9BF4AA2E-532A-4440-A263-1FC630895566}"/>
                </a:ext>
              </a:extLst>
            </p:cNvPr>
            <p:cNvGrpSpPr/>
            <p:nvPr/>
          </p:nvGrpSpPr>
          <p:grpSpPr>
            <a:xfrm>
              <a:off x="1527175" y="3040767"/>
              <a:ext cx="9137650" cy="1969383"/>
              <a:chOff x="1644650" y="3040767"/>
              <a:chExt cx="9137650" cy="1907219"/>
            </a:xfrm>
          </p:grpSpPr>
          <p:sp>
            <p:nvSpPr>
              <p:cNvPr id="6" name="Trapèze 5">
                <a:extLst>
                  <a:ext uri="{FF2B5EF4-FFF2-40B4-BE49-F238E27FC236}">
                    <a16:creationId xmlns:a16="http://schemas.microsoft.com/office/drawing/2014/main" id="{FBD08814-5536-4C93-B7C5-9CE3890241D5}"/>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BAD MEMORIES TO PREVENT FROM HAPPENING AGAIN</a:t>
                </a:r>
              </a:p>
            </p:txBody>
          </p:sp>
          <p:sp>
            <p:nvSpPr>
              <p:cNvPr id="8" name="Trapèze 7">
                <a:extLst>
                  <a:ext uri="{FF2B5EF4-FFF2-40B4-BE49-F238E27FC236}">
                    <a16:creationId xmlns:a16="http://schemas.microsoft.com/office/drawing/2014/main" id="{B049311D-5C7A-42FF-BBA9-F762FBBC3FEB}"/>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WRONG FICTIVE STORIES - RISKS</a:t>
                </a:r>
              </a:p>
            </p:txBody>
          </p:sp>
          <p:sp>
            <p:nvSpPr>
              <p:cNvPr id="13" name="Trapèze 12">
                <a:extLst>
                  <a:ext uri="{FF2B5EF4-FFF2-40B4-BE49-F238E27FC236}">
                    <a16:creationId xmlns:a16="http://schemas.microsoft.com/office/drawing/2014/main" id="{6088D12F-5C5D-4F51-B2F2-2D3E87A1D135}"/>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a:t>GOOD MEMORIES TO RECREATE</a:t>
                </a:r>
              </a:p>
            </p:txBody>
          </p:sp>
          <p:sp>
            <p:nvSpPr>
              <p:cNvPr id="14" name="Trapèze 13">
                <a:extLst>
                  <a:ext uri="{FF2B5EF4-FFF2-40B4-BE49-F238E27FC236}">
                    <a16:creationId xmlns:a16="http://schemas.microsoft.com/office/drawing/2014/main" id="{6A9B144A-40D6-42CF-80A5-0896AD11EDE4}"/>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a:t>IDEAL STORIES</a:t>
                </a:r>
              </a:p>
            </p:txBody>
          </p:sp>
        </p:grpSp>
        <p:sp>
          <p:nvSpPr>
            <p:cNvPr id="16" name="Triangle isocèle 15">
              <a:extLst>
                <a:ext uri="{FF2B5EF4-FFF2-40B4-BE49-F238E27FC236}">
                  <a16:creationId xmlns:a16="http://schemas.microsoft.com/office/drawing/2014/main" id="{963FE96F-DB14-48B6-8AD5-6C71A572B880}"/>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ZoneTexte 18">
              <a:extLst>
                <a:ext uri="{FF2B5EF4-FFF2-40B4-BE49-F238E27FC236}">
                  <a16:creationId xmlns:a16="http://schemas.microsoft.com/office/drawing/2014/main" id="{11F4FD41-5370-460D-B968-30E15161AA7F}"/>
                </a:ext>
              </a:extLst>
            </p:cNvPr>
            <p:cNvSpPr txBox="1"/>
            <p:nvPr/>
          </p:nvSpPr>
          <p:spPr>
            <a:xfrm>
              <a:off x="4952496" y="3044169"/>
              <a:ext cx="2287009" cy="276999"/>
            </a:xfrm>
            <a:prstGeom prst="rect">
              <a:avLst/>
            </a:prstGeom>
            <a:noFill/>
          </p:spPr>
          <p:txBody>
            <a:bodyPr wrap="square">
              <a:spAutoFit/>
            </a:bodyPr>
            <a:lstStyle/>
            <a:p>
              <a:pPr algn="ctr"/>
              <a:r>
                <a:rPr lang="en-US" sz="1200" b="1"/>
                <a:t>CONDITIONS</a:t>
              </a:r>
            </a:p>
          </p:txBody>
        </p:sp>
      </p:grpSp>
      <p:sp>
        <p:nvSpPr>
          <p:cNvPr id="15" name="Rectangle 14">
            <a:extLst>
              <a:ext uri="{FF2B5EF4-FFF2-40B4-BE49-F238E27FC236}">
                <a16:creationId xmlns:a16="http://schemas.microsoft.com/office/drawing/2014/main" id="{931ED3A0-3A92-4E8E-89BD-2F150AD7B50C}"/>
              </a:ext>
            </a:extLst>
          </p:cNvPr>
          <p:cNvSpPr/>
          <p:nvPr/>
        </p:nvSpPr>
        <p:spPr>
          <a:xfrm>
            <a:off x="5157216" y="2016472"/>
            <a:ext cx="1670158" cy="80279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50% of world air traffic in 2050 is flown with our plane</a:t>
            </a:r>
          </a:p>
        </p:txBody>
      </p:sp>
      <p:sp>
        <p:nvSpPr>
          <p:cNvPr id="28" name="Rectangle 27">
            <a:extLst>
              <a:ext uri="{FF2B5EF4-FFF2-40B4-BE49-F238E27FC236}">
                <a16:creationId xmlns:a16="http://schemas.microsoft.com/office/drawing/2014/main" id="{CBB1940F-0E89-4402-9806-4C947E946E25}"/>
              </a:ext>
            </a:extLst>
          </p:cNvPr>
          <p:cNvSpPr/>
          <p:nvPr/>
        </p:nvSpPr>
        <p:spPr>
          <a:xfrm>
            <a:off x="6673401" y="4295571"/>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Movies about aircraft industry</a:t>
            </a:r>
          </a:p>
        </p:txBody>
      </p:sp>
      <p:sp>
        <p:nvSpPr>
          <p:cNvPr id="29" name="Rectangle 28">
            <a:extLst>
              <a:ext uri="{FF2B5EF4-FFF2-40B4-BE49-F238E27FC236}">
                <a16:creationId xmlns:a16="http://schemas.microsoft.com/office/drawing/2014/main" id="{67D74174-932B-4B33-8C34-BE9AA86A7D9E}"/>
              </a:ext>
            </a:extLst>
          </p:cNvPr>
          <p:cNvSpPr/>
          <p:nvPr/>
        </p:nvSpPr>
        <p:spPr>
          <a:xfrm>
            <a:off x="7863348" y="4295571"/>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People working with passion for years </a:t>
            </a:r>
          </a:p>
        </p:txBody>
      </p:sp>
      <p:sp>
        <p:nvSpPr>
          <p:cNvPr id="34" name="Rectangle 33">
            <a:extLst>
              <a:ext uri="{FF2B5EF4-FFF2-40B4-BE49-F238E27FC236}">
                <a16:creationId xmlns:a16="http://schemas.microsoft.com/office/drawing/2014/main" id="{E44D38C6-FBBC-4DF7-9F62-A1F30B410673}"/>
              </a:ext>
            </a:extLst>
          </p:cNvPr>
          <p:cNvSpPr/>
          <p:nvPr/>
        </p:nvSpPr>
        <p:spPr>
          <a:xfrm>
            <a:off x="3577702" y="5435176"/>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Global Citizenship</a:t>
            </a:r>
          </a:p>
        </p:txBody>
      </p:sp>
      <p:sp>
        <p:nvSpPr>
          <p:cNvPr id="35" name="Rectangle 34">
            <a:extLst>
              <a:ext uri="{FF2B5EF4-FFF2-40B4-BE49-F238E27FC236}">
                <a16:creationId xmlns:a16="http://schemas.microsoft.com/office/drawing/2014/main" id="{F9B632FC-22D0-48C9-ABCB-B775849179BA}"/>
              </a:ext>
            </a:extLst>
          </p:cNvPr>
          <p:cNvSpPr/>
          <p:nvPr/>
        </p:nvSpPr>
        <p:spPr>
          <a:xfrm>
            <a:off x="5315018" y="5451993"/>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Innovation</a:t>
            </a:r>
          </a:p>
        </p:txBody>
      </p:sp>
      <p:sp>
        <p:nvSpPr>
          <p:cNvPr id="36" name="Rectangle 35">
            <a:extLst>
              <a:ext uri="{FF2B5EF4-FFF2-40B4-BE49-F238E27FC236}">
                <a16:creationId xmlns:a16="http://schemas.microsoft.com/office/drawing/2014/main" id="{4FF508ED-1802-40CA-9D67-BB9767775C0C}"/>
              </a:ext>
            </a:extLst>
          </p:cNvPr>
          <p:cNvSpPr/>
          <p:nvPr/>
        </p:nvSpPr>
        <p:spPr>
          <a:xfrm>
            <a:off x="7028508" y="5451993"/>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Sustainable Transportation</a:t>
            </a:r>
          </a:p>
        </p:txBody>
      </p:sp>
      <p:sp>
        <p:nvSpPr>
          <p:cNvPr id="37" name="Titre 1">
            <a:extLst>
              <a:ext uri="{FF2B5EF4-FFF2-40B4-BE49-F238E27FC236}">
                <a16:creationId xmlns:a16="http://schemas.microsoft.com/office/drawing/2014/main" id="{59140D95-A43B-4263-B551-DD98CAA4AFFA}"/>
              </a:ext>
            </a:extLst>
          </p:cNvPr>
          <p:cNvSpPr txBox="1">
            <a:spLocks/>
          </p:cNvSpPr>
          <p:nvPr/>
        </p:nvSpPr>
        <p:spPr>
          <a:xfrm>
            <a:off x="4086" y="1653666"/>
            <a:ext cx="1928603" cy="1431407"/>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Example with the </a:t>
            </a:r>
            <a:r>
              <a:rPr lang="en-US" sz="2000" b="1" dirty="0"/>
              <a:t>product : a new type of fully electric plane</a:t>
            </a:r>
          </a:p>
        </p:txBody>
      </p:sp>
      <p:sp>
        <p:nvSpPr>
          <p:cNvPr id="41" name="Rectangle 40">
            <a:extLst>
              <a:ext uri="{FF2B5EF4-FFF2-40B4-BE49-F238E27FC236}">
                <a16:creationId xmlns:a16="http://schemas.microsoft.com/office/drawing/2014/main" id="{2FB037F4-EB3E-4E62-8889-F3A58A7C9334}"/>
              </a:ext>
            </a:extLst>
          </p:cNvPr>
          <p:cNvSpPr/>
          <p:nvPr/>
        </p:nvSpPr>
        <p:spPr>
          <a:xfrm>
            <a:off x="5340046" y="3276893"/>
            <a:ext cx="1469785"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International cooperation between countries as equals</a:t>
            </a:r>
          </a:p>
        </p:txBody>
      </p:sp>
      <p:sp>
        <p:nvSpPr>
          <p:cNvPr id="43" name="Rectangle 42">
            <a:extLst>
              <a:ext uri="{FF2B5EF4-FFF2-40B4-BE49-F238E27FC236}">
                <a16:creationId xmlns:a16="http://schemas.microsoft.com/office/drawing/2014/main" id="{85CE9BC5-E6C8-4FE1-A874-45B2A994EB0E}"/>
              </a:ext>
            </a:extLst>
          </p:cNvPr>
          <p:cNvSpPr/>
          <p:nvPr/>
        </p:nvSpPr>
        <p:spPr>
          <a:xfrm>
            <a:off x="2043198" y="4348242"/>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Concord accident</a:t>
            </a:r>
          </a:p>
        </p:txBody>
      </p:sp>
      <p:sp>
        <p:nvSpPr>
          <p:cNvPr id="44" name="Rectangle 43">
            <a:extLst>
              <a:ext uri="{FF2B5EF4-FFF2-40B4-BE49-F238E27FC236}">
                <a16:creationId xmlns:a16="http://schemas.microsoft.com/office/drawing/2014/main" id="{271544CF-27B6-49ED-B757-486D558A6BD9}"/>
              </a:ext>
            </a:extLst>
          </p:cNvPr>
          <p:cNvSpPr/>
          <p:nvPr/>
        </p:nvSpPr>
        <p:spPr>
          <a:xfrm>
            <a:off x="3219609" y="4348243"/>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Landing strip too tight, making landing too difficult</a:t>
            </a:r>
          </a:p>
        </p:txBody>
      </p:sp>
      <p:sp>
        <p:nvSpPr>
          <p:cNvPr id="45" name="Rectangle 44">
            <a:extLst>
              <a:ext uri="{FF2B5EF4-FFF2-40B4-BE49-F238E27FC236}">
                <a16:creationId xmlns:a16="http://schemas.microsoft.com/office/drawing/2014/main" id="{D43A0727-9E23-429C-92B1-B12657F0FB77}"/>
              </a:ext>
            </a:extLst>
          </p:cNvPr>
          <p:cNvSpPr/>
          <p:nvPr/>
        </p:nvSpPr>
        <p:spPr>
          <a:xfrm>
            <a:off x="4409556" y="4348242"/>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Super expensive tickets at the launch of new plans</a:t>
            </a:r>
          </a:p>
        </p:txBody>
      </p:sp>
      <p:sp>
        <p:nvSpPr>
          <p:cNvPr id="46" name="Rectangle 45">
            <a:extLst>
              <a:ext uri="{FF2B5EF4-FFF2-40B4-BE49-F238E27FC236}">
                <a16:creationId xmlns:a16="http://schemas.microsoft.com/office/drawing/2014/main" id="{25ADDED6-A855-462A-8F8D-69EA2075746D}"/>
              </a:ext>
            </a:extLst>
          </p:cNvPr>
          <p:cNvSpPr/>
          <p:nvPr/>
        </p:nvSpPr>
        <p:spPr>
          <a:xfrm>
            <a:off x="7940975" y="3429000"/>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Support from G20 governments in the world</a:t>
            </a:r>
          </a:p>
        </p:txBody>
      </p:sp>
      <p:sp>
        <p:nvSpPr>
          <p:cNvPr id="47" name="Rectangle 46">
            <a:extLst>
              <a:ext uri="{FF2B5EF4-FFF2-40B4-BE49-F238E27FC236}">
                <a16:creationId xmlns:a16="http://schemas.microsoft.com/office/drawing/2014/main" id="{8BEB797D-1D73-407C-AD48-9DE77FAA1522}"/>
              </a:ext>
            </a:extLst>
          </p:cNvPr>
          <p:cNvSpPr/>
          <p:nvPr/>
        </p:nvSpPr>
        <p:spPr>
          <a:xfrm>
            <a:off x="3125597" y="3412292"/>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Plane is hacked or turned into terror drone</a:t>
            </a:r>
          </a:p>
        </p:txBody>
      </p:sp>
      <p:pic>
        <p:nvPicPr>
          <p:cNvPr id="4" name="Immagine 3">
            <a:extLst>
              <a:ext uri="{FF2B5EF4-FFF2-40B4-BE49-F238E27FC236}">
                <a16:creationId xmlns:a16="http://schemas.microsoft.com/office/drawing/2014/main" id="{7FF09E1B-A3C0-7255-DAC3-5CA201609524}"/>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154018" y="2931766"/>
            <a:ext cx="1547392" cy="690254"/>
          </a:xfrm>
          <a:prstGeom prst="rect">
            <a:avLst/>
          </a:prstGeom>
        </p:spPr>
      </p:pic>
    </p:spTree>
    <p:extLst>
      <p:ext uri="{BB962C8B-B14F-4D97-AF65-F5344CB8AC3E}">
        <p14:creationId xmlns:p14="http://schemas.microsoft.com/office/powerpoint/2010/main" val="3274939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79243726-82BA-3A75-5E48-950689BED291}"/>
              </a:ext>
            </a:extLst>
          </p:cNvPr>
          <p:cNvSpPr>
            <a:spLocks noGrp="1"/>
          </p:cNvSpPr>
          <p:nvPr>
            <p:ph type="title"/>
          </p:nvPr>
        </p:nvSpPr>
        <p:spPr/>
        <p:txBody>
          <a:bodyPr/>
          <a:lstStyle/>
          <a:p>
            <a:r>
              <a:rPr lang="en-US" dirty="0"/>
              <a:t>WHY US</a:t>
            </a:r>
          </a:p>
        </p:txBody>
      </p:sp>
      <p:sp>
        <p:nvSpPr>
          <p:cNvPr id="10" name="Segnaposto testo 9">
            <a:extLst>
              <a:ext uri="{FF2B5EF4-FFF2-40B4-BE49-F238E27FC236}">
                <a16:creationId xmlns:a16="http://schemas.microsoft.com/office/drawing/2014/main" id="{ED8FE550-07D6-0E8E-AFE5-3330474E4208}"/>
              </a:ext>
            </a:extLst>
          </p:cNvPr>
          <p:cNvSpPr>
            <a:spLocks noGrp="1"/>
          </p:cNvSpPr>
          <p:nvPr>
            <p:ph type="body" idx="1"/>
          </p:nvPr>
        </p:nvSpPr>
        <p:spPr/>
        <p:txBody>
          <a:bodyPr/>
          <a:lstStyle/>
          <a:p>
            <a:r>
              <a:rPr lang="en-US" dirty="0"/>
              <a:t>House of Contribution Canvas</a:t>
            </a:r>
          </a:p>
        </p:txBody>
      </p:sp>
      <p:grpSp>
        <p:nvGrpSpPr>
          <p:cNvPr id="2" name="Groupe 172">
            <a:extLst>
              <a:ext uri="{FF2B5EF4-FFF2-40B4-BE49-F238E27FC236}">
                <a16:creationId xmlns:a16="http://schemas.microsoft.com/office/drawing/2014/main" id="{8C8D7319-D3C4-B6D5-DA46-FF37AEF52A0A}"/>
              </a:ext>
            </a:extLst>
          </p:cNvPr>
          <p:cNvGrpSpPr/>
          <p:nvPr/>
        </p:nvGrpSpPr>
        <p:grpSpPr>
          <a:xfrm>
            <a:off x="5012598" y="2258569"/>
            <a:ext cx="5899953" cy="2199338"/>
            <a:chOff x="7527020" y="2036345"/>
            <a:chExt cx="3826780" cy="1426517"/>
          </a:xfrm>
        </p:grpSpPr>
        <p:grpSp>
          <p:nvGrpSpPr>
            <p:cNvPr id="3" name="Groupe 32">
              <a:extLst>
                <a:ext uri="{FF2B5EF4-FFF2-40B4-BE49-F238E27FC236}">
                  <a16:creationId xmlns:a16="http://schemas.microsoft.com/office/drawing/2014/main" id="{26173285-3B7B-4DEE-7E0A-77D9960A5FFB}"/>
                </a:ext>
              </a:extLst>
            </p:cNvPr>
            <p:cNvGrpSpPr/>
            <p:nvPr/>
          </p:nvGrpSpPr>
          <p:grpSpPr>
            <a:xfrm>
              <a:off x="10055197" y="2036345"/>
              <a:ext cx="1298603" cy="1298603"/>
              <a:chOff x="9835911" y="2807662"/>
              <a:chExt cx="1796250" cy="1796250"/>
            </a:xfrm>
          </p:grpSpPr>
          <p:pic>
            <p:nvPicPr>
              <p:cNvPr id="26" name="Graphique 49" descr="Cathédrale avec un remplissage uni">
                <a:extLst>
                  <a:ext uri="{FF2B5EF4-FFF2-40B4-BE49-F238E27FC236}">
                    <a16:creationId xmlns:a16="http://schemas.microsoft.com/office/drawing/2014/main" id="{7717D674-7112-6E44-A301-A72EA032EAA7}"/>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835911" y="2807662"/>
                <a:ext cx="1796250" cy="1796250"/>
              </a:xfrm>
              <a:prstGeom prst="rect">
                <a:avLst/>
              </a:prstGeom>
            </p:spPr>
          </p:pic>
          <p:sp>
            <p:nvSpPr>
              <p:cNvPr id="27" name="Rectangle 50">
                <a:extLst>
                  <a:ext uri="{FF2B5EF4-FFF2-40B4-BE49-F238E27FC236}">
                    <a16:creationId xmlns:a16="http://schemas.microsoft.com/office/drawing/2014/main" id="{A7F7A339-BB9F-3302-FC23-6260C9302BC7}"/>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Rectangle 51">
                <a:extLst>
                  <a:ext uri="{FF2B5EF4-FFF2-40B4-BE49-F238E27FC236}">
                    <a16:creationId xmlns:a16="http://schemas.microsoft.com/office/drawing/2014/main" id="{263E98CA-9268-2CF0-FA68-E0AF1436277A}"/>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Rectangle 52">
                <a:extLst>
                  <a:ext uri="{FF2B5EF4-FFF2-40B4-BE49-F238E27FC236}">
                    <a16:creationId xmlns:a16="http://schemas.microsoft.com/office/drawing/2014/main" id="{E22B315B-3E9B-0F78-5A64-91CB2DD4C63F}"/>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Rectangle 53">
                <a:extLst>
                  <a:ext uri="{FF2B5EF4-FFF2-40B4-BE49-F238E27FC236}">
                    <a16:creationId xmlns:a16="http://schemas.microsoft.com/office/drawing/2014/main" id="{4B14F707-031A-BCA3-0C7F-08F7253E5F1C}"/>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Rectangle 54">
                <a:extLst>
                  <a:ext uri="{FF2B5EF4-FFF2-40B4-BE49-F238E27FC236}">
                    <a16:creationId xmlns:a16="http://schemas.microsoft.com/office/drawing/2014/main" id="{3697455E-3D34-313D-F547-A3BD58F0611B}"/>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Rectangle 55">
                <a:extLst>
                  <a:ext uri="{FF2B5EF4-FFF2-40B4-BE49-F238E27FC236}">
                    <a16:creationId xmlns:a16="http://schemas.microsoft.com/office/drawing/2014/main" id="{BCB4168D-939B-9FDE-8C20-E39977A6E266}"/>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Rectangle 56">
                <a:extLst>
                  <a:ext uri="{FF2B5EF4-FFF2-40B4-BE49-F238E27FC236}">
                    <a16:creationId xmlns:a16="http://schemas.microsoft.com/office/drawing/2014/main" id="{129B043C-C6BF-8FFD-80B4-A9B0D4172211}"/>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Rectangle 57">
                <a:extLst>
                  <a:ext uri="{FF2B5EF4-FFF2-40B4-BE49-F238E27FC236}">
                    <a16:creationId xmlns:a16="http://schemas.microsoft.com/office/drawing/2014/main" id="{45A585C0-B2F2-4EBF-08E3-6A55AD5291A6}"/>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Rectangle 58">
                <a:extLst>
                  <a:ext uri="{FF2B5EF4-FFF2-40B4-BE49-F238E27FC236}">
                    <a16:creationId xmlns:a16="http://schemas.microsoft.com/office/drawing/2014/main" id="{1C149126-E054-3927-3877-DEB74F8E38EF}"/>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Rectangle 59">
                <a:extLst>
                  <a:ext uri="{FF2B5EF4-FFF2-40B4-BE49-F238E27FC236}">
                    <a16:creationId xmlns:a16="http://schemas.microsoft.com/office/drawing/2014/main" id="{8FF0009B-9CAC-6C84-F0DF-918621A1B657}"/>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Rectangle 60">
                <a:extLst>
                  <a:ext uri="{FF2B5EF4-FFF2-40B4-BE49-F238E27FC236}">
                    <a16:creationId xmlns:a16="http://schemas.microsoft.com/office/drawing/2014/main" id="{1B6F5F73-B84B-68D2-024B-A84FCCB4B096}"/>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Rectangle 61">
                <a:extLst>
                  <a:ext uri="{FF2B5EF4-FFF2-40B4-BE49-F238E27FC236}">
                    <a16:creationId xmlns:a16="http://schemas.microsoft.com/office/drawing/2014/main" id="{611ED5FF-F6B6-DBC9-251D-4803EBD3106C}"/>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62">
                <a:extLst>
                  <a:ext uri="{FF2B5EF4-FFF2-40B4-BE49-F238E27FC236}">
                    <a16:creationId xmlns:a16="http://schemas.microsoft.com/office/drawing/2014/main" id="{8D9832EF-F6EB-1223-6F83-67614415A95D}"/>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Rectangle 63">
                <a:extLst>
                  <a:ext uri="{FF2B5EF4-FFF2-40B4-BE49-F238E27FC236}">
                    <a16:creationId xmlns:a16="http://schemas.microsoft.com/office/drawing/2014/main" id="{50953B15-FE0F-294F-38B5-3653CAA18301}"/>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Rectangle 64">
                <a:extLst>
                  <a:ext uri="{FF2B5EF4-FFF2-40B4-BE49-F238E27FC236}">
                    <a16:creationId xmlns:a16="http://schemas.microsoft.com/office/drawing/2014/main" id="{DC8AF928-49AA-CC64-295C-7BC256A66CF8}"/>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65">
                <a:extLst>
                  <a:ext uri="{FF2B5EF4-FFF2-40B4-BE49-F238E27FC236}">
                    <a16:creationId xmlns:a16="http://schemas.microsoft.com/office/drawing/2014/main" id="{419EED47-F4C9-C350-4132-B571D7472060}"/>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Rectangle 66">
                <a:extLst>
                  <a:ext uri="{FF2B5EF4-FFF2-40B4-BE49-F238E27FC236}">
                    <a16:creationId xmlns:a16="http://schemas.microsoft.com/office/drawing/2014/main" id="{D389E251-F102-4B5B-0186-516F4405FB21}"/>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Rectangle 67">
                <a:extLst>
                  <a:ext uri="{FF2B5EF4-FFF2-40B4-BE49-F238E27FC236}">
                    <a16:creationId xmlns:a16="http://schemas.microsoft.com/office/drawing/2014/main" id="{009D2842-71B8-3A42-6F4B-4755ABEE26E7}"/>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Rectangle 68">
                <a:extLst>
                  <a:ext uri="{FF2B5EF4-FFF2-40B4-BE49-F238E27FC236}">
                    <a16:creationId xmlns:a16="http://schemas.microsoft.com/office/drawing/2014/main" id="{D078DC8C-DCF1-067E-8622-E1D9A819285A}"/>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Rectangle 69">
                <a:extLst>
                  <a:ext uri="{FF2B5EF4-FFF2-40B4-BE49-F238E27FC236}">
                    <a16:creationId xmlns:a16="http://schemas.microsoft.com/office/drawing/2014/main" id="{194FB932-A879-C8EB-3ED1-017E7B45C781}"/>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Rectangle 70">
                <a:extLst>
                  <a:ext uri="{FF2B5EF4-FFF2-40B4-BE49-F238E27FC236}">
                    <a16:creationId xmlns:a16="http://schemas.microsoft.com/office/drawing/2014/main" id="{5E5279FE-28A5-3B00-9AAF-76A2FDE2EC35}"/>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Rectangle 71">
                <a:extLst>
                  <a:ext uri="{FF2B5EF4-FFF2-40B4-BE49-F238E27FC236}">
                    <a16:creationId xmlns:a16="http://schemas.microsoft.com/office/drawing/2014/main" id="{7243D008-97F5-4385-76A2-FC0AA84CF44F}"/>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Rectangle 72">
                <a:extLst>
                  <a:ext uri="{FF2B5EF4-FFF2-40B4-BE49-F238E27FC236}">
                    <a16:creationId xmlns:a16="http://schemas.microsoft.com/office/drawing/2014/main" id="{94B2E234-7A1E-718F-27BA-A5408C7DD4AB}"/>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Rectangle 73">
                <a:extLst>
                  <a:ext uri="{FF2B5EF4-FFF2-40B4-BE49-F238E27FC236}">
                    <a16:creationId xmlns:a16="http://schemas.microsoft.com/office/drawing/2014/main" id="{93D29FED-A007-7BD9-7EB9-3C7C3A99F404}"/>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Rectangle 74">
                <a:extLst>
                  <a:ext uri="{FF2B5EF4-FFF2-40B4-BE49-F238E27FC236}">
                    <a16:creationId xmlns:a16="http://schemas.microsoft.com/office/drawing/2014/main" id="{86CD6219-4823-CF70-0BB2-BF99CAAE4543}"/>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75">
                <a:extLst>
                  <a:ext uri="{FF2B5EF4-FFF2-40B4-BE49-F238E27FC236}">
                    <a16:creationId xmlns:a16="http://schemas.microsoft.com/office/drawing/2014/main" id="{A2D4DE19-22E0-CCDF-3ED5-43C360B5BB6F}"/>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76">
                <a:extLst>
                  <a:ext uri="{FF2B5EF4-FFF2-40B4-BE49-F238E27FC236}">
                    <a16:creationId xmlns:a16="http://schemas.microsoft.com/office/drawing/2014/main" id="{A2C58F33-504A-14C0-B319-7FE09FAB0061}"/>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77">
                <a:extLst>
                  <a:ext uri="{FF2B5EF4-FFF2-40B4-BE49-F238E27FC236}">
                    <a16:creationId xmlns:a16="http://schemas.microsoft.com/office/drawing/2014/main" id="{984B5115-DE0D-A591-FA78-5554B3D5EE46}"/>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78">
                <a:extLst>
                  <a:ext uri="{FF2B5EF4-FFF2-40B4-BE49-F238E27FC236}">
                    <a16:creationId xmlns:a16="http://schemas.microsoft.com/office/drawing/2014/main" id="{4419A511-BAFB-F31D-5076-E53FE04BA2BE}"/>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79">
                <a:extLst>
                  <a:ext uri="{FF2B5EF4-FFF2-40B4-BE49-F238E27FC236}">
                    <a16:creationId xmlns:a16="http://schemas.microsoft.com/office/drawing/2014/main" id="{5113CA54-B204-B704-BCDB-868E12DF0B78}"/>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Rectangle 80">
                <a:extLst>
                  <a:ext uri="{FF2B5EF4-FFF2-40B4-BE49-F238E27FC236}">
                    <a16:creationId xmlns:a16="http://schemas.microsoft.com/office/drawing/2014/main" id="{3E0F9245-F8A6-3EE5-7F08-84F856767F20}"/>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81">
                <a:extLst>
                  <a:ext uri="{FF2B5EF4-FFF2-40B4-BE49-F238E27FC236}">
                    <a16:creationId xmlns:a16="http://schemas.microsoft.com/office/drawing/2014/main" id="{1D5969BD-7AB7-DBEB-E694-1E21C84063C9}"/>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Rectangle 82">
                <a:extLst>
                  <a:ext uri="{FF2B5EF4-FFF2-40B4-BE49-F238E27FC236}">
                    <a16:creationId xmlns:a16="http://schemas.microsoft.com/office/drawing/2014/main" id="{645AEC29-64EB-4391-C915-CBFD48A29A62}"/>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83">
                <a:extLst>
                  <a:ext uri="{FF2B5EF4-FFF2-40B4-BE49-F238E27FC236}">
                    <a16:creationId xmlns:a16="http://schemas.microsoft.com/office/drawing/2014/main" id="{95F5226D-85B5-6AA8-1BDB-32BED219F4D6}"/>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Rectangle 84">
                <a:extLst>
                  <a:ext uri="{FF2B5EF4-FFF2-40B4-BE49-F238E27FC236}">
                    <a16:creationId xmlns:a16="http://schemas.microsoft.com/office/drawing/2014/main" id="{CD8B7E76-0426-9289-A183-C8AC983989EF}"/>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85">
                <a:extLst>
                  <a:ext uri="{FF2B5EF4-FFF2-40B4-BE49-F238E27FC236}">
                    <a16:creationId xmlns:a16="http://schemas.microsoft.com/office/drawing/2014/main" id="{3DB1A835-F743-3CF7-5F56-D8324407F099}"/>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Rectangle 86">
                <a:extLst>
                  <a:ext uri="{FF2B5EF4-FFF2-40B4-BE49-F238E27FC236}">
                    <a16:creationId xmlns:a16="http://schemas.microsoft.com/office/drawing/2014/main" id="{E7FBDCCA-26FD-50AD-13D9-2FABEE742714}"/>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Rectangle 87">
                <a:extLst>
                  <a:ext uri="{FF2B5EF4-FFF2-40B4-BE49-F238E27FC236}">
                    <a16:creationId xmlns:a16="http://schemas.microsoft.com/office/drawing/2014/main" id="{D74B6A47-9B5A-B8C3-8EA9-F564CD115530}"/>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Rectangle 88">
                <a:extLst>
                  <a:ext uri="{FF2B5EF4-FFF2-40B4-BE49-F238E27FC236}">
                    <a16:creationId xmlns:a16="http://schemas.microsoft.com/office/drawing/2014/main" id="{236B4895-8DF9-9B44-21DE-C4915DCC585A}"/>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89">
                <a:extLst>
                  <a:ext uri="{FF2B5EF4-FFF2-40B4-BE49-F238E27FC236}">
                    <a16:creationId xmlns:a16="http://schemas.microsoft.com/office/drawing/2014/main" id="{D5803732-93DA-83DF-9109-4D3C7512A5E2}"/>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Rectangle 90">
                <a:extLst>
                  <a:ext uri="{FF2B5EF4-FFF2-40B4-BE49-F238E27FC236}">
                    <a16:creationId xmlns:a16="http://schemas.microsoft.com/office/drawing/2014/main" id="{89B4AC6B-1CEA-07D3-1777-61F9F822CD50}"/>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Rectangle 91">
                <a:extLst>
                  <a:ext uri="{FF2B5EF4-FFF2-40B4-BE49-F238E27FC236}">
                    <a16:creationId xmlns:a16="http://schemas.microsoft.com/office/drawing/2014/main" id="{5A0DAF52-D2A5-591E-CB39-0DB130A4BEB6}"/>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92">
                <a:extLst>
                  <a:ext uri="{FF2B5EF4-FFF2-40B4-BE49-F238E27FC236}">
                    <a16:creationId xmlns:a16="http://schemas.microsoft.com/office/drawing/2014/main" id="{D3C9E8CC-F27F-E222-A822-56D47076EF68}"/>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93">
                <a:extLst>
                  <a:ext uri="{FF2B5EF4-FFF2-40B4-BE49-F238E27FC236}">
                    <a16:creationId xmlns:a16="http://schemas.microsoft.com/office/drawing/2014/main" id="{AE731651-4B8F-F18E-DA50-76FFAF788E32}"/>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94">
                <a:extLst>
                  <a:ext uri="{FF2B5EF4-FFF2-40B4-BE49-F238E27FC236}">
                    <a16:creationId xmlns:a16="http://schemas.microsoft.com/office/drawing/2014/main" id="{1C02BA5B-7083-721A-D480-1E39F182A830}"/>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95">
                <a:extLst>
                  <a:ext uri="{FF2B5EF4-FFF2-40B4-BE49-F238E27FC236}">
                    <a16:creationId xmlns:a16="http://schemas.microsoft.com/office/drawing/2014/main" id="{C88AF1A2-E60A-2189-4EBB-BC09E8137ADF}"/>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96">
                <a:extLst>
                  <a:ext uri="{FF2B5EF4-FFF2-40B4-BE49-F238E27FC236}">
                    <a16:creationId xmlns:a16="http://schemas.microsoft.com/office/drawing/2014/main" id="{020F248D-4989-99A4-B123-DEA92802508F}"/>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97">
                <a:extLst>
                  <a:ext uri="{FF2B5EF4-FFF2-40B4-BE49-F238E27FC236}">
                    <a16:creationId xmlns:a16="http://schemas.microsoft.com/office/drawing/2014/main" id="{AADFE990-472D-E65E-A70E-B79B8C9F4F45}"/>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98">
                <a:extLst>
                  <a:ext uri="{FF2B5EF4-FFF2-40B4-BE49-F238E27FC236}">
                    <a16:creationId xmlns:a16="http://schemas.microsoft.com/office/drawing/2014/main" id="{4F214EAB-5507-54BF-F18E-6999D19DEDCF}"/>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99">
                <a:extLst>
                  <a:ext uri="{FF2B5EF4-FFF2-40B4-BE49-F238E27FC236}">
                    <a16:creationId xmlns:a16="http://schemas.microsoft.com/office/drawing/2014/main" id="{2E2B8BDF-67F6-B1F2-30FD-E782848C9086}"/>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100">
                <a:extLst>
                  <a:ext uri="{FF2B5EF4-FFF2-40B4-BE49-F238E27FC236}">
                    <a16:creationId xmlns:a16="http://schemas.microsoft.com/office/drawing/2014/main" id="{7A29C161-645F-B552-9E54-C100BAF25897}"/>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Rectangle 101">
                <a:extLst>
                  <a:ext uri="{FF2B5EF4-FFF2-40B4-BE49-F238E27FC236}">
                    <a16:creationId xmlns:a16="http://schemas.microsoft.com/office/drawing/2014/main" id="{62716C8B-DC8A-D72D-099C-21336C6E6A32}"/>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102">
                <a:extLst>
                  <a:ext uri="{FF2B5EF4-FFF2-40B4-BE49-F238E27FC236}">
                    <a16:creationId xmlns:a16="http://schemas.microsoft.com/office/drawing/2014/main" id="{1E3B226F-01C8-D47C-7625-23E709C22D6A}"/>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103">
                <a:extLst>
                  <a:ext uri="{FF2B5EF4-FFF2-40B4-BE49-F238E27FC236}">
                    <a16:creationId xmlns:a16="http://schemas.microsoft.com/office/drawing/2014/main" id="{D4402CE7-370B-BEAD-551E-2C817ABB3DF1}"/>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104">
                <a:extLst>
                  <a:ext uri="{FF2B5EF4-FFF2-40B4-BE49-F238E27FC236}">
                    <a16:creationId xmlns:a16="http://schemas.microsoft.com/office/drawing/2014/main" id="{9483995D-B51C-DE7F-0602-30270E5427D6}"/>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105">
                <a:extLst>
                  <a:ext uri="{FF2B5EF4-FFF2-40B4-BE49-F238E27FC236}">
                    <a16:creationId xmlns:a16="http://schemas.microsoft.com/office/drawing/2014/main" id="{C465EB69-4A7C-1199-AFC4-ECC2DA6198EA}"/>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106">
                <a:extLst>
                  <a:ext uri="{FF2B5EF4-FFF2-40B4-BE49-F238E27FC236}">
                    <a16:creationId xmlns:a16="http://schemas.microsoft.com/office/drawing/2014/main" id="{DABDDCFB-01E3-A61B-57E6-ACBECE439EDE}"/>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107">
                <a:extLst>
                  <a:ext uri="{FF2B5EF4-FFF2-40B4-BE49-F238E27FC236}">
                    <a16:creationId xmlns:a16="http://schemas.microsoft.com/office/drawing/2014/main" id="{9A02CB5B-B861-50D4-C855-A89B5E6534C0}"/>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Rectangle 108">
                <a:extLst>
                  <a:ext uri="{FF2B5EF4-FFF2-40B4-BE49-F238E27FC236}">
                    <a16:creationId xmlns:a16="http://schemas.microsoft.com/office/drawing/2014/main" id="{D1DEFAF0-794A-3B40-74CD-4B0F810E7746}"/>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109">
                <a:extLst>
                  <a:ext uri="{FF2B5EF4-FFF2-40B4-BE49-F238E27FC236}">
                    <a16:creationId xmlns:a16="http://schemas.microsoft.com/office/drawing/2014/main" id="{66CCFF27-573E-4F1D-055D-BAC591F81BD5}"/>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110">
                <a:extLst>
                  <a:ext uri="{FF2B5EF4-FFF2-40B4-BE49-F238E27FC236}">
                    <a16:creationId xmlns:a16="http://schemas.microsoft.com/office/drawing/2014/main" id="{AAB54FC8-9216-3A4F-707D-1258A23D8E8C}"/>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111">
                <a:extLst>
                  <a:ext uri="{FF2B5EF4-FFF2-40B4-BE49-F238E27FC236}">
                    <a16:creationId xmlns:a16="http://schemas.microsoft.com/office/drawing/2014/main" id="{8C3D8F3B-FCA4-9918-5181-6F1447E61ED3}"/>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4" name="Groupe 152">
              <a:extLst>
                <a:ext uri="{FF2B5EF4-FFF2-40B4-BE49-F238E27FC236}">
                  <a16:creationId xmlns:a16="http://schemas.microsoft.com/office/drawing/2014/main" id="{8A7AD534-DF95-5764-6515-BD1F0BA6A69A}"/>
                </a:ext>
              </a:extLst>
            </p:cNvPr>
            <p:cNvGrpSpPr/>
            <p:nvPr/>
          </p:nvGrpSpPr>
          <p:grpSpPr>
            <a:xfrm>
              <a:off x="7527020" y="2174293"/>
              <a:ext cx="1467257" cy="1169474"/>
              <a:chOff x="2609577" y="1563591"/>
              <a:chExt cx="1467257" cy="1169474"/>
            </a:xfrm>
          </p:grpSpPr>
          <p:grpSp>
            <p:nvGrpSpPr>
              <p:cNvPr id="21" name="Groupe 153">
                <a:extLst>
                  <a:ext uri="{FF2B5EF4-FFF2-40B4-BE49-F238E27FC236}">
                    <a16:creationId xmlns:a16="http://schemas.microsoft.com/office/drawing/2014/main" id="{26173E98-4D4B-E3C1-9114-74C679E865DA}"/>
                  </a:ext>
                </a:extLst>
              </p:cNvPr>
              <p:cNvGrpSpPr/>
              <p:nvPr/>
            </p:nvGrpSpPr>
            <p:grpSpPr>
              <a:xfrm>
                <a:off x="2609577" y="1563591"/>
                <a:ext cx="1412109" cy="1169474"/>
                <a:chOff x="2645545" y="3994190"/>
                <a:chExt cx="1412109" cy="1169474"/>
              </a:xfrm>
            </p:grpSpPr>
            <p:pic>
              <p:nvPicPr>
                <p:cNvPr id="23" name="Graphique 155" descr="Diable avec un remplissage uni">
                  <a:extLst>
                    <a:ext uri="{FF2B5EF4-FFF2-40B4-BE49-F238E27FC236}">
                      <a16:creationId xmlns:a16="http://schemas.microsoft.com/office/drawing/2014/main" id="{63313C8C-0016-DC82-2DA9-2B9CEF89A5C0}"/>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037365" y="4143375"/>
                  <a:ext cx="1020289" cy="1020289"/>
                </a:xfrm>
                <a:prstGeom prst="rect">
                  <a:avLst/>
                </a:prstGeom>
              </p:spPr>
            </p:pic>
            <p:pic>
              <p:nvPicPr>
                <p:cNvPr id="24" name="Graphique 156" descr="Base-ball avec un remplissage uni">
                  <a:extLst>
                    <a:ext uri="{FF2B5EF4-FFF2-40B4-BE49-F238E27FC236}">
                      <a16:creationId xmlns:a16="http://schemas.microsoft.com/office/drawing/2014/main" id="{6ECFC973-9997-7D5F-4A00-BC943F65EF9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flipH="1">
                  <a:off x="2645545" y="4030462"/>
                  <a:ext cx="993713" cy="1133202"/>
                </a:xfrm>
                <a:prstGeom prst="rect">
                  <a:avLst/>
                </a:prstGeom>
              </p:spPr>
            </p:pic>
            <p:sp>
              <p:nvSpPr>
                <p:cNvPr id="25" name="Rectangle 157">
                  <a:extLst>
                    <a:ext uri="{FF2B5EF4-FFF2-40B4-BE49-F238E27FC236}">
                      <a16:creationId xmlns:a16="http://schemas.microsoft.com/office/drawing/2014/main" id="{D6ED4C02-E524-6224-1210-17A3E3B0C254}"/>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2" name="Graphique 154" descr="Boîte à archives avec un remplissage uni">
                <a:extLst>
                  <a:ext uri="{FF2B5EF4-FFF2-40B4-BE49-F238E27FC236}">
                    <a16:creationId xmlns:a16="http://schemas.microsoft.com/office/drawing/2014/main" id="{32656F35-FA74-8293-06A7-E916BAB9FB81}"/>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rot="20255485">
                <a:off x="3419733" y="1863768"/>
                <a:ext cx="657101" cy="657101"/>
              </a:xfrm>
              <a:prstGeom prst="rect">
                <a:avLst/>
              </a:prstGeom>
            </p:spPr>
          </p:pic>
        </p:grpSp>
        <p:grpSp>
          <p:nvGrpSpPr>
            <p:cNvPr id="5" name="Groupe 158">
              <a:extLst>
                <a:ext uri="{FF2B5EF4-FFF2-40B4-BE49-F238E27FC236}">
                  <a16:creationId xmlns:a16="http://schemas.microsoft.com/office/drawing/2014/main" id="{F7D01CEF-88F2-CAC7-F97A-9C9230E936E9}"/>
                </a:ext>
              </a:extLst>
            </p:cNvPr>
            <p:cNvGrpSpPr/>
            <p:nvPr/>
          </p:nvGrpSpPr>
          <p:grpSpPr>
            <a:xfrm flipH="1">
              <a:off x="8944157" y="2297704"/>
              <a:ext cx="1093937" cy="1165158"/>
              <a:chOff x="1680627" y="1783722"/>
              <a:chExt cx="1331514" cy="1331514"/>
            </a:xfrm>
          </p:grpSpPr>
          <p:pic>
            <p:nvPicPr>
              <p:cNvPr id="6" name="Graphique 159" descr="Mur de briques en construction avec un remplissage uni">
                <a:extLst>
                  <a:ext uri="{FF2B5EF4-FFF2-40B4-BE49-F238E27FC236}">
                    <a16:creationId xmlns:a16="http://schemas.microsoft.com/office/drawing/2014/main" id="{E7FADBC9-3C66-C1BE-9A7B-E0587FD7621A}"/>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680627" y="1783722"/>
                <a:ext cx="1331514" cy="1331514"/>
              </a:xfrm>
              <a:prstGeom prst="rect">
                <a:avLst/>
              </a:prstGeom>
            </p:spPr>
          </p:pic>
          <p:sp>
            <p:nvSpPr>
              <p:cNvPr id="7" name="Rectangle 160">
                <a:extLst>
                  <a:ext uri="{FF2B5EF4-FFF2-40B4-BE49-F238E27FC236}">
                    <a16:creationId xmlns:a16="http://schemas.microsoft.com/office/drawing/2014/main" id="{3309DB7D-E7B7-3DEC-3703-155E19A3E01F}"/>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161">
                <a:extLst>
                  <a:ext uri="{FF2B5EF4-FFF2-40B4-BE49-F238E27FC236}">
                    <a16:creationId xmlns:a16="http://schemas.microsoft.com/office/drawing/2014/main" id="{C71CA79E-D10A-BCD3-D6C5-966FCD186D4B}"/>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62">
                <a:extLst>
                  <a:ext uri="{FF2B5EF4-FFF2-40B4-BE49-F238E27FC236}">
                    <a16:creationId xmlns:a16="http://schemas.microsoft.com/office/drawing/2014/main" id="{DC5CCF1C-5D42-FEAD-8060-13BC67DA5CD4}"/>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63">
                <a:extLst>
                  <a:ext uri="{FF2B5EF4-FFF2-40B4-BE49-F238E27FC236}">
                    <a16:creationId xmlns:a16="http://schemas.microsoft.com/office/drawing/2014/main" id="{AA4ACC77-E382-A22D-AB02-4F8C05A326E3}"/>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64">
                <a:extLst>
                  <a:ext uri="{FF2B5EF4-FFF2-40B4-BE49-F238E27FC236}">
                    <a16:creationId xmlns:a16="http://schemas.microsoft.com/office/drawing/2014/main" id="{D98A9EFD-6E61-1023-48C7-777BED3F2DF4}"/>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65">
                <a:extLst>
                  <a:ext uri="{FF2B5EF4-FFF2-40B4-BE49-F238E27FC236}">
                    <a16:creationId xmlns:a16="http://schemas.microsoft.com/office/drawing/2014/main" id="{4B7E1F00-889A-1873-3477-621FD7621082}"/>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66">
                <a:extLst>
                  <a:ext uri="{FF2B5EF4-FFF2-40B4-BE49-F238E27FC236}">
                    <a16:creationId xmlns:a16="http://schemas.microsoft.com/office/drawing/2014/main" id="{DA8EDC90-CE6E-4863-26EB-600405F4878F}"/>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67">
                <a:extLst>
                  <a:ext uri="{FF2B5EF4-FFF2-40B4-BE49-F238E27FC236}">
                    <a16:creationId xmlns:a16="http://schemas.microsoft.com/office/drawing/2014/main" id="{26C1078D-7510-3071-36CB-77F5FC4B8C54}"/>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8">
                <a:extLst>
                  <a:ext uri="{FF2B5EF4-FFF2-40B4-BE49-F238E27FC236}">
                    <a16:creationId xmlns:a16="http://schemas.microsoft.com/office/drawing/2014/main" id="{98202D11-2F82-949A-8221-3154C8936807}"/>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169">
                <a:extLst>
                  <a:ext uri="{FF2B5EF4-FFF2-40B4-BE49-F238E27FC236}">
                    <a16:creationId xmlns:a16="http://schemas.microsoft.com/office/drawing/2014/main" id="{D0953717-EDF6-9D65-70AE-E5DAF6D33528}"/>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70">
                <a:extLst>
                  <a:ext uri="{FF2B5EF4-FFF2-40B4-BE49-F238E27FC236}">
                    <a16:creationId xmlns:a16="http://schemas.microsoft.com/office/drawing/2014/main" id="{F3BBACC4-EBE4-027C-9E5A-C4D76017653D}"/>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171">
                <a:extLst>
                  <a:ext uri="{FF2B5EF4-FFF2-40B4-BE49-F238E27FC236}">
                    <a16:creationId xmlns:a16="http://schemas.microsoft.com/office/drawing/2014/main" id="{76D43A79-5086-410C-4F13-B963198D87E7}"/>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spTree>
    <p:extLst>
      <p:ext uri="{BB962C8B-B14F-4D97-AF65-F5344CB8AC3E}">
        <p14:creationId xmlns:p14="http://schemas.microsoft.com/office/powerpoint/2010/main" val="2782285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195C13-A136-0A50-B849-2A908910A09D}"/>
              </a:ext>
            </a:extLst>
          </p:cNvPr>
          <p:cNvSpPr>
            <a:spLocks noGrp="1"/>
          </p:cNvSpPr>
          <p:nvPr>
            <p:ph type="title"/>
          </p:nvPr>
        </p:nvSpPr>
        <p:spPr/>
        <p:txBody>
          <a:bodyPr/>
          <a:lstStyle/>
          <a:p>
            <a:r>
              <a:rPr lang="en-US" dirty="0"/>
              <a:t>Usual challenges related to an </a:t>
            </a:r>
            <a:r>
              <a:rPr lang="en-US" b="1" dirty="0">
                <a:solidFill>
                  <a:srgbClr val="FF0000"/>
                </a:solidFill>
              </a:rPr>
              <a:t>unclear understanding of individual contributions</a:t>
            </a:r>
          </a:p>
        </p:txBody>
      </p:sp>
      <p:sp>
        <p:nvSpPr>
          <p:cNvPr id="4" name="Rectangle 3">
            <a:extLst>
              <a:ext uri="{FF2B5EF4-FFF2-40B4-BE49-F238E27FC236}">
                <a16:creationId xmlns:a16="http://schemas.microsoft.com/office/drawing/2014/main" id="{30580FA6-B5B3-AA21-0CDF-17A843947E99}"/>
              </a:ext>
            </a:extLst>
          </p:cNvPr>
          <p:cNvSpPr/>
          <p:nvPr/>
        </p:nvSpPr>
        <p:spPr>
          <a:xfrm>
            <a:off x="1444847" y="4876082"/>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Lack of self-vision in the project / product team</a:t>
            </a:r>
          </a:p>
        </p:txBody>
      </p:sp>
      <p:sp>
        <p:nvSpPr>
          <p:cNvPr id="5" name="Bulle narrative : ronde 4">
            <a:extLst>
              <a:ext uri="{FF2B5EF4-FFF2-40B4-BE49-F238E27FC236}">
                <a16:creationId xmlns:a16="http://schemas.microsoft.com/office/drawing/2014/main" id="{AB555F7A-81E1-5C69-D065-25651BFD0F01}"/>
              </a:ext>
            </a:extLst>
          </p:cNvPr>
          <p:cNvSpPr/>
          <p:nvPr/>
        </p:nvSpPr>
        <p:spPr>
          <a:xfrm>
            <a:off x="941033" y="2309078"/>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Ok, I understand the global challenge, but </a:t>
            </a:r>
            <a:r>
              <a:rPr lang="en-US" sz="1200" b="1" dirty="0">
                <a:solidFill>
                  <a:schemeClr val="tx1"/>
                </a:solidFill>
              </a:rPr>
              <a:t>how am I personally involved in this </a:t>
            </a:r>
            <a:r>
              <a:rPr lang="en-US" sz="1200" dirty="0">
                <a:solidFill>
                  <a:schemeClr val="tx1"/>
                </a:solidFill>
              </a:rPr>
              <a:t>?</a:t>
            </a:r>
          </a:p>
        </p:txBody>
      </p:sp>
      <p:pic>
        <p:nvPicPr>
          <p:cNvPr id="6" name="Graphique 5" descr="Homme en tenue professionnelle">
            <a:extLst>
              <a:ext uri="{FF2B5EF4-FFF2-40B4-BE49-F238E27FC236}">
                <a16:creationId xmlns:a16="http://schemas.microsoft.com/office/drawing/2014/main" id="{2933A0E0-CDF9-6CD0-A16B-182BC99FE6A4}"/>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60618" y="3605745"/>
            <a:ext cx="943374" cy="1273899"/>
          </a:xfrm>
          <a:prstGeom prst="rect">
            <a:avLst/>
          </a:prstGeom>
        </p:spPr>
      </p:pic>
      <p:sp>
        <p:nvSpPr>
          <p:cNvPr id="7" name="Rectangle 6">
            <a:extLst>
              <a:ext uri="{FF2B5EF4-FFF2-40B4-BE49-F238E27FC236}">
                <a16:creationId xmlns:a16="http://schemas.microsoft.com/office/drawing/2014/main" id="{584DE4F2-EF8E-CD09-5A32-B7D53631B46A}"/>
              </a:ext>
            </a:extLst>
          </p:cNvPr>
          <p:cNvSpPr/>
          <p:nvPr/>
        </p:nvSpPr>
        <p:spPr>
          <a:xfrm>
            <a:off x="4192109" y="4876081"/>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Not knowing the contribution of others to the project / product</a:t>
            </a:r>
          </a:p>
        </p:txBody>
      </p:sp>
      <p:sp>
        <p:nvSpPr>
          <p:cNvPr id="8" name="Bulle narrative : ronde 7">
            <a:extLst>
              <a:ext uri="{FF2B5EF4-FFF2-40B4-BE49-F238E27FC236}">
                <a16:creationId xmlns:a16="http://schemas.microsoft.com/office/drawing/2014/main" id="{1F5AA4E1-6331-BCE4-D586-93D3B9F94119}"/>
              </a:ext>
            </a:extLst>
          </p:cNvPr>
          <p:cNvSpPr/>
          <p:nvPr/>
        </p:nvSpPr>
        <p:spPr>
          <a:xfrm>
            <a:off x="3648722" y="2309078"/>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Ok, I understand the global challenge, and how I am involved, </a:t>
            </a:r>
            <a:r>
              <a:rPr lang="en-US" sz="1200" b="1" dirty="0">
                <a:solidFill>
                  <a:schemeClr val="tx1"/>
                </a:solidFill>
              </a:rPr>
              <a:t>but I can’t tell how Alice &amp; Bob are involved.</a:t>
            </a:r>
          </a:p>
        </p:txBody>
      </p:sp>
      <p:sp>
        <p:nvSpPr>
          <p:cNvPr id="9" name="Rectangle 8">
            <a:extLst>
              <a:ext uri="{FF2B5EF4-FFF2-40B4-BE49-F238E27FC236}">
                <a16:creationId xmlns:a16="http://schemas.microsoft.com/office/drawing/2014/main" id="{27D2D474-FE9B-8CD2-50FE-EC2AEC8FABC7}"/>
              </a:ext>
            </a:extLst>
          </p:cNvPr>
          <p:cNvSpPr/>
          <p:nvPr/>
        </p:nvSpPr>
        <p:spPr>
          <a:xfrm>
            <a:off x="6939371" y="4876080"/>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No idea of potential cooperation or collaboration between parties</a:t>
            </a:r>
          </a:p>
        </p:txBody>
      </p:sp>
      <p:sp>
        <p:nvSpPr>
          <p:cNvPr id="10" name="Bulle narrative : ronde 9">
            <a:extLst>
              <a:ext uri="{FF2B5EF4-FFF2-40B4-BE49-F238E27FC236}">
                <a16:creationId xmlns:a16="http://schemas.microsoft.com/office/drawing/2014/main" id="{8789A2FE-FFE1-9982-65DF-D6DDAFF2407F}"/>
              </a:ext>
            </a:extLst>
          </p:cNvPr>
          <p:cNvSpPr/>
          <p:nvPr/>
        </p:nvSpPr>
        <p:spPr>
          <a:xfrm>
            <a:off x="6356411" y="2354801"/>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There’s my work, there’s their work. It’s not related. </a:t>
            </a:r>
          </a:p>
          <a:p>
            <a:pPr algn="ctr"/>
            <a:r>
              <a:rPr lang="en-US" sz="1200" dirty="0">
                <a:solidFill>
                  <a:schemeClr val="tx1"/>
                </a:solidFill>
              </a:rPr>
              <a:t>I have no idea on how we could team up. </a:t>
            </a:r>
          </a:p>
        </p:txBody>
      </p:sp>
      <p:sp>
        <p:nvSpPr>
          <p:cNvPr id="11" name="Rectangle 10">
            <a:extLst>
              <a:ext uri="{FF2B5EF4-FFF2-40B4-BE49-F238E27FC236}">
                <a16:creationId xmlns:a16="http://schemas.microsoft.com/office/drawing/2014/main" id="{3A540A94-4FF5-165B-CCDD-119D49833966}"/>
              </a:ext>
            </a:extLst>
          </p:cNvPr>
          <p:cNvSpPr/>
          <p:nvPr/>
        </p:nvSpPr>
        <p:spPr>
          <a:xfrm>
            <a:off x="9686633" y="4876079"/>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Assuming that one can “take it all” by him/herself.</a:t>
            </a:r>
          </a:p>
        </p:txBody>
      </p:sp>
      <p:sp>
        <p:nvSpPr>
          <p:cNvPr id="12" name="Bulle narrative : ronde 11">
            <a:extLst>
              <a:ext uri="{FF2B5EF4-FFF2-40B4-BE49-F238E27FC236}">
                <a16:creationId xmlns:a16="http://schemas.microsoft.com/office/drawing/2014/main" id="{8F50C833-B062-3E0F-8852-2099E72C6256}"/>
              </a:ext>
            </a:extLst>
          </p:cNvPr>
          <p:cNvSpPr/>
          <p:nvPr/>
        </p:nvSpPr>
        <p:spPr>
          <a:xfrm>
            <a:off x="9064100" y="2354800"/>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How does this challenge require all of us</a:t>
            </a:r>
            <a:r>
              <a:rPr lang="en-US" sz="1200" b="1" dirty="0">
                <a:solidFill>
                  <a:schemeClr val="tx1"/>
                </a:solidFill>
              </a:rPr>
              <a:t> </a:t>
            </a:r>
            <a:r>
              <a:rPr lang="en-US" sz="1200" dirty="0">
                <a:solidFill>
                  <a:schemeClr val="tx1"/>
                </a:solidFill>
              </a:rPr>
              <a:t>?</a:t>
            </a:r>
            <a:r>
              <a:rPr lang="en-US" sz="1200" b="1" dirty="0">
                <a:solidFill>
                  <a:schemeClr val="tx1"/>
                </a:solidFill>
              </a:rPr>
              <a:t> It seems that I can do it on my own or with a minority of other people</a:t>
            </a:r>
            <a:r>
              <a:rPr lang="en-US" sz="1200" dirty="0">
                <a:solidFill>
                  <a:schemeClr val="tx1"/>
                </a:solidFill>
              </a:rPr>
              <a:t>.</a:t>
            </a:r>
          </a:p>
        </p:txBody>
      </p:sp>
      <p:pic>
        <p:nvPicPr>
          <p:cNvPr id="13" name="Graphique 12" descr="Homme portant une veste">
            <a:extLst>
              <a:ext uri="{FF2B5EF4-FFF2-40B4-BE49-F238E27FC236}">
                <a16:creationId xmlns:a16="http://schemas.microsoft.com/office/drawing/2014/main" id="{EE07214B-9D74-5D44-E425-7BC83AFB7D8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510321" y="3564429"/>
            <a:ext cx="943374" cy="1356530"/>
          </a:xfrm>
          <a:prstGeom prst="rect">
            <a:avLst/>
          </a:prstGeom>
        </p:spPr>
      </p:pic>
      <p:pic>
        <p:nvPicPr>
          <p:cNvPr id="14" name="Graphique 13" descr="Homme barbu en peignoir">
            <a:extLst>
              <a:ext uri="{FF2B5EF4-FFF2-40B4-BE49-F238E27FC236}">
                <a16:creationId xmlns:a16="http://schemas.microsoft.com/office/drawing/2014/main" id="{C904C795-5F67-216B-FB6F-012ACE51D550}"/>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0012961" y="3671371"/>
            <a:ext cx="964032" cy="1211926"/>
          </a:xfrm>
          <a:prstGeom prst="rect">
            <a:avLst/>
          </a:prstGeom>
        </p:spPr>
      </p:pic>
      <p:pic>
        <p:nvPicPr>
          <p:cNvPr id="15" name="Graphique 14" descr="Femme avec queue de cheval">
            <a:extLst>
              <a:ext uri="{FF2B5EF4-FFF2-40B4-BE49-F238E27FC236}">
                <a16:creationId xmlns:a16="http://schemas.microsoft.com/office/drawing/2014/main" id="{70CFE508-E399-0A43-15EE-753DB1033EC1}"/>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295308" y="3574968"/>
            <a:ext cx="867629" cy="1308329"/>
          </a:xfrm>
          <a:prstGeom prst="rect">
            <a:avLst/>
          </a:prstGeom>
        </p:spPr>
      </p:pic>
    </p:spTree>
    <p:extLst>
      <p:ext uri="{BB962C8B-B14F-4D97-AF65-F5344CB8AC3E}">
        <p14:creationId xmlns:p14="http://schemas.microsoft.com/office/powerpoint/2010/main" val="28209029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05CEA-B376-4336-AAA7-38ABCF09E831}"/>
              </a:ext>
            </a:extLst>
          </p:cNvPr>
          <p:cNvSpPr>
            <a:spLocks noGrp="1"/>
          </p:cNvSpPr>
          <p:nvPr>
            <p:ph type="title"/>
          </p:nvPr>
        </p:nvSpPr>
        <p:spPr>
          <a:xfrm>
            <a:off x="838200" y="365125"/>
            <a:ext cx="10515600" cy="583553"/>
          </a:xfrm>
        </p:spPr>
        <p:txBody>
          <a:bodyPr>
            <a:normAutofit fontScale="90000"/>
          </a:bodyPr>
          <a:lstStyle/>
          <a:p>
            <a:r>
              <a:rPr lang="en-US"/>
              <a:t>Why US ? </a:t>
            </a:r>
            <a:br>
              <a:rPr lang="en-US"/>
            </a:br>
            <a:r>
              <a:rPr lang="en-US"/>
              <a:t>House of contribution (visual workshop)</a:t>
            </a:r>
          </a:p>
        </p:txBody>
      </p:sp>
      <p:grpSp>
        <p:nvGrpSpPr>
          <p:cNvPr id="10" name="Groupe 9">
            <a:extLst>
              <a:ext uri="{FF2B5EF4-FFF2-40B4-BE49-F238E27FC236}">
                <a16:creationId xmlns:a16="http://schemas.microsoft.com/office/drawing/2014/main" id="{D5893CD2-51F7-416A-8A62-C9A2EEB42DAA}"/>
              </a:ext>
            </a:extLst>
          </p:cNvPr>
          <p:cNvGrpSpPr/>
          <p:nvPr/>
        </p:nvGrpSpPr>
        <p:grpSpPr>
          <a:xfrm>
            <a:off x="5469514" y="2247900"/>
            <a:ext cx="6554101" cy="2912588"/>
            <a:chOff x="262080" y="1563591"/>
            <a:chExt cx="11723435" cy="5209797"/>
          </a:xfrm>
        </p:grpSpPr>
        <p:grpSp>
          <p:nvGrpSpPr>
            <p:cNvPr id="55" name="Groupe 54">
              <a:extLst>
                <a:ext uri="{FF2B5EF4-FFF2-40B4-BE49-F238E27FC236}">
                  <a16:creationId xmlns:a16="http://schemas.microsoft.com/office/drawing/2014/main" id="{26EBE82C-A9CF-44DD-A535-F92283AA2649}"/>
                </a:ext>
              </a:extLst>
            </p:cNvPr>
            <p:cNvGrpSpPr/>
            <p:nvPr/>
          </p:nvGrpSpPr>
          <p:grpSpPr>
            <a:xfrm>
              <a:off x="2609577" y="1563591"/>
              <a:ext cx="1467257" cy="1169474"/>
              <a:chOff x="2609577" y="1563591"/>
              <a:chExt cx="1467257" cy="1169474"/>
            </a:xfrm>
          </p:grpSpPr>
          <p:grpSp>
            <p:nvGrpSpPr>
              <p:cNvPr id="42" name="Groupe 41">
                <a:extLst>
                  <a:ext uri="{FF2B5EF4-FFF2-40B4-BE49-F238E27FC236}">
                    <a16:creationId xmlns:a16="http://schemas.microsoft.com/office/drawing/2014/main" id="{355A2826-D35C-4355-8D6F-CA811352584A}"/>
                  </a:ext>
                </a:extLst>
              </p:cNvPr>
              <p:cNvGrpSpPr/>
              <p:nvPr/>
            </p:nvGrpSpPr>
            <p:grpSpPr>
              <a:xfrm>
                <a:off x="2609577" y="1563591"/>
                <a:ext cx="1412109" cy="1169474"/>
                <a:chOff x="2645545" y="3994190"/>
                <a:chExt cx="1412109" cy="1169474"/>
              </a:xfrm>
            </p:grpSpPr>
            <p:pic>
              <p:nvPicPr>
                <p:cNvPr id="43" name="Graphique 42" descr="Diable avec un remplissage uni">
                  <a:extLst>
                    <a:ext uri="{FF2B5EF4-FFF2-40B4-BE49-F238E27FC236}">
                      <a16:creationId xmlns:a16="http://schemas.microsoft.com/office/drawing/2014/main" id="{8244A6A4-C5E1-4062-A01E-7F8B5AD111CF}"/>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44" name="Graphique 43" descr="Base-ball avec un remplissage uni">
                  <a:extLst>
                    <a:ext uri="{FF2B5EF4-FFF2-40B4-BE49-F238E27FC236}">
                      <a16:creationId xmlns:a16="http://schemas.microsoft.com/office/drawing/2014/main" id="{5C12E74D-1A36-40E7-8099-519692F5218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45" name="Rectangle 44">
                  <a:extLst>
                    <a:ext uri="{FF2B5EF4-FFF2-40B4-BE49-F238E27FC236}">
                      <a16:creationId xmlns:a16="http://schemas.microsoft.com/office/drawing/2014/main" id="{1AFD5C9D-8C2F-4199-9991-CDDA10264D43}"/>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4" name="Graphique 53" descr="Boîte à archives avec un remplissage uni">
                <a:extLst>
                  <a:ext uri="{FF2B5EF4-FFF2-40B4-BE49-F238E27FC236}">
                    <a16:creationId xmlns:a16="http://schemas.microsoft.com/office/drawing/2014/main" id="{78459876-A327-48F8-A172-A2B68D6C0D81}"/>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80" name="Groupe 79">
              <a:extLst>
                <a:ext uri="{FF2B5EF4-FFF2-40B4-BE49-F238E27FC236}">
                  <a16:creationId xmlns:a16="http://schemas.microsoft.com/office/drawing/2014/main" id="{C5C2CD00-8B2B-4B4C-A81E-8B0F1CACDA4D}"/>
                </a:ext>
              </a:extLst>
            </p:cNvPr>
            <p:cNvGrpSpPr/>
            <p:nvPr/>
          </p:nvGrpSpPr>
          <p:grpSpPr>
            <a:xfrm>
              <a:off x="2907742" y="4287731"/>
              <a:ext cx="1467257" cy="1169474"/>
              <a:chOff x="2609577" y="1563591"/>
              <a:chExt cx="1467257" cy="1169474"/>
            </a:xfrm>
          </p:grpSpPr>
          <p:grpSp>
            <p:nvGrpSpPr>
              <p:cNvPr id="81" name="Groupe 80">
                <a:extLst>
                  <a:ext uri="{FF2B5EF4-FFF2-40B4-BE49-F238E27FC236}">
                    <a16:creationId xmlns:a16="http://schemas.microsoft.com/office/drawing/2014/main" id="{F3CC8DA8-B904-4687-9A23-3C4BA94E2FDE}"/>
                  </a:ext>
                </a:extLst>
              </p:cNvPr>
              <p:cNvGrpSpPr/>
              <p:nvPr/>
            </p:nvGrpSpPr>
            <p:grpSpPr>
              <a:xfrm>
                <a:off x="2609577" y="1563591"/>
                <a:ext cx="1412109" cy="1169474"/>
                <a:chOff x="2645545" y="3994190"/>
                <a:chExt cx="1412109" cy="1169474"/>
              </a:xfrm>
            </p:grpSpPr>
            <p:pic>
              <p:nvPicPr>
                <p:cNvPr id="83" name="Graphique 82" descr="Diable avec un remplissage uni">
                  <a:extLst>
                    <a:ext uri="{FF2B5EF4-FFF2-40B4-BE49-F238E27FC236}">
                      <a16:creationId xmlns:a16="http://schemas.microsoft.com/office/drawing/2014/main" id="{AF514076-F83A-4A89-ABCF-58AD67E4B4A8}"/>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84" name="Graphique 83" descr="Base-ball avec un remplissage uni">
                  <a:extLst>
                    <a:ext uri="{FF2B5EF4-FFF2-40B4-BE49-F238E27FC236}">
                      <a16:creationId xmlns:a16="http://schemas.microsoft.com/office/drawing/2014/main" id="{A04ED57F-AFFD-409B-8C24-D22B629FC4A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85" name="Rectangle 84">
                  <a:extLst>
                    <a:ext uri="{FF2B5EF4-FFF2-40B4-BE49-F238E27FC236}">
                      <a16:creationId xmlns:a16="http://schemas.microsoft.com/office/drawing/2014/main" id="{C91B5379-3E46-4A37-B2D6-C4F3CD53700B}"/>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2" name="Graphique 81" descr="Boîte à archives avec un remplissage uni">
                <a:extLst>
                  <a:ext uri="{FF2B5EF4-FFF2-40B4-BE49-F238E27FC236}">
                    <a16:creationId xmlns:a16="http://schemas.microsoft.com/office/drawing/2014/main" id="{DA1A851F-C5EF-43C9-A0B3-7187DBCFD405}"/>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86" name="Groupe 85">
              <a:extLst>
                <a:ext uri="{FF2B5EF4-FFF2-40B4-BE49-F238E27FC236}">
                  <a16:creationId xmlns:a16="http://schemas.microsoft.com/office/drawing/2014/main" id="{2866E67F-F311-4588-B703-8A697368E469}"/>
                </a:ext>
              </a:extLst>
            </p:cNvPr>
            <p:cNvGrpSpPr/>
            <p:nvPr/>
          </p:nvGrpSpPr>
          <p:grpSpPr>
            <a:xfrm>
              <a:off x="2547542" y="5603914"/>
              <a:ext cx="1467257" cy="1169474"/>
              <a:chOff x="2609577" y="1563591"/>
              <a:chExt cx="1467257" cy="1169474"/>
            </a:xfrm>
          </p:grpSpPr>
          <p:grpSp>
            <p:nvGrpSpPr>
              <p:cNvPr id="87" name="Groupe 86">
                <a:extLst>
                  <a:ext uri="{FF2B5EF4-FFF2-40B4-BE49-F238E27FC236}">
                    <a16:creationId xmlns:a16="http://schemas.microsoft.com/office/drawing/2014/main" id="{F451FCE1-F2B0-484F-A08F-2CB7D2FEC9EC}"/>
                  </a:ext>
                </a:extLst>
              </p:cNvPr>
              <p:cNvGrpSpPr/>
              <p:nvPr/>
            </p:nvGrpSpPr>
            <p:grpSpPr>
              <a:xfrm>
                <a:off x="2609577" y="1563591"/>
                <a:ext cx="1412109" cy="1169474"/>
                <a:chOff x="2645545" y="3994190"/>
                <a:chExt cx="1412109" cy="1169474"/>
              </a:xfrm>
            </p:grpSpPr>
            <p:pic>
              <p:nvPicPr>
                <p:cNvPr id="89" name="Graphique 88" descr="Diable avec un remplissage uni">
                  <a:extLst>
                    <a:ext uri="{FF2B5EF4-FFF2-40B4-BE49-F238E27FC236}">
                      <a16:creationId xmlns:a16="http://schemas.microsoft.com/office/drawing/2014/main" id="{9F087DA0-B39B-45CC-B709-2E92EC9B9C50}"/>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90" name="Graphique 89" descr="Base-ball avec un remplissage uni">
                  <a:extLst>
                    <a:ext uri="{FF2B5EF4-FFF2-40B4-BE49-F238E27FC236}">
                      <a16:creationId xmlns:a16="http://schemas.microsoft.com/office/drawing/2014/main" id="{E0377BB5-85CB-4162-B1DD-0EDAEE890DD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91" name="Rectangle 90">
                  <a:extLst>
                    <a:ext uri="{FF2B5EF4-FFF2-40B4-BE49-F238E27FC236}">
                      <a16:creationId xmlns:a16="http://schemas.microsoft.com/office/drawing/2014/main" id="{F7F87CA6-C82F-4A7C-810C-6966E88C7137}"/>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8" name="Graphique 87" descr="Boîte à archives avec un remplissage uni">
                <a:extLst>
                  <a:ext uri="{FF2B5EF4-FFF2-40B4-BE49-F238E27FC236}">
                    <a16:creationId xmlns:a16="http://schemas.microsoft.com/office/drawing/2014/main" id="{D1F7AED6-42D3-4C34-9625-A3D14E52FB40}"/>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92" name="Groupe 91">
              <a:extLst>
                <a:ext uri="{FF2B5EF4-FFF2-40B4-BE49-F238E27FC236}">
                  <a16:creationId xmlns:a16="http://schemas.microsoft.com/office/drawing/2014/main" id="{68F73D70-3EBC-4AF5-9B49-5677BCD0692C}"/>
                </a:ext>
              </a:extLst>
            </p:cNvPr>
            <p:cNvGrpSpPr/>
            <p:nvPr/>
          </p:nvGrpSpPr>
          <p:grpSpPr>
            <a:xfrm>
              <a:off x="1098866" y="4806407"/>
              <a:ext cx="1467257" cy="1169474"/>
              <a:chOff x="2609577" y="1563591"/>
              <a:chExt cx="1467257" cy="1169474"/>
            </a:xfrm>
          </p:grpSpPr>
          <p:grpSp>
            <p:nvGrpSpPr>
              <p:cNvPr id="93" name="Groupe 92">
                <a:extLst>
                  <a:ext uri="{FF2B5EF4-FFF2-40B4-BE49-F238E27FC236}">
                    <a16:creationId xmlns:a16="http://schemas.microsoft.com/office/drawing/2014/main" id="{34ECD60C-FED1-40EC-86AE-5BD2ADB1B80E}"/>
                  </a:ext>
                </a:extLst>
              </p:cNvPr>
              <p:cNvGrpSpPr/>
              <p:nvPr/>
            </p:nvGrpSpPr>
            <p:grpSpPr>
              <a:xfrm>
                <a:off x="2609577" y="1563591"/>
                <a:ext cx="1412109" cy="1169474"/>
                <a:chOff x="2645545" y="3994190"/>
                <a:chExt cx="1412109" cy="1169474"/>
              </a:xfrm>
            </p:grpSpPr>
            <p:pic>
              <p:nvPicPr>
                <p:cNvPr id="95" name="Graphique 94" descr="Diable avec un remplissage uni">
                  <a:extLst>
                    <a:ext uri="{FF2B5EF4-FFF2-40B4-BE49-F238E27FC236}">
                      <a16:creationId xmlns:a16="http://schemas.microsoft.com/office/drawing/2014/main" id="{70B2987C-0D9D-4AC6-8F1B-8EBBCD3A3FC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96" name="Graphique 95" descr="Base-ball avec un remplissage uni">
                  <a:extLst>
                    <a:ext uri="{FF2B5EF4-FFF2-40B4-BE49-F238E27FC236}">
                      <a16:creationId xmlns:a16="http://schemas.microsoft.com/office/drawing/2014/main" id="{15C99CA0-E99E-4FC2-A1F6-3BF87723B0B2}"/>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97" name="Rectangle 96">
                  <a:extLst>
                    <a:ext uri="{FF2B5EF4-FFF2-40B4-BE49-F238E27FC236}">
                      <a16:creationId xmlns:a16="http://schemas.microsoft.com/office/drawing/2014/main" id="{8E1C9C35-8E8A-45E1-93BD-7C1B2D3A73AE}"/>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94" name="Graphique 93" descr="Boîte à archives avec un remplissage uni">
                <a:extLst>
                  <a:ext uri="{FF2B5EF4-FFF2-40B4-BE49-F238E27FC236}">
                    <a16:creationId xmlns:a16="http://schemas.microsoft.com/office/drawing/2014/main" id="{6F9288F9-231B-409D-90E8-A93108A86BC4}"/>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106" name="Groupe 105">
              <a:extLst>
                <a:ext uri="{FF2B5EF4-FFF2-40B4-BE49-F238E27FC236}">
                  <a16:creationId xmlns:a16="http://schemas.microsoft.com/office/drawing/2014/main" id="{13B2CE95-C8C7-4A5C-92F1-EC2A4420DB71}"/>
                </a:ext>
              </a:extLst>
            </p:cNvPr>
            <p:cNvGrpSpPr/>
            <p:nvPr/>
          </p:nvGrpSpPr>
          <p:grpSpPr>
            <a:xfrm flipH="1">
              <a:off x="5650743" y="2263842"/>
              <a:ext cx="1093937" cy="1165158"/>
              <a:chOff x="1680627" y="1783722"/>
              <a:chExt cx="1331514" cy="1331514"/>
            </a:xfrm>
          </p:grpSpPr>
          <p:pic>
            <p:nvPicPr>
              <p:cNvPr id="179" name="Graphique 178" descr="Mur de briques en construction avec un remplissage uni">
                <a:extLst>
                  <a:ext uri="{FF2B5EF4-FFF2-40B4-BE49-F238E27FC236}">
                    <a16:creationId xmlns:a16="http://schemas.microsoft.com/office/drawing/2014/main" id="{13F6B018-6351-4C3D-852E-8A5F57E1A2E5}"/>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680627" y="1783722"/>
                <a:ext cx="1331514" cy="1331514"/>
              </a:xfrm>
              <a:prstGeom prst="rect">
                <a:avLst/>
              </a:prstGeom>
            </p:spPr>
          </p:pic>
          <p:sp>
            <p:nvSpPr>
              <p:cNvPr id="180" name="Rectangle 179">
                <a:extLst>
                  <a:ext uri="{FF2B5EF4-FFF2-40B4-BE49-F238E27FC236}">
                    <a16:creationId xmlns:a16="http://schemas.microsoft.com/office/drawing/2014/main" id="{20453177-74D5-4E14-8160-B24A3B16BED5}"/>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1" name="Rectangle 180">
                <a:extLst>
                  <a:ext uri="{FF2B5EF4-FFF2-40B4-BE49-F238E27FC236}">
                    <a16:creationId xmlns:a16="http://schemas.microsoft.com/office/drawing/2014/main" id="{608979AE-BCF6-4155-9BB1-95B5C1F1340E}"/>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2" name="Rectangle 181">
                <a:extLst>
                  <a:ext uri="{FF2B5EF4-FFF2-40B4-BE49-F238E27FC236}">
                    <a16:creationId xmlns:a16="http://schemas.microsoft.com/office/drawing/2014/main" id="{02C316F3-CA2B-4EA0-AF38-F8DAC5FBC24E}"/>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3" name="Rectangle 182">
                <a:extLst>
                  <a:ext uri="{FF2B5EF4-FFF2-40B4-BE49-F238E27FC236}">
                    <a16:creationId xmlns:a16="http://schemas.microsoft.com/office/drawing/2014/main" id="{BA80DE65-F676-4621-A539-AB4D35977169}"/>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Rectangle 183">
                <a:extLst>
                  <a:ext uri="{FF2B5EF4-FFF2-40B4-BE49-F238E27FC236}">
                    <a16:creationId xmlns:a16="http://schemas.microsoft.com/office/drawing/2014/main" id="{29BF593B-0BA1-4BDC-80A3-7FA615968603}"/>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5" name="Rectangle 184">
                <a:extLst>
                  <a:ext uri="{FF2B5EF4-FFF2-40B4-BE49-F238E27FC236}">
                    <a16:creationId xmlns:a16="http://schemas.microsoft.com/office/drawing/2014/main" id="{0D5BE12D-03C5-4DD0-BF71-89429BA75C97}"/>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6" name="Rectangle 185">
                <a:extLst>
                  <a:ext uri="{FF2B5EF4-FFF2-40B4-BE49-F238E27FC236}">
                    <a16:creationId xmlns:a16="http://schemas.microsoft.com/office/drawing/2014/main" id="{0681DF30-CC73-4F27-891A-7FD462F2AC37}"/>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7" name="Rectangle 186">
                <a:extLst>
                  <a:ext uri="{FF2B5EF4-FFF2-40B4-BE49-F238E27FC236}">
                    <a16:creationId xmlns:a16="http://schemas.microsoft.com/office/drawing/2014/main" id="{1EA142A9-06C7-46C4-9582-20D260698656}"/>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8" name="Rectangle 187">
                <a:extLst>
                  <a:ext uri="{FF2B5EF4-FFF2-40B4-BE49-F238E27FC236}">
                    <a16:creationId xmlns:a16="http://schemas.microsoft.com/office/drawing/2014/main" id="{244F9E9F-C7C5-4A31-9D4A-89EBDC670E72}"/>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9" name="Rectangle 188">
                <a:extLst>
                  <a:ext uri="{FF2B5EF4-FFF2-40B4-BE49-F238E27FC236}">
                    <a16:creationId xmlns:a16="http://schemas.microsoft.com/office/drawing/2014/main" id="{AB653C7E-B238-43C1-8F70-E3DA990C935B}"/>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0" name="Rectangle 189">
                <a:extLst>
                  <a:ext uri="{FF2B5EF4-FFF2-40B4-BE49-F238E27FC236}">
                    <a16:creationId xmlns:a16="http://schemas.microsoft.com/office/drawing/2014/main" id="{49030794-D3C4-4CEB-8EE3-A4746FE26978}"/>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1" name="Rectangle 190">
                <a:extLst>
                  <a:ext uri="{FF2B5EF4-FFF2-40B4-BE49-F238E27FC236}">
                    <a16:creationId xmlns:a16="http://schemas.microsoft.com/office/drawing/2014/main" id="{F8C415E8-93A8-4681-879B-8FFEF4578AD1}"/>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 name="Groupe 5">
              <a:extLst>
                <a:ext uri="{FF2B5EF4-FFF2-40B4-BE49-F238E27FC236}">
                  <a16:creationId xmlns:a16="http://schemas.microsoft.com/office/drawing/2014/main" id="{5FB41C06-1F54-4F63-8814-51F4614A43BD}"/>
                </a:ext>
              </a:extLst>
            </p:cNvPr>
            <p:cNvGrpSpPr/>
            <p:nvPr/>
          </p:nvGrpSpPr>
          <p:grpSpPr>
            <a:xfrm>
              <a:off x="875862" y="1893808"/>
              <a:ext cx="1383385" cy="1242096"/>
              <a:chOff x="5247267" y="8072371"/>
              <a:chExt cx="817082" cy="733631"/>
            </a:xfrm>
          </p:grpSpPr>
          <p:grpSp>
            <p:nvGrpSpPr>
              <p:cNvPr id="105" name="Groupe 104">
                <a:extLst>
                  <a:ext uri="{FF2B5EF4-FFF2-40B4-BE49-F238E27FC236}">
                    <a16:creationId xmlns:a16="http://schemas.microsoft.com/office/drawing/2014/main" id="{C0F240FA-5C73-4FB1-8941-6BE1105F18DB}"/>
                  </a:ext>
                </a:extLst>
              </p:cNvPr>
              <p:cNvGrpSpPr/>
              <p:nvPr/>
            </p:nvGrpSpPr>
            <p:grpSpPr>
              <a:xfrm>
                <a:off x="5247267" y="8117813"/>
                <a:ext cx="817082" cy="688189"/>
                <a:chOff x="3890963" y="2438774"/>
                <a:chExt cx="1085661" cy="914400"/>
              </a:xfrm>
            </p:grpSpPr>
            <p:pic>
              <p:nvPicPr>
                <p:cNvPr id="192" name="Graphique 191" descr="Culturiste avec un remplissage uni">
                  <a:extLst>
                    <a:ext uri="{FF2B5EF4-FFF2-40B4-BE49-F238E27FC236}">
                      <a16:creationId xmlns:a16="http://schemas.microsoft.com/office/drawing/2014/main" id="{76A45FC6-5C96-49A8-AC35-BC18F11D6CBB}"/>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3" name="Rectangle 192">
                  <a:extLst>
                    <a:ext uri="{FF2B5EF4-FFF2-40B4-BE49-F238E27FC236}">
                      <a16:creationId xmlns:a16="http://schemas.microsoft.com/office/drawing/2014/main" id="{CB8D01E4-F3DD-439C-927A-661004280E40}"/>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4" name="Rectangle 193">
                  <a:extLst>
                    <a:ext uri="{FF2B5EF4-FFF2-40B4-BE49-F238E27FC236}">
                      <a16:creationId xmlns:a16="http://schemas.microsoft.com/office/drawing/2014/main" id="{8232BE64-879E-4932-8F1C-EBC70379A39D}"/>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07" name="Rectangle 106">
                <a:extLst>
                  <a:ext uri="{FF2B5EF4-FFF2-40B4-BE49-F238E27FC236}">
                    <a16:creationId xmlns:a16="http://schemas.microsoft.com/office/drawing/2014/main" id="{9BF03B67-30A6-425A-9D7A-E2238247F21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09" name="Groupe 108">
              <a:extLst>
                <a:ext uri="{FF2B5EF4-FFF2-40B4-BE49-F238E27FC236}">
                  <a16:creationId xmlns:a16="http://schemas.microsoft.com/office/drawing/2014/main" id="{35A820B9-71C1-40B2-949A-BA546FD0C884}"/>
                </a:ext>
              </a:extLst>
            </p:cNvPr>
            <p:cNvGrpSpPr/>
            <p:nvPr/>
          </p:nvGrpSpPr>
          <p:grpSpPr>
            <a:xfrm flipH="1">
              <a:off x="648773" y="3490364"/>
              <a:ext cx="627050" cy="1144490"/>
              <a:chOff x="5134003" y="2196472"/>
              <a:chExt cx="563254" cy="1156702"/>
            </a:xfrm>
          </p:grpSpPr>
          <p:pic>
            <p:nvPicPr>
              <p:cNvPr id="175" name="Graphique 174" descr="Réussite du groupe avec un remplissage uni">
                <a:extLst>
                  <a:ext uri="{FF2B5EF4-FFF2-40B4-BE49-F238E27FC236}">
                    <a16:creationId xmlns:a16="http://schemas.microsoft.com/office/drawing/2014/main" id="{BE19C2B3-0721-44D3-8CD1-48D9E0F7C055}"/>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176" name="Rectangle 175">
                <a:extLst>
                  <a:ext uri="{FF2B5EF4-FFF2-40B4-BE49-F238E27FC236}">
                    <a16:creationId xmlns:a16="http://schemas.microsoft.com/office/drawing/2014/main" id="{FA4C0BA6-2A92-40FD-9077-52FC594CF4A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7" name="Groupe 6">
              <a:extLst>
                <a:ext uri="{FF2B5EF4-FFF2-40B4-BE49-F238E27FC236}">
                  <a16:creationId xmlns:a16="http://schemas.microsoft.com/office/drawing/2014/main" id="{36F23E62-E00E-4089-9506-DDF4061A25F6}"/>
                </a:ext>
              </a:extLst>
            </p:cNvPr>
            <p:cNvGrpSpPr/>
            <p:nvPr/>
          </p:nvGrpSpPr>
          <p:grpSpPr>
            <a:xfrm>
              <a:off x="9653107" y="2807835"/>
              <a:ext cx="2332408" cy="2332408"/>
              <a:chOff x="9835911" y="2807662"/>
              <a:chExt cx="1796250" cy="1796250"/>
            </a:xfrm>
          </p:grpSpPr>
          <p:pic>
            <p:nvPicPr>
              <p:cNvPr id="104" name="Graphique 103" descr="Cathédrale avec un remplissage uni">
                <a:extLst>
                  <a:ext uri="{FF2B5EF4-FFF2-40B4-BE49-F238E27FC236}">
                    <a16:creationId xmlns:a16="http://schemas.microsoft.com/office/drawing/2014/main" id="{E59C6277-AA1A-4489-91DF-5BA7B244261F}"/>
                  </a:ext>
                </a:extLst>
              </p:cNvPr>
              <p:cNvPicPr>
                <a:picLocks noChangeAspect="1"/>
              </p:cNvPicPr>
              <p:nvPr/>
            </p:nvPicPr>
            <p:blipFill>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835911" y="2807662"/>
                <a:ext cx="1796250" cy="1796250"/>
              </a:xfrm>
              <a:prstGeom prst="rect">
                <a:avLst/>
              </a:prstGeom>
            </p:spPr>
          </p:pic>
          <p:sp>
            <p:nvSpPr>
              <p:cNvPr id="113" name="Rectangle 112">
                <a:extLst>
                  <a:ext uri="{FF2B5EF4-FFF2-40B4-BE49-F238E27FC236}">
                    <a16:creationId xmlns:a16="http://schemas.microsoft.com/office/drawing/2014/main" id="{31970C2C-4382-4D6F-ADF6-471972759529}"/>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4" name="Rectangle 113">
                <a:extLst>
                  <a:ext uri="{FF2B5EF4-FFF2-40B4-BE49-F238E27FC236}">
                    <a16:creationId xmlns:a16="http://schemas.microsoft.com/office/drawing/2014/main" id="{D5D40D35-3B33-472C-BB36-27310377B46F}"/>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5" name="Rectangle 114">
                <a:extLst>
                  <a:ext uri="{FF2B5EF4-FFF2-40B4-BE49-F238E27FC236}">
                    <a16:creationId xmlns:a16="http://schemas.microsoft.com/office/drawing/2014/main" id="{0DF1613C-64EF-4B26-B600-36E33E288236}"/>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115">
                <a:extLst>
                  <a:ext uri="{FF2B5EF4-FFF2-40B4-BE49-F238E27FC236}">
                    <a16:creationId xmlns:a16="http://schemas.microsoft.com/office/drawing/2014/main" id="{DD222A77-3CAA-44FC-8012-A0B8E33C44DB}"/>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16">
                <a:extLst>
                  <a:ext uri="{FF2B5EF4-FFF2-40B4-BE49-F238E27FC236}">
                    <a16:creationId xmlns:a16="http://schemas.microsoft.com/office/drawing/2014/main" id="{0A42DEAE-71FB-4AC0-A235-6D8A7C681B98}"/>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8" name="Rectangle 117">
                <a:extLst>
                  <a:ext uri="{FF2B5EF4-FFF2-40B4-BE49-F238E27FC236}">
                    <a16:creationId xmlns:a16="http://schemas.microsoft.com/office/drawing/2014/main" id="{7E7C3645-4EB6-42D8-8D16-A4131BD9553A}"/>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118">
                <a:extLst>
                  <a:ext uri="{FF2B5EF4-FFF2-40B4-BE49-F238E27FC236}">
                    <a16:creationId xmlns:a16="http://schemas.microsoft.com/office/drawing/2014/main" id="{B2E68E23-64DB-4588-97BF-38D7F767E1B0}"/>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Rectangle 119">
                <a:extLst>
                  <a:ext uri="{FF2B5EF4-FFF2-40B4-BE49-F238E27FC236}">
                    <a16:creationId xmlns:a16="http://schemas.microsoft.com/office/drawing/2014/main" id="{C0E89C3C-47BB-4FA0-8A5A-42149CC65920}"/>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120">
                <a:extLst>
                  <a:ext uri="{FF2B5EF4-FFF2-40B4-BE49-F238E27FC236}">
                    <a16:creationId xmlns:a16="http://schemas.microsoft.com/office/drawing/2014/main" id="{609A3087-8282-4996-900F-0E7A07C3D6AE}"/>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Rectangle 121">
                <a:extLst>
                  <a:ext uri="{FF2B5EF4-FFF2-40B4-BE49-F238E27FC236}">
                    <a16:creationId xmlns:a16="http://schemas.microsoft.com/office/drawing/2014/main" id="{B19A238C-F0C2-4B75-8E5F-4F1F2916275A}"/>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122">
                <a:extLst>
                  <a:ext uri="{FF2B5EF4-FFF2-40B4-BE49-F238E27FC236}">
                    <a16:creationId xmlns:a16="http://schemas.microsoft.com/office/drawing/2014/main" id="{C2ADAAE2-FB7B-4FC2-907C-FFC0835BCD6D}"/>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Rectangle 123">
                <a:extLst>
                  <a:ext uri="{FF2B5EF4-FFF2-40B4-BE49-F238E27FC236}">
                    <a16:creationId xmlns:a16="http://schemas.microsoft.com/office/drawing/2014/main" id="{78EFB23D-18AD-4B60-9D20-CC94500410AB}"/>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124">
                <a:extLst>
                  <a:ext uri="{FF2B5EF4-FFF2-40B4-BE49-F238E27FC236}">
                    <a16:creationId xmlns:a16="http://schemas.microsoft.com/office/drawing/2014/main" id="{A1F4E50B-79C5-45CA-A04D-3B8F9282A53E}"/>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Rectangle 125">
                <a:extLst>
                  <a:ext uri="{FF2B5EF4-FFF2-40B4-BE49-F238E27FC236}">
                    <a16:creationId xmlns:a16="http://schemas.microsoft.com/office/drawing/2014/main" id="{A7227401-C246-4F70-8233-3B976B59A387}"/>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126">
                <a:extLst>
                  <a:ext uri="{FF2B5EF4-FFF2-40B4-BE49-F238E27FC236}">
                    <a16:creationId xmlns:a16="http://schemas.microsoft.com/office/drawing/2014/main" id="{D4A1FD11-27D7-4758-8443-A06B09B0075F}"/>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127">
                <a:extLst>
                  <a:ext uri="{FF2B5EF4-FFF2-40B4-BE49-F238E27FC236}">
                    <a16:creationId xmlns:a16="http://schemas.microsoft.com/office/drawing/2014/main" id="{D8CF8BBE-A434-41D8-A5A3-FB14CBABB85D}"/>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128">
                <a:extLst>
                  <a:ext uri="{FF2B5EF4-FFF2-40B4-BE49-F238E27FC236}">
                    <a16:creationId xmlns:a16="http://schemas.microsoft.com/office/drawing/2014/main" id="{567B45F6-BBAA-46C4-B84D-608C4E3EC488}"/>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0" name="Rectangle 129">
                <a:extLst>
                  <a:ext uri="{FF2B5EF4-FFF2-40B4-BE49-F238E27FC236}">
                    <a16:creationId xmlns:a16="http://schemas.microsoft.com/office/drawing/2014/main" id="{D2AB2C3A-CE3B-46BF-9284-48F1FA6115DE}"/>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1" name="Rectangle 130">
                <a:extLst>
                  <a:ext uri="{FF2B5EF4-FFF2-40B4-BE49-F238E27FC236}">
                    <a16:creationId xmlns:a16="http://schemas.microsoft.com/office/drawing/2014/main" id="{D2CF42FA-73FD-4459-8D46-409BFD7D4212}"/>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2" name="Rectangle 131">
                <a:extLst>
                  <a:ext uri="{FF2B5EF4-FFF2-40B4-BE49-F238E27FC236}">
                    <a16:creationId xmlns:a16="http://schemas.microsoft.com/office/drawing/2014/main" id="{85A890B8-0AA7-4032-923D-793C195C5CE1}"/>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3" name="Rectangle 132">
                <a:extLst>
                  <a:ext uri="{FF2B5EF4-FFF2-40B4-BE49-F238E27FC236}">
                    <a16:creationId xmlns:a16="http://schemas.microsoft.com/office/drawing/2014/main" id="{B68FCF4F-73A8-4C2F-8903-418DDF82F2BC}"/>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4" name="Rectangle 133">
                <a:extLst>
                  <a:ext uri="{FF2B5EF4-FFF2-40B4-BE49-F238E27FC236}">
                    <a16:creationId xmlns:a16="http://schemas.microsoft.com/office/drawing/2014/main" id="{F0D57C8D-6B6E-4732-AFDF-6244C7DA291F}"/>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134">
                <a:extLst>
                  <a:ext uri="{FF2B5EF4-FFF2-40B4-BE49-F238E27FC236}">
                    <a16:creationId xmlns:a16="http://schemas.microsoft.com/office/drawing/2014/main" id="{31642D44-DD6E-4219-98E8-12D56D81B76A}"/>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Rectangle 135">
                <a:extLst>
                  <a:ext uri="{FF2B5EF4-FFF2-40B4-BE49-F238E27FC236}">
                    <a16:creationId xmlns:a16="http://schemas.microsoft.com/office/drawing/2014/main" id="{3AEFD0B8-EC2D-4AC6-BB11-7415B9B0721F}"/>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Rectangle 136">
                <a:extLst>
                  <a:ext uri="{FF2B5EF4-FFF2-40B4-BE49-F238E27FC236}">
                    <a16:creationId xmlns:a16="http://schemas.microsoft.com/office/drawing/2014/main" id="{0EF8A19B-434C-42F6-B74E-A63EEFA632F3}"/>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Rectangle 137">
                <a:extLst>
                  <a:ext uri="{FF2B5EF4-FFF2-40B4-BE49-F238E27FC236}">
                    <a16:creationId xmlns:a16="http://schemas.microsoft.com/office/drawing/2014/main" id="{5F78E096-1BCA-4266-A5ED-81CB0F17F2D6}"/>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9" name="Rectangle 138">
                <a:extLst>
                  <a:ext uri="{FF2B5EF4-FFF2-40B4-BE49-F238E27FC236}">
                    <a16:creationId xmlns:a16="http://schemas.microsoft.com/office/drawing/2014/main" id="{55F7BFB3-E97C-4FC1-B2C6-051F488161C0}"/>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0" name="Rectangle 139">
                <a:extLst>
                  <a:ext uri="{FF2B5EF4-FFF2-40B4-BE49-F238E27FC236}">
                    <a16:creationId xmlns:a16="http://schemas.microsoft.com/office/drawing/2014/main" id="{DAFE8FEF-7E38-4DB4-9082-A1C7EEDDBE70}"/>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1" name="Rectangle 140">
                <a:extLst>
                  <a:ext uri="{FF2B5EF4-FFF2-40B4-BE49-F238E27FC236}">
                    <a16:creationId xmlns:a16="http://schemas.microsoft.com/office/drawing/2014/main" id="{B37D0C40-53C6-424E-8E04-059941C6C968}"/>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2" name="Rectangle 141">
                <a:extLst>
                  <a:ext uri="{FF2B5EF4-FFF2-40B4-BE49-F238E27FC236}">
                    <a16:creationId xmlns:a16="http://schemas.microsoft.com/office/drawing/2014/main" id="{4ED4F46F-4771-4F09-B696-AF22CD6311D7}"/>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3" name="Rectangle 142">
                <a:extLst>
                  <a:ext uri="{FF2B5EF4-FFF2-40B4-BE49-F238E27FC236}">
                    <a16:creationId xmlns:a16="http://schemas.microsoft.com/office/drawing/2014/main" id="{5E33E992-D7D9-4B63-BD88-5D1A2962B638}"/>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143">
                <a:extLst>
                  <a:ext uri="{FF2B5EF4-FFF2-40B4-BE49-F238E27FC236}">
                    <a16:creationId xmlns:a16="http://schemas.microsoft.com/office/drawing/2014/main" id="{629CB49E-8C2E-4F55-A412-731C7694AF8C}"/>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5" name="Rectangle 144">
                <a:extLst>
                  <a:ext uri="{FF2B5EF4-FFF2-40B4-BE49-F238E27FC236}">
                    <a16:creationId xmlns:a16="http://schemas.microsoft.com/office/drawing/2014/main" id="{757B551F-863B-47F7-BAC0-34BAADC98CAF}"/>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6" name="Rectangle 145">
                <a:extLst>
                  <a:ext uri="{FF2B5EF4-FFF2-40B4-BE49-F238E27FC236}">
                    <a16:creationId xmlns:a16="http://schemas.microsoft.com/office/drawing/2014/main" id="{2052CDD7-3222-4885-AB3B-A204ECE1D02D}"/>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7" name="Rectangle 146">
                <a:extLst>
                  <a:ext uri="{FF2B5EF4-FFF2-40B4-BE49-F238E27FC236}">
                    <a16:creationId xmlns:a16="http://schemas.microsoft.com/office/drawing/2014/main" id="{37956E86-A3B8-485F-A01D-2D7E47471539}"/>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8" name="Rectangle 147">
                <a:extLst>
                  <a:ext uri="{FF2B5EF4-FFF2-40B4-BE49-F238E27FC236}">
                    <a16:creationId xmlns:a16="http://schemas.microsoft.com/office/drawing/2014/main" id="{EC20EC68-CA18-401A-81A1-AA7D128BE33E}"/>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9" name="Rectangle 148">
                <a:extLst>
                  <a:ext uri="{FF2B5EF4-FFF2-40B4-BE49-F238E27FC236}">
                    <a16:creationId xmlns:a16="http://schemas.microsoft.com/office/drawing/2014/main" id="{DB995F29-816A-4234-9DBB-7ABA7501AB1D}"/>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0" name="Rectangle 149">
                <a:extLst>
                  <a:ext uri="{FF2B5EF4-FFF2-40B4-BE49-F238E27FC236}">
                    <a16:creationId xmlns:a16="http://schemas.microsoft.com/office/drawing/2014/main" id="{62EF13DB-A7F4-4596-84C8-46D83BAED6DC}"/>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Rectangle 150">
                <a:extLst>
                  <a:ext uri="{FF2B5EF4-FFF2-40B4-BE49-F238E27FC236}">
                    <a16:creationId xmlns:a16="http://schemas.microsoft.com/office/drawing/2014/main" id="{1E4640AC-DC03-4CB7-B5C9-ABE31A2A09D0}"/>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2" name="Rectangle 151">
                <a:extLst>
                  <a:ext uri="{FF2B5EF4-FFF2-40B4-BE49-F238E27FC236}">
                    <a16:creationId xmlns:a16="http://schemas.microsoft.com/office/drawing/2014/main" id="{32626AC5-B3D7-424D-A014-FD699C3FE5B1}"/>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Rectangle 152">
                <a:extLst>
                  <a:ext uri="{FF2B5EF4-FFF2-40B4-BE49-F238E27FC236}">
                    <a16:creationId xmlns:a16="http://schemas.microsoft.com/office/drawing/2014/main" id="{1B1B0FF3-5B8A-47F8-A0F9-B83350A4B0BB}"/>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4" name="Rectangle 153">
                <a:extLst>
                  <a:ext uri="{FF2B5EF4-FFF2-40B4-BE49-F238E27FC236}">
                    <a16:creationId xmlns:a16="http://schemas.microsoft.com/office/drawing/2014/main" id="{02191479-99DB-4E96-9714-ECB6235F11A8}"/>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5" name="Rectangle 154">
                <a:extLst>
                  <a:ext uri="{FF2B5EF4-FFF2-40B4-BE49-F238E27FC236}">
                    <a16:creationId xmlns:a16="http://schemas.microsoft.com/office/drawing/2014/main" id="{048E7B28-A528-403F-98ED-B95E8A919AB5}"/>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6" name="Rectangle 155">
                <a:extLst>
                  <a:ext uri="{FF2B5EF4-FFF2-40B4-BE49-F238E27FC236}">
                    <a16:creationId xmlns:a16="http://schemas.microsoft.com/office/drawing/2014/main" id="{D7A6A081-56AA-499A-8BC9-E18C8B413A39}"/>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7" name="Rectangle 156">
                <a:extLst>
                  <a:ext uri="{FF2B5EF4-FFF2-40B4-BE49-F238E27FC236}">
                    <a16:creationId xmlns:a16="http://schemas.microsoft.com/office/drawing/2014/main" id="{4F231F0F-A33D-4E87-9D2B-3BF68009A99D}"/>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8" name="Rectangle 157">
                <a:extLst>
                  <a:ext uri="{FF2B5EF4-FFF2-40B4-BE49-F238E27FC236}">
                    <a16:creationId xmlns:a16="http://schemas.microsoft.com/office/drawing/2014/main" id="{12AD0196-E4B3-448D-9E50-2EFD8806B691}"/>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9" name="Rectangle 158">
                <a:extLst>
                  <a:ext uri="{FF2B5EF4-FFF2-40B4-BE49-F238E27FC236}">
                    <a16:creationId xmlns:a16="http://schemas.microsoft.com/office/drawing/2014/main" id="{DE3B190F-4879-4013-967B-19F696ECCF7C}"/>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0" name="Rectangle 159">
                <a:extLst>
                  <a:ext uri="{FF2B5EF4-FFF2-40B4-BE49-F238E27FC236}">
                    <a16:creationId xmlns:a16="http://schemas.microsoft.com/office/drawing/2014/main" id="{E581297B-DB9C-4165-A5C2-1F94C8EC59DB}"/>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1" name="Rectangle 160">
                <a:extLst>
                  <a:ext uri="{FF2B5EF4-FFF2-40B4-BE49-F238E27FC236}">
                    <a16:creationId xmlns:a16="http://schemas.microsoft.com/office/drawing/2014/main" id="{A480F958-6414-4B6F-9A69-12DADD839CE8}"/>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2" name="Rectangle 161">
                <a:extLst>
                  <a:ext uri="{FF2B5EF4-FFF2-40B4-BE49-F238E27FC236}">
                    <a16:creationId xmlns:a16="http://schemas.microsoft.com/office/drawing/2014/main" id="{2B4DDC10-9BF6-4B3A-9820-B5C6C91FCED9}"/>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3" name="Rectangle 162">
                <a:extLst>
                  <a:ext uri="{FF2B5EF4-FFF2-40B4-BE49-F238E27FC236}">
                    <a16:creationId xmlns:a16="http://schemas.microsoft.com/office/drawing/2014/main" id="{A40418D4-A0CC-4146-BD30-95CDF1AD8958}"/>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4" name="Rectangle 163">
                <a:extLst>
                  <a:ext uri="{FF2B5EF4-FFF2-40B4-BE49-F238E27FC236}">
                    <a16:creationId xmlns:a16="http://schemas.microsoft.com/office/drawing/2014/main" id="{9948AFD8-F25B-4AD5-AF67-E54303BFAA51}"/>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5" name="Rectangle 164">
                <a:extLst>
                  <a:ext uri="{FF2B5EF4-FFF2-40B4-BE49-F238E27FC236}">
                    <a16:creationId xmlns:a16="http://schemas.microsoft.com/office/drawing/2014/main" id="{00E465FE-90B8-4505-BCCA-9D33E27EF255}"/>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6" name="Rectangle 165">
                <a:extLst>
                  <a:ext uri="{FF2B5EF4-FFF2-40B4-BE49-F238E27FC236}">
                    <a16:creationId xmlns:a16="http://schemas.microsoft.com/office/drawing/2014/main" id="{8931AC8B-654B-4C90-8E40-B284E1CAD3AF}"/>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7" name="Rectangle 166">
                <a:extLst>
                  <a:ext uri="{FF2B5EF4-FFF2-40B4-BE49-F238E27FC236}">
                    <a16:creationId xmlns:a16="http://schemas.microsoft.com/office/drawing/2014/main" id="{69A8E121-0537-4086-BE81-F6175F23F929}"/>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8" name="Rectangle 167">
                <a:extLst>
                  <a:ext uri="{FF2B5EF4-FFF2-40B4-BE49-F238E27FC236}">
                    <a16:creationId xmlns:a16="http://schemas.microsoft.com/office/drawing/2014/main" id="{275B4E6F-2F8B-4325-8F52-D884C0FB346C}"/>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9" name="Rectangle 168">
                <a:extLst>
                  <a:ext uri="{FF2B5EF4-FFF2-40B4-BE49-F238E27FC236}">
                    <a16:creationId xmlns:a16="http://schemas.microsoft.com/office/drawing/2014/main" id="{5EA3F49E-7CE3-4EB8-B86D-E27C3E719152}"/>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0" name="Rectangle 169">
                <a:extLst>
                  <a:ext uri="{FF2B5EF4-FFF2-40B4-BE49-F238E27FC236}">
                    <a16:creationId xmlns:a16="http://schemas.microsoft.com/office/drawing/2014/main" id="{B28906DF-32BE-46B7-BDA6-7203BF825619}"/>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1" name="Rectangle 170">
                <a:extLst>
                  <a:ext uri="{FF2B5EF4-FFF2-40B4-BE49-F238E27FC236}">
                    <a16:creationId xmlns:a16="http://schemas.microsoft.com/office/drawing/2014/main" id="{131CF3C7-AAFB-4489-B09C-1D9AAD112044}"/>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2" name="Rectangle 171">
                <a:extLst>
                  <a:ext uri="{FF2B5EF4-FFF2-40B4-BE49-F238E27FC236}">
                    <a16:creationId xmlns:a16="http://schemas.microsoft.com/office/drawing/2014/main" id="{B448FAA0-5785-4F8D-8AA5-CE2F4522E799}"/>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3" name="Rectangle 172">
                <a:extLst>
                  <a:ext uri="{FF2B5EF4-FFF2-40B4-BE49-F238E27FC236}">
                    <a16:creationId xmlns:a16="http://schemas.microsoft.com/office/drawing/2014/main" id="{03A6A3FB-2F87-4C6F-89FC-DDEF96CAD85D}"/>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4" name="Rectangle 173">
                <a:extLst>
                  <a:ext uri="{FF2B5EF4-FFF2-40B4-BE49-F238E27FC236}">
                    <a16:creationId xmlns:a16="http://schemas.microsoft.com/office/drawing/2014/main" id="{1638A7E7-900B-4755-A4E8-B7A678004DE2}"/>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95" name="Groupe 194">
              <a:extLst>
                <a:ext uri="{FF2B5EF4-FFF2-40B4-BE49-F238E27FC236}">
                  <a16:creationId xmlns:a16="http://schemas.microsoft.com/office/drawing/2014/main" id="{4E1CCD66-BD6E-44D5-8754-3F78CF91EE84}"/>
                </a:ext>
              </a:extLst>
            </p:cNvPr>
            <p:cNvGrpSpPr/>
            <p:nvPr/>
          </p:nvGrpSpPr>
          <p:grpSpPr>
            <a:xfrm>
              <a:off x="1586592" y="3400064"/>
              <a:ext cx="1383385" cy="1242096"/>
              <a:chOff x="5247267" y="8072371"/>
              <a:chExt cx="817082" cy="733631"/>
            </a:xfrm>
          </p:grpSpPr>
          <p:grpSp>
            <p:nvGrpSpPr>
              <p:cNvPr id="196" name="Groupe 195">
                <a:extLst>
                  <a:ext uri="{FF2B5EF4-FFF2-40B4-BE49-F238E27FC236}">
                    <a16:creationId xmlns:a16="http://schemas.microsoft.com/office/drawing/2014/main" id="{98ADEBB3-869F-4DF0-9E84-CB3CEA5A7DE3}"/>
                  </a:ext>
                </a:extLst>
              </p:cNvPr>
              <p:cNvGrpSpPr/>
              <p:nvPr/>
            </p:nvGrpSpPr>
            <p:grpSpPr>
              <a:xfrm>
                <a:off x="5247267" y="8117813"/>
                <a:ext cx="817082" cy="688189"/>
                <a:chOff x="3890963" y="2438774"/>
                <a:chExt cx="1085661" cy="914400"/>
              </a:xfrm>
            </p:grpSpPr>
            <p:pic>
              <p:nvPicPr>
                <p:cNvPr id="198" name="Graphique 197" descr="Culturiste avec un remplissage uni">
                  <a:extLst>
                    <a:ext uri="{FF2B5EF4-FFF2-40B4-BE49-F238E27FC236}">
                      <a16:creationId xmlns:a16="http://schemas.microsoft.com/office/drawing/2014/main" id="{AC7B218B-262F-409C-B9EB-C90FB52588D6}"/>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9" name="Rectangle 198">
                  <a:extLst>
                    <a:ext uri="{FF2B5EF4-FFF2-40B4-BE49-F238E27FC236}">
                      <a16:creationId xmlns:a16="http://schemas.microsoft.com/office/drawing/2014/main" id="{B5FDC8FE-C73E-409E-BAED-AA5F4566E30C}"/>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0" name="Rectangle 199">
                  <a:extLst>
                    <a:ext uri="{FF2B5EF4-FFF2-40B4-BE49-F238E27FC236}">
                      <a16:creationId xmlns:a16="http://schemas.microsoft.com/office/drawing/2014/main" id="{118BDBAE-CAD8-437A-B143-72E96592EE25}"/>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97" name="Rectangle 196">
                <a:extLst>
                  <a:ext uri="{FF2B5EF4-FFF2-40B4-BE49-F238E27FC236}">
                    <a16:creationId xmlns:a16="http://schemas.microsoft.com/office/drawing/2014/main" id="{01AFD1CB-4387-4339-ABD7-CDEAFF91FC7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1" name="Groupe 200">
              <a:extLst>
                <a:ext uri="{FF2B5EF4-FFF2-40B4-BE49-F238E27FC236}">
                  <a16:creationId xmlns:a16="http://schemas.microsoft.com/office/drawing/2014/main" id="{7853BF78-AA9F-461F-B621-B7EFE53AFBFA}"/>
                </a:ext>
              </a:extLst>
            </p:cNvPr>
            <p:cNvGrpSpPr/>
            <p:nvPr/>
          </p:nvGrpSpPr>
          <p:grpSpPr>
            <a:xfrm flipH="1">
              <a:off x="262080" y="5046378"/>
              <a:ext cx="635480" cy="1274252"/>
              <a:chOff x="5134003" y="2196472"/>
              <a:chExt cx="563254" cy="1156702"/>
            </a:xfrm>
          </p:grpSpPr>
          <p:pic>
            <p:nvPicPr>
              <p:cNvPr id="202" name="Graphique 201" descr="Réussite du groupe avec un remplissage uni">
                <a:extLst>
                  <a:ext uri="{FF2B5EF4-FFF2-40B4-BE49-F238E27FC236}">
                    <a16:creationId xmlns:a16="http://schemas.microsoft.com/office/drawing/2014/main" id="{DB737901-907F-4ED9-B81C-24BCBF005158}"/>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3" name="Rectangle 202">
                <a:extLst>
                  <a:ext uri="{FF2B5EF4-FFF2-40B4-BE49-F238E27FC236}">
                    <a16:creationId xmlns:a16="http://schemas.microsoft.com/office/drawing/2014/main" id="{3D35CB96-3794-4B3B-A7DB-5861F45A8F9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4" name="Groupe 203">
              <a:extLst>
                <a:ext uri="{FF2B5EF4-FFF2-40B4-BE49-F238E27FC236}">
                  <a16:creationId xmlns:a16="http://schemas.microsoft.com/office/drawing/2014/main" id="{64C304F4-7F94-4FD2-BC45-B7945319CAB8}"/>
                </a:ext>
              </a:extLst>
            </p:cNvPr>
            <p:cNvGrpSpPr/>
            <p:nvPr/>
          </p:nvGrpSpPr>
          <p:grpSpPr>
            <a:xfrm flipH="1">
              <a:off x="3424466" y="3197940"/>
              <a:ext cx="544643" cy="1109212"/>
              <a:chOff x="5134003" y="2196472"/>
              <a:chExt cx="563254" cy="1156702"/>
            </a:xfrm>
          </p:grpSpPr>
          <p:pic>
            <p:nvPicPr>
              <p:cNvPr id="205" name="Graphique 204" descr="Réussite du groupe avec un remplissage uni">
                <a:extLst>
                  <a:ext uri="{FF2B5EF4-FFF2-40B4-BE49-F238E27FC236}">
                    <a16:creationId xmlns:a16="http://schemas.microsoft.com/office/drawing/2014/main" id="{B45A7477-1594-4A43-A8DC-C7551975CD56}"/>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6" name="Rectangle 205">
                <a:extLst>
                  <a:ext uri="{FF2B5EF4-FFF2-40B4-BE49-F238E27FC236}">
                    <a16:creationId xmlns:a16="http://schemas.microsoft.com/office/drawing/2014/main" id="{4666D706-FB2B-426F-8DB0-1FB75CA41269}"/>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9" name="Graphique 8" descr="Mur de briques en construction avec un remplissage uni">
              <a:extLst>
                <a:ext uri="{FF2B5EF4-FFF2-40B4-BE49-F238E27FC236}">
                  <a16:creationId xmlns:a16="http://schemas.microsoft.com/office/drawing/2014/main" id="{3F30A76B-3311-4246-99E5-7DF4D9975A4E}"/>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flipH="1">
              <a:off x="7209724" y="2927004"/>
              <a:ext cx="993712" cy="1005521"/>
            </a:xfrm>
            <a:prstGeom prst="rect">
              <a:avLst/>
            </a:prstGeom>
          </p:spPr>
        </p:pic>
        <p:pic>
          <p:nvPicPr>
            <p:cNvPr id="249" name="Graphique 248" descr="Mur de briques en construction avec un remplissage uni">
              <a:extLst>
                <a:ext uri="{FF2B5EF4-FFF2-40B4-BE49-F238E27FC236}">
                  <a16:creationId xmlns:a16="http://schemas.microsoft.com/office/drawing/2014/main" id="{2609CF9A-449F-4A80-AC18-FC15FC76B1A2}"/>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flipH="1">
              <a:off x="5736911" y="3981151"/>
              <a:ext cx="993712" cy="1005521"/>
            </a:xfrm>
            <a:prstGeom prst="rect">
              <a:avLst/>
            </a:prstGeom>
          </p:spPr>
        </p:pic>
        <p:pic>
          <p:nvPicPr>
            <p:cNvPr id="250" name="Graphique 249" descr="Mur de briques en construction avec un remplissage uni">
              <a:extLst>
                <a:ext uri="{FF2B5EF4-FFF2-40B4-BE49-F238E27FC236}">
                  <a16:creationId xmlns:a16="http://schemas.microsoft.com/office/drawing/2014/main" id="{4DA4D23A-5BF4-40FF-8A44-BB87426AF1B3}"/>
                </a:ext>
              </a:extLst>
            </p:cNvPr>
            <p:cNvPicPr>
              <a:picLocks noChangeAspect="1"/>
            </p:cNvPicPr>
            <p:nvPr/>
          </p:nvPicPr>
          <p:blipFill>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flipH="1">
              <a:off x="7150179" y="4248794"/>
              <a:ext cx="993712" cy="1005521"/>
            </a:xfrm>
            <a:prstGeom prst="rect">
              <a:avLst/>
            </a:prstGeom>
          </p:spPr>
        </p:pic>
        <p:pic>
          <p:nvPicPr>
            <p:cNvPr id="251" name="Graphique 250" descr="Mur de briques en construction avec un remplissage uni">
              <a:extLst>
                <a:ext uri="{FF2B5EF4-FFF2-40B4-BE49-F238E27FC236}">
                  <a16:creationId xmlns:a16="http://schemas.microsoft.com/office/drawing/2014/main" id="{2734F6DB-BBC3-4B7D-BE4E-08A62338D7E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flipH="1">
              <a:off x="6192810" y="5310114"/>
              <a:ext cx="993712" cy="1005521"/>
            </a:xfrm>
            <a:prstGeom prst="rect">
              <a:avLst/>
            </a:prstGeom>
          </p:spPr>
        </p:pic>
      </p:grpSp>
      <p:sp>
        <p:nvSpPr>
          <p:cNvPr id="252" name="Espace réservé du contenu 2">
            <a:extLst>
              <a:ext uri="{FF2B5EF4-FFF2-40B4-BE49-F238E27FC236}">
                <a16:creationId xmlns:a16="http://schemas.microsoft.com/office/drawing/2014/main" id="{42BAE5F9-7E7E-4181-89CE-3D9C5DC880A7}"/>
              </a:ext>
            </a:extLst>
          </p:cNvPr>
          <p:cNvSpPr>
            <a:spLocks noGrp="1"/>
          </p:cNvSpPr>
          <p:nvPr>
            <p:ph idx="1"/>
          </p:nvPr>
        </p:nvSpPr>
        <p:spPr>
          <a:xfrm>
            <a:off x="838200" y="1825625"/>
            <a:ext cx="4396757" cy="4351338"/>
          </a:xfrm>
        </p:spPr>
        <p:txBody>
          <a:bodyPr>
            <a:normAutofit fontScale="55000" lnSpcReduction="20000"/>
          </a:bodyPr>
          <a:lstStyle/>
          <a:p>
            <a:r>
              <a:rPr lang="en-US" dirty="0"/>
              <a:t>Founding a Project / Product often requires motivation, energy, skills, resources, network.</a:t>
            </a:r>
          </a:p>
          <a:p>
            <a:endParaRPr lang="en-US" dirty="0"/>
          </a:p>
          <a:p>
            <a:r>
              <a:rPr lang="en-US" dirty="0"/>
              <a:t>Project / Product Founders who can picture </a:t>
            </a:r>
            <a:r>
              <a:rPr lang="en-US" b="1" dirty="0">
                <a:solidFill>
                  <a:srgbClr val="0683AA"/>
                </a:solidFill>
              </a:rPr>
              <a:t>their own individual contribution </a:t>
            </a:r>
            <a:r>
              <a:rPr lang="en-US" dirty="0"/>
              <a:t>are more likely to engage (even if unequally) and appreciate each other.</a:t>
            </a:r>
          </a:p>
          <a:p>
            <a:endParaRPr lang="en-US" dirty="0"/>
          </a:p>
          <a:p>
            <a:r>
              <a:rPr lang="en-US" dirty="0"/>
              <a:t>Discussing </a:t>
            </a:r>
            <a:r>
              <a:rPr lang="en-US" b="1" dirty="0">
                <a:solidFill>
                  <a:srgbClr val="ED7D31"/>
                </a:solidFill>
              </a:rPr>
              <a:t>first opportunities of combining contributions </a:t>
            </a:r>
            <a:r>
              <a:rPr lang="en-US" dirty="0"/>
              <a:t>can help imagine activities.</a:t>
            </a:r>
          </a:p>
          <a:p>
            <a:endParaRPr lang="en-US" dirty="0"/>
          </a:p>
          <a:p>
            <a:r>
              <a:rPr lang="en-US" dirty="0"/>
              <a:t>A Project / Product can often </a:t>
            </a:r>
            <a:r>
              <a:rPr lang="en-US" b="1" dirty="0">
                <a:solidFill>
                  <a:srgbClr val="0683AA"/>
                </a:solidFill>
              </a:rPr>
              <a:t>do together what individuals alone can’t</a:t>
            </a:r>
            <a:r>
              <a:rPr lang="en-US" dirty="0">
                <a:solidFill>
                  <a:srgbClr val="0683AA"/>
                </a:solidFill>
              </a:rPr>
              <a:t>.</a:t>
            </a:r>
          </a:p>
          <a:p>
            <a:r>
              <a:rPr lang="en-US" dirty="0"/>
              <a:t> Understanding the difference of possibilities and focus on collective strength can increase engagement.</a:t>
            </a:r>
          </a:p>
        </p:txBody>
      </p:sp>
    </p:spTree>
    <p:extLst>
      <p:ext uri="{BB962C8B-B14F-4D97-AF65-F5344CB8AC3E}">
        <p14:creationId xmlns:p14="http://schemas.microsoft.com/office/powerpoint/2010/main" val="2607133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05CEA-B376-4336-AAA7-38ABCF09E831}"/>
              </a:ext>
            </a:extLst>
          </p:cNvPr>
          <p:cNvSpPr>
            <a:spLocks noGrp="1"/>
          </p:cNvSpPr>
          <p:nvPr>
            <p:ph type="title"/>
          </p:nvPr>
        </p:nvSpPr>
        <p:spPr>
          <a:xfrm>
            <a:off x="838200" y="365125"/>
            <a:ext cx="10515600" cy="583553"/>
          </a:xfrm>
        </p:spPr>
        <p:txBody>
          <a:bodyPr>
            <a:normAutofit fontScale="90000"/>
          </a:bodyPr>
          <a:lstStyle/>
          <a:p>
            <a:r>
              <a:rPr lang="en-US"/>
              <a:t>Why US ?</a:t>
            </a:r>
            <a:br>
              <a:rPr lang="en-US"/>
            </a:br>
            <a:r>
              <a:rPr lang="en-US"/>
              <a:t>House of contribution (visual workshop version)</a:t>
            </a:r>
          </a:p>
        </p:txBody>
      </p:sp>
      <p:sp>
        <p:nvSpPr>
          <p:cNvPr id="48" name="ZoneTexte 47">
            <a:extLst>
              <a:ext uri="{FF2B5EF4-FFF2-40B4-BE49-F238E27FC236}">
                <a16:creationId xmlns:a16="http://schemas.microsoft.com/office/drawing/2014/main" id="{3342C862-0507-44EC-BE7E-B1D8E38192A5}"/>
              </a:ext>
            </a:extLst>
          </p:cNvPr>
          <p:cNvSpPr txBox="1"/>
          <p:nvPr/>
        </p:nvSpPr>
        <p:spPr>
          <a:xfrm>
            <a:off x="383780" y="1358255"/>
            <a:ext cx="4136283" cy="338554"/>
          </a:xfrm>
          <a:prstGeom prst="rect">
            <a:avLst/>
          </a:prstGeom>
          <a:noFill/>
        </p:spPr>
        <p:txBody>
          <a:bodyPr wrap="square">
            <a:spAutoFit/>
          </a:bodyPr>
          <a:lstStyle/>
          <a:p>
            <a:pPr algn="ctr"/>
            <a:r>
              <a:rPr lang="en-US" sz="1600" b="1" i="1"/>
              <a:t>What everyone can start bringing for the goal</a:t>
            </a:r>
          </a:p>
        </p:txBody>
      </p:sp>
      <p:sp>
        <p:nvSpPr>
          <p:cNvPr id="49" name="ZoneTexte 48">
            <a:extLst>
              <a:ext uri="{FF2B5EF4-FFF2-40B4-BE49-F238E27FC236}">
                <a16:creationId xmlns:a16="http://schemas.microsoft.com/office/drawing/2014/main" id="{13C61C05-6FCE-4C2F-B888-2189F503860F}"/>
              </a:ext>
            </a:extLst>
          </p:cNvPr>
          <p:cNvSpPr txBox="1"/>
          <p:nvPr/>
        </p:nvSpPr>
        <p:spPr>
          <a:xfrm>
            <a:off x="5804381" y="1365741"/>
            <a:ext cx="2258641" cy="584775"/>
          </a:xfrm>
          <a:prstGeom prst="rect">
            <a:avLst/>
          </a:prstGeom>
          <a:noFill/>
        </p:spPr>
        <p:txBody>
          <a:bodyPr wrap="square">
            <a:spAutoFit/>
          </a:bodyPr>
          <a:lstStyle/>
          <a:p>
            <a:pPr algn="ctr"/>
            <a:r>
              <a:rPr lang="en-US" sz="1600" b="1" i="1"/>
              <a:t>First Ideas of combined contributions</a:t>
            </a:r>
          </a:p>
        </p:txBody>
      </p:sp>
      <p:sp>
        <p:nvSpPr>
          <p:cNvPr id="52" name="ZoneTexte 51">
            <a:extLst>
              <a:ext uri="{FF2B5EF4-FFF2-40B4-BE49-F238E27FC236}">
                <a16:creationId xmlns:a16="http://schemas.microsoft.com/office/drawing/2014/main" id="{F7A9D8FC-D848-4D9F-91E9-9318A289E46D}"/>
              </a:ext>
            </a:extLst>
          </p:cNvPr>
          <p:cNvSpPr txBox="1"/>
          <p:nvPr/>
        </p:nvSpPr>
        <p:spPr>
          <a:xfrm>
            <a:off x="9738227" y="1361321"/>
            <a:ext cx="2258641" cy="830997"/>
          </a:xfrm>
          <a:prstGeom prst="rect">
            <a:avLst/>
          </a:prstGeom>
          <a:noFill/>
        </p:spPr>
        <p:txBody>
          <a:bodyPr wrap="square">
            <a:spAutoFit/>
          </a:bodyPr>
          <a:lstStyle/>
          <a:p>
            <a:pPr algn="ctr"/>
            <a:r>
              <a:rPr lang="en-US" sz="1600" b="1" i="1"/>
              <a:t>Successes that we could not reach as scattered individuals</a:t>
            </a:r>
          </a:p>
        </p:txBody>
      </p:sp>
      <p:grpSp>
        <p:nvGrpSpPr>
          <p:cNvPr id="55" name="Groupe 54">
            <a:extLst>
              <a:ext uri="{FF2B5EF4-FFF2-40B4-BE49-F238E27FC236}">
                <a16:creationId xmlns:a16="http://schemas.microsoft.com/office/drawing/2014/main" id="{26EBE82C-A9CF-44DD-A535-F92283AA2649}"/>
              </a:ext>
            </a:extLst>
          </p:cNvPr>
          <p:cNvGrpSpPr/>
          <p:nvPr/>
        </p:nvGrpSpPr>
        <p:grpSpPr>
          <a:xfrm>
            <a:off x="2609577" y="1563591"/>
            <a:ext cx="1467257" cy="1169474"/>
            <a:chOff x="2609577" y="1563591"/>
            <a:chExt cx="1467257" cy="1169474"/>
          </a:xfrm>
        </p:grpSpPr>
        <p:grpSp>
          <p:nvGrpSpPr>
            <p:cNvPr id="42" name="Groupe 41">
              <a:extLst>
                <a:ext uri="{FF2B5EF4-FFF2-40B4-BE49-F238E27FC236}">
                  <a16:creationId xmlns:a16="http://schemas.microsoft.com/office/drawing/2014/main" id="{355A2826-D35C-4355-8D6F-CA811352584A}"/>
                </a:ext>
              </a:extLst>
            </p:cNvPr>
            <p:cNvGrpSpPr/>
            <p:nvPr/>
          </p:nvGrpSpPr>
          <p:grpSpPr>
            <a:xfrm>
              <a:off x="2609577" y="1563591"/>
              <a:ext cx="1412109" cy="1169474"/>
              <a:chOff x="2645545" y="3994190"/>
              <a:chExt cx="1412109" cy="1169474"/>
            </a:xfrm>
          </p:grpSpPr>
          <p:pic>
            <p:nvPicPr>
              <p:cNvPr id="43" name="Graphique 42" descr="Diable avec un remplissage uni">
                <a:extLst>
                  <a:ext uri="{FF2B5EF4-FFF2-40B4-BE49-F238E27FC236}">
                    <a16:creationId xmlns:a16="http://schemas.microsoft.com/office/drawing/2014/main" id="{8244A6A4-C5E1-4062-A01E-7F8B5AD111CF}"/>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44" name="Graphique 43" descr="Base-ball avec un remplissage uni">
                <a:extLst>
                  <a:ext uri="{FF2B5EF4-FFF2-40B4-BE49-F238E27FC236}">
                    <a16:creationId xmlns:a16="http://schemas.microsoft.com/office/drawing/2014/main" id="{5C12E74D-1A36-40E7-8099-519692F5218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45" name="Rectangle 44">
                <a:extLst>
                  <a:ext uri="{FF2B5EF4-FFF2-40B4-BE49-F238E27FC236}">
                    <a16:creationId xmlns:a16="http://schemas.microsoft.com/office/drawing/2014/main" id="{1AFD5C9D-8C2F-4199-9991-CDDA10264D43}"/>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4" name="Graphique 53" descr="Boîte à archives avec un remplissage uni">
              <a:extLst>
                <a:ext uri="{FF2B5EF4-FFF2-40B4-BE49-F238E27FC236}">
                  <a16:creationId xmlns:a16="http://schemas.microsoft.com/office/drawing/2014/main" id="{78459876-A327-48F8-A172-A2B68D6C0D8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80" name="Groupe 79">
            <a:extLst>
              <a:ext uri="{FF2B5EF4-FFF2-40B4-BE49-F238E27FC236}">
                <a16:creationId xmlns:a16="http://schemas.microsoft.com/office/drawing/2014/main" id="{C5C2CD00-8B2B-4B4C-A81E-8B0F1CACDA4D}"/>
              </a:ext>
            </a:extLst>
          </p:cNvPr>
          <p:cNvGrpSpPr/>
          <p:nvPr/>
        </p:nvGrpSpPr>
        <p:grpSpPr>
          <a:xfrm>
            <a:off x="2907742" y="4287731"/>
            <a:ext cx="1467257" cy="1169474"/>
            <a:chOff x="2609577" y="1563591"/>
            <a:chExt cx="1467257" cy="1169474"/>
          </a:xfrm>
        </p:grpSpPr>
        <p:grpSp>
          <p:nvGrpSpPr>
            <p:cNvPr id="81" name="Groupe 80">
              <a:extLst>
                <a:ext uri="{FF2B5EF4-FFF2-40B4-BE49-F238E27FC236}">
                  <a16:creationId xmlns:a16="http://schemas.microsoft.com/office/drawing/2014/main" id="{F3CC8DA8-B904-4687-9A23-3C4BA94E2FDE}"/>
                </a:ext>
              </a:extLst>
            </p:cNvPr>
            <p:cNvGrpSpPr/>
            <p:nvPr/>
          </p:nvGrpSpPr>
          <p:grpSpPr>
            <a:xfrm>
              <a:off x="2609577" y="1563591"/>
              <a:ext cx="1412109" cy="1169474"/>
              <a:chOff x="2645545" y="3994190"/>
              <a:chExt cx="1412109" cy="1169474"/>
            </a:xfrm>
          </p:grpSpPr>
          <p:pic>
            <p:nvPicPr>
              <p:cNvPr id="83" name="Graphique 82" descr="Diable avec un remplissage uni">
                <a:extLst>
                  <a:ext uri="{FF2B5EF4-FFF2-40B4-BE49-F238E27FC236}">
                    <a16:creationId xmlns:a16="http://schemas.microsoft.com/office/drawing/2014/main" id="{AF514076-F83A-4A89-ABCF-58AD67E4B4A8}"/>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84" name="Graphique 83" descr="Base-ball avec un remplissage uni">
                <a:extLst>
                  <a:ext uri="{FF2B5EF4-FFF2-40B4-BE49-F238E27FC236}">
                    <a16:creationId xmlns:a16="http://schemas.microsoft.com/office/drawing/2014/main" id="{A04ED57F-AFFD-409B-8C24-D22B629FC4A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85" name="Rectangle 84">
                <a:extLst>
                  <a:ext uri="{FF2B5EF4-FFF2-40B4-BE49-F238E27FC236}">
                    <a16:creationId xmlns:a16="http://schemas.microsoft.com/office/drawing/2014/main" id="{C91B5379-3E46-4A37-B2D6-C4F3CD53700B}"/>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2" name="Graphique 81" descr="Boîte à archives avec un remplissage uni">
              <a:extLst>
                <a:ext uri="{FF2B5EF4-FFF2-40B4-BE49-F238E27FC236}">
                  <a16:creationId xmlns:a16="http://schemas.microsoft.com/office/drawing/2014/main" id="{DA1A851F-C5EF-43C9-A0B3-7187DBCFD405}"/>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86" name="Groupe 85">
            <a:extLst>
              <a:ext uri="{FF2B5EF4-FFF2-40B4-BE49-F238E27FC236}">
                <a16:creationId xmlns:a16="http://schemas.microsoft.com/office/drawing/2014/main" id="{2866E67F-F311-4588-B703-8A697368E469}"/>
              </a:ext>
            </a:extLst>
          </p:cNvPr>
          <p:cNvGrpSpPr/>
          <p:nvPr/>
        </p:nvGrpSpPr>
        <p:grpSpPr>
          <a:xfrm>
            <a:off x="2547542" y="5603914"/>
            <a:ext cx="1467257" cy="1169474"/>
            <a:chOff x="2609577" y="1563591"/>
            <a:chExt cx="1467257" cy="1169474"/>
          </a:xfrm>
        </p:grpSpPr>
        <p:grpSp>
          <p:nvGrpSpPr>
            <p:cNvPr id="87" name="Groupe 86">
              <a:extLst>
                <a:ext uri="{FF2B5EF4-FFF2-40B4-BE49-F238E27FC236}">
                  <a16:creationId xmlns:a16="http://schemas.microsoft.com/office/drawing/2014/main" id="{F451FCE1-F2B0-484F-A08F-2CB7D2FEC9EC}"/>
                </a:ext>
              </a:extLst>
            </p:cNvPr>
            <p:cNvGrpSpPr/>
            <p:nvPr/>
          </p:nvGrpSpPr>
          <p:grpSpPr>
            <a:xfrm>
              <a:off x="2609577" y="1563591"/>
              <a:ext cx="1412109" cy="1169474"/>
              <a:chOff x="2645545" y="3994190"/>
              <a:chExt cx="1412109" cy="1169474"/>
            </a:xfrm>
          </p:grpSpPr>
          <p:pic>
            <p:nvPicPr>
              <p:cNvPr id="89" name="Graphique 88" descr="Diable avec un remplissage uni">
                <a:extLst>
                  <a:ext uri="{FF2B5EF4-FFF2-40B4-BE49-F238E27FC236}">
                    <a16:creationId xmlns:a16="http://schemas.microsoft.com/office/drawing/2014/main" id="{9F087DA0-B39B-45CC-B709-2E92EC9B9C50}"/>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90" name="Graphique 89" descr="Base-ball avec un remplissage uni">
                <a:extLst>
                  <a:ext uri="{FF2B5EF4-FFF2-40B4-BE49-F238E27FC236}">
                    <a16:creationId xmlns:a16="http://schemas.microsoft.com/office/drawing/2014/main" id="{E0377BB5-85CB-4162-B1DD-0EDAEE890DD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91" name="Rectangle 90">
                <a:extLst>
                  <a:ext uri="{FF2B5EF4-FFF2-40B4-BE49-F238E27FC236}">
                    <a16:creationId xmlns:a16="http://schemas.microsoft.com/office/drawing/2014/main" id="{F7F87CA6-C82F-4A7C-810C-6966E88C7137}"/>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8" name="Graphique 87" descr="Boîte à archives avec un remplissage uni">
              <a:extLst>
                <a:ext uri="{FF2B5EF4-FFF2-40B4-BE49-F238E27FC236}">
                  <a16:creationId xmlns:a16="http://schemas.microsoft.com/office/drawing/2014/main" id="{D1F7AED6-42D3-4C34-9625-A3D14E52FB40}"/>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92" name="Groupe 91">
            <a:extLst>
              <a:ext uri="{FF2B5EF4-FFF2-40B4-BE49-F238E27FC236}">
                <a16:creationId xmlns:a16="http://schemas.microsoft.com/office/drawing/2014/main" id="{68F73D70-3EBC-4AF5-9B49-5677BCD0692C}"/>
              </a:ext>
            </a:extLst>
          </p:cNvPr>
          <p:cNvGrpSpPr/>
          <p:nvPr/>
        </p:nvGrpSpPr>
        <p:grpSpPr>
          <a:xfrm>
            <a:off x="1098866" y="4806407"/>
            <a:ext cx="1467257" cy="1169474"/>
            <a:chOff x="2609577" y="1563591"/>
            <a:chExt cx="1467257" cy="1169474"/>
          </a:xfrm>
        </p:grpSpPr>
        <p:grpSp>
          <p:nvGrpSpPr>
            <p:cNvPr id="93" name="Groupe 92">
              <a:extLst>
                <a:ext uri="{FF2B5EF4-FFF2-40B4-BE49-F238E27FC236}">
                  <a16:creationId xmlns:a16="http://schemas.microsoft.com/office/drawing/2014/main" id="{34ECD60C-FED1-40EC-86AE-5BD2ADB1B80E}"/>
                </a:ext>
              </a:extLst>
            </p:cNvPr>
            <p:cNvGrpSpPr/>
            <p:nvPr/>
          </p:nvGrpSpPr>
          <p:grpSpPr>
            <a:xfrm>
              <a:off x="2609577" y="1563591"/>
              <a:ext cx="1412109" cy="1169474"/>
              <a:chOff x="2645545" y="3994190"/>
              <a:chExt cx="1412109" cy="1169474"/>
            </a:xfrm>
          </p:grpSpPr>
          <p:pic>
            <p:nvPicPr>
              <p:cNvPr id="95" name="Graphique 94" descr="Diable avec un remplissage uni">
                <a:extLst>
                  <a:ext uri="{FF2B5EF4-FFF2-40B4-BE49-F238E27FC236}">
                    <a16:creationId xmlns:a16="http://schemas.microsoft.com/office/drawing/2014/main" id="{70B2987C-0D9D-4AC6-8F1B-8EBBCD3A3FCE}"/>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96" name="Graphique 95" descr="Base-ball avec un remplissage uni">
                <a:extLst>
                  <a:ext uri="{FF2B5EF4-FFF2-40B4-BE49-F238E27FC236}">
                    <a16:creationId xmlns:a16="http://schemas.microsoft.com/office/drawing/2014/main" id="{15C99CA0-E99E-4FC2-A1F6-3BF87723B0B2}"/>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97" name="Rectangle 96">
                <a:extLst>
                  <a:ext uri="{FF2B5EF4-FFF2-40B4-BE49-F238E27FC236}">
                    <a16:creationId xmlns:a16="http://schemas.microsoft.com/office/drawing/2014/main" id="{8E1C9C35-8E8A-45E1-93BD-7C1B2D3A73AE}"/>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94" name="Graphique 93" descr="Boîte à archives avec un remplissage uni">
              <a:extLst>
                <a:ext uri="{FF2B5EF4-FFF2-40B4-BE49-F238E27FC236}">
                  <a16:creationId xmlns:a16="http://schemas.microsoft.com/office/drawing/2014/main" id="{6F9288F9-231B-409D-90E8-A93108A86BC4}"/>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106" name="Groupe 105">
            <a:extLst>
              <a:ext uri="{FF2B5EF4-FFF2-40B4-BE49-F238E27FC236}">
                <a16:creationId xmlns:a16="http://schemas.microsoft.com/office/drawing/2014/main" id="{13B2CE95-C8C7-4A5C-92F1-EC2A4420DB71}"/>
              </a:ext>
            </a:extLst>
          </p:cNvPr>
          <p:cNvGrpSpPr/>
          <p:nvPr/>
        </p:nvGrpSpPr>
        <p:grpSpPr>
          <a:xfrm flipH="1">
            <a:off x="5650743" y="2263842"/>
            <a:ext cx="1093937" cy="1165158"/>
            <a:chOff x="1680627" y="1783722"/>
            <a:chExt cx="1331514" cy="1331514"/>
          </a:xfrm>
        </p:grpSpPr>
        <p:pic>
          <p:nvPicPr>
            <p:cNvPr id="179" name="Graphique 178" descr="Mur de briques en construction avec un remplissage uni">
              <a:extLst>
                <a:ext uri="{FF2B5EF4-FFF2-40B4-BE49-F238E27FC236}">
                  <a16:creationId xmlns:a16="http://schemas.microsoft.com/office/drawing/2014/main" id="{13F6B018-6351-4C3D-852E-8A5F57E1A2E5}"/>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680627" y="1783722"/>
              <a:ext cx="1331514" cy="1331514"/>
            </a:xfrm>
            <a:prstGeom prst="rect">
              <a:avLst/>
            </a:prstGeom>
          </p:spPr>
        </p:pic>
        <p:sp>
          <p:nvSpPr>
            <p:cNvPr id="180" name="Rectangle 179">
              <a:extLst>
                <a:ext uri="{FF2B5EF4-FFF2-40B4-BE49-F238E27FC236}">
                  <a16:creationId xmlns:a16="http://schemas.microsoft.com/office/drawing/2014/main" id="{20453177-74D5-4E14-8160-B24A3B16BED5}"/>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1" name="Rectangle 180">
              <a:extLst>
                <a:ext uri="{FF2B5EF4-FFF2-40B4-BE49-F238E27FC236}">
                  <a16:creationId xmlns:a16="http://schemas.microsoft.com/office/drawing/2014/main" id="{608979AE-BCF6-4155-9BB1-95B5C1F1340E}"/>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2" name="Rectangle 181">
              <a:extLst>
                <a:ext uri="{FF2B5EF4-FFF2-40B4-BE49-F238E27FC236}">
                  <a16:creationId xmlns:a16="http://schemas.microsoft.com/office/drawing/2014/main" id="{02C316F3-CA2B-4EA0-AF38-F8DAC5FBC24E}"/>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3" name="Rectangle 182">
              <a:extLst>
                <a:ext uri="{FF2B5EF4-FFF2-40B4-BE49-F238E27FC236}">
                  <a16:creationId xmlns:a16="http://schemas.microsoft.com/office/drawing/2014/main" id="{BA80DE65-F676-4621-A539-AB4D35977169}"/>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Rectangle 183">
              <a:extLst>
                <a:ext uri="{FF2B5EF4-FFF2-40B4-BE49-F238E27FC236}">
                  <a16:creationId xmlns:a16="http://schemas.microsoft.com/office/drawing/2014/main" id="{29BF593B-0BA1-4BDC-80A3-7FA615968603}"/>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5" name="Rectangle 184">
              <a:extLst>
                <a:ext uri="{FF2B5EF4-FFF2-40B4-BE49-F238E27FC236}">
                  <a16:creationId xmlns:a16="http://schemas.microsoft.com/office/drawing/2014/main" id="{0D5BE12D-03C5-4DD0-BF71-89429BA75C97}"/>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6" name="Rectangle 185">
              <a:extLst>
                <a:ext uri="{FF2B5EF4-FFF2-40B4-BE49-F238E27FC236}">
                  <a16:creationId xmlns:a16="http://schemas.microsoft.com/office/drawing/2014/main" id="{0681DF30-CC73-4F27-891A-7FD462F2AC37}"/>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7" name="Rectangle 186">
              <a:extLst>
                <a:ext uri="{FF2B5EF4-FFF2-40B4-BE49-F238E27FC236}">
                  <a16:creationId xmlns:a16="http://schemas.microsoft.com/office/drawing/2014/main" id="{1EA142A9-06C7-46C4-9582-20D260698656}"/>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8" name="Rectangle 187">
              <a:extLst>
                <a:ext uri="{FF2B5EF4-FFF2-40B4-BE49-F238E27FC236}">
                  <a16:creationId xmlns:a16="http://schemas.microsoft.com/office/drawing/2014/main" id="{244F9E9F-C7C5-4A31-9D4A-89EBDC670E72}"/>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9" name="Rectangle 188">
              <a:extLst>
                <a:ext uri="{FF2B5EF4-FFF2-40B4-BE49-F238E27FC236}">
                  <a16:creationId xmlns:a16="http://schemas.microsoft.com/office/drawing/2014/main" id="{AB653C7E-B238-43C1-8F70-E3DA990C935B}"/>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0" name="Rectangle 189">
              <a:extLst>
                <a:ext uri="{FF2B5EF4-FFF2-40B4-BE49-F238E27FC236}">
                  <a16:creationId xmlns:a16="http://schemas.microsoft.com/office/drawing/2014/main" id="{49030794-D3C4-4CEB-8EE3-A4746FE26978}"/>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1" name="Rectangle 190">
              <a:extLst>
                <a:ext uri="{FF2B5EF4-FFF2-40B4-BE49-F238E27FC236}">
                  <a16:creationId xmlns:a16="http://schemas.microsoft.com/office/drawing/2014/main" id="{F8C415E8-93A8-4681-879B-8FFEF4578AD1}"/>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 name="Groupe 5">
            <a:extLst>
              <a:ext uri="{FF2B5EF4-FFF2-40B4-BE49-F238E27FC236}">
                <a16:creationId xmlns:a16="http://schemas.microsoft.com/office/drawing/2014/main" id="{5FB41C06-1F54-4F63-8814-51F4614A43BD}"/>
              </a:ext>
            </a:extLst>
          </p:cNvPr>
          <p:cNvGrpSpPr/>
          <p:nvPr/>
        </p:nvGrpSpPr>
        <p:grpSpPr>
          <a:xfrm>
            <a:off x="875862" y="1893808"/>
            <a:ext cx="1383385" cy="1242096"/>
            <a:chOff x="5247267" y="8072371"/>
            <a:chExt cx="817082" cy="733631"/>
          </a:xfrm>
        </p:grpSpPr>
        <p:grpSp>
          <p:nvGrpSpPr>
            <p:cNvPr id="105" name="Groupe 104">
              <a:extLst>
                <a:ext uri="{FF2B5EF4-FFF2-40B4-BE49-F238E27FC236}">
                  <a16:creationId xmlns:a16="http://schemas.microsoft.com/office/drawing/2014/main" id="{C0F240FA-5C73-4FB1-8941-6BE1105F18DB}"/>
                </a:ext>
              </a:extLst>
            </p:cNvPr>
            <p:cNvGrpSpPr/>
            <p:nvPr/>
          </p:nvGrpSpPr>
          <p:grpSpPr>
            <a:xfrm>
              <a:off x="5247267" y="8117813"/>
              <a:ext cx="817082" cy="688189"/>
              <a:chOff x="3890963" y="2438774"/>
              <a:chExt cx="1085661" cy="914400"/>
            </a:xfrm>
          </p:grpSpPr>
          <p:pic>
            <p:nvPicPr>
              <p:cNvPr id="192" name="Graphique 191" descr="Culturiste avec un remplissage uni">
                <a:extLst>
                  <a:ext uri="{FF2B5EF4-FFF2-40B4-BE49-F238E27FC236}">
                    <a16:creationId xmlns:a16="http://schemas.microsoft.com/office/drawing/2014/main" id="{76A45FC6-5C96-49A8-AC35-BC18F11D6CBB}"/>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3" name="Rectangle 192">
                <a:extLst>
                  <a:ext uri="{FF2B5EF4-FFF2-40B4-BE49-F238E27FC236}">
                    <a16:creationId xmlns:a16="http://schemas.microsoft.com/office/drawing/2014/main" id="{CB8D01E4-F3DD-439C-927A-661004280E40}"/>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4" name="Rectangle 193">
                <a:extLst>
                  <a:ext uri="{FF2B5EF4-FFF2-40B4-BE49-F238E27FC236}">
                    <a16:creationId xmlns:a16="http://schemas.microsoft.com/office/drawing/2014/main" id="{8232BE64-879E-4932-8F1C-EBC70379A39D}"/>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07" name="Rectangle 106">
              <a:extLst>
                <a:ext uri="{FF2B5EF4-FFF2-40B4-BE49-F238E27FC236}">
                  <a16:creationId xmlns:a16="http://schemas.microsoft.com/office/drawing/2014/main" id="{9BF03B67-30A6-425A-9D7A-E2238247F21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09" name="Groupe 108">
            <a:extLst>
              <a:ext uri="{FF2B5EF4-FFF2-40B4-BE49-F238E27FC236}">
                <a16:creationId xmlns:a16="http://schemas.microsoft.com/office/drawing/2014/main" id="{35A820B9-71C1-40B2-949A-BA546FD0C884}"/>
              </a:ext>
            </a:extLst>
          </p:cNvPr>
          <p:cNvGrpSpPr/>
          <p:nvPr/>
        </p:nvGrpSpPr>
        <p:grpSpPr>
          <a:xfrm flipH="1">
            <a:off x="648773" y="3490364"/>
            <a:ext cx="627050" cy="1144490"/>
            <a:chOff x="5134003" y="2196472"/>
            <a:chExt cx="563254" cy="1156702"/>
          </a:xfrm>
        </p:grpSpPr>
        <p:pic>
          <p:nvPicPr>
            <p:cNvPr id="175" name="Graphique 174" descr="Réussite du groupe avec un remplissage uni">
              <a:extLst>
                <a:ext uri="{FF2B5EF4-FFF2-40B4-BE49-F238E27FC236}">
                  <a16:creationId xmlns:a16="http://schemas.microsoft.com/office/drawing/2014/main" id="{BE19C2B3-0721-44D3-8CD1-48D9E0F7C055}"/>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176" name="Rectangle 175">
              <a:extLst>
                <a:ext uri="{FF2B5EF4-FFF2-40B4-BE49-F238E27FC236}">
                  <a16:creationId xmlns:a16="http://schemas.microsoft.com/office/drawing/2014/main" id="{FA4C0BA6-2A92-40FD-9077-52FC594CF4A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7" name="Groupe 6">
            <a:extLst>
              <a:ext uri="{FF2B5EF4-FFF2-40B4-BE49-F238E27FC236}">
                <a16:creationId xmlns:a16="http://schemas.microsoft.com/office/drawing/2014/main" id="{36F23E62-E00E-4089-9506-DDF4061A25F6}"/>
              </a:ext>
            </a:extLst>
          </p:cNvPr>
          <p:cNvGrpSpPr/>
          <p:nvPr/>
        </p:nvGrpSpPr>
        <p:grpSpPr>
          <a:xfrm>
            <a:off x="9653107" y="2807835"/>
            <a:ext cx="2332408" cy="2332408"/>
            <a:chOff x="9835911" y="2807662"/>
            <a:chExt cx="1796250" cy="1796250"/>
          </a:xfrm>
        </p:grpSpPr>
        <p:pic>
          <p:nvPicPr>
            <p:cNvPr id="104" name="Graphique 103" descr="Cathédrale avec un remplissage uni">
              <a:extLst>
                <a:ext uri="{FF2B5EF4-FFF2-40B4-BE49-F238E27FC236}">
                  <a16:creationId xmlns:a16="http://schemas.microsoft.com/office/drawing/2014/main" id="{E59C6277-AA1A-4489-91DF-5BA7B244261F}"/>
                </a:ext>
              </a:extLst>
            </p:cNvPr>
            <p:cNvPicPr>
              <a:picLocks noChangeAspect="1"/>
            </p:cNvPicPr>
            <p:nvPr/>
          </p:nvPicPr>
          <p:blipFill>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835911" y="2807662"/>
              <a:ext cx="1796250" cy="1796250"/>
            </a:xfrm>
            <a:prstGeom prst="rect">
              <a:avLst/>
            </a:prstGeom>
          </p:spPr>
        </p:pic>
        <p:sp>
          <p:nvSpPr>
            <p:cNvPr id="113" name="Rectangle 112">
              <a:extLst>
                <a:ext uri="{FF2B5EF4-FFF2-40B4-BE49-F238E27FC236}">
                  <a16:creationId xmlns:a16="http://schemas.microsoft.com/office/drawing/2014/main" id="{31970C2C-4382-4D6F-ADF6-471972759529}"/>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4" name="Rectangle 113">
              <a:extLst>
                <a:ext uri="{FF2B5EF4-FFF2-40B4-BE49-F238E27FC236}">
                  <a16:creationId xmlns:a16="http://schemas.microsoft.com/office/drawing/2014/main" id="{D5D40D35-3B33-472C-BB36-27310377B46F}"/>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5" name="Rectangle 114">
              <a:extLst>
                <a:ext uri="{FF2B5EF4-FFF2-40B4-BE49-F238E27FC236}">
                  <a16:creationId xmlns:a16="http://schemas.microsoft.com/office/drawing/2014/main" id="{0DF1613C-64EF-4B26-B600-36E33E288236}"/>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115">
              <a:extLst>
                <a:ext uri="{FF2B5EF4-FFF2-40B4-BE49-F238E27FC236}">
                  <a16:creationId xmlns:a16="http://schemas.microsoft.com/office/drawing/2014/main" id="{DD222A77-3CAA-44FC-8012-A0B8E33C44DB}"/>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16">
              <a:extLst>
                <a:ext uri="{FF2B5EF4-FFF2-40B4-BE49-F238E27FC236}">
                  <a16:creationId xmlns:a16="http://schemas.microsoft.com/office/drawing/2014/main" id="{0A42DEAE-71FB-4AC0-A235-6D8A7C681B98}"/>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8" name="Rectangle 117">
              <a:extLst>
                <a:ext uri="{FF2B5EF4-FFF2-40B4-BE49-F238E27FC236}">
                  <a16:creationId xmlns:a16="http://schemas.microsoft.com/office/drawing/2014/main" id="{7E7C3645-4EB6-42D8-8D16-A4131BD9553A}"/>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118">
              <a:extLst>
                <a:ext uri="{FF2B5EF4-FFF2-40B4-BE49-F238E27FC236}">
                  <a16:creationId xmlns:a16="http://schemas.microsoft.com/office/drawing/2014/main" id="{B2E68E23-64DB-4588-97BF-38D7F767E1B0}"/>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Rectangle 119">
              <a:extLst>
                <a:ext uri="{FF2B5EF4-FFF2-40B4-BE49-F238E27FC236}">
                  <a16:creationId xmlns:a16="http://schemas.microsoft.com/office/drawing/2014/main" id="{C0E89C3C-47BB-4FA0-8A5A-42149CC65920}"/>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120">
              <a:extLst>
                <a:ext uri="{FF2B5EF4-FFF2-40B4-BE49-F238E27FC236}">
                  <a16:creationId xmlns:a16="http://schemas.microsoft.com/office/drawing/2014/main" id="{609A3087-8282-4996-900F-0E7A07C3D6AE}"/>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Rectangle 121">
              <a:extLst>
                <a:ext uri="{FF2B5EF4-FFF2-40B4-BE49-F238E27FC236}">
                  <a16:creationId xmlns:a16="http://schemas.microsoft.com/office/drawing/2014/main" id="{B19A238C-F0C2-4B75-8E5F-4F1F2916275A}"/>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122">
              <a:extLst>
                <a:ext uri="{FF2B5EF4-FFF2-40B4-BE49-F238E27FC236}">
                  <a16:creationId xmlns:a16="http://schemas.microsoft.com/office/drawing/2014/main" id="{C2ADAAE2-FB7B-4FC2-907C-FFC0835BCD6D}"/>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Rectangle 123">
              <a:extLst>
                <a:ext uri="{FF2B5EF4-FFF2-40B4-BE49-F238E27FC236}">
                  <a16:creationId xmlns:a16="http://schemas.microsoft.com/office/drawing/2014/main" id="{78EFB23D-18AD-4B60-9D20-CC94500410AB}"/>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124">
              <a:extLst>
                <a:ext uri="{FF2B5EF4-FFF2-40B4-BE49-F238E27FC236}">
                  <a16:creationId xmlns:a16="http://schemas.microsoft.com/office/drawing/2014/main" id="{A1F4E50B-79C5-45CA-A04D-3B8F9282A53E}"/>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Rectangle 125">
              <a:extLst>
                <a:ext uri="{FF2B5EF4-FFF2-40B4-BE49-F238E27FC236}">
                  <a16:creationId xmlns:a16="http://schemas.microsoft.com/office/drawing/2014/main" id="{A7227401-C246-4F70-8233-3B976B59A387}"/>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126">
              <a:extLst>
                <a:ext uri="{FF2B5EF4-FFF2-40B4-BE49-F238E27FC236}">
                  <a16:creationId xmlns:a16="http://schemas.microsoft.com/office/drawing/2014/main" id="{D4A1FD11-27D7-4758-8443-A06B09B0075F}"/>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127">
              <a:extLst>
                <a:ext uri="{FF2B5EF4-FFF2-40B4-BE49-F238E27FC236}">
                  <a16:creationId xmlns:a16="http://schemas.microsoft.com/office/drawing/2014/main" id="{D8CF8BBE-A434-41D8-A5A3-FB14CBABB85D}"/>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128">
              <a:extLst>
                <a:ext uri="{FF2B5EF4-FFF2-40B4-BE49-F238E27FC236}">
                  <a16:creationId xmlns:a16="http://schemas.microsoft.com/office/drawing/2014/main" id="{567B45F6-BBAA-46C4-B84D-608C4E3EC488}"/>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0" name="Rectangle 129">
              <a:extLst>
                <a:ext uri="{FF2B5EF4-FFF2-40B4-BE49-F238E27FC236}">
                  <a16:creationId xmlns:a16="http://schemas.microsoft.com/office/drawing/2014/main" id="{D2AB2C3A-CE3B-46BF-9284-48F1FA6115DE}"/>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1" name="Rectangle 130">
              <a:extLst>
                <a:ext uri="{FF2B5EF4-FFF2-40B4-BE49-F238E27FC236}">
                  <a16:creationId xmlns:a16="http://schemas.microsoft.com/office/drawing/2014/main" id="{D2CF42FA-73FD-4459-8D46-409BFD7D4212}"/>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2" name="Rectangle 131">
              <a:extLst>
                <a:ext uri="{FF2B5EF4-FFF2-40B4-BE49-F238E27FC236}">
                  <a16:creationId xmlns:a16="http://schemas.microsoft.com/office/drawing/2014/main" id="{85A890B8-0AA7-4032-923D-793C195C5CE1}"/>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3" name="Rectangle 132">
              <a:extLst>
                <a:ext uri="{FF2B5EF4-FFF2-40B4-BE49-F238E27FC236}">
                  <a16:creationId xmlns:a16="http://schemas.microsoft.com/office/drawing/2014/main" id="{B68FCF4F-73A8-4C2F-8903-418DDF82F2BC}"/>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4" name="Rectangle 133">
              <a:extLst>
                <a:ext uri="{FF2B5EF4-FFF2-40B4-BE49-F238E27FC236}">
                  <a16:creationId xmlns:a16="http://schemas.microsoft.com/office/drawing/2014/main" id="{F0D57C8D-6B6E-4732-AFDF-6244C7DA291F}"/>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134">
              <a:extLst>
                <a:ext uri="{FF2B5EF4-FFF2-40B4-BE49-F238E27FC236}">
                  <a16:creationId xmlns:a16="http://schemas.microsoft.com/office/drawing/2014/main" id="{31642D44-DD6E-4219-98E8-12D56D81B76A}"/>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Rectangle 135">
              <a:extLst>
                <a:ext uri="{FF2B5EF4-FFF2-40B4-BE49-F238E27FC236}">
                  <a16:creationId xmlns:a16="http://schemas.microsoft.com/office/drawing/2014/main" id="{3AEFD0B8-EC2D-4AC6-BB11-7415B9B0721F}"/>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Rectangle 136">
              <a:extLst>
                <a:ext uri="{FF2B5EF4-FFF2-40B4-BE49-F238E27FC236}">
                  <a16:creationId xmlns:a16="http://schemas.microsoft.com/office/drawing/2014/main" id="{0EF8A19B-434C-42F6-B74E-A63EEFA632F3}"/>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Rectangle 137">
              <a:extLst>
                <a:ext uri="{FF2B5EF4-FFF2-40B4-BE49-F238E27FC236}">
                  <a16:creationId xmlns:a16="http://schemas.microsoft.com/office/drawing/2014/main" id="{5F78E096-1BCA-4266-A5ED-81CB0F17F2D6}"/>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9" name="Rectangle 138">
              <a:extLst>
                <a:ext uri="{FF2B5EF4-FFF2-40B4-BE49-F238E27FC236}">
                  <a16:creationId xmlns:a16="http://schemas.microsoft.com/office/drawing/2014/main" id="{55F7BFB3-E97C-4FC1-B2C6-051F488161C0}"/>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0" name="Rectangle 139">
              <a:extLst>
                <a:ext uri="{FF2B5EF4-FFF2-40B4-BE49-F238E27FC236}">
                  <a16:creationId xmlns:a16="http://schemas.microsoft.com/office/drawing/2014/main" id="{DAFE8FEF-7E38-4DB4-9082-A1C7EEDDBE70}"/>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1" name="Rectangle 140">
              <a:extLst>
                <a:ext uri="{FF2B5EF4-FFF2-40B4-BE49-F238E27FC236}">
                  <a16:creationId xmlns:a16="http://schemas.microsoft.com/office/drawing/2014/main" id="{B37D0C40-53C6-424E-8E04-059941C6C968}"/>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2" name="Rectangle 141">
              <a:extLst>
                <a:ext uri="{FF2B5EF4-FFF2-40B4-BE49-F238E27FC236}">
                  <a16:creationId xmlns:a16="http://schemas.microsoft.com/office/drawing/2014/main" id="{4ED4F46F-4771-4F09-B696-AF22CD6311D7}"/>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3" name="Rectangle 142">
              <a:extLst>
                <a:ext uri="{FF2B5EF4-FFF2-40B4-BE49-F238E27FC236}">
                  <a16:creationId xmlns:a16="http://schemas.microsoft.com/office/drawing/2014/main" id="{5E33E992-D7D9-4B63-BD88-5D1A2962B638}"/>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143">
              <a:extLst>
                <a:ext uri="{FF2B5EF4-FFF2-40B4-BE49-F238E27FC236}">
                  <a16:creationId xmlns:a16="http://schemas.microsoft.com/office/drawing/2014/main" id="{629CB49E-8C2E-4F55-A412-731C7694AF8C}"/>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5" name="Rectangle 144">
              <a:extLst>
                <a:ext uri="{FF2B5EF4-FFF2-40B4-BE49-F238E27FC236}">
                  <a16:creationId xmlns:a16="http://schemas.microsoft.com/office/drawing/2014/main" id="{757B551F-863B-47F7-BAC0-34BAADC98CAF}"/>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6" name="Rectangle 145">
              <a:extLst>
                <a:ext uri="{FF2B5EF4-FFF2-40B4-BE49-F238E27FC236}">
                  <a16:creationId xmlns:a16="http://schemas.microsoft.com/office/drawing/2014/main" id="{2052CDD7-3222-4885-AB3B-A204ECE1D02D}"/>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7" name="Rectangle 146">
              <a:extLst>
                <a:ext uri="{FF2B5EF4-FFF2-40B4-BE49-F238E27FC236}">
                  <a16:creationId xmlns:a16="http://schemas.microsoft.com/office/drawing/2014/main" id="{37956E86-A3B8-485F-A01D-2D7E47471539}"/>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8" name="Rectangle 147">
              <a:extLst>
                <a:ext uri="{FF2B5EF4-FFF2-40B4-BE49-F238E27FC236}">
                  <a16:creationId xmlns:a16="http://schemas.microsoft.com/office/drawing/2014/main" id="{EC20EC68-CA18-401A-81A1-AA7D128BE33E}"/>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9" name="Rectangle 148">
              <a:extLst>
                <a:ext uri="{FF2B5EF4-FFF2-40B4-BE49-F238E27FC236}">
                  <a16:creationId xmlns:a16="http://schemas.microsoft.com/office/drawing/2014/main" id="{DB995F29-816A-4234-9DBB-7ABA7501AB1D}"/>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0" name="Rectangle 149">
              <a:extLst>
                <a:ext uri="{FF2B5EF4-FFF2-40B4-BE49-F238E27FC236}">
                  <a16:creationId xmlns:a16="http://schemas.microsoft.com/office/drawing/2014/main" id="{62EF13DB-A7F4-4596-84C8-46D83BAED6DC}"/>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Rectangle 150">
              <a:extLst>
                <a:ext uri="{FF2B5EF4-FFF2-40B4-BE49-F238E27FC236}">
                  <a16:creationId xmlns:a16="http://schemas.microsoft.com/office/drawing/2014/main" id="{1E4640AC-DC03-4CB7-B5C9-ABE31A2A09D0}"/>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2" name="Rectangle 151">
              <a:extLst>
                <a:ext uri="{FF2B5EF4-FFF2-40B4-BE49-F238E27FC236}">
                  <a16:creationId xmlns:a16="http://schemas.microsoft.com/office/drawing/2014/main" id="{32626AC5-B3D7-424D-A014-FD699C3FE5B1}"/>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Rectangle 152">
              <a:extLst>
                <a:ext uri="{FF2B5EF4-FFF2-40B4-BE49-F238E27FC236}">
                  <a16:creationId xmlns:a16="http://schemas.microsoft.com/office/drawing/2014/main" id="{1B1B0FF3-5B8A-47F8-A0F9-B83350A4B0BB}"/>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4" name="Rectangle 153">
              <a:extLst>
                <a:ext uri="{FF2B5EF4-FFF2-40B4-BE49-F238E27FC236}">
                  <a16:creationId xmlns:a16="http://schemas.microsoft.com/office/drawing/2014/main" id="{02191479-99DB-4E96-9714-ECB6235F11A8}"/>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5" name="Rectangle 154">
              <a:extLst>
                <a:ext uri="{FF2B5EF4-FFF2-40B4-BE49-F238E27FC236}">
                  <a16:creationId xmlns:a16="http://schemas.microsoft.com/office/drawing/2014/main" id="{048E7B28-A528-403F-98ED-B95E8A919AB5}"/>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6" name="Rectangle 155">
              <a:extLst>
                <a:ext uri="{FF2B5EF4-FFF2-40B4-BE49-F238E27FC236}">
                  <a16:creationId xmlns:a16="http://schemas.microsoft.com/office/drawing/2014/main" id="{D7A6A081-56AA-499A-8BC9-E18C8B413A39}"/>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7" name="Rectangle 156">
              <a:extLst>
                <a:ext uri="{FF2B5EF4-FFF2-40B4-BE49-F238E27FC236}">
                  <a16:creationId xmlns:a16="http://schemas.microsoft.com/office/drawing/2014/main" id="{4F231F0F-A33D-4E87-9D2B-3BF68009A99D}"/>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8" name="Rectangle 157">
              <a:extLst>
                <a:ext uri="{FF2B5EF4-FFF2-40B4-BE49-F238E27FC236}">
                  <a16:creationId xmlns:a16="http://schemas.microsoft.com/office/drawing/2014/main" id="{12AD0196-E4B3-448D-9E50-2EFD8806B691}"/>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9" name="Rectangle 158">
              <a:extLst>
                <a:ext uri="{FF2B5EF4-FFF2-40B4-BE49-F238E27FC236}">
                  <a16:creationId xmlns:a16="http://schemas.microsoft.com/office/drawing/2014/main" id="{DE3B190F-4879-4013-967B-19F696ECCF7C}"/>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0" name="Rectangle 159">
              <a:extLst>
                <a:ext uri="{FF2B5EF4-FFF2-40B4-BE49-F238E27FC236}">
                  <a16:creationId xmlns:a16="http://schemas.microsoft.com/office/drawing/2014/main" id="{E581297B-DB9C-4165-A5C2-1F94C8EC59DB}"/>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1" name="Rectangle 160">
              <a:extLst>
                <a:ext uri="{FF2B5EF4-FFF2-40B4-BE49-F238E27FC236}">
                  <a16:creationId xmlns:a16="http://schemas.microsoft.com/office/drawing/2014/main" id="{A480F958-6414-4B6F-9A69-12DADD839CE8}"/>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2" name="Rectangle 161">
              <a:extLst>
                <a:ext uri="{FF2B5EF4-FFF2-40B4-BE49-F238E27FC236}">
                  <a16:creationId xmlns:a16="http://schemas.microsoft.com/office/drawing/2014/main" id="{2B4DDC10-9BF6-4B3A-9820-B5C6C91FCED9}"/>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3" name="Rectangle 162">
              <a:extLst>
                <a:ext uri="{FF2B5EF4-FFF2-40B4-BE49-F238E27FC236}">
                  <a16:creationId xmlns:a16="http://schemas.microsoft.com/office/drawing/2014/main" id="{A40418D4-A0CC-4146-BD30-95CDF1AD8958}"/>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4" name="Rectangle 163">
              <a:extLst>
                <a:ext uri="{FF2B5EF4-FFF2-40B4-BE49-F238E27FC236}">
                  <a16:creationId xmlns:a16="http://schemas.microsoft.com/office/drawing/2014/main" id="{9948AFD8-F25B-4AD5-AF67-E54303BFAA51}"/>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5" name="Rectangle 164">
              <a:extLst>
                <a:ext uri="{FF2B5EF4-FFF2-40B4-BE49-F238E27FC236}">
                  <a16:creationId xmlns:a16="http://schemas.microsoft.com/office/drawing/2014/main" id="{00E465FE-90B8-4505-BCCA-9D33E27EF255}"/>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6" name="Rectangle 165">
              <a:extLst>
                <a:ext uri="{FF2B5EF4-FFF2-40B4-BE49-F238E27FC236}">
                  <a16:creationId xmlns:a16="http://schemas.microsoft.com/office/drawing/2014/main" id="{8931AC8B-654B-4C90-8E40-B284E1CAD3AF}"/>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7" name="Rectangle 166">
              <a:extLst>
                <a:ext uri="{FF2B5EF4-FFF2-40B4-BE49-F238E27FC236}">
                  <a16:creationId xmlns:a16="http://schemas.microsoft.com/office/drawing/2014/main" id="{69A8E121-0537-4086-BE81-F6175F23F929}"/>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8" name="Rectangle 167">
              <a:extLst>
                <a:ext uri="{FF2B5EF4-FFF2-40B4-BE49-F238E27FC236}">
                  <a16:creationId xmlns:a16="http://schemas.microsoft.com/office/drawing/2014/main" id="{275B4E6F-2F8B-4325-8F52-D884C0FB346C}"/>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9" name="Rectangle 168">
              <a:extLst>
                <a:ext uri="{FF2B5EF4-FFF2-40B4-BE49-F238E27FC236}">
                  <a16:creationId xmlns:a16="http://schemas.microsoft.com/office/drawing/2014/main" id="{5EA3F49E-7CE3-4EB8-B86D-E27C3E719152}"/>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0" name="Rectangle 169">
              <a:extLst>
                <a:ext uri="{FF2B5EF4-FFF2-40B4-BE49-F238E27FC236}">
                  <a16:creationId xmlns:a16="http://schemas.microsoft.com/office/drawing/2014/main" id="{B28906DF-32BE-46B7-BDA6-7203BF825619}"/>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1" name="Rectangle 170">
              <a:extLst>
                <a:ext uri="{FF2B5EF4-FFF2-40B4-BE49-F238E27FC236}">
                  <a16:creationId xmlns:a16="http://schemas.microsoft.com/office/drawing/2014/main" id="{131CF3C7-AAFB-4489-B09C-1D9AAD112044}"/>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2" name="Rectangle 171">
              <a:extLst>
                <a:ext uri="{FF2B5EF4-FFF2-40B4-BE49-F238E27FC236}">
                  <a16:creationId xmlns:a16="http://schemas.microsoft.com/office/drawing/2014/main" id="{B448FAA0-5785-4F8D-8AA5-CE2F4522E799}"/>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3" name="Rectangle 172">
              <a:extLst>
                <a:ext uri="{FF2B5EF4-FFF2-40B4-BE49-F238E27FC236}">
                  <a16:creationId xmlns:a16="http://schemas.microsoft.com/office/drawing/2014/main" id="{03A6A3FB-2F87-4C6F-89FC-DDEF96CAD85D}"/>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4" name="Rectangle 173">
              <a:extLst>
                <a:ext uri="{FF2B5EF4-FFF2-40B4-BE49-F238E27FC236}">
                  <a16:creationId xmlns:a16="http://schemas.microsoft.com/office/drawing/2014/main" id="{1638A7E7-900B-4755-A4E8-B7A678004DE2}"/>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95" name="Groupe 194">
            <a:extLst>
              <a:ext uri="{FF2B5EF4-FFF2-40B4-BE49-F238E27FC236}">
                <a16:creationId xmlns:a16="http://schemas.microsoft.com/office/drawing/2014/main" id="{4E1CCD66-BD6E-44D5-8754-3F78CF91EE84}"/>
              </a:ext>
            </a:extLst>
          </p:cNvPr>
          <p:cNvGrpSpPr/>
          <p:nvPr/>
        </p:nvGrpSpPr>
        <p:grpSpPr>
          <a:xfrm>
            <a:off x="1586592" y="3400064"/>
            <a:ext cx="1383385" cy="1242096"/>
            <a:chOff x="5247267" y="8072371"/>
            <a:chExt cx="817082" cy="733631"/>
          </a:xfrm>
        </p:grpSpPr>
        <p:grpSp>
          <p:nvGrpSpPr>
            <p:cNvPr id="196" name="Groupe 195">
              <a:extLst>
                <a:ext uri="{FF2B5EF4-FFF2-40B4-BE49-F238E27FC236}">
                  <a16:creationId xmlns:a16="http://schemas.microsoft.com/office/drawing/2014/main" id="{98ADEBB3-869F-4DF0-9E84-CB3CEA5A7DE3}"/>
                </a:ext>
              </a:extLst>
            </p:cNvPr>
            <p:cNvGrpSpPr/>
            <p:nvPr/>
          </p:nvGrpSpPr>
          <p:grpSpPr>
            <a:xfrm>
              <a:off x="5247267" y="8117813"/>
              <a:ext cx="817082" cy="688189"/>
              <a:chOff x="3890963" y="2438774"/>
              <a:chExt cx="1085661" cy="914400"/>
            </a:xfrm>
          </p:grpSpPr>
          <p:pic>
            <p:nvPicPr>
              <p:cNvPr id="198" name="Graphique 197" descr="Culturiste avec un remplissage uni">
                <a:extLst>
                  <a:ext uri="{FF2B5EF4-FFF2-40B4-BE49-F238E27FC236}">
                    <a16:creationId xmlns:a16="http://schemas.microsoft.com/office/drawing/2014/main" id="{AC7B218B-262F-409C-B9EB-C90FB52588D6}"/>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9" name="Rectangle 198">
                <a:extLst>
                  <a:ext uri="{FF2B5EF4-FFF2-40B4-BE49-F238E27FC236}">
                    <a16:creationId xmlns:a16="http://schemas.microsoft.com/office/drawing/2014/main" id="{B5FDC8FE-C73E-409E-BAED-AA5F4566E30C}"/>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0" name="Rectangle 199">
                <a:extLst>
                  <a:ext uri="{FF2B5EF4-FFF2-40B4-BE49-F238E27FC236}">
                    <a16:creationId xmlns:a16="http://schemas.microsoft.com/office/drawing/2014/main" id="{118BDBAE-CAD8-437A-B143-72E96592EE25}"/>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97" name="Rectangle 196">
              <a:extLst>
                <a:ext uri="{FF2B5EF4-FFF2-40B4-BE49-F238E27FC236}">
                  <a16:creationId xmlns:a16="http://schemas.microsoft.com/office/drawing/2014/main" id="{01AFD1CB-4387-4339-ABD7-CDEAFF91FC7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1" name="Groupe 200">
            <a:extLst>
              <a:ext uri="{FF2B5EF4-FFF2-40B4-BE49-F238E27FC236}">
                <a16:creationId xmlns:a16="http://schemas.microsoft.com/office/drawing/2014/main" id="{7853BF78-AA9F-461F-B621-B7EFE53AFBFA}"/>
              </a:ext>
            </a:extLst>
          </p:cNvPr>
          <p:cNvGrpSpPr/>
          <p:nvPr/>
        </p:nvGrpSpPr>
        <p:grpSpPr>
          <a:xfrm flipH="1">
            <a:off x="262080" y="5046378"/>
            <a:ext cx="635480" cy="1274252"/>
            <a:chOff x="5134003" y="2196472"/>
            <a:chExt cx="563254" cy="1156702"/>
          </a:xfrm>
        </p:grpSpPr>
        <p:pic>
          <p:nvPicPr>
            <p:cNvPr id="202" name="Graphique 201" descr="Réussite du groupe avec un remplissage uni">
              <a:extLst>
                <a:ext uri="{FF2B5EF4-FFF2-40B4-BE49-F238E27FC236}">
                  <a16:creationId xmlns:a16="http://schemas.microsoft.com/office/drawing/2014/main" id="{DB737901-907F-4ED9-B81C-24BCBF005158}"/>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3" name="Rectangle 202">
              <a:extLst>
                <a:ext uri="{FF2B5EF4-FFF2-40B4-BE49-F238E27FC236}">
                  <a16:creationId xmlns:a16="http://schemas.microsoft.com/office/drawing/2014/main" id="{3D35CB96-3794-4B3B-A7DB-5861F45A8F9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4" name="Groupe 203">
            <a:extLst>
              <a:ext uri="{FF2B5EF4-FFF2-40B4-BE49-F238E27FC236}">
                <a16:creationId xmlns:a16="http://schemas.microsoft.com/office/drawing/2014/main" id="{64C304F4-7F94-4FD2-BC45-B7945319CAB8}"/>
              </a:ext>
            </a:extLst>
          </p:cNvPr>
          <p:cNvGrpSpPr/>
          <p:nvPr/>
        </p:nvGrpSpPr>
        <p:grpSpPr>
          <a:xfrm flipH="1">
            <a:off x="3424466" y="3197940"/>
            <a:ext cx="544643" cy="1109212"/>
            <a:chOff x="5134003" y="2196472"/>
            <a:chExt cx="563254" cy="1156702"/>
          </a:xfrm>
        </p:grpSpPr>
        <p:pic>
          <p:nvPicPr>
            <p:cNvPr id="205" name="Graphique 204" descr="Réussite du groupe avec un remplissage uni">
              <a:extLst>
                <a:ext uri="{FF2B5EF4-FFF2-40B4-BE49-F238E27FC236}">
                  <a16:creationId xmlns:a16="http://schemas.microsoft.com/office/drawing/2014/main" id="{B45A7477-1594-4A43-A8DC-C7551975CD56}"/>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6" name="Rectangle 205">
              <a:extLst>
                <a:ext uri="{FF2B5EF4-FFF2-40B4-BE49-F238E27FC236}">
                  <a16:creationId xmlns:a16="http://schemas.microsoft.com/office/drawing/2014/main" id="{4666D706-FB2B-426F-8DB0-1FB75CA41269}"/>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9" name="Graphique 8" descr="Mur de briques en construction avec un remplissage uni">
            <a:extLst>
              <a:ext uri="{FF2B5EF4-FFF2-40B4-BE49-F238E27FC236}">
                <a16:creationId xmlns:a16="http://schemas.microsoft.com/office/drawing/2014/main" id="{3F30A76B-3311-4246-99E5-7DF4D9975A4E}"/>
              </a:ext>
            </a:extLst>
          </p:cNvPr>
          <p:cNvPicPr>
            <a:picLocks noChangeAspect="1"/>
          </p:cNvPicPr>
          <p:nvPr/>
        </p:nvPicPr>
        <p:blipFill>
          <a:blip r:embed="rId16">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flipH="1">
            <a:off x="7209724" y="2927004"/>
            <a:ext cx="993712" cy="1005521"/>
          </a:xfrm>
          <a:prstGeom prst="rect">
            <a:avLst/>
          </a:prstGeom>
        </p:spPr>
      </p:pic>
      <p:pic>
        <p:nvPicPr>
          <p:cNvPr id="249" name="Graphique 248" descr="Mur de briques en construction avec un remplissage uni">
            <a:extLst>
              <a:ext uri="{FF2B5EF4-FFF2-40B4-BE49-F238E27FC236}">
                <a16:creationId xmlns:a16="http://schemas.microsoft.com/office/drawing/2014/main" id="{2609CF9A-449F-4A80-AC18-FC15FC76B1A2}"/>
              </a:ext>
            </a:extLst>
          </p:cNvPr>
          <p:cNvPicPr>
            <a:picLocks noChangeAspect="1"/>
          </p:cNvPicPr>
          <p:nvPr/>
        </p:nvPicPr>
        <p:blipFill>
          <a:blip r:embed="rId18">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flipH="1">
            <a:off x="5736911" y="3981151"/>
            <a:ext cx="993712" cy="1005521"/>
          </a:xfrm>
          <a:prstGeom prst="rect">
            <a:avLst/>
          </a:prstGeom>
        </p:spPr>
      </p:pic>
      <p:pic>
        <p:nvPicPr>
          <p:cNvPr id="250" name="Graphique 249" descr="Mur de briques en construction avec un remplissage uni">
            <a:extLst>
              <a:ext uri="{FF2B5EF4-FFF2-40B4-BE49-F238E27FC236}">
                <a16:creationId xmlns:a16="http://schemas.microsoft.com/office/drawing/2014/main" id="{4DA4D23A-5BF4-40FF-8A44-BB87426AF1B3}"/>
              </a:ext>
            </a:extLst>
          </p:cNvPr>
          <p:cNvPicPr>
            <a:picLocks noChangeAspect="1"/>
          </p:cNvPicPr>
          <p:nvPr/>
        </p:nvPicPr>
        <p:blipFill>
          <a:blip r:embed="rId20">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flipH="1">
            <a:off x="7150179" y="4248794"/>
            <a:ext cx="993712" cy="1005521"/>
          </a:xfrm>
          <a:prstGeom prst="rect">
            <a:avLst/>
          </a:prstGeom>
        </p:spPr>
      </p:pic>
      <p:pic>
        <p:nvPicPr>
          <p:cNvPr id="251" name="Graphique 250" descr="Mur de briques en construction avec un remplissage uni">
            <a:extLst>
              <a:ext uri="{FF2B5EF4-FFF2-40B4-BE49-F238E27FC236}">
                <a16:creationId xmlns:a16="http://schemas.microsoft.com/office/drawing/2014/main" id="{2734F6DB-BBC3-4B7D-BE4E-08A62338D7E5}"/>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flipH="1">
            <a:off x="6192810" y="5310114"/>
            <a:ext cx="993712" cy="1005521"/>
          </a:xfrm>
          <a:prstGeom prst="rect">
            <a:avLst/>
          </a:prstGeom>
        </p:spPr>
      </p:pic>
    </p:spTree>
    <p:extLst>
      <p:ext uri="{BB962C8B-B14F-4D97-AF65-F5344CB8AC3E}">
        <p14:creationId xmlns:p14="http://schemas.microsoft.com/office/powerpoint/2010/main" val="30894943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05CEA-B376-4336-AAA7-38ABCF09E831}"/>
              </a:ext>
            </a:extLst>
          </p:cNvPr>
          <p:cNvSpPr>
            <a:spLocks noGrp="1"/>
          </p:cNvSpPr>
          <p:nvPr>
            <p:ph type="title"/>
          </p:nvPr>
        </p:nvSpPr>
        <p:spPr>
          <a:xfrm>
            <a:off x="838200" y="365125"/>
            <a:ext cx="10515600" cy="583553"/>
          </a:xfrm>
        </p:spPr>
        <p:txBody>
          <a:bodyPr>
            <a:noAutofit/>
          </a:bodyPr>
          <a:lstStyle/>
          <a:p>
            <a:r>
              <a:rPr lang="en-US" sz="2000" dirty="0"/>
              <a:t>Why US ?</a:t>
            </a:r>
            <a:br>
              <a:rPr lang="en-US" sz="2000" dirty="0"/>
            </a:br>
            <a:r>
              <a:rPr lang="en-US" sz="2000" dirty="0"/>
              <a:t>House of contribution (visual workshop version example)</a:t>
            </a:r>
            <a:br>
              <a:rPr lang="en-US" sz="2000" dirty="0"/>
            </a:br>
            <a:r>
              <a:rPr lang="en-US" sz="2000" dirty="0"/>
              <a:t>Example : Building a public Community of practice</a:t>
            </a:r>
          </a:p>
        </p:txBody>
      </p:sp>
      <p:sp>
        <p:nvSpPr>
          <p:cNvPr id="48" name="ZoneTexte 47">
            <a:extLst>
              <a:ext uri="{FF2B5EF4-FFF2-40B4-BE49-F238E27FC236}">
                <a16:creationId xmlns:a16="http://schemas.microsoft.com/office/drawing/2014/main" id="{3342C862-0507-44EC-BE7E-B1D8E38192A5}"/>
              </a:ext>
            </a:extLst>
          </p:cNvPr>
          <p:cNvSpPr txBox="1"/>
          <p:nvPr/>
        </p:nvSpPr>
        <p:spPr>
          <a:xfrm>
            <a:off x="335488" y="1358255"/>
            <a:ext cx="4136283" cy="338554"/>
          </a:xfrm>
          <a:prstGeom prst="rect">
            <a:avLst/>
          </a:prstGeom>
          <a:noFill/>
        </p:spPr>
        <p:txBody>
          <a:bodyPr wrap="square">
            <a:spAutoFit/>
          </a:bodyPr>
          <a:lstStyle/>
          <a:p>
            <a:pPr algn="ctr"/>
            <a:r>
              <a:rPr lang="en-US" sz="1600" b="1" i="1"/>
              <a:t>What everyone can start bringing for the goal</a:t>
            </a:r>
          </a:p>
        </p:txBody>
      </p:sp>
      <p:sp>
        <p:nvSpPr>
          <p:cNvPr id="49" name="ZoneTexte 48">
            <a:extLst>
              <a:ext uri="{FF2B5EF4-FFF2-40B4-BE49-F238E27FC236}">
                <a16:creationId xmlns:a16="http://schemas.microsoft.com/office/drawing/2014/main" id="{13C61C05-6FCE-4C2F-B888-2189F503860F}"/>
              </a:ext>
            </a:extLst>
          </p:cNvPr>
          <p:cNvSpPr txBox="1"/>
          <p:nvPr/>
        </p:nvSpPr>
        <p:spPr>
          <a:xfrm>
            <a:off x="5756089" y="1365741"/>
            <a:ext cx="2258641" cy="584775"/>
          </a:xfrm>
          <a:prstGeom prst="rect">
            <a:avLst/>
          </a:prstGeom>
          <a:noFill/>
        </p:spPr>
        <p:txBody>
          <a:bodyPr wrap="square">
            <a:spAutoFit/>
          </a:bodyPr>
          <a:lstStyle/>
          <a:p>
            <a:pPr algn="ctr"/>
            <a:r>
              <a:rPr lang="en-US" sz="1600" b="1" i="1"/>
              <a:t>First Ideas of combined contributions</a:t>
            </a:r>
          </a:p>
        </p:txBody>
      </p:sp>
      <p:sp>
        <p:nvSpPr>
          <p:cNvPr id="52" name="ZoneTexte 51">
            <a:extLst>
              <a:ext uri="{FF2B5EF4-FFF2-40B4-BE49-F238E27FC236}">
                <a16:creationId xmlns:a16="http://schemas.microsoft.com/office/drawing/2014/main" id="{F7A9D8FC-D848-4D9F-91E9-9318A289E46D}"/>
              </a:ext>
            </a:extLst>
          </p:cNvPr>
          <p:cNvSpPr txBox="1"/>
          <p:nvPr/>
        </p:nvSpPr>
        <p:spPr>
          <a:xfrm>
            <a:off x="9738227" y="1361321"/>
            <a:ext cx="2258641" cy="830997"/>
          </a:xfrm>
          <a:prstGeom prst="rect">
            <a:avLst/>
          </a:prstGeom>
          <a:noFill/>
        </p:spPr>
        <p:txBody>
          <a:bodyPr wrap="square">
            <a:spAutoFit/>
          </a:bodyPr>
          <a:lstStyle/>
          <a:p>
            <a:pPr algn="ctr"/>
            <a:r>
              <a:rPr lang="en-US" sz="1600" b="1" i="1"/>
              <a:t>Successes that we could not reach as scattered individuals</a:t>
            </a:r>
          </a:p>
        </p:txBody>
      </p:sp>
      <p:grpSp>
        <p:nvGrpSpPr>
          <p:cNvPr id="55" name="Groupe 54">
            <a:extLst>
              <a:ext uri="{FF2B5EF4-FFF2-40B4-BE49-F238E27FC236}">
                <a16:creationId xmlns:a16="http://schemas.microsoft.com/office/drawing/2014/main" id="{26EBE82C-A9CF-44DD-A535-F92283AA2649}"/>
              </a:ext>
            </a:extLst>
          </p:cNvPr>
          <p:cNvGrpSpPr/>
          <p:nvPr/>
        </p:nvGrpSpPr>
        <p:grpSpPr>
          <a:xfrm>
            <a:off x="2609577" y="1563591"/>
            <a:ext cx="1467257" cy="1169474"/>
            <a:chOff x="2609577" y="1563591"/>
            <a:chExt cx="1467257" cy="1169474"/>
          </a:xfrm>
        </p:grpSpPr>
        <p:grpSp>
          <p:nvGrpSpPr>
            <p:cNvPr id="42" name="Groupe 41">
              <a:extLst>
                <a:ext uri="{FF2B5EF4-FFF2-40B4-BE49-F238E27FC236}">
                  <a16:creationId xmlns:a16="http://schemas.microsoft.com/office/drawing/2014/main" id="{355A2826-D35C-4355-8D6F-CA811352584A}"/>
                </a:ext>
              </a:extLst>
            </p:cNvPr>
            <p:cNvGrpSpPr/>
            <p:nvPr/>
          </p:nvGrpSpPr>
          <p:grpSpPr>
            <a:xfrm>
              <a:off x="2609577" y="1563591"/>
              <a:ext cx="1412109" cy="1169474"/>
              <a:chOff x="2645545" y="3994190"/>
              <a:chExt cx="1412109" cy="1169474"/>
            </a:xfrm>
          </p:grpSpPr>
          <p:pic>
            <p:nvPicPr>
              <p:cNvPr id="43" name="Graphique 42" descr="Diable avec un remplissage uni">
                <a:extLst>
                  <a:ext uri="{FF2B5EF4-FFF2-40B4-BE49-F238E27FC236}">
                    <a16:creationId xmlns:a16="http://schemas.microsoft.com/office/drawing/2014/main" id="{8244A6A4-C5E1-4062-A01E-7F8B5AD111CF}"/>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44" name="Graphique 43" descr="Base-ball avec un remplissage uni">
                <a:extLst>
                  <a:ext uri="{FF2B5EF4-FFF2-40B4-BE49-F238E27FC236}">
                    <a16:creationId xmlns:a16="http://schemas.microsoft.com/office/drawing/2014/main" id="{5C12E74D-1A36-40E7-8099-519692F5218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45" name="Rectangle 44">
                <a:extLst>
                  <a:ext uri="{FF2B5EF4-FFF2-40B4-BE49-F238E27FC236}">
                    <a16:creationId xmlns:a16="http://schemas.microsoft.com/office/drawing/2014/main" id="{1AFD5C9D-8C2F-4199-9991-CDDA10264D43}"/>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4" name="Graphique 53" descr="Boîte à archives avec un remplissage uni">
              <a:extLst>
                <a:ext uri="{FF2B5EF4-FFF2-40B4-BE49-F238E27FC236}">
                  <a16:creationId xmlns:a16="http://schemas.microsoft.com/office/drawing/2014/main" id="{78459876-A327-48F8-A172-A2B68D6C0D8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86" name="Groupe 85">
            <a:extLst>
              <a:ext uri="{FF2B5EF4-FFF2-40B4-BE49-F238E27FC236}">
                <a16:creationId xmlns:a16="http://schemas.microsoft.com/office/drawing/2014/main" id="{2866E67F-F311-4588-B703-8A697368E469}"/>
              </a:ext>
            </a:extLst>
          </p:cNvPr>
          <p:cNvGrpSpPr/>
          <p:nvPr/>
        </p:nvGrpSpPr>
        <p:grpSpPr>
          <a:xfrm>
            <a:off x="2547542" y="5603914"/>
            <a:ext cx="1467257" cy="1169474"/>
            <a:chOff x="2609577" y="1563591"/>
            <a:chExt cx="1467257" cy="1169474"/>
          </a:xfrm>
        </p:grpSpPr>
        <p:grpSp>
          <p:nvGrpSpPr>
            <p:cNvPr id="87" name="Groupe 86">
              <a:extLst>
                <a:ext uri="{FF2B5EF4-FFF2-40B4-BE49-F238E27FC236}">
                  <a16:creationId xmlns:a16="http://schemas.microsoft.com/office/drawing/2014/main" id="{F451FCE1-F2B0-484F-A08F-2CB7D2FEC9EC}"/>
                </a:ext>
              </a:extLst>
            </p:cNvPr>
            <p:cNvGrpSpPr/>
            <p:nvPr/>
          </p:nvGrpSpPr>
          <p:grpSpPr>
            <a:xfrm>
              <a:off x="2609577" y="1563591"/>
              <a:ext cx="1412109" cy="1169474"/>
              <a:chOff x="2645545" y="3994190"/>
              <a:chExt cx="1412109" cy="1169474"/>
            </a:xfrm>
          </p:grpSpPr>
          <p:pic>
            <p:nvPicPr>
              <p:cNvPr id="89" name="Graphique 88" descr="Diable avec un remplissage uni">
                <a:extLst>
                  <a:ext uri="{FF2B5EF4-FFF2-40B4-BE49-F238E27FC236}">
                    <a16:creationId xmlns:a16="http://schemas.microsoft.com/office/drawing/2014/main" id="{9F087DA0-B39B-45CC-B709-2E92EC9B9C50}"/>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90" name="Graphique 89" descr="Base-ball avec un remplissage uni">
                <a:extLst>
                  <a:ext uri="{FF2B5EF4-FFF2-40B4-BE49-F238E27FC236}">
                    <a16:creationId xmlns:a16="http://schemas.microsoft.com/office/drawing/2014/main" id="{E0377BB5-85CB-4162-B1DD-0EDAEE890DD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91" name="Rectangle 90">
                <a:extLst>
                  <a:ext uri="{FF2B5EF4-FFF2-40B4-BE49-F238E27FC236}">
                    <a16:creationId xmlns:a16="http://schemas.microsoft.com/office/drawing/2014/main" id="{F7F87CA6-C82F-4A7C-810C-6966E88C7137}"/>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8" name="Graphique 87" descr="Boîte à archives avec un remplissage uni">
              <a:extLst>
                <a:ext uri="{FF2B5EF4-FFF2-40B4-BE49-F238E27FC236}">
                  <a16:creationId xmlns:a16="http://schemas.microsoft.com/office/drawing/2014/main" id="{D1F7AED6-42D3-4C34-9625-A3D14E52FB40}"/>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106" name="Groupe 105">
            <a:extLst>
              <a:ext uri="{FF2B5EF4-FFF2-40B4-BE49-F238E27FC236}">
                <a16:creationId xmlns:a16="http://schemas.microsoft.com/office/drawing/2014/main" id="{13B2CE95-C8C7-4A5C-92F1-EC2A4420DB71}"/>
              </a:ext>
            </a:extLst>
          </p:cNvPr>
          <p:cNvGrpSpPr/>
          <p:nvPr/>
        </p:nvGrpSpPr>
        <p:grpSpPr>
          <a:xfrm flipH="1">
            <a:off x="5818352" y="2836152"/>
            <a:ext cx="1093937" cy="1165158"/>
            <a:chOff x="1680627" y="1783722"/>
            <a:chExt cx="1331514" cy="1331514"/>
          </a:xfrm>
        </p:grpSpPr>
        <p:pic>
          <p:nvPicPr>
            <p:cNvPr id="179" name="Graphique 178" descr="Mur de briques en construction avec un remplissage uni">
              <a:extLst>
                <a:ext uri="{FF2B5EF4-FFF2-40B4-BE49-F238E27FC236}">
                  <a16:creationId xmlns:a16="http://schemas.microsoft.com/office/drawing/2014/main" id="{13F6B018-6351-4C3D-852E-8A5F57E1A2E5}"/>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680627" y="1783722"/>
              <a:ext cx="1331514" cy="1331514"/>
            </a:xfrm>
            <a:prstGeom prst="rect">
              <a:avLst/>
            </a:prstGeom>
          </p:spPr>
        </p:pic>
        <p:sp>
          <p:nvSpPr>
            <p:cNvPr id="180" name="Rectangle 179">
              <a:extLst>
                <a:ext uri="{FF2B5EF4-FFF2-40B4-BE49-F238E27FC236}">
                  <a16:creationId xmlns:a16="http://schemas.microsoft.com/office/drawing/2014/main" id="{20453177-74D5-4E14-8160-B24A3B16BED5}"/>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1" name="Rectangle 180">
              <a:extLst>
                <a:ext uri="{FF2B5EF4-FFF2-40B4-BE49-F238E27FC236}">
                  <a16:creationId xmlns:a16="http://schemas.microsoft.com/office/drawing/2014/main" id="{608979AE-BCF6-4155-9BB1-95B5C1F1340E}"/>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2" name="Rectangle 181">
              <a:extLst>
                <a:ext uri="{FF2B5EF4-FFF2-40B4-BE49-F238E27FC236}">
                  <a16:creationId xmlns:a16="http://schemas.microsoft.com/office/drawing/2014/main" id="{02C316F3-CA2B-4EA0-AF38-F8DAC5FBC24E}"/>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3" name="Rectangle 182">
              <a:extLst>
                <a:ext uri="{FF2B5EF4-FFF2-40B4-BE49-F238E27FC236}">
                  <a16:creationId xmlns:a16="http://schemas.microsoft.com/office/drawing/2014/main" id="{BA80DE65-F676-4621-A539-AB4D35977169}"/>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Rectangle 183">
              <a:extLst>
                <a:ext uri="{FF2B5EF4-FFF2-40B4-BE49-F238E27FC236}">
                  <a16:creationId xmlns:a16="http://schemas.microsoft.com/office/drawing/2014/main" id="{29BF593B-0BA1-4BDC-80A3-7FA615968603}"/>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5" name="Rectangle 184">
              <a:extLst>
                <a:ext uri="{FF2B5EF4-FFF2-40B4-BE49-F238E27FC236}">
                  <a16:creationId xmlns:a16="http://schemas.microsoft.com/office/drawing/2014/main" id="{0D5BE12D-03C5-4DD0-BF71-89429BA75C97}"/>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6" name="Rectangle 185">
              <a:extLst>
                <a:ext uri="{FF2B5EF4-FFF2-40B4-BE49-F238E27FC236}">
                  <a16:creationId xmlns:a16="http://schemas.microsoft.com/office/drawing/2014/main" id="{0681DF30-CC73-4F27-891A-7FD462F2AC37}"/>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7" name="Rectangle 186">
              <a:extLst>
                <a:ext uri="{FF2B5EF4-FFF2-40B4-BE49-F238E27FC236}">
                  <a16:creationId xmlns:a16="http://schemas.microsoft.com/office/drawing/2014/main" id="{1EA142A9-06C7-46C4-9582-20D260698656}"/>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8" name="Rectangle 187">
              <a:extLst>
                <a:ext uri="{FF2B5EF4-FFF2-40B4-BE49-F238E27FC236}">
                  <a16:creationId xmlns:a16="http://schemas.microsoft.com/office/drawing/2014/main" id="{244F9E9F-C7C5-4A31-9D4A-89EBDC670E72}"/>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9" name="Rectangle 188">
              <a:extLst>
                <a:ext uri="{FF2B5EF4-FFF2-40B4-BE49-F238E27FC236}">
                  <a16:creationId xmlns:a16="http://schemas.microsoft.com/office/drawing/2014/main" id="{AB653C7E-B238-43C1-8F70-E3DA990C935B}"/>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0" name="Rectangle 189">
              <a:extLst>
                <a:ext uri="{FF2B5EF4-FFF2-40B4-BE49-F238E27FC236}">
                  <a16:creationId xmlns:a16="http://schemas.microsoft.com/office/drawing/2014/main" id="{49030794-D3C4-4CEB-8EE3-A4746FE26978}"/>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1" name="Rectangle 190">
              <a:extLst>
                <a:ext uri="{FF2B5EF4-FFF2-40B4-BE49-F238E27FC236}">
                  <a16:creationId xmlns:a16="http://schemas.microsoft.com/office/drawing/2014/main" id="{F8C415E8-93A8-4681-879B-8FFEF4578AD1}"/>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 name="Groupe 5">
            <a:extLst>
              <a:ext uri="{FF2B5EF4-FFF2-40B4-BE49-F238E27FC236}">
                <a16:creationId xmlns:a16="http://schemas.microsoft.com/office/drawing/2014/main" id="{5FB41C06-1F54-4F63-8814-51F4614A43BD}"/>
              </a:ext>
            </a:extLst>
          </p:cNvPr>
          <p:cNvGrpSpPr/>
          <p:nvPr/>
        </p:nvGrpSpPr>
        <p:grpSpPr>
          <a:xfrm>
            <a:off x="796673" y="2005649"/>
            <a:ext cx="1383385" cy="1242096"/>
            <a:chOff x="5247267" y="8072371"/>
            <a:chExt cx="817082" cy="733631"/>
          </a:xfrm>
        </p:grpSpPr>
        <p:grpSp>
          <p:nvGrpSpPr>
            <p:cNvPr id="105" name="Groupe 104">
              <a:extLst>
                <a:ext uri="{FF2B5EF4-FFF2-40B4-BE49-F238E27FC236}">
                  <a16:creationId xmlns:a16="http://schemas.microsoft.com/office/drawing/2014/main" id="{C0F240FA-5C73-4FB1-8941-6BE1105F18DB}"/>
                </a:ext>
              </a:extLst>
            </p:cNvPr>
            <p:cNvGrpSpPr/>
            <p:nvPr/>
          </p:nvGrpSpPr>
          <p:grpSpPr>
            <a:xfrm>
              <a:off x="5247267" y="8117813"/>
              <a:ext cx="817082" cy="688189"/>
              <a:chOff x="3890963" y="2438774"/>
              <a:chExt cx="1085661" cy="914400"/>
            </a:xfrm>
          </p:grpSpPr>
          <p:pic>
            <p:nvPicPr>
              <p:cNvPr id="192" name="Graphique 191" descr="Culturiste avec un remplissage uni">
                <a:extLst>
                  <a:ext uri="{FF2B5EF4-FFF2-40B4-BE49-F238E27FC236}">
                    <a16:creationId xmlns:a16="http://schemas.microsoft.com/office/drawing/2014/main" id="{76A45FC6-5C96-49A8-AC35-BC18F11D6CBB}"/>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3" name="Rectangle 192">
                <a:extLst>
                  <a:ext uri="{FF2B5EF4-FFF2-40B4-BE49-F238E27FC236}">
                    <a16:creationId xmlns:a16="http://schemas.microsoft.com/office/drawing/2014/main" id="{CB8D01E4-F3DD-439C-927A-661004280E40}"/>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4" name="Rectangle 193">
                <a:extLst>
                  <a:ext uri="{FF2B5EF4-FFF2-40B4-BE49-F238E27FC236}">
                    <a16:creationId xmlns:a16="http://schemas.microsoft.com/office/drawing/2014/main" id="{8232BE64-879E-4932-8F1C-EBC70379A39D}"/>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07" name="Rectangle 106">
              <a:extLst>
                <a:ext uri="{FF2B5EF4-FFF2-40B4-BE49-F238E27FC236}">
                  <a16:creationId xmlns:a16="http://schemas.microsoft.com/office/drawing/2014/main" id="{9BF03B67-30A6-425A-9D7A-E2238247F21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09" name="Groupe 108">
            <a:extLst>
              <a:ext uri="{FF2B5EF4-FFF2-40B4-BE49-F238E27FC236}">
                <a16:creationId xmlns:a16="http://schemas.microsoft.com/office/drawing/2014/main" id="{35A820B9-71C1-40B2-949A-BA546FD0C884}"/>
              </a:ext>
            </a:extLst>
          </p:cNvPr>
          <p:cNvGrpSpPr/>
          <p:nvPr/>
        </p:nvGrpSpPr>
        <p:grpSpPr>
          <a:xfrm flipH="1">
            <a:off x="482631" y="3516088"/>
            <a:ext cx="627050" cy="1144490"/>
            <a:chOff x="5134003" y="2196472"/>
            <a:chExt cx="563254" cy="1156702"/>
          </a:xfrm>
        </p:grpSpPr>
        <p:pic>
          <p:nvPicPr>
            <p:cNvPr id="175" name="Graphique 174" descr="Réussite du groupe avec un remplissage uni">
              <a:extLst>
                <a:ext uri="{FF2B5EF4-FFF2-40B4-BE49-F238E27FC236}">
                  <a16:creationId xmlns:a16="http://schemas.microsoft.com/office/drawing/2014/main" id="{BE19C2B3-0721-44D3-8CD1-48D9E0F7C055}"/>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176" name="Rectangle 175">
              <a:extLst>
                <a:ext uri="{FF2B5EF4-FFF2-40B4-BE49-F238E27FC236}">
                  <a16:creationId xmlns:a16="http://schemas.microsoft.com/office/drawing/2014/main" id="{FA4C0BA6-2A92-40FD-9077-52FC594CF4A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7" name="Groupe 6">
            <a:extLst>
              <a:ext uri="{FF2B5EF4-FFF2-40B4-BE49-F238E27FC236}">
                <a16:creationId xmlns:a16="http://schemas.microsoft.com/office/drawing/2014/main" id="{36F23E62-E00E-4089-9506-DDF4061A25F6}"/>
              </a:ext>
            </a:extLst>
          </p:cNvPr>
          <p:cNvGrpSpPr/>
          <p:nvPr/>
        </p:nvGrpSpPr>
        <p:grpSpPr>
          <a:xfrm>
            <a:off x="9645634" y="2250443"/>
            <a:ext cx="2332408" cy="2332408"/>
            <a:chOff x="9835911" y="2807662"/>
            <a:chExt cx="1796250" cy="1796250"/>
          </a:xfrm>
        </p:grpSpPr>
        <p:pic>
          <p:nvPicPr>
            <p:cNvPr id="104" name="Graphique 103" descr="Cathédrale avec un remplissage uni">
              <a:extLst>
                <a:ext uri="{FF2B5EF4-FFF2-40B4-BE49-F238E27FC236}">
                  <a16:creationId xmlns:a16="http://schemas.microsoft.com/office/drawing/2014/main" id="{E59C6277-AA1A-4489-91DF-5BA7B244261F}"/>
                </a:ext>
              </a:extLst>
            </p:cNvPr>
            <p:cNvPicPr>
              <a:picLocks noChangeAspect="1"/>
            </p:cNvPicPr>
            <p:nvPr/>
          </p:nvPicPr>
          <p:blipFill>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835911" y="2807662"/>
              <a:ext cx="1796250" cy="1796250"/>
            </a:xfrm>
            <a:prstGeom prst="rect">
              <a:avLst/>
            </a:prstGeom>
          </p:spPr>
        </p:pic>
        <p:sp>
          <p:nvSpPr>
            <p:cNvPr id="113" name="Rectangle 112">
              <a:extLst>
                <a:ext uri="{FF2B5EF4-FFF2-40B4-BE49-F238E27FC236}">
                  <a16:creationId xmlns:a16="http://schemas.microsoft.com/office/drawing/2014/main" id="{31970C2C-4382-4D6F-ADF6-471972759529}"/>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4" name="Rectangle 113">
              <a:extLst>
                <a:ext uri="{FF2B5EF4-FFF2-40B4-BE49-F238E27FC236}">
                  <a16:creationId xmlns:a16="http://schemas.microsoft.com/office/drawing/2014/main" id="{D5D40D35-3B33-472C-BB36-27310377B46F}"/>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5" name="Rectangle 114">
              <a:extLst>
                <a:ext uri="{FF2B5EF4-FFF2-40B4-BE49-F238E27FC236}">
                  <a16:creationId xmlns:a16="http://schemas.microsoft.com/office/drawing/2014/main" id="{0DF1613C-64EF-4B26-B600-36E33E288236}"/>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115">
              <a:extLst>
                <a:ext uri="{FF2B5EF4-FFF2-40B4-BE49-F238E27FC236}">
                  <a16:creationId xmlns:a16="http://schemas.microsoft.com/office/drawing/2014/main" id="{DD222A77-3CAA-44FC-8012-A0B8E33C44DB}"/>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16">
              <a:extLst>
                <a:ext uri="{FF2B5EF4-FFF2-40B4-BE49-F238E27FC236}">
                  <a16:creationId xmlns:a16="http://schemas.microsoft.com/office/drawing/2014/main" id="{0A42DEAE-71FB-4AC0-A235-6D8A7C681B98}"/>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8" name="Rectangle 117">
              <a:extLst>
                <a:ext uri="{FF2B5EF4-FFF2-40B4-BE49-F238E27FC236}">
                  <a16:creationId xmlns:a16="http://schemas.microsoft.com/office/drawing/2014/main" id="{7E7C3645-4EB6-42D8-8D16-A4131BD9553A}"/>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118">
              <a:extLst>
                <a:ext uri="{FF2B5EF4-FFF2-40B4-BE49-F238E27FC236}">
                  <a16:creationId xmlns:a16="http://schemas.microsoft.com/office/drawing/2014/main" id="{B2E68E23-64DB-4588-97BF-38D7F767E1B0}"/>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Rectangle 119">
              <a:extLst>
                <a:ext uri="{FF2B5EF4-FFF2-40B4-BE49-F238E27FC236}">
                  <a16:creationId xmlns:a16="http://schemas.microsoft.com/office/drawing/2014/main" id="{C0E89C3C-47BB-4FA0-8A5A-42149CC65920}"/>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120">
              <a:extLst>
                <a:ext uri="{FF2B5EF4-FFF2-40B4-BE49-F238E27FC236}">
                  <a16:creationId xmlns:a16="http://schemas.microsoft.com/office/drawing/2014/main" id="{609A3087-8282-4996-900F-0E7A07C3D6AE}"/>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Rectangle 121">
              <a:extLst>
                <a:ext uri="{FF2B5EF4-FFF2-40B4-BE49-F238E27FC236}">
                  <a16:creationId xmlns:a16="http://schemas.microsoft.com/office/drawing/2014/main" id="{B19A238C-F0C2-4B75-8E5F-4F1F2916275A}"/>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122">
              <a:extLst>
                <a:ext uri="{FF2B5EF4-FFF2-40B4-BE49-F238E27FC236}">
                  <a16:creationId xmlns:a16="http://schemas.microsoft.com/office/drawing/2014/main" id="{C2ADAAE2-FB7B-4FC2-907C-FFC0835BCD6D}"/>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Rectangle 123">
              <a:extLst>
                <a:ext uri="{FF2B5EF4-FFF2-40B4-BE49-F238E27FC236}">
                  <a16:creationId xmlns:a16="http://schemas.microsoft.com/office/drawing/2014/main" id="{78EFB23D-18AD-4B60-9D20-CC94500410AB}"/>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124">
              <a:extLst>
                <a:ext uri="{FF2B5EF4-FFF2-40B4-BE49-F238E27FC236}">
                  <a16:creationId xmlns:a16="http://schemas.microsoft.com/office/drawing/2014/main" id="{A1F4E50B-79C5-45CA-A04D-3B8F9282A53E}"/>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Rectangle 125">
              <a:extLst>
                <a:ext uri="{FF2B5EF4-FFF2-40B4-BE49-F238E27FC236}">
                  <a16:creationId xmlns:a16="http://schemas.microsoft.com/office/drawing/2014/main" id="{A7227401-C246-4F70-8233-3B976B59A387}"/>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126">
              <a:extLst>
                <a:ext uri="{FF2B5EF4-FFF2-40B4-BE49-F238E27FC236}">
                  <a16:creationId xmlns:a16="http://schemas.microsoft.com/office/drawing/2014/main" id="{D4A1FD11-27D7-4758-8443-A06B09B0075F}"/>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127">
              <a:extLst>
                <a:ext uri="{FF2B5EF4-FFF2-40B4-BE49-F238E27FC236}">
                  <a16:creationId xmlns:a16="http://schemas.microsoft.com/office/drawing/2014/main" id="{D8CF8BBE-A434-41D8-A5A3-FB14CBABB85D}"/>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128">
              <a:extLst>
                <a:ext uri="{FF2B5EF4-FFF2-40B4-BE49-F238E27FC236}">
                  <a16:creationId xmlns:a16="http://schemas.microsoft.com/office/drawing/2014/main" id="{567B45F6-BBAA-46C4-B84D-608C4E3EC488}"/>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0" name="Rectangle 129">
              <a:extLst>
                <a:ext uri="{FF2B5EF4-FFF2-40B4-BE49-F238E27FC236}">
                  <a16:creationId xmlns:a16="http://schemas.microsoft.com/office/drawing/2014/main" id="{D2AB2C3A-CE3B-46BF-9284-48F1FA6115DE}"/>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1" name="Rectangle 130">
              <a:extLst>
                <a:ext uri="{FF2B5EF4-FFF2-40B4-BE49-F238E27FC236}">
                  <a16:creationId xmlns:a16="http://schemas.microsoft.com/office/drawing/2014/main" id="{D2CF42FA-73FD-4459-8D46-409BFD7D4212}"/>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2" name="Rectangle 131">
              <a:extLst>
                <a:ext uri="{FF2B5EF4-FFF2-40B4-BE49-F238E27FC236}">
                  <a16:creationId xmlns:a16="http://schemas.microsoft.com/office/drawing/2014/main" id="{85A890B8-0AA7-4032-923D-793C195C5CE1}"/>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3" name="Rectangle 132">
              <a:extLst>
                <a:ext uri="{FF2B5EF4-FFF2-40B4-BE49-F238E27FC236}">
                  <a16:creationId xmlns:a16="http://schemas.microsoft.com/office/drawing/2014/main" id="{B68FCF4F-73A8-4C2F-8903-418DDF82F2BC}"/>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4" name="Rectangle 133">
              <a:extLst>
                <a:ext uri="{FF2B5EF4-FFF2-40B4-BE49-F238E27FC236}">
                  <a16:creationId xmlns:a16="http://schemas.microsoft.com/office/drawing/2014/main" id="{F0D57C8D-6B6E-4732-AFDF-6244C7DA291F}"/>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134">
              <a:extLst>
                <a:ext uri="{FF2B5EF4-FFF2-40B4-BE49-F238E27FC236}">
                  <a16:creationId xmlns:a16="http://schemas.microsoft.com/office/drawing/2014/main" id="{31642D44-DD6E-4219-98E8-12D56D81B76A}"/>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Rectangle 135">
              <a:extLst>
                <a:ext uri="{FF2B5EF4-FFF2-40B4-BE49-F238E27FC236}">
                  <a16:creationId xmlns:a16="http://schemas.microsoft.com/office/drawing/2014/main" id="{3AEFD0B8-EC2D-4AC6-BB11-7415B9B0721F}"/>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Rectangle 136">
              <a:extLst>
                <a:ext uri="{FF2B5EF4-FFF2-40B4-BE49-F238E27FC236}">
                  <a16:creationId xmlns:a16="http://schemas.microsoft.com/office/drawing/2014/main" id="{0EF8A19B-434C-42F6-B74E-A63EEFA632F3}"/>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Rectangle 137">
              <a:extLst>
                <a:ext uri="{FF2B5EF4-FFF2-40B4-BE49-F238E27FC236}">
                  <a16:creationId xmlns:a16="http://schemas.microsoft.com/office/drawing/2014/main" id="{5F78E096-1BCA-4266-A5ED-81CB0F17F2D6}"/>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9" name="Rectangle 138">
              <a:extLst>
                <a:ext uri="{FF2B5EF4-FFF2-40B4-BE49-F238E27FC236}">
                  <a16:creationId xmlns:a16="http://schemas.microsoft.com/office/drawing/2014/main" id="{55F7BFB3-E97C-4FC1-B2C6-051F488161C0}"/>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0" name="Rectangle 139">
              <a:extLst>
                <a:ext uri="{FF2B5EF4-FFF2-40B4-BE49-F238E27FC236}">
                  <a16:creationId xmlns:a16="http://schemas.microsoft.com/office/drawing/2014/main" id="{DAFE8FEF-7E38-4DB4-9082-A1C7EEDDBE70}"/>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1" name="Rectangle 140">
              <a:extLst>
                <a:ext uri="{FF2B5EF4-FFF2-40B4-BE49-F238E27FC236}">
                  <a16:creationId xmlns:a16="http://schemas.microsoft.com/office/drawing/2014/main" id="{B37D0C40-53C6-424E-8E04-059941C6C968}"/>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2" name="Rectangle 141">
              <a:extLst>
                <a:ext uri="{FF2B5EF4-FFF2-40B4-BE49-F238E27FC236}">
                  <a16:creationId xmlns:a16="http://schemas.microsoft.com/office/drawing/2014/main" id="{4ED4F46F-4771-4F09-B696-AF22CD6311D7}"/>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3" name="Rectangle 142">
              <a:extLst>
                <a:ext uri="{FF2B5EF4-FFF2-40B4-BE49-F238E27FC236}">
                  <a16:creationId xmlns:a16="http://schemas.microsoft.com/office/drawing/2014/main" id="{5E33E992-D7D9-4B63-BD88-5D1A2962B638}"/>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143">
              <a:extLst>
                <a:ext uri="{FF2B5EF4-FFF2-40B4-BE49-F238E27FC236}">
                  <a16:creationId xmlns:a16="http://schemas.microsoft.com/office/drawing/2014/main" id="{629CB49E-8C2E-4F55-A412-731C7694AF8C}"/>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5" name="Rectangle 144">
              <a:extLst>
                <a:ext uri="{FF2B5EF4-FFF2-40B4-BE49-F238E27FC236}">
                  <a16:creationId xmlns:a16="http://schemas.microsoft.com/office/drawing/2014/main" id="{757B551F-863B-47F7-BAC0-34BAADC98CAF}"/>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6" name="Rectangle 145">
              <a:extLst>
                <a:ext uri="{FF2B5EF4-FFF2-40B4-BE49-F238E27FC236}">
                  <a16:creationId xmlns:a16="http://schemas.microsoft.com/office/drawing/2014/main" id="{2052CDD7-3222-4885-AB3B-A204ECE1D02D}"/>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7" name="Rectangle 146">
              <a:extLst>
                <a:ext uri="{FF2B5EF4-FFF2-40B4-BE49-F238E27FC236}">
                  <a16:creationId xmlns:a16="http://schemas.microsoft.com/office/drawing/2014/main" id="{37956E86-A3B8-485F-A01D-2D7E47471539}"/>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8" name="Rectangle 147">
              <a:extLst>
                <a:ext uri="{FF2B5EF4-FFF2-40B4-BE49-F238E27FC236}">
                  <a16:creationId xmlns:a16="http://schemas.microsoft.com/office/drawing/2014/main" id="{EC20EC68-CA18-401A-81A1-AA7D128BE33E}"/>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9" name="Rectangle 148">
              <a:extLst>
                <a:ext uri="{FF2B5EF4-FFF2-40B4-BE49-F238E27FC236}">
                  <a16:creationId xmlns:a16="http://schemas.microsoft.com/office/drawing/2014/main" id="{DB995F29-816A-4234-9DBB-7ABA7501AB1D}"/>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0" name="Rectangle 149">
              <a:extLst>
                <a:ext uri="{FF2B5EF4-FFF2-40B4-BE49-F238E27FC236}">
                  <a16:creationId xmlns:a16="http://schemas.microsoft.com/office/drawing/2014/main" id="{62EF13DB-A7F4-4596-84C8-46D83BAED6DC}"/>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Rectangle 150">
              <a:extLst>
                <a:ext uri="{FF2B5EF4-FFF2-40B4-BE49-F238E27FC236}">
                  <a16:creationId xmlns:a16="http://schemas.microsoft.com/office/drawing/2014/main" id="{1E4640AC-DC03-4CB7-B5C9-ABE31A2A09D0}"/>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2" name="Rectangle 151">
              <a:extLst>
                <a:ext uri="{FF2B5EF4-FFF2-40B4-BE49-F238E27FC236}">
                  <a16:creationId xmlns:a16="http://schemas.microsoft.com/office/drawing/2014/main" id="{32626AC5-B3D7-424D-A014-FD699C3FE5B1}"/>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Rectangle 152">
              <a:extLst>
                <a:ext uri="{FF2B5EF4-FFF2-40B4-BE49-F238E27FC236}">
                  <a16:creationId xmlns:a16="http://schemas.microsoft.com/office/drawing/2014/main" id="{1B1B0FF3-5B8A-47F8-A0F9-B83350A4B0BB}"/>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4" name="Rectangle 153">
              <a:extLst>
                <a:ext uri="{FF2B5EF4-FFF2-40B4-BE49-F238E27FC236}">
                  <a16:creationId xmlns:a16="http://schemas.microsoft.com/office/drawing/2014/main" id="{02191479-99DB-4E96-9714-ECB6235F11A8}"/>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5" name="Rectangle 154">
              <a:extLst>
                <a:ext uri="{FF2B5EF4-FFF2-40B4-BE49-F238E27FC236}">
                  <a16:creationId xmlns:a16="http://schemas.microsoft.com/office/drawing/2014/main" id="{048E7B28-A528-403F-98ED-B95E8A919AB5}"/>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6" name="Rectangle 155">
              <a:extLst>
                <a:ext uri="{FF2B5EF4-FFF2-40B4-BE49-F238E27FC236}">
                  <a16:creationId xmlns:a16="http://schemas.microsoft.com/office/drawing/2014/main" id="{D7A6A081-56AA-499A-8BC9-E18C8B413A39}"/>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7" name="Rectangle 156">
              <a:extLst>
                <a:ext uri="{FF2B5EF4-FFF2-40B4-BE49-F238E27FC236}">
                  <a16:creationId xmlns:a16="http://schemas.microsoft.com/office/drawing/2014/main" id="{4F231F0F-A33D-4E87-9D2B-3BF68009A99D}"/>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8" name="Rectangle 157">
              <a:extLst>
                <a:ext uri="{FF2B5EF4-FFF2-40B4-BE49-F238E27FC236}">
                  <a16:creationId xmlns:a16="http://schemas.microsoft.com/office/drawing/2014/main" id="{12AD0196-E4B3-448D-9E50-2EFD8806B691}"/>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9" name="Rectangle 158">
              <a:extLst>
                <a:ext uri="{FF2B5EF4-FFF2-40B4-BE49-F238E27FC236}">
                  <a16:creationId xmlns:a16="http://schemas.microsoft.com/office/drawing/2014/main" id="{DE3B190F-4879-4013-967B-19F696ECCF7C}"/>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0" name="Rectangle 159">
              <a:extLst>
                <a:ext uri="{FF2B5EF4-FFF2-40B4-BE49-F238E27FC236}">
                  <a16:creationId xmlns:a16="http://schemas.microsoft.com/office/drawing/2014/main" id="{E581297B-DB9C-4165-A5C2-1F94C8EC59DB}"/>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1" name="Rectangle 160">
              <a:extLst>
                <a:ext uri="{FF2B5EF4-FFF2-40B4-BE49-F238E27FC236}">
                  <a16:creationId xmlns:a16="http://schemas.microsoft.com/office/drawing/2014/main" id="{A480F958-6414-4B6F-9A69-12DADD839CE8}"/>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2" name="Rectangle 161">
              <a:extLst>
                <a:ext uri="{FF2B5EF4-FFF2-40B4-BE49-F238E27FC236}">
                  <a16:creationId xmlns:a16="http://schemas.microsoft.com/office/drawing/2014/main" id="{2B4DDC10-9BF6-4B3A-9820-B5C6C91FCED9}"/>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3" name="Rectangle 162">
              <a:extLst>
                <a:ext uri="{FF2B5EF4-FFF2-40B4-BE49-F238E27FC236}">
                  <a16:creationId xmlns:a16="http://schemas.microsoft.com/office/drawing/2014/main" id="{A40418D4-A0CC-4146-BD30-95CDF1AD8958}"/>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4" name="Rectangle 163">
              <a:extLst>
                <a:ext uri="{FF2B5EF4-FFF2-40B4-BE49-F238E27FC236}">
                  <a16:creationId xmlns:a16="http://schemas.microsoft.com/office/drawing/2014/main" id="{9948AFD8-F25B-4AD5-AF67-E54303BFAA51}"/>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5" name="Rectangle 164">
              <a:extLst>
                <a:ext uri="{FF2B5EF4-FFF2-40B4-BE49-F238E27FC236}">
                  <a16:creationId xmlns:a16="http://schemas.microsoft.com/office/drawing/2014/main" id="{00E465FE-90B8-4505-BCCA-9D33E27EF255}"/>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6" name="Rectangle 165">
              <a:extLst>
                <a:ext uri="{FF2B5EF4-FFF2-40B4-BE49-F238E27FC236}">
                  <a16:creationId xmlns:a16="http://schemas.microsoft.com/office/drawing/2014/main" id="{8931AC8B-654B-4C90-8E40-B284E1CAD3AF}"/>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7" name="Rectangle 166">
              <a:extLst>
                <a:ext uri="{FF2B5EF4-FFF2-40B4-BE49-F238E27FC236}">
                  <a16:creationId xmlns:a16="http://schemas.microsoft.com/office/drawing/2014/main" id="{69A8E121-0537-4086-BE81-F6175F23F929}"/>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8" name="Rectangle 167">
              <a:extLst>
                <a:ext uri="{FF2B5EF4-FFF2-40B4-BE49-F238E27FC236}">
                  <a16:creationId xmlns:a16="http://schemas.microsoft.com/office/drawing/2014/main" id="{275B4E6F-2F8B-4325-8F52-D884C0FB346C}"/>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9" name="Rectangle 168">
              <a:extLst>
                <a:ext uri="{FF2B5EF4-FFF2-40B4-BE49-F238E27FC236}">
                  <a16:creationId xmlns:a16="http://schemas.microsoft.com/office/drawing/2014/main" id="{5EA3F49E-7CE3-4EB8-B86D-E27C3E719152}"/>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0" name="Rectangle 169">
              <a:extLst>
                <a:ext uri="{FF2B5EF4-FFF2-40B4-BE49-F238E27FC236}">
                  <a16:creationId xmlns:a16="http://schemas.microsoft.com/office/drawing/2014/main" id="{B28906DF-32BE-46B7-BDA6-7203BF825619}"/>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1" name="Rectangle 170">
              <a:extLst>
                <a:ext uri="{FF2B5EF4-FFF2-40B4-BE49-F238E27FC236}">
                  <a16:creationId xmlns:a16="http://schemas.microsoft.com/office/drawing/2014/main" id="{131CF3C7-AAFB-4489-B09C-1D9AAD112044}"/>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2" name="Rectangle 171">
              <a:extLst>
                <a:ext uri="{FF2B5EF4-FFF2-40B4-BE49-F238E27FC236}">
                  <a16:creationId xmlns:a16="http://schemas.microsoft.com/office/drawing/2014/main" id="{B448FAA0-5785-4F8D-8AA5-CE2F4522E799}"/>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3" name="Rectangle 172">
              <a:extLst>
                <a:ext uri="{FF2B5EF4-FFF2-40B4-BE49-F238E27FC236}">
                  <a16:creationId xmlns:a16="http://schemas.microsoft.com/office/drawing/2014/main" id="{03A6A3FB-2F87-4C6F-89FC-DDEF96CAD85D}"/>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4" name="Rectangle 173">
              <a:extLst>
                <a:ext uri="{FF2B5EF4-FFF2-40B4-BE49-F238E27FC236}">
                  <a16:creationId xmlns:a16="http://schemas.microsoft.com/office/drawing/2014/main" id="{1638A7E7-900B-4755-A4E8-B7A678004DE2}"/>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95" name="Groupe 194">
            <a:extLst>
              <a:ext uri="{FF2B5EF4-FFF2-40B4-BE49-F238E27FC236}">
                <a16:creationId xmlns:a16="http://schemas.microsoft.com/office/drawing/2014/main" id="{4E1CCD66-BD6E-44D5-8754-3F78CF91EE84}"/>
              </a:ext>
            </a:extLst>
          </p:cNvPr>
          <p:cNvGrpSpPr/>
          <p:nvPr/>
        </p:nvGrpSpPr>
        <p:grpSpPr>
          <a:xfrm>
            <a:off x="1624159" y="4201734"/>
            <a:ext cx="1383385" cy="1242096"/>
            <a:chOff x="5247267" y="8072371"/>
            <a:chExt cx="817082" cy="733631"/>
          </a:xfrm>
        </p:grpSpPr>
        <p:grpSp>
          <p:nvGrpSpPr>
            <p:cNvPr id="196" name="Groupe 195">
              <a:extLst>
                <a:ext uri="{FF2B5EF4-FFF2-40B4-BE49-F238E27FC236}">
                  <a16:creationId xmlns:a16="http://schemas.microsoft.com/office/drawing/2014/main" id="{98ADEBB3-869F-4DF0-9E84-CB3CEA5A7DE3}"/>
                </a:ext>
              </a:extLst>
            </p:cNvPr>
            <p:cNvGrpSpPr/>
            <p:nvPr/>
          </p:nvGrpSpPr>
          <p:grpSpPr>
            <a:xfrm>
              <a:off x="5247267" y="8117813"/>
              <a:ext cx="817082" cy="688189"/>
              <a:chOff x="3890963" y="2438774"/>
              <a:chExt cx="1085661" cy="914400"/>
            </a:xfrm>
          </p:grpSpPr>
          <p:pic>
            <p:nvPicPr>
              <p:cNvPr id="198" name="Graphique 197" descr="Culturiste avec un remplissage uni">
                <a:extLst>
                  <a:ext uri="{FF2B5EF4-FFF2-40B4-BE49-F238E27FC236}">
                    <a16:creationId xmlns:a16="http://schemas.microsoft.com/office/drawing/2014/main" id="{AC7B218B-262F-409C-B9EB-C90FB52588D6}"/>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9" name="Rectangle 198">
                <a:extLst>
                  <a:ext uri="{FF2B5EF4-FFF2-40B4-BE49-F238E27FC236}">
                    <a16:creationId xmlns:a16="http://schemas.microsoft.com/office/drawing/2014/main" id="{B5FDC8FE-C73E-409E-BAED-AA5F4566E30C}"/>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0" name="Rectangle 199">
                <a:extLst>
                  <a:ext uri="{FF2B5EF4-FFF2-40B4-BE49-F238E27FC236}">
                    <a16:creationId xmlns:a16="http://schemas.microsoft.com/office/drawing/2014/main" id="{118BDBAE-CAD8-437A-B143-72E96592EE25}"/>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97" name="Rectangle 196">
              <a:extLst>
                <a:ext uri="{FF2B5EF4-FFF2-40B4-BE49-F238E27FC236}">
                  <a16:creationId xmlns:a16="http://schemas.microsoft.com/office/drawing/2014/main" id="{01AFD1CB-4387-4339-ABD7-CDEAFF91FC7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1" name="Groupe 200">
            <a:extLst>
              <a:ext uri="{FF2B5EF4-FFF2-40B4-BE49-F238E27FC236}">
                <a16:creationId xmlns:a16="http://schemas.microsoft.com/office/drawing/2014/main" id="{7853BF78-AA9F-461F-B621-B7EFE53AFBFA}"/>
              </a:ext>
            </a:extLst>
          </p:cNvPr>
          <p:cNvGrpSpPr/>
          <p:nvPr/>
        </p:nvGrpSpPr>
        <p:grpSpPr>
          <a:xfrm flipH="1">
            <a:off x="413196" y="5311500"/>
            <a:ext cx="635480" cy="1274252"/>
            <a:chOff x="5134003" y="2196472"/>
            <a:chExt cx="563254" cy="1156702"/>
          </a:xfrm>
        </p:grpSpPr>
        <p:pic>
          <p:nvPicPr>
            <p:cNvPr id="202" name="Graphique 201" descr="Réussite du groupe avec un remplissage uni">
              <a:extLst>
                <a:ext uri="{FF2B5EF4-FFF2-40B4-BE49-F238E27FC236}">
                  <a16:creationId xmlns:a16="http://schemas.microsoft.com/office/drawing/2014/main" id="{DB737901-907F-4ED9-B81C-24BCBF005158}"/>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3" name="Rectangle 202">
              <a:extLst>
                <a:ext uri="{FF2B5EF4-FFF2-40B4-BE49-F238E27FC236}">
                  <a16:creationId xmlns:a16="http://schemas.microsoft.com/office/drawing/2014/main" id="{3D35CB96-3794-4B3B-A7DB-5861F45A8F9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4" name="Groupe 203">
            <a:extLst>
              <a:ext uri="{FF2B5EF4-FFF2-40B4-BE49-F238E27FC236}">
                <a16:creationId xmlns:a16="http://schemas.microsoft.com/office/drawing/2014/main" id="{64C304F4-7F94-4FD2-BC45-B7945319CAB8}"/>
              </a:ext>
            </a:extLst>
          </p:cNvPr>
          <p:cNvGrpSpPr/>
          <p:nvPr/>
        </p:nvGrpSpPr>
        <p:grpSpPr>
          <a:xfrm flipH="1">
            <a:off x="3424466" y="3197940"/>
            <a:ext cx="544643" cy="1109212"/>
            <a:chOff x="5134003" y="2196472"/>
            <a:chExt cx="563254" cy="1156702"/>
          </a:xfrm>
        </p:grpSpPr>
        <p:pic>
          <p:nvPicPr>
            <p:cNvPr id="205" name="Graphique 204" descr="Réussite du groupe avec un remplissage uni">
              <a:extLst>
                <a:ext uri="{FF2B5EF4-FFF2-40B4-BE49-F238E27FC236}">
                  <a16:creationId xmlns:a16="http://schemas.microsoft.com/office/drawing/2014/main" id="{B45A7477-1594-4A43-A8DC-C7551975CD56}"/>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6" name="Rectangle 205">
              <a:extLst>
                <a:ext uri="{FF2B5EF4-FFF2-40B4-BE49-F238E27FC236}">
                  <a16:creationId xmlns:a16="http://schemas.microsoft.com/office/drawing/2014/main" id="{4666D706-FB2B-426F-8DB0-1FB75CA41269}"/>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9" name="Graphique 8" descr="Mur de briques en construction avec un remplissage uni">
            <a:extLst>
              <a:ext uri="{FF2B5EF4-FFF2-40B4-BE49-F238E27FC236}">
                <a16:creationId xmlns:a16="http://schemas.microsoft.com/office/drawing/2014/main" id="{3F30A76B-3311-4246-99E5-7DF4D9975A4E}"/>
              </a:ext>
            </a:extLst>
          </p:cNvPr>
          <p:cNvPicPr>
            <a:picLocks noChangeAspect="1"/>
          </p:cNvPicPr>
          <p:nvPr/>
        </p:nvPicPr>
        <p:blipFill>
          <a:blip r:embed="rId16">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flipH="1">
            <a:off x="7506736" y="3180089"/>
            <a:ext cx="993712" cy="1005521"/>
          </a:xfrm>
          <a:prstGeom prst="rect">
            <a:avLst/>
          </a:prstGeom>
        </p:spPr>
      </p:pic>
      <p:pic>
        <p:nvPicPr>
          <p:cNvPr id="249" name="Graphique 248" descr="Mur de briques en construction avec un remplissage uni">
            <a:extLst>
              <a:ext uri="{FF2B5EF4-FFF2-40B4-BE49-F238E27FC236}">
                <a16:creationId xmlns:a16="http://schemas.microsoft.com/office/drawing/2014/main" id="{2609CF9A-449F-4A80-AC18-FC15FC76B1A2}"/>
              </a:ext>
            </a:extLst>
          </p:cNvPr>
          <p:cNvPicPr>
            <a:picLocks noChangeAspect="1"/>
          </p:cNvPicPr>
          <p:nvPr/>
        </p:nvPicPr>
        <p:blipFill>
          <a:blip r:embed="rId18">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flipH="1">
            <a:off x="6282073" y="4773895"/>
            <a:ext cx="993712" cy="1005521"/>
          </a:xfrm>
          <a:prstGeom prst="rect">
            <a:avLst/>
          </a:prstGeom>
        </p:spPr>
      </p:pic>
      <p:sp>
        <p:nvSpPr>
          <p:cNvPr id="3" name="Rectangle 2">
            <a:extLst>
              <a:ext uri="{FF2B5EF4-FFF2-40B4-BE49-F238E27FC236}">
                <a16:creationId xmlns:a16="http://schemas.microsoft.com/office/drawing/2014/main" id="{DAC39AE7-8D07-4B89-B94B-02543B7C6B8D}"/>
              </a:ext>
            </a:extLst>
          </p:cNvPr>
          <p:cNvSpPr/>
          <p:nvPr/>
        </p:nvSpPr>
        <p:spPr>
          <a:xfrm>
            <a:off x="93680" y="2122319"/>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Karen</a:t>
            </a:r>
          </a:p>
          <a:p>
            <a:pPr algn="ctr"/>
            <a:r>
              <a:rPr lang="en-US" sz="1200">
                <a:solidFill>
                  <a:schemeClr val="tx1"/>
                </a:solidFill>
              </a:rPr>
              <a:t>Skills in Events Facilitation</a:t>
            </a:r>
          </a:p>
        </p:txBody>
      </p:sp>
      <p:sp>
        <p:nvSpPr>
          <p:cNvPr id="177" name="Rectangle 176">
            <a:extLst>
              <a:ext uri="{FF2B5EF4-FFF2-40B4-BE49-F238E27FC236}">
                <a16:creationId xmlns:a16="http://schemas.microsoft.com/office/drawing/2014/main" id="{31F9CEDF-D8EF-4782-97B7-F3EEF165730E}"/>
              </a:ext>
            </a:extLst>
          </p:cNvPr>
          <p:cNvSpPr/>
          <p:nvPr/>
        </p:nvSpPr>
        <p:spPr>
          <a:xfrm>
            <a:off x="901733" y="3640946"/>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John</a:t>
            </a:r>
          </a:p>
          <a:p>
            <a:pPr algn="ctr"/>
            <a:r>
              <a:rPr lang="en-US" sz="1200">
                <a:solidFill>
                  <a:schemeClr val="tx1"/>
                </a:solidFill>
              </a:rPr>
              <a:t>Thorough and rich Feedback</a:t>
            </a:r>
          </a:p>
        </p:txBody>
      </p:sp>
      <p:sp>
        <p:nvSpPr>
          <p:cNvPr id="178" name="Rectangle 177">
            <a:extLst>
              <a:ext uri="{FF2B5EF4-FFF2-40B4-BE49-F238E27FC236}">
                <a16:creationId xmlns:a16="http://schemas.microsoft.com/office/drawing/2014/main" id="{8AD1742C-C5FB-47CD-975F-CB300E338372}"/>
              </a:ext>
            </a:extLst>
          </p:cNvPr>
          <p:cNvSpPr/>
          <p:nvPr/>
        </p:nvSpPr>
        <p:spPr>
          <a:xfrm>
            <a:off x="3758549" y="5742488"/>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Abel</a:t>
            </a:r>
          </a:p>
          <a:p>
            <a:pPr algn="ctr"/>
            <a:r>
              <a:rPr lang="en-US" sz="1200">
                <a:solidFill>
                  <a:schemeClr val="tx1"/>
                </a:solidFill>
              </a:rPr>
              <a:t>Documentation on topic XYZ</a:t>
            </a:r>
          </a:p>
        </p:txBody>
      </p:sp>
      <p:sp>
        <p:nvSpPr>
          <p:cNvPr id="207" name="Rectangle 206">
            <a:extLst>
              <a:ext uri="{FF2B5EF4-FFF2-40B4-BE49-F238E27FC236}">
                <a16:creationId xmlns:a16="http://schemas.microsoft.com/office/drawing/2014/main" id="{42D8A1BE-2C54-431C-84AF-5FBA7C86CDEE}"/>
              </a:ext>
            </a:extLst>
          </p:cNvPr>
          <p:cNvSpPr/>
          <p:nvPr/>
        </p:nvSpPr>
        <p:spPr>
          <a:xfrm>
            <a:off x="4009151" y="1979981"/>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Kane</a:t>
            </a:r>
          </a:p>
          <a:p>
            <a:pPr algn="ctr"/>
            <a:r>
              <a:rPr lang="en-US" sz="1200">
                <a:solidFill>
                  <a:schemeClr val="tx1"/>
                </a:solidFill>
              </a:rPr>
              <a:t>Documentation on topic X</a:t>
            </a:r>
          </a:p>
        </p:txBody>
      </p:sp>
      <p:sp>
        <p:nvSpPr>
          <p:cNvPr id="208" name="Rectangle 207">
            <a:extLst>
              <a:ext uri="{FF2B5EF4-FFF2-40B4-BE49-F238E27FC236}">
                <a16:creationId xmlns:a16="http://schemas.microsoft.com/office/drawing/2014/main" id="{09659EE9-A2EB-4057-97BF-DB43C643D569}"/>
              </a:ext>
            </a:extLst>
          </p:cNvPr>
          <p:cNvSpPr/>
          <p:nvPr/>
        </p:nvSpPr>
        <p:spPr>
          <a:xfrm>
            <a:off x="2441048" y="4518833"/>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Matthew</a:t>
            </a:r>
          </a:p>
          <a:p>
            <a:pPr algn="ctr"/>
            <a:r>
              <a:rPr lang="en-US" sz="1200">
                <a:solidFill>
                  <a:schemeClr val="tx1"/>
                </a:solidFill>
              </a:rPr>
              <a:t>Content about Topic YZ</a:t>
            </a:r>
          </a:p>
        </p:txBody>
      </p:sp>
      <p:sp>
        <p:nvSpPr>
          <p:cNvPr id="209" name="Rectangle 208">
            <a:extLst>
              <a:ext uri="{FF2B5EF4-FFF2-40B4-BE49-F238E27FC236}">
                <a16:creationId xmlns:a16="http://schemas.microsoft.com/office/drawing/2014/main" id="{22EEBFCD-556E-49BE-9651-FBA1B383430D}"/>
              </a:ext>
            </a:extLst>
          </p:cNvPr>
          <p:cNvSpPr/>
          <p:nvPr/>
        </p:nvSpPr>
        <p:spPr>
          <a:xfrm>
            <a:off x="3733079" y="3482571"/>
            <a:ext cx="1188550"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Sally</a:t>
            </a:r>
          </a:p>
          <a:p>
            <a:pPr algn="ctr"/>
            <a:r>
              <a:rPr lang="en-US" sz="1200">
                <a:solidFill>
                  <a:schemeClr val="tx1"/>
                </a:solidFill>
              </a:rPr>
              <a:t>List of key contacts for meetup invitation</a:t>
            </a:r>
          </a:p>
        </p:txBody>
      </p:sp>
      <p:sp>
        <p:nvSpPr>
          <p:cNvPr id="210" name="Rectangle 209">
            <a:extLst>
              <a:ext uri="{FF2B5EF4-FFF2-40B4-BE49-F238E27FC236}">
                <a16:creationId xmlns:a16="http://schemas.microsoft.com/office/drawing/2014/main" id="{0872E8F9-F38F-4088-8B92-0156D96DB2E5}"/>
              </a:ext>
            </a:extLst>
          </p:cNvPr>
          <p:cNvSpPr/>
          <p:nvPr/>
        </p:nvSpPr>
        <p:spPr>
          <a:xfrm>
            <a:off x="448442" y="5661932"/>
            <a:ext cx="1188550"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Wesley</a:t>
            </a:r>
          </a:p>
          <a:p>
            <a:pPr algn="ctr"/>
            <a:r>
              <a:rPr lang="en-US" sz="1200">
                <a:solidFill>
                  <a:schemeClr val="tx1"/>
                </a:solidFill>
              </a:rPr>
              <a:t>Knowledge Management Skills</a:t>
            </a:r>
          </a:p>
        </p:txBody>
      </p:sp>
      <p:sp>
        <p:nvSpPr>
          <p:cNvPr id="211" name="Rectangle 210">
            <a:extLst>
              <a:ext uri="{FF2B5EF4-FFF2-40B4-BE49-F238E27FC236}">
                <a16:creationId xmlns:a16="http://schemas.microsoft.com/office/drawing/2014/main" id="{437B9EBE-7769-48D0-9F48-59E434EE106D}"/>
              </a:ext>
            </a:extLst>
          </p:cNvPr>
          <p:cNvSpPr/>
          <p:nvPr/>
        </p:nvSpPr>
        <p:spPr>
          <a:xfrm>
            <a:off x="6901635" y="5315739"/>
            <a:ext cx="1144110" cy="76845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Wesley + Abel + Kane</a:t>
            </a:r>
          </a:p>
          <a:p>
            <a:pPr algn="ctr"/>
            <a:r>
              <a:rPr lang="en-US" sz="1200">
                <a:solidFill>
                  <a:schemeClr val="tx1"/>
                </a:solidFill>
              </a:rPr>
              <a:t>Create a joint documentation</a:t>
            </a:r>
          </a:p>
        </p:txBody>
      </p:sp>
      <p:sp>
        <p:nvSpPr>
          <p:cNvPr id="212" name="Rectangle 211">
            <a:extLst>
              <a:ext uri="{FF2B5EF4-FFF2-40B4-BE49-F238E27FC236}">
                <a16:creationId xmlns:a16="http://schemas.microsoft.com/office/drawing/2014/main" id="{E30BE77A-113B-4B74-A494-58B97B93737B}"/>
              </a:ext>
            </a:extLst>
          </p:cNvPr>
          <p:cNvSpPr/>
          <p:nvPr/>
        </p:nvSpPr>
        <p:spPr>
          <a:xfrm>
            <a:off x="7901427" y="3839307"/>
            <a:ext cx="959763"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Matthew + Sally</a:t>
            </a:r>
          </a:p>
          <a:p>
            <a:pPr algn="ctr"/>
            <a:r>
              <a:rPr lang="en-US" sz="1200">
                <a:solidFill>
                  <a:schemeClr val="tx1"/>
                </a:solidFill>
              </a:rPr>
              <a:t>Create a Wiki</a:t>
            </a:r>
          </a:p>
        </p:txBody>
      </p:sp>
      <p:sp>
        <p:nvSpPr>
          <p:cNvPr id="213" name="Rectangle 212">
            <a:extLst>
              <a:ext uri="{FF2B5EF4-FFF2-40B4-BE49-F238E27FC236}">
                <a16:creationId xmlns:a16="http://schemas.microsoft.com/office/drawing/2014/main" id="{6CF53418-11D4-4203-9204-51B74BC8A0AC}"/>
              </a:ext>
            </a:extLst>
          </p:cNvPr>
          <p:cNvSpPr/>
          <p:nvPr/>
        </p:nvSpPr>
        <p:spPr>
          <a:xfrm>
            <a:off x="9700339" y="4752374"/>
            <a:ext cx="959763"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Create a Wiki about XYZ</a:t>
            </a:r>
          </a:p>
        </p:txBody>
      </p:sp>
      <p:sp>
        <p:nvSpPr>
          <p:cNvPr id="214" name="Rectangle 213">
            <a:extLst>
              <a:ext uri="{FF2B5EF4-FFF2-40B4-BE49-F238E27FC236}">
                <a16:creationId xmlns:a16="http://schemas.microsoft.com/office/drawing/2014/main" id="{D9652E5E-9E58-4AFD-8FAA-F11D96CCFBC1}"/>
              </a:ext>
            </a:extLst>
          </p:cNvPr>
          <p:cNvSpPr/>
          <p:nvPr/>
        </p:nvSpPr>
        <p:spPr>
          <a:xfrm>
            <a:off x="10811838" y="4752374"/>
            <a:ext cx="959763"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Create a meetup group about XYZ</a:t>
            </a:r>
          </a:p>
        </p:txBody>
      </p:sp>
      <p:sp>
        <p:nvSpPr>
          <p:cNvPr id="215" name="Rectangle 214">
            <a:extLst>
              <a:ext uri="{FF2B5EF4-FFF2-40B4-BE49-F238E27FC236}">
                <a16:creationId xmlns:a16="http://schemas.microsoft.com/office/drawing/2014/main" id="{F216D036-3EB8-47ED-B406-23D25E6CDB25}"/>
              </a:ext>
            </a:extLst>
          </p:cNvPr>
          <p:cNvSpPr/>
          <p:nvPr/>
        </p:nvSpPr>
        <p:spPr>
          <a:xfrm>
            <a:off x="6002455" y="3757486"/>
            <a:ext cx="959763"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Karen + Sally + John</a:t>
            </a:r>
          </a:p>
          <a:p>
            <a:pPr algn="ctr"/>
            <a:r>
              <a:rPr lang="en-US" sz="1200">
                <a:solidFill>
                  <a:schemeClr val="tx1"/>
                </a:solidFill>
              </a:rPr>
              <a:t>Organize an event</a:t>
            </a:r>
          </a:p>
        </p:txBody>
      </p:sp>
      <p:sp>
        <p:nvSpPr>
          <p:cNvPr id="216" name="Rectangle 215">
            <a:extLst>
              <a:ext uri="{FF2B5EF4-FFF2-40B4-BE49-F238E27FC236}">
                <a16:creationId xmlns:a16="http://schemas.microsoft.com/office/drawing/2014/main" id="{4255E826-7924-4C48-BB78-C4A45DA006F6}"/>
              </a:ext>
            </a:extLst>
          </p:cNvPr>
          <p:cNvSpPr/>
          <p:nvPr/>
        </p:nvSpPr>
        <p:spPr>
          <a:xfrm>
            <a:off x="10157047" y="5578821"/>
            <a:ext cx="1490299"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Collect and share best practices about XYZ at company level</a:t>
            </a:r>
          </a:p>
        </p:txBody>
      </p:sp>
    </p:spTree>
    <p:extLst>
      <p:ext uri="{BB962C8B-B14F-4D97-AF65-F5344CB8AC3E}">
        <p14:creationId xmlns:p14="http://schemas.microsoft.com/office/powerpoint/2010/main" val="7810590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05CEA-B376-4336-AAA7-38ABCF09E831}"/>
              </a:ext>
            </a:extLst>
          </p:cNvPr>
          <p:cNvSpPr>
            <a:spLocks noGrp="1"/>
          </p:cNvSpPr>
          <p:nvPr>
            <p:ph type="title"/>
          </p:nvPr>
        </p:nvSpPr>
        <p:spPr>
          <a:xfrm>
            <a:off x="838200" y="365125"/>
            <a:ext cx="10515600" cy="583553"/>
          </a:xfrm>
        </p:spPr>
        <p:txBody>
          <a:bodyPr>
            <a:noAutofit/>
          </a:bodyPr>
          <a:lstStyle/>
          <a:p>
            <a:r>
              <a:rPr lang="en-US" sz="3200"/>
              <a:t>Why US ?</a:t>
            </a:r>
            <a:br>
              <a:rPr lang="en-US" sz="3200"/>
            </a:br>
            <a:r>
              <a:rPr lang="en-US" sz="3200"/>
              <a:t>House of contribution (visual workshop version example)</a:t>
            </a:r>
          </a:p>
        </p:txBody>
      </p:sp>
      <p:sp>
        <p:nvSpPr>
          <p:cNvPr id="48" name="ZoneTexte 47">
            <a:extLst>
              <a:ext uri="{FF2B5EF4-FFF2-40B4-BE49-F238E27FC236}">
                <a16:creationId xmlns:a16="http://schemas.microsoft.com/office/drawing/2014/main" id="{3342C862-0507-44EC-BE7E-B1D8E38192A5}"/>
              </a:ext>
            </a:extLst>
          </p:cNvPr>
          <p:cNvSpPr txBox="1"/>
          <p:nvPr/>
        </p:nvSpPr>
        <p:spPr>
          <a:xfrm>
            <a:off x="335488" y="1358255"/>
            <a:ext cx="4136283" cy="338554"/>
          </a:xfrm>
          <a:prstGeom prst="rect">
            <a:avLst/>
          </a:prstGeom>
          <a:noFill/>
        </p:spPr>
        <p:txBody>
          <a:bodyPr wrap="square">
            <a:spAutoFit/>
          </a:bodyPr>
          <a:lstStyle/>
          <a:p>
            <a:pPr algn="ctr"/>
            <a:r>
              <a:rPr lang="en-US" sz="1600" b="1" i="1"/>
              <a:t>What everyone can start bringing for the goal</a:t>
            </a:r>
          </a:p>
        </p:txBody>
      </p:sp>
      <p:grpSp>
        <p:nvGrpSpPr>
          <p:cNvPr id="55" name="Groupe 54">
            <a:extLst>
              <a:ext uri="{FF2B5EF4-FFF2-40B4-BE49-F238E27FC236}">
                <a16:creationId xmlns:a16="http://schemas.microsoft.com/office/drawing/2014/main" id="{26EBE82C-A9CF-44DD-A535-F92283AA2649}"/>
              </a:ext>
            </a:extLst>
          </p:cNvPr>
          <p:cNvGrpSpPr/>
          <p:nvPr/>
        </p:nvGrpSpPr>
        <p:grpSpPr>
          <a:xfrm>
            <a:off x="2609577" y="1563591"/>
            <a:ext cx="1467257" cy="1169474"/>
            <a:chOff x="2609577" y="1563591"/>
            <a:chExt cx="1467257" cy="1169474"/>
          </a:xfrm>
        </p:grpSpPr>
        <p:grpSp>
          <p:nvGrpSpPr>
            <p:cNvPr id="42" name="Groupe 41">
              <a:extLst>
                <a:ext uri="{FF2B5EF4-FFF2-40B4-BE49-F238E27FC236}">
                  <a16:creationId xmlns:a16="http://schemas.microsoft.com/office/drawing/2014/main" id="{355A2826-D35C-4355-8D6F-CA811352584A}"/>
                </a:ext>
              </a:extLst>
            </p:cNvPr>
            <p:cNvGrpSpPr/>
            <p:nvPr/>
          </p:nvGrpSpPr>
          <p:grpSpPr>
            <a:xfrm>
              <a:off x="2609577" y="1563591"/>
              <a:ext cx="1412109" cy="1169474"/>
              <a:chOff x="2645545" y="3994190"/>
              <a:chExt cx="1412109" cy="1169474"/>
            </a:xfrm>
          </p:grpSpPr>
          <p:pic>
            <p:nvPicPr>
              <p:cNvPr id="43" name="Graphique 42" descr="Diable avec un remplissage uni">
                <a:extLst>
                  <a:ext uri="{FF2B5EF4-FFF2-40B4-BE49-F238E27FC236}">
                    <a16:creationId xmlns:a16="http://schemas.microsoft.com/office/drawing/2014/main" id="{8244A6A4-C5E1-4062-A01E-7F8B5AD111CF}"/>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44" name="Graphique 43" descr="Base-ball avec un remplissage uni">
                <a:extLst>
                  <a:ext uri="{FF2B5EF4-FFF2-40B4-BE49-F238E27FC236}">
                    <a16:creationId xmlns:a16="http://schemas.microsoft.com/office/drawing/2014/main" id="{5C12E74D-1A36-40E7-8099-519692F5218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45" name="Rectangle 44">
                <a:extLst>
                  <a:ext uri="{FF2B5EF4-FFF2-40B4-BE49-F238E27FC236}">
                    <a16:creationId xmlns:a16="http://schemas.microsoft.com/office/drawing/2014/main" id="{1AFD5C9D-8C2F-4199-9991-CDDA10264D43}"/>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4" name="Graphique 53" descr="Boîte à archives avec un remplissage uni">
              <a:extLst>
                <a:ext uri="{FF2B5EF4-FFF2-40B4-BE49-F238E27FC236}">
                  <a16:creationId xmlns:a16="http://schemas.microsoft.com/office/drawing/2014/main" id="{78459876-A327-48F8-A172-A2B68D6C0D8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86" name="Groupe 85">
            <a:extLst>
              <a:ext uri="{FF2B5EF4-FFF2-40B4-BE49-F238E27FC236}">
                <a16:creationId xmlns:a16="http://schemas.microsoft.com/office/drawing/2014/main" id="{2866E67F-F311-4588-B703-8A697368E469}"/>
              </a:ext>
            </a:extLst>
          </p:cNvPr>
          <p:cNvGrpSpPr/>
          <p:nvPr/>
        </p:nvGrpSpPr>
        <p:grpSpPr>
          <a:xfrm>
            <a:off x="2547542" y="5603914"/>
            <a:ext cx="1467257" cy="1169474"/>
            <a:chOff x="2609577" y="1563591"/>
            <a:chExt cx="1467257" cy="1169474"/>
          </a:xfrm>
        </p:grpSpPr>
        <p:grpSp>
          <p:nvGrpSpPr>
            <p:cNvPr id="87" name="Groupe 86">
              <a:extLst>
                <a:ext uri="{FF2B5EF4-FFF2-40B4-BE49-F238E27FC236}">
                  <a16:creationId xmlns:a16="http://schemas.microsoft.com/office/drawing/2014/main" id="{F451FCE1-F2B0-484F-A08F-2CB7D2FEC9EC}"/>
                </a:ext>
              </a:extLst>
            </p:cNvPr>
            <p:cNvGrpSpPr/>
            <p:nvPr/>
          </p:nvGrpSpPr>
          <p:grpSpPr>
            <a:xfrm>
              <a:off x="2609577" y="1563591"/>
              <a:ext cx="1412109" cy="1169474"/>
              <a:chOff x="2645545" y="3994190"/>
              <a:chExt cx="1412109" cy="1169474"/>
            </a:xfrm>
          </p:grpSpPr>
          <p:pic>
            <p:nvPicPr>
              <p:cNvPr id="89" name="Graphique 88" descr="Diable avec un remplissage uni">
                <a:extLst>
                  <a:ext uri="{FF2B5EF4-FFF2-40B4-BE49-F238E27FC236}">
                    <a16:creationId xmlns:a16="http://schemas.microsoft.com/office/drawing/2014/main" id="{9F087DA0-B39B-45CC-B709-2E92EC9B9C50}"/>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90" name="Graphique 89" descr="Base-ball avec un remplissage uni">
                <a:extLst>
                  <a:ext uri="{FF2B5EF4-FFF2-40B4-BE49-F238E27FC236}">
                    <a16:creationId xmlns:a16="http://schemas.microsoft.com/office/drawing/2014/main" id="{E0377BB5-85CB-4162-B1DD-0EDAEE890DD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91" name="Rectangle 90">
                <a:extLst>
                  <a:ext uri="{FF2B5EF4-FFF2-40B4-BE49-F238E27FC236}">
                    <a16:creationId xmlns:a16="http://schemas.microsoft.com/office/drawing/2014/main" id="{F7F87CA6-C82F-4A7C-810C-6966E88C7137}"/>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8" name="Graphique 87" descr="Boîte à archives avec un remplissage uni">
              <a:extLst>
                <a:ext uri="{FF2B5EF4-FFF2-40B4-BE49-F238E27FC236}">
                  <a16:creationId xmlns:a16="http://schemas.microsoft.com/office/drawing/2014/main" id="{D1F7AED6-42D3-4C34-9625-A3D14E52FB40}"/>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6" name="Groupe 5">
            <a:extLst>
              <a:ext uri="{FF2B5EF4-FFF2-40B4-BE49-F238E27FC236}">
                <a16:creationId xmlns:a16="http://schemas.microsoft.com/office/drawing/2014/main" id="{5FB41C06-1F54-4F63-8814-51F4614A43BD}"/>
              </a:ext>
            </a:extLst>
          </p:cNvPr>
          <p:cNvGrpSpPr/>
          <p:nvPr/>
        </p:nvGrpSpPr>
        <p:grpSpPr>
          <a:xfrm>
            <a:off x="796673" y="2005649"/>
            <a:ext cx="1383385" cy="1242096"/>
            <a:chOff x="5247267" y="8072371"/>
            <a:chExt cx="817082" cy="733631"/>
          </a:xfrm>
        </p:grpSpPr>
        <p:grpSp>
          <p:nvGrpSpPr>
            <p:cNvPr id="105" name="Groupe 104">
              <a:extLst>
                <a:ext uri="{FF2B5EF4-FFF2-40B4-BE49-F238E27FC236}">
                  <a16:creationId xmlns:a16="http://schemas.microsoft.com/office/drawing/2014/main" id="{C0F240FA-5C73-4FB1-8941-6BE1105F18DB}"/>
                </a:ext>
              </a:extLst>
            </p:cNvPr>
            <p:cNvGrpSpPr/>
            <p:nvPr/>
          </p:nvGrpSpPr>
          <p:grpSpPr>
            <a:xfrm>
              <a:off x="5247267" y="8117813"/>
              <a:ext cx="817082" cy="688189"/>
              <a:chOff x="3890963" y="2438774"/>
              <a:chExt cx="1085661" cy="914400"/>
            </a:xfrm>
          </p:grpSpPr>
          <p:pic>
            <p:nvPicPr>
              <p:cNvPr id="192" name="Graphique 191" descr="Culturiste avec un remplissage uni">
                <a:extLst>
                  <a:ext uri="{FF2B5EF4-FFF2-40B4-BE49-F238E27FC236}">
                    <a16:creationId xmlns:a16="http://schemas.microsoft.com/office/drawing/2014/main" id="{76A45FC6-5C96-49A8-AC35-BC18F11D6CBB}"/>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981356" y="2438774"/>
                <a:ext cx="914400" cy="914400"/>
              </a:xfrm>
              <a:prstGeom prst="rect">
                <a:avLst/>
              </a:prstGeom>
            </p:spPr>
          </p:pic>
          <p:sp>
            <p:nvSpPr>
              <p:cNvPr id="193" name="Rectangle 192">
                <a:extLst>
                  <a:ext uri="{FF2B5EF4-FFF2-40B4-BE49-F238E27FC236}">
                    <a16:creationId xmlns:a16="http://schemas.microsoft.com/office/drawing/2014/main" id="{CB8D01E4-F3DD-439C-927A-661004280E40}"/>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4" name="Rectangle 193">
                <a:extLst>
                  <a:ext uri="{FF2B5EF4-FFF2-40B4-BE49-F238E27FC236}">
                    <a16:creationId xmlns:a16="http://schemas.microsoft.com/office/drawing/2014/main" id="{8232BE64-879E-4932-8F1C-EBC70379A39D}"/>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07" name="Rectangle 106">
              <a:extLst>
                <a:ext uri="{FF2B5EF4-FFF2-40B4-BE49-F238E27FC236}">
                  <a16:creationId xmlns:a16="http://schemas.microsoft.com/office/drawing/2014/main" id="{9BF03B67-30A6-425A-9D7A-E2238247F21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09" name="Groupe 108">
            <a:extLst>
              <a:ext uri="{FF2B5EF4-FFF2-40B4-BE49-F238E27FC236}">
                <a16:creationId xmlns:a16="http://schemas.microsoft.com/office/drawing/2014/main" id="{35A820B9-71C1-40B2-949A-BA546FD0C884}"/>
              </a:ext>
            </a:extLst>
          </p:cNvPr>
          <p:cNvGrpSpPr/>
          <p:nvPr/>
        </p:nvGrpSpPr>
        <p:grpSpPr>
          <a:xfrm flipH="1">
            <a:off x="482631" y="3516088"/>
            <a:ext cx="627050" cy="1144490"/>
            <a:chOff x="5134003" y="2196472"/>
            <a:chExt cx="563254" cy="1156702"/>
          </a:xfrm>
        </p:grpSpPr>
        <p:pic>
          <p:nvPicPr>
            <p:cNvPr id="175" name="Graphique 174" descr="Réussite du groupe avec un remplissage uni">
              <a:extLst>
                <a:ext uri="{FF2B5EF4-FFF2-40B4-BE49-F238E27FC236}">
                  <a16:creationId xmlns:a16="http://schemas.microsoft.com/office/drawing/2014/main" id="{BE19C2B3-0721-44D3-8CD1-48D9E0F7C055}"/>
                </a:ext>
              </a:extLst>
            </p:cNvPr>
            <p:cNvPicPr>
              <a:picLocks noChangeAspect="1"/>
            </p:cNvPicPr>
            <p:nvPr/>
          </p:nvPicPr>
          <p:blipFill rotWithShape="1">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rcRect l="69977" t="13713" r="6403" b="17430"/>
            <a:stretch/>
          </p:blipFill>
          <p:spPr>
            <a:xfrm>
              <a:off x="5300474" y="2196472"/>
              <a:ext cx="396783" cy="1156702"/>
            </a:xfrm>
            <a:prstGeom prst="rect">
              <a:avLst/>
            </a:prstGeom>
          </p:spPr>
        </p:pic>
        <p:sp>
          <p:nvSpPr>
            <p:cNvPr id="176" name="Rectangle 175">
              <a:extLst>
                <a:ext uri="{FF2B5EF4-FFF2-40B4-BE49-F238E27FC236}">
                  <a16:creationId xmlns:a16="http://schemas.microsoft.com/office/drawing/2014/main" id="{FA4C0BA6-2A92-40FD-9077-52FC594CF4A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95" name="Groupe 194">
            <a:extLst>
              <a:ext uri="{FF2B5EF4-FFF2-40B4-BE49-F238E27FC236}">
                <a16:creationId xmlns:a16="http://schemas.microsoft.com/office/drawing/2014/main" id="{4E1CCD66-BD6E-44D5-8754-3F78CF91EE84}"/>
              </a:ext>
            </a:extLst>
          </p:cNvPr>
          <p:cNvGrpSpPr/>
          <p:nvPr/>
        </p:nvGrpSpPr>
        <p:grpSpPr>
          <a:xfrm>
            <a:off x="1624159" y="4201734"/>
            <a:ext cx="1383385" cy="1242096"/>
            <a:chOff x="5247267" y="8072371"/>
            <a:chExt cx="817082" cy="733631"/>
          </a:xfrm>
        </p:grpSpPr>
        <p:grpSp>
          <p:nvGrpSpPr>
            <p:cNvPr id="196" name="Groupe 195">
              <a:extLst>
                <a:ext uri="{FF2B5EF4-FFF2-40B4-BE49-F238E27FC236}">
                  <a16:creationId xmlns:a16="http://schemas.microsoft.com/office/drawing/2014/main" id="{98ADEBB3-869F-4DF0-9E84-CB3CEA5A7DE3}"/>
                </a:ext>
              </a:extLst>
            </p:cNvPr>
            <p:cNvGrpSpPr/>
            <p:nvPr/>
          </p:nvGrpSpPr>
          <p:grpSpPr>
            <a:xfrm>
              <a:off x="5247267" y="8117813"/>
              <a:ext cx="817082" cy="688189"/>
              <a:chOff x="3890963" y="2438774"/>
              <a:chExt cx="1085661" cy="914400"/>
            </a:xfrm>
          </p:grpSpPr>
          <p:pic>
            <p:nvPicPr>
              <p:cNvPr id="198" name="Graphique 197" descr="Culturiste avec un remplissage uni">
                <a:extLst>
                  <a:ext uri="{FF2B5EF4-FFF2-40B4-BE49-F238E27FC236}">
                    <a16:creationId xmlns:a16="http://schemas.microsoft.com/office/drawing/2014/main" id="{AC7B218B-262F-409C-B9EB-C90FB52588D6}"/>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981356" y="2438774"/>
                <a:ext cx="914400" cy="914400"/>
              </a:xfrm>
              <a:prstGeom prst="rect">
                <a:avLst/>
              </a:prstGeom>
            </p:spPr>
          </p:pic>
          <p:sp>
            <p:nvSpPr>
              <p:cNvPr id="199" name="Rectangle 198">
                <a:extLst>
                  <a:ext uri="{FF2B5EF4-FFF2-40B4-BE49-F238E27FC236}">
                    <a16:creationId xmlns:a16="http://schemas.microsoft.com/office/drawing/2014/main" id="{B5FDC8FE-C73E-409E-BAED-AA5F4566E30C}"/>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0" name="Rectangle 199">
                <a:extLst>
                  <a:ext uri="{FF2B5EF4-FFF2-40B4-BE49-F238E27FC236}">
                    <a16:creationId xmlns:a16="http://schemas.microsoft.com/office/drawing/2014/main" id="{118BDBAE-CAD8-437A-B143-72E96592EE25}"/>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97" name="Rectangle 196">
              <a:extLst>
                <a:ext uri="{FF2B5EF4-FFF2-40B4-BE49-F238E27FC236}">
                  <a16:creationId xmlns:a16="http://schemas.microsoft.com/office/drawing/2014/main" id="{01AFD1CB-4387-4339-ABD7-CDEAFF91FC7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1" name="Groupe 200">
            <a:extLst>
              <a:ext uri="{FF2B5EF4-FFF2-40B4-BE49-F238E27FC236}">
                <a16:creationId xmlns:a16="http://schemas.microsoft.com/office/drawing/2014/main" id="{7853BF78-AA9F-461F-B621-B7EFE53AFBFA}"/>
              </a:ext>
            </a:extLst>
          </p:cNvPr>
          <p:cNvGrpSpPr/>
          <p:nvPr/>
        </p:nvGrpSpPr>
        <p:grpSpPr>
          <a:xfrm flipH="1">
            <a:off x="413196" y="5311500"/>
            <a:ext cx="635480" cy="1274252"/>
            <a:chOff x="5134003" y="2196472"/>
            <a:chExt cx="563254" cy="1156702"/>
          </a:xfrm>
        </p:grpSpPr>
        <p:pic>
          <p:nvPicPr>
            <p:cNvPr id="202" name="Graphique 201" descr="Réussite du groupe avec un remplissage uni">
              <a:extLst>
                <a:ext uri="{FF2B5EF4-FFF2-40B4-BE49-F238E27FC236}">
                  <a16:creationId xmlns:a16="http://schemas.microsoft.com/office/drawing/2014/main" id="{DB737901-907F-4ED9-B81C-24BCBF005158}"/>
                </a:ext>
              </a:extLst>
            </p:cNvPr>
            <p:cNvPicPr>
              <a:picLocks noChangeAspect="1"/>
            </p:cNvPicPr>
            <p:nvPr/>
          </p:nvPicPr>
          <p:blipFill rotWithShape="1">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rcRect l="69977" t="13713" r="6403" b="17430"/>
            <a:stretch/>
          </p:blipFill>
          <p:spPr>
            <a:xfrm>
              <a:off x="5300474" y="2196472"/>
              <a:ext cx="396783" cy="1156702"/>
            </a:xfrm>
            <a:prstGeom prst="rect">
              <a:avLst/>
            </a:prstGeom>
          </p:spPr>
        </p:pic>
        <p:sp>
          <p:nvSpPr>
            <p:cNvPr id="203" name="Rectangle 202">
              <a:extLst>
                <a:ext uri="{FF2B5EF4-FFF2-40B4-BE49-F238E27FC236}">
                  <a16:creationId xmlns:a16="http://schemas.microsoft.com/office/drawing/2014/main" id="{3D35CB96-3794-4B3B-A7DB-5861F45A8F9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4" name="Groupe 203">
            <a:extLst>
              <a:ext uri="{FF2B5EF4-FFF2-40B4-BE49-F238E27FC236}">
                <a16:creationId xmlns:a16="http://schemas.microsoft.com/office/drawing/2014/main" id="{64C304F4-7F94-4FD2-BC45-B7945319CAB8}"/>
              </a:ext>
            </a:extLst>
          </p:cNvPr>
          <p:cNvGrpSpPr/>
          <p:nvPr/>
        </p:nvGrpSpPr>
        <p:grpSpPr>
          <a:xfrm flipH="1">
            <a:off x="3424466" y="3197940"/>
            <a:ext cx="544643" cy="1109212"/>
            <a:chOff x="5134003" y="2196472"/>
            <a:chExt cx="563254" cy="1156702"/>
          </a:xfrm>
        </p:grpSpPr>
        <p:pic>
          <p:nvPicPr>
            <p:cNvPr id="205" name="Graphique 204" descr="Réussite du groupe avec un remplissage uni">
              <a:extLst>
                <a:ext uri="{FF2B5EF4-FFF2-40B4-BE49-F238E27FC236}">
                  <a16:creationId xmlns:a16="http://schemas.microsoft.com/office/drawing/2014/main" id="{B45A7477-1594-4A43-A8DC-C7551975CD56}"/>
                </a:ext>
              </a:extLst>
            </p:cNvPr>
            <p:cNvPicPr>
              <a:picLocks noChangeAspect="1"/>
            </p:cNvPicPr>
            <p:nvPr/>
          </p:nvPicPr>
          <p:blipFill rotWithShape="1">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rcRect l="69977" t="13713" r="6403" b="17430"/>
            <a:stretch/>
          </p:blipFill>
          <p:spPr>
            <a:xfrm>
              <a:off x="5300474" y="2196472"/>
              <a:ext cx="396783" cy="1156702"/>
            </a:xfrm>
            <a:prstGeom prst="rect">
              <a:avLst/>
            </a:prstGeom>
          </p:spPr>
        </p:pic>
        <p:sp>
          <p:nvSpPr>
            <p:cNvPr id="206" name="Rectangle 205">
              <a:extLst>
                <a:ext uri="{FF2B5EF4-FFF2-40B4-BE49-F238E27FC236}">
                  <a16:creationId xmlns:a16="http://schemas.microsoft.com/office/drawing/2014/main" id="{4666D706-FB2B-426F-8DB0-1FB75CA41269}"/>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3" name="Rectangle 2">
            <a:extLst>
              <a:ext uri="{FF2B5EF4-FFF2-40B4-BE49-F238E27FC236}">
                <a16:creationId xmlns:a16="http://schemas.microsoft.com/office/drawing/2014/main" id="{DAC39AE7-8D07-4B89-B94B-02543B7C6B8D}"/>
              </a:ext>
            </a:extLst>
          </p:cNvPr>
          <p:cNvSpPr/>
          <p:nvPr/>
        </p:nvSpPr>
        <p:spPr>
          <a:xfrm>
            <a:off x="93680" y="2122319"/>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Karen</a:t>
            </a:r>
          </a:p>
          <a:p>
            <a:pPr algn="ctr"/>
            <a:r>
              <a:rPr lang="en-US" sz="1200">
                <a:solidFill>
                  <a:schemeClr val="tx1"/>
                </a:solidFill>
              </a:rPr>
              <a:t>Skills in Events Facilitation</a:t>
            </a:r>
          </a:p>
        </p:txBody>
      </p:sp>
      <p:sp>
        <p:nvSpPr>
          <p:cNvPr id="177" name="Rectangle 176">
            <a:extLst>
              <a:ext uri="{FF2B5EF4-FFF2-40B4-BE49-F238E27FC236}">
                <a16:creationId xmlns:a16="http://schemas.microsoft.com/office/drawing/2014/main" id="{31F9CEDF-D8EF-4782-97B7-F3EEF165730E}"/>
              </a:ext>
            </a:extLst>
          </p:cNvPr>
          <p:cNvSpPr/>
          <p:nvPr/>
        </p:nvSpPr>
        <p:spPr>
          <a:xfrm>
            <a:off x="901733" y="3640946"/>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John</a:t>
            </a:r>
          </a:p>
          <a:p>
            <a:pPr algn="ctr"/>
            <a:r>
              <a:rPr lang="en-US" sz="1200">
                <a:solidFill>
                  <a:schemeClr val="tx1"/>
                </a:solidFill>
              </a:rPr>
              <a:t>Thorough and rich Feedback</a:t>
            </a:r>
          </a:p>
        </p:txBody>
      </p:sp>
      <p:sp>
        <p:nvSpPr>
          <p:cNvPr id="178" name="Rectangle 177">
            <a:extLst>
              <a:ext uri="{FF2B5EF4-FFF2-40B4-BE49-F238E27FC236}">
                <a16:creationId xmlns:a16="http://schemas.microsoft.com/office/drawing/2014/main" id="{8AD1742C-C5FB-47CD-975F-CB300E338372}"/>
              </a:ext>
            </a:extLst>
          </p:cNvPr>
          <p:cNvSpPr/>
          <p:nvPr/>
        </p:nvSpPr>
        <p:spPr>
          <a:xfrm>
            <a:off x="3758549" y="5742488"/>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Abel</a:t>
            </a:r>
          </a:p>
          <a:p>
            <a:pPr algn="ctr"/>
            <a:r>
              <a:rPr lang="en-US" sz="1200">
                <a:solidFill>
                  <a:schemeClr val="tx1"/>
                </a:solidFill>
              </a:rPr>
              <a:t>Documentation on topic XYZ</a:t>
            </a:r>
          </a:p>
        </p:txBody>
      </p:sp>
      <p:sp>
        <p:nvSpPr>
          <p:cNvPr id="207" name="Rectangle 206">
            <a:extLst>
              <a:ext uri="{FF2B5EF4-FFF2-40B4-BE49-F238E27FC236}">
                <a16:creationId xmlns:a16="http://schemas.microsoft.com/office/drawing/2014/main" id="{42D8A1BE-2C54-431C-84AF-5FBA7C86CDEE}"/>
              </a:ext>
            </a:extLst>
          </p:cNvPr>
          <p:cNvSpPr/>
          <p:nvPr/>
        </p:nvSpPr>
        <p:spPr>
          <a:xfrm>
            <a:off x="4009151" y="1979981"/>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Kane</a:t>
            </a:r>
          </a:p>
          <a:p>
            <a:pPr algn="ctr"/>
            <a:r>
              <a:rPr lang="en-US" sz="1200">
                <a:solidFill>
                  <a:schemeClr val="tx1"/>
                </a:solidFill>
              </a:rPr>
              <a:t>Documentation on topic X</a:t>
            </a:r>
          </a:p>
        </p:txBody>
      </p:sp>
      <p:sp>
        <p:nvSpPr>
          <p:cNvPr id="208" name="Rectangle 207">
            <a:extLst>
              <a:ext uri="{FF2B5EF4-FFF2-40B4-BE49-F238E27FC236}">
                <a16:creationId xmlns:a16="http://schemas.microsoft.com/office/drawing/2014/main" id="{09659EE9-A2EB-4057-97BF-DB43C643D569}"/>
              </a:ext>
            </a:extLst>
          </p:cNvPr>
          <p:cNvSpPr/>
          <p:nvPr/>
        </p:nvSpPr>
        <p:spPr>
          <a:xfrm>
            <a:off x="2441048" y="4518833"/>
            <a:ext cx="959763"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Matthew</a:t>
            </a:r>
          </a:p>
          <a:p>
            <a:pPr algn="ctr"/>
            <a:r>
              <a:rPr lang="en-US" sz="1200">
                <a:solidFill>
                  <a:schemeClr val="tx1"/>
                </a:solidFill>
              </a:rPr>
              <a:t>Content about Topic YZ</a:t>
            </a:r>
          </a:p>
        </p:txBody>
      </p:sp>
      <p:sp>
        <p:nvSpPr>
          <p:cNvPr id="209" name="Rectangle 208">
            <a:extLst>
              <a:ext uri="{FF2B5EF4-FFF2-40B4-BE49-F238E27FC236}">
                <a16:creationId xmlns:a16="http://schemas.microsoft.com/office/drawing/2014/main" id="{22EEBFCD-556E-49BE-9651-FBA1B383430D}"/>
              </a:ext>
            </a:extLst>
          </p:cNvPr>
          <p:cNvSpPr/>
          <p:nvPr/>
        </p:nvSpPr>
        <p:spPr>
          <a:xfrm>
            <a:off x="3733079" y="3482571"/>
            <a:ext cx="1188550"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Sally</a:t>
            </a:r>
          </a:p>
          <a:p>
            <a:pPr algn="ctr"/>
            <a:r>
              <a:rPr lang="en-US" sz="1200">
                <a:solidFill>
                  <a:schemeClr val="tx1"/>
                </a:solidFill>
              </a:rPr>
              <a:t>List of key contacts for meetup invitation</a:t>
            </a:r>
          </a:p>
        </p:txBody>
      </p:sp>
      <p:sp>
        <p:nvSpPr>
          <p:cNvPr id="210" name="Rectangle 209">
            <a:extLst>
              <a:ext uri="{FF2B5EF4-FFF2-40B4-BE49-F238E27FC236}">
                <a16:creationId xmlns:a16="http://schemas.microsoft.com/office/drawing/2014/main" id="{0872E8F9-F38F-4088-8B92-0156D96DB2E5}"/>
              </a:ext>
            </a:extLst>
          </p:cNvPr>
          <p:cNvSpPr/>
          <p:nvPr/>
        </p:nvSpPr>
        <p:spPr>
          <a:xfrm>
            <a:off x="448442" y="5661932"/>
            <a:ext cx="1188550"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Wesley</a:t>
            </a:r>
          </a:p>
          <a:p>
            <a:pPr algn="ctr"/>
            <a:r>
              <a:rPr lang="en-US" sz="1200">
                <a:solidFill>
                  <a:schemeClr val="tx1"/>
                </a:solidFill>
              </a:rPr>
              <a:t>Knowledge Management Skills</a:t>
            </a:r>
          </a:p>
        </p:txBody>
      </p:sp>
      <p:sp>
        <p:nvSpPr>
          <p:cNvPr id="217" name="ZoneTexte 216">
            <a:extLst>
              <a:ext uri="{FF2B5EF4-FFF2-40B4-BE49-F238E27FC236}">
                <a16:creationId xmlns:a16="http://schemas.microsoft.com/office/drawing/2014/main" id="{00E8A6F3-B75D-42EE-99E5-1E2DE253ADF9}"/>
              </a:ext>
            </a:extLst>
          </p:cNvPr>
          <p:cNvSpPr txBox="1"/>
          <p:nvPr/>
        </p:nvSpPr>
        <p:spPr>
          <a:xfrm>
            <a:off x="6371490" y="1703978"/>
            <a:ext cx="4895822" cy="4801314"/>
          </a:xfrm>
          <a:prstGeom prst="rect">
            <a:avLst/>
          </a:prstGeom>
          <a:noFill/>
        </p:spPr>
        <p:txBody>
          <a:bodyPr wrap="square">
            <a:spAutoFit/>
          </a:bodyPr>
          <a:lstStyle/>
          <a:p>
            <a:r>
              <a:rPr lang="en-US" b="1" dirty="0">
                <a:solidFill>
                  <a:srgbClr val="333333"/>
                </a:solidFill>
                <a:effectLst/>
              </a:rPr>
              <a:t>What to write at </a:t>
            </a:r>
            <a:r>
              <a:rPr lang="en-US" b="1" dirty="0">
                <a:solidFill>
                  <a:srgbClr val="333333"/>
                </a:solidFill>
              </a:rPr>
              <a:t>in this part of the canvas </a:t>
            </a:r>
            <a:r>
              <a:rPr lang="en-US" b="1" dirty="0">
                <a:solidFill>
                  <a:srgbClr val="333333"/>
                </a:solidFill>
                <a:effectLst/>
              </a:rPr>
              <a:t>?</a:t>
            </a:r>
            <a:br>
              <a:rPr lang="en-US" dirty="0"/>
            </a:br>
            <a:r>
              <a:rPr lang="en-US" dirty="0">
                <a:solidFill>
                  <a:srgbClr val="333333"/>
                </a:solidFill>
                <a:effectLst/>
              </a:rPr>
              <a:t>(It is not easy to think of "Everything one can bring", just write down what comes into mind first</a:t>
            </a:r>
            <a:r>
              <a:rPr lang="en-US" b="1" dirty="0">
                <a:solidFill>
                  <a:srgbClr val="333333"/>
                </a:solidFill>
                <a:effectLst/>
              </a:rPr>
              <a:t> given the purpose of the Project / Product)</a:t>
            </a:r>
            <a:endParaRPr lang="en-US" b="1" dirty="0">
              <a:solidFill>
                <a:srgbClr val="333333"/>
              </a:solidFill>
            </a:endParaRPr>
          </a:p>
          <a:p>
            <a:pPr marL="285750" indent="-285750">
              <a:buFont typeface="Arial" panose="020B0604020202020204" pitchFamily="34" charset="0"/>
              <a:buChar char="•"/>
            </a:pPr>
            <a:endParaRPr lang="en-US" b="1" dirty="0">
              <a:solidFill>
                <a:srgbClr val="333333"/>
              </a:solidFill>
            </a:endParaRPr>
          </a:p>
          <a:p>
            <a:pPr marL="285750" indent="-285750">
              <a:buFont typeface="Arial" panose="020B0604020202020204" pitchFamily="34" charset="0"/>
              <a:buChar char="•"/>
            </a:pPr>
            <a:r>
              <a:rPr lang="en-US" dirty="0"/>
              <a:t>Personal Skills you think might be useful for the Project / Product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Contacts and personal network that might be interested in or interesting for the Project / Product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Level of availability (hours per week, ...) that one can bring for the Project / Product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Resources (documents, tools, accesses, ...) that might serve</a:t>
            </a:r>
          </a:p>
        </p:txBody>
      </p:sp>
    </p:spTree>
    <p:extLst>
      <p:ext uri="{BB962C8B-B14F-4D97-AF65-F5344CB8AC3E}">
        <p14:creationId xmlns:p14="http://schemas.microsoft.com/office/powerpoint/2010/main" val="29507356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05CEA-B376-4336-AAA7-38ABCF09E831}"/>
              </a:ext>
            </a:extLst>
          </p:cNvPr>
          <p:cNvSpPr>
            <a:spLocks noGrp="1"/>
          </p:cNvSpPr>
          <p:nvPr>
            <p:ph type="title"/>
          </p:nvPr>
        </p:nvSpPr>
        <p:spPr>
          <a:xfrm>
            <a:off x="838200" y="365125"/>
            <a:ext cx="10515600" cy="583553"/>
          </a:xfrm>
        </p:spPr>
        <p:txBody>
          <a:bodyPr>
            <a:noAutofit/>
          </a:bodyPr>
          <a:lstStyle/>
          <a:p>
            <a:r>
              <a:rPr lang="en-US" sz="3200"/>
              <a:t>Why US ?</a:t>
            </a:r>
            <a:br>
              <a:rPr lang="en-US" sz="3200"/>
            </a:br>
            <a:r>
              <a:rPr lang="en-US" sz="3200"/>
              <a:t>House of contribution (visual workshop version example)</a:t>
            </a:r>
          </a:p>
        </p:txBody>
      </p:sp>
      <p:sp>
        <p:nvSpPr>
          <p:cNvPr id="49" name="ZoneTexte 48">
            <a:extLst>
              <a:ext uri="{FF2B5EF4-FFF2-40B4-BE49-F238E27FC236}">
                <a16:creationId xmlns:a16="http://schemas.microsoft.com/office/drawing/2014/main" id="{13C61C05-6FCE-4C2F-B888-2189F503860F}"/>
              </a:ext>
            </a:extLst>
          </p:cNvPr>
          <p:cNvSpPr txBox="1"/>
          <p:nvPr/>
        </p:nvSpPr>
        <p:spPr>
          <a:xfrm>
            <a:off x="600981" y="1399869"/>
            <a:ext cx="2258641" cy="584775"/>
          </a:xfrm>
          <a:prstGeom prst="rect">
            <a:avLst/>
          </a:prstGeom>
          <a:noFill/>
        </p:spPr>
        <p:txBody>
          <a:bodyPr wrap="square">
            <a:spAutoFit/>
          </a:bodyPr>
          <a:lstStyle/>
          <a:p>
            <a:pPr algn="ctr"/>
            <a:r>
              <a:rPr lang="en-US" sz="1600" b="1" i="1"/>
              <a:t>First Ideas of combined contributions</a:t>
            </a:r>
          </a:p>
        </p:txBody>
      </p:sp>
      <p:grpSp>
        <p:nvGrpSpPr>
          <p:cNvPr id="106" name="Groupe 105">
            <a:extLst>
              <a:ext uri="{FF2B5EF4-FFF2-40B4-BE49-F238E27FC236}">
                <a16:creationId xmlns:a16="http://schemas.microsoft.com/office/drawing/2014/main" id="{13B2CE95-C8C7-4A5C-92F1-EC2A4420DB71}"/>
              </a:ext>
            </a:extLst>
          </p:cNvPr>
          <p:cNvGrpSpPr/>
          <p:nvPr/>
        </p:nvGrpSpPr>
        <p:grpSpPr>
          <a:xfrm flipH="1">
            <a:off x="663244" y="2870280"/>
            <a:ext cx="1093937" cy="1165158"/>
            <a:chOff x="1680627" y="1783722"/>
            <a:chExt cx="1331514" cy="1331514"/>
          </a:xfrm>
        </p:grpSpPr>
        <p:pic>
          <p:nvPicPr>
            <p:cNvPr id="179" name="Graphique 178" descr="Mur de briques en construction avec un remplissage uni">
              <a:extLst>
                <a:ext uri="{FF2B5EF4-FFF2-40B4-BE49-F238E27FC236}">
                  <a16:creationId xmlns:a16="http://schemas.microsoft.com/office/drawing/2014/main" id="{13F6B018-6351-4C3D-852E-8A5F57E1A2E5}"/>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680627" y="1783722"/>
              <a:ext cx="1331514" cy="1331514"/>
            </a:xfrm>
            <a:prstGeom prst="rect">
              <a:avLst/>
            </a:prstGeom>
          </p:spPr>
        </p:pic>
        <p:sp>
          <p:nvSpPr>
            <p:cNvPr id="180" name="Rectangle 179">
              <a:extLst>
                <a:ext uri="{FF2B5EF4-FFF2-40B4-BE49-F238E27FC236}">
                  <a16:creationId xmlns:a16="http://schemas.microsoft.com/office/drawing/2014/main" id="{20453177-74D5-4E14-8160-B24A3B16BED5}"/>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1" name="Rectangle 180">
              <a:extLst>
                <a:ext uri="{FF2B5EF4-FFF2-40B4-BE49-F238E27FC236}">
                  <a16:creationId xmlns:a16="http://schemas.microsoft.com/office/drawing/2014/main" id="{608979AE-BCF6-4155-9BB1-95B5C1F1340E}"/>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2" name="Rectangle 181">
              <a:extLst>
                <a:ext uri="{FF2B5EF4-FFF2-40B4-BE49-F238E27FC236}">
                  <a16:creationId xmlns:a16="http://schemas.microsoft.com/office/drawing/2014/main" id="{02C316F3-CA2B-4EA0-AF38-F8DAC5FBC24E}"/>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3" name="Rectangle 182">
              <a:extLst>
                <a:ext uri="{FF2B5EF4-FFF2-40B4-BE49-F238E27FC236}">
                  <a16:creationId xmlns:a16="http://schemas.microsoft.com/office/drawing/2014/main" id="{BA80DE65-F676-4621-A539-AB4D35977169}"/>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Rectangle 183">
              <a:extLst>
                <a:ext uri="{FF2B5EF4-FFF2-40B4-BE49-F238E27FC236}">
                  <a16:creationId xmlns:a16="http://schemas.microsoft.com/office/drawing/2014/main" id="{29BF593B-0BA1-4BDC-80A3-7FA615968603}"/>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5" name="Rectangle 184">
              <a:extLst>
                <a:ext uri="{FF2B5EF4-FFF2-40B4-BE49-F238E27FC236}">
                  <a16:creationId xmlns:a16="http://schemas.microsoft.com/office/drawing/2014/main" id="{0D5BE12D-03C5-4DD0-BF71-89429BA75C97}"/>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6" name="Rectangle 185">
              <a:extLst>
                <a:ext uri="{FF2B5EF4-FFF2-40B4-BE49-F238E27FC236}">
                  <a16:creationId xmlns:a16="http://schemas.microsoft.com/office/drawing/2014/main" id="{0681DF30-CC73-4F27-891A-7FD462F2AC37}"/>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7" name="Rectangle 186">
              <a:extLst>
                <a:ext uri="{FF2B5EF4-FFF2-40B4-BE49-F238E27FC236}">
                  <a16:creationId xmlns:a16="http://schemas.microsoft.com/office/drawing/2014/main" id="{1EA142A9-06C7-46C4-9582-20D260698656}"/>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8" name="Rectangle 187">
              <a:extLst>
                <a:ext uri="{FF2B5EF4-FFF2-40B4-BE49-F238E27FC236}">
                  <a16:creationId xmlns:a16="http://schemas.microsoft.com/office/drawing/2014/main" id="{244F9E9F-C7C5-4A31-9D4A-89EBDC670E72}"/>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9" name="Rectangle 188">
              <a:extLst>
                <a:ext uri="{FF2B5EF4-FFF2-40B4-BE49-F238E27FC236}">
                  <a16:creationId xmlns:a16="http://schemas.microsoft.com/office/drawing/2014/main" id="{AB653C7E-B238-43C1-8F70-E3DA990C935B}"/>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0" name="Rectangle 189">
              <a:extLst>
                <a:ext uri="{FF2B5EF4-FFF2-40B4-BE49-F238E27FC236}">
                  <a16:creationId xmlns:a16="http://schemas.microsoft.com/office/drawing/2014/main" id="{49030794-D3C4-4CEB-8EE3-A4746FE26978}"/>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1" name="Rectangle 190">
              <a:extLst>
                <a:ext uri="{FF2B5EF4-FFF2-40B4-BE49-F238E27FC236}">
                  <a16:creationId xmlns:a16="http://schemas.microsoft.com/office/drawing/2014/main" id="{F8C415E8-93A8-4681-879B-8FFEF4578AD1}"/>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9" name="Graphique 8" descr="Mur de briques en construction avec un remplissage uni">
            <a:extLst>
              <a:ext uri="{FF2B5EF4-FFF2-40B4-BE49-F238E27FC236}">
                <a16:creationId xmlns:a16="http://schemas.microsoft.com/office/drawing/2014/main" id="{3F30A76B-3311-4246-99E5-7DF4D9975A4E}"/>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351628" y="3214217"/>
            <a:ext cx="993712" cy="1005521"/>
          </a:xfrm>
          <a:prstGeom prst="rect">
            <a:avLst/>
          </a:prstGeom>
        </p:spPr>
      </p:pic>
      <p:pic>
        <p:nvPicPr>
          <p:cNvPr id="249" name="Graphique 248" descr="Mur de briques en construction avec un remplissage uni">
            <a:extLst>
              <a:ext uri="{FF2B5EF4-FFF2-40B4-BE49-F238E27FC236}">
                <a16:creationId xmlns:a16="http://schemas.microsoft.com/office/drawing/2014/main" id="{2609CF9A-449F-4A80-AC18-FC15FC76B1A2}"/>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flipH="1">
            <a:off x="1126965" y="4808023"/>
            <a:ext cx="993712" cy="1005521"/>
          </a:xfrm>
          <a:prstGeom prst="rect">
            <a:avLst/>
          </a:prstGeom>
        </p:spPr>
      </p:pic>
      <p:sp>
        <p:nvSpPr>
          <p:cNvPr id="211" name="Rectangle 210">
            <a:extLst>
              <a:ext uri="{FF2B5EF4-FFF2-40B4-BE49-F238E27FC236}">
                <a16:creationId xmlns:a16="http://schemas.microsoft.com/office/drawing/2014/main" id="{437B9EBE-7769-48D0-9F48-59E434EE106D}"/>
              </a:ext>
            </a:extLst>
          </p:cNvPr>
          <p:cNvSpPr/>
          <p:nvPr/>
        </p:nvSpPr>
        <p:spPr>
          <a:xfrm>
            <a:off x="1746527" y="5349867"/>
            <a:ext cx="1144110" cy="76845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Wesley + Abel + Kane</a:t>
            </a:r>
          </a:p>
          <a:p>
            <a:pPr algn="ctr"/>
            <a:r>
              <a:rPr lang="en-US" sz="1200">
                <a:solidFill>
                  <a:schemeClr val="tx1"/>
                </a:solidFill>
              </a:rPr>
              <a:t>Create a joint documentation</a:t>
            </a:r>
          </a:p>
        </p:txBody>
      </p:sp>
      <p:sp>
        <p:nvSpPr>
          <p:cNvPr id="212" name="Rectangle 211">
            <a:extLst>
              <a:ext uri="{FF2B5EF4-FFF2-40B4-BE49-F238E27FC236}">
                <a16:creationId xmlns:a16="http://schemas.microsoft.com/office/drawing/2014/main" id="{E30BE77A-113B-4B74-A494-58B97B93737B}"/>
              </a:ext>
            </a:extLst>
          </p:cNvPr>
          <p:cNvSpPr/>
          <p:nvPr/>
        </p:nvSpPr>
        <p:spPr>
          <a:xfrm>
            <a:off x="2746319" y="3873435"/>
            <a:ext cx="959763"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Matthew + Sally</a:t>
            </a:r>
          </a:p>
          <a:p>
            <a:pPr algn="ctr"/>
            <a:r>
              <a:rPr lang="en-US" sz="1200">
                <a:solidFill>
                  <a:schemeClr val="tx1"/>
                </a:solidFill>
              </a:rPr>
              <a:t>Create a Wiki</a:t>
            </a:r>
          </a:p>
        </p:txBody>
      </p:sp>
      <p:sp>
        <p:nvSpPr>
          <p:cNvPr id="215" name="Rectangle 214">
            <a:extLst>
              <a:ext uri="{FF2B5EF4-FFF2-40B4-BE49-F238E27FC236}">
                <a16:creationId xmlns:a16="http://schemas.microsoft.com/office/drawing/2014/main" id="{F216D036-3EB8-47ED-B406-23D25E6CDB25}"/>
              </a:ext>
            </a:extLst>
          </p:cNvPr>
          <p:cNvSpPr/>
          <p:nvPr/>
        </p:nvSpPr>
        <p:spPr>
          <a:xfrm>
            <a:off x="847347" y="3791614"/>
            <a:ext cx="959763"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Karen + Sally + John</a:t>
            </a:r>
          </a:p>
          <a:p>
            <a:pPr algn="ctr"/>
            <a:r>
              <a:rPr lang="en-US" sz="1200">
                <a:solidFill>
                  <a:schemeClr val="tx1"/>
                </a:solidFill>
              </a:rPr>
              <a:t>Organize an event</a:t>
            </a:r>
          </a:p>
        </p:txBody>
      </p:sp>
      <p:sp>
        <p:nvSpPr>
          <p:cNvPr id="217" name="ZoneTexte 216">
            <a:extLst>
              <a:ext uri="{FF2B5EF4-FFF2-40B4-BE49-F238E27FC236}">
                <a16:creationId xmlns:a16="http://schemas.microsoft.com/office/drawing/2014/main" id="{0EBFF499-1F92-4978-BB7A-39D75B9A1531}"/>
              </a:ext>
            </a:extLst>
          </p:cNvPr>
          <p:cNvSpPr txBox="1"/>
          <p:nvPr/>
        </p:nvSpPr>
        <p:spPr>
          <a:xfrm>
            <a:off x="6356451" y="1470704"/>
            <a:ext cx="4895822" cy="4524315"/>
          </a:xfrm>
          <a:prstGeom prst="rect">
            <a:avLst/>
          </a:prstGeom>
          <a:noFill/>
        </p:spPr>
        <p:txBody>
          <a:bodyPr wrap="square">
            <a:spAutoFit/>
          </a:bodyPr>
          <a:lstStyle/>
          <a:p>
            <a:r>
              <a:rPr lang="en-US" b="1" dirty="0">
                <a:solidFill>
                  <a:srgbClr val="333333"/>
                </a:solidFill>
                <a:effectLst/>
              </a:rPr>
              <a:t>What to write in this part of the canvas ?</a:t>
            </a:r>
            <a:br>
              <a:rPr lang="en-US" dirty="0"/>
            </a:br>
            <a:r>
              <a:rPr lang="en-US" dirty="0">
                <a:solidFill>
                  <a:srgbClr val="333333"/>
                </a:solidFill>
                <a:effectLst/>
              </a:rPr>
              <a:t>(It is not easy to think of “All the possible combinations", just write down what comes into mind first</a:t>
            </a:r>
            <a:r>
              <a:rPr lang="en-US" b="1" dirty="0">
                <a:solidFill>
                  <a:srgbClr val="333333"/>
                </a:solidFill>
                <a:effectLst/>
              </a:rPr>
              <a:t> given what you know of the contributions)</a:t>
            </a:r>
            <a:endParaRPr lang="en-US" b="1" dirty="0">
              <a:solidFill>
                <a:srgbClr val="333333"/>
              </a:solidFill>
            </a:endParaRPr>
          </a:p>
          <a:p>
            <a:pPr marL="285750" indent="-285750">
              <a:buFont typeface="Arial" panose="020B0604020202020204" pitchFamily="34" charset="0"/>
              <a:buChar char="•"/>
            </a:pPr>
            <a:endParaRPr lang="en-US" b="1" dirty="0">
              <a:solidFill>
                <a:srgbClr val="333333"/>
              </a:solidFill>
            </a:endParaRPr>
          </a:p>
          <a:p>
            <a:pPr marL="285750" indent="-285750">
              <a:buFont typeface="Arial" panose="020B0604020202020204" pitchFamily="34" charset="0"/>
              <a:buChar char="•"/>
            </a:pPr>
            <a:r>
              <a:rPr lang="en-US" dirty="0"/>
              <a:t>Projects that can be done together (with already identified contributions)</a:t>
            </a:r>
          </a:p>
          <a:p>
            <a:pPr marL="285750" indent="-285750">
              <a:buFont typeface="Arial" panose="020B0604020202020204" pitchFamily="34" charset="0"/>
              <a:buChar char="•"/>
            </a:pPr>
            <a:r>
              <a:rPr lang="en-US" dirty="0"/>
              <a:t>Achievements that can be reached</a:t>
            </a:r>
          </a:p>
          <a:p>
            <a:pPr marL="285750" indent="-285750">
              <a:buFont typeface="Arial" panose="020B0604020202020204" pitchFamily="34" charset="0"/>
              <a:buChar char="•"/>
            </a:pPr>
            <a:endParaRPr lang="en-US" dirty="0"/>
          </a:p>
          <a:p>
            <a:r>
              <a:rPr lang="en-US" dirty="0"/>
              <a:t>Be creative and acknowledge other members contribution. Use this phase as a first collective BRAINSTORM of Project / Product activities or achievements.</a:t>
            </a:r>
          </a:p>
          <a:p>
            <a:r>
              <a:rPr lang="en-US" dirty="0"/>
              <a:t>Also take the assumption that all Project / Product activities are not always all members altogether.</a:t>
            </a:r>
          </a:p>
        </p:txBody>
      </p:sp>
    </p:spTree>
    <p:extLst>
      <p:ext uri="{BB962C8B-B14F-4D97-AF65-F5344CB8AC3E}">
        <p14:creationId xmlns:p14="http://schemas.microsoft.com/office/powerpoint/2010/main" val="23099980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05CEA-B376-4336-AAA7-38ABCF09E831}"/>
              </a:ext>
            </a:extLst>
          </p:cNvPr>
          <p:cNvSpPr>
            <a:spLocks noGrp="1"/>
          </p:cNvSpPr>
          <p:nvPr>
            <p:ph type="title"/>
          </p:nvPr>
        </p:nvSpPr>
        <p:spPr>
          <a:xfrm>
            <a:off x="838200" y="365125"/>
            <a:ext cx="10515600" cy="583553"/>
          </a:xfrm>
        </p:spPr>
        <p:txBody>
          <a:bodyPr>
            <a:noAutofit/>
          </a:bodyPr>
          <a:lstStyle/>
          <a:p>
            <a:r>
              <a:rPr lang="en-US" sz="3200"/>
              <a:t>Why US ?</a:t>
            </a:r>
            <a:br>
              <a:rPr lang="en-US" sz="3200"/>
            </a:br>
            <a:r>
              <a:rPr lang="en-US" sz="3200"/>
              <a:t>House of contribution (visual workshop version example)</a:t>
            </a:r>
          </a:p>
        </p:txBody>
      </p:sp>
      <p:sp>
        <p:nvSpPr>
          <p:cNvPr id="217" name="ZoneTexte 216">
            <a:extLst>
              <a:ext uri="{FF2B5EF4-FFF2-40B4-BE49-F238E27FC236}">
                <a16:creationId xmlns:a16="http://schemas.microsoft.com/office/drawing/2014/main" id="{0EBFF499-1F92-4978-BB7A-39D75B9A1531}"/>
              </a:ext>
            </a:extLst>
          </p:cNvPr>
          <p:cNvSpPr txBox="1"/>
          <p:nvPr/>
        </p:nvSpPr>
        <p:spPr>
          <a:xfrm>
            <a:off x="4910953" y="1470704"/>
            <a:ext cx="6450342" cy="5078313"/>
          </a:xfrm>
          <a:prstGeom prst="rect">
            <a:avLst/>
          </a:prstGeom>
          <a:noFill/>
        </p:spPr>
        <p:txBody>
          <a:bodyPr wrap="square">
            <a:spAutoFit/>
          </a:bodyPr>
          <a:lstStyle/>
          <a:p>
            <a:r>
              <a:rPr lang="en-US" b="1" dirty="0">
                <a:solidFill>
                  <a:srgbClr val="333333"/>
                </a:solidFill>
                <a:effectLst/>
              </a:rPr>
              <a:t>What to write in this part of the Canvas ?</a:t>
            </a:r>
            <a:br>
              <a:rPr lang="en-US" dirty="0"/>
            </a:br>
            <a:r>
              <a:rPr lang="en-US" dirty="0">
                <a:solidFill>
                  <a:srgbClr val="333333"/>
                </a:solidFill>
                <a:effectLst/>
              </a:rPr>
              <a:t>(It is not easy to think of “All the possible achievements", just write down what comes into mind first</a:t>
            </a:r>
            <a:r>
              <a:rPr lang="en-US" b="1" dirty="0">
                <a:solidFill>
                  <a:srgbClr val="333333"/>
                </a:solidFill>
                <a:effectLst/>
              </a:rPr>
              <a:t> given what you know of the Project / Product capacities)</a:t>
            </a:r>
            <a:endParaRPr lang="en-US" b="1" dirty="0">
              <a:solidFill>
                <a:srgbClr val="333333"/>
              </a:solidFill>
            </a:endParaRPr>
          </a:p>
          <a:p>
            <a:pPr marL="285750" indent="-285750">
              <a:buFont typeface="Arial" panose="020B0604020202020204" pitchFamily="34" charset="0"/>
              <a:buChar char="•"/>
            </a:pPr>
            <a:endParaRPr lang="en-US" b="1" dirty="0">
              <a:solidFill>
                <a:srgbClr val="333333"/>
              </a:solidFill>
            </a:endParaRPr>
          </a:p>
          <a:p>
            <a:pPr marL="285750" indent="-285750">
              <a:buFont typeface="Arial" panose="020B0604020202020204" pitchFamily="34" charset="0"/>
              <a:buChar char="•"/>
            </a:pPr>
            <a:r>
              <a:rPr lang="en-US" dirty="0"/>
              <a:t>Highest ambitions that you believe the Project / Product can fulfill</a:t>
            </a:r>
          </a:p>
          <a:p>
            <a:pPr marL="285750" indent="-285750">
              <a:buFont typeface="Arial" panose="020B0604020202020204" pitchFamily="34" charset="0"/>
              <a:buChar char="•"/>
            </a:pPr>
            <a:r>
              <a:rPr lang="en-US" dirty="0"/>
              <a:t>Most impressive results you think the Project / Product can reach</a:t>
            </a:r>
          </a:p>
          <a:p>
            <a:pPr marL="285750" indent="-285750">
              <a:buFont typeface="Arial" panose="020B0604020202020204" pitchFamily="34" charset="0"/>
              <a:buChar char="•"/>
            </a:pPr>
            <a:r>
              <a:rPr lang="en-US" dirty="0"/>
              <a:t>Best projects that can be successful only with the contribution of Project / Product members</a:t>
            </a:r>
          </a:p>
          <a:p>
            <a:pPr marL="285750" indent="-285750">
              <a:buFont typeface="Arial" panose="020B0604020202020204" pitchFamily="34" charset="0"/>
              <a:buChar char="•"/>
            </a:pPr>
            <a:endParaRPr lang="en-US" dirty="0"/>
          </a:p>
          <a:p>
            <a:r>
              <a:rPr lang="en-US" dirty="0"/>
              <a:t>This part helps to consider Project / Product as a necessity to reach a certain level of excellence and goals, that individuals alone cannot succeed.</a:t>
            </a:r>
          </a:p>
          <a:p>
            <a:endParaRPr lang="en-US" dirty="0"/>
          </a:p>
          <a:p>
            <a:r>
              <a:rPr lang="en-US" dirty="0"/>
              <a:t>Use the result of this part to focus the Project / Product on activities that individuals cannot reach by themselves on their own.</a:t>
            </a:r>
          </a:p>
        </p:txBody>
      </p:sp>
      <p:sp>
        <p:nvSpPr>
          <p:cNvPr id="89" name="ZoneTexte 88">
            <a:extLst>
              <a:ext uri="{FF2B5EF4-FFF2-40B4-BE49-F238E27FC236}">
                <a16:creationId xmlns:a16="http://schemas.microsoft.com/office/drawing/2014/main" id="{7BBC2878-6203-4CB0-9E6E-48521DFBB3DD}"/>
              </a:ext>
            </a:extLst>
          </p:cNvPr>
          <p:cNvSpPr txBox="1"/>
          <p:nvPr/>
        </p:nvSpPr>
        <p:spPr>
          <a:xfrm>
            <a:off x="1286685" y="1470704"/>
            <a:ext cx="2258641" cy="830997"/>
          </a:xfrm>
          <a:prstGeom prst="rect">
            <a:avLst/>
          </a:prstGeom>
          <a:noFill/>
        </p:spPr>
        <p:txBody>
          <a:bodyPr wrap="square">
            <a:spAutoFit/>
          </a:bodyPr>
          <a:lstStyle/>
          <a:p>
            <a:pPr algn="ctr"/>
            <a:r>
              <a:rPr lang="en-US" sz="1600" b="1" i="1"/>
              <a:t>Successes that we could not reach as scattered individuals</a:t>
            </a:r>
          </a:p>
        </p:txBody>
      </p:sp>
      <p:grpSp>
        <p:nvGrpSpPr>
          <p:cNvPr id="90" name="Groupe 89">
            <a:extLst>
              <a:ext uri="{FF2B5EF4-FFF2-40B4-BE49-F238E27FC236}">
                <a16:creationId xmlns:a16="http://schemas.microsoft.com/office/drawing/2014/main" id="{34CFC89F-3A61-4A71-84A9-8A2997B41FB9}"/>
              </a:ext>
            </a:extLst>
          </p:cNvPr>
          <p:cNvGrpSpPr/>
          <p:nvPr/>
        </p:nvGrpSpPr>
        <p:grpSpPr>
          <a:xfrm>
            <a:off x="1194092" y="2359826"/>
            <a:ext cx="2332408" cy="2332408"/>
            <a:chOff x="9835911" y="2807662"/>
            <a:chExt cx="1796250" cy="1796250"/>
          </a:xfrm>
        </p:grpSpPr>
        <p:pic>
          <p:nvPicPr>
            <p:cNvPr id="91" name="Graphique 90" descr="Cathédrale avec un remplissage uni">
              <a:extLst>
                <a:ext uri="{FF2B5EF4-FFF2-40B4-BE49-F238E27FC236}">
                  <a16:creationId xmlns:a16="http://schemas.microsoft.com/office/drawing/2014/main" id="{ED14D18D-519C-4E95-A169-6C27C5C39E49}"/>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835911" y="2807662"/>
              <a:ext cx="1796250" cy="1796250"/>
            </a:xfrm>
            <a:prstGeom prst="rect">
              <a:avLst/>
            </a:prstGeom>
          </p:spPr>
        </p:pic>
        <p:sp>
          <p:nvSpPr>
            <p:cNvPr id="92" name="Rectangle 91">
              <a:extLst>
                <a:ext uri="{FF2B5EF4-FFF2-40B4-BE49-F238E27FC236}">
                  <a16:creationId xmlns:a16="http://schemas.microsoft.com/office/drawing/2014/main" id="{9C040A32-DE2B-4AE1-B4C3-F84700E058C3}"/>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92">
              <a:extLst>
                <a:ext uri="{FF2B5EF4-FFF2-40B4-BE49-F238E27FC236}">
                  <a16:creationId xmlns:a16="http://schemas.microsoft.com/office/drawing/2014/main" id="{7B65DAF2-5504-4275-A0D1-74C30643DD6E}"/>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93">
              <a:extLst>
                <a:ext uri="{FF2B5EF4-FFF2-40B4-BE49-F238E27FC236}">
                  <a16:creationId xmlns:a16="http://schemas.microsoft.com/office/drawing/2014/main" id="{42211043-EB17-48B9-8443-DA3307452AC6}"/>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94">
              <a:extLst>
                <a:ext uri="{FF2B5EF4-FFF2-40B4-BE49-F238E27FC236}">
                  <a16:creationId xmlns:a16="http://schemas.microsoft.com/office/drawing/2014/main" id="{EA851DCE-E9BC-41BA-80F5-E0C98DB0D6BB}"/>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95">
              <a:extLst>
                <a:ext uri="{FF2B5EF4-FFF2-40B4-BE49-F238E27FC236}">
                  <a16:creationId xmlns:a16="http://schemas.microsoft.com/office/drawing/2014/main" id="{54F0DB26-038B-4939-96A5-292E0050221A}"/>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96">
              <a:extLst>
                <a:ext uri="{FF2B5EF4-FFF2-40B4-BE49-F238E27FC236}">
                  <a16:creationId xmlns:a16="http://schemas.microsoft.com/office/drawing/2014/main" id="{F1292DF6-1FF7-4A2F-BE36-06021DF0DC7D}"/>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97">
              <a:extLst>
                <a:ext uri="{FF2B5EF4-FFF2-40B4-BE49-F238E27FC236}">
                  <a16:creationId xmlns:a16="http://schemas.microsoft.com/office/drawing/2014/main" id="{94CC6F14-7082-4312-B528-5D021A7DD901}"/>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98">
              <a:extLst>
                <a:ext uri="{FF2B5EF4-FFF2-40B4-BE49-F238E27FC236}">
                  <a16:creationId xmlns:a16="http://schemas.microsoft.com/office/drawing/2014/main" id="{3324C595-389C-4E96-A31B-5EE5C586985C}"/>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99">
              <a:extLst>
                <a:ext uri="{FF2B5EF4-FFF2-40B4-BE49-F238E27FC236}">
                  <a16:creationId xmlns:a16="http://schemas.microsoft.com/office/drawing/2014/main" id="{CFFEB99F-7038-4154-960C-A493892FB8D4}"/>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00">
              <a:extLst>
                <a:ext uri="{FF2B5EF4-FFF2-40B4-BE49-F238E27FC236}">
                  <a16:creationId xmlns:a16="http://schemas.microsoft.com/office/drawing/2014/main" id="{819EC028-A32C-47C0-90D8-1D6F0EF3CBCB}"/>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01">
              <a:extLst>
                <a:ext uri="{FF2B5EF4-FFF2-40B4-BE49-F238E27FC236}">
                  <a16:creationId xmlns:a16="http://schemas.microsoft.com/office/drawing/2014/main" id="{E28C61ED-8961-4D98-8318-D811D9F0A130}"/>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102">
              <a:extLst>
                <a:ext uri="{FF2B5EF4-FFF2-40B4-BE49-F238E27FC236}">
                  <a16:creationId xmlns:a16="http://schemas.microsoft.com/office/drawing/2014/main" id="{4BB7A230-1273-4E80-8255-621F78051ADB}"/>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Rectangle 103">
              <a:extLst>
                <a:ext uri="{FF2B5EF4-FFF2-40B4-BE49-F238E27FC236}">
                  <a16:creationId xmlns:a16="http://schemas.microsoft.com/office/drawing/2014/main" id="{74CE6344-736E-4962-9D1C-76C585EE8604}"/>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Rectangle 104">
              <a:extLst>
                <a:ext uri="{FF2B5EF4-FFF2-40B4-BE49-F238E27FC236}">
                  <a16:creationId xmlns:a16="http://schemas.microsoft.com/office/drawing/2014/main" id="{70AB4235-B97D-499C-BDFE-F6D20728FE97}"/>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06">
              <a:extLst>
                <a:ext uri="{FF2B5EF4-FFF2-40B4-BE49-F238E27FC236}">
                  <a16:creationId xmlns:a16="http://schemas.microsoft.com/office/drawing/2014/main" id="{6B8F1CFD-04D4-4843-B536-6AF7DE2C950B}"/>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07">
              <a:extLst>
                <a:ext uri="{FF2B5EF4-FFF2-40B4-BE49-F238E27FC236}">
                  <a16:creationId xmlns:a16="http://schemas.microsoft.com/office/drawing/2014/main" id="{88C2E8FB-E1E4-438F-BE40-3252102A9D80}"/>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Rectangle 108">
              <a:extLst>
                <a:ext uri="{FF2B5EF4-FFF2-40B4-BE49-F238E27FC236}">
                  <a16:creationId xmlns:a16="http://schemas.microsoft.com/office/drawing/2014/main" id="{07F48A9C-506C-45BF-9A2F-852E00702175}"/>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0" name="Rectangle 109">
              <a:extLst>
                <a:ext uri="{FF2B5EF4-FFF2-40B4-BE49-F238E27FC236}">
                  <a16:creationId xmlns:a16="http://schemas.microsoft.com/office/drawing/2014/main" id="{9EC04A70-FDC1-445B-B7D9-B54D3133392A}"/>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Rectangle 110">
              <a:extLst>
                <a:ext uri="{FF2B5EF4-FFF2-40B4-BE49-F238E27FC236}">
                  <a16:creationId xmlns:a16="http://schemas.microsoft.com/office/drawing/2014/main" id="{8D151E3C-1C4B-48AF-A9BA-C771ADAB0A84}"/>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2" name="Rectangle 111">
              <a:extLst>
                <a:ext uri="{FF2B5EF4-FFF2-40B4-BE49-F238E27FC236}">
                  <a16:creationId xmlns:a16="http://schemas.microsoft.com/office/drawing/2014/main" id="{9CF13F86-4713-4988-BF1B-6ABAA901174E}"/>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3" name="Rectangle 112">
              <a:extLst>
                <a:ext uri="{FF2B5EF4-FFF2-40B4-BE49-F238E27FC236}">
                  <a16:creationId xmlns:a16="http://schemas.microsoft.com/office/drawing/2014/main" id="{31560399-6B80-4660-8AD7-2B0382537EB7}"/>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4" name="Rectangle 113">
              <a:extLst>
                <a:ext uri="{FF2B5EF4-FFF2-40B4-BE49-F238E27FC236}">
                  <a16:creationId xmlns:a16="http://schemas.microsoft.com/office/drawing/2014/main" id="{F0414609-6EB5-494F-A2DE-2EB8817E8C5F}"/>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5" name="Rectangle 114">
              <a:extLst>
                <a:ext uri="{FF2B5EF4-FFF2-40B4-BE49-F238E27FC236}">
                  <a16:creationId xmlns:a16="http://schemas.microsoft.com/office/drawing/2014/main" id="{4722FB3A-ED50-458A-82C9-FA78F68FEC0C}"/>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115">
              <a:extLst>
                <a:ext uri="{FF2B5EF4-FFF2-40B4-BE49-F238E27FC236}">
                  <a16:creationId xmlns:a16="http://schemas.microsoft.com/office/drawing/2014/main" id="{34ED56FC-6FC2-4AC9-82FF-3C0C60609E16}"/>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16">
              <a:extLst>
                <a:ext uri="{FF2B5EF4-FFF2-40B4-BE49-F238E27FC236}">
                  <a16:creationId xmlns:a16="http://schemas.microsoft.com/office/drawing/2014/main" id="{0CDA39C3-F156-4739-8FEE-4BFD31F187A6}"/>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8" name="Rectangle 117">
              <a:extLst>
                <a:ext uri="{FF2B5EF4-FFF2-40B4-BE49-F238E27FC236}">
                  <a16:creationId xmlns:a16="http://schemas.microsoft.com/office/drawing/2014/main" id="{8539647C-E703-46CB-B4A0-608C95836FB5}"/>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118">
              <a:extLst>
                <a:ext uri="{FF2B5EF4-FFF2-40B4-BE49-F238E27FC236}">
                  <a16:creationId xmlns:a16="http://schemas.microsoft.com/office/drawing/2014/main" id="{3DA367A5-BA09-4774-8868-F25D92481453}"/>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Rectangle 119">
              <a:extLst>
                <a:ext uri="{FF2B5EF4-FFF2-40B4-BE49-F238E27FC236}">
                  <a16:creationId xmlns:a16="http://schemas.microsoft.com/office/drawing/2014/main" id="{F6656874-EB08-45A8-BC57-CE360325D47C}"/>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120">
              <a:extLst>
                <a:ext uri="{FF2B5EF4-FFF2-40B4-BE49-F238E27FC236}">
                  <a16:creationId xmlns:a16="http://schemas.microsoft.com/office/drawing/2014/main" id="{45F55195-59E4-426C-A1F5-AFA819D8FAE7}"/>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Rectangle 121">
              <a:extLst>
                <a:ext uri="{FF2B5EF4-FFF2-40B4-BE49-F238E27FC236}">
                  <a16:creationId xmlns:a16="http://schemas.microsoft.com/office/drawing/2014/main" id="{7FAA52F4-3A16-4C86-88A0-5F93E0A4491F}"/>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122">
              <a:extLst>
                <a:ext uri="{FF2B5EF4-FFF2-40B4-BE49-F238E27FC236}">
                  <a16:creationId xmlns:a16="http://schemas.microsoft.com/office/drawing/2014/main" id="{1748C0F8-5A21-4653-942D-B3B6809BEEE4}"/>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Rectangle 123">
              <a:extLst>
                <a:ext uri="{FF2B5EF4-FFF2-40B4-BE49-F238E27FC236}">
                  <a16:creationId xmlns:a16="http://schemas.microsoft.com/office/drawing/2014/main" id="{95CEB5B1-B9B5-4207-83DA-AFC7FBD1054C}"/>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124">
              <a:extLst>
                <a:ext uri="{FF2B5EF4-FFF2-40B4-BE49-F238E27FC236}">
                  <a16:creationId xmlns:a16="http://schemas.microsoft.com/office/drawing/2014/main" id="{906325F4-0C74-4218-92C3-41116AEF1304}"/>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Rectangle 125">
              <a:extLst>
                <a:ext uri="{FF2B5EF4-FFF2-40B4-BE49-F238E27FC236}">
                  <a16:creationId xmlns:a16="http://schemas.microsoft.com/office/drawing/2014/main" id="{BE12740B-7193-4772-8C7A-642840B7623E}"/>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126">
              <a:extLst>
                <a:ext uri="{FF2B5EF4-FFF2-40B4-BE49-F238E27FC236}">
                  <a16:creationId xmlns:a16="http://schemas.microsoft.com/office/drawing/2014/main" id="{8BD979B6-A73B-4446-8C8D-DAF05920C9DF}"/>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127">
              <a:extLst>
                <a:ext uri="{FF2B5EF4-FFF2-40B4-BE49-F238E27FC236}">
                  <a16:creationId xmlns:a16="http://schemas.microsoft.com/office/drawing/2014/main" id="{10487510-8F05-4E22-B8F8-E1E62E7870AE}"/>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128">
              <a:extLst>
                <a:ext uri="{FF2B5EF4-FFF2-40B4-BE49-F238E27FC236}">
                  <a16:creationId xmlns:a16="http://schemas.microsoft.com/office/drawing/2014/main" id="{B832C288-9760-47FE-8A3B-0C200F70BDF3}"/>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0" name="Rectangle 129">
              <a:extLst>
                <a:ext uri="{FF2B5EF4-FFF2-40B4-BE49-F238E27FC236}">
                  <a16:creationId xmlns:a16="http://schemas.microsoft.com/office/drawing/2014/main" id="{C1CFD2F2-E33D-4D37-B927-2FE2F3157867}"/>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1" name="Rectangle 130">
              <a:extLst>
                <a:ext uri="{FF2B5EF4-FFF2-40B4-BE49-F238E27FC236}">
                  <a16:creationId xmlns:a16="http://schemas.microsoft.com/office/drawing/2014/main" id="{E03EE3F6-3EFA-419C-8821-AF39AD02FCE3}"/>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2" name="Rectangle 131">
              <a:extLst>
                <a:ext uri="{FF2B5EF4-FFF2-40B4-BE49-F238E27FC236}">
                  <a16:creationId xmlns:a16="http://schemas.microsoft.com/office/drawing/2014/main" id="{FEE06ABB-1689-4950-BAAD-06A4391C7368}"/>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3" name="Rectangle 132">
              <a:extLst>
                <a:ext uri="{FF2B5EF4-FFF2-40B4-BE49-F238E27FC236}">
                  <a16:creationId xmlns:a16="http://schemas.microsoft.com/office/drawing/2014/main" id="{22124616-E110-4DCA-869D-4E1DD7EDE11D}"/>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4" name="Rectangle 133">
              <a:extLst>
                <a:ext uri="{FF2B5EF4-FFF2-40B4-BE49-F238E27FC236}">
                  <a16:creationId xmlns:a16="http://schemas.microsoft.com/office/drawing/2014/main" id="{8E2A0D26-BA91-4F6D-95AE-FC6068A17B16}"/>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134">
              <a:extLst>
                <a:ext uri="{FF2B5EF4-FFF2-40B4-BE49-F238E27FC236}">
                  <a16:creationId xmlns:a16="http://schemas.microsoft.com/office/drawing/2014/main" id="{37D3A05A-AEBE-4B86-B300-567657FC84CB}"/>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Rectangle 135">
              <a:extLst>
                <a:ext uri="{FF2B5EF4-FFF2-40B4-BE49-F238E27FC236}">
                  <a16:creationId xmlns:a16="http://schemas.microsoft.com/office/drawing/2014/main" id="{FD41BCF6-9728-4AE6-96E5-54E90D4A08A8}"/>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Rectangle 136">
              <a:extLst>
                <a:ext uri="{FF2B5EF4-FFF2-40B4-BE49-F238E27FC236}">
                  <a16:creationId xmlns:a16="http://schemas.microsoft.com/office/drawing/2014/main" id="{286E839A-9B70-4C62-A588-CB0229379CD9}"/>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Rectangle 137">
              <a:extLst>
                <a:ext uri="{FF2B5EF4-FFF2-40B4-BE49-F238E27FC236}">
                  <a16:creationId xmlns:a16="http://schemas.microsoft.com/office/drawing/2014/main" id="{7A4BCA84-F7F9-4F75-8ECE-45EE79AC1590}"/>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9" name="Rectangle 138">
              <a:extLst>
                <a:ext uri="{FF2B5EF4-FFF2-40B4-BE49-F238E27FC236}">
                  <a16:creationId xmlns:a16="http://schemas.microsoft.com/office/drawing/2014/main" id="{85294D45-4300-453C-B7D2-89DFD098BAFF}"/>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0" name="Rectangle 139">
              <a:extLst>
                <a:ext uri="{FF2B5EF4-FFF2-40B4-BE49-F238E27FC236}">
                  <a16:creationId xmlns:a16="http://schemas.microsoft.com/office/drawing/2014/main" id="{5F271C49-3359-45BD-A0C7-B009D30227D7}"/>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1" name="Rectangle 140">
              <a:extLst>
                <a:ext uri="{FF2B5EF4-FFF2-40B4-BE49-F238E27FC236}">
                  <a16:creationId xmlns:a16="http://schemas.microsoft.com/office/drawing/2014/main" id="{05F0B69E-53C2-42B2-8407-4A922E9C7320}"/>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2" name="Rectangle 141">
              <a:extLst>
                <a:ext uri="{FF2B5EF4-FFF2-40B4-BE49-F238E27FC236}">
                  <a16:creationId xmlns:a16="http://schemas.microsoft.com/office/drawing/2014/main" id="{D674EA81-E21F-4AA4-B263-8999F58C1FF1}"/>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3" name="Rectangle 142">
              <a:extLst>
                <a:ext uri="{FF2B5EF4-FFF2-40B4-BE49-F238E27FC236}">
                  <a16:creationId xmlns:a16="http://schemas.microsoft.com/office/drawing/2014/main" id="{ACA81F69-E6E4-4CDA-ABCF-01E0169DF9C9}"/>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143">
              <a:extLst>
                <a:ext uri="{FF2B5EF4-FFF2-40B4-BE49-F238E27FC236}">
                  <a16:creationId xmlns:a16="http://schemas.microsoft.com/office/drawing/2014/main" id="{D0071A1D-841D-4711-9840-4D9E568B5F61}"/>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5" name="Rectangle 144">
              <a:extLst>
                <a:ext uri="{FF2B5EF4-FFF2-40B4-BE49-F238E27FC236}">
                  <a16:creationId xmlns:a16="http://schemas.microsoft.com/office/drawing/2014/main" id="{85A2EEA9-E65B-46AE-8B48-5453E32EE3AD}"/>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6" name="Rectangle 145">
              <a:extLst>
                <a:ext uri="{FF2B5EF4-FFF2-40B4-BE49-F238E27FC236}">
                  <a16:creationId xmlns:a16="http://schemas.microsoft.com/office/drawing/2014/main" id="{E1A2FFEE-8E58-4CF1-A558-C8B5175581BF}"/>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7" name="Rectangle 146">
              <a:extLst>
                <a:ext uri="{FF2B5EF4-FFF2-40B4-BE49-F238E27FC236}">
                  <a16:creationId xmlns:a16="http://schemas.microsoft.com/office/drawing/2014/main" id="{34D98434-2827-4EAA-9D9D-D7F2F4FCC001}"/>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8" name="Rectangle 147">
              <a:extLst>
                <a:ext uri="{FF2B5EF4-FFF2-40B4-BE49-F238E27FC236}">
                  <a16:creationId xmlns:a16="http://schemas.microsoft.com/office/drawing/2014/main" id="{BB1851ED-3596-4B48-9DA1-BFFB7A37B648}"/>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9" name="Rectangle 148">
              <a:extLst>
                <a:ext uri="{FF2B5EF4-FFF2-40B4-BE49-F238E27FC236}">
                  <a16:creationId xmlns:a16="http://schemas.microsoft.com/office/drawing/2014/main" id="{8F1E8A15-C3EC-47CC-9E83-95466C0D4FEB}"/>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0" name="Rectangle 149">
              <a:extLst>
                <a:ext uri="{FF2B5EF4-FFF2-40B4-BE49-F238E27FC236}">
                  <a16:creationId xmlns:a16="http://schemas.microsoft.com/office/drawing/2014/main" id="{BDD6B6CE-AED0-4AFE-AC2F-FE73E8D56E14}"/>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Rectangle 150">
              <a:extLst>
                <a:ext uri="{FF2B5EF4-FFF2-40B4-BE49-F238E27FC236}">
                  <a16:creationId xmlns:a16="http://schemas.microsoft.com/office/drawing/2014/main" id="{7CAF9A11-DE24-44EB-AC1C-DBD80432AF6C}"/>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2" name="Rectangle 151">
              <a:extLst>
                <a:ext uri="{FF2B5EF4-FFF2-40B4-BE49-F238E27FC236}">
                  <a16:creationId xmlns:a16="http://schemas.microsoft.com/office/drawing/2014/main" id="{DDF64302-0E9A-43FC-86A4-88E5BBAD63FD}"/>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Rectangle 152">
              <a:extLst>
                <a:ext uri="{FF2B5EF4-FFF2-40B4-BE49-F238E27FC236}">
                  <a16:creationId xmlns:a16="http://schemas.microsoft.com/office/drawing/2014/main" id="{43F9DED6-A729-4847-83C1-487B01B7C4BF}"/>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4" name="Rectangle 153">
              <a:extLst>
                <a:ext uri="{FF2B5EF4-FFF2-40B4-BE49-F238E27FC236}">
                  <a16:creationId xmlns:a16="http://schemas.microsoft.com/office/drawing/2014/main" id="{60B76D88-044F-4317-81E8-51C33E39E57D}"/>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55" name="Rectangle 154">
            <a:extLst>
              <a:ext uri="{FF2B5EF4-FFF2-40B4-BE49-F238E27FC236}">
                <a16:creationId xmlns:a16="http://schemas.microsoft.com/office/drawing/2014/main" id="{5A2A4E45-2038-4A2B-9FEE-2FA8FC8171B6}"/>
              </a:ext>
            </a:extLst>
          </p:cNvPr>
          <p:cNvSpPr/>
          <p:nvPr/>
        </p:nvSpPr>
        <p:spPr>
          <a:xfrm>
            <a:off x="1248797" y="4861757"/>
            <a:ext cx="959763"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Create a Wiki about XYZ</a:t>
            </a:r>
          </a:p>
        </p:txBody>
      </p:sp>
      <p:sp>
        <p:nvSpPr>
          <p:cNvPr id="156" name="Rectangle 155">
            <a:extLst>
              <a:ext uri="{FF2B5EF4-FFF2-40B4-BE49-F238E27FC236}">
                <a16:creationId xmlns:a16="http://schemas.microsoft.com/office/drawing/2014/main" id="{939D0C8B-8972-4E87-97A7-AAFCEB0391AF}"/>
              </a:ext>
            </a:extLst>
          </p:cNvPr>
          <p:cNvSpPr/>
          <p:nvPr/>
        </p:nvSpPr>
        <p:spPr>
          <a:xfrm>
            <a:off x="2360296" y="4861757"/>
            <a:ext cx="959763"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Create a meetup group about XYZ</a:t>
            </a:r>
          </a:p>
        </p:txBody>
      </p:sp>
      <p:sp>
        <p:nvSpPr>
          <p:cNvPr id="157" name="Rectangle 156">
            <a:extLst>
              <a:ext uri="{FF2B5EF4-FFF2-40B4-BE49-F238E27FC236}">
                <a16:creationId xmlns:a16="http://schemas.microsoft.com/office/drawing/2014/main" id="{9EDA90D6-449E-470F-A525-B611D8BDEE58}"/>
              </a:ext>
            </a:extLst>
          </p:cNvPr>
          <p:cNvSpPr/>
          <p:nvPr/>
        </p:nvSpPr>
        <p:spPr>
          <a:xfrm>
            <a:off x="1705505" y="5688204"/>
            <a:ext cx="1490299"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Collect and share best practices about XYZ at company level</a:t>
            </a:r>
          </a:p>
        </p:txBody>
      </p:sp>
    </p:spTree>
    <p:extLst>
      <p:ext uri="{BB962C8B-B14F-4D97-AF65-F5344CB8AC3E}">
        <p14:creationId xmlns:p14="http://schemas.microsoft.com/office/powerpoint/2010/main" val="71350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05CEA-B376-4336-AAA7-38ABCF09E831}"/>
              </a:ext>
            </a:extLst>
          </p:cNvPr>
          <p:cNvSpPr>
            <a:spLocks noGrp="1"/>
          </p:cNvSpPr>
          <p:nvPr>
            <p:ph type="title"/>
          </p:nvPr>
        </p:nvSpPr>
        <p:spPr>
          <a:xfrm>
            <a:off x="838200" y="365125"/>
            <a:ext cx="10515600" cy="583553"/>
          </a:xfrm>
        </p:spPr>
        <p:txBody>
          <a:bodyPr>
            <a:noAutofit/>
          </a:bodyPr>
          <a:lstStyle/>
          <a:p>
            <a:r>
              <a:rPr lang="en-US" sz="3200"/>
              <a:t>Why US ?</a:t>
            </a:r>
            <a:br>
              <a:rPr lang="en-US" sz="3200"/>
            </a:br>
            <a:r>
              <a:rPr lang="en-US" sz="3200"/>
              <a:t>House of contribution (What to do with the results)</a:t>
            </a:r>
          </a:p>
        </p:txBody>
      </p:sp>
      <p:grpSp>
        <p:nvGrpSpPr>
          <p:cNvPr id="5" name="Groupe 4">
            <a:extLst>
              <a:ext uri="{FF2B5EF4-FFF2-40B4-BE49-F238E27FC236}">
                <a16:creationId xmlns:a16="http://schemas.microsoft.com/office/drawing/2014/main" id="{DD815499-BD2A-4A9A-AAAE-7BEDB99144FB}"/>
              </a:ext>
            </a:extLst>
          </p:cNvPr>
          <p:cNvGrpSpPr/>
          <p:nvPr/>
        </p:nvGrpSpPr>
        <p:grpSpPr>
          <a:xfrm>
            <a:off x="2857903" y="1260761"/>
            <a:ext cx="6961192" cy="2694547"/>
            <a:chOff x="2857903" y="1260761"/>
            <a:chExt cx="6961192" cy="2694547"/>
          </a:xfrm>
        </p:grpSpPr>
        <p:sp>
          <p:nvSpPr>
            <p:cNvPr id="48" name="ZoneTexte 47">
              <a:extLst>
                <a:ext uri="{FF2B5EF4-FFF2-40B4-BE49-F238E27FC236}">
                  <a16:creationId xmlns:a16="http://schemas.microsoft.com/office/drawing/2014/main" id="{3342C862-0507-44EC-BE7E-B1D8E38192A5}"/>
                </a:ext>
              </a:extLst>
            </p:cNvPr>
            <p:cNvSpPr txBox="1"/>
            <p:nvPr/>
          </p:nvSpPr>
          <p:spPr>
            <a:xfrm>
              <a:off x="2976390" y="1301863"/>
              <a:ext cx="2026802" cy="200055"/>
            </a:xfrm>
            <a:prstGeom prst="rect">
              <a:avLst/>
            </a:prstGeom>
            <a:noFill/>
          </p:spPr>
          <p:txBody>
            <a:bodyPr wrap="square">
              <a:spAutoFit/>
            </a:bodyPr>
            <a:lstStyle/>
            <a:p>
              <a:pPr algn="ctr"/>
              <a:r>
                <a:rPr lang="en-US" sz="700" b="1" i="1"/>
                <a:t>What everyone can start bringing for the goal</a:t>
              </a:r>
            </a:p>
          </p:txBody>
        </p:sp>
        <p:sp>
          <p:nvSpPr>
            <p:cNvPr id="49" name="ZoneTexte 48">
              <a:extLst>
                <a:ext uri="{FF2B5EF4-FFF2-40B4-BE49-F238E27FC236}">
                  <a16:creationId xmlns:a16="http://schemas.microsoft.com/office/drawing/2014/main" id="{13C61C05-6FCE-4C2F-B888-2189F503860F}"/>
                </a:ext>
              </a:extLst>
            </p:cNvPr>
            <p:cNvSpPr txBox="1"/>
            <p:nvPr/>
          </p:nvSpPr>
          <p:spPr>
            <a:xfrm>
              <a:off x="6209045" y="1301863"/>
              <a:ext cx="1106747" cy="307777"/>
            </a:xfrm>
            <a:prstGeom prst="rect">
              <a:avLst/>
            </a:prstGeom>
            <a:noFill/>
          </p:spPr>
          <p:txBody>
            <a:bodyPr wrap="square">
              <a:spAutoFit/>
            </a:bodyPr>
            <a:lstStyle/>
            <a:p>
              <a:pPr algn="ctr"/>
              <a:r>
                <a:rPr lang="en-US" sz="700" b="1" i="1"/>
                <a:t>First Ideas of combined contributions</a:t>
              </a:r>
            </a:p>
          </p:txBody>
        </p:sp>
        <p:sp>
          <p:nvSpPr>
            <p:cNvPr id="52" name="ZoneTexte 51">
              <a:extLst>
                <a:ext uri="{FF2B5EF4-FFF2-40B4-BE49-F238E27FC236}">
                  <a16:creationId xmlns:a16="http://schemas.microsoft.com/office/drawing/2014/main" id="{F7A9D8FC-D848-4D9F-91E9-9318A289E46D}"/>
                </a:ext>
              </a:extLst>
            </p:cNvPr>
            <p:cNvSpPr txBox="1"/>
            <p:nvPr/>
          </p:nvSpPr>
          <p:spPr>
            <a:xfrm>
              <a:off x="8712348" y="1260761"/>
              <a:ext cx="1106747" cy="415498"/>
            </a:xfrm>
            <a:prstGeom prst="rect">
              <a:avLst/>
            </a:prstGeom>
            <a:noFill/>
          </p:spPr>
          <p:txBody>
            <a:bodyPr wrap="square">
              <a:spAutoFit/>
            </a:bodyPr>
            <a:lstStyle/>
            <a:p>
              <a:pPr algn="ctr"/>
              <a:r>
                <a:rPr lang="en-US" sz="700" b="1" i="1"/>
                <a:t>Successes that we could not reach as scattered individuals</a:t>
              </a:r>
            </a:p>
          </p:txBody>
        </p:sp>
        <p:grpSp>
          <p:nvGrpSpPr>
            <p:cNvPr id="55" name="Groupe 54">
              <a:extLst>
                <a:ext uri="{FF2B5EF4-FFF2-40B4-BE49-F238E27FC236}">
                  <a16:creationId xmlns:a16="http://schemas.microsoft.com/office/drawing/2014/main" id="{26EBE82C-A9CF-44DD-A535-F92283AA2649}"/>
                </a:ext>
              </a:extLst>
            </p:cNvPr>
            <p:cNvGrpSpPr/>
            <p:nvPr/>
          </p:nvGrpSpPr>
          <p:grpSpPr>
            <a:xfrm>
              <a:off x="4090707" y="1402479"/>
              <a:ext cx="718964" cy="573049"/>
              <a:chOff x="2609577" y="1563591"/>
              <a:chExt cx="1467257" cy="1169474"/>
            </a:xfrm>
          </p:grpSpPr>
          <p:grpSp>
            <p:nvGrpSpPr>
              <p:cNvPr id="42" name="Groupe 41">
                <a:extLst>
                  <a:ext uri="{FF2B5EF4-FFF2-40B4-BE49-F238E27FC236}">
                    <a16:creationId xmlns:a16="http://schemas.microsoft.com/office/drawing/2014/main" id="{355A2826-D35C-4355-8D6F-CA811352584A}"/>
                  </a:ext>
                </a:extLst>
              </p:cNvPr>
              <p:cNvGrpSpPr/>
              <p:nvPr/>
            </p:nvGrpSpPr>
            <p:grpSpPr>
              <a:xfrm>
                <a:off x="2609577" y="1563591"/>
                <a:ext cx="1412109" cy="1169474"/>
                <a:chOff x="2645545" y="3994190"/>
                <a:chExt cx="1412109" cy="1169474"/>
              </a:xfrm>
            </p:grpSpPr>
            <p:pic>
              <p:nvPicPr>
                <p:cNvPr id="43" name="Graphique 42" descr="Diable avec un remplissage uni">
                  <a:extLst>
                    <a:ext uri="{FF2B5EF4-FFF2-40B4-BE49-F238E27FC236}">
                      <a16:creationId xmlns:a16="http://schemas.microsoft.com/office/drawing/2014/main" id="{8244A6A4-C5E1-4062-A01E-7F8B5AD111CF}"/>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44" name="Graphique 43" descr="Base-ball avec un remplissage uni">
                  <a:extLst>
                    <a:ext uri="{FF2B5EF4-FFF2-40B4-BE49-F238E27FC236}">
                      <a16:creationId xmlns:a16="http://schemas.microsoft.com/office/drawing/2014/main" id="{5C12E74D-1A36-40E7-8099-519692F5218B}"/>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45" name="Rectangle 44">
                  <a:extLst>
                    <a:ext uri="{FF2B5EF4-FFF2-40B4-BE49-F238E27FC236}">
                      <a16:creationId xmlns:a16="http://schemas.microsoft.com/office/drawing/2014/main" id="{1AFD5C9D-8C2F-4199-9991-CDDA10264D43}"/>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pic>
            <p:nvPicPr>
              <p:cNvPr id="54" name="Graphique 53" descr="Boîte à archives avec un remplissage uni">
                <a:extLst>
                  <a:ext uri="{FF2B5EF4-FFF2-40B4-BE49-F238E27FC236}">
                    <a16:creationId xmlns:a16="http://schemas.microsoft.com/office/drawing/2014/main" id="{78459876-A327-48F8-A172-A2B68D6C0D81}"/>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86" name="Groupe 85">
              <a:extLst>
                <a:ext uri="{FF2B5EF4-FFF2-40B4-BE49-F238E27FC236}">
                  <a16:creationId xmlns:a16="http://schemas.microsoft.com/office/drawing/2014/main" id="{2866E67F-F311-4588-B703-8A697368E469}"/>
                </a:ext>
              </a:extLst>
            </p:cNvPr>
            <p:cNvGrpSpPr/>
            <p:nvPr/>
          </p:nvGrpSpPr>
          <p:grpSpPr>
            <a:xfrm>
              <a:off x="4060309" y="3382259"/>
              <a:ext cx="718964" cy="573049"/>
              <a:chOff x="2609577" y="1563591"/>
              <a:chExt cx="1467257" cy="1169474"/>
            </a:xfrm>
          </p:grpSpPr>
          <p:grpSp>
            <p:nvGrpSpPr>
              <p:cNvPr id="87" name="Groupe 86">
                <a:extLst>
                  <a:ext uri="{FF2B5EF4-FFF2-40B4-BE49-F238E27FC236}">
                    <a16:creationId xmlns:a16="http://schemas.microsoft.com/office/drawing/2014/main" id="{F451FCE1-F2B0-484F-A08F-2CB7D2FEC9EC}"/>
                  </a:ext>
                </a:extLst>
              </p:cNvPr>
              <p:cNvGrpSpPr/>
              <p:nvPr/>
            </p:nvGrpSpPr>
            <p:grpSpPr>
              <a:xfrm>
                <a:off x="2609577" y="1563591"/>
                <a:ext cx="1412109" cy="1169474"/>
                <a:chOff x="2645545" y="3994190"/>
                <a:chExt cx="1412109" cy="1169474"/>
              </a:xfrm>
            </p:grpSpPr>
            <p:pic>
              <p:nvPicPr>
                <p:cNvPr id="89" name="Graphique 88" descr="Diable avec un remplissage uni">
                  <a:extLst>
                    <a:ext uri="{FF2B5EF4-FFF2-40B4-BE49-F238E27FC236}">
                      <a16:creationId xmlns:a16="http://schemas.microsoft.com/office/drawing/2014/main" id="{9F087DA0-B39B-45CC-B709-2E92EC9B9C50}"/>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90" name="Graphique 89" descr="Base-ball avec un remplissage uni">
                  <a:extLst>
                    <a:ext uri="{FF2B5EF4-FFF2-40B4-BE49-F238E27FC236}">
                      <a16:creationId xmlns:a16="http://schemas.microsoft.com/office/drawing/2014/main" id="{E0377BB5-85CB-4162-B1DD-0EDAEE890DD7}"/>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91" name="Rectangle 90">
                  <a:extLst>
                    <a:ext uri="{FF2B5EF4-FFF2-40B4-BE49-F238E27FC236}">
                      <a16:creationId xmlns:a16="http://schemas.microsoft.com/office/drawing/2014/main" id="{F7F87CA6-C82F-4A7C-810C-6966E88C7137}"/>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pic>
            <p:nvPicPr>
              <p:cNvPr id="88" name="Graphique 87" descr="Boîte à archives avec un remplissage uni">
                <a:extLst>
                  <a:ext uri="{FF2B5EF4-FFF2-40B4-BE49-F238E27FC236}">
                    <a16:creationId xmlns:a16="http://schemas.microsoft.com/office/drawing/2014/main" id="{D1F7AED6-42D3-4C34-9625-A3D14E52FB40}"/>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106" name="Groupe 105">
              <a:extLst>
                <a:ext uri="{FF2B5EF4-FFF2-40B4-BE49-F238E27FC236}">
                  <a16:creationId xmlns:a16="http://schemas.microsoft.com/office/drawing/2014/main" id="{13B2CE95-C8C7-4A5C-92F1-EC2A4420DB71}"/>
                </a:ext>
              </a:extLst>
            </p:cNvPr>
            <p:cNvGrpSpPr/>
            <p:nvPr/>
          </p:nvGrpSpPr>
          <p:grpSpPr>
            <a:xfrm flipH="1">
              <a:off x="6239554" y="2022373"/>
              <a:ext cx="536035" cy="570934"/>
              <a:chOff x="1680627" y="1783722"/>
              <a:chExt cx="1331514" cy="1331514"/>
            </a:xfrm>
          </p:grpSpPr>
          <p:pic>
            <p:nvPicPr>
              <p:cNvPr id="179" name="Graphique 178" descr="Mur de briques en construction avec un remplissage uni">
                <a:extLst>
                  <a:ext uri="{FF2B5EF4-FFF2-40B4-BE49-F238E27FC236}">
                    <a16:creationId xmlns:a16="http://schemas.microsoft.com/office/drawing/2014/main" id="{13F6B018-6351-4C3D-852E-8A5F57E1A2E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680627" y="1783722"/>
                <a:ext cx="1331514" cy="1331514"/>
              </a:xfrm>
              <a:prstGeom prst="rect">
                <a:avLst/>
              </a:prstGeom>
            </p:spPr>
          </p:pic>
          <p:sp>
            <p:nvSpPr>
              <p:cNvPr id="180" name="Rectangle 179">
                <a:extLst>
                  <a:ext uri="{FF2B5EF4-FFF2-40B4-BE49-F238E27FC236}">
                    <a16:creationId xmlns:a16="http://schemas.microsoft.com/office/drawing/2014/main" id="{20453177-74D5-4E14-8160-B24A3B16BED5}"/>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81" name="Rectangle 180">
                <a:extLst>
                  <a:ext uri="{FF2B5EF4-FFF2-40B4-BE49-F238E27FC236}">
                    <a16:creationId xmlns:a16="http://schemas.microsoft.com/office/drawing/2014/main" id="{608979AE-BCF6-4155-9BB1-95B5C1F1340E}"/>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82" name="Rectangle 181">
                <a:extLst>
                  <a:ext uri="{FF2B5EF4-FFF2-40B4-BE49-F238E27FC236}">
                    <a16:creationId xmlns:a16="http://schemas.microsoft.com/office/drawing/2014/main" id="{02C316F3-CA2B-4EA0-AF38-F8DAC5FBC24E}"/>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83" name="Rectangle 182">
                <a:extLst>
                  <a:ext uri="{FF2B5EF4-FFF2-40B4-BE49-F238E27FC236}">
                    <a16:creationId xmlns:a16="http://schemas.microsoft.com/office/drawing/2014/main" id="{BA80DE65-F676-4621-A539-AB4D35977169}"/>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84" name="Rectangle 183">
                <a:extLst>
                  <a:ext uri="{FF2B5EF4-FFF2-40B4-BE49-F238E27FC236}">
                    <a16:creationId xmlns:a16="http://schemas.microsoft.com/office/drawing/2014/main" id="{29BF593B-0BA1-4BDC-80A3-7FA615968603}"/>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85" name="Rectangle 184">
                <a:extLst>
                  <a:ext uri="{FF2B5EF4-FFF2-40B4-BE49-F238E27FC236}">
                    <a16:creationId xmlns:a16="http://schemas.microsoft.com/office/drawing/2014/main" id="{0D5BE12D-03C5-4DD0-BF71-89429BA75C97}"/>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86" name="Rectangle 185">
                <a:extLst>
                  <a:ext uri="{FF2B5EF4-FFF2-40B4-BE49-F238E27FC236}">
                    <a16:creationId xmlns:a16="http://schemas.microsoft.com/office/drawing/2014/main" id="{0681DF30-CC73-4F27-891A-7FD462F2AC37}"/>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87" name="Rectangle 186">
                <a:extLst>
                  <a:ext uri="{FF2B5EF4-FFF2-40B4-BE49-F238E27FC236}">
                    <a16:creationId xmlns:a16="http://schemas.microsoft.com/office/drawing/2014/main" id="{1EA142A9-06C7-46C4-9582-20D260698656}"/>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88" name="Rectangle 187">
                <a:extLst>
                  <a:ext uri="{FF2B5EF4-FFF2-40B4-BE49-F238E27FC236}">
                    <a16:creationId xmlns:a16="http://schemas.microsoft.com/office/drawing/2014/main" id="{244F9E9F-C7C5-4A31-9D4A-89EBDC670E72}"/>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89" name="Rectangle 188">
                <a:extLst>
                  <a:ext uri="{FF2B5EF4-FFF2-40B4-BE49-F238E27FC236}">
                    <a16:creationId xmlns:a16="http://schemas.microsoft.com/office/drawing/2014/main" id="{AB653C7E-B238-43C1-8F70-E3DA990C935B}"/>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90" name="Rectangle 189">
                <a:extLst>
                  <a:ext uri="{FF2B5EF4-FFF2-40B4-BE49-F238E27FC236}">
                    <a16:creationId xmlns:a16="http://schemas.microsoft.com/office/drawing/2014/main" id="{49030794-D3C4-4CEB-8EE3-A4746FE26978}"/>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91" name="Rectangle 190">
                <a:extLst>
                  <a:ext uri="{FF2B5EF4-FFF2-40B4-BE49-F238E27FC236}">
                    <a16:creationId xmlns:a16="http://schemas.microsoft.com/office/drawing/2014/main" id="{F8C415E8-93A8-4681-879B-8FFEF4578AD1}"/>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grpSp>
        <p:grpSp>
          <p:nvGrpSpPr>
            <p:cNvPr id="6" name="Groupe 5">
              <a:extLst>
                <a:ext uri="{FF2B5EF4-FFF2-40B4-BE49-F238E27FC236}">
                  <a16:creationId xmlns:a16="http://schemas.microsoft.com/office/drawing/2014/main" id="{5FB41C06-1F54-4F63-8814-51F4614A43BD}"/>
                </a:ext>
              </a:extLst>
            </p:cNvPr>
            <p:cNvGrpSpPr/>
            <p:nvPr/>
          </p:nvGrpSpPr>
          <p:grpSpPr>
            <a:xfrm>
              <a:off x="3202374" y="1619090"/>
              <a:ext cx="677866" cy="608634"/>
              <a:chOff x="5247267" y="8072371"/>
              <a:chExt cx="817082" cy="733631"/>
            </a:xfrm>
          </p:grpSpPr>
          <p:grpSp>
            <p:nvGrpSpPr>
              <p:cNvPr id="105" name="Groupe 104">
                <a:extLst>
                  <a:ext uri="{FF2B5EF4-FFF2-40B4-BE49-F238E27FC236}">
                    <a16:creationId xmlns:a16="http://schemas.microsoft.com/office/drawing/2014/main" id="{C0F240FA-5C73-4FB1-8941-6BE1105F18DB}"/>
                  </a:ext>
                </a:extLst>
              </p:cNvPr>
              <p:cNvGrpSpPr/>
              <p:nvPr/>
            </p:nvGrpSpPr>
            <p:grpSpPr>
              <a:xfrm>
                <a:off x="5247267" y="8117813"/>
                <a:ext cx="817082" cy="688189"/>
                <a:chOff x="3890963" y="2438774"/>
                <a:chExt cx="1085661" cy="914400"/>
              </a:xfrm>
            </p:grpSpPr>
            <p:pic>
              <p:nvPicPr>
                <p:cNvPr id="192" name="Graphique 191" descr="Culturiste avec un remplissage uni">
                  <a:extLst>
                    <a:ext uri="{FF2B5EF4-FFF2-40B4-BE49-F238E27FC236}">
                      <a16:creationId xmlns:a16="http://schemas.microsoft.com/office/drawing/2014/main" id="{76A45FC6-5C96-49A8-AC35-BC18F11D6CBB}"/>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3" name="Rectangle 192">
                  <a:extLst>
                    <a:ext uri="{FF2B5EF4-FFF2-40B4-BE49-F238E27FC236}">
                      <a16:creationId xmlns:a16="http://schemas.microsoft.com/office/drawing/2014/main" id="{CB8D01E4-F3DD-439C-927A-661004280E40}"/>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94" name="Rectangle 193">
                  <a:extLst>
                    <a:ext uri="{FF2B5EF4-FFF2-40B4-BE49-F238E27FC236}">
                      <a16:creationId xmlns:a16="http://schemas.microsoft.com/office/drawing/2014/main" id="{8232BE64-879E-4932-8F1C-EBC70379A39D}"/>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grpSp>
          <p:sp>
            <p:nvSpPr>
              <p:cNvPr id="107" name="Rectangle 106">
                <a:extLst>
                  <a:ext uri="{FF2B5EF4-FFF2-40B4-BE49-F238E27FC236}">
                    <a16:creationId xmlns:a16="http://schemas.microsoft.com/office/drawing/2014/main" id="{9BF03B67-30A6-425A-9D7A-E2238247F21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grpSp>
        <p:grpSp>
          <p:nvGrpSpPr>
            <p:cNvPr id="109" name="Groupe 108">
              <a:extLst>
                <a:ext uri="{FF2B5EF4-FFF2-40B4-BE49-F238E27FC236}">
                  <a16:creationId xmlns:a16="http://schemas.microsoft.com/office/drawing/2014/main" id="{35A820B9-71C1-40B2-949A-BA546FD0C884}"/>
                </a:ext>
              </a:extLst>
            </p:cNvPr>
            <p:cNvGrpSpPr/>
            <p:nvPr/>
          </p:nvGrpSpPr>
          <p:grpSpPr>
            <a:xfrm flipH="1">
              <a:off x="3048491" y="2359213"/>
              <a:ext cx="307258" cy="560806"/>
              <a:chOff x="5134003" y="2196472"/>
              <a:chExt cx="563254" cy="1156702"/>
            </a:xfrm>
          </p:grpSpPr>
          <p:pic>
            <p:nvPicPr>
              <p:cNvPr id="175" name="Graphique 174" descr="Réussite du groupe avec un remplissage uni">
                <a:extLst>
                  <a:ext uri="{FF2B5EF4-FFF2-40B4-BE49-F238E27FC236}">
                    <a16:creationId xmlns:a16="http://schemas.microsoft.com/office/drawing/2014/main" id="{BE19C2B3-0721-44D3-8CD1-48D9E0F7C055}"/>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176" name="Rectangle 175">
                <a:extLst>
                  <a:ext uri="{FF2B5EF4-FFF2-40B4-BE49-F238E27FC236}">
                    <a16:creationId xmlns:a16="http://schemas.microsoft.com/office/drawing/2014/main" id="{FA4C0BA6-2A92-40FD-9077-52FC594CF4A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grpSp>
        <p:grpSp>
          <p:nvGrpSpPr>
            <p:cNvPr id="7" name="Groupe 6">
              <a:extLst>
                <a:ext uri="{FF2B5EF4-FFF2-40B4-BE49-F238E27FC236}">
                  <a16:creationId xmlns:a16="http://schemas.microsoft.com/office/drawing/2014/main" id="{36F23E62-E00E-4089-9506-DDF4061A25F6}"/>
                </a:ext>
              </a:extLst>
            </p:cNvPr>
            <p:cNvGrpSpPr/>
            <p:nvPr/>
          </p:nvGrpSpPr>
          <p:grpSpPr>
            <a:xfrm>
              <a:off x="8666977" y="1696436"/>
              <a:ext cx="1142893" cy="1142893"/>
              <a:chOff x="9835911" y="2807662"/>
              <a:chExt cx="1796250" cy="1796250"/>
            </a:xfrm>
          </p:grpSpPr>
          <p:pic>
            <p:nvPicPr>
              <p:cNvPr id="104" name="Graphique 103" descr="Cathédrale avec un remplissage uni">
                <a:extLst>
                  <a:ext uri="{FF2B5EF4-FFF2-40B4-BE49-F238E27FC236}">
                    <a16:creationId xmlns:a16="http://schemas.microsoft.com/office/drawing/2014/main" id="{E59C6277-AA1A-4489-91DF-5BA7B244261F}"/>
                  </a:ext>
                </a:extLst>
              </p:cNvPr>
              <p:cNvPicPr>
                <a:picLocks noChangeAspect="1"/>
              </p:cNvPicPr>
              <p:nvPr/>
            </p:nvPicPr>
            <p:blipFill>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835911" y="2807662"/>
                <a:ext cx="1796250" cy="1796250"/>
              </a:xfrm>
              <a:prstGeom prst="rect">
                <a:avLst/>
              </a:prstGeom>
            </p:spPr>
          </p:pic>
          <p:sp>
            <p:nvSpPr>
              <p:cNvPr id="113" name="Rectangle 112">
                <a:extLst>
                  <a:ext uri="{FF2B5EF4-FFF2-40B4-BE49-F238E27FC236}">
                    <a16:creationId xmlns:a16="http://schemas.microsoft.com/office/drawing/2014/main" id="{31970C2C-4382-4D6F-ADF6-471972759529}"/>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14" name="Rectangle 113">
                <a:extLst>
                  <a:ext uri="{FF2B5EF4-FFF2-40B4-BE49-F238E27FC236}">
                    <a16:creationId xmlns:a16="http://schemas.microsoft.com/office/drawing/2014/main" id="{D5D40D35-3B33-472C-BB36-27310377B46F}"/>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15" name="Rectangle 114">
                <a:extLst>
                  <a:ext uri="{FF2B5EF4-FFF2-40B4-BE49-F238E27FC236}">
                    <a16:creationId xmlns:a16="http://schemas.microsoft.com/office/drawing/2014/main" id="{0DF1613C-64EF-4B26-B600-36E33E288236}"/>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16" name="Rectangle 115">
                <a:extLst>
                  <a:ext uri="{FF2B5EF4-FFF2-40B4-BE49-F238E27FC236}">
                    <a16:creationId xmlns:a16="http://schemas.microsoft.com/office/drawing/2014/main" id="{DD222A77-3CAA-44FC-8012-A0B8E33C44DB}"/>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17" name="Rectangle 116">
                <a:extLst>
                  <a:ext uri="{FF2B5EF4-FFF2-40B4-BE49-F238E27FC236}">
                    <a16:creationId xmlns:a16="http://schemas.microsoft.com/office/drawing/2014/main" id="{0A42DEAE-71FB-4AC0-A235-6D8A7C681B98}"/>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18" name="Rectangle 117">
                <a:extLst>
                  <a:ext uri="{FF2B5EF4-FFF2-40B4-BE49-F238E27FC236}">
                    <a16:creationId xmlns:a16="http://schemas.microsoft.com/office/drawing/2014/main" id="{7E7C3645-4EB6-42D8-8D16-A4131BD9553A}"/>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19" name="Rectangle 118">
                <a:extLst>
                  <a:ext uri="{FF2B5EF4-FFF2-40B4-BE49-F238E27FC236}">
                    <a16:creationId xmlns:a16="http://schemas.microsoft.com/office/drawing/2014/main" id="{B2E68E23-64DB-4588-97BF-38D7F767E1B0}"/>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0" name="Rectangle 119">
                <a:extLst>
                  <a:ext uri="{FF2B5EF4-FFF2-40B4-BE49-F238E27FC236}">
                    <a16:creationId xmlns:a16="http://schemas.microsoft.com/office/drawing/2014/main" id="{C0E89C3C-47BB-4FA0-8A5A-42149CC65920}"/>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1" name="Rectangle 120">
                <a:extLst>
                  <a:ext uri="{FF2B5EF4-FFF2-40B4-BE49-F238E27FC236}">
                    <a16:creationId xmlns:a16="http://schemas.microsoft.com/office/drawing/2014/main" id="{609A3087-8282-4996-900F-0E7A07C3D6AE}"/>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2" name="Rectangle 121">
                <a:extLst>
                  <a:ext uri="{FF2B5EF4-FFF2-40B4-BE49-F238E27FC236}">
                    <a16:creationId xmlns:a16="http://schemas.microsoft.com/office/drawing/2014/main" id="{B19A238C-F0C2-4B75-8E5F-4F1F2916275A}"/>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3" name="Rectangle 122">
                <a:extLst>
                  <a:ext uri="{FF2B5EF4-FFF2-40B4-BE49-F238E27FC236}">
                    <a16:creationId xmlns:a16="http://schemas.microsoft.com/office/drawing/2014/main" id="{C2ADAAE2-FB7B-4FC2-907C-FFC0835BCD6D}"/>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4" name="Rectangle 123">
                <a:extLst>
                  <a:ext uri="{FF2B5EF4-FFF2-40B4-BE49-F238E27FC236}">
                    <a16:creationId xmlns:a16="http://schemas.microsoft.com/office/drawing/2014/main" id="{78EFB23D-18AD-4B60-9D20-CC94500410AB}"/>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5" name="Rectangle 124">
                <a:extLst>
                  <a:ext uri="{FF2B5EF4-FFF2-40B4-BE49-F238E27FC236}">
                    <a16:creationId xmlns:a16="http://schemas.microsoft.com/office/drawing/2014/main" id="{A1F4E50B-79C5-45CA-A04D-3B8F9282A53E}"/>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6" name="Rectangle 125">
                <a:extLst>
                  <a:ext uri="{FF2B5EF4-FFF2-40B4-BE49-F238E27FC236}">
                    <a16:creationId xmlns:a16="http://schemas.microsoft.com/office/drawing/2014/main" id="{A7227401-C246-4F70-8233-3B976B59A387}"/>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7" name="Rectangle 126">
                <a:extLst>
                  <a:ext uri="{FF2B5EF4-FFF2-40B4-BE49-F238E27FC236}">
                    <a16:creationId xmlns:a16="http://schemas.microsoft.com/office/drawing/2014/main" id="{D4A1FD11-27D7-4758-8443-A06B09B0075F}"/>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8" name="Rectangle 127">
                <a:extLst>
                  <a:ext uri="{FF2B5EF4-FFF2-40B4-BE49-F238E27FC236}">
                    <a16:creationId xmlns:a16="http://schemas.microsoft.com/office/drawing/2014/main" id="{D8CF8BBE-A434-41D8-A5A3-FB14CBABB85D}"/>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29" name="Rectangle 128">
                <a:extLst>
                  <a:ext uri="{FF2B5EF4-FFF2-40B4-BE49-F238E27FC236}">
                    <a16:creationId xmlns:a16="http://schemas.microsoft.com/office/drawing/2014/main" id="{567B45F6-BBAA-46C4-B84D-608C4E3EC488}"/>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0" name="Rectangle 129">
                <a:extLst>
                  <a:ext uri="{FF2B5EF4-FFF2-40B4-BE49-F238E27FC236}">
                    <a16:creationId xmlns:a16="http://schemas.microsoft.com/office/drawing/2014/main" id="{D2AB2C3A-CE3B-46BF-9284-48F1FA6115DE}"/>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1" name="Rectangle 130">
                <a:extLst>
                  <a:ext uri="{FF2B5EF4-FFF2-40B4-BE49-F238E27FC236}">
                    <a16:creationId xmlns:a16="http://schemas.microsoft.com/office/drawing/2014/main" id="{D2CF42FA-73FD-4459-8D46-409BFD7D4212}"/>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2" name="Rectangle 131">
                <a:extLst>
                  <a:ext uri="{FF2B5EF4-FFF2-40B4-BE49-F238E27FC236}">
                    <a16:creationId xmlns:a16="http://schemas.microsoft.com/office/drawing/2014/main" id="{85A890B8-0AA7-4032-923D-793C195C5CE1}"/>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3" name="Rectangle 132">
                <a:extLst>
                  <a:ext uri="{FF2B5EF4-FFF2-40B4-BE49-F238E27FC236}">
                    <a16:creationId xmlns:a16="http://schemas.microsoft.com/office/drawing/2014/main" id="{B68FCF4F-73A8-4C2F-8903-418DDF82F2BC}"/>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4" name="Rectangle 133">
                <a:extLst>
                  <a:ext uri="{FF2B5EF4-FFF2-40B4-BE49-F238E27FC236}">
                    <a16:creationId xmlns:a16="http://schemas.microsoft.com/office/drawing/2014/main" id="{F0D57C8D-6B6E-4732-AFDF-6244C7DA291F}"/>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5" name="Rectangle 134">
                <a:extLst>
                  <a:ext uri="{FF2B5EF4-FFF2-40B4-BE49-F238E27FC236}">
                    <a16:creationId xmlns:a16="http://schemas.microsoft.com/office/drawing/2014/main" id="{31642D44-DD6E-4219-98E8-12D56D81B76A}"/>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6" name="Rectangle 135">
                <a:extLst>
                  <a:ext uri="{FF2B5EF4-FFF2-40B4-BE49-F238E27FC236}">
                    <a16:creationId xmlns:a16="http://schemas.microsoft.com/office/drawing/2014/main" id="{3AEFD0B8-EC2D-4AC6-BB11-7415B9B0721F}"/>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7" name="Rectangle 136">
                <a:extLst>
                  <a:ext uri="{FF2B5EF4-FFF2-40B4-BE49-F238E27FC236}">
                    <a16:creationId xmlns:a16="http://schemas.microsoft.com/office/drawing/2014/main" id="{0EF8A19B-434C-42F6-B74E-A63EEFA632F3}"/>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8" name="Rectangle 137">
                <a:extLst>
                  <a:ext uri="{FF2B5EF4-FFF2-40B4-BE49-F238E27FC236}">
                    <a16:creationId xmlns:a16="http://schemas.microsoft.com/office/drawing/2014/main" id="{5F78E096-1BCA-4266-A5ED-81CB0F17F2D6}"/>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39" name="Rectangle 138">
                <a:extLst>
                  <a:ext uri="{FF2B5EF4-FFF2-40B4-BE49-F238E27FC236}">
                    <a16:creationId xmlns:a16="http://schemas.microsoft.com/office/drawing/2014/main" id="{55F7BFB3-E97C-4FC1-B2C6-051F488161C0}"/>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0" name="Rectangle 139">
                <a:extLst>
                  <a:ext uri="{FF2B5EF4-FFF2-40B4-BE49-F238E27FC236}">
                    <a16:creationId xmlns:a16="http://schemas.microsoft.com/office/drawing/2014/main" id="{DAFE8FEF-7E38-4DB4-9082-A1C7EEDDBE70}"/>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1" name="Rectangle 140">
                <a:extLst>
                  <a:ext uri="{FF2B5EF4-FFF2-40B4-BE49-F238E27FC236}">
                    <a16:creationId xmlns:a16="http://schemas.microsoft.com/office/drawing/2014/main" id="{B37D0C40-53C6-424E-8E04-059941C6C968}"/>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2" name="Rectangle 141">
                <a:extLst>
                  <a:ext uri="{FF2B5EF4-FFF2-40B4-BE49-F238E27FC236}">
                    <a16:creationId xmlns:a16="http://schemas.microsoft.com/office/drawing/2014/main" id="{4ED4F46F-4771-4F09-B696-AF22CD6311D7}"/>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3" name="Rectangle 142">
                <a:extLst>
                  <a:ext uri="{FF2B5EF4-FFF2-40B4-BE49-F238E27FC236}">
                    <a16:creationId xmlns:a16="http://schemas.microsoft.com/office/drawing/2014/main" id="{5E33E992-D7D9-4B63-BD88-5D1A2962B638}"/>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4" name="Rectangle 143">
                <a:extLst>
                  <a:ext uri="{FF2B5EF4-FFF2-40B4-BE49-F238E27FC236}">
                    <a16:creationId xmlns:a16="http://schemas.microsoft.com/office/drawing/2014/main" id="{629CB49E-8C2E-4F55-A412-731C7694AF8C}"/>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5" name="Rectangle 144">
                <a:extLst>
                  <a:ext uri="{FF2B5EF4-FFF2-40B4-BE49-F238E27FC236}">
                    <a16:creationId xmlns:a16="http://schemas.microsoft.com/office/drawing/2014/main" id="{757B551F-863B-47F7-BAC0-34BAADC98CAF}"/>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6" name="Rectangle 145">
                <a:extLst>
                  <a:ext uri="{FF2B5EF4-FFF2-40B4-BE49-F238E27FC236}">
                    <a16:creationId xmlns:a16="http://schemas.microsoft.com/office/drawing/2014/main" id="{2052CDD7-3222-4885-AB3B-A204ECE1D02D}"/>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7" name="Rectangle 146">
                <a:extLst>
                  <a:ext uri="{FF2B5EF4-FFF2-40B4-BE49-F238E27FC236}">
                    <a16:creationId xmlns:a16="http://schemas.microsoft.com/office/drawing/2014/main" id="{37956E86-A3B8-485F-A01D-2D7E47471539}"/>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8" name="Rectangle 147">
                <a:extLst>
                  <a:ext uri="{FF2B5EF4-FFF2-40B4-BE49-F238E27FC236}">
                    <a16:creationId xmlns:a16="http://schemas.microsoft.com/office/drawing/2014/main" id="{EC20EC68-CA18-401A-81A1-AA7D128BE33E}"/>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49" name="Rectangle 148">
                <a:extLst>
                  <a:ext uri="{FF2B5EF4-FFF2-40B4-BE49-F238E27FC236}">
                    <a16:creationId xmlns:a16="http://schemas.microsoft.com/office/drawing/2014/main" id="{DB995F29-816A-4234-9DBB-7ABA7501AB1D}"/>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0" name="Rectangle 149">
                <a:extLst>
                  <a:ext uri="{FF2B5EF4-FFF2-40B4-BE49-F238E27FC236}">
                    <a16:creationId xmlns:a16="http://schemas.microsoft.com/office/drawing/2014/main" id="{62EF13DB-A7F4-4596-84C8-46D83BAED6DC}"/>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1" name="Rectangle 150">
                <a:extLst>
                  <a:ext uri="{FF2B5EF4-FFF2-40B4-BE49-F238E27FC236}">
                    <a16:creationId xmlns:a16="http://schemas.microsoft.com/office/drawing/2014/main" id="{1E4640AC-DC03-4CB7-B5C9-ABE31A2A09D0}"/>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2" name="Rectangle 151">
                <a:extLst>
                  <a:ext uri="{FF2B5EF4-FFF2-40B4-BE49-F238E27FC236}">
                    <a16:creationId xmlns:a16="http://schemas.microsoft.com/office/drawing/2014/main" id="{32626AC5-B3D7-424D-A014-FD699C3FE5B1}"/>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3" name="Rectangle 152">
                <a:extLst>
                  <a:ext uri="{FF2B5EF4-FFF2-40B4-BE49-F238E27FC236}">
                    <a16:creationId xmlns:a16="http://schemas.microsoft.com/office/drawing/2014/main" id="{1B1B0FF3-5B8A-47F8-A0F9-B83350A4B0BB}"/>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4" name="Rectangle 153">
                <a:extLst>
                  <a:ext uri="{FF2B5EF4-FFF2-40B4-BE49-F238E27FC236}">
                    <a16:creationId xmlns:a16="http://schemas.microsoft.com/office/drawing/2014/main" id="{02191479-99DB-4E96-9714-ECB6235F11A8}"/>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5" name="Rectangle 154">
                <a:extLst>
                  <a:ext uri="{FF2B5EF4-FFF2-40B4-BE49-F238E27FC236}">
                    <a16:creationId xmlns:a16="http://schemas.microsoft.com/office/drawing/2014/main" id="{048E7B28-A528-403F-98ED-B95E8A919AB5}"/>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6" name="Rectangle 155">
                <a:extLst>
                  <a:ext uri="{FF2B5EF4-FFF2-40B4-BE49-F238E27FC236}">
                    <a16:creationId xmlns:a16="http://schemas.microsoft.com/office/drawing/2014/main" id="{D7A6A081-56AA-499A-8BC9-E18C8B413A39}"/>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7" name="Rectangle 156">
                <a:extLst>
                  <a:ext uri="{FF2B5EF4-FFF2-40B4-BE49-F238E27FC236}">
                    <a16:creationId xmlns:a16="http://schemas.microsoft.com/office/drawing/2014/main" id="{4F231F0F-A33D-4E87-9D2B-3BF68009A99D}"/>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8" name="Rectangle 157">
                <a:extLst>
                  <a:ext uri="{FF2B5EF4-FFF2-40B4-BE49-F238E27FC236}">
                    <a16:creationId xmlns:a16="http://schemas.microsoft.com/office/drawing/2014/main" id="{12AD0196-E4B3-448D-9E50-2EFD8806B691}"/>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59" name="Rectangle 158">
                <a:extLst>
                  <a:ext uri="{FF2B5EF4-FFF2-40B4-BE49-F238E27FC236}">
                    <a16:creationId xmlns:a16="http://schemas.microsoft.com/office/drawing/2014/main" id="{DE3B190F-4879-4013-967B-19F696ECCF7C}"/>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0" name="Rectangle 159">
                <a:extLst>
                  <a:ext uri="{FF2B5EF4-FFF2-40B4-BE49-F238E27FC236}">
                    <a16:creationId xmlns:a16="http://schemas.microsoft.com/office/drawing/2014/main" id="{E581297B-DB9C-4165-A5C2-1F94C8EC59DB}"/>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1" name="Rectangle 160">
                <a:extLst>
                  <a:ext uri="{FF2B5EF4-FFF2-40B4-BE49-F238E27FC236}">
                    <a16:creationId xmlns:a16="http://schemas.microsoft.com/office/drawing/2014/main" id="{A480F958-6414-4B6F-9A69-12DADD839CE8}"/>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2" name="Rectangle 161">
                <a:extLst>
                  <a:ext uri="{FF2B5EF4-FFF2-40B4-BE49-F238E27FC236}">
                    <a16:creationId xmlns:a16="http://schemas.microsoft.com/office/drawing/2014/main" id="{2B4DDC10-9BF6-4B3A-9820-B5C6C91FCED9}"/>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3" name="Rectangle 162">
                <a:extLst>
                  <a:ext uri="{FF2B5EF4-FFF2-40B4-BE49-F238E27FC236}">
                    <a16:creationId xmlns:a16="http://schemas.microsoft.com/office/drawing/2014/main" id="{A40418D4-A0CC-4146-BD30-95CDF1AD8958}"/>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4" name="Rectangle 163">
                <a:extLst>
                  <a:ext uri="{FF2B5EF4-FFF2-40B4-BE49-F238E27FC236}">
                    <a16:creationId xmlns:a16="http://schemas.microsoft.com/office/drawing/2014/main" id="{9948AFD8-F25B-4AD5-AF67-E54303BFAA51}"/>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5" name="Rectangle 164">
                <a:extLst>
                  <a:ext uri="{FF2B5EF4-FFF2-40B4-BE49-F238E27FC236}">
                    <a16:creationId xmlns:a16="http://schemas.microsoft.com/office/drawing/2014/main" id="{00E465FE-90B8-4505-BCCA-9D33E27EF255}"/>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6" name="Rectangle 165">
                <a:extLst>
                  <a:ext uri="{FF2B5EF4-FFF2-40B4-BE49-F238E27FC236}">
                    <a16:creationId xmlns:a16="http://schemas.microsoft.com/office/drawing/2014/main" id="{8931AC8B-654B-4C90-8E40-B284E1CAD3AF}"/>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7" name="Rectangle 166">
                <a:extLst>
                  <a:ext uri="{FF2B5EF4-FFF2-40B4-BE49-F238E27FC236}">
                    <a16:creationId xmlns:a16="http://schemas.microsoft.com/office/drawing/2014/main" id="{69A8E121-0537-4086-BE81-F6175F23F929}"/>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8" name="Rectangle 167">
                <a:extLst>
                  <a:ext uri="{FF2B5EF4-FFF2-40B4-BE49-F238E27FC236}">
                    <a16:creationId xmlns:a16="http://schemas.microsoft.com/office/drawing/2014/main" id="{275B4E6F-2F8B-4325-8F52-D884C0FB346C}"/>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69" name="Rectangle 168">
                <a:extLst>
                  <a:ext uri="{FF2B5EF4-FFF2-40B4-BE49-F238E27FC236}">
                    <a16:creationId xmlns:a16="http://schemas.microsoft.com/office/drawing/2014/main" id="{5EA3F49E-7CE3-4EB8-B86D-E27C3E719152}"/>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70" name="Rectangle 169">
                <a:extLst>
                  <a:ext uri="{FF2B5EF4-FFF2-40B4-BE49-F238E27FC236}">
                    <a16:creationId xmlns:a16="http://schemas.microsoft.com/office/drawing/2014/main" id="{B28906DF-32BE-46B7-BDA6-7203BF825619}"/>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71" name="Rectangle 170">
                <a:extLst>
                  <a:ext uri="{FF2B5EF4-FFF2-40B4-BE49-F238E27FC236}">
                    <a16:creationId xmlns:a16="http://schemas.microsoft.com/office/drawing/2014/main" id="{131CF3C7-AAFB-4489-B09C-1D9AAD112044}"/>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72" name="Rectangle 171">
                <a:extLst>
                  <a:ext uri="{FF2B5EF4-FFF2-40B4-BE49-F238E27FC236}">
                    <a16:creationId xmlns:a16="http://schemas.microsoft.com/office/drawing/2014/main" id="{B448FAA0-5785-4F8D-8AA5-CE2F4522E799}"/>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73" name="Rectangle 172">
                <a:extLst>
                  <a:ext uri="{FF2B5EF4-FFF2-40B4-BE49-F238E27FC236}">
                    <a16:creationId xmlns:a16="http://schemas.microsoft.com/office/drawing/2014/main" id="{03A6A3FB-2F87-4C6F-89FC-DDEF96CAD85D}"/>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174" name="Rectangle 173">
                <a:extLst>
                  <a:ext uri="{FF2B5EF4-FFF2-40B4-BE49-F238E27FC236}">
                    <a16:creationId xmlns:a16="http://schemas.microsoft.com/office/drawing/2014/main" id="{1638A7E7-900B-4755-A4E8-B7A678004DE2}"/>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grpSp>
        <p:grpSp>
          <p:nvGrpSpPr>
            <p:cNvPr id="195" name="Groupe 194">
              <a:extLst>
                <a:ext uri="{FF2B5EF4-FFF2-40B4-BE49-F238E27FC236}">
                  <a16:creationId xmlns:a16="http://schemas.microsoft.com/office/drawing/2014/main" id="{4E1CCD66-BD6E-44D5-8754-3F78CF91EE84}"/>
                </a:ext>
              </a:extLst>
            </p:cNvPr>
            <p:cNvGrpSpPr/>
            <p:nvPr/>
          </p:nvGrpSpPr>
          <p:grpSpPr>
            <a:xfrm>
              <a:off x="3607846" y="2695183"/>
              <a:ext cx="677866" cy="608634"/>
              <a:chOff x="5247267" y="8072371"/>
              <a:chExt cx="817082" cy="733631"/>
            </a:xfrm>
          </p:grpSpPr>
          <p:grpSp>
            <p:nvGrpSpPr>
              <p:cNvPr id="196" name="Groupe 195">
                <a:extLst>
                  <a:ext uri="{FF2B5EF4-FFF2-40B4-BE49-F238E27FC236}">
                    <a16:creationId xmlns:a16="http://schemas.microsoft.com/office/drawing/2014/main" id="{98ADEBB3-869F-4DF0-9E84-CB3CEA5A7DE3}"/>
                  </a:ext>
                </a:extLst>
              </p:cNvPr>
              <p:cNvGrpSpPr/>
              <p:nvPr/>
            </p:nvGrpSpPr>
            <p:grpSpPr>
              <a:xfrm>
                <a:off x="5247267" y="8117813"/>
                <a:ext cx="817082" cy="688189"/>
                <a:chOff x="3890963" y="2438774"/>
                <a:chExt cx="1085661" cy="914400"/>
              </a:xfrm>
            </p:grpSpPr>
            <p:pic>
              <p:nvPicPr>
                <p:cNvPr id="198" name="Graphique 197" descr="Culturiste avec un remplissage uni">
                  <a:extLst>
                    <a:ext uri="{FF2B5EF4-FFF2-40B4-BE49-F238E27FC236}">
                      <a16:creationId xmlns:a16="http://schemas.microsoft.com/office/drawing/2014/main" id="{AC7B218B-262F-409C-B9EB-C90FB52588D6}"/>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9" name="Rectangle 198">
                  <a:extLst>
                    <a:ext uri="{FF2B5EF4-FFF2-40B4-BE49-F238E27FC236}">
                      <a16:creationId xmlns:a16="http://schemas.microsoft.com/office/drawing/2014/main" id="{B5FDC8FE-C73E-409E-BAED-AA5F4566E30C}"/>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sp>
              <p:nvSpPr>
                <p:cNvPr id="200" name="Rectangle 199">
                  <a:extLst>
                    <a:ext uri="{FF2B5EF4-FFF2-40B4-BE49-F238E27FC236}">
                      <a16:creationId xmlns:a16="http://schemas.microsoft.com/office/drawing/2014/main" id="{118BDBAE-CAD8-437A-B143-72E96592EE25}"/>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grpSp>
          <p:sp>
            <p:nvSpPr>
              <p:cNvPr id="197" name="Rectangle 196">
                <a:extLst>
                  <a:ext uri="{FF2B5EF4-FFF2-40B4-BE49-F238E27FC236}">
                    <a16:creationId xmlns:a16="http://schemas.microsoft.com/office/drawing/2014/main" id="{01AFD1CB-4387-4339-ABD7-CDEAFF91FC7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grpSp>
        <p:grpSp>
          <p:nvGrpSpPr>
            <p:cNvPr id="201" name="Groupe 200">
              <a:extLst>
                <a:ext uri="{FF2B5EF4-FFF2-40B4-BE49-F238E27FC236}">
                  <a16:creationId xmlns:a16="http://schemas.microsoft.com/office/drawing/2014/main" id="{7853BF78-AA9F-461F-B621-B7EFE53AFBFA}"/>
                </a:ext>
              </a:extLst>
            </p:cNvPr>
            <p:cNvGrpSpPr/>
            <p:nvPr/>
          </p:nvGrpSpPr>
          <p:grpSpPr>
            <a:xfrm flipH="1">
              <a:off x="3014468" y="3238975"/>
              <a:ext cx="311389" cy="624390"/>
              <a:chOff x="5134003" y="2196472"/>
              <a:chExt cx="563254" cy="1156702"/>
            </a:xfrm>
          </p:grpSpPr>
          <p:pic>
            <p:nvPicPr>
              <p:cNvPr id="202" name="Graphique 201" descr="Réussite du groupe avec un remplissage uni">
                <a:extLst>
                  <a:ext uri="{FF2B5EF4-FFF2-40B4-BE49-F238E27FC236}">
                    <a16:creationId xmlns:a16="http://schemas.microsoft.com/office/drawing/2014/main" id="{DB737901-907F-4ED9-B81C-24BCBF005158}"/>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3" name="Rectangle 202">
                <a:extLst>
                  <a:ext uri="{FF2B5EF4-FFF2-40B4-BE49-F238E27FC236}">
                    <a16:creationId xmlns:a16="http://schemas.microsoft.com/office/drawing/2014/main" id="{3D35CB96-3794-4B3B-A7DB-5861F45A8F9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grpSp>
        <p:grpSp>
          <p:nvGrpSpPr>
            <p:cNvPr id="204" name="Groupe 203">
              <a:extLst>
                <a:ext uri="{FF2B5EF4-FFF2-40B4-BE49-F238E27FC236}">
                  <a16:creationId xmlns:a16="http://schemas.microsoft.com/office/drawing/2014/main" id="{64C304F4-7F94-4FD2-BC45-B7945319CAB8}"/>
                </a:ext>
              </a:extLst>
            </p:cNvPr>
            <p:cNvGrpSpPr/>
            <p:nvPr/>
          </p:nvGrpSpPr>
          <p:grpSpPr>
            <a:xfrm flipH="1">
              <a:off x="4490007" y="2203319"/>
              <a:ext cx="266878" cy="543520"/>
              <a:chOff x="5134003" y="2196472"/>
              <a:chExt cx="563254" cy="1156702"/>
            </a:xfrm>
          </p:grpSpPr>
          <p:pic>
            <p:nvPicPr>
              <p:cNvPr id="205" name="Graphique 204" descr="Réussite du groupe avec un remplissage uni">
                <a:extLst>
                  <a:ext uri="{FF2B5EF4-FFF2-40B4-BE49-F238E27FC236}">
                    <a16:creationId xmlns:a16="http://schemas.microsoft.com/office/drawing/2014/main" id="{B45A7477-1594-4A43-A8DC-C7551975CD56}"/>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6" name="Rectangle 205">
                <a:extLst>
                  <a:ext uri="{FF2B5EF4-FFF2-40B4-BE49-F238E27FC236}">
                    <a16:creationId xmlns:a16="http://schemas.microsoft.com/office/drawing/2014/main" id="{4666D706-FB2B-426F-8DB0-1FB75CA41269}"/>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800"/>
              </a:p>
            </p:txBody>
          </p:sp>
        </p:grpSp>
        <p:pic>
          <p:nvPicPr>
            <p:cNvPr id="9" name="Graphique 8" descr="Mur de briques en construction avec un remplissage uni">
              <a:extLst>
                <a:ext uri="{FF2B5EF4-FFF2-40B4-BE49-F238E27FC236}">
                  <a16:creationId xmlns:a16="http://schemas.microsoft.com/office/drawing/2014/main" id="{3F30A76B-3311-4246-99E5-7DF4D9975A4E}"/>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flipH="1">
              <a:off x="7066872" y="2190904"/>
              <a:ext cx="486924" cy="492711"/>
            </a:xfrm>
            <a:prstGeom prst="rect">
              <a:avLst/>
            </a:prstGeom>
          </p:spPr>
        </p:pic>
        <p:pic>
          <p:nvPicPr>
            <p:cNvPr id="249" name="Graphique 248" descr="Mur de briques en construction avec un remplissage uni">
              <a:extLst>
                <a:ext uri="{FF2B5EF4-FFF2-40B4-BE49-F238E27FC236}">
                  <a16:creationId xmlns:a16="http://schemas.microsoft.com/office/drawing/2014/main" id="{2609CF9A-449F-4A80-AC18-FC15FC76B1A2}"/>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flipH="1">
              <a:off x="6466780" y="2971877"/>
              <a:ext cx="486924" cy="492711"/>
            </a:xfrm>
            <a:prstGeom prst="rect">
              <a:avLst/>
            </a:prstGeom>
          </p:spPr>
        </p:pic>
        <p:sp>
          <p:nvSpPr>
            <p:cNvPr id="3" name="Rectangle 2">
              <a:extLst>
                <a:ext uri="{FF2B5EF4-FFF2-40B4-BE49-F238E27FC236}">
                  <a16:creationId xmlns:a16="http://schemas.microsoft.com/office/drawing/2014/main" id="{DAC39AE7-8D07-4B89-B94B-02543B7C6B8D}"/>
                </a:ext>
              </a:extLst>
            </p:cNvPr>
            <p:cNvSpPr/>
            <p:nvPr/>
          </p:nvSpPr>
          <p:spPr>
            <a:xfrm>
              <a:off x="2857903" y="1676259"/>
              <a:ext cx="470289" cy="41381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a:solidFill>
                    <a:schemeClr val="tx1"/>
                  </a:solidFill>
                </a:rPr>
                <a:t>Karen</a:t>
              </a:r>
            </a:p>
            <a:p>
              <a:pPr algn="ctr"/>
              <a:r>
                <a:rPr lang="en-US" sz="500">
                  <a:solidFill>
                    <a:schemeClr val="tx1"/>
                  </a:solidFill>
                </a:rPr>
                <a:t>Skills in Events Facilitation</a:t>
              </a:r>
            </a:p>
          </p:txBody>
        </p:sp>
        <p:sp>
          <p:nvSpPr>
            <p:cNvPr id="177" name="Rectangle 176">
              <a:extLst>
                <a:ext uri="{FF2B5EF4-FFF2-40B4-BE49-F238E27FC236}">
                  <a16:creationId xmlns:a16="http://schemas.microsoft.com/office/drawing/2014/main" id="{31F9CEDF-D8EF-4782-97B7-F3EEF165730E}"/>
                </a:ext>
              </a:extLst>
            </p:cNvPr>
            <p:cNvSpPr/>
            <p:nvPr/>
          </p:nvSpPr>
          <p:spPr>
            <a:xfrm>
              <a:off x="3253854" y="2420394"/>
              <a:ext cx="470289" cy="41381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a:solidFill>
                    <a:schemeClr val="tx1"/>
                  </a:solidFill>
                </a:rPr>
                <a:t>John</a:t>
              </a:r>
            </a:p>
            <a:p>
              <a:pPr algn="ctr"/>
              <a:r>
                <a:rPr lang="en-US" sz="500">
                  <a:solidFill>
                    <a:schemeClr val="tx1"/>
                  </a:solidFill>
                </a:rPr>
                <a:t>Thorough and rich Feedback</a:t>
              </a:r>
            </a:p>
          </p:txBody>
        </p:sp>
        <p:sp>
          <p:nvSpPr>
            <p:cNvPr id="178" name="Rectangle 177">
              <a:extLst>
                <a:ext uri="{FF2B5EF4-FFF2-40B4-BE49-F238E27FC236}">
                  <a16:creationId xmlns:a16="http://schemas.microsoft.com/office/drawing/2014/main" id="{8AD1742C-C5FB-47CD-975F-CB300E338372}"/>
                </a:ext>
              </a:extLst>
            </p:cNvPr>
            <p:cNvSpPr/>
            <p:nvPr/>
          </p:nvSpPr>
          <p:spPr>
            <a:xfrm>
              <a:off x="4653709" y="3450161"/>
              <a:ext cx="470289" cy="41381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a:solidFill>
                    <a:schemeClr val="tx1"/>
                  </a:solidFill>
                </a:rPr>
                <a:t>Abel</a:t>
              </a:r>
            </a:p>
            <a:p>
              <a:pPr algn="ctr"/>
              <a:r>
                <a:rPr lang="en-US" sz="500">
                  <a:solidFill>
                    <a:schemeClr val="tx1"/>
                  </a:solidFill>
                </a:rPr>
                <a:t>Documentation on topic XYZ</a:t>
              </a:r>
            </a:p>
          </p:txBody>
        </p:sp>
        <p:sp>
          <p:nvSpPr>
            <p:cNvPr id="207" name="Rectangle 206">
              <a:extLst>
                <a:ext uri="{FF2B5EF4-FFF2-40B4-BE49-F238E27FC236}">
                  <a16:creationId xmlns:a16="http://schemas.microsoft.com/office/drawing/2014/main" id="{42D8A1BE-2C54-431C-84AF-5FBA7C86CDEE}"/>
                </a:ext>
              </a:extLst>
            </p:cNvPr>
            <p:cNvSpPr/>
            <p:nvPr/>
          </p:nvSpPr>
          <p:spPr>
            <a:xfrm>
              <a:off x="4776506" y="1606512"/>
              <a:ext cx="470289" cy="41381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a:solidFill>
                    <a:schemeClr val="tx1"/>
                  </a:solidFill>
                </a:rPr>
                <a:t>Kane</a:t>
              </a:r>
            </a:p>
            <a:p>
              <a:pPr algn="ctr"/>
              <a:r>
                <a:rPr lang="en-US" sz="500">
                  <a:solidFill>
                    <a:schemeClr val="tx1"/>
                  </a:solidFill>
                </a:rPr>
                <a:t>Documentation on topic X</a:t>
              </a:r>
            </a:p>
          </p:txBody>
        </p:sp>
        <p:sp>
          <p:nvSpPr>
            <p:cNvPr id="208" name="Rectangle 207">
              <a:extLst>
                <a:ext uri="{FF2B5EF4-FFF2-40B4-BE49-F238E27FC236}">
                  <a16:creationId xmlns:a16="http://schemas.microsoft.com/office/drawing/2014/main" id="{09659EE9-A2EB-4057-97BF-DB43C643D569}"/>
                </a:ext>
              </a:extLst>
            </p:cNvPr>
            <p:cNvSpPr/>
            <p:nvPr/>
          </p:nvSpPr>
          <p:spPr>
            <a:xfrm>
              <a:off x="4008127" y="2850564"/>
              <a:ext cx="470289" cy="41381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a:solidFill>
                    <a:schemeClr val="tx1"/>
                  </a:solidFill>
                </a:rPr>
                <a:t>Matthew</a:t>
              </a:r>
            </a:p>
            <a:p>
              <a:pPr algn="ctr"/>
              <a:r>
                <a:rPr lang="en-US" sz="500">
                  <a:solidFill>
                    <a:schemeClr val="tx1"/>
                  </a:solidFill>
                </a:rPr>
                <a:t>Content about Topic YZ</a:t>
              </a:r>
            </a:p>
          </p:txBody>
        </p:sp>
        <p:sp>
          <p:nvSpPr>
            <p:cNvPr id="209" name="Rectangle 208">
              <a:extLst>
                <a:ext uri="{FF2B5EF4-FFF2-40B4-BE49-F238E27FC236}">
                  <a16:creationId xmlns:a16="http://schemas.microsoft.com/office/drawing/2014/main" id="{22EEBFCD-556E-49BE-9651-FBA1B383430D}"/>
                </a:ext>
              </a:extLst>
            </p:cNvPr>
            <p:cNvSpPr/>
            <p:nvPr/>
          </p:nvSpPr>
          <p:spPr>
            <a:xfrm>
              <a:off x="4641229" y="2342790"/>
              <a:ext cx="582396" cy="41381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a:solidFill>
                    <a:schemeClr val="tx1"/>
                  </a:solidFill>
                </a:rPr>
                <a:t>Sally</a:t>
              </a:r>
            </a:p>
            <a:p>
              <a:pPr algn="ctr"/>
              <a:r>
                <a:rPr lang="en-US" sz="500">
                  <a:solidFill>
                    <a:schemeClr val="tx1"/>
                  </a:solidFill>
                </a:rPr>
                <a:t>List of key contacts for meetup invitation</a:t>
              </a:r>
            </a:p>
          </p:txBody>
        </p:sp>
        <p:sp>
          <p:nvSpPr>
            <p:cNvPr id="210" name="Rectangle 209">
              <a:extLst>
                <a:ext uri="{FF2B5EF4-FFF2-40B4-BE49-F238E27FC236}">
                  <a16:creationId xmlns:a16="http://schemas.microsoft.com/office/drawing/2014/main" id="{0872E8F9-F38F-4088-8B92-0156D96DB2E5}"/>
                </a:ext>
              </a:extLst>
            </p:cNvPr>
            <p:cNvSpPr/>
            <p:nvPr/>
          </p:nvSpPr>
          <p:spPr>
            <a:xfrm>
              <a:off x="3031738" y="3410688"/>
              <a:ext cx="582396" cy="41381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a:solidFill>
                    <a:schemeClr val="tx1"/>
                  </a:solidFill>
                </a:rPr>
                <a:t>Wesley</a:t>
              </a:r>
            </a:p>
            <a:p>
              <a:pPr algn="ctr"/>
              <a:r>
                <a:rPr lang="en-US" sz="500">
                  <a:solidFill>
                    <a:schemeClr val="tx1"/>
                  </a:solidFill>
                </a:rPr>
                <a:t>Knowledge Management Skills</a:t>
              </a:r>
            </a:p>
          </p:txBody>
        </p:sp>
        <p:sp>
          <p:nvSpPr>
            <p:cNvPr id="211" name="Rectangle 210">
              <a:extLst>
                <a:ext uri="{FF2B5EF4-FFF2-40B4-BE49-F238E27FC236}">
                  <a16:creationId xmlns:a16="http://schemas.microsoft.com/office/drawing/2014/main" id="{437B9EBE-7769-48D0-9F48-59E434EE106D}"/>
                </a:ext>
              </a:extLst>
            </p:cNvPr>
            <p:cNvSpPr/>
            <p:nvPr/>
          </p:nvSpPr>
          <p:spPr>
            <a:xfrm>
              <a:off x="6770369" y="3237384"/>
              <a:ext cx="560620" cy="37654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a:solidFill>
                    <a:schemeClr val="tx1"/>
                  </a:solidFill>
                </a:rPr>
                <a:t>Wesley + Abel + Kane</a:t>
              </a:r>
            </a:p>
            <a:p>
              <a:pPr algn="ctr"/>
              <a:r>
                <a:rPr lang="en-US" sz="500">
                  <a:solidFill>
                    <a:schemeClr val="tx1"/>
                  </a:solidFill>
                </a:rPr>
                <a:t>Create a joint documentation</a:t>
              </a:r>
            </a:p>
          </p:txBody>
        </p:sp>
        <p:sp>
          <p:nvSpPr>
            <p:cNvPr id="212" name="Rectangle 211">
              <a:extLst>
                <a:ext uri="{FF2B5EF4-FFF2-40B4-BE49-F238E27FC236}">
                  <a16:creationId xmlns:a16="http://schemas.microsoft.com/office/drawing/2014/main" id="{E30BE77A-113B-4B74-A494-58B97B93737B}"/>
                </a:ext>
              </a:extLst>
            </p:cNvPr>
            <p:cNvSpPr/>
            <p:nvPr/>
          </p:nvSpPr>
          <p:spPr>
            <a:xfrm>
              <a:off x="7260273" y="2513924"/>
              <a:ext cx="470289" cy="33577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a:solidFill>
                    <a:schemeClr val="tx1"/>
                  </a:solidFill>
                </a:rPr>
                <a:t>Matthew + Sally</a:t>
              </a:r>
            </a:p>
            <a:p>
              <a:pPr algn="ctr"/>
              <a:r>
                <a:rPr lang="en-US" sz="500">
                  <a:solidFill>
                    <a:schemeClr val="tx1"/>
                  </a:solidFill>
                </a:rPr>
                <a:t>Create a Wiki</a:t>
              </a:r>
            </a:p>
          </p:txBody>
        </p:sp>
        <p:sp>
          <p:nvSpPr>
            <p:cNvPr id="213" name="Rectangle 212">
              <a:extLst>
                <a:ext uri="{FF2B5EF4-FFF2-40B4-BE49-F238E27FC236}">
                  <a16:creationId xmlns:a16="http://schemas.microsoft.com/office/drawing/2014/main" id="{6CF53418-11D4-4203-9204-51B74BC8A0AC}"/>
                </a:ext>
              </a:extLst>
            </p:cNvPr>
            <p:cNvSpPr/>
            <p:nvPr/>
          </p:nvSpPr>
          <p:spPr>
            <a:xfrm>
              <a:off x="8693783" y="2922396"/>
              <a:ext cx="470289" cy="33577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a:solidFill>
                    <a:schemeClr val="tx1"/>
                  </a:solidFill>
                </a:rPr>
                <a:t>Create a Wiki about XYZ</a:t>
              </a:r>
            </a:p>
          </p:txBody>
        </p:sp>
        <p:sp>
          <p:nvSpPr>
            <p:cNvPr id="214" name="Rectangle 213">
              <a:extLst>
                <a:ext uri="{FF2B5EF4-FFF2-40B4-BE49-F238E27FC236}">
                  <a16:creationId xmlns:a16="http://schemas.microsoft.com/office/drawing/2014/main" id="{D9652E5E-9E58-4AFD-8FAA-F11D96CCFBC1}"/>
                </a:ext>
              </a:extLst>
            </p:cNvPr>
            <p:cNvSpPr/>
            <p:nvPr/>
          </p:nvSpPr>
          <p:spPr>
            <a:xfrm>
              <a:off x="9238424" y="2922396"/>
              <a:ext cx="470289" cy="33577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a:solidFill>
                    <a:schemeClr val="tx1"/>
                  </a:solidFill>
                </a:rPr>
                <a:t>Create a meetup group about XYZ</a:t>
              </a:r>
            </a:p>
          </p:txBody>
        </p:sp>
        <p:sp>
          <p:nvSpPr>
            <p:cNvPr id="215" name="Rectangle 214">
              <a:extLst>
                <a:ext uri="{FF2B5EF4-FFF2-40B4-BE49-F238E27FC236}">
                  <a16:creationId xmlns:a16="http://schemas.microsoft.com/office/drawing/2014/main" id="{F216D036-3EB8-47ED-B406-23D25E6CDB25}"/>
                </a:ext>
              </a:extLst>
            </p:cNvPr>
            <p:cNvSpPr/>
            <p:nvPr/>
          </p:nvSpPr>
          <p:spPr>
            <a:xfrm>
              <a:off x="6329766" y="2473831"/>
              <a:ext cx="470289" cy="33577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b="1">
                  <a:solidFill>
                    <a:schemeClr val="tx1"/>
                  </a:solidFill>
                </a:rPr>
                <a:t>Karen + Sally + John</a:t>
              </a:r>
            </a:p>
            <a:p>
              <a:pPr algn="ctr"/>
              <a:r>
                <a:rPr lang="en-US" sz="500">
                  <a:solidFill>
                    <a:schemeClr val="tx1"/>
                  </a:solidFill>
                </a:rPr>
                <a:t>Organize an event</a:t>
              </a:r>
            </a:p>
          </p:txBody>
        </p:sp>
        <p:sp>
          <p:nvSpPr>
            <p:cNvPr id="216" name="Rectangle 215">
              <a:extLst>
                <a:ext uri="{FF2B5EF4-FFF2-40B4-BE49-F238E27FC236}">
                  <a16:creationId xmlns:a16="http://schemas.microsoft.com/office/drawing/2014/main" id="{4255E826-7924-4C48-BB78-C4A45DA006F6}"/>
                </a:ext>
              </a:extLst>
            </p:cNvPr>
            <p:cNvSpPr/>
            <p:nvPr/>
          </p:nvSpPr>
          <p:spPr>
            <a:xfrm>
              <a:off x="8917572" y="3327360"/>
              <a:ext cx="730255" cy="33577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a:solidFill>
                    <a:schemeClr val="tx1"/>
                  </a:solidFill>
                </a:rPr>
                <a:t>Collect and share best practices about XYZ at company level</a:t>
              </a:r>
            </a:p>
          </p:txBody>
        </p:sp>
      </p:grpSp>
      <p:sp>
        <p:nvSpPr>
          <p:cNvPr id="217" name="ZoneTexte 216">
            <a:extLst>
              <a:ext uri="{FF2B5EF4-FFF2-40B4-BE49-F238E27FC236}">
                <a16:creationId xmlns:a16="http://schemas.microsoft.com/office/drawing/2014/main" id="{E997EF81-6829-46D0-8091-E568A0A0948F}"/>
              </a:ext>
            </a:extLst>
          </p:cNvPr>
          <p:cNvSpPr txBox="1"/>
          <p:nvPr/>
        </p:nvSpPr>
        <p:spPr>
          <a:xfrm>
            <a:off x="512397" y="4958994"/>
            <a:ext cx="3367844" cy="1323439"/>
          </a:xfrm>
          <a:prstGeom prst="rect">
            <a:avLst/>
          </a:prstGeom>
          <a:noFill/>
        </p:spPr>
        <p:txBody>
          <a:bodyPr wrap="square">
            <a:spAutoFit/>
          </a:bodyPr>
          <a:lstStyle/>
          <a:p>
            <a:pPr algn="ctr"/>
            <a:r>
              <a:rPr lang="en-US" sz="1600" b="1" i="1"/>
              <a:t>Use it as : </a:t>
            </a:r>
          </a:p>
          <a:p>
            <a:pPr algn="ctr"/>
            <a:endParaRPr lang="en-US" sz="1600" b="1" i="1"/>
          </a:p>
          <a:p>
            <a:pPr algn="ctr"/>
            <a:r>
              <a:rPr lang="en-US" sz="1600" b="1" i="1"/>
              <a:t>Icebreaker</a:t>
            </a:r>
          </a:p>
          <a:p>
            <a:pPr algn="ctr"/>
            <a:r>
              <a:rPr lang="en-US" sz="1600" b="1" i="1"/>
              <a:t>Onboarding information for future members</a:t>
            </a:r>
          </a:p>
        </p:txBody>
      </p:sp>
      <p:cxnSp>
        <p:nvCxnSpPr>
          <p:cNvPr id="10" name="Connecteur droit avec flèche 9">
            <a:extLst>
              <a:ext uri="{FF2B5EF4-FFF2-40B4-BE49-F238E27FC236}">
                <a16:creationId xmlns:a16="http://schemas.microsoft.com/office/drawing/2014/main" id="{FD562870-44EC-4904-B8FE-BD6C05CD78ED}"/>
              </a:ext>
            </a:extLst>
          </p:cNvPr>
          <p:cNvCxnSpPr>
            <a:cxnSpLocks/>
            <a:endCxn id="217" idx="0"/>
          </p:cNvCxnSpPr>
          <p:nvPr/>
        </p:nvCxnSpPr>
        <p:spPr>
          <a:xfrm flipH="1">
            <a:off x="2196319" y="4067856"/>
            <a:ext cx="1633429" cy="8911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8" name="ZoneTexte 217">
            <a:extLst>
              <a:ext uri="{FF2B5EF4-FFF2-40B4-BE49-F238E27FC236}">
                <a16:creationId xmlns:a16="http://schemas.microsoft.com/office/drawing/2014/main" id="{2D3D4919-37E2-4B35-BF37-0152FAB3D07C}"/>
              </a:ext>
            </a:extLst>
          </p:cNvPr>
          <p:cNvSpPr txBox="1"/>
          <p:nvPr/>
        </p:nvSpPr>
        <p:spPr>
          <a:xfrm>
            <a:off x="4879808" y="4989019"/>
            <a:ext cx="3367844" cy="830997"/>
          </a:xfrm>
          <a:prstGeom prst="rect">
            <a:avLst/>
          </a:prstGeom>
          <a:noFill/>
        </p:spPr>
        <p:txBody>
          <a:bodyPr wrap="square">
            <a:spAutoFit/>
          </a:bodyPr>
          <a:lstStyle/>
          <a:p>
            <a:pPr algn="ctr"/>
            <a:r>
              <a:rPr lang="en-US" sz="1600" b="1" i="1"/>
              <a:t>Use it as : </a:t>
            </a:r>
          </a:p>
          <a:p>
            <a:pPr algn="ctr"/>
            <a:endParaRPr lang="en-US" sz="1600" b="1" i="1"/>
          </a:p>
          <a:p>
            <a:pPr algn="ctr"/>
            <a:r>
              <a:rPr lang="en-US" sz="1600" b="1" i="1"/>
              <a:t>Ideas of first activities</a:t>
            </a:r>
          </a:p>
        </p:txBody>
      </p:sp>
      <p:cxnSp>
        <p:nvCxnSpPr>
          <p:cNvPr id="219" name="Connecteur droit avec flèche 218">
            <a:extLst>
              <a:ext uri="{FF2B5EF4-FFF2-40B4-BE49-F238E27FC236}">
                <a16:creationId xmlns:a16="http://schemas.microsoft.com/office/drawing/2014/main" id="{DA648AA5-3386-4DCD-8A0A-3CB6136A3EB1}"/>
              </a:ext>
            </a:extLst>
          </p:cNvPr>
          <p:cNvCxnSpPr>
            <a:cxnSpLocks/>
            <a:endCxn id="218" idx="0"/>
          </p:cNvCxnSpPr>
          <p:nvPr/>
        </p:nvCxnSpPr>
        <p:spPr>
          <a:xfrm flipH="1">
            <a:off x="6563730" y="4027792"/>
            <a:ext cx="206639" cy="961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0" name="ZoneTexte 219">
            <a:extLst>
              <a:ext uri="{FF2B5EF4-FFF2-40B4-BE49-F238E27FC236}">
                <a16:creationId xmlns:a16="http://schemas.microsoft.com/office/drawing/2014/main" id="{8931A67F-76C0-4D07-B23C-FB4E3B5384A1}"/>
              </a:ext>
            </a:extLst>
          </p:cNvPr>
          <p:cNvSpPr txBox="1"/>
          <p:nvPr/>
        </p:nvSpPr>
        <p:spPr>
          <a:xfrm>
            <a:off x="8247652" y="4984250"/>
            <a:ext cx="3367844" cy="1077218"/>
          </a:xfrm>
          <a:prstGeom prst="rect">
            <a:avLst/>
          </a:prstGeom>
          <a:noFill/>
        </p:spPr>
        <p:txBody>
          <a:bodyPr wrap="square">
            <a:spAutoFit/>
          </a:bodyPr>
          <a:lstStyle/>
          <a:p>
            <a:pPr algn="ctr"/>
            <a:r>
              <a:rPr lang="en-US" sz="1600" b="1" i="1"/>
              <a:t>Use it as : </a:t>
            </a:r>
          </a:p>
          <a:p>
            <a:pPr algn="ctr"/>
            <a:endParaRPr lang="en-US" sz="1600" b="1" i="1"/>
          </a:p>
          <a:p>
            <a:pPr algn="ctr"/>
            <a:r>
              <a:rPr lang="en-US" sz="1600" b="1" i="1"/>
              <a:t>Ideas of large Project / Product goals or deliverables (at a long term level)</a:t>
            </a:r>
          </a:p>
        </p:txBody>
      </p:sp>
      <p:cxnSp>
        <p:nvCxnSpPr>
          <p:cNvPr id="221" name="Connecteur droit avec flèche 220">
            <a:extLst>
              <a:ext uri="{FF2B5EF4-FFF2-40B4-BE49-F238E27FC236}">
                <a16:creationId xmlns:a16="http://schemas.microsoft.com/office/drawing/2014/main" id="{49DB78B7-7239-4671-92FA-A3AF5433DF44}"/>
              </a:ext>
            </a:extLst>
          </p:cNvPr>
          <p:cNvCxnSpPr>
            <a:cxnSpLocks/>
          </p:cNvCxnSpPr>
          <p:nvPr/>
        </p:nvCxnSpPr>
        <p:spPr>
          <a:xfrm>
            <a:off x="9365077" y="3991618"/>
            <a:ext cx="566497" cy="9061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02932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05CEA-B376-4336-AAA7-38ABCF09E831}"/>
              </a:ext>
            </a:extLst>
          </p:cNvPr>
          <p:cNvSpPr>
            <a:spLocks noGrp="1"/>
          </p:cNvSpPr>
          <p:nvPr>
            <p:ph type="title"/>
          </p:nvPr>
        </p:nvSpPr>
        <p:spPr>
          <a:xfrm>
            <a:off x="838200" y="365125"/>
            <a:ext cx="10515600" cy="583553"/>
          </a:xfrm>
        </p:spPr>
        <p:txBody>
          <a:bodyPr>
            <a:noAutofit/>
          </a:bodyPr>
          <a:lstStyle/>
          <a:p>
            <a:r>
              <a:rPr lang="en-US" sz="3200" dirty="0"/>
              <a:t>Why US ?</a:t>
            </a:r>
            <a:br>
              <a:rPr lang="en-US" sz="3200" dirty="0"/>
            </a:br>
            <a:r>
              <a:rPr lang="en-US" sz="3200" dirty="0"/>
              <a:t>House of contribution (visual workshop version example)</a:t>
            </a:r>
          </a:p>
        </p:txBody>
      </p:sp>
      <p:grpSp>
        <p:nvGrpSpPr>
          <p:cNvPr id="4" name="Gruppo 3">
            <a:extLst>
              <a:ext uri="{FF2B5EF4-FFF2-40B4-BE49-F238E27FC236}">
                <a16:creationId xmlns:a16="http://schemas.microsoft.com/office/drawing/2014/main" id="{4543831E-BB91-F611-F00C-92B527B1214E}"/>
              </a:ext>
            </a:extLst>
          </p:cNvPr>
          <p:cNvGrpSpPr/>
          <p:nvPr/>
        </p:nvGrpSpPr>
        <p:grpSpPr>
          <a:xfrm>
            <a:off x="2843608" y="1361543"/>
            <a:ext cx="9186037" cy="4744333"/>
            <a:chOff x="93680" y="635445"/>
            <a:chExt cx="11884362" cy="6137943"/>
          </a:xfrm>
        </p:grpSpPr>
        <p:sp>
          <p:nvSpPr>
            <p:cNvPr id="48" name="ZoneTexte 47">
              <a:extLst>
                <a:ext uri="{FF2B5EF4-FFF2-40B4-BE49-F238E27FC236}">
                  <a16:creationId xmlns:a16="http://schemas.microsoft.com/office/drawing/2014/main" id="{3342C862-0507-44EC-BE7E-B1D8E38192A5}"/>
                </a:ext>
              </a:extLst>
            </p:cNvPr>
            <p:cNvSpPr txBox="1"/>
            <p:nvPr/>
          </p:nvSpPr>
          <p:spPr>
            <a:xfrm>
              <a:off x="355491" y="720357"/>
              <a:ext cx="4136283" cy="338554"/>
            </a:xfrm>
            <a:prstGeom prst="rect">
              <a:avLst/>
            </a:prstGeom>
            <a:noFill/>
          </p:spPr>
          <p:txBody>
            <a:bodyPr wrap="square">
              <a:spAutoFit/>
            </a:bodyPr>
            <a:lstStyle/>
            <a:p>
              <a:pPr algn="ctr"/>
              <a:r>
                <a:rPr lang="en-US" sz="1600" b="1" i="1" dirty="0"/>
                <a:t>What everyone can start bringing for the goal</a:t>
              </a:r>
            </a:p>
          </p:txBody>
        </p:sp>
        <p:sp>
          <p:nvSpPr>
            <p:cNvPr id="49" name="ZoneTexte 48">
              <a:extLst>
                <a:ext uri="{FF2B5EF4-FFF2-40B4-BE49-F238E27FC236}">
                  <a16:creationId xmlns:a16="http://schemas.microsoft.com/office/drawing/2014/main" id="{13C61C05-6FCE-4C2F-B888-2189F503860F}"/>
                </a:ext>
              </a:extLst>
            </p:cNvPr>
            <p:cNvSpPr txBox="1"/>
            <p:nvPr/>
          </p:nvSpPr>
          <p:spPr>
            <a:xfrm>
              <a:off x="5744951" y="710002"/>
              <a:ext cx="2258641" cy="584775"/>
            </a:xfrm>
            <a:prstGeom prst="rect">
              <a:avLst/>
            </a:prstGeom>
            <a:noFill/>
          </p:spPr>
          <p:txBody>
            <a:bodyPr wrap="square">
              <a:spAutoFit/>
            </a:bodyPr>
            <a:lstStyle/>
            <a:p>
              <a:pPr algn="ctr"/>
              <a:r>
                <a:rPr lang="en-US" sz="1600" b="1" i="1" dirty="0"/>
                <a:t>First Ideas of combined contributions</a:t>
              </a:r>
            </a:p>
          </p:txBody>
        </p:sp>
        <p:sp>
          <p:nvSpPr>
            <p:cNvPr id="52" name="ZoneTexte 51">
              <a:extLst>
                <a:ext uri="{FF2B5EF4-FFF2-40B4-BE49-F238E27FC236}">
                  <a16:creationId xmlns:a16="http://schemas.microsoft.com/office/drawing/2014/main" id="{F7A9D8FC-D848-4D9F-91E9-9318A289E46D}"/>
                </a:ext>
              </a:extLst>
            </p:cNvPr>
            <p:cNvSpPr txBox="1"/>
            <p:nvPr/>
          </p:nvSpPr>
          <p:spPr>
            <a:xfrm>
              <a:off x="9645634" y="635445"/>
              <a:ext cx="2258641" cy="830996"/>
            </a:xfrm>
            <a:prstGeom prst="rect">
              <a:avLst/>
            </a:prstGeom>
            <a:noFill/>
          </p:spPr>
          <p:txBody>
            <a:bodyPr wrap="square">
              <a:spAutoFit/>
            </a:bodyPr>
            <a:lstStyle/>
            <a:p>
              <a:pPr algn="ctr"/>
              <a:r>
                <a:rPr lang="en-US" sz="1600" b="1" i="1" dirty="0"/>
                <a:t>Successes that we could not reach as scattered individuals</a:t>
              </a:r>
            </a:p>
          </p:txBody>
        </p:sp>
        <p:grpSp>
          <p:nvGrpSpPr>
            <p:cNvPr id="55" name="Groupe 54">
              <a:extLst>
                <a:ext uri="{FF2B5EF4-FFF2-40B4-BE49-F238E27FC236}">
                  <a16:creationId xmlns:a16="http://schemas.microsoft.com/office/drawing/2014/main" id="{26EBE82C-A9CF-44DD-A535-F92283AA2649}"/>
                </a:ext>
              </a:extLst>
            </p:cNvPr>
            <p:cNvGrpSpPr/>
            <p:nvPr/>
          </p:nvGrpSpPr>
          <p:grpSpPr>
            <a:xfrm>
              <a:off x="2609577" y="1563591"/>
              <a:ext cx="1467257" cy="1169474"/>
              <a:chOff x="2609577" y="1563591"/>
              <a:chExt cx="1467257" cy="1169474"/>
            </a:xfrm>
          </p:grpSpPr>
          <p:grpSp>
            <p:nvGrpSpPr>
              <p:cNvPr id="42" name="Groupe 41">
                <a:extLst>
                  <a:ext uri="{FF2B5EF4-FFF2-40B4-BE49-F238E27FC236}">
                    <a16:creationId xmlns:a16="http://schemas.microsoft.com/office/drawing/2014/main" id="{355A2826-D35C-4355-8D6F-CA811352584A}"/>
                  </a:ext>
                </a:extLst>
              </p:cNvPr>
              <p:cNvGrpSpPr/>
              <p:nvPr/>
            </p:nvGrpSpPr>
            <p:grpSpPr>
              <a:xfrm>
                <a:off x="2609577" y="1563591"/>
                <a:ext cx="1412109" cy="1169474"/>
                <a:chOff x="2645545" y="3994190"/>
                <a:chExt cx="1412109" cy="1169474"/>
              </a:xfrm>
            </p:grpSpPr>
            <p:pic>
              <p:nvPicPr>
                <p:cNvPr id="43" name="Graphique 42" descr="Diable avec un remplissage uni">
                  <a:extLst>
                    <a:ext uri="{FF2B5EF4-FFF2-40B4-BE49-F238E27FC236}">
                      <a16:creationId xmlns:a16="http://schemas.microsoft.com/office/drawing/2014/main" id="{8244A6A4-C5E1-4062-A01E-7F8B5AD111CF}"/>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44" name="Graphique 43" descr="Base-ball avec un remplissage uni">
                  <a:extLst>
                    <a:ext uri="{FF2B5EF4-FFF2-40B4-BE49-F238E27FC236}">
                      <a16:creationId xmlns:a16="http://schemas.microsoft.com/office/drawing/2014/main" id="{5C12E74D-1A36-40E7-8099-519692F5218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45" name="Rectangle 44">
                  <a:extLst>
                    <a:ext uri="{FF2B5EF4-FFF2-40B4-BE49-F238E27FC236}">
                      <a16:creationId xmlns:a16="http://schemas.microsoft.com/office/drawing/2014/main" id="{1AFD5C9D-8C2F-4199-9991-CDDA10264D43}"/>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4" name="Graphique 53" descr="Boîte à archives avec un remplissage uni">
                <a:extLst>
                  <a:ext uri="{FF2B5EF4-FFF2-40B4-BE49-F238E27FC236}">
                    <a16:creationId xmlns:a16="http://schemas.microsoft.com/office/drawing/2014/main" id="{78459876-A327-48F8-A172-A2B68D6C0D81}"/>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86" name="Groupe 85">
              <a:extLst>
                <a:ext uri="{FF2B5EF4-FFF2-40B4-BE49-F238E27FC236}">
                  <a16:creationId xmlns:a16="http://schemas.microsoft.com/office/drawing/2014/main" id="{2866E67F-F311-4588-B703-8A697368E469}"/>
                </a:ext>
              </a:extLst>
            </p:cNvPr>
            <p:cNvGrpSpPr/>
            <p:nvPr/>
          </p:nvGrpSpPr>
          <p:grpSpPr>
            <a:xfrm>
              <a:off x="2547542" y="5603914"/>
              <a:ext cx="1467257" cy="1169474"/>
              <a:chOff x="2609577" y="1563591"/>
              <a:chExt cx="1467257" cy="1169474"/>
            </a:xfrm>
          </p:grpSpPr>
          <p:grpSp>
            <p:nvGrpSpPr>
              <p:cNvPr id="87" name="Groupe 86">
                <a:extLst>
                  <a:ext uri="{FF2B5EF4-FFF2-40B4-BE49-F238E27FC236}">
                    <a16:creationId xmlns:a16="http://schemas.microsoft.com/office/drawing/2014/main" id="{F451FCE1-F2B0-484F-A08F-2CB7D2FEC9EC}"/>
                  </a:ext>
                </a:extLst>
              </p:cNvPr>
              <p:cNvGrpSpPr/>
              <p:nvPr/>
            </p:nvGrpSpPr>
            <p:grpSpPr>
              <a:xfrm>
                <a:off x="2609577" y="1563591"/>
                <a:ext cx="1412109" cy="1169474"/>
                <a:chOff x="2645545" y="3994190"/>
                <a:chExt cx="1412109" cy="1169474"/>
              </a:xfrm>
            </p:grpSpPr>
            <p:pic>
              <p:nvPicPr>
                <p:cNvPr id="89" name="Graphique 88" descr="Diable avec un remplissage uni">
                  <a:extLst>
                    <a:ext uri="{FF2B5EF4-FFF2-40B4-BE49-F238E27FC236}">
                      <a16:creationId xmlns:a16="http://schemas.microsoft.com/office/drawing/2014/main" id="{9F087DA0-B39B-45CC-B709-2E92EC9B9C50}"/>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90" name="Graphique 89" descr="Base-ball avec un remplissage uni">
                  <a:extLst>
                    <a:ext uri="{FF2B5EF4-FFF2-40B4-BE49-F238E27FC236}">
                      <a16:creationId xmlns:a16="http://schemas.microsoft.com/office/drawing/2014/main" id="{E0377BB5-85CB-4162-B1DD-0EDAEE890DD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91" name="Rectangle 90">
                  <a:extLst>
                    <a:ext uri="{FF2B5EF4-FFF2-40B4-BE49-F238E27FC236}">
                      <a16:creationId xmlns:a16="http://schemas.microsoft.com/office/drawing/2014/main" id="{F7F87CA6-C82F-4A7C-810C-6966E88C7137}"/>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8" name="Graphique 87" descr="Boîte à archives avec un remplissage uni">
                <a:extLst>
                  <a:ext uri="{FF2B5EF4-FFF2-40B4-BE49-F238E27FC236}">
                    <a16:creationId xmlns:a16="http://schemas.microsoft.com/office/drawing/2014/main" id="{D1F7AED6-42D3-4C34-9625-A3D14E52FB40}"/>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106" name="Groupe 105">
              <a:extLst>
                <a:ext uri="{FF2B5EF4-FFF2-40B4-BE49-F238E27FC236}">
                  <a16:creationId xmlns:a16="http://schemas.microsoft.com/office/drawing/2014/main" id="{13B2CE95-C8C7-4A5C-92F1-EC2A4420DB71}"/>
                </a:ext>
              </a:extLst>
            </p:cNvPr>
            <p:cNvGrpSpPr/>
            <p:nvPr/>
          </p:nvGrpSpPr>
          <p:grpSpPr>
            <a:xfrm flipH="1">
              <a:off x="5818352" y="2836152"/>
              <a:ext cx="1093937" cy="1165158"/>
              <a:chOff x="1680627" y="1783722"/>
              <a:chExt cx="1331514" cy="1331514"/>
            </a:xfrm>
          </p:grpSpPr>
          <p:pic>
            <p:nvPicPr>
              <p:cNvPr id="179" name="Graphique 178" descr="Mur de briques en construction avec un remplissage uni">
                <a:extLst>
                  <a:ext uri="{FF2B5EF4-FFF2-40B4-BE49-F238E27FC236}">
                    <a16:creationId xmlns:a16="http://schemas.microsoft.com/office/drawing/2014/main" id="{13F6B018-6351-4C3D-852E-8A5F57E1A2E5}"/>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680627" y="1783722"/>
                <a:ext cx="1331514" cy="1331514"/>
              </a:xfrm>
              <a:prstGeom prst="rect">
                <a:avLst/>
              </a:prstGeom>
            </p:spPr>
          </p:pic>
          <p:sp>
            <p:nvSpPr>
              <p:cNvPr id="180" name="Rectangle 179">
                <a:extLst>
                  <a:ext uri="{FF2B5EF4-FFF2-40B4-BE49-F238E27FC236}">
                    <a16:creationId xmlns:a16="http://schemas.microsoft.com/office/drawing/2014/main" id="{20453177-74D5-4E14-8160-B24A3B16BED5}"/>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1" name="Rectangle 180">
                <a:extLst>
                  <a:ext uri="{FF2B5EF4-FFF2-40B4-BE49-F238E27FC236}">
                    <a16:creationId xmlns:a16="http://schemas.microsoft.com/office/drawing/2014/main" id="{608979AE-BCF6-4155-9BB1-95B5C1F1340E}"/>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2" name="Rectangle 181">
                <a:extLst>
                  <a:ext uri="{FF2B5EF4-FFF2-40B4-BE49-F238E27FC236}">
                    <a16:creationId xmlns:a16="http://schemas.microsoft.com/office/drawing/2014/main" id="{02C316F3-CA2B-4EA0-AF38-F8DAC5FBC24E}"/>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3" name="Rectangle 182">
                <a:extLst>
                  <a:ext uri="{FF2B5EF4-FFF2-40B4-BE49-F238E27FC236}">
                    <a16:creationId xmlns:a16="http://schemas.microsoft.com/office/drawing/2014/main" id="{BA80DE65-F676-4621-A539-AB4D35977169}"/>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4" name="Rectangle 183">
                <a:extLst>
                  <a:ext uri="{FF2B5EF4-FFF2-40B4-BE49-F238E27FC236}">
                    <a16:creationId xmlns:a16="http://schemas.microsoft.com/office/drawing/2014/main" id="{29BF593B-0BA1-4BDC-80A3-7FA615968603}"/>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5" name="Rectangle 184">
                <a:extLst>
                  <a:ext uri="{FF2B5EF4-FFF2-40B4-BE49-F238E27FC236}">
                    <a16:creationId xmlns:a16="http://schemas.microsoft.com/office/drawing/2014/main" id="{0D5BE12D-03C5-4DD0-BF71-89429BA75C97}"/>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6" name="Rectangle 185">
                <a:extLst>
                  <a:ext uri="{FF2B5EF4-FFF2-40B4-BE49-F238E27FC236}">
                    <a16:creationId xmlns:a16="http://schemas.microsoft.com/office/drawing/2014/main" id="{0681DF30-CC73-4F27-891A-7FD462F2AC37}"/>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7" name="Rectangle 186">
                <a:extLst>
                  <a:ext uri="{FF2B5EF4-FFF2-40B4-BE49-F238E27FC236}">
                    <a16:creationId xmlns:a16="http://schemas.microsoft.com/office/drawing/2014/main" id="{1EA142A9-06C7-46C4-9582-20D260698656}"/>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8" name="Rectangle 187">
                <a:extLst>
                  <a:ext uri="{FF2B5EF4-FFF2-40B4-BE49-F238E27FC236}">
                    <a16:creationId xmlns:a16="http://schemas.microsoft.com/office/drawing/2014/main" id="{244F9E9F-C7C5-4A31-9D4A-89EBDC670E72}"/>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9" name="Rectangle 188">
                <a:extLst>
                  <a:ext uri="{FF2B5EF4-FFF2-40B4-BE49-F238E27FC236}">
                    <a16:creationId xmlns:a16="http://schemas.microsoft.com/office/drawing/2014/main" id="{AB653C7E-B238-43C1-8F70-E3DA990C935B}"/>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0" name="Rectangle 189">
                <a:extLst>
                  <a:ext uri="{FF2B5EF4-FFF2-40B4-BE49-F238E27FC236}">
                    <a16:creationId xmlns:a16="http://schemas.microsoft.com/office/drawing/2014/main" id="{49030794-D3C4-4CEB-8EE3-A4746FE26978}"/>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1" name="Rectangle 190">
                <a:extLst>
                  <a:ext uri="{FF2B5EF4-FFF2-40B4-BE49-F238E27FC236}">
                    <a16:creationId xmlns:a16="http://schemas.microsoft.com/office/drawing/2014/main" id="{F8C415E8-93A8-4681-879B-8FFEF4578AD1}"/>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 name="Groupe 5">
              <a:extLst>
                <a:ext uri="{FF2B5EF4-FFF2-40B4-BE49-F238E27FC236}">
                  <a16:creationId xmlns:a16="http://schemas.microsoft.com/office/drawing/2014/main" id="{5FB41C06-1F54-4F63-8814-51F4614A43BD}"/>
                </a:ext>
              </a:extLst>
            </p:cNvPr>
            <p:cNvGrpSpPr/>
            <p:nvPr/>
          </p:nvGrpSpPr>
          <p:grpSpPr>
            <a:xfrm>
              <a:off x="796673" y="2005649"/>
              <a:ext cx="1383385" cy="1242096"/>
              <a:chOff x="5247267" y="8072371"/>
              <a:chExt cx="817082" cy="733631"/>
            </a:xfrm>
          </p:grpSpPr>
          <p:grpSp>
            <p:nvGrpSpPr>
              <p:cNvPr id="105" name="Groupe 104">
                <a:extLst>
                  <a:ext uri="{FF2B5EF4-FFF2-40B4-BE49-F238E27FC236}">
                    <a16:creationId xmlns:a16="http://schemas.microsoft.com/office/drawing/2014/main" id="{C0F240FA-5C73-4FB1-8941-6BE1105F18DB}"/>
                  </a:ext>
                </a:extLst>
              </p:cNvPr>
              <p:cNvGrpSpPr/>
              <p:nvPr/>
            </p:nvGrpSpPr>
            <p:grpSpPr>
              <a:xfrm>
                <a:off x="5247267" y="8117813"/>
                <a:ext cx="817082" cy="688189"/>
                <a:chOff x="3890963" y="2438774"/>
                <a:chExt cx="1085661" cy="914400"/>
              </a:xfrm>
            </p:grpSpPr>
            <p:pic>
              <p:nvPicPr>
                <p:cNvPr id="192" name="Graphique 191" descr="Culturiste avec un remplissage uni">
                  <a:extLst>
                    <a:ext uri="{FF2B5EF4-FFF2-40B4-BE49-F238E27FC236}">
                      <a16:creationId xmlns:a16="http://schemas.microsoft.com/office/drawing/2014/main" id="{76A45FC6-5C96-49A8-AC35-BC18F11D6CBB}"/>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3" name="Rectangle 192">
                  <a:extLst>
                    <a:ext uri="{FF2B5EF4-FFF2-40B4-BE49-F238E27FC236}">
                      <a16:creationId xmlns:a16="http://schemas.microsoft.com/office/drawing/2014/main" id="{CB8D01E4-F3DD-439C-927A-661004280E40}"/>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4" name="Rectangle 193">
                  <a:extLst>
                    <a:ext uri="{FF2B5EF4-FFF2-40B4-BE49-F238E27FC236}">
                      <a16:creationId xmlns:a16="http://schemas.microsoft.com/office/drawing/2014/main" id="{8232BE64-879E-4932-8F1C-EBC70379A39D}"/>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07" name="Rectangle 106">
                <a:extLst>
                  <a:ext uri="{FF2B5EF4-FFF2-40B4-BE49-F238E27FC236}">
                    <a16:creationId xmlns:a16="http://schemas.microsoft.com/office/drawing/2014/main" id="{9BF03B67-30A6-425A-9D7A-E2238247F21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09" name="Groupe 108">
              <a:extLst>
                <a:ext uri="{FF2B5EF4-FFF2-40B4-BE49-F238E27FC236}">
                  <a16:creationId xmlns:a16="http://schemas.microsoft.com/office/drawing/2014/main" id="{35A820B9-71C1-40B2-949A-BA546FD0C884}"/>
                </a:ext>
              </a:extLst>
            </p:cNvPr>
            <p:cNvGrpSpPr/>
            <p:nvPr/>
          </p:nvGrpSpPr>
          <p:grpSpPr>
            <a:xfrm flipH="1">
              <a:off x="482631" y="3516088"/>
              <a:ext cx="627050" cy="1144490"/>
              <a:chOff x="5134003" y="2196472"/>
              <a:chExt cx="563254" cy="1156702"/>
            </a:xfrm>
          </p:grpSpPr>
          <p:pic>
            <p:nvPicPr>
              <p:cNvPr id="175" name="Graphique 174" descr="Réussite du groupe avec un remplissage uni">
                <a:extLst>
                  <a:ext uri="{FF2B5EF4-FFF2-40B4-BE49-F238E27FC236}">
                    <a16:creationId xmlns:a16="http://schemas.microsoft.com/office/drawing/2014/main" id="{BE19C2B3-0721-44D3-8CD1-48D9E0F7C055}"/>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176" name="Rectangle 175">
                <a:extLst>
                  <a:ext uri="{FF2B5EF4-FFF2-40B4-BE49-F238E27FC236}">
                    <a16:creationId xmlns:a16="http://schemas.microsoft.com/office/drawing/2014/main" id="{FA4C0BA6-2A92-40FD-9077-52FC594CF4A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7" name="Groupe 6">
              <a:extLst>
                <a:ext uri="{FF2B5EF4-FFF2-40B4-BE49-F238E27FC236}">
                  <a16:creationId xmlns:a16="http://schemas.microsoft.com/office/drawing/2014/main" id="{36F23E62-E00E-4089-9506-DDF4061A25F6}"/>
                </a:ext>
              </a:extLst>
            </p:cNvPr>
            <p:cNvGrpSpPr/>
            <p:nvPr/>
          </p:nvGrpSpPr>
          <p:grpSpPr>
            <a:xfrm>
              <a:off x="9645634" y="2250443"/>
              <a:ext cx="2332408" cy="2332408"/>
              <a:chOff x="9835911" y="2807662"/>
              <a:chExt cx="1796250" cy="1796250"/>
            </a:xfrm>
          </p:grpSpPr>
          <p:pic>
            <p:nvPicPr>
              <p:cNvPr id="104" name="Graphique 103" descr="Cathédrale avec un remplissage uni">
                <a:extLst>
                  <a:ext uri="{FF2B5EF4-FFF2-40B4-BE49-F238E27FC236}">
                    <a16:creationId xmlns:a16="http://schemas.microsoft.com/office/drawing/2014/main" id="{E59C6277-AA1A-4489-91DF-5BA7B244261F}"/>
                  </a:ext>
                </a:extLst>
              </p:cNvPr>
              <p:cNvPicPr>
                <a:picLocks noChangeAspect="1"/>
              </p:cNvPicPr>
              <p:nvPr/>
            </p:nvPicPr>
            <p:blipFill>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835911" y="2807662"/>
                <a:ext cx="1796250" cy="1796250"/>
              </a:xfrm>
              <a:prstGeom prst="rect">
                <a:avLst/>
              </a:prstGeom>
            </p:spPr>
          </p:pic>
          <p:sp>
            <p:nvSpPr>
              <p:cNvPr id="113" name="Rectangle 112">
                <a:extLst>
                  <a:ext uri="{FF2B5EF4-FFF2-40B4-BE49-F238E27FC236}">
                    <a16:creationId xmlns:a16="http://schemas.microsoft.com/office/drawing/2014/main" id="{31970C2C-4382-4D6F-ADF6-471972759529}"/>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4" name="Rectangle 113">
                <a:extLst>
                  <a:ext uri="{FF2B5EF4-FFF2-40B4-BE49-F238E27FC236}">
                    <a16:creationId xmlns:a16="http://schemas.microsoft.com/office/drawing/2014/main" id="{D5D40D35-3B33-472C-BB36-27310377B46F}"/>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5" name="Rectangle 114">
                <a:extLst>
                  <a:ext uri="{FF2B5EF4-FFF2-40B4-BE49-F238E27FC236}">
                    <a16:creationId xmlns:a16="http://schemas.microsoft.com/office/drawing/2014/main" id="{0DF1613C-64EF-4B26-B600-36E33E288236}"/>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115">
                <a:extLst>
                  <a:ext uri="{FF2B5EF4-FFF2-40B4-BE49-F238E27FC236}">
                    <a16:creationId xmlns:a16="http://schemas.microsoft.com/office/drawing/2014/main" id="{DD222A77-3CAA-44FC-8012-A0B8E33C44DB}"/>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16">
                <a:extLst>
                  <a:ext uri="{FF2B5EF4-FFF2-40B4-BE49-F238E27FC236}">
                    <a16:creationId xmlns:a16="http://schemas.microsoft.com/office/drawing/2014/main" id="{0A42DEAE-71FB-4AC0-A235-6D8A7C681B98}"/>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8" name="Rectangle 117">
                <a:extLst>
                  <a:ext uri="{FF2B5EF4-FFF2-40B4-BE49-F238E27FC236}">
                    <a16:creationId xmlns:a16="http://schemas.microsoft.com/office/drawing/2014/main" id="{7E7C3645-4EB6-42D8-8D16-A4131BD9553A}"/>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118">
                <a:extLst>
                  <a:ext uri="{FF2B5EF4-FFF2-40B4-BE49-F238E27FC236}">
                    <a16:creationId xmlns:a16="http://schemas.microsoft.com/office/drawing/2014/main" id="{B2E68E23-64DB-4588-97BF-38D7F767E1B0}"/>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Rectangle 119">
                <a:extLst>
                  <a:ext uri="{FF2B5EF4-FFF2-40B4-BE49-F238E27FC236}">
                    <a16:creationId xmlns:a16="http://schemas.microsoft.com/office/drawing/2014/main" id="{C0E89C3C-47BB-4FA0-8A5A-42149CC65920}"/>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120">
                <a:extLst>
                  <a:ext uri="{FF2B5EF4-FFF2-40B4-BE49-F238E27FC236}">
                    <a16:creationId xmlns:a16="http://schemas.microsoft.com/office/drawing/2014/main" id="{609A3087-8282-4996-900F-0E7A07C3D6AE}"/>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Rectangle 121">
                <a:extLst>
                  <a:ext uri="{FF2B5EF4-FFF2-40B4-BE49-F238E27FC236}">
                    <a16:creationId xmlns:a16="http://schemas.microsoft.com/office/drawing/2014/main" id="{B19A238C-F0C2-4B75-8E5F-4F1F2916275A}"/>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122">
                <a:extLst>
                  <a:ext uri="{FF2B5EF4-FFF2-40B4-BE49-F238E27FC236}">
                    <a16:creationId xmlns:a16="http://schemas.microsoft.com/office/drawing/2014/main" id="{C2ADAAE2-FB7B-4FC2-907C-FFC0835BCD6D}"/>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Rectangle 123">
                <a:extLst>
                  <a:ext uri="{FF2B5EF4-FFF2-40B4-BE49-F238E27FC236}">
                    <a16:creationId xmlns:a16="http://schemas.microsoft.com/office/drawing/2014/main" id="{78EFB23D-18AD-4B60-9D20-CC94500410AB}"/>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124">
                <a:extLst>
                  <a:ext uri="{FF2B5EF4-FFF2-40B4-BE49-F238E27FC236}">
                    <a16:creationId xmlns:a16="http://schemas.microsoft.com/office/drawing/2014/main" id="{A1F4E50B-79C5-45CA-A04D-3B8F9282A53E}"/>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Rectangle 125">
                <a:extLst>
                  <a:ext uri="{FF2B5EF4-FFF2-40B4-BE49-F238E27FC236}">
                    <a16:creationId xmlns:a16="http://schemas.microsoft.com/office/drawing/2014/main" id="{A7227401-C246-4F70-8233-3B976B59A387}"/>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126">
                <a:extLst>
                  <a:ext uri="{FF2B5EF4-FFF2-40B4-BE49-F238E27FC236}">
                    <a16:creationId xmlns:a16="http://schemas.microsoft.com/office/drawing/2014/main" id="{D4A1FD11-27D7-4758-8443-A06B09B0075F}"/>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127">
                <a:extLst>
                  <a:ext uri="{FF2B5EF4-FFF2-40B4-BE49-F238E27FC236}">
                    <a16:creationId xmlns:a16="http://schemas.microsoft.com/office/drawing/2014/main" id="{D8CF8BBE-A434-41D8-A5A3-FB14CBABB85D}"/>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128">
                <a:extLst>
                  <a:ext uri="{FF2B5EF4-FFF2-40B4-BE49-F238E27FC236}">
                    <a16:creationId xmlns:a16="http://schemas.microsoft.com/office/drawing/2014/main" id="{567B45F6-BBAA-46C4-B84D-608C4E3EC488}"/>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0" name="Rectangle 129">
                <a:extLst>
                  <a:ext uri="{FF2B5EF4-FFF2-40B4-BE49-F238E27FC236}">
                    <a16:creationId xmlns:a16="http://schemas.microsoft.com/office/drawing/2014/main" id="{D2AB2C3A-CE3B-46BF-9284-48F1FA6115DE}"/>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1" name="Rectangle 130">
                <a:extLst>
                  <a:ext uri="{FF2B5EF4-FFF2-40B4-BE49-F238E27FC236}">
                    <a16:creationId xmlns:a16="http://schemas.microsoft.com/office/drawing/2014/main" id="{D2CF42FA-73FD-4459-8D46-409BFD7D4212}"/>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2" name="Rectangle 131">
                <a:extLst>
                  <a:ext uri="{FF2B5EF4-FFF2-40B4-BE49-F238E27FC236}">
                    <a16:creationId xmlns:a16="http://schemas.microsoft.com/office/drawing/2014/main" id="{85A890B8-0AA7-4032-923D-793C195C5CE1}"/>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3" name="Rectangle 132">
                <a:extLst>
                  <a:ext uri="{FF2B5EF4-FFF2-40B4-BE49-F238E27FC236}">
                    <a16:creationId xmlns:a16="http://schemas.microsoft.com/office/drawing/2014/main" id="{B68FCF4F-73A8-4C2F-8903-418DDF82F2BC}"/>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4" name="Rectangle 133">
                <a:extLst>
                  <a:ext uri="{FF2B5EF4-FFF2-40B4-BE49-F238E27FC236}">
                    <a16:creationId xmlns:a16="http://schemas.microsoft.com/office/drawing/2014/main" id="{F0D57C8D-6B6E-4732-AFDF-6244C7DA291F}"/>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134">
                <a:extLst>
                  <a:ext uri="{FF2B5EF4-FFF2-40B4-BE49-F238E27FC236}">
                    <a16:creationId xmlns:a16="http://schemas.microsoft.com/office/drawing/2014/main" id="{31642D44-DD6E-4219-98E8-12D56D81B76A}"/>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Rectangle 135">
                <a:extLst>
                  <a:ext uri="{FF2B5EF4-FFF2-40B4-BE49-F238E27FC236}">
                    <a16:creationId xmlns:a16="http://schemas.microsoft.com/office/drawing/2014/main" id="{3AEFD0B8-EC2D-4AC6-BB11-7415B9B0721F}"/>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Rectangle 136">
                <a:extLst>
                  <a:ext uri="{FF2B5EF4-FFF2-40B4-BE49-F238E27FC236}">
                    <a16:creationId xmlns:a16="http://schemas.microsoft.com/office/drawing/2014/main" id="{0EF8A19B-434C-42F6-B74E-A63EEFA632F3}"/>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Rectangle 137">
                <a:extLst>
                  <a:ext uri="{FF2B5EF4-FFF2-40B4-BE49-F238E27FC236}">
                    <a16:creationId xmlns:a16="http://schemas.microsoft.com/office/drawing/2014/main" id="{5F78E096-1BCA-4266-A5ED-81CB0F17F2D6}"/>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9" name="Rectangle 138">
                <a:extLst>
                  <a:ext uri="{FF2B5EF4-FFF2-40B4-BE49-F238E27FC236}">
                    <a16:creationId xmlns:a16="http://schemas.microsoft.com/office/drawing/2014/main" id="{55F7BFB3-E97C-4FC1-B2C6-051F488161C0}"/>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0" name="Rectangle 139">
                <a:extLst>
                  <a:ext uri="{FF2B5EF4-FFF2-40B4-BE49-F238E27FC236}">
                    <a16:creationId xmlns:a16="http://schemas.microsoft.com/office/drawing/2014/main" id="{DAFE8FEF-7E38-4DB4-9082-A1C7EEDDBE70}"/>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1" name="Rectangle 140">
                <a:extLst>
                  <a:ext uri="{FF2B5EF4-FFF2-40B4-BE49-F238E27FC236}">
                    <a16:creationId xmlns:a16="http://schemas.microsoft.com/office/drawing/2014/main" id="{B37D0C40-53C6-424E-8E04-059941C6C968}"/>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2" name="Rectangle 141">
                <a:extLst>
                  <a:ext uri="{FF2B5EF4-FFF2-40B4-BE49-F238E27FC236}">
                    <a16:creationId xmlns:a16="http://schemas.microsoft.com/office/drawing/2014/main" id="{4ED4F46F-4771-4F09-B696-AF22CD6311D7}"/>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3" name="Rectangle 142">
                <a:extLst>
                  <a:ext uri="{FF2B5EF4-FFF2-40B4-BE49-F238E27FC236}">
                    <a16:creationId xmlns:a16="http://schemas.microsoft.com/office/drawing/2014/main" id="{5E33E992-D7D9-4B63-BD88-5D1A2962B638}"/>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143">
                <a:extLst>
                  <a:ext uri="{FF2B5EF4-FFF2-40B4-BE49-F238E27FC236}">
                    <a16:creationId xmlns:a16="http://schemas.microsoft.com/office/drawing/2014/main" id="{629CB49E-8C2E-4F55-A412-731C7694AF8C}"/>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5" name="Rectangle 144">
                <a:extLst>
                  <a:ext uri="{FF2B5EF4-FFF2-40B4-BE49-F238E27FC236}">
                    <a16:creationId xmlns:a16="http://schemas.microsoft.com/office/drawing/2014/main" id="{757B551F-863B-47F7-BAC0-34BAADC98CAF}"/>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6" name="Rectangle 145">
                <a:extLst>
                  <a:ext uri="{FF2B5EF4-FFF2-40B4-BE49-F238E27FC236}">
                    <a16:creationId xmlns:a16="http://schemas.microsoft.com/office/drawing/2014/main" id="{2052CDD7-3222-4885-AB3B-A204ECE1D02D}"/>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7" name="Rectangle 146">
                <a:extLst>
                  <a:ext uri="{FF2B5EF4-FFF2-40B4-BE49-F238E27FC236}">
                    <a16:creationId xmlns:a16="http://schemas.microsoft.com/office/drawing/2014/main" id="{37956E86-A3B8-485F-A01D-2D7E47471539}"/>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8" name="Rectangle 147">
                <a:extLst>
                  <a:ext uri="{FF2B5EF4-FFF2-40B4-BE49-F238E27FC236}">
                    <a16:creationId xmlns:a16="http://schemas.microsoft.com/office/drawing/2014/main" id="{EC20EC68-CA18-401A-81A1-AA7D128BE33E}"/>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9" name="Rectangle 148">
                <a:extLst>
                  <a:ext uri="{FF2B5EF4-FFF2-40B4-BE49-F238E27FC236}">
                    <a16:creationId xmlns:a16="http://schemas.microsoft.com/office/drawing/2014/main" id="{DB995F29-816A-4234-9DBB-7ABA7501AB1D}"/>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0" name="Rectangle 149">
                <a:extLst>
                  <a:ext uri="{FF2B5EF4-FFF2-40B4-BE49-F238E27FC236}">
                    <a16:creationId xmlns:a16="http://schemas.microsoft.com/office/drawing/2014/main" id="{62EF13DB-A7F4-4596-84C8-46D83BAED6DC}"/>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Rectangle 150">
                <a:extLst>
                  <a:ext uri="{FF2B5EF4-FFF2-40B4-BE49-F238E27FC236}">
                    <a16:creationId xmlns:a16="http://schemas.microsoft.com/office/drawing/2014/main" id="{1E4640AC-DC03-4CB7-B5C9-ABE31A2A09D0}"/>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2" name="Rectangle 151">
                <a:extLst>
                  <a:ext uri="{FF2B5EF4-FFF2-40B4-BE49-F238E27FC236}">
                    <a16:creationId xmlns:a16="http://schemas.microsoft.com/office/drawing/2014/main" id="{32626AC5-B3D7-424D-A014-FD699C3FE5B1}"/>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Rectangle 152">
                <a:extLst>
                  <a:ext uri="{FF2B5EF4-FFF2-40B4-BE49-F238E27FC236}">
                    <a16:creationId xmlns:a16="http://schemas.microsoft.com/office/drawing/2014/main" id="{1B1B0FF3-5B8A-47F8-A0F9-B83350A4B0BB}"/>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4" name="Rectangle 153">
                <a:extLst>
                  <a:ext uri="{FF2B5EF4-FFF2-40B4-BE49-F238E27FC236}">
                    <a16:creationId xmlns:a16="http://schemas.microsoft.com/office/drawing/2014/main" id="{02191479-99DB-4E96-9714-ECB6235F11A8}"/>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5" name="Rectangle 154">
                <a:extLst>
                  <a:ext uri="{FF2B5EF4-FFF2-40B4-BE49-F238E27FC236}">
                    <a16:creationId xmlns:a16="http://schemas.microsoft.com/office/drawing/2014/main" id="{048E7B28-A528-403F-98ED-B95E8A919AB5}"/>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6" name="Rectangle 155">
                <a:extLst>
                  <a:ext uri="{FF2B5EF4-FFF2-40B4-BE49-F238E27FC236}">
                    <a16:creationId xmlns:a16="http://schemas.microsoft.com/office/drawing/2014/main" id="{D7A6A081-56AA-499A-8BC9-E18C8B413A39}"/>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7" name="Rectangle 156">
                <a:extLst>
                  <a:ext uri="{FF2B5EF4-FFF2-40B4-BE49-F238E27FC236}">
                    <a16:creationId xmlns:a16="http://schemas.microsoft.com/office/drawing/2014/main" id="{4F231F0F-A33D-4E87-9D2B-3BF68009A99D}"/>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8" name="Rectangle 157">
                <a:extLst>
                  <a:ext uri="{FF2B5EF4-FFF2-40B4-BE49-F238E27FC236}">
                    <a16:creationId xmlns:a16="http://schemas.microsoft.com/office/drawing/2014/main" id="{12AD0196-E4B3-448D-9E50-2EFD8806B691}"/>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9" name="Rectangle 158">
                <a:extLst>
                  <a:ext uri="{FF2B5EF4-FFF2-40B4-BE49-F238E27FC236}">
                    <a16:creationId xmlns:a16="http://schemas.microsoft.com/office/drawing/2014/main" id="{DE3B190F-4879-4013-967B-19F696ECCF7C}"/>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0" name="Rectangle 159">
                <a:extLst>
                  <a:ext uri="{FF2B5EF4-FFF2-40B4-BE49-F238E27FC236}">
                    <a16:creationId xmlns:a16="http://schemas.microsoft.com/office/drawing/2014/main" id="{E581297B-DB9C-4165-A5C2-1F94C8EC59DB}"/>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1" name="Rectangle 160">
                <a:extLst>
                  <a:ext uri="{FF2B5EF4-FFF2-40B4-BE49-F238E27FC236}">
                    <a16:creationId xmlns:a16="http://schemas.microsoft.com/office/drawing/2014/main" id="{A480F958-6414-4B6F-9A69-12DADD839CE8}"/>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2" name="Rectangle 161">
                <a:extLst>
                  <a:ext uri="{FF2B5EF4-FFF2-40B4-BE49-F238E27FC236}">
                    <a16:creationId xmlns:a16="http://schemas.microsoft.com/office/drawing/2014/main" id="{2B4DDC10-9BF6-4B3A-9820-B5C6C91FCED9}"/>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3" name="Rectangle 162">
                <a:extLst>
                  <a:ext uri="{FF2B5EF4-FFF2-40B4-BE49-F238E27FC236}">
                    <a16:creationId xmlns:a16="http://schemas.microsoft.com/office/drawing/2014/main" id="{A40418D4-A0CC-4146-BD30-95CDF1AD8958}"/>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4" name="Rectangle 163">
                <a:extLst>
                  <a:ext uri="{FF2B5EF4-FFF2-40B4-BE49-F238E27FC236}">
                    <a16:creationId xmlns:a16="http://schemas.microsoft.com/office/drawing/2014/main" id="{9948AFD8-F25B-4AD5-AF67-E54303BFAA51}"/>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5" name="Rectangle 164">
                <a:extLst>
                  <a:ext uri="{FF2B5EF4-FFF2-40B4-BE49-F238E27FC236}">
                    <a16:creationId xmlns:a16="http://schemas.microsoft.com/office/drawing/2014/main" id="{00E465FE-90B8-4505-BCCA-9D33E27EF255}"/>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6" name="Rectangle 165">
                <a:extLst>
                  <a:ext uri="{FF2B5EF4-FFF2-40B4-BE49-F238E27FC236}">
                    <a16:creationId xmlns:a16="http://schemas.microsoft.com/office/drawing/2014/main" id="{8931AC8B-654B-4C90-8E40-B284E1CAD3AF}"/>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7" name="Rectangle 166">
                <a:extLst>
                  <a:ext uri="{FF2B5EF4-FFF2-40B4-BE49-F238E27FC236}">
                    <a16:creationId xmlns:a16="http://schemas.microsoft.com/office/drawing/2014/main" id="{69A8E121-0537-4086-BE81-F6175F23F929}"/>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8" name="Rectangle 167">
                <a:extLst>
                  <a:ext uri="{FF2B5EF4-FFF2-40B4-BE49-F238E27FC236}">
                    <a16:creationId xmlns:a16="http://schemas.microsoft.com/office/drawing/2014/main" id="{275B4E6F-2F8B-4325-8F52-D884C0FB346C}"/>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9" name="Rectangle 168">
                <a:extLst>
                  <a:ext uri="{FF2B5EF4-FFF2-40B4-BE49-F238E27FC236}">
                    <a16:creationId xmlns:a16="http://schemas.microsoft.com/office/drawing/2014/main" id="{5EA3F49E-7CE3-4EB8-B86D-E27C3E719152}"/>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0" name="Rectangle 169">
                <a:extLst>
                  <a:ext uri="{FF2B5EF4-FFF2-40B4-BE49-F238E27FC236}">
                    <a16:creationId xmlns:a16="http://schemas.microsoft.com/office/drawing/2014/main" id="{B28906DF-32BE-46B7-BDA6-7203BF825619}"/>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1" name="Rectangle 170">
                <a:extLst>
                  <a:ext uri="{FF2B5EF4-FFF2-40B4-BE49-F238E27FC236}">
                    <a16:creationId xmlns:a16="http://schemas.microsoft.com/office/drawing/2014/main" id="{131CF3C7-AAFB-4489-B09C-1D9AAD112044}"/>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2" name="Rectangle 171">
                <a:extLst>
                  <a:ext uri="{FF2B5EF4-FFF2-40B4-BE49-F238E27FC236}">
                    <a16:creationId xmlns:a16="http://schemas.microsoft.com/office/drawing/2014/main" id="{B448FAA0-5785-4F8D-8AA5-CE2F4522E799}"/>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3" name="Rectangle 172">
                <a:extLst>
                  <a:ext uri="{FF2B5EF4-FFF2-40B4-BE49-F238E27FC236}">
                    <a16:creationId xmlns:a16="http://schemas.microsoft.com/office/drawing/2014/main" id="{03A6A3FB-2F87-4C6F-89FC-DDEF96CAD85D}"/>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4" name="Rectangle 173">
                <a:extLst>
                  <a:ext uri="{FF2B5EF4-FFF2-40B4-BE49-F238E27FC236}">
                    <a16:creationId xmlns:a16="http://schemas.microsoft.com/office/drawing/2014/main" id="{1638A7E7-900B-4755-A4E8-B7A678004DE2}"/>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95" name="Groupe 194">
              <a:extLst>
                <a:ext uri="{FF2B5EF4-FFF2-40B4-BE49-F238E27FC236}">
                  <a16:creationId xmlns:a16="http://schemas.microsoft.com/office/drawing/2014/main" id="{4E1CCD66-BD6E-44D5-8754-3F78CF91EE84}"/>
                </a:ext>
              </a:extLst>
            </p:cNvPr>
            <p:cNvGrpSpPr/>
            <p:nvPr/>
          </p:nvGrpSpPr>
          <p:grpSpPr>
            <a:xfrm>
              <a:off x="1624159" y="4201734"/>
              <a:ext cx="1383385" cy="1242096"/>
              <a:chOff x="5247267" y="8072371"/>
              <a:chExt cx="817082" cy="733631"/>
            </a:xfrm>
          </p:grpSpPr>
          <p:grpSp>
            <p:nvGrpSpPr>
              <p:cNvPr id="196" name="Groupe 195">
                <a:extLst>
                  <a:ext uri="{FF2B5EF4-FFF2-40B4-BE49-F238E27FC236}">
                    <a16:creationId xmlns:a16="http://schemas.microsoft.com/office/drawing/2014/main" id="{98ADEBB3-869F-4DF0-9E84-CB3CEA5A7DE3}"/>
                  </a:ext>
                </a:extLst>
              </p:cNvPr>
              <p:cNvGrpSpPr/>
              <p:nvPr/>
            </p:nvGrpSpPr>
            <p:grpSpPr>
              <a:xfrm>
                <a:off x="5247267" y="8117813"/>
                <a:ext cx="817082" cy="688189"/>
                <a:chOff x="3890963" y="2438774"/>
                <a:chExt cx="1085661" cy="914400"/>
              </a:xfrm>
            </p:grpSpPr>
            <p:pic>
              <p:nvPicPr>
                <p:cNvPr id="198" name="Graphique 197" descr="Culturiste avec un remplissage uni">
                  <a:extLst>
                    <a:ext uri="{FF2B5EF4-FFF2-40B4-BE49-F238E27FC236}">
                      <a16:creationId xmlns:a16="http://schemas.microsoft.com/office/drawing/2014/main" id="{AC7B218B-262F-409C-B9EB-C90FB52588D6}"/>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99" name="Rectangle 198">
                  <a:extLst>
                    <a:ext uri="{FF2B5EF4-FFF2-40B4-BE49-F238E27FC236}">
                      <a16:creationId xmlns:a16="http://schemas.microsoft.com/office/drawing/2014/main" id="{B5FDC8FE-C73E-409E-BAED-AA5F4566E30C}"/>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0" name="Rectangle 199">
                  <a:extLst>
                    <a:ext uri="{FF2B5EF4-FFF2-40B4-BE49-F238E27FC236}">
                      <a16:creationId xmlns:a16="http://schemas.microsoft.com/office/drawing/2014/main" id="{118BDBAE-CAD8-437A-B143-72E96592EE25}"/>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97" name="Rectangle 196">
                <a:extLst>
                  <a:ext uri="{FF2B5EF4-FFF2-40B4-BE49-F238E27FC236}">
                    <a16:creationId xmlns:a16="http://schemas.microsoft.com/office/drawing/2014/main" id="{01AFD1CB-4387-4339-ABD7-CDEAFF91FC77}"/>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1" name="Groupe 200">
              <a:extLst>
                <a:ext uri="{FF2B5EF4-FFF2-40B4-BE49-F238E27FC236}">
                  <a16:creationId xmlns:a16="http://schemas.microsoft.com/office/drawing/2014/main" id="{7853BF78-AA9F-461F-B621-B7EFE53AFBFA}"/>
                </a:ext>
              </a:extLst>
            </p:cNvPr>
            <p:cNvGrpSpPr/>
            <p:nvPr/>
          </p:nvGrpSpPr>
          <p:grpSpPr>
            <a:xfrm flipH="1">
              <a:off x="413196" y="5311500"/>
              <a:ext cx="635480" cy="1274252"/>
              <a:chOff x="5134003" y="2196472"/>
              <a:chExt cx="563254" cy="1156702"/>
            </a:xfrm>
          </p:grpSpPr>
          <p:pic>
            <p:nvPicPr>
              <p:cNvPr id="202" name="Graphique 201" descr="Réussite du groupe avec un remplissage uni">
                <a:extLst>
                  <a:ext uri="{FF2B5EF4-FFF2-40B4-BE49-F238E27FC236}">
                    <a16:creationId xmlns:a16="http://schemas.microsoft.com/office/drawing/2014/main" id="{DB737901-907F-4ED9-B81C-24BCBF005158}"/>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3" name="Rectangle 202">
                <a:extLst>
                  <a:ext uri="{FF2B5EF4-FFF2-40B4-BE49-F238E27FC236}">
                    <a16:creationId xmlns:a16="http://schemas.microsoft.com/office/drawing/2014/main" id="{3D35CB96-3794-4B3B-A7DB-5861F45A8F9E}"/>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4" name="Groupe 203">
              <a:extLst>
                <a:ext uri="{FF2B5EF4-FFF2-40B4-BE49-F238E27FC236}">
                  <a16:creationId xmlns:a16="http://schemas.microsoft.com/office/drawing/2014/main" id="{64C304F4-7F94-4FD2-BC45-B7945319CAB8}"/>
                </a:ext>
              </a:extLst>
            </p:cNvPr>
            <p:cNvGrpSpPr/>
            <p:nvPr/>
          </p:nvGrpSpPr>
          <p:grpSpPr>
            <a:xfrm flipH="1">
              <a:off x="3424466" y="3197940"/>
              <a:ext cx="544643" cy="1109212"/>
              <a:chOff x="5134003" y="2196472"/>
              <a:chExt cx="563254" cy="1156702"/>
            </a:xfrm>
          </p:grpSpPr>
          <p:pic>
            <p:nvPicPr>
              <p:cNvPr id="205" name="Graphique 204" descr="Réussite du groupe avec un remplissage uni">
                <a:extLst>
                  <a:ext uri="{FF2B5EF4-FFF2-40B4-BE49-F238E27FC236}">
                    <a16:creationId xmlns:a16="http://schemas.microsoft.com/office/drawing/2014/main" id="{B45A7477-1594-4A43-A8DC-C7551975CD56}"/>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206" name="Rectangle 205">
                <a:extLst>
                  <a:ext uri="{FF2B5EF4-FFF2-40B4-BE49-F238E27FC236}">
                    <a16:creationId xmlns:a16="http://schemas.microsoft.com/office/drawing/2014/main" id="{4666D706-FB2B-426F-8DB0-1FB75CA41269}"/>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9" name="Graphique 8" descr="Mur de briques en construction avec un remplissage uni">
              <a:extLst>
                <a:ext uri="{FF2B5EF4-FFF2-40B4-BE49-F238E27FC236}">
                  <a16:creationId xmlns:a16="http://schemas.microsoft.com/office/drawing/2014/main" id="{3F30A76B-3311-4246-99E5-7DF4D9975A4E}"/>
                </a:ext>
              </a:extLst>
            </p:cNvPr>
            <p:cNvPicPr>
              <a:picLocks noChangeAspect="1"/>
            </p:cNvPicPr>
            <p:nvPr/>
          </p:nvPicPr>
          <p:blipFill>
            <a:blip r:embed="rId16">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flipH="1">
              <a:off x="8063386" y="2977178"/>
              <a:ext cx="993712" cy="1005521"/>
            </a:xfrm>
            <a:prstGeom prst="rect">
              <a:avLst/>
            </a:prstGeom>
          </p:spPr>
        </p:pic>
        <p:pic>
          <p:nvPicPr>
            <p:cNvPr id="249" name="Graphique 248" descr="Mur de briques en construction avec un remplissage uni">
              <a:extLst>
                <a:ext uri="{FF2B5EF4-FFF2-40B4-BE49-F238E27FC236}">
                  <a16:creationId xmlns:a16="http://schemas.microsoft.com/office/drawing/2014/main" id="{2609CF9A-449F-4A80-AC18-FC15FC76B1A2}"/>
                </a:ext>
              </a:extLst>
            </p:cNvPr>
            <p:cNvPicPr>
              <a:picLocks noChangeAspect="1"/>
            </p:cNvPicPr>
            <p:nvPr/>
          </p:nvPicPr>
          <p:blipFill>
            <a:blip r:embed="rId18">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flipH="1">
              <a:off x="5521144" y="5400385"/>
              <a:ext cx="993712" cy="1005521"/>
            </a:xfrm>
            <a:prstGeom prst="rect">
              <a:avLst/>
            </a:prstGeom>
          </p:spPr>
        </p:pic>
        <p:sp>
          <p:nvSpPr>
            <p:cNvPr id="3" name="Rectangle 2">
              <a:extLst>
                <a:ext uri="{FF2B5EF4-FFF2-40B4-BE49-F238E27FC236}">
                  <a16:creationId xmlns:a16="http://schemas.microsoft.com/office/drawing/2014/main" id="{DAC39AE7-8D07-4B89-B94B-02543B7C6B8D}"/>
                </a:ext>
              </a:extLst>
            </p:cNvPr>
            <p:cNvSpPr/>
            <p:nvPr/>
          </p:nvSpPr>
          <p:spPr>
            <a:xfrm>
              <a:off x="93680" y="2122319"/>
              <a:ext cx="1182126"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Alice</a:t>
              </a:r>
            </a:p>
            <a:p>
              <a:pPr algn="ctr"/>
              <a:r>
                <a:rPr lang="en-US" sz="1200" dirty="0">
                  <a:solidFill>
                    <a:schemeClr val="tx1"/>
                  </a:solidFill>
                </a:rPr>
                <a:t>Knows suppliers</a:t>
              </a:r>
            </a:p>
          </p:txBody>
        </p:sp>
        <p:sp>
          <p:nvSpPr>
            <p:cNvPr id="177" name="Rectangle 176">
              <a:extLst>
                <a:ext uri="{FF2B5EF4-FFF2-40B4-BE49-F238E27FC236}">
                  <a16:creationId xmlns:a16="http://schemas.microsoft.com/office/drawing/2014/main" id="{31F9CEDF-D8EF-4782-97B7-F3EEF165730E}"/>
                </a:ext>
              </a:extLst>
            </p:cNvPr>
            <p:cNvSpPr/>
            <p:nvPr/>
          </p:nvSpPr>
          <p:spPr>
            <a:xfrm>
              <a:off x="751955" y="3640946"/>
              <a:ext cx="1109540"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Bob</a:t>
              </a:r>
            </a:p>
            <a:p>
              <a:pPr algn="ctr"/>
              <a:r>
                <a:rPr lang="en-US" sz="1200" dirty="0">
                  <a:solidFill>
                    <a:schemeClr val="tx1"/>
                  </a:solidFill>
                </a:rPr>
                <a:t>Can code anything</a:t>
              </a:r>
            </a:p>
          </p:txBody>
        </p:sp>
        <p:sp>
          <p:nvSpPr>
            <p:cNvPr id="178" name="Rectangle 177">
              <a:extLst>
                <a:ext uri="{FF2B5EF4-FFF2-40B4-BE49-F238E27FC236}">
                  <a16:creationId xmlns:a16="http://schemas.microsoft.com/office/drawing/2014/main" id="{8AD1742C-C5FB-47CD-975F-CB300E338372}"/>
                </a:ext>
              </a:extLst>
            </p:cNvPr>
            <p:cNvSpPr/>
            <p:nvPr/>
          </p:nvSpPr>
          <p:spPr>
            <a:xfrm>
              <a:off x="3758548" y="5742488"/>
              <a:ext cx="1354592"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Gillian </a:t>
              </a:r>
            </a:p>
            <a:p>
              <a:pPr algn="ctr"/>
              <a:r>
                <a:rPr lang="en-US" sz="1200" dirty="0">
                  <a:solidFill>
                    <a:schemeClr val="tx1"/>
                  </a:solidFill>
                </a:rPr>
                <a:t>Knows the city by heart</a:t>
              </a:r>
            </a:p>
          </p:txBody>
        </p:sp>
        <p:sp>
          <p:nvSpPr>
            <p:cNvPr id="207" name="Rectangle 206">
              <a:extLst>
                <a:ext uri="{FF2B5EF4-FFF2-40B4-BE49-F238E27FC236}">
                  <a16:creationId xmlns:a16="http://schemas.microsoft.com/office/drawing/2014/main" id="{42D8A1BE-2C54-431C-84AF-5FBA7C86CDEE}"/>
                </a:ext>
              </a:extLst>
            </p:cNvPr>
            <p:cNvSpPr/>
            <p:nvPr/>
          </p:nvSpPr>
          <p:spPr>
            <a:xfrm>
              <a:off x="4009150" y="1979981"/>
              <a:ext cx="1313307"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Charlie</a:t>
              </a:r>
            </a:p>
            <a:p>
              <a:pPr algn="ctr"/>
              <a:r>
                <a:rPr lang="en-US" sz="1200" dirty="0">
                  <a:solidFill>
                    <a:schemeClr val="tx1"/>
                  </a:solidFill>
                </a:rPr>
                <a:t>Has past waiter experience</a:t>
              </a:r>
            </a:p>
          </p:txBody>
        </p:sp>
        <p:sp>
          <p:nvSpPr>
            <p:cNvPr id="208" name="Rectangle 207">
              <a:extLst>
                <a:ext uri="{FF2B5EF4-FFF2-40B4-BE49-F238E27FC236}">
                  <a16:creationId xmlns:a16="http://schemas.microsoft.com/office/drawing/2014/main" id="{09659EE9-A2EB-4057-97BF-DB43C643D569}"/>
                </a:ext>
              </a:extLst>
            </p:cNvPr>
            <p:cNvSpPr/>
            <p:nvPr/>
          </p:nvSpPr>
          <p:spPr>
            <a:xfrm>
              <a:off x="2609577" y="4567791"/>
              <a:ext cx="1165157"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Evelyn</a:t>
              </a:r>
            </a:p>
            <a:p>
              <a:pPr algn="ctr"/>
              <a:r>
                <a:rPr lang="en-US" sz="1200" dirty="0">
                  <a:solidFill>
                    <a:schemeClr val="tx1"/>
                  </a:solidFill>
                </a:rPr>
                <a:t>Has a large room</a:t>
              </a:r>
            </a:p>
          </p:txBody>
        </p:sp>
        <p:sp>
          <p:nvSpPr>
            <p:cNvPr id="209" name="Rectangle 208">
              <a:extLst>
                <a:ext uri="{FF2B5EF4-FFF2-40B4-BE49-F238E27FC236}">
                  <a16:creationId xmlns:a16="http://schemas.microsoft.com/office/drawing/2014/main" id="{22EEBFCD-556E-49BE-9651-FBA1B383430D}"/>
                </a:ext>
              </a:extLst>
            </p:cNvPr>
            <p:cNvSpPr/>
            <p:nvPr/>
          </p:nvSpPr>
          <p:spPr>
            <a:xfrm>
              <a:off x="3733077" y="3482571"/>
              <a:ext cx="1630405"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Dick</a:t>
              </a:r>
            </a:p>
            <a:p>
              <a:pPr algn="ctr"/>
              <a:r>
                <a:rPr lang="en-US" sz="1200" dirty="0">
                  <a:solidFill>
                    <a:schemeClr val="tx1"/>
                  </a:solidFill>
                </a:rPr>
                <a:t>Can sing, dance, entertain</a:t>
              </a:r>
            </a:p>
          </p:txBody>
        </p:sp>
        <p:sp>
          <p:nvSpPr>
            <p:cNvPr id="210" name="Rectangle 209">
              <a:extLst>
                <a:ext uri="{FF2B5EF4-FFF2-40B4-BE49-F238E27FC236}">
                  <a16:creationId xmlns:a16="http://schemas.microsoft.com/office/drawing/2014/main" id="{0872E8F9-F38F-4088-8B92-0156D96DB2E5}"/>
                </a:ext>
              </a:extLst>
            </p:cNvPr>
            <p:cNvSpPr/>
            <p:nvPr/>
          </p:nvSpPr>
          <p:spPr>
            <a:xfrm>
              <a:off x="448441" y="5661932"/>
              <a:ext cx="1628572" cy="84451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Friedrich</a:t>
              </a:r>
            </a:p>
            <a:p>
              <a:pPr algn="ctr"/>
              <a:r>
                <a:rPr lang="en-US" sz="1200" dirty="0">
                  <a:solidFill>
                    <a:schemeClr val="tx1"/>
                  </a:solidFill>
                </a:rPr>
                <a:t>Can borrow a large amount of money</a:t>
              </a:r>
            </a:p>
          </p:txBody>
        </p:sp>
        <p:sp>
          <p:nvSpPr>
            <p:cNvPr id="211" name="Rectangle 210">
              <a:extLst>
                <a:ext uri="{FF2B5EF4-FFF2-40B4-BE49-F238E27FC236}">
                  <a16:creationId xmlns:a16="http://schemas.microsoft.com/office/drawing/2014/main" id="{437B9EBE-7769-48D0-9F48-59E434EE106D}"/>
                </a:ext>
              </a:extLst>
            </p:cNvPr>
            <p:cNvSpPr/>
            <p:nvPr/>
          </p:nvSpPr>
          <p:spPr>
            <a:xfrm>
              <a:off x="6248099" y="5341925"/>
              <a:ext cx="1982083" cy="76845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Charlie + Evelin</a:t>
              </a:r>
            </a:p>
            <a:p>
              <a:pPr algn="ctr"/>
              <a:r>
                <a:rPr lang="en-US" sz="1200" dirty="0">
                  <a:solidFill>
                    <a:schemeClr val="tx1"/>
                  </a:solidFill>
                </a:rPr>
                <a:t>Can start design the room</a:t>
              </a:r>
            </a:p>
          </p:txBody>
        </p:sp>
        <p:sp>
          <p:nvSpPr>
            <p:cNvPr id="213" name="Rectangle 212">
              <a:extLst>
                <a:ext uri="{FF2B5EF4-FFF2-40B4-BE49-F238E27FC236}">
                  <a16:creationId xmlns:a16="http://schemas.microsoft.com/office/drawing/2014/main" id="{6CF53418-11D4-4203-9204-51B74BC8A0AC}"/>
                </a:ext>
              </a:extLst>
            </p:cNvPr>
            <p:cNvSpPr/>
            <p:nvPr/>
          </p:nvSpPr>
          <p:spPr>
            <a:xfrm>
              <a:off x="9700338" y="4752374"/>
              <a:ext cx="2009974" cy="68524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Launch a full restaurant before the end of the year</a:t>
              </a:r>
            </a:p>
          </p:txBody>
        </p:sp>
        <p:sp>
          <p:nvSpPr>
            <p:cNvPr id="215" name="Rectangle 214">
              <a:extLst>
                <a:ext uri="{FF2B5EF4-FFF2-40B4-BE49-F238E27FC236}">
                  <a16:creationId xmlns:a16="http://schemas.microsoft.com/office/drawing/2014/main" id="{F216D036-3EB8-47ED-B406-23D25E6CDB25}"/>
                </a:ext>
              </a:extLst>
            </p:cNvPr>
            <p:cNvSpPr/>
            <p:nvPr/>
          </p:nvSpPr>
          <p:spPr>
            <a:xfrm>
              <a:off x="6336521" y="3475047"/>
              <a:ext cx="1752255" cy="969968"/>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Dick + Gillian </a:t>
              </a:r>
            </a:p>
            <a:p>
              <a:pPr algn="ctr"/>
              <a:r>
                <a:rPr lang="en-US" sz="1200" dirty="0">
                  <a:solidFill>
                    <a:schemeClr val="tx1"/>
                  </a:solidFill>
                </a:rPr>
                <a:t>Manage promotional campaign</a:t>
              </a:r>
            </a:p>
          </p:txBody>
        </p:sp>
        <p:sp>
          <p:nvSpPr>
            <p:cNvPr id="26" name="Rectangle 212">
              <a:extLst>
                <a:ext uri="{FF2B5EF4-FFF2-40B4-BE49-F238E27FC236}">
                  <a16:creationId xmlns:a16="http://schemas.microsoft.com/office/drawing/2014/main" id="{4D20B5DE-839F-043E-F730-2A35A1266B2D}"/>
                </a:ext>
              </a:extLst>
            </p:cNvPr>
            <p:cNvSpPr/>
            <p:nvPr/>
          </p:nvSpPr>
          <p:spPr>
            <a:xfrm>
              <a:off x="9806849" y="5713069"/>
              <a:ext cx="2009974" cy="94856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Imagine a truly different concept of restaurant for all stakeholders</a:t>
              </a:r>
            </a:p>
          </p:txBody>
        </p:sp>
      </p:grpSp>
      <p:sp>
        <p:nvSpPr>
          <p:cNvPr id="5" name="ZoneTexte 216">
            <a:extLst>
              <a:ext uri="{FF2B5EF4-FFF2-40B4-BE49-F238E27FC236}">
                <a16:creationId xmlns:a16="http://schemas.microsoft.com/office/drawing/2014/main" id="{F408D7FC-510B-4FCD-1775-29732D82C53A}"/>
              </a:ext>
            </a:extLst>
          </p:cNvPr>
          <p:cNvSpPr txBox="1"/>
          <p:nvPr/>
        </p:nvSpPr>
        <p:spPr>
          <a:xfrm>
            <a:off x="292289" y="2284441"/>
            <a:ext cx="1690675" cy="2308324"/>
          </a:xfrm>
          <a:prstGeom prst="rect">
            <a:avLst/>
          </a:prstGeom>
          <a:noFill/>
        </p:spPr>
        <p:txBody>
          <a:bodyPr wrap="square">
            <a:spAutoFit/>
          </a:bodyPr>
          <a:lstStyle/>
          <a:p>
            <a:r>
              <a:rPr lang="en-US" b="1" dirty="0">
                <a:solidFill>
                  <a:srgbClr val="333333"/>
                </a:solidFill>
                <a:effectLst/>
              </a:rPr>
              <a:t>Example</a:t>
            </a:r>
          </a:p>
          <a:p>
            <a:endParaRPr lang="en-US" b="1" dirty="0">
              <a:solidFill>
                <a:srgbClr val="333333"/>
              </a:solidFill>
            </a:endParaRPr>
          </a:p>
          <a:p>
            <a:r>
              <a:rPr lang="en-US" dirty="0">
                <a:solidFill>
                  <a:srgbClr val="333333"/>
                </a:solidFill>
              </a:rPr>
              <a:t>You are a product innovation team for a new type of restaurants </a:t>
            </a:r>
            <a:endParaRPr lang="en-US" dirty="0"/>
          </a:p>
        </p:txBody>
      </p:sp>
      <p:pic>
        <p:nvPicPr>
          <p:cNvPr id="10" name="Immagine 9" descr="Immagine che contiene cibo, piatto, parecchi&#10;&#10;Descrizione generata automaticamente">
            <a:extLst>
              <a:ext uri="{FF2B5EF4-FFF2-40B4-BE49-F238E27FC236}">
                <a16:creationId xmlns:a16="http://schemas.microsoft.com/office/drawing/2014/main" id="{F77FBD46-DB43-FF67-344F-E20BB4DF803D}"/>
              </a:ext>
            </a:extLst>
          </p:cNvPr>
          <p:cNvPicPr>
            <a:picLocks noChangeAspect="1"/>
          </p:cNvPicPr>
          <p:nvPr/>
        </p:nvPicPr>
        <p:blipFill>
          <a:blip r:embed="rId20" cstate="screen">
            <a:extLst>
              <a:ext uri="{28A0092B-C50C-407E-A947-70E740481C1C}">
                <a14:useLocalDpi xmlns:a14="http://schemas.microsoft.com/office/drawing/2010/main"/>
              </a:ext>
              <a:ext uri="{837473B0-CC2E-450A-ABE3-18F120FF3D39}">
                <a1611:picAttrSrcUrl xmlns:a1611="http://schemas.microsoft.com/office/drawing/2016/11/main" r:id="rId21"/>
              </a:ext>
            </a:extLst>
          </a:blip>
          <a:stretch>
            <a:fillRect/>
          </a:stretch>
        </p:blipFill>
        <p:spPr>
          <a:xfrm>
            <a:off x="381431" y="4679070"/>
            <a:ext cx="1185916" cy="788634"/>
          </a:xfrm>
          <a:prstGeom prst="rect">
            <a:avLst/>
          </a:prstGeom>
        </p:spPr>
      </p:pic>
      <p:cxnSp>
        <p:nvCxnSpPr>
          <p:cNvPr id="13" name="Connettore 2 12">
            <a:extLst>
              <a:ext uri="{FF2B5EF4-FFF2-40B4-BE49-F238E27FC236}">
                <a16:creationId xmlns:a16="http://schemas.microsoft.com/office/drawing/2014/main" id="{7A96914B-C78E-A636-5E94-D0711F21E45A}"/>
              </a:ext>
            </a:extLst>
          </p:cNvPr>
          <p:cNvCxnSpPr>
            <a:stCxn id="209" idx="3"/>
            <a:endCxn id="215" idx="1"/>
          </p:cNvCxnSpPr>
          <p:nvPr/>
        </p:nvCxnSpPr>
        <p:spPr>
          <a:xfrm>
            <a:off x="6916910" y="3888619"/>
            <a:ext cx="752112" cy="42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nettore 2 13">
            <a:extLst>
              <a:ext uri="{FF2B5EF4-FFF2-40B4-BE49-F238E27FC236}">
                <a16:creationId xmlns:a16="http://schemas.microsoft.com/office/drawing/2014/main" id="{692F35E6-20B2-B3D6-5189-2B6980932090}"/>
              </a:ext>
            </a:extLst>
          </p:cNvPr>
          <p:cNvCxnSpPr>
            <a:cxnSpLocks/>
            <a:stCxn id="178" idx="3"/>
            <a:endCxn id="215" idx="1"/>
          </p:cNvCxnSpPr>
          <p:nvPr/>
        </p:nvCxnSpPr>
        <p:spPr>
          <a:xfrm flipV="1">
            <a:off x="6723408" y="3931287"/>
            <a:ext cx="945614" cy="17041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ttore 2 16">
            <a:extLst>
              <a:ext uri="{FF2B5EF4-FFF2-40B4-BE49-F238E27FC236}">
                <a16:creationId xmlns:a16="http://schemas.microsoft.com/office/drawing/2014/main" id="{8609CAB8-F0A0-CA69-597E-68CF28FB122D}"/>
              </a:ext>
            </a:extLst>
          </p:cNvPr>
          <p:cNvCxnSpPr>
            <a:cxnSpLocks/>
            <a:stCxn id="208" idx="3"/>
            <a:endCxn id="211" idx="1"/>
          </p:cNvCxnSpPr>
          <p:nvPr/>
        </p:nvCxnSpPr>
        <p:spPr>
          <a:xfrm>
            <a:off x="5688885" y="4727441"/>
            <a:ext cx="1911791" cy="56897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ttore 2 20">
            <a:extLst>
              <a:ext uri="{FF2B5EF4-FFF2-40B4-BE49-F238E27FC236}">
                <a16:creationId xmlns:a16="http://schemas.microsoft.com/office/drawing/2014/main" id="{D4F7A97D-38AB-155F-B7FD-1F35347E659E}"/>
              </a:ext>
            </a:extLst>
          </p:cNvPr>
          <p:cNvCxnSpPr>
            <a:cxnSpLocks/>
            <a:stCxn id="207" idx="3"/>
          </p:cNvCxnSpPr>
          <p:nvPr/>
        </p:nvCxnSpPr>
        <p:spPr>
          <a:xfrm>
            <a:off x="6885200" y="2727189"/>
            <a:ext cx="687397" cy="250277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56549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79243726-82BA-3A75-5E48-950689BED291}"/>
              </a:ext>
            </a:extLst>
          </p:cNvPr>
          <p:cNvSpPr>
            <a:spLocks noGrp="1"/>
          </p:cNvSpPr>
          <p:nvPr>
            <p:ph type="title"/>
          </p:nvPr>
        </p:nvSpPr>
        <p:spPr/>
        <p:txBody>
          <a:bodyPr/>
          <a:lstStyle/>
          <a:p>
            <a:r>
              <a:rPr lang="en-US" dirty="0"/>
              <a:t>WHY NOW</a:t>
            </a:r>
          </a:p>
        </p:txBody>
      </p:sp>
      <p:sp>
        <p:nvSpPr>
          <p:cNvPr id="10" name="Segnaposto testo 9">
            <a:extLst>
              <a:ext uri="{FF2B5EF4-FFF2-40B4-BE49-F238E27FC236}">
                <a16:creationId xmlns:a16="http://schemas.microsoft.com/office/drawing/2014/main" id="{ED8FE550-07D6-0E8E-AFE5-3330474E4208}"/>
              </a:ext>
            </a:extLst>
          </p:cNvPr>
          <p:cNvSpPr>
            <a:spLocks noGrp="1"/>
          </p:cNvSpPr>
          <p:nvPr>
            <p:ph type="body" idx="1"/>
          </p:nvPr>
        </p:nvSpPr>
        <p:spPr/>
        <p:txBody>
          <a:bodyPr/>
          <a:lstStyle/>
          <a:p>
            <a:r>
              <a:rPr lang="en-US" dirty="0"/>
              <a:t>Timeline of Opportunity Canvas</a:t>
            </a:r>
          </a:p>
        </p:txBody>
      </p:sp>
      <p:grpSp>
        <p:nvGrpSpPr>
          <p:cNvPr id="2" name="Groupe 173">
            <a:extLst>
              <a:ext uri="{FF2B5EF4-FFF2-40B4-BE49-F238E27FC236}">
                <a16:creationId xmlns:a16="http://schemas.microsoft.com/office/drawing/2014/main" id="{A155E64B-2581-5E50-5C9B-09E7D8EDC7B9}"/>
              </a:ext>
            </a:extLst>
          </p:cNvPr>
          <p:cNvGrpSpPr/>
          <p:nvPr/>
        </p:nvGrpSpPr>
        <p:grpSpPr>
          <a:xfrm>
            <a:off x="6287654" y="2148840"/>
            <a:ext cx="4473276" cy="2182431"/>
            <a:chOff x="127000" y="915986"/>
            <a:chExt cx="12052300" cy="5880100"/>
          </a:xfrm>
        </p:grpSpPr>
        <p:sp>
          <p:nvSpPr>
            <p:cNvPr id="3" name="Flèche : droite 174">
              <a:extLst>
                <a:ext uri="{FF2B5EF4-FFF2-40B4-BE49-F238E27FC236}">
                  <a16:creationId xmlns:a16="http://schemas.microsoft.com/office/drawing/2014/main" id="{8A3BE044-02E0-651A-224E-BBC40B7AF2FF}"/>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endParaRPr>
            </a:p>
          </p:txBody>
        </p:sp>
        <p:sp>
          <p:nvSpPr>
            <p:cNvPr id="4" name="Rectangle 175">
              <a:extLst>
                <a:ext uri="{FF2B5EF4-FFF2-40B4-BE49-F238E27FC236}">
                  <a16:creationId xmlns:a16="http://schemas.microsoft.com/office/drawing/2014/main" id="{3BA434CD-68ED-E5F7-BD3A-91B50E193676}"/>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sp>
          <p:nvSpPr>
            <p:cNvPr id="5" name="Rectangle 176">
              <a:extLst>
                <a:ext uri="{FF2B5EF4-FFF2-40B4-BE49-F238E27FC236}">
                  <a16:creationId xmlns:a16="http://schemas.microsoft.com/office/drawing/2014/main" id="{70EBA7A9-068A-7C4E-3C8C-1259C5CE2B0A}"/>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endParaRPr>
            </a:p>
          </p:txBody>
        </p:sp>
        <p:sp>
          <p:nvSpPr>
            <p:cNvPr id="6" name="Rectangle 177">
              <a:extLst>
                <a:ext uri="{FF2B5EF4-FFF2-40B4-BE49-F238E27FC236}">
                  <a16:creationId xmlns:a16="http://schemas.microsoft.com/office/drawing/2014/main" id="{9EB99736-F81F-B203-D85F-A42E9A893C21}"/>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sp>
          <p:nvSpPr>
            <p:cNvPr id="7" name="Rectangle 178">
              <a:extLst>
                <a:ext uri="{FF2B5EF4-FFF2-40B4-BE49-F238E27FC236}">
                  <a16:creationId xmlns:a16="http://schemas.microsoft.com/office/drawing/2014/main" id="{0DF143E4-B8D9-3117-88B2-9601609675EB}"/>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grpSp>
    </p:spTree>
    <p:extLst>
      <p:ext uri="{BB962C8B-B14F-4D97-AF65-F5344CB8AC3E}">
        <p14:creationId xmlns:p14="http://schemas.microsoft.com/office/powerpoint/2010/main" val="33381107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195C13-A136-0A50-B849-2A908910A09D}"/>
              </a:ext>
            </a:extLst>
          </p:cNvPr>
          <p:cNvSpPr>
            <a:spLocks noGrp="1"/>
          </p:cNvSpPr>
          <p:nvPr>
            <p:ph type="title"/>
          </p:nvPr>
        </p:nvSpPr>
        <p:spPr/>
        <p:txBody>
          <a:bodyPr/>
          <a:lstStyle/>
          <a:p>
            <a:r>
              <a:rPr lang="en-US" dirty="0"/>
              <a:t>Usual challenges related to an </a:t>
            </a:r>
            <a:r>
              <a:rPr lang="en-US" b="1" dirty="0">
                <a:solidFill>
                  <a:srgbClr val="FF0000"/>
                </a:solidFill>
              </a:rPr>
              <a:t>unclear understanding of timing and opportunity</a:t>
            </a:r>
          </a:p>
        </p:txBody>
      </p:sp>
      <p:sp>
        <p:nvSpPr>
          <p:cNvPr id="3" name="Rectangle 3">
            <a:extLst>
              <a:ext uri="{FF2B5EF4-FFF2-40B4-BE49-F238E27FC236}">
                <a16:creationId xmlns:a16="http://schemas.microsoft.com/office/drawing/2014/main" id="{B8991EDC-9828-7E05-FC4F-36118C3218D1}"/>
              </a:ext>
            </a:extLst>
          </p:cNvPr>
          <p:cNvSpPr/>
          <p:nvPr/>
        </p:nvSpPr>
        <p:spPr>
          <a:xfrm>
            <a:off x="1444847" y="4876082"/>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Not understanding what started a project, and already postponing its beginning</a:t>
            </a:r>
          </a:p>
        </p:txBody>
      </p:sp>
      <p:sp>
        <p:nvSpPr>
          <p:cNvPr id="16" name="Bulle narrative : ronde 4">
            <a:extLst>
              <a:ext uri="{FF2B5EF4-FFF2-40B4-BE49-F238E27FC236}">
                <a16:creationId xmlns:a16="http://schemas.microsoft.com/office/drawing/2014/main" id="{AD4C68F8-6B32-21BF-723F-869CE0041835}"/>
              </a:ext>
            </a:extLst>
          </p:cNvPr>
          <p:cNvSpPr/>
          <p:nvPr/>
        </p:nvSpPr>
        <p:spPr>
          <a:xfrm>
            <a:off x="941033" y="2309078"/>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 understand the goal you present, but why are we tackling this goal</a:t>
            </a:r>
            <a:r>
              <a:rPr lang="en-US" sz="1200" b="1" dirty="0">
                <a:solidFill>
                  <a:schemeClr val="tx1"/>
                </a:solidFill>
              </a:rPr>
              <a:t> now and not later</a:t>
            </a:r>
            <a:r>
              <a:rPr lang="en-US" sz="1200" dirty="0">
                <a:solidFill>
                  <a:schemeClr val="tx1"/>
                </a:solidFill>
              </a:rPr>
              <a:t> ?</a:t>
            </a:r>
          </a:p>
        </p:txBody>
      </p:sp>
      <p:pic>
        <p:nvPicPr>
          <p:cNvPr id="17" name="Graphique 5" descr="Homme en tenue professionnelle">
            <a:extLst>
              <a:ext uri="{FF2B5EF4-FFF2-40B4-BE49-F238E27FC236}">
                <a16:creationId xmlns:a16="http://schemas.microsoft.com/office/drawing/2014/main" id="{0E90CACA-BD08-C0CD-DB3A-E2768FB0CC66}"/>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60618" y="3605745"/>
            <a:ext cx="943374" cy="1273899"/>
          </a:xfrm>
          <a:prstGeom prst="rect">
            <a:avLst/>
          </a:prstGeom>
        </p:spPr>
      </p:pic>
      <p:sp>
        <p:nvSpPr>
          <p:cNvPr id="18" name="Rectangle 6">
            <a:extLst>
              <a:ext uri="{FF2B5EF4-FFF2-40B4-BE49-F238E27FC236}">
                <a16:creationId xmlns:a16="http://schemas.microsoft.com/office/drawing/2014/main" id="{94E2ADAF-AF81-04A0-51C8-83327685AE54}"/>
              </a:ext>
            </a:extLst>
          </p:cNvPr>
          <p:cNvSpPr/>
          <p:nvPr/>
        </p:nvSpPr>
        <p:spPr>
          <a:xfrm>
            <a:off x="4192109" y="4876081"/>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Start a project / product by being critical </a:t>
            </a:r>
          </a:p>
        </p:txBody>
      </p:sp>
      <p:sp>
        <p:nvSpPr>
          <p:cNvPr id="19" name="Bulle narrative : ronde 7">
            <a:extLst>
              <a:ext uri="{FF2B5EF4-FFF2-40B4-BE49-F238E27FC236}">
                <a16:creationId xmlns:a16="http://schemas.microsoft.com/office/drawing/2014/main" id="{04205B10-A5BF-B8A2-ACC9-9C3CA424D952}"/>
              </a:ext>
            </a:extLst>
          </p:cNvPr>
          <p:cNvSpPr/>
          <p:nvPr/>
        </p:nvSpPr>
        <p:spPr>
          <a:xfrm>
            <a:off x="3648722" y="2309078"/>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We should have done this a long time ago</a:t>
            </a:r>
          </a:p>
        </p:txBody>
      </p:sp>
      <p:sp>
        <p:nvSpPr>
          <p:cNvPr id="20" name="Rectangle 8">
            <a:extLst>
              <a:ext uri="{FF2B5EF4-FFF2-40B4-BE49-F238E27FC236}">
                <a16:creationId xmlns:a16="http://schemas.microsoft.com/office/drawing/2014/main" id="{D4C0F4A9-62DC-746C-BA61-258785BAB2E8}"/>
              </a:ext>
            </a:extLst>
          </p:cNvPr>
          <p:cNvSpPr/>
          <p:nvPr/>
        </p:nvSpPr>
        <p:spPr>
          <a:xfrm>
            <a:off x="6939371" y="4876080"/>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Sense of urgency that is out of control</a:t>
            </a:r>
          </a:p>
        </p:txBody>
      </p:sp>
      <p:sp>
        <p:nvSpPr>
          <p:cNvPr id="21" name="Bulle narrative : ronde 9">
            <a:extLst>
              <a:ext uri="{FF2B5EF4-FFF2-40B4-BE49-F238E27FC236}">
                <a16:creationId xmlns:a16="http://schemas.microsoft.com/office/drawing/2014/main" id="{A08F6C63-9F49-A92B-8AC9-A11DB1853177}"/>
              </a:ext>
            </a:extLst>
          </p:cNvPr>
          <p:cNvSpPr/>
          <p:nvPr/>
        </p:nvSpPr>
        <p:spPr>
          <a:xfrm>
            <a:off x="6356411" y="2354801"/>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It’s an emergency ! We should rush, there is no time to waste, the opportunity will end soon !</a:t>
            </a:r>
          </a:p>
        </p:txBody>
      </p:sp>
      <p:sp>
        <p:nvSpPr>
          <p:cNvPr id="22" name="Rectangle 10">
            <a:extLst>
              <a:ext uri="{FF2B5EF4-FFF2-40B4-BE49-F238E27FC236}">
                <a16:creationId xmlns:a16="http://schemas.microsoft.com/office/drawing/2014/main" id="{0DFEC4AF-F5DE-9D27-F3B1-147662AD0059}"/>
              </a:ext>
            </a:extLst>
          </p:cNvPr>
          <p:cNvSpPr/>
          <p:nvPr/>
        </p:nvSpPr>
        <p:spPr>
          <a:xfrm>
            <a:off x="9686633" y="4876079"/>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Not having any sense of emergency</a:t>
            </a:r>
          </a:p>
        </p:txBody>
      </p:sp>
      <p:sp>
        <p:nvSpPr>
          <p:cNvPr id="23" name="Bulle narrative : ronde 11">
            <a:extLst>
              <a:ext uri="{FF2B5EF4-FFF2-40B4-BE49-F238E27FC236}">
                <a16:creationId xmlns:a16="http://schemas.microsoft.com/office/drawing/2014/main" id="{6DC91AF4-FC94-E50D-377E-25A72B094BE9}"/>
              </a:ext>
            </a:extLst>
          </p:cNvPr>
          <p:cNvSpPr/>
          <p:nvPr/>
        </p:nvSpPr>
        <p:spPr>
          <a:xfrm>
            <a:off x="9064100" y="2354800"/>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Yes, we started the project, but there is absolutely no rush, we have all the time to be comfortable…</a:t>
            </a:r>
          </a:p>
        </p:txBody>
      </p:sp>
      <p:pic>
        <p:nvPicPr>
          <p:cNvPr id="24" name="Graphique 12" descr="Homme portant une veste">
            <a:extLst>
              <a:ext uri="{FF2B5EF4-FFF2-40B4-BE49-F238E27FC236}">
                <a16:creationId xmlns:a16="http://schemas.microsoft.com/office/drawing/2014/main" id="{5BA59C66-C09E-54D4-8DEC-AA9ACAA78138}"/>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510321" y="3564429"/>
            <a:ext cx="943374" cy="1356530"/>
          </a:xfrm>
          <a:prstGeom prst="rect">
            <a:avLst/>
          </a:prstGeom>
        </p:spPr>
      </p:pic>
      <p:pic>
        <p:nvPicPr>
          <p:cNvPr id="25" name="Graphique 13" descr="Homme barbu en peignoir">
            <a:extLst>
              <a:ext uri="{FF2B5EF4-FFF2-40B4-BE49-F238E27FC236}">
                <a16:creationId xmlns:a16="http://schemas.microsoft.com/office/drawing/2014/main" id="{3164A05A-A377-712D-6F9C-B8CACDDB7E50}"/>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0012961" y="3671371"/>
            <a:ext cx="964032" cy="1211926"/>
          </a:xfrm>
          <a:prstGeom prst="rect">
            <a:avLst/>
          </a:prstGeom>
        </p:spPr>
      </p:pic>
      <p:pic>
        <p:nvPicPr>
          <p:cNvPr id="26" name="Graphique 14" descr="Femme avec queue de cheval">
            <a:extLst>
              <a:ext uri="{FF2B5EF4-FFF2-40B4-BE49-F238E27FC236}">
                <a16:creationId xmlns:a16="http://schemas.microsoft.com/office/drawing/2014/main" id="{DEA62484-94E7-707D-5B7F-38A7BE39CB7A}"/>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295308" y="3574968"/>
            <a:ext cx="867629" cy="1308329"/>
          </a:xfrm>
          <a:prstGeom prst="rect">
            <a:avLst/>
          </a:prstGeom>
        </p:spPr>
      </p:pic>
      <p:pic>
        <p:nvPicPr>
          <p:cNvPr id="27" name="Elemento grafico 26" descr="Faccina spaventata">
            <a:extLst>
              <a:ext uri="{FF2B5EF4-FFF2-40B4-BE49-F238E27FC236}">
                <a16:creationId xmlns:a16="http://schemas.microsoft.com/office/drawing/2014/main" id="{2A0E3181-8309-9FEE-9455-7442B8DB5A08}"/>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7693796" y="3795201"/>
            <a:ext cx="245404" cy="275149"/>
          </a:xfrm>
          <a:prstGeom prst="rect">
            <a:avLst/>
          </a:prstGeom>
        </p:spPr>
      </p:pic>
    </p:spTree>
    <p:extLst>
      <p:ext uri="{BB962C8B-B14F-4D97-AF65-F5344CB8AC3E}">
        <p14:creationId xmlns:p14="http://schemas.microsoft.com/office/powerpoint/2010/main" val="32380197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2C68F1-8C31-4360-A53F-A87E6746E271}"/>
              </a:ext>
            </a:extLst>
          </p:cNvPr>
          <p:cNvSpPr>
            <a:spLocks noGrp="1"/>
          </p:cNvSpPr>
          <p:nvPr>
            <p:ph type="title"/>
          </p:nvPr>
        </p:nvSpPr>
        <p:spPr/>
        <p:txBody>
          <a:bodyPr/>
          <a:lstStyle/>
          <a:p>
            <a:r>
              <a:rPr lang="en-US"/>
              <a:t>Why NOW ?</a:t>
            </a:r>
            <a:br>
              <a:rPr lang="en-US"/>
            </a:br>
            <a:r>
              <a:rPr lang="en-US" sz="4400"/>
              <a:t>Timeline of opportunity</a:t>
            </a:r>
            <a:r>
              <a:rPr lang="en-US"/>
              <a:t> </a:t>
            </a:r>
          </a:p>
        </p:txBody>
      </p:sp>
      <p:sp>
        <p:nvSpPr>
          <p:cNvPr id="3" name="Espace réservé du contenu 2">
            <a:extLst>
              <a:ext uri="{FF2B5EF4-FFF2-40B4-BE49-F238E27FC236}">
                <a16:creationId xmlns:a16="http://schemas.microsoft.com/office/drawing/2014/main" id="{4DBFB268-B875-4931-886D-FDFB509382A8}"/>
              </a:ext>
            </a:extLst>
          </p:cNvPr>
          <p:cNvSpPr>
            <a:spLocks noGrp="1"/>
          </p:cNvSpPr>
          <p:nvPr>
            <p:ph idx="1"/>
          </p:nvPr>
        </p:nvSpPr>
        <p:spPr>
          <a:xfrm>
            <a:off x="838200" y="1825625"/>
            <a:ext cx="4584700" cy="4351338"/>
          </a:xfrm>
        </p:spPr>
        <p:txBody>
          <a:bodyPr>
            <a:normAutofit fontScale="85000" lnSpcReduction="10000"/>
          </a:bodyPr>
          <a:lstStyle/>
          <a:p>
            <a:r>
              <a:rPr lang="en-US" dirty="0"/>
              <a:t>projects / products are often launched in response to a specific context within a specific timing.</a:t>
            </a:r>
          </a:p>
          <a:p>
            <a:endParaRPr lang="en-US" dirty="0"/>
          </a:p>
          <a:p>
            <a:r>
              <a:rPr lang="en-US" dirty="0"/>
              <a:t>The better timing there is, the higher chances of success</a:t>
            </a:r>
          </a:p>
          <a:p>
            <a:endParaRPr lang="en-US" dirty="0"/>
          </a:p>
          <a:p>
            <a:r>
              <a:rPr lang="en-US" dirty="0"/>
              <a:t>If members agree on the timing, it increases the chances of immediate engagement and reduce the chances of postponing contribution.</a:t>
            </a:r>
          </a:p>
        </p:txBody>
      </p:sp>
      <p:grpSp>
        <p:nvGrpSpPr>
          <p:cNvPr id="9" name="Groupe 8">
            <a:extLst>
              <a:ext uri="{FF2B5EF4-FFF2-40B4-BE49-F238E27FC236}">
                <a16:creationId xmlns:a16="http://schemas.microsoft.com/office/drawing/2014/main" id="{6613C72C-383F-4777-B744-5608CAE14AA6}"/>
              </a:ext>
            </a:extLst>
          </p:cNvPr>
          <p:cNvGrpSpPr/>
          <p:nvPr/>
        </p:nvGrpSpPr>
        <p:grpSpPr>
          <a:xfrm>
            <a:off x="5937662" y="2211386"/>
            <a:ext cx="6140038" cy="2995614"/>
            <a:chOff x="127000" y="915986"/>
            <a:chExt cx="12052300" cy="5880100"/>
          </a:xfrm>
        </p:grpSpPr>
        <p:sp>
          <p:nvSpPr>
            <p:cNvPr id="4" name="Flèche : droite 3">
              <a:extLst>
                <a:ext uri="{FF2B5EF4-FFF2-40B4-BE49-F238E27FC236}">
                  <a16:creationId xmlns:a16="http://schemas.microsoft.com/office/drawing/2014/main" id="{469526B1-38B8-4F3C-AD96-E9C28FECCC43}"/>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endParaRPr>
            </a:p>
          </p:txBody>
        </p:sp>
        <p:sp>
          <p:nvSpPr>
            <p:cNvPr id="5" name="Rectangle 4">
              <a:extLst>
                <a:ext uri="{FF2B5EF4-FFF2-40B4-BE49-F238E27FC236}">
                  <a16:creationId xmlns:a16="http://schemas.microsoft.com/office/drawing/2014/main" id="{599902C4-8F8E-472A-80F4-1832FB77AAF2}"/>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sp>
          <p:nvSpPr>
            <p:cNvPr id="6" name="Rectangle 5">
              <a:extLst>
                <a:ext uri="{FF2B5EF4-FFF2-40B4-BE49-F238E27FC236}">
                  <a16:creationId xmlns:a16="http://schemas.microsoft.com/office/drawing/2014/main" id="{F5C81284-2259-48CC-9D0C-C96B55E07FB1}"/>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endParaRPr>
            </a:p>
          </p:txBody>
        </p:sp>
        <p:sp>
          <p:nvSpPr>
            <p:cNvPr id="7" name="Rectangle 6">
              <a:extLst>
                <a:ext uri="{FF2B5EF4-FFF2-40B4-BE49-F238E27FC236}">
                  <a16:creationId xmlns:a16="http://schemas.microsoft.com/office/drawing/2014/main" id="{89BB6C82-F9FF-4E4E-A348-1BC36F8BC3A6}"/>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sp>
          <p:nvSpPr>
            <p:cNvPr id="8" name="Rectangle 7">
              <a:extLst>
                <a:ext uri="{FF2B5EF4-FFF2-40B4-BE49-F238E27FC236}">
                  <a16:creationId xmlns:a16="http://schemas.microsoft.com/office/drawing/2014/main" id="{9743A905-D27D-47C8-8B2D-2C44BA405EF1}"/>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grpSp>
    </p:spTree>
    <p:extLst>
      <p:ext uri="{BB962C8B-B14F-4D97-AF65-F5344CB8AC3E}">
        <p14:creationId xmlns:p14="http://schemas.microsoft.com/office/powerpoint/2010/main" val="15150194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4BD078-F1CD-4462-B4D0-729FBF27E68E}"/>
              </a:ext>
            </a:extLst>
          </p:cNvPr>
          <p:cNvSpPr>
            <a:spLocks noGrp="1"/>
          </p:cNvSpPr>
          <p:nvPr>
            <p:ph type="title"/>
          </p:nvPr>
        </p:nvSpPr>
        <p:spPr/>
        <p:txBody>
          <a:bodyPr>
            <a:normAutofit/>
          </a:bodyPr>
          <a:lstStyle/>
          <a:p>
            <a:r>
              <a:rPr lang="en-US" sz="3600"/>
              <a:t>Why NOW ? </a:t>
            </a:r>
            <a:br>
              <a:rPr lang="en-US" sz="3600"/>
            </a:br>
            <a:r>
              <a:rPr lang="en-US" sz="3600"/>
              <a:t>Timeline of opportunity (visual workshop version)</a:t>
            </a:r>
          </a:p>
        </p:txBody>
      </p:sp>
      <p:sp>
        <p:nvSpPr>
          <p:cNvPr id="5" name="Flèche : droite 4">
            <a:extLst>
              <a:ext uri="{FF2B5EF4-FFF2-40B4-BE49-F238E27FC236}">
                <a16:creationId xmlns:a16="http://schemas.microsoft.com/office/drawing/2014/main" id="{2D3755C7-7AD6-4B43-9F4C-E69A886F6BD5}"/>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TOO LATE</a:t>
            </a:r>
          </a:p>
          <a:p>
            <a:pPr algn="ctr"/>
            <a:endParaRPr lang="en-US">
              <a:solidFill>
                <a:schemeClr val="tx1"/>
              </a:solidFill>
            </a:endParaRPr>
          </a:p>
          <a:p>
            <a:pPr algn="ctr"/>
            <a:r>
              <a:rPr lang="en-US" sz="1200">
                <a:solidFill>
                  <a:schemeClr val="tx1"/>
                </a:solidFill>
              </a:rPr>
              <a:t>Describe examples of times that would be too late to launch the Project / Product</a:t>
            </a:r>
          </a:p>
        </p:txBody>
      </p:sp>
      <p:sp>
        <p:nvSpPr>
          <p:cNvPr id="6" name="Rectangle 5">
            <a:extLst>
              <a:ext uri="{FF2B5EF4-FFF2-40B4-BE49-F238E27FC236}">
                <a16:creationId xmlns:a16="http://schemas.microsoft.com/office/drawing/2014/main" id="{166F59C5-BB20-43FC-9492-B2DB116D1DCA}"/>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t>OUR WINDOW OF OPPORTUNITY</a:t>
            </a:r>
          </a:p>
          <a:p>
            <a:pPr algn="ctr"/>
            <a:endParaRPr lang="en-US"/>
          </a:p>
          <a:p>
            <a:pPr algn="ctr"/>
            <a:r>
              <a:rPr lang="en-US" sz="1200"/>
              <a:t>Duration of window of opportunity to launch and how Project / Product will intercept this window (first actions)</a:t>
            </a:r>
          </a:p>
        </p:txBody>
      </p:sp>
      <p:sp>
        <p:nvSpPr>
          <p:cNvPr id="7" name="Rectangle 6">
            <a:extLst>
              <a:ext uri="{FF2B5EF4-FFF2-40B4-BE49-F238E27FC236}">
                <a16:creationId xmlns:a16="http://schemas.microsoft.com/office/drawing/2014/main" id="{3DDFF388-2299-4D43-9D8B-417D529FA4F1}"/>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TOO EARLY</a:t>
            </a:r>
          </a:p>
          <a:p>
            <a:pPr algn="ctr"/>
            <a:endParaRPr lang="en-US">
              <a:solidFill>
                <a:schemeClr val="tx1"/>
              </a:solidFill>
            </a:endParaRPr>
          </a:p>
          <a:p>
            <a:pPr algn="ctr"/>
            <a:r>
              <a:rPr lang="en-US" sz="1200">
                <a:solidFill>
                  <a:schemeClr val="tx1"/>
                </a:solidFill>
              </a:rPr>
              <a:t>Describe examples of times / moments that were too early for the Project / Product to launch</a:t>
            </a:r>
          </a:p>
        </p:txBody>
      </p:sp>
      <p:sp>
        <p:nvSpPr>
          <p:cNvPr id="8" name="Rectangle 7">
            <a:extLst>
              <a:ext uri="{FF2B5EF4-FFF2-40B4-BE49-F238E27FC236}">
                <a16:creationId xmlns:a16="http://schemas.microsoft.com/office/drawing/2014/main" id="{24D83FD7-5CA9-4D74-8579-0938B53E3A48}"/>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t>LAUNCH TRIGGERS</a:t>
            </a:r>
          </a:p>
          <a:p>
            <a:pPr algn="ctr"/>
            <a:endParaRPr lang="en-US"/>
          </a:p>
          <a:p>
            <a:pPr algn="ctr"/>
            <a:r>
              <a:rPr lang="en-US" sz="1200"/>
              <a:t>Noticeable events that lead us to launch soon or now</a:t>
            </a:r>
          </a:p>
        </p:txBody>
      </p:sp>
      <p:sp>
        <p:nvSpPr>
          <p:cNvPr id="9" name="Rectangle 8">
            <a:extLst>
              <a:ext uri="{FF2B5EF4-FFF2-40B4-BE49-F238E27FC236}">
                <a16:creationId xmlns:a16="http://schemas.microsoft.com/office/drawing/2014/main" id="{91EEE884-80F1-4E2D-A6CF-CF7E527E5304}"/>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t>PIVOT TRIGGERS</a:t>
            </a:r>
          </a:p>
          <a:p>
            <a:pPr algn="ctr"/>
            <a:endParaRPr lang="en-US"/>
          </a:p>
          <a:p>
            <a:pPr algn="ctr"/>
            <a:r>
              <a:rPr lang="en-US" sz="1200"/>
              <a:t>Noticeable events or dates that can lead us to pivot our launch conditions before it is too late</a:t>
            </a:r>
          </a:p>
        </p:txBody>
      </p:sp>
    </p:spTree>
    <p:extLst>
      <p:ext uri="{BB962C8B-B14F-4D97-AF65-F5344CB8AC3E}">
        <p14:creationId xmlns:p14="http://schemas.microsoft.com/office/powerpoint/2010/main" val="12759225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4BD078-F1CD-4462-B4D0-729FBF27E68E}"/>
              </a:ext>
            </a:extLst>
          </p:cNvPr>
          <p:cNvSpPr>
            <a:spLocks noGrp="1"/>
          </p:cNvSpPr>
          <p:nvPr>
            <p:ph type="title"/>
          </p:nvPr>
        </p:nvSpPr>
        <p:spPr/>
        <p:txBody>
          <a:bodyPr>
            <a:normAutofit fontScale="90000"/>
          </a:bodyPr>
          <a:lstStyle/>
          <a:p>
            <a:r>
              <a:rPr lang="en-US" sz="3600" dirty="0"/>
              <a:t>Why NOW ? </a:t>
            </a:r>
            <a:br>
              <a:rPr lang="en-US" sz="3600" dirty="0"/>
            </a:br>
            <a:r>
              <a:rPr lang="en-US" sz="3600" dirty="0"/>
              <a:t>Timeline of opportunity (visual workshop version example)</a:t>
            </a:r>
          </a:p>
        </p:txBody>
      </p:sp>
      <p:sp>
        <p:nvSpPr>
          <p:cNvPr id="5" name="Flèche : droite 4">
            <a:extLst>
              <a:ext uri="{FF2B5EF4-FFF2-40B4-BE49-F238E27FC236}">
                <a16:creationId xmlns:a16="http://schemas.microsoft.com/office/drawing/2014/main" id="{2D3755C7-7AD6-4B43-9F4C-E69A886F6BD5}"/>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TOO LATE</a:t>
            </a:r>
          </a:p>
          <a:p>
            <a:pPr algn="ctr"/>
            <a:endParaRPr lang="en-US">
              <a:solidFill>
                <a:schemeClr val="tx1"/>
              </a:solidFill>
            </a:endParaRPr>
          </a:p>
          <a:p>
            <a:pPr algn="ctr"/>
            <a:r>
              <a:rPr lang="en-US" sz="1200">
                <a:solidFill>
                  <a:schemeClr val="tx1"/>
                </a:solidFill>
              </a:rPr>
              <a:t>Describe examples of times that would be too late to launch the Project / Product</a:t>
            </a:r>
          </a:p>
        </p:txBody>
      </p:sp>
      <p:sp>
        <p:nvSpPr>
          <p:cNvPr id="6" name="Rectangle 5">
            <a:extLst>
              <a:ext uri="{FF2B5EF4-FFF2-40B4-BE49-F238E27FC236}">
                <a16:creationId xmlns:a16="http://schemas.microsoft.com/office/drawing/2014/main" id="{166F59C5-BB20-43FC-9492-B2DB116D1DCA}"/>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t>OUR WINDOW OF OPPORTUNITY</a:t>
            </a:r>
          </a:p>
          <a:p>
            <a:pPr algn="ctr"/>
            <a:endParaRPr lang="en-US"/>
          </a:p>
          <a:p>
            <a:pPr algn="ctr"/>
            <a:r>
              <a:rPr lang="en-US" sz="1200"/>
              <a:t>Duration of window of opportunity to launch and how Project / Product will intercept this window (first actions)</a:t>
            </a:r>
          </a:p>
        </p:txBody>
      </p:sp>
      <p:sp>
        <p:nvSpPr>
          <p:cNvPr id="7" name="Rectangle 6">
            <a:extLst>
              <a:ext uri="{FF2B5EF4-FFF2-40B4-BE49-F238E27FC236}">
                <a16:creationId xmlns:a16="http://schemas.microsoft.com/office/drawing/2014/main" id="{3DDFF388-2299-4D43-9D8B-417D529FA4F1}"/>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TOO EARLY</a:t>
            </a:r>
          </a:p>
          <a:p>
            <a:pPr algn="ctr"/>
            <a:endParaRPr lang="en-US">
              <a:solidFill>
                <a:schemeClr val="tx1"/>
              </a:solidFill>
            </a:endParaRPr>
          </a:p>
          <a:p>
            <a:pPr algn="ctr"/>
            <a:r>
              <a:rPr lang="en-US" sz="1200">
                <a:solidFill>
                  <a:schemeClr val="tx1"/>
                </a:solidFill>
              </a:rPr>
              <a:t>Describe examples of times / moments that were too early for the Project / Product to launch</a:t>
            </a:r>
          </a:p>
        </p:txBody>
      </p:sp>
      <p:sp>
        <p:nvSpPr>
          <p:cNvPr id="8" name="Rectangle 7">
            <a:extLst>
              <a:ext uri="{FF2B5EF4-FFF2-40B4-BE49-F238E27FC236}">
                <a16:creationId xmlns:a16="http://schemas.microsoft.com/office/drawing/2014/main" id="{24D83FD7-5CA9-4D74-8579-0938B53E3A48}"/>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t>LAUNCH TRIGGERS</a:t>
            </a:r>
          </a:p>
          <a:p>
            <a:pPr algn="ctr"/>
            <a:endParaRPr lang="en-US"/>
          </a:p>
          <a:p>
            <a:pPr algn="ctr"/>
            <a:r>
              <a:rPr lang="en-US" sz="1200"/>
              <a:t>Noticeable events that lead us to launch soon or now</a:t>
            </a:r>
          </a:p>
        </p:txBody>
      </p:sp>
      <p:sp>
        <p:nvSpPr>
          <p:cNvPr id="9" name="Rectangle 8">
            <a:extLst>
              <a:ext uri="{FF2B5EF4-FFF2-40B4-BE49-F238E27FC236}">
                <a16:creationId xmlns:a16="http://schemas.microsoft.com/office/drawing/2014/main" id="{91EEE884-80F1-4E2D-A6CF-CF7E527E5304}"/>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t>PIVOT TRIGGERS</a:t>
            </a:r>
          </a:p>
          <a:p>
            <a:pPr algn="ctr"/>
            <a:endParaRPr lang="en-US"/>
          </a:p>
          <a:p>
            <a:pPr algn="ctr"/>
            <a:r>
              <a:rPr lang="en-US" sz="1200"/>
              <a:t>Noticeable events or dates that can lead us to pivot our launch conditions before it is too late</a:t>
            </a:r>
          </a:p>
        </p:txBody>
      </p:sp>
      <p:sp>
        <p:nvSpPr>
          <p:cNvPr id="10" name="Rectangle 9">
            <a:extLst>
              <a:ext uri="{FF2B5EF4-FFF2-40B4-BE49-F238E27FC236}">
                <a16:creationId xmlns:a16="http://schemas.microsoft.com/office/drawing/2014/main" id="{1B8FF480-185B-4653-9DB5-7876BC39A873}"/>
              </a:ext>
            </a:extLst>
          </p:cNvPr>
          <p:cNvSpPr/>
          <p:nvPr/>
        </p:nvSpPr>
        <p:spPr>
          <a:xfrm>
            <a:off x="287362" y="3829403"/>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Large legal compliance project taking attention and resources</a:t>
            </a:r>
          </a:p>
        </p:txBody>
      </p:sp>
      <p:sp>
        <p:nvSpPr>
          <p:cNvPr id="11" name="Rectangle 10">
            <a:extLst>
              <a:ext uri="{FF2B5EF4-FFF2-40B4-BE49-F238E27FC236}">
                <a16:creationId xmlns:a16="http://schemas.microsoft.com/office/drawing/2014/main" id="{5E6CE110-95BE-4BEB-94E2-0B0C9E6C31FF}"/>
              </a:ext>
            </a:extLst>
          </p:cNvPr>
          <p:cNvSpPr/>
          <p:nvPr/>
        </p:nvSpPr>
        <p:spPr>
          <a:xfrm>
            <a:off x="1301256" y="4051344"/>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Before remote work was generalized</a:t>
            </a:r>
          </a:p>
        </p:txBody>
      </p:sp>
      <p:sp>
        <p:nvSpPr>
          <p:cNvPr id="12" name="Rectangle 11">
            <a:extLst>
              <a:ext uri="{FF2B5EF4-FFF2-40B4-BE49-F238E27FC236}">
                <a16:creationId xmlns:a16="http://schemas.microsoft.com/office/drawing/2014/main" id="{419D66A5-1130-405E-B1CC-CE61FBCA3EA6}"/>
              </a:ext>
            </a:extLst>
          </p:cNvPr>
          <p:cNvSpPr/>
          <p:nvPr/>
        </p:nvSpPr>
        <p:spPr>
          <a:xfrm>
            <a:off x="287762" y="4908486"/>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When top manager XYZ was in charge (other priorities)</a:t>
            </a:r>
          </a:p>
        </p:txBody>
      </p:sp>
      <p:sp>
        <p:nvSpPr>
          <p:cNvPr id="13" name="Rectangle 12">
            <a:extLst>
              <a:ext uri="{FF2B5EF4-FFF2-40B4-BE49-F238E27FC236}">
                <a16:creationId xmlns:a16="http://schemas.microsoft.com/office/drawing/2014/main" id="{9D7C5D5C-2DFB-4111-9A76-4AC419AD0DB5}"/>
              </a:ext>
            </a:extLst>
          </p:cNvPr>
          <p:cNvSpPr/>
          <p:nvPr/>
        </p:nvSpPr>
        <p:spPr>
          <a:xfrm>
            <a:off x="2717466" y="3940820"/>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Official remote work for all</a:t>
            </a:r>
          </a:p>
        </p:txBody>
      </p:sp>
      <p:sp>
        <p:nvSpPr>
          <p:cNvPr id="14" name="Rectangle 13">
            <a:extLst>
              <a:ext uri="{FF2B5EF4-FFF2-40B4-BE49-F238E27FC236}">
                <a16:creationId xmlns:a16="http://schemas.microsoft.com/office/drawing/2014/main" id="{3D83C471-1EEA-4BB0-85CC-FBD35293AB0F}"/>
              </a:ext>
            </a:extLst>
          </p:cNvPr>
          <p:cNvSpPr/>
          <p:nvPr/>
        </p:nvSpPr>
        <p:spPr>
          <a:xfrm>
            <a:off x="2749636" y="4966638"/>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New version of Discussion tool is released</a:t>
            </a:r>
          </a:p>
        </p:txBody>
      </p:sp>
      <p:sp>
        <p:nvSpPr>
          <p:cNvPr id="15" name="Rectangle 14">
            <a:extLst>
              <a:ext uri="{FF2B5EF4-FFF2-40B4-BE49-F238E27FC236}">
                <a16:creationId xmlns:a16="http://schemas.microsoft.com/office/drawing/2014/main" id="{BC4C2E51-DB79-4CA2-8F4B-12131560B973}"/>
              </a:ext>
            </a:extLst>
          </p:cNvPr>
          <p:cNvSpPr/>
          <p:nvPr/>
        </p:nvSpPr>
        <p:spPr>
          <a:xfrm>
            <a:off x="5211510" y="3940820"/>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 year </a:t>
            </a:r>
          </a:p>
        </p:txBody>
      </p:sp>
      <p:sp>
        <p:nvSpPr>
          <p:cNvPr id="16" name="Rectangle 15">
            <a:extLst>
              <a:ext uri="{FF2B5EF4-FFF2-40B4-BE49-F238E27FC236}">
                <a16:creationId xmlns:a16="http://schemas.microsoft.com/office/drawing/2014/main" id="{A70286FC-8E2C-4B62-921E-22522CA962D7}"/>
              </a:ext>
            </a:extLst>
          </p:cNvPr>
          <p:cNvSpPr/>
          <p:nvPr/>
        </p:nvSpPr>
        <p:spPr>
          <a:xfrm>
            <a:off x="4254834" y="3867736"/>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solidFill>
                  <a:schemeClr val="tx1"/>
                </a:solidFill>
              </a:rPr>
              <a:t>New Top Manager with top priority on Digital Transformation</a:t>
            </a:r>
          </a:p>
        </p:txBody>
      </p:sp>
      <p:sp>
        <p:nvSpPr>
          <p:cNvPr id="17" name="Rectangle 16">
            <a:extLst>
              <a:ext uri="{FF2B5EF4-FFF2-40B4-BE49-F238E27FC236}">
                <a16:creationId xmlns:a16="http://schemas.microsoft.com/office/drawing/2014/main" id="{960335AB-DB25-4334-9EAF-452B8B2338A7}"/>
              </a:ext>
            </a:extLst>
          </p:cNvPr>
          <p:cNvSpPr/>
          <p:nvPr/>
        </p:nvSpPr>
        <p:spPr>
          <a:xfrm>
            <a:off x="6311200" y="4041490"/>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Launching discovery sessions of Discussion tool</a:t>
            </a:r>
          </a:p>
        </p:txBody>
      </p:sp>
      <p:sp>
        <p:nvSpPr>
          <p:cNvPr id="19" name="Rectangle 18">
            <a:extLst>
              <a:ext uri="{FF2B5EF4-FFF2-40B4-BE49-F238E27FC236}">
                <a16:creationId xmlns:a16="http://schemas.microsoft.com/office/drawing/2014/main" id="{E3BBB7B5-E9D4-4A92-98DF-A14813B1902F}"/>
              </a:ext>
            </a:extLst>
          </p:cNvPr>
          <p:cNvSpPr/>
          <p:nvPr/>
        </p:nvSpPr>
        <p:spPr>
          <a:xfrm>
            <a:off x="7846552" y="4301428"/>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New priorities </a:t>
            </a:r>
          </a:p>
        </p:txBody>
      </p:sp>
      <p:sp>
        <p:nvSpPr>
          <p:cNvPr id="20" name="Rectangle 19">
            <a:extLst>
              <a:ext uri="{FF2B5EF4-FFF2-40B4-BE49-F238E27FC236}">
                <a16:creationId xmlns:a16="http://schemas.microsoft.com/office/drawing/2014/main" id="{03893E30-30C1-46B0-97BB-AB87B3BDC954}"/>
              </a:ext>
            </a:extLst>
          </p:cNvPr>
          <p:cNvSpPr/>
          <p:nvPr/>
        </p:nvSpPr>
        <p:spPr>
          <a:xfrm>
            <a:off x="9474534" y="3667873"/>
            <a:ext cx="972810" cy="9500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Digital Transformation is not new</a:t>
            </a:r>
          </a:p>
        </p:txBody>
      </p:sp>
      <p:sp>
        <p:nvSpPr>
          <p:cNvPr id="21" name="Rectangle 20">
            <a:extLst>
              <a:ext uri="{FF2B5EF4-FFF2-40B4-BE49-F238E27FC236}">
                <a16:creationId xmlns:a16="http://schemas.microsoft.com/office/drawing/2014/main" id="{6B4984E8-2C0F-4C13-BB40-7234B5856967}"/>
              </a:ext>
            </a:extLst>
          </p:cNvPr>
          <p:cNvSpPr/>
          <p:nvPr/>
        </p:nvSpPr>
        <p:spPr>
          <a:xfrm>
            <a:off x="10498476" y="3863183"/>
            <a:ext cx="972810" cy="9500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chemeClr val="tx1"/>
                </a:solidFill>
              </a:rPr>
              <a:t>New top management</a:t>
            </a:r>
          </a:p>
        </p:txBody>
      </p:sp>
      <p:sp>
        <p:nvSpPr>
          <p:cNvPr id="22" name="Rectangle 21">
            <a:extLst>
              <a:ext uri="{FF2B5EF4-FFF2-40B4-BE49-F238E27FC236}">
                <a16:creationId xmlns:a16="http://schemas.microsoft.com/office/drawing/2014/main" id="{DEA969C2-6116-4EE8-A80B-FAA700806582}"/>
              </a:ext>
            </a:extLst>
          </p:cNvPr>
          <p:cNvSpPr/>
          <p:nvPr/>
        </p:nvSpPr>
        <p:spPr>
          <a:xfrm>
            <a:off x="9506036" y="4676019"/>
            <a:ext cx="972810" cy="9500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New operational priorities</a:t>
            </a:r>
          </a:p>
        </p:txBody>
      </p:sp>
      <p:sp>
        <p:nvSpPr>
          <p:cNvPr id="25" name="Titre 1">
            <a:extLst>
              <a:ext uri="{FF2B5EF4-FFF2-40B4-BE49-F238E27FC236}">
                <a16:creationId xmlns:a16="http://schemas.microsoft.com/office/drawing/2014/main" id="{E9493EEE-A46B-43D5-8FD2-B308B581EC76}"/>
              </a:ext>
            </a:extLst>
          </p:cNvPr>
          <p:cNvSpPr txBox="1">
            <a:spLocks/>
          </p:cNvSpPr>
          <p:nvPr/>
        </p:nvSpPr>
        <p:spPr>
          <a:xfrm>
            <a:off x="425121" y="6322883"/>
            <a:ext cx="10515600" cy="367056"/>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Example for a Digital Transformation Project / Product</a:t>
            </a:r>
          </a:p>
        </p:txBody>
      </p:sp>
    </p:spTree>
    <p:extLst>
      <p:ext uri="{BB962C8B-B14F-4D97-AF65-F5344CB8AC3E}">
        <p14:creationId xmlns:p14="http://schemas.microsoft.com/office/powerpoint/2010/main" val="29178397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79243726-82BA-3A75-5E48-950689BED291}"/>
              </a:ext>
            </a:extLst>
          </p:cNvPr>
          <p:cNvSpPr>
            <a:spLocks noGrp="1"/>
          </p:cNvSpPr>
          <p:nvPr>
            <p:ph type="title"/>
          </p:nvPr>
        </p:nvSpPr>
        <p:spPr/>
        <p:txBody>
          <a:bodyPr/>
          <a:lstStyle/>
          <a:p>
            <a:r>
              <a:rPr lang="en-US" dirty="0"/>
              <a:t>WHY HERE</a:t>
            </a:r>
          </a:p>
        </p:txBody>
      </p:sp>
      <p:sp>
        <p:nvSpPr>
          <p:cNvPr id="10" name="Segnaposto testo 9">
            <a:extLst>
              <a:ext uri="{FF2B5EF4-FFF2-40B4-BE49-F238E27FC236}">
                <a16:creationId xmlns:a16="http://schemas.microsoft.com/office/drawing/2014/main" id="{ED8FE550-07D6-0E8E-AFE5-3330474E4208}"/>
              </a:ext>
            </a:extLst>
          </p:cNvPr>
          <p:cNvSpPr>
            <a:spLocks noGrp="1"/>
          </p:cNvSpPr>
          <p:nvPr>
            <p:ph type="body" idx="1"/>
          </p:nvPr>
        </p:nvSpPr>
        <p:spPr/>
        <p:txBody>
          <a:bodyPr/>
          <a:lstStyle/>
          <a:p>
            <a:r>
              <a:rPr lang="en-US" dirty="0"/>
              <a:t>Map of influence Canvas</a:t>
            </a:r>
          </a:p>
        </p:txBody>
      </p:sp>
      <p:grpSp>
        <p:nvGrpSpPr>
          <p:cNvPr id="2" name="Groupe 125">
            <a:extLst>
              <a:ext uri="{FF2B5EF4-FFF2-40B4-BE49-F238E27FC236}">
                <a16:creationId xmlns:a16="http://schemas.microsoft.com/office/drawing/2014/main" id="{A93514F7-10DD-CD98-B102-CE9EA842C9B5}"/>
              </a:ext>
            </a:extLst>
          </p:cNvPr>
          <p:cNvGrpSpPr/>
          <p:nvPr/>
        </p:nvGrpSpPr>
        <p:grpSpPr>
          <a:xfrm>
            <a:off x="6486305" y="1682750"/>
            <a:ext cx="3306919" cy="2455879"/>
            <a:chOff x="4856111" y="1739195"/>
            <a:chExt cx="6696567" cy="4973195"/>
          </a:xfrm>
        </p:grpSpPr>
        <p:pic>
          <p:nvPicPr>
            <p:cNvPr id="3" name="Graphique 126" descr="Sphères de Harvey 100% avec un remplissage uni">
              <a:extLst>
                <a:ext uri="{FF2B5EF4-FFF2-40B4-BE49-F238E27FC236}">
                  <a16:creationId xmlns:a16="http://schemas.microsoft.com/office/drawing/2014/main" id="{9FCCEF52-CBCB-2CBC-6B80-E31A705BF8FF}"/>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0326" t="10344" r="10326" b="10240"/>
            <a:stretch/>
          </p:blipFill>
          <p:spPr>
            <a:xfrm>
              <a:off x="4856111" y="3574539"/>
              <a:ext cx="1792339" cy="1793874"/>
            </a:xfrm>
            <a:prstGeom prst="rect">
              <a:avLst/>
            </a:prstGeom>
          </p:spPr>
        </p:pic>
        <p:grpSp>
          <p:nvGrpSpPr>
            <p:cNvPr id="4" name="Groupe 128">
              <a:extLst>
                <a:ext uri="{FF2B5EF4-FFF2-40B4-BE49-F238E27FC236}">
                  <a16:creationId xmlns:a16="http://schemas.microsoft.com/office/drawing/2014/main" id="{5E4C37B0-E0C1-6712-CEB0-82CAC7A751B1}"/>
                </a:ext>
              </a:extLst>
            </p:cNvPr>
            <p:cNvGrpSpPr/>
            <p:nvPr/>
          </p:nvGrpSpPr>
          <p:grpSpPr>
            <a:xfrm>
              <a:off x="8201266" y="2889716"/>
              <a:ext cx="1203959" cy="1114429"/>
              <a:chOff x="495541" y="3991241"/>
              <a:chExt cx="1203959" cy="1114429"/>
            </a:xfrm>
          </p:grpSpPr>
          <p:sp>
            <p:nvSpPr>
              <p:cNvPr id="36" name="Rectangle 195">
                <a:extLst>
                  <a:ext uri="{FF2B5EF4-FFF2-40B4-BE49-F238E27FC236}">
                    <a16:creationId xmlns:a16="http://schemas.microsoft.com/office/drawing/2014/main" id="{5DE7FFB2-8A2F-F3EC-7FA8-178B5897BD89}"/>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37" name="Graphique 196" descr="Utilisateurs avec un remplissage uni">
                <a:extLst>
                  <a:ext uri="{FF2B5EF4-FFF2-40B4-BE49-F238E27FC236}">
                    <a16:creationId xmlns:a16="http://schemas.microsoft.com/office/drawing/2014/main" id="{FC518B0E-5F8D-E17A-4247-EC40E821DD4C}"/>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5" name="Groupe 129">
              <a:extLst>
                <a:ext uri="{FF2B5EF4-FFF2-40B4-BE49-F238E27FC236}">
                  <a16:creationId xmlns:a16="http://schemas.microsoft.com/office/drawing/2014/main" id="{A24F2C37-9CE6-B65C-C522-5F28CDAA9736}"/>
                </a:ext>
              </a:extLst>
            </p:cNvPr>
            <p:cNvGrpSpPr/>
            <p:nvPr/>
          </p:nvGrpSpPr>
          <p:grpSpPr>
            <a:xfrm>
              <a:off x="8144116" y="4080387"/>
              <a:ext cx="1203959" cy="1114429"/>
              <a:chOff x="495541" y="3991241"/>
              <a:chExt cx="1203959" cy="1114429"/>
            </a:xfrm>
            <a:solidFill>
              <a:srgbClr val="0683AA"/>
            </a:solidFill>
          </p:grpSpPr>
          <p:sp>
            <p:nvSpPr>
              <p:cNvPr id="34" name="Rectangle 193">
                <a:extLst>
                  <a:ext uri="{FF2B5EF4-FFF2-40B4-BE49-F238E27FC236}">
                    <a16:creationId xmlns:a16="http://schemas.microsoft.com/office/drawing/2014/main" id="{FC994907-C2A7-5A99-7417-D4ADF7F5ED47}"/>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35" name="Graphique 194" descr="Utilisateurs avec un remplissage uni">
                <a:extLst>
                  <a:ext uri="{FF2B5EF4-FFF2-40B4-BE49-F238E27FC236}">
                    <a16:creationId xmlns:a16="http://schemas.microsoft.com/office/drawing/2014/main" id="{050692FB-D054-0CE1-7F45-62571CAA0B5E}"/>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6" name="Groupe 130">
              <a:extLst>
                <a:ext uri="{FF2B5EF4-FFF2-40B4-BE49-F238E27FC236}">
                  <a16:creationId xmlns:a16="http://schemas.microsoft.com/office/drawing/2014/main" id="{91DDBC18-3388-C0DB-9F63-BE9C5E36B317}"/>
                </a:ext>
              </a:extLst>
            </p:cNvPr>
            <p:cNvGrpSpPr/>
            <p:nvPr/>
          </p:nvGrpSpPr>
          <p:grpSpPr>
            <a:xfrm>
              <a:off x="7765182" y="5459500"/>
              <a:ext cx="1203959" cy="1114429"/>
              <a:chOff x="495541" y="3991241"/>
              <a:chExt cx="1203959" cy="1114429"/>
            </a:xfrm>
          </p:grpSpPr>
          <p:sp>
            <p:nvSpPr>
              <p:cNvPr id="32" name="Rectangle 191">
                <a:extLst>
                  <a:ext uri="{FF2B5EF4-FFF2-40B4-BE49-F238E27FC236}">
                    <a16:creationId xmlns:a16="http://schemas.microsoft.com/office/drawing/2014/main" id="{D33F3967-6783-8CB9-185F-6234CA28BA8F}"/>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33" name="Graphique 192" descr="Utilisateurs avec un remplissage uni">
                <a:extLst>
                  <a:ext uri="{FF2B5EF4-FFF2-40B4-BE49-F238E27FC236}">
                    <a16:creationId xmlns:a16="http://schemas.microsoft.com/office/drawing/2014/main" id="{CCE45BAC-C6C2-13C0-A0C1-37BD40C8E88D}"/>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7" name="Groupe 131">
              <a:extLst>
                <a:ext uri="{FF2B5EF4-FFF2-40B4-BE49-F238E27FC236}">
                  <a16:creationId xmlns:a16="http://schemas.microsoft.com/office/drawing/2014/main" id="{2145CA5E-7991-21C8-747A-BACE3B196363}"/>
                </a:ext>
              </a:extLst>
            </p:cNvPr>
            <p:cNvGrpSpPr/>
            <p:nvPr/>
          </p:nvGrpSpPr>
          <p:grpSpPr>
            <a:xfrm>
              <a:off x="10040031" y="5626122"/>
              <a:ext cx="1203959" cy="1086268"/>
              <a:chOff x="1844480" y="4004145"/>
              <a:chExt cx="1203959" cy="1086268"/>
            </a:xfrm>
          </p:grpSpPr>
          <p:sp>
            <p:nvSpPr>
              <p:cNvPr id="30" name="Rectangle 189">
                <a:extLst>
                  <a:ext uri="{FF2B5EF4-FFF2-40B4-BE49-F238E27FC236}">
                    <a16:creationId xmlns:a16="http://schemas.microsoft.com/office/drawing/2014/main" id="{04C7A1B8-41B6-ABF7-DBED-79A3B03237B1}"/>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31" name="Graphique 190" descr="Utilisateurs avec un remplissage uni">
                <a:extLst>
                  <a:ext uri="{FF2B5EF4-FFF2-40B4-BE49-F238E27FC236}">
                    <a16:creationId xmlns:a16="http://schemas.microsoft.com/office/drawing/2014/main" id="{EBDCCA07-652E-B00C-99CE-1222159F4D82}"/>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8" name="Groupe 132">
              <a:extLst>
                <a:ext uri="{FF2B5EF4-FFF2-40B4-BE49-F238E27FC236}">
                  <a16:creationId xmlns:a16="http://schemas.microsoft.com/office/drawing/2014/main" id="{86DC4D3D-B365-5F73-5D61-8A4582F6B4FE}"/>
                </a:ext>
              </a:extLst>
            </p:cNvPr>
            <p:cNvGrpSpPr/>
            <p:nvPr/>
          </p:nvGrpSpPr>
          <p:grpSpPr>
            <a:xfrm>
              <a:off x="10348719" y="4140742"/>
              <a:ext cx="1203959" cy="1086268"/>
              <a:chOff x="1844480" y="4004145"/>
              <a:chExt cx="1203959" cy="1086268"/>
            </a:xfrm>
          </p:grpSpPr>
          <p:sp>
            <p:nvSpPr>
              <p:cNvPr id="28" name="Rectangle 187">
                <a:extLst>
                  <a:ext uri="{FF2B5EF4-FFF2-40B4-BE49-F238E27FC236}">
                    <a16:creationId xmlns:a16="http://schemas.microsoft.com/office/drawing/2014/main" id="{7FFFECFC-ED7A-38B4-A988-0781BD253067}"/>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29" name="Graphique 188" descr="Utilisateurs avec un remplissage uni">
                <a:extLst>
                  <a:ext uri="{FF2B5EF4-FFF2-40B4-BE49-F238E27FC236}">
                    <a16:creationId xmlns:a16="http://schemas.microsoft.com/office/drawing/2014/main" id="{9567A0E1-4856-DF0D-0FDE-2AF834625527}"/>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pic>
          <p:nvPicPr>
            <p:cNvPr id="11" name="Graphique 185" descr="Utilisateur avec un remplissage uni">
              <a:extLst>
                <a:ext uri="{FF2B5EF4-FFF2-40B4-BE49-F238E27FC236}">
                  <a16:creationId xmlns:a16="http://schemas.microsoft.com/office/drawing/2014/main" id="{85D66401-8B5F-3494-9767-72A2EF37503D}"/>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451137" y="1940358"/>
              <a:ext cx="634194" cy="634194"/>
            </a:xfrm>
            <a:prstGeom prst="rect">
              <a:avLst/>
            </a:prstGeom>
          </p:spPr>
        </p:pic>
        <p:grpSp>
          <p:nvGrpSpPr>
            <p:cNvPr id="12" name="Groupe 134">
              <a:extLst>
                <a:ext uri="{FF2B5EF4-FFF2-40B4-BE49-F238E27FC236}">
                  <a16:creationId xmlns:a16="http://schemas.microsoft.com/office/drawing/2014/main" id="{FA143DFA-0EBC-75BD-4F20-C8B1D3BA9FDB}"/>
                </a:ext>
              </a:extLst>
            </p:cNvPr>
            <p:cNvGrpSpPr/>
            <p:nvPr/>
          </p:nvGrpSpPr>
          <p:grpSpPr>
            <a:xfrm>
              <a:off x="10058713" y="1739195"/>
              <a:ext cx="1203959" cy="1086268"/>
              <a:chOff x="1844480" y="4004145"/>
              <a:chExt cx="1203959" cy="1086268"/>
            </a:xfrm>
          </p:grpSpPr>
          <p:sp>
            <p:nvSpPr>
              <p:cNvPr id="26" name="Rectangle 150">
                <a:extLst>
                  <a:ext uri="{FF2B5EF4-FFF2-40B4-BE49-F238E27FC236}">
                    <a16:creationId xmlns:a16="http://schemas.microsoft.com/office/drawing/2014/main" id="{7CF26D4F-1EE5-2D4C-B067-533D1E6BB0D8}"/>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27" name="Graphique 151" descr="Utilisateurs avec un remplissage uni">
                <a:extLst>
                  <a:ext uri="{FF2B5EF4-FFF2-40B4-BE49-F238E27FC236}">
                    <a16:creationId xmlns:a16="http://schemas.microsoft.com/office/drawing/2014/main" id="{6C1C4D61-A760-9690-52EC-4E4BAFD5A06D}"/>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pic>
          <p:nvPicPr>
            <p:cNvPr id="13" name="Graphique 148" descr="Utilisateur avec un remplissage uni">
              <a:extLst>
                <a:ext uri="{FF2B5EF4-FFF2-40B4-BE49-F238E27FC236}">
                  <a16:creationId xmlns:a16="http://schemas.microsoft.com/office/drawing/2014/main" id="{1C1EC88D-1DCA-E19B-53C6-7576E3B4496F}"/>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0324912" y="3254927"/>
              <a:ext cx="634194" cy="634194"/>
            </a:xfrm>
            <a:prstGeom prst="rect">
              <a:avLst/>
            </a:prstGeom>
          </p:spPr>
        </p:pic>
        <p:sp>
          <p:nvSpPr>
            <p:cNvPr id="14" name="Flèche : droite 136">
              <a:extLst>
                <a:ext uri="{FF2B5EF4-FFF2-40B4-BE49-F238E27FC236}">
                  <a16:creationId xmlns:a16="http://schemas.microsoft.com/office/drawing/2014/main" id="{70579870-4086-3F62-5207-D574589584E7}"/>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5" name="Flèche : droite 137">
              <a:extLst>
                <a:ext uri="{FF2B5EF4-FFF2-40B4-BE49-F238E27FC236}">
                  <a16:creationId xmlns:a16="http://schemas.microsoft.com/office/drawing/2014/main" id="{349204C2-718C-E23C-503F-07330BA70E41}"/>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6" name="Flèche : droite 138">
              <a:extLst>
                <a:ext uri="{FF2B5EF4-FFF2-40B4-BE49-F238E27FC236}">
                  <a16:creationId xmlns:a16="http://schemas.microsoft.com/office/drawing/2014/main" id="{2805D732-7D9A-CD82-DF64-D6658F0CECEB}"/>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7" name="Flèche : droite 139">
              <a:extLst>
                <a:ext uri="{FF2B5EF4-FFF2-40B4-BE49-F238E27FC236}">
                  <a16:creationId xmlns:a16="http://schemas.microsoft.com/office/drawing/2014/main" id="{9BF89FF7-5175-0582-256D-6A09852CC731}"/>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8" name="Flèche : droite 140">
              <a:extLst>
                <a:ext uri="{FF2B5EF4-FFF2-40B4-BE49-F238E27FC236}">
                  <a16:creationId xmlns:a16="http://schemas.microsoft.com/office/drawing/2014/main" id="{E9C81159-F821-C2E3-D1DE-99F7FEB3AFE2}"/>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9" name="Flèche : droite 141">
              <a:extLst>
                <a:ext uri="{FF2B5EF4-FFF2-40B4-BE49-F238E27FC236}">
                  <a16:creationId xmlns:a16="http://schemas.microsoft.com/office/drawing/2014/main" id="{AB36690E-9C85-F570-8800-CF96AB4144A7}"/>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20" name="Flèche : droite 142">
              <a:extLst>
                <a:ext uri="{FF2B5EF4-FFF2-40B4-BE49-F238E27FC236}">
                  <a16:creationId xmlns:a16="http://schemas.microsoft.com/office/drawing/2014/main" id="{08CDF73A-E19A-52BE-F4BA-660946D52419}"/>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21" name="Flèche : droite 143">
              <a:extLst>
                <a:ext uri="{FF2B5EF4-FFF2-40B4-BE49-F238E27FC236}">
                  <a16:creationId xmlns:a16="http://schemas.microsoft.com/office/drawing/2014/main" id="{7595A9CD-2664-0DB5-715B-CFC17DD06E06}"/>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22" name="Flèche : droite 144">
              <a:extLst>
                <a:ext uri="{FF2B5EF4-FFF2-40B4-BE49-F238E27FC236}">
                  <a16:creationId xmlns:a16="http://schemas.microsoft.com/office/drawing/2014/main" id="{B60F53A0-4764-C695-8CB6-A6610A09E2B1}"/>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pic>
          <p:nvPicPr>
            <p:cNvPr id="23" name="Graphique 145" descr="Utilisateur avec un remplissage uni">
              <a:extLst>
                <a:ext uri="{FF2B5EF4-FFF2-40B4-BE49-F238E27FC236}">
                  <a16:creationId xmlns:a16="http://schemas.microsoft.com/office/drawing/2014/main" id="{98AE7610-E1A3-77C5-9957-51FC3824FE76}"/>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9199066" y="3752255"/>
              <a:ext cx="410445" cy="410445"/>
            </a:xfrm>
            <a:prstGeom prst="rect">
              <a:avLst/>
            </a:prstGeom>
          </p:spPr>
        </p:pic>
        <p:pic>
          <p:nvPicPr>
            <p:cNvPr id="24" name="Graphique 146" descr="Utilisateur avec un remplissage uni">
              <a:extLst>
                <a:ext uri="{FF2B5EF4-FFF2-40B4-BE49-F238E27FC236}">
                  <a16:creationId xmlns:a16="http://schemas.microsoft.com/office/drawing/2014/main" id="{241414C9-EE62-2872-88BC-C88CBEE87E12}"/>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997464" y="4944818"/>
              <a:ext cx="410445" cy="410445"/>
            </a:xfrm>
            <a:prstGeom prst="rect">
              <a:avLst/>
            </a:prstGeom>
          </p:spPr>
        </p:pic>
        <p:pic>
          <p:nvPicPr>
            <p:cNvPr id="25" name="Graphique 147" descr="Utilisateur avec un remplissage uni">
              <a:extLst>
                <a:ext uri="{FF2B5EF4-FFF2-40B4-BE49-F238E27FC236}">
                  <a16:creationId xmlns:a16="http://schemas.microsoft.com/office/drawing/2014/main" id="{A3972457-305A-ED82-ED9D-DBA2A246F183}"/>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0985327" y="2533953"/>
              <a:ext cx="410445" cy="410445"/>
            </a:xfrm>
            <a:prstGeom prst="rect">
              <a:avLst/>
            </a:prstGeom>
          </p:spPr>
        </p:pic>
      </p:grpSp>
    </p:spTree>
    <p:extLst>
      <p:ext uri="{BB962C8B-B14F-4D97-AF65-F5344CB8AC3E}">
        <p14:creationId xmlns:p14="http://schemas.microsoft.com/office/powerpoint/2010/main" val="12803289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195C13-A136-0A50-B849-2A908910A09D}"/>
              </a:ext>
            </a:extLst>
          </p:cNvPr>
          <p:cNvSpPr>
            <a:spLocks noGrp="1"/>
          </p:cNvSpPr>
          <p:nvPr>
            <p:ph type="title"/>
          </p:nvPr>
        </p:nvSpPr>
        <p:spPr/>
        <p:txBody>
          <a:bodyPr/>
          <a:lstStyle/>
          <a:p>
            <a:r>
              <a:rPr lang="en-US" dirty="0"/>
              <a:t>Usual challenges related to an </a:t>
            </a:r>
            <a:r>
              <a:rPr lang="en-US" b="1" dirty="0">
                <a:solidFill>
                  <a:srgbClr val="FF0000"/>
                </a:solidFill>
              </a:rPr>
              <a:t>unclear understanding of scope of impact</a:t>
            </a:r>
          </a:p>
        </p:txBody>
      </p:sp>
      <p:sp>
        <p:nvSpPr>
          <p:cNvPr id="4" name="Rectangle 3">
            <a:extLst>
              <a:ext uri="{FF2B5EF4-FFF2-40B4-BE49-F238E27FC236}">
                <a16:creationId xmlns:a16="http://schemas.microsoft.com/office/drawing/2014/main" id="{30580FA6-B5B3-AA21-0CDF-17A843947E99}"/>
              </a:ext>
            </a:extLst>
          </p:cNvPr>
          <p:cNvSpPr/>
          <p:nvPr/>
        </p:nvSpPr>
        <p:spPr>
          <a:xfrm>
            <a:off x="1444847" y="4876082"/>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Lacking concrete overview of target impact</a:t>
            </a:r>
          </a:p>
        </p:txBody>
      </p:sp>
      <p:sp>
        <p:nvSpPr>
          <p:cNvPr id="5" name="Bulle narrative : ronde 4">
            <a:extLst>
              <a:ext uri="{FF2B5EF4-FFF2-40B4-BE49-F238E27FC236}">
                <a16:creationId xmlns:a16="http://schemas.microsoft.com/office/drawing/2014/main" id="{AB555F7A-81E1-5C69-D065-25651BFD0F01}"/>
              </a:ext>
            </a:extLst>
          </p:cNvPr>
          <p:cNvSpPr/>
          <p:nvPr/>
        </p:nvSpPr>
        <p:spPr>
          <a:xfrm>
            <a:off x="941033" y="2057714"/>
            <a:ext cx="2636668" cy="1325563"/>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Ok for the project / product personas, I understand who we target theoretically.</a:t>
            </a:r>
          </a:p>
          <a:p>
            <a:pPr algn="ctr"/>
            <a:r>
              <a:rPr lang="en-US" sz="1200" b="1" dirty="0">
                <a:solidFill>
                  <a:schemeClr val="tx1"/>
                </a:solidFill>
              </a:rPr>
              <a:t>But who will we impact FOR REAL </a:t>
            </a:r>
            <a:r>
              <a:rPr lang="en-US" sz="1200" dirty="0">
                <a:solidFill>
                  <a:schemeClr val="tx1"/>
                </a:solidFill>
              </a:rPr>
              <a:t>?</a:t>
            </a:r>
          </a:p>
        </p:txBody>
      </p:sp>
      <p:pic>
        <p:nvPicPr>
          <p:cNvPr id="6" name="Graphique 5" descr="Homme en tenue professionnelle">
            <a:extLst>
              <a:ext uri="{FF2B5EF4-FFF2-40B4-BE49-F238E27FC236}">
                <a16:creationId xmlns:a16="http://schemas.microsoft.com/office/drawing/2014/main" id="{2933A0E0-CDF9-6CD0-A16B-182BC99FE6A4}"/>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60618" y="3605745"/>
            <a:ext cx="943374" cy="1273899"/>
          </a:xfrm>
          <a:prstGeom prst="rect">
            <a:avLst/>
          </a:prstGeom>
        </p:spPr>
      </p:pic>
      <p:sp>
        <p:nvSpPr>
          <p:cNvPr id="7" name="Rectangle 6">
            <a:extLst>
              <a:ext uri="{FF2B5EF4-FFF2-40B4-BE49-F238E27FC236}">
                <a16:creationId xmlns:a16="http://schemas.microsoft.com/office/drawing/2014/main" id="{584DE4F2-EF8E-CD09-5A32-B7D53631B46A}"/>
              </a:ext>
            </a:extLst>
          </p:cNvPr>
          <p:cNvSpPr/>
          <p:nvPr/>
        </p:nvSpPr>
        <p:spPr>
          <a:xfrm>
            <a:off x="4192109" y="4876081"/>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Lacking information to prioritize</a:t>
            </a:r>
          </a:p>
        </p:txBody>
      </p:sp>
      <p:sp>
        <p:nvSpPr>
          <p:cNvPr id="8" name="Bulle narrative : ronde 7">
            <a:extLst>
              <a:ext uri="{FF2B5EF4-FFF2-40B4-BE49-F238E27FC236}">
                <a16:creationId xmlns:a16="http://schemas.microsoft.com/office/drawing/2014/main" id="{1F5AA4E1-6331-BCE4-D586-93D3B9F94119}"/>
              </a:ext>
            </a:extLst>
          </p:cNvPr>
          <p:cNvSpPr/>
          <p:nvPr/>
        </p:nvSpPr>
        <p:spPr>
          <a:xfrm>
            <a:off x="3648722" y="2057714"/>
            <a:ext cx="2636668" cy="1325563"/>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We want to please many stakeholders, customers, leads and other teams. But </a:t>
            </a:r>
            <a:r>
              <a:rPr lang="en-US" sz="1200" b="1" dirty="0">
                <a:solidFill>
                  <a:schemeClr val="tx1"/>
                </a:solidFill>
              </a:rPr>
              <a:t>who should we prioritize ?</a:t>
            </a:r>
          </a:p>
        </p:txBody>
      </p:sp>
      <p:sp>
        <p:nvSpPr>
          <p:cNvPr id="9" name="Rectangle 8">
            <a:extLst>
              <a:ext uri="{FF2B5EF4-FFF2-40B4-BE49-F238E27FC236}">
                <a16:creationId xmlns:a16="http://schemas.microsoft.com/office/drawing/2014/main" id="{27D2D474-FE9B-8CD2-50FE-EC2AEC8FABC7}"/>
              </a:ext>
            </a:extLst>
          </p:cNvPr>
          <p:cNvSpPr/>
          <p:nvPr/>
        </p:nvSpPr>
        <p:spPr>
          <a:xfrm>
            <a:off x="6939371" y="4876080"/>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Not understanding indirect influence and its power</a:t>
            </a:r>
          </a:p>
        </p:txBody>
      </p:sp>
      <p:sp>
        <p:nvSpPr>
          <p:cNvPr id="10" name="Bulle narrative : ronde 9">
            <a:extLst>
              <a:ext uri="{FF2B5EF4-FFF2-40B4-BE49-F238E27FC236}">
                <a16:creationId xmlns:a16="http://schemas.microsoft.com/office/drawing/2014/main" id="{8789A2FE-FFE1-9982-65DF-D6DDAFF2407F}"/>
              </a:ext>
            </a:extLst>
          </p:cNvPr>
          <p:cNvSpPr/>
          <p:nvPr/>
        </p:nvSpPr>
        <p:spPr>
          <a:xfrm>
            <a:off x="6356411" y="2103437"/>
            <a:ext cx="2636668" cy="1325563"/>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 am still told that our project will have a huge impact, the only thing I see is that we only direct our current actions on a few people.</a:t>
            </a:r>
          </a:p>
        </p:txBody>
      </p:sp>
      <p:sp>
        <p:nvSpPr>
          <p:cNvPr id="11" name="Rectangle 10">
            <a:extLst>
              <a:ext uri="{FF2B5EF4-FFF2-40B4-BE49-F238E27FC236}">
                <a16:creationId xmlns:a16="http://schemas.microsoft.com/office/drawing/2014/main" id="{3A540A94-4FF5-165B-CCDD-119D49833966}"/>
              </a:ext>
            </a:extLst>
          </p:cNvPr>
          <p:cNvSpPr/>
          <p:nvPr/>
        </p:nvSpPr>
        <p:spPr>
          <a:xfrm>
            <a:off x="9686633" y="4876079"/>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Not understanding the mechanics of indirect influence</a:t>
            </a:r>
          </a:p>
        </p:txBody>
      </p:sp>
      <p:sp>
        <p:nvSpPr>
          <p:cNvPr id="12" name="Bulle narrative : ronde 11">
            <a:extLst>
              <a:ext uri="{FF2B5EF4-FFF2-40B4-BE49-F238E27FC236}">
                <a16:creationId xmlns:a16="http://schemas.microsoft.com/office/drawing/2014/main" id="{8F50C833-B062-3E0F-8852-2099E72C6256}"/>
              </a:ext>
            </a:extLst>
          </p:cNvPr>
          <p:cNvSpPr/>
          <p:nvPr/>
        </p:nvSpPr>
        <p:spPr>
          <a:xfrm>
            <a:off x="9064100" y="2103436"/>
            <a:ext cx="2636668" cy="1325563"/>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It is sure we will have a HUGE influence, no need to prioritize or target specific people</a:t>
            </a:r>
          </a:p>
        </p:txBody>
      </p:sp>
      <p:pic>
        <p:nvPicPr>
          <p:cNvPr id="13" name="Graphique 12" descr="Homme portant une veste">
            <a:extLst>
              <a:ext uri="{FF2B5EF4-FFF2-40B4-BE49-F238E27FC236}">
                <a16:creationId xmlns:a16="http://schemas.microsoft.com/office/drawing/2014/main" id="{EE07214B-9D74-5D44-E425-7BC83AFB7D8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510321" y="3564429"/>
            <a:ext cx="943374" cy="1356530"/>
          </a:xfrm>
          <a:prstGeom prst="rect">
            <a:avLst/>
          </a:prstGeom>
        </p:spPr>
      </p:pic>
      <p:pic>
        <p:nvPicPr>
          <p:cNvPr id="14" name="Graphique 13" descr="Homme barbu en peignoir">
            <a:extLst>
              <a:ext uri="{FF2B5EF4-FFF2-40B4-BE49-F238E27FC236}">
                <a16:creationId xmlns:a16="http://schemas.microsoft.com/office/drawing/2014/main" id="{C904C795-5F67-216B-FB6F-012ACE51D550}"/>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0012961" y="3671371"/>
            <a:ext cx="964032" cy="1211926"/>
          </a:xfrm>
          <a:prstGeom prst="rect">
            <a:avLst/>
          </a:prstGeom>
        </p:spPr>
      </p:pic>
      <p:pic>
        <p:nvPicPr>
          <p:cNvPr id="15" name="Graphique 14" descr="Femme avec queue de cheval">
            <a:extLst>
              <a:ext uri="{FF2B5EF4-FFF2-40B4-BE49-F238E27FC236}">
                <a16:creationId xmlns:a16="http://schemas.microsoft.com/office/drawing/2014/main" id="{70CFE508-E399-0A43-15EE-753DB1033EC1}"/>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295308" y="3574968"/>
            <a:ext cx="867629" cy="1308329"/>
          </a:xfrm>
          <a:prstGeom prst="rect">
            <a:avLst/>
          </a:prstGeom>
        </p:spPr>
      </p:pic>
    </p:spTree>
    <p:extLst>
      <p:ext uri="{BB962C8B-B14F-4D97-AF65-F5344CB8AC3E}">
        <p14:creationId xmlns:p14="http://schemas.microsoft.com/office/powerpoint/2010/main" val="9300855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C970E8-85EC-4F9E-B2BA-5BE418DB4CBB}"/>
              </a:ext>
            </a:extLst>
          </p:cNvPr>
          <p:cNvSpPr>
            <a:spLocks noGrp="1"/>
          </p:cNvSpPr>
          <p:nvPr>
            <p:ph type="title"/>
          </p:nvPr>
        </p:nvSpPr>
        <p:spPr>
          <a:xfrm>
            <a:off x="838200" y="342948"/>
            <a:ext cx="10515600" cy="1325563"/>
          </a:xfrm>
        </p:spPr>
        <p:txBody>
          <a:bodyPr>
            <a:normAutofit/>
          </a:bodyPr>
          <a:lstStyle/>
          <a:p>
            <a:r>
              <a:rPr lang="en-US"/>
              <a:t>Why HERE ?</a:t>
            </a:r>
            <a:br>
              <a:rPr lang="en-US"/>
            </a:br>
            <a:r>
              <a:rPr lang="en-US"/>
              <a:t>Map of Influence</a:t>
            </a:r>
          </a:p>
        </p:txBody>
      </p:sp>
      <p:sp>
        <p:nvSpPr>
          <p:cNvPr id="33" name="Espace réservé du contenu 2">
            <a:extLst>
              <a:ext uri="{FF2B5EF4-FFF2-40B4-BE49-F238E27FC236}">
                <a16:creationId xmlns:a16="http://schemas.microsoft.com/office/drawing/2014/main" id="{7BA9F061-C652-4528-AF92-4FCAC49C0B78}"/>
              </a:ext>
            </a:extLst>
          </p:cNvPr>
          <p:cNvSpPr>
            <a:spLocks noGrp="1"/>
          </p:cNvSpPr>
          <p:nvPr>
            <p:ph idx="1"/>
          </p:nvPr>
        </p:nvSpPr>
        <p:spPr>
          <a:xfrm>
            <a:off x="552449" y="1815831"/>
            <a:ext cx="4810125" cy="4918343"/>
          </a:xfrm>
        </p:spPr>
        <p:txBody>
          <a:bodyPr>
            <a:normAutofit fontScale="70000" lnSpcReduction="20000"/>
          </a:bodyPr>
          <a:lstStyle/>
          <a:p>
            <a:r>
              <a:rPr lang="en-US" dirty="0"/>
              <a:t>projects / products who intend to bring positive effects to nonmembers of its members can have various </a:t>
            </a:r>
            <a:r>
              <a:rPr lang="en-US" b="1" dirty="0">
                <a:solidFill>
                  <a:srgbClr val="ED7D31"/>
                </a:solidFill>
              </a:rPr>
              <a:t>direct Targets </a:t>
            </a:r>
            <a:r>
              <a:rPr lang="en-US" dirty="0"/>
              <a:t>(groups or individuals)</a:t>
            </a:r>
            <a:r>
              <a:rPr lang="en-US" b="1" dirty="0">
                <a:solidFill>
                  <a:srgbClr val="ED7D31"/>
                </a:solidFill>
              </a:rPr>
              <a:t> </a:t>
            </a:r>
          </a:p>
          <a:p>
            <a:endParaRPr lang="en-US" b="1" dirty="0">
              <a:solidFill>
                <a:srgbClr val="ED7D31"/>
              </a:solidFill>
            </a:endParaRPr>
          </a:p>
          <a:p>
            <a:r>
              <a:rPr lang="en-US" dirty="0"/>
              <a:t>Understanding the specificity of </a:t>
            </a:r>
            <a:r>
              <a:rPr lang="en-US" dirty="0">
                <a:solidFill>
                  <a:srgbClr val="0683AA"/>
                </a:solidFill>
              </a:rPr>
              <a:t>each </a:t>
            </a:r>
            <a:r>
              <a:rPr lang="en-US" b="1" dirty="0">
                <a:solidFill>
                  <a:srgbClr val="0683AA"/>
                </a:solidFill>
              </a:rPr>
              <a:t>target </a:t>
            </a:r>
            <a:r>
              <a:rPr lang="en-US" dirty="0"/>
              <a:t>clarifies Project / Product purposes and increases chances of success</a:t>
            </a:r>
          </a:p>
          <a:p>
            <a:endParaRPr lang="en-US" dirty="0"/>
          </a:p>
          <a:p>
            <a:r>
              <a:rPr lang="en-US" dirty="0"/>
              <a:t>On top of direct target groups, Project / Product activities can have various side effects, which can be interesting to mention.</a:t>
            </a:r>
          </a:p>
          <a:p>
            <a:endParaRPr lang="en-US" dirty="0"/>
          </a:p>
          <a:p>
            <a:r>
              <a:rPr lang="en-US" dirty="0"/>
              <a:t>A global view of all the Project / Product map of influence can help teams make better choices</a:t>
            </a:r>
          </a:p>
        </p:txBody>
      </p:sp>
      <p:grpSp>
        <p:nvGrpSpPr>
          <p:cNvPr id="4" name="Groupe 3">
            <a:extLst>
              <a:ext uri="{FF2B5EF4-FFF2-40B4-BE49-F238E27FC236}">
                <a16:creationId xmlns:a16="http://schemas.microsoft.com/office/drawing/2014/main" id="{01F5657D-0347-4534-994F-7A851859F58C}"/>
              </a:ext>
            </a:extLst>
          </p:cNvPr>
          <p:cNvGrpSpPr/>
          <p:nvPr/>
        </p:nvGrpSpPr>
        <p:grpSpPr>
          <a:xfrm>
            <a:off x="6096000" y="1815831"/>
            <a:ext cx="5296825" cy="3933679"/>
            <a:chOff x="4856111" y="1739195"/>
            <a:chExt cx="6696567" cy="4973195"/>
          </a:xfrm>
        </p:grpSpPr>
        <p:pic>
          <p:nvPicPr>
            <p:cNvPr id="5" name="Graphique 4" descr="Sphères de Harvey 100% avec un remplissage uni">
              <a:extLst>
                <a:ext uri="{FF2B5EF4-FFF2-40B4-BE49-F238E27FC236}">
                  <a16:creationId xmlns:a16="http://schemas.microsoft.com/office/drawing/2014/main" id="{47935B2A-0288-418B-9DC6-718E81189267}"/>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0326" t="10344" r="10326" b="10240"/>
            <a:stretch/>
          </p:blipFill>
          <p:spPr>
            <a:xfrm>
              <a:off x="4856111" y="3574539"/>
              <a:ext cx="1792339" cy="1793874"/>
            </a:xfrm>
            <a:prstGeom prst="rect">
              <a:avLst/>
            </a:prstGeom>
          </p:spPr>
        </p:pic>
        <p:sp>
          <p:nvSpPr>
            <p:cNvPr id="6" name="ZoneTexte 5">
              <a:extLst>
                <a:ext uri="{FF2B5EF4-FFF2-40B4-BE49-F238E27FC236}">
                  <a16:creationId xmlns:a16="http://schemas.microsoft.com/office/drawing/2014/main" id="{A30EF171-87CB-4769-B3A8-7B66CC240C9E}"/>
                </a:ext>
              </a:extLst>
            </p:cNvPr>
            <p:cNvSpPr txBox="1"/>
            <p:nvPr/>
          </p:nvSpPr>
          <p:spPr>
            <a:xfrm>
              <a:off x="5116689" y="4342405"/>
              <a:ext cx="1408902" cy="321016"/>
            </a:xfrm>
            <a:prstGeom prst="rect">
              <a:avLst/>
            </a:prstGeom>
            <a:noFill/>
          </p:spPr>
          <p:txBody>
            <a:bodyPr wrap="none" rtlCol="0">
              <a:spAutoFit/>
            </a:bodyPr>
            <a:lstStyle/>
            <a:p>
              <a:r>
                <a:rPr lang="en-US" sz="1050"/>
                <a:t>Project / Product</a:t>
              </a:r>
            </a:p>
          </p:txBody>
        </p:sp>
        <p:grpSp>
          <p:nvGrpSpPr>
            <p:cNvPr id="7" name="Groupe 6">
              <a:extLst>
                <a:ext uri="{FF2B5EF4-FFF2-40B4-BE49-F238E27FC236}">
                  <a16:creationId xmlns:a16="http://schemas.microsoft.com/office/drawing/2014/main" id="{B02B5AE7-AB5E-4106-9610-38ABC9CC068F}"/>
                </a:ext>
              </a:extLst>
            </p:cNvPr>
            <p:cNvGrpSpPr/>
            <p:nvPr/>
          </p:nvGrpSpPr>
          <p:grpSpPr>
            <a:xfrm>
              <a:off x="8201266" y="2889716"/>
              <a:ext cx="1203959" cy="1114429"/>
              <a:chOff x="495541" y="3991241"/>
              <a:chExt cx="1203959" cy="1114429"/>
            </a:xfrm>
          </p:grpSpPr>
          <p:sp>
            <p:nvSpPr>
              <p:cNvPr id="42" name="Rectangle 41">
                <a:extLst>
                  <a:ext uri="{FF2B5EF4-FFF2-40B4-BE49-F238E27FC236}">
                    <a16:creationId xmlns:a16="http://schemas.microsoft.com/office/drawing/2014/main" id="{F3AED425-C65C-4B60-A5DF-EF029F894DA0}"/>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t>🎯 Direct Target group and reason to target it</a:t>
                </a:r>
              </a:p>
            </p:txBody>
          </p:sp>
          <p:pic>
            <p:nvPicPr>
              <p:cNvPr id="43" name="Graphique 42" descr="Utilisateurs avec un remplissage uni">
                <a:extLst>
                  <a:ext uri="{FF2B5EF4-FFF2-40B4-BE49-F238E27FC236}">
                    <a16:creationId xmlns:a16="http://schemas.microsoft.com/office/drawing/2014/main" id="{7B62BDED-8D10-4661-B00F-9FD5AFA409A5}"/>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8" name="Groupe 7">
              <a:extLst>
                <a:ext uri="{FF2B5EF4-FFF2-40B4-BE49-F238E27FC236}">
                  <a16:creationId xmlns:a16="http://schemas.microsoft.com/office/drawing/2014/main" id="{3CF6D013-B7B1-4BF6-896F-94B1CA743B39}"/>
                </a:ext>
              </a:extLst>
            </p:cNvPr>
            <p:cNvGrpSpPr/>
            <p:nvPr/>
          </p:nvGrpSpPr>
          <p:grpSpPr>
            <a:xfrm>
              <a:off x="8144116" y="4080387"/>
              <a:ext cx="1203959" cy="1114429"/>
              <a:chOff x="495541" y="3991241"/>
              <a:chExt cx="1203959" cy="1114429"/>
            </a:xfrm>
            <a:solidFill>
              <a:srgbClr val="0683AA"/>
            </a:solidFill>
          </p:grpSpPr>
          <p:sp>
            <p:nvSpPr>
              <p:cNvPr id="40" name="Rectangle 39">
                <a:extLst>
                  <a:ext uri="{FF2B5EF4-FFF2-40B4-BE49-F238E27FC236}">
                    <a16:creationId xmlns:a16="http://schemas.microsoft.com/office/drawing/2014/main" id="{84E922F1-A589-400F-B889-F0CCAF5006BD}"/>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t>🎯 Direct Target group and reason to target it</a:t>
                </a:r>
              </a:p>
            </p:txBody>
          </p:sp>
          <p:pic>
            <p:nvPicPr>
              <p:cNvPr id="41" name="Graphique 40" descr="Utilisateurs avec un remplissage uni">
                <a:extLst>
                  <a:ext uri="{FF2B5EF4-FFF2-40B4-BE49-F238E27FC236}">
                    <a16:creationId xmlns:a16="http://schemas.microsoft.com/office/drawing/2014/main" id="{0952FBE8-3A73-40C2-9B20-A3EB3EECD236}"/>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9" name="Groupe 8">
              <a:extLst>
                <a:ext uri="{FF2B5EF4-FFF2-40B4-BE49-F238E27FC236}">
                  <a16:creationId xmlns:a16="http://schemas.microsoft.com/office/drawing/2014/main" id="{4A7845A3-CC04-403F-89F0-B5A3C49E1785}"/>
                </a:ext>
              </a:extLst>
            </p:cNvPr>
            <p:cNvGrpSpPr/>
            <p:nvPr/>
          </p:nvGrpSpPr>
          <p:grpSpPr>
            <a:xfrm>
              <a:off x="7765182" y="5459500"/>
              <a:ext cx="1203959" cy="1114429"/>
              <a:chOff x="495541" y="3991241"/>
              <a:chExt cx="1203959" cy="1114429"/>
            </a:xfrm>
          </p:grpSpPr>
          <p:sp>
            <p:nvSpPr>
              <p:cNvPr id="38" name="Rectangle 37">
                <a:extLst>
                  <a:ext uri="{FF2B5EF4-FFF2-40B4-BE49-F238E27FC236}">
                    <a16:creationId xmlns:a16="http://schemas.microsoft.com/office/drawing/2014/main" id="{C66DDEA4-B39D-4514-BCF0-03782E4D1AA6}"/>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t>🎯 Direct Target group and reason to target it</a:t>
                </a:r>
              </a:p>
            </p:txBody>
          </p:sp>
          <p:pic>
            <p:nvPicPr>
              <p:cNvPr id="39" name="Graphique 38" descr="Utilisateurs avec un remplissage uni">
                <a:extLst>
                  <a:ext uri="{FF2B5EF4-FFF2-40B4-BE49-F238E27FC236}">
                    <a16:creationId xmlns:a16="http://schemas.microsoft.com/office/drawing/2014/main" id="{349C09B7-95C8-482A-ABEF-93307F21CE6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10" name="Groupe 9">
              <a:extLst>
                <a:ext uri="{FF2B5EF4-FFF2-40B4-BE49-F238E27FC236}">
                  <a16:creationId xmlns:a16="http://schemas.microsoft.com/office/drawing/2014/main" id="{872F8296-775B-4538-B6BA-DD001A2660B3}"/>
                </a:ext>
              </a:extLst>
            </p:cNvPr>
            <p:cNvGrpSpPr/>
            <p:nvPr/>
          </p:nvGrpSpPr>
          <p:grpSpPr>
            <a:xfrm>
              <a:off x="10040031" y="5626122"/>
              <a:ext cx="1203959" cy="1086268"/>
              <a:chOff x="1844480" y="4004145"/>
              <a:chExt cx="1203959" cy="1086268"/>
            </a:xfrm>
          </p:grpSpPr>
          <p:sp>
            <p:nvSpPr>
              <p:cNvPr id="36" name="Rectangle 35">
                <a:extLst>
                  <a:ext uri="{FF2B5EF4-FFF2-40B4-BE49-F238E27FC236}">
                    <a16:creationId xmlns:a16="http://schemas.microsoft.com/office/drawing/2014/main" id="{84F2A797-85E2-4B38-9D26-944F77ADB0B7}"/>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Indirect Target group</a:t>
                </a:r>
              </a:p>
            </p:txBody>
          </p:sp>
          <p:pic>
            <p:nvPicPr>
              <p:cNvPr id="37" name="Graphique 36" descr="Utilisateurs avec un remplissage uni">
                <a:extLst>
                  <a:ext uri="{FF2B5EF4-FFF2-40B4-BE49-F238E27FC236}">
                    <a16:creationId xmlns:a16="http://schemas.microsoft.com/office/drawing/2014/main" id="{AC57F6F2-219A-40D6-B234-77236EAF6012}"/>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11" name="Groupe 10">
              <a:extLst>
                <a:ext uri="{FF2B5EF4-FFF2-40B4-BE49-F238E27FC236}">
                  <a16:creationId xmlns:a16="http://schemas.microsoft.com/office/drawing/2014/main" id="{A5E896B9-537F-41C1-A3B7-35A65420A4AC}"/>
                </a:ext>
              </a:extLst>
            </p:cNvPr>
            <p:cNvGrpSpPr/>
            <p:nvPr/>
          </p:nvGrpSpPr>
          <p:grpSpPr>
            <a:xfrm>
              <a:off x="10348719" y="4140742"/>
              <a:ext cx="1203959" cy="1086268"/>
              <a:chOff x="1844480" y="4004145"/>
              <a:chExt cx="1203959" cy="1086268"/>
            </a:xfrm>
          </p:grpSpPr>
          <p:sp>
            <p:nvSpPr>
              <p:cNvPr id="34" name="Rectangle 33">
                <a:extLst>
                  <a:ext uri="{FF2B5EF4-FFF2-40B4-BE49-F238E27FC236}">
                    <a16:creationId xmlns:a16="http://schemas.microsoft.com/office/drawing/2014/main" id="{E29FB839-A23F-4E9D-A078-824073EC6F99}"/>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Indirect Target group</a:t>
                </a:r>
              </a:p>
            </p:txBody>
          </p:sp>
          <p:pic>
            <p:nvPicPr>
              <p:cNvPr id="35" name="Graphique 34" descr="Utilisateurs avec un remplissage uni">
                <a:extLst>
                  <a:ext uri="{FF2B5EF4-FFF2-40B4-BE49-F238E27FC236}">
                    <a16:creationId xmlns:a16="http://schemas.microsoft.com/office/drawing/2014/main" id="{252184E5-E599-4370-B0BE-7AE774E55412}"/>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12" name="Groupe 11">
              <a:extLst>
                <a:ext uri="{FF2B5EF4-FFF2-40B4-BE49-F238E27FC236}">
                  <a16:creationId xmlns:a16="http://schemas.microsoft.com/office/drawing/2014/main" id="{0205C082-028E-429B-96EE-D93C4A4C6ACB}"/>
                </a:ext>
              </a:extLst>
            </p:cNvPr>
            <p:cNvGrpSpPr/>
            <p:nvPr/>
          </p:nvGrpSpPr>
          <p:grpSpPr>
            <a:xfrm>
              <a:off x="7166393" y="1940358"/>
              <a:ext cx="1166597" cy="896117"/>
              <a:chOff x="7034669" y="1978408"/>
              <a:chExt cx="1166597" cy="896117"/>
            </a:xfrm>
          </p:grpSpPr>
          <p:pic>
            <p:nvPicPr>
              <p:cNvPr id="31" name="Graphique 30" descr="Utilisateur avec un remplissage uni">
                <a:extLst>
                  <a:ext uri="{FF2B5EF4-FFF2-40B4-BE49-F238E27FC236}">
                    <a16:creationId xmlns:a16="http://schemas.microsoft.com/office/drawing/2014/main" id="{7F4C663D-A2F9-40C4-BD1B-D61E17161C8A}"/>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319414" y="1978408"/>
                <a:ext cx="634194" cy="634194"/>
              </a:xfrm>
              <a:prstGeom prst="rect">
                <a:avLst/>
              </a:prstGeom>
            </p:spPr>
          </p:pic>
          <p:sp>
            <p:nvSpPr>
              <p:cNvPr id="32" name="ZoneTexte 31">
                <a:extLst>
                  <a:ext uri="{FF2B5EF4-FFF2-40B4-BE49-F238E27FC236}">
                    <a16:creationId xmlns:a16="http://schemas.microsoft.com/office/drawing/2014/main" id="{41F66E18-2ABC-4D6D-9F7B-BAE987986E6E}"/>
                  </a:ext>
                </a:extLst>
              </p:cNvPr>
              <p:cNvSpPr txBox="1"/>
              <p:nvPr/>
            </p:nvSpPr>
            <p:spPr>
              <a:xfrm>
                <a:off x="7034669" y="2446505"/>
                <a:ext cx="1166597" cy="428020"/>
              </a:xfrm>
              <a:prstGeom prst="rect">
                <a:avLst/>
              </a:prstGeom>
              <a:noFill/>
            </p:spPr>
            <p:txBody>
              <a:bodyPr wrap="square">
                <a:spAutoFit/>
              </a:bodyPr>
              <a:lstStyle/>
              <a:p>
                <a:pPr algn="ctr"/>
                <a:r>
                  <a:rPr lang="en-US" sz="800">
                    <a:solidFill>
                      <a:schemeClr val="tx1"/>
                    </a:solidFill>
                  </a:rPr>
                  <a:t>Directly impacted key person</a:t>
                </a:r>
              </a:p>
            </p:txBody>
          </p:sp>
        </p:grpSp>
        <p:grpSp>
          <p:nvGrpSpPr>
            <p:cNvPr id="13" name="Groupe 12">
              <a:extLst>
                <a:ext uri="{FF2B5EF4-FFF2-40B4-BE49-F238E27FC236}">
                  <a16:creationId xmlns:a16="http://schemas.microsoft.com/office/drawing/2014/main" id="{4E3E705D-EB92-4A70-86CD-F0F1BEFEEF44}"/>
                </a:ext>
              </a:extLst>
            </p:cNvPr>
            <p:cNvGrpSpPr/>
            <p:nvPr/>
          </p:nvGrpSpPr>
          <p:grpSpPr>
            <a:xfrm>
              <a:off x="10058713" y="1739195"/>
              <a:ext cx="1203959" cy="1086268"/>
              <a:chOff x="1844480" y="4004145"/>
              <a:chExt cx="1203959" cy="1086268"/>
            </a:xfrm>
          </p:grpSpPr>
          <p:sp>
            <p:nvSpPr>
              <p:cNvPr id="29" name="Rectangle 28">
                <a:extLst>
                  <a:ext uri="{FF2B5EF4-FFF2-40B4-BE49-F238E27FC236}">
                    <a16:creationId xmlns:a16="http://schemas.microsoft.com/office/drawing/2014/main" id="{12EEFBC7-9CAC-46C8-9A56-486EBE6B1F73}"/>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Indirect Target group</a:t>
                </a:r>
              </a:p>
            </p:txBody>
          </p:sp>
          <p:pic>
            <p:nvPicPr>
              <p:cNvPr id="30" name="Graphique 29" descr="Utilisateurs avec un remplissage uni">
                <a:extLst>
                  <a:ext uri="{FF2B5EF4-FFF2-40B4-BE49-F238E27FC236}">
                    <a16:creationId xmlns:a16="http://schemas.microsoft.com/office/drawing/2014/main" id="{EB23CC6C-A0A2-43C7-A1A0-5A04E3677CCF}"/>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14" name="Groupe 13">
              <a:extLst>
                <a:ext uri="{FF2B5EF4-FFF2-40B4-BE49-F238E27FC236}">
                  <a16:creationId xmlns:a16="http://schemas.microsoft.com/office/drawing/2014/main" id="{E8D48F43-7294-4213-8BE5-A3B67C640F33}"/>
                </a:ext>
              </a:extLst>
            </p:cNvPr>
            <p:cNvGrpSpPr/>
            <p:nvPr/>
          </p:nvGrpSpPr>
          <p:grpSpPr>
            <a:xfrm>
              <a:off x="10058713" y="2853202"/>
              <a:ext cx="1166597" cy="1088483"/>
              <a:chOff x="2218233" y="2605788"/>
              <a:chExt cx="1166597" cy="1088483"/>
            </a:xfrm>
          </p:grpSpPr>
          <p:pic>
            <p:nvPicPr>
              <p:cNvPr id="27" name="Graphique 26" descr="Utilisateur avec un remplissage uni">
                <a:extLst>
                  <a:ext uri="{FF2B5EF4-FFF2-40B4-BE49-F238E27FC236}">
                    <a16:creationId xmlns:a16="http://schemas.microsoft.com/office/drawing/2014/main" id="{729F9E04-0801-41DA-9E8A-13E3852BB4AB}"/>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2484435" y="2605788"/>
                <a:ext cx="634194" cy="634194"/>
              </a:xfrm>
              <a:prstGeom prst="rect">
                <a:avLst/>
              </a:prstGeom>
            </p:spPr>
          </p:pic>
          <p:sp>
            <p:nvSpPr>
              <p:cNvPr id="28" name="ZoneTexte 27">
                <a:extLst>
                  <a:ext uri="{FF2B5EF4-FFF2-40B4-BE49-F238E27FC236}">
                    <a16:creationId xmlns:a16="http://schemas.microsoft.com/office/drawing/2014/main" id="{ED5E0F2E-5C5C-4A0A-B97C-3AA597E60D19}"/>
                  </a:ext>
                </a:extLst>
              </p:cNvPr>
              <p:cNvSpPr txBox="1"/>
              <p:nvPr/>
            </p:nvSpPr>
            <p:spPr>
              <a:xfrm>
                <a:off x="2218233" y="3110606"/>
                <a:ext cx="1166597" cy="583665"/>
              </a:xfrm>
              <a:prstGeom prst="rect">
                <a:avLst/>
              </a:prstGeom>
              <a:noFill/>
            </p:spPr>
            <p:txBody>
              <a:bodyPr wrap="square">
                <a:spAutoFit/>
              </a:bodyPr>
              <a:lstStyle/>
              <a:p>
                <a:pPr algn="ctr"/>
                <a:r>
                  <a:rPr lang="en-US" sz="800">
                    <a:solidFill>
                      <a:schemeClr val="tx1"/>
                    </a:solidFill>
                  </a:rPr>
                  <a:t>Indirectly impacted key person</a:t>
                </a:r>
              </a:p>
            </p:txBody>
          </p:sp>
        </p:grpSp>
        <p:sp>
          <p:nvSpPr>
            <p:cNvPr id="15" name="Flèche : droite 14">
              <a:extLst>
                <a:ext uri="{FF2B5EF4-FFF2-40B4-BE49-F238E27FC236}">
                  <a16:creationId xmlns:a16="http://schemas.microsoft.com/office/drawing/2014/main" id="{512450A2-43A8-4AA5-A186-18CCD21F1F00}"/>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6" name="Flèche : droite 15">
              <a:extLst>
                <a:ext uri="{FF2B5EF4-FFF2-40B4-BE49-F238E27FC236}">
                  <a16:creationId xmlns:a16="http://schemas.microsoft.com/office/drawing/2014/main" id="{9C3C0838-2C6C-4D32-B68A-038DFCBBA44A}"/>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7" name="Flèche : droite 16">
              <a:extLst>
                <a:ext uri="{FF2B5EF4-FFF2-40B4-BE49-F238E27FC236}">
                  <a16:creationId xmlns:a16="http://schemas.microsoft.com/office/drawing/2014/main" id="{2A06C65E-CB75-4D69-9CC0-F59D825C40E2}"/>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8" name="Flèche : droite 17">
              <a:extLst>
                <a:ext uri="{FF2B5EF4-FFF2-40B4-BE49-F238E27FC236}">
                  <a16:creationId xmlns:a16="http://schemas.microsoft.com/office/drawing/2014/main" id="{71E76C7E-D0E7-4806-B186-35D695AFA7B8}"/>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9" name="Flèche : droite 18">
              <a:extLst>
                <a:ext uri="{FF2B5EF4-FFF2-40B4-BE49-F238E27FC236}">
                  <a16:creationId xmlns:a16="http://schemas.microsoft.com/office/drawing/2014/main" id="{045F59C0-9272-42DC-A861-4F302291D2C7}"/>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20" name="Flèche : droite 19">
              <a:extLst>
                <a:ext uri="{FF2B5EF4-FFF2-40B4-BE49-F238E27FC236}">
                  <a16:creationId xmlns:a16="http://schemas.microsoft.com/office/drawing/2014/main" id="{0DBBD817-2480-4B30-8702-43EF9A3ECCDE}"/>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21" name="Flèche : droite 20">
              <a:extLst>
                <a:ext uri="{FF2B5EF4-FFF2-40B4-BE49-F238E27FC236}">
                  <a16:creationId xmlns:a16="http://schemas.microsoft.com/office/drawing/2014/main" id="{44903657-07CF-491C-9FCD-007388CAF3F6}"/>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22" name="Flèche : droite 21">
              <a:extLst>
                <a:ext uri="{FF2B5EF4-FFF2-40B4-BE49-F238E27FC236}">
                  <a16:creationId xmlns:a16="http://schemas.microsoft.com/office/drawing/2014/main" id="{A0C767BD-D099-4D51-AC66-D59CF8EABF73}"/>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23" name="Flèche : droite 22">
              <a:extLst>
                <a:ext uri="{FF2B5EF4-FFF2-40B4-BE49-F238E27FC236}">
                  <a16:creationId xmlns:a16="http://schemas.microsoft.com/office/drawing/2014/main" id="{D16BBA25-2889-4531-8969-F30D54908A4E}"/>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pic>
          <p:nvPicPr>
            <p:cNvPr id="24" name="Graphique 23" descr="Utilisateur avec un remplissage uni">
              <a:extLst>
                <a:ext uri="{FF2B5EF4-FFF2-40B4-BE49-F238E27FC236}">
                  <a16:creationId xmlns:a16="http://schemas.microsoft.com/office/drawing/2014/main" id="{BBEDC72A-38F6-4231-9658-C818094C3F8F}"/>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9199066" y="3752255"/>
              <a:ext cx="410445" cy="410445"/>
            </a:xfrm>
            <a:prstGeom prst="rect">
              <a:avLst/>
            </a:prstGeom>
          </p:spPr>
        </p:pic>
        <p:pic>
          <p:nvPicPr>
            <p:cNvPr id="25" name="Graphique 24" descr="Utilisateur avec un remplissage uni">
              <a:extLst>
                <a:ext uri="{FF2B5EF4-FFF2-40B4-BE49-F238E27FC236}">
                  <a16:creationId xmlns:a16="http://schemas.microsoft.com/office/drawing/2014/main" id="{ABC20086-EA1A-4142-B202-13CDCA9921ED}"/>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997464" y="4944818"/>
              <a:ext cx="410445" cy="410445"/>
            </a:xfrm>
            <a:prstGeom prst="rect">
              <a:avLst/>
            </a:prstGeom>
          </p:spPr>
        </p:pic>
        <p:pic>
          <p:nvPicPr>
            <p:cNvPr id="26" name="Graphique 25" descr="Utilisateur avec un remplissage uni">
              <a:extLst>
                <a:ext uri="{FF2B5EF4-FFF2-40B4-BE49-F238E27FC236}">
                  <a16:creationId xmlns:a16="http://schemas.microsoft.com/office/drawing/2014/main" id="{E8C1FD37-9620-42D9-B4E6-033538722DC0}"/>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0985327" y="2533953"/>
              <a:ext cx="410445" cy="410445"/>
            </a:xfrm>
            <a:prstGeom prst="rect">
              <a:avLst/>
            </a:prstGeom>
          </p:spPr>
        </p:pic>
      </p:grpSp>
    </p:spTree>
    <p:extLst>
      <p:ext uri="{BB962C8B-B14F-4D97-AF65-F5344CB8AC3E}">
        <p14:creationId xmlns:p14="http://schemas.microsoft.com/office/powerpoint/2010/main" val="19246061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Ovale 45">
            <a:extLst>
              <a:ext uri="{FF2B5EF4-FFF2-40B4-BE49-F238E27FC236}">
                <a16:creationId xmlns:a16="http://schemas.microsoft.com/office/drawing/2014/main" id="{F7AF0B5A-348C-EA8B-6190-13BA25D17E08}"/>
              </a:ext>
            </a:extLst>
          </p:cNvPr>
          <p:cNvSpPr/>
          <p:nvPr/>
        </p:nvSpPr>
        <p:spPr>
          <a:xfrm>
            <a:off x="5408079" y="543341"/>
            <a:ext cx="5600325" cy="6248633"/>
          </a:xfrm>
          <a:prstGeom prst="ellipse">
            <a:avLst/>
          </a:prstGeom>
          <a:solidFill>
            <a:schemeClr val="bg2">
              <a:lumMod val="90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i="1" dirty="0">
                <a:solidFill>
                  <a:schemeClr val="tx1"/>
                </a:solidFill>
              </a:rPr>
              <a:t>Sphere </a:t>
            </a:r>
          </a:p>
          <a:p>
            <a:pPr algn="ctr"/>
            <a:r>
              <a:rPr lang="fr-FR" b="1" i="1" dirty="0">
                <a:solidFill>
                  <a:schemeClr val="tx1"/>
                </a:solidFill>
              </a:rPr>
              <a:t>of indirect influence</a:t>
            </a: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a:p>
            <a:pPr algn="ctr"/>
            <a:endParaRPr lang="fr-FR" b="1" i="1" dirty="0">
              <a:solidFill>
                <a:schemeClr val="tx1"/>
              </a:solidFill>
            </a:endParaRPr>
          </a:p>
        </p:txBody>
      </p:sp>
      <p:sp>
        <p:nvSpPr>
          <p:cNvPr id="45" name="Ovale 44">
            <a:extLst>
              <a:ext uri="{FF2B5EF4-FFF2-40B4-BE49-F238E27FC236}">
                <a16:creationId xmlns:a16="http://schemas.microsoft.com/office/drawing/2014/main" id="{FBC9DF8D-CDC8-5ED7-9ADA-7E867DCCA247}"/>
              </a:ext>
            </a:extLst>
          </p:cNvPr>
          <p:cNvSpPr/>
          <p:nvPr/>
        </p:nvSpPr>
        <p:spPr>
          <a:xfrm>
            <a:off x="5408079" y="1218009"/>
            <a:ext cx="3868540" cy="5093208"/>
          </a:xfrm>
          <a:prstGeom prst="ellipse">
            <a:avLst/>
          </a:prstGeom>
          <a:solidFill>
            <a:schemeClr val="accent1">
              <a:lumMod val="20000"/>
              <a:lumOff val="80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i="1" dirty="0">
                <a:solidFill>
                  <a:schemeClr val="accent1"/>
                </a:solidFill>
              </a:rPr>
              <a:t>Sphere </a:t>
            </a:r>
          </a:p>
          <a:p>
            <a:pPr algn="ctr"/>
            <a:r>
              <a:rPr lang="fr-FR" b="1" i="1" dirty="0">
                <a:solidFill>
                  <a:schemeClr val="accent1"/>
                </a:solidFill>
              </a:rPr>
              <a:t>of direct influence</a:t>
            </a:r>
          </a:p>
          <a:p>
            <a:pPr algn="ctr"/>
            <a:endParaRPr lang="fr-FR" b="1" i="1" dirty="0">
              <a:solidFill>
                <a:schemeClr val="accent1"/>
              </a:solidFill>
            </a:endParaRPr>
          </a:p>
          <a:p>
            <a:pPr algn="ctr"/>
            <a:endParaRPr lang="fr-FR" b="1" i="1" dirty="0">
              <a:solidFill>
                <a:schemeClr val="accent1"/>
              </a:solidFill>
            </a:endParaRPr>
          </a:p>
          <a:p>
            <a:pPr algn="ctr"/>
            <a:endParaRPr lang="fr-FR" b="1" i="1" dirty="0">
              <a:solidFill>
                <a:schemeClr val="accent1"/>
              </a:solidFill>
            </a:endParaRPr>
          </a:p>
          <a:p>
            <a:pPr algn="ctr"/>
            <a:endParaRPr lang="fr-FR" b="1" i="1" dirty="0">
              <a:solidFill>
                <a:schemeClr val="accent1"/>
              </a:solidFill>
            </a:endParaRPr>
          </a:p>
          <a:p>
            <a:pPr algn="ctr"/>
            <a:endParaRPr lang="fr-FR" b="1" i="1" dirty="0">
              <a:solidFill>
                <a:schemeClr val="accent1"/>
              </a:solidFill>
            </a:endParaRPr>
          </a:p>
          <a:p>
            <a:pPr algn="ctr"/>
            <a:endParaRPr lang="fr-FR" b="1" i="1" dirty="0">
              <a:solidFill>
                <a:schemeClr val="accent1"/>
              </a:solidFill>
            </a:endParaRPr>
          </a:p>
          <a:p>
            <a:pPr algn="ctr"/>
            <a:endParaRPr lang="fr-FR" b="1" i="1" dirty="0">
              <a:solidFill>
                <a:schemeClr val="accent1"/>
              </a:solidFill>
            </a:endParaRPr>
          </a:p>
          <a:p>
            <a:pPr algn="ctr"/>
            <a:endParaRPr lang="fr-FR" b="1" i="1" dirty="0">
              <a:solidFill>
                <a:schemeClr val="accent1"/>
              </a:solidFill>
            </a:endParaRPr>
          </a:p>
          <a:p>
            <a:pPr algn="ctr"/>
            <a:endParaRPr lang="fr-FR" b="1" i="1" dirty="0">
              <a:solidFill>
                <a:schemeClr val="accent1"/>
              </a:solidFill>
            </a:endParaRPr>
          </a:p>
          <a:p>
            <a:pPr algn="ctr"/>
            <a:endParaRPr lang="fr-FR" b="1" i="1" dirty="0">
              <a:solidFill>
                <a:schemeClr val="accent1"/>
              </a:solidFill>
            </a:endParaRPr>
          </a:p>
          <a:p>
            <a:pPr algn="ctr"/>
            <a:endParaRPr lang="fr-FR" b="1" i="1" dirty="0">
              <a:solidFill>
                <a:schemeClr val="accent1"/>
              </a:solidFill>
            </a:endParaRPr>
          </a:p>
          <a:p>
            <a:pPr algn="ctr"/>
            <a:endParaRPr lang="fr-FR" b="1" i="1" dirty="0">
              <a:solidFill>
                <a:schemeClr val="accent1"/>
              </a:solidFill>
            </a:endParaRPr>
          </a:p>
          <a:p>
            <a:pPr algn="ctr"/>
            <a:endParaRPr lang="fr-FR" b="1" i="1" dirty="0">
              <a:solidFill>
                <a:schemeClr val="accent1"/>
              </a:solidFill>
            </a:endParaRPr>
          </a:p>
          <a:p>
            <a:pPr algn="ctr"/>
            <a:endParaRPr lang="fr-FR" b="1" i="1" dirty="0">
              <a:solidFill>
                <a:schemeClr val="accent1"/>
              </a:solidFill>
            </a:endParaRPr>
          </a:p>
          <a:p>
            <a:pPr algn="ctr"/>
            <a:endParaRPr lang="fr-FR" b="1" i="1" dirty="0">
              <a:solidFill>
                <a:schemeClr val="accent1"/>
              </a:solidFill>
            </a:endParaRPr>
          </a:p>
        </p:txBody>
      </p:sp>
      <p:sp>
        <p:nvSpPr>
          <p:cNvPr id="2" name="Titre 1">
            <a:extLst>
              <a:ext uri="{FF2B5EF4-FFF2-40B4-BE49-F238E27FC236}">
                <a16:creationId xmlns:a16="http://schemas.microsoft.com/office/drawing/2014/main" id="{9FC970E8-85EC-4F9E-B2BA-5BE418DB4CBB}"/>
              </a:ext>
            </a:extLst>
          </p:cNvPr>
          <p:cNvSpPr>
            <a:spLocks noGrp="1"/>
          </p:cNvSpPr>
          <p:nvPr>
            <p:ph type="title"/>
          </p:nvPr>
        </p:nvSpPr>
        <p:spPr>
          <a:xfrm>
            <a:off x="838200" y="342948"/>
            <a:ext cx="5257800" cy="1325563"/>
          </a:xfrm>
        </p:spPr>
        <p:txBody>
          <a:bodyPr>
            <a:normAutofit/>
          </a:bodyPr>
          <a:lstStyle/>
          <a:p>
            <a:r>
              <a:rPr lang="en-US" dirty="0"/>
              <a:t>Why HERE ?</a:t>
            </a:r>
            <a:br>
              <a:rPr lang="en-US" dirty="0"/>
            </a:br>
            <a:r>
              <a:rPr lang="en-US" dirty="0"/>
              <a:t>Map of Influence</a:t>
            </a:r>
          </a:p>
        </p:txBody>
      </p:sp>
      <p:sp>
        <p:nvSpPr>
          <p:cNvPr id="33" name="Espace réservé du contenu 2">
            <a:extLst>
              <a:ext uri="{FF2B5EF4-FFF2-40B4-BE49-F238E27FC236}">
                <a16:creationId xmlns:a16="http://schemas.microsoft.com/office/drawing/2014/main" id="{7BA9F061-C652-4528-AF92-4FCAC49C0B78}"/>
              </a:ext>
            </a:extLst>
          </p:cNvPr>
          <p:cNvSpPr>
            <a:spLocks noGrp="1"/>
          </p:cNvSpPr>
          <p:nvPr>
            <p:ph idx="1"/>
          </p:nvPr>
        </p:nvSpPr>
        <p:spPr>
          <a:xfrm>
            <a:off x="552449" y="1815831"/>
            <a:ext cx="4810125" cy="4918343"/>
          </a:xfrm>
        </p:spPr>
        <p:txBody>
          <a:bodyPr>
            <a:normAutofit/>
          </a:bodyPr>
          <a:lstStyle/>
          <a:p>
            <a:r>
              <a:rPr lang="en-US" sz="1600" dirty="0"/>
              <a:t>Projects or Products tend to have a sphere of direct influence, including all types of stakeholders (customers, but also suppliers, regulators, stakeholders, competitors, other producers, etc.)</a:t>
            </a:r>
          </a:p>
          <a:p>
            <a:endParaRPr lang="en-US" sz="1600" dirty="0"/>
          </a:p>
          <a:p>
            <a:r>
              <a:rPr lang="en-US" sz="1600" dirty="0"/>
              <a:t>If the sphere of influence is impacted enough, people around the sphere of influence will also be impacted. Some of these “influenced” people can be predicted or at least planned. These people are in the Sphere of indirect influence.</a:t>
            </a:r>
          </a:p>
          <a:p>
            <a:endParaRPr lang="en-US" sz="1600" dirty="0"/>
          </a:p>
          <a:p>
            <a:r>
              <a:rPr lang="en-US" sz="1600" dirty="0"/>
              <a:t>Project/product is often actively influential on sphere of direct influence, and, by definition, passively influential on sphere of indirect influence.</a:t>
            </a:r>
          </a:p>
          <a:p>
            <a:endParaRPr lang="en-US" sz="1600" dirty="0"/>
          </a:p>
          <a:p>
            <a:r>
              <a:rPr lang="en-US" sz="1600" dirty="0"/>
              <a:t>Understanding these two spheres helps Project / product teams better understand their impact, for the better or for the worse.</a:t>
            </a:r>
          </a:p>
        </p:txBody>
      </p:sp>
      <p:grpSp>
        <p:nvGrpSpPr>
          <p:cNvPr id="4" name="Groupe 3">
            <a:extLst>
              <a:ext uri="{FF2B5EF4-FFF2-40B4-BE49-F238E27FC236}">
                <a16:creationId xmlns:a16="http://schemas.microsoft.com/office/drawing/2014/main" id="{01F5657D-0347-4534-994F-7A851859F58C}"/>
              </a:ext>
            </a:extLst>
          </p:cNvPr>
          <p:cNvGrpSpPr/>
          <p:nvPr/>
        </p:nvGrpSpPr>
        <p:grpSpPr>
          <a:xfrm>
            <a:off x="6096000" y="1815831"/>
            <a:ext cx="5296825" cy="3933679"/>
            <a:chOff x="4856111" y="1739195"/>
            <a:chExt cx="6696567" cy="4973195"/>
          </a:xfrm>
        </p:grpSpPr>
        <p:pic>
          <p:nvPicPr>
            <p:cNvPr id="5" name="Graphique 4" descr="Sphères de Harvey 100% avec un remplissage uni">
              <a:extLst>
                <a:ext uri="{FF2B5EF4-FFF2-40B4-BE49-F238E27FC236}">
                  <a16:creationId xmlns:a16="http://schemas.microsoft.com/office/drawing/2014/main" id="{47935B2A-0288-418B-9DC6-718E81189267}"/>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0326" t="10344" r="10326" b="10240"/>
            <a:stretch/>
          </p:blipFill>
          <p:spPr>
            <a:xfrm>
              <a:off x="4856111" y="3574539"/>
              <a:ext cx="1792339" cy="1793874"/>
            </a:xfrm>
            <a:prstGeom prst="rect">
              <a:avLst/>
            </a:prstGeom>
          </p:spPr>
        </p:pic>
        <p:sp>
          <p:nvSpPr>
            <p:cNvPr id="6" name="ZoneTexte 5">
              <a:extLst>
                <a:ext uri="{FF2B5EF4-FFF2-40B4-BE49-F238E27FC236}">
                  <a16:creationId xmlns:a16="http://schemas.microsoft.com/office/drawing/2014/main" id="{A30EF171-87CB-4769-B3A8-7B66CC240C9E}"/>
                </a:ext>
              </a:extLst>
            </p:cNvPr>
            <p:cNvSpPr txBox="1"/>
            <p:nvPr/>
          </p:nvSpPr>
          <p:spPr>
            <a:xfrm>
              <a:off x="5116689" y="4342405"/>
              <a:ext cx="1408902" cy="321016"/>
            </a:xfrm>
            <a:prstGeom prst="rect">
              <a:avLst/>
            </a:prstGeom>
            <a:noFill/>
          </p:spPr>
          <p:txBody>
            <a:bodyPr wrap="none" rtlCol="0">
              <a:spAutoFit/>
            </a:bodyPr>
            <a:lstStyle/>
            <a:p>
              <a:r>
                <a:rPr lang="en-US" sz="1050"/>
                <a:t>Project / Product</a:t>
              </a:r>
            </a:p>
          </p:txBody>
        </p:sp>
        <p:grpSp>
          <p:nvGrpSpPr>
            <p:cNvPr id="7" name="Groupe 6">
              <a:extLst>
                <a:ext uri="{FF2B5EF4-FFF2-40B4-BE49-F238E27FC236}">
                  <a16:creationId xmlns:a16="http://schemas.microsoft.com/office/drawing/2014/main" id="{B02B5AE7-AB5E-4106-9610-38ABC9CC068F}"/>
                </a:ext>
              </a:extLst>
            </p:cNvPr>
            <p:cNvGrpSpPr/>
            <p:nvPr/>
          </p:nvGrpSpPr>
          <p:grpSpPr>
            <a:xfrm>
              <a:off x="8201266" y="2889716"/>
              <a:ext cx="1203959" cy="1114429"/>
              <a:chOff x="495541" y="3991241"/>
              <a:chExt cx="1203959" cy="1114429"/>
            </a:xfrm>
          </p:grpSpPr>
          <p:sp>
            <p:nvSpPr>
              <p:cNvPr id="42" name="Rectangle 41">
                <a:extLst>
                  <a:ext uri="{FF2B5EF4-FFF2-40B4-BE49-F238E27FC236}">
                    <a16:creationId xmlns:a16="http://schemas.microsoft.com/office/drawing/2014/main" id="{F3AED425-C65C-4B60-A5DF-EF029F894DA0}"/>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pic>
            <p:nvPicPr>
              <p:cNvPr id="43" name="Graphique 42" descr="Utilisateurs avec un remplissage uni">
                <a:extLst>
                  <a:ext uri="{FF2B5EF4-FFF2-40B4-BE49-F238E27FC236}">
                    <a16:creationId xmlns:a16="http://schemas.microsoft.com/office/drawing/2014/main" id="{7B62BDED-8D10-4661-B00F-9FD5AFA409A5}"/>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8" name="Groupe 7">
              <a:extLst>
                <a:ext uri="{FF2B5EF4-FFF2-40B4-BE49-F238E27FC236}">
                  <a16:creationId xmlns:a16="http://schemas.microsoft.com/office/drawing/2014/main" id="{3CF6D013-B7B1-4BF6-896F-94B1CA743B39}"/>
                </a:ext>
              </a:extLst>
            </p:cNvPr>
            <p:cNvGrpSpPr/>
            <p:nvPr/>
          </p:nvGrpSpPr>
          <p:grpSpPr>
            <a:xfrm>
              <a:off x="8144116" y="4080387"/>
              <a:ext cx="1203959" cy="1114429"/>
              <a:chOff x="495541" y="3991241"/>
              <a:chExt cx="1203959" cy="1114429"/>
            </a:xfrm>
            <a:solidFill>
              <a:srgbClr val="0683AA"/>
            </a:solidFill>
          </p:grpSpPr>
          <p:sp>
            <p:nvSpPr>
              <p:cNvPr id="40" name="Rectangle 39">
                <a:extLst>
                  <a:ext uri="{FF2B5EF4-FFF2-40B4-BE49-F238E27FC236}">
                    <a16:creationId xmlns:a16="http://schemas.microsoft.com/office/drawing/2014/main" id="{84E922F1-A589-400F-B889-F0CCAF5006BD}"/>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pic>
            <p:nvPicPr>
              <p:cNvPr id="41" name="Graphique 40" descr="Utilisateurs avec un remplissage uni">
                <a:extLst>
                  <a:ext uri="{FF2B5EF4-FFF2-40B4-BE49-F238E27FC236}">
                    <a16:creationId xmlns:a16="http://schemas.microsoft.com/office/drawing/2014/main" id="{0952FBE8-3A73-40C2-9B20-A3EB3EECD236}"/>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9" name="Groupe 8">
              <a:extLst>
                <a:ext uri="{FF2B5EF4-FFF2-40B4-BE49-F238E27FC236}">
                  <a16:creationId xmlns:a16="http://schemas.microsoft.com/office/drawing/2014/main" id="{4A7845A3-CC04-403F-89F0-B5A3C49E1785}"/>
                </a:ext>
              </a:extLst>
            </p:cNvPr>
            <p:cNvGrpSpPr/>
            <p:nvPr/>
          </p:nvGrpSpPr>
          <p:grpSpPr>
            <a:xfrm>
              <a:off x="7765182" y="5459500"/>
              <a:ext cx="1203959" cy="1114429"/>
              <a:chOff x="495541" y="3991241"/>
              <a:chExt cx="1203959" cy="1114429"/>
            </a:xfrm>
          </p:grpSpPr>
          <p:sp>
            <p:nvSpPr>
              <p:cNvPr id="38" name="Rectangle 37">
                <a:extLst>
                  <a:ext uri="{FF2B5EF4-FFF2-40B4-BE49-F238E27FC236}">
                    <a16:creationId xmlns:a16="http://schemas.microsoft.com/office/drawing/2014/main" id="{C66DDEA4-B39D-4514-BCF0-03782E4D1AA6}"/>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pic>
            <p:nvPicPr>
              <p:cNvPr id="39" name="Graphique 38" descr="Utilisateurs avec un remplissage uni">
                <a:extLst>
                  <a:ext uri="{FF2B5EF4-FFF2-40B4-BE49-F238E27FC236}">
                    <a16:creationId xmlns:a16="http://schemas.microsoft.com/office/drawing/2014/main" id="{349C09B7-95C8-482A-ABEF-93307F21CE6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10" name="Groupe 9">
              <a:extLst>
                <a:ext uri="{FF2B5EF4-FFF2-40B4-BE49-F238E27FC236}">
                  <a16:creationId xmlns:a16="http://schemas.microsoft.com/office/drawing/2014/main" id="{872F8296-775B-4538-B6BA-DD001A2660B3}"/>
                </a:ext>
              </a:extLst>
            </p:cNvPr>
            <p:cNvGrpSpPr/>
            <p:nvPr/>
          </p:nvGrpSpPr>
          <p:grpSpPr>
            <a:xfrm>
              <a:off x="10040031" y="5626122"/>
              <a:ext cx="1203959" cy="1086268"/>
              <a:chOff x="1844480" y="4004145"/>
              <a:chExt cx="1203959" cy="1086268"/>
            </a:xfrm>
          </p:grpSpPr>
          <p:sp>
            <p:nvSpPr>
              <p:cNvPr id="36" name="Rectangle 35">
                <a:extLst>
                  <a:ext uri="{FF2B5EF4-FFF2-40B4-BE49-F238E27FC236}">
                    <a16:creationId xmlns:a16="http://schemas.microsoft.com/office/drawing/2014/main" id="{84F2A797-85E2-4B38-9D26-944F77ADB0B7}"/>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endParaRPr>
              </a:p>
            </p:txBody>
          </p:sp>
          <p:pic>
            <p:nvPicPr>
              <p:cNvPr id="37" name="Graphique 36" descr="Utilisateurs avec un remplissage uni">
                <a:extLst>
                  <a:ext uri="{FF2B5EF4-FFF2-40B4-BE49-F238E27FC236}">
                    <a16:creationId xmlns:a16="http://schemas.microsoft.com/office/drawing/2014/main" id="{AC57F6F2-219A-40D6-B234-77236EAF6012}"/>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11" name="Groupe 10">
              <a:extLst>
                <a:ext uri="{FF2B5EF4-FFF2-40B4-BE49-F238E27FC236}">
                  <a16:creationId xmlns:a16="http://schemas.microsoft.com/office/drawing/2014/main" id="{A5E896B9-537F-41C1-A3B7-35A65420A4AC}"/>
                </a:ext>
              </a:extLst>
            </p:cNvPr>
            <p:cNvGrpSpPr/>
            <p:nvPr/>
          </p:nvGrpSpPr>
          <p:grpSpPr>
            <a:xfrm>
              <a:off x="10348719" y="4140742"/>
              <a:ext cx="1203959" cy="1086268"/>
              <a:chOff x="1844480" y="4004145"/>
              <a:chExt cx="1203959" cy="1086268"/>
            </a:xfrm>
          </p:grpSpPr>
          <p:sp>
            <p:nvSpPr>
              <p:cNvPr id="34" name="Rectangle 33">
                <a:extLst>
                  <a:ext uri="{FF2B5EF4-FFF2-40B4-BE49-F238E27FC236}">
                    <a16:creationId xmlns:a16="http://schemas.microsoft.com/office/drawing/2014/main" id="{E29FB839-A23F-4E9D-A078-824073EC6F99}"/>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endParaRPr>
              </a:p>
            </p:txBody>
          </p:sp>
          <p:pic>
            <p:nvPicPr>
              <p:cNvPr id="35" name="Graphique 34" descr="Utilisateurs avec un remplissage uni">
                <a:extLst>
                  <a:ext uri="{FF2B5EF4-FFF2-40B4-BE49-F238E27FC236}">
                    <a16:creationId xmlns:a16="http://schemas.microsoft.com/office/drawing/2014/main" id="{252184E5-E599-4370-B0BE-7AE774E55412}"/>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pic>
          <p:nvPicPr>
            <p:cNvPr id="31" name="Graphique 30" descr="Utilisateur avec un remplissage uni">
              <a:extLst>
                <a:ext uri="{FF2B5EF4-FFF2-40B4-BE49-F238E27FC236}">
                  <a16:creationId xmlns:a16="http://schemas.microsoft.com/office/drawing/2014/main" id="{7F4C663D-A2F9-40C4-BD1B-D61E17161C8A}"/>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451137" y="1940358"/>
              <a:ext cx="634194" cy="634194"/>
            </a:xfrm>
            <a:prstGeom prst="rect">
              <a:avLst/>
            </a:prstGeom>
          </p:spPr>
        </p:pic>
        <p:grpSp>
          <p:nvGrpSpPr>
            <p:cNvPr id="13" name="Groupe 12">
              <a:extLst>
                <a:ext uri="{FF2B5EF4-FFF2-40B4-BE49-F238E27FC236}">
                  <a16:creationId xmlns:a16="http://schemas.microsoft.com/office/drawing/2014/main" id="{4E3E705D-EB92-4A70-86CD-F0F1BEFEEF44}"/>
                </a:ext>
              </a:extLst>
            </p:cNvPr>
            <p:cNvGrpSpPr/>
            <p:nvPr/>
          </p:nvGrpSpPr>
          <p:grpSpPr>
            <a:xfrm>
              <a:off x="10058713" y="1739195"/>
              <a:ext cx="1203959" cy="1086268"/>
              <a:chOff x="1844480" y="4004145"/>
              <a:chExt cx="1203959" cy="1086268"/>
            </a:xfrm>
          </p:grpSpPr>
          <p:sp>
            <p:nvSpPr>
              <p:cNvPr id="29" name="Rectangle 28">
                <a:extLst>
                  <a:ext uri="{FF2B5EF4-FFF2-40B4-BE49-F238E27FC236}">
                    <a16:creationId xmlns:a16="http://schemas.microsoft.com/office/drawing/2014/main" id="{12EEFBC7-9CAC-46C8-9A56-486EBE6B1F73}"/>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solidFill>
                    <a:schemeClr val="tx1"/>
                  </a:solidFill>
                </a:endParaRPr>
              </a:p>
            </p:txBody>
          </p:sp>
          <p:pic>
            <p:nvPicPr>
              <p:cNvPr id="30" name="Graphique 29" descr="Utilisateurs avec un remplissage uni">
                <a:extLst>
                  <a:ext uri="{FF2B5EF4-FFF2-40B4-BE49-F238E27FC236}">
                    <a16:creationId xmlns:a16="http://schemas.microsoft.com/office/drawing/2014/main" id="{EB23CC6C-A0A2-43C7-A1A0-5A04E3677CCF}"/>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14" name="Groupe 13">
              <a:extLst>
                <a:ext uri="{FF2B5EF4-FFF2-40B4-BE49-F238E27FC236}">
                  <a16:creationId xmlns:a16="http://schemas.microsoft.com/office/drawing/2014/main" id="{E8D48F43-7294-4213-8BE5-A3B67C640F33}"/>
                </a:ext>
              </a:extLst>
            </p:cNvPr>
            <p:cNvGrpSpPr/>
            <p:nvPr/>
          </p:nvGrpSpPr>
          <p:grpSpPr>
            <a:xfrm>
              <a:off x="10058713" y="2853202"/>
              <a:ext cx="1166597" cy="777195"/>
              <a:chOff x="2218233" y="2605788"/>
              <a:chExt cx="1166597" cy="777195"/>
            </a:xfrm>
          </p:grpSpPr>
          <p:pic>
            <p:nvPicPr>
              <p:cNvPr id="27" name="Graphique 26" descr="Utilisateur avec un remplissage uni">
                <a:extLst>
                  <a:ext uri="{FF2B5EF4-FFF2-40B4-BE49-F238E27FC236}">
                    <a16:creationId xmlns:a16="http://schemas.microsoft.com/office/drawing/2014/main" id="{729F9E04-0801-41DA-9E8A-13E3852BB4AB}"/>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2484435" y="2605788"/>
                <a:ext cx="634194" cy="634194"/>
              </a:xfrm>
              <a:prstGeom prst="rect">
                <a:avLst/>
              </a:prstGeom>
            </p:spPr>
          </p:pic>
          <p:sp>
            <p:nvSpPr>
              <p:cNvPr id="28" name="ZoneTexte 27">
                <a:extLst>
                  <a:ext uri="{FF2B5EF4-FFF2-40B4-BE49-F238E27FC236}">
                    <a16:creationId xmlns:a16="http://schemas.microsoft.com/office/drawing/2014/main" id="{ED5E0F2E-5C5C-4A0A-B97C-3AA597E60D19}"/>
                  </a:ext>
                </a:extLst>
              </p:cNvPr>
              <p:cNvSpPr txBox="1"/>
              <p:nvPr/>
            </p:nvSpPr>
            <p:spPr>
              <a:xfrm>
                <a:off x="2218233" y="3110606"/>
                <a:ext cx="1166597" cy="272377"/>
              </a:xfrm>
              <a:prstGeom prst="rect">
                <a:avLst/>
              </a:prstGeom>
              <a:noFill/>
            </p:spPr>
            <p:txBody>
              <a:bodyPr wrap="square">
                <a:spAutoFit/>
              </a:bodyPr>
              <a:lstStyle/>
              <a:p>
                <a:pPr algn="ctr"/>
                <a:endParaRPr lang="en-US" sz="800" dirty="0">
                  <a:solidFill>
                    <a:schemeClr val="tx1"/>
                  </a:solidFill>
                </a:endParaRPr>
              </a:p>
            </p:txBody>
          </p:sp>
        </p:grpSp>
        <p:sp>
          <p:nvSpPr>
            <p:cNvPr id="15" name="Flèche : droite 14">
              <a:extLst>
                <a:ext uri="{FF2B5EF4-FFF2-40B4-BE49-F238E27FC236}">
                  <a16:creationId xmlns:a16="http://schemas.microsoft.com/office/drawing/2014/main" id="{512450A2-43A8-4AA5-A186-18CCD21F1F00}"/>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6" name="Flèche : droite 15">
              <a:extLst>
                <a:ext uri="{FF2B5EF4-FFF2-40B4-BE49-F238E27FC236}">
                  <a16:creationId xmlns:a16="http://schemas.microsoft.com/office/drawing/2014/main" id="{9C3C0838-2C6C-4D32-B68A-038DFCBBA44A}"/>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7" name="Flèche : droite 16">
              <a:extLst>
                <a:ext uri="{FF2B5EF4-FFF2-40B4-BE49-F238E27FC236}">
                  <a16:creationId xmlns:a16="http://schemas.microsoft.com/office/drawing/2014/main" id="{2A06C65E-CB75-4D69-9CC0-F59D825C40E2}"/>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8" name="Flèche : droite 17">
              <a:extLst>
                <a:ext uri="{FF2B5EF4-FFF2-40B4-BE49-F238E27FC236}">
                  <a16:creationId xmlns:a16="http://schemas.microsoft.com/office/drawing/2014/main" id="{71E76C7E-D0E7-4806-B186-35D695AFA7B8}"/>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19" name="Flèche : droite 18">
              <a:extLst>
                <a:ext uri="{FF2B5EF4-FFF2-40B4-BE49-F238E27FC236}">
                  <a16:creationId xmlns:a16="http://schemas.microsoft.com/office/drawing/2014/main" id="{045F59C0-9272-42DC-A861-4F302291D2C7}"/>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20" name="Flèche : droite 19">
              <a:extLst>
                <a:ext uri="{FF2B5EF4-FFF2-40B4-BE49-F238E27FC236}">
                  <a16:creationId xmlns:a16="http://schemas.microsoft.com/office/drawing/2014/main" id="{0DBBD817-2480-4B30-8702-43EF9A3ECCDE}"/>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21" name="Flèche : droite 20">
              <a:extLst>
                <a:ext uri="{FF2B5EF4-FFF2-40B4-BE49-F238E27FC236}">
                  <a16:creationId xmlns:a16="http://schemas.microsoft.com/office/drawing/2014/main" id="{44903657-07CF-491C-9FCD-007388CAF3F6}"/>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22" name="Flèche : droite 21">
              <a:extLst>
                <a:ext uri="{FF2B5EF4-FFF2-40B4-BE49-F238E27FC236}">
                  <a16:creationId xmlns:a16="http://schemas.microsoft.com/office/drawing/2014/main" id="{A0C767BD-D099-4D51-AC66-D59CF8EABF73}"/>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23" name="Flèche : droite 22">
              <a:extLst>
                <a:ext uri="{FF2B5EF4-FFF2-40B4-BE49-F238E27FC236}">
                  <a16:creationId xmlns:a16="http://schemas.microsoft.com/office/drawing/2014/main" id="{D16BBA25-2889-4531-8969-F30D54908A4E}"/>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pic>
          <p:nvPicPr>
            <p:cNvPr id="24" name="Graphique 23" descr="Utilisateur avec un remplissage uni">
              <a:extLst>
                <a:ext uri="{FF2B5EF4-FFF2-40B4-BE49-F238E27FC236}">
                  <a16:creationId xmlns:a16="http://schemas.microsoft.com/office/drawing/2014/main" id="{BBEDC72A-38F6-4231-9658-C818094C3F8F}"/>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9199066" y="3752255"/>
              <a:ext cx="410445" cy="410445"/>
            </a:xfrm>
            <a:prstGeom prst="rect">
              <a:avLst/>
            </a:prstGeom>
          </p:spPr>
        </p:pic>
        <p:pic>
          <p:nvPicPr>
            <p:cNvPr id="25" name="Graphique 24" descr="Utilisateur avec un remplissage uni">
              <a:extLst>
                <a:ext uri="{FF2B5EF4-FFF2-40B4-BE49-F238E27FC236}">
                  <a16:creationId xmlns:a16="http://schemas.microsoft.com/office/drawing/2014/main" id="{ABC20086-EA1A-4142-B202-13CDCA9921ED}"/>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997464" y="4944818"/>
              <a:ext cx="410445" cy="410445"/>
            </a:xfrm>
            <a:prstGeom prst="rect">
              <a:avLst/>
            </a:prstGeom>
          </p:spPr>
        </p:pic>
        <p:pic>
          <p:nvPicPr>
            <p:cNvPr id="26" name="Graphique 25" descr="Utilisateur avec un remplissage uni">
              <a:extLst>
                <a:ext uri="{FF2B5EF4-FFF2-40B4-BE49-F238E27FC236}">
                  <a16:creationId xmlns:a16="http://schemas.microsoft.com/office/drawing/2014/main" id="{E8C1FD37-9620-42D9-B4E6-033538722DC0}"/>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0985327" y="2533953"/>
              <a:ext cx="410445" cy="410445"/>
            </a:xfrm>
            <a:prstGeom prst="rect">
              <a:avLst/>
            </a:prstGeom>
          </p:spPr>
        </p:pic>
      </p:grpSp>
    </p:spTree>
    <p:extLst>
      <p:ext uri="{BB962C8B-B14F-4D97-AF65-F5344CB8AC3E}">
        <p14:creationId xmlns:p14="http://schemas.microsoft.com/office/powerpoint/2010/main" val="32523469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phique 10" descr="Utilisateur avec un remplissage uni">
            <a:extLst>
              <a:ext uri="{FF2B5EF4-FFF2-40B4-BE49-F238E27FC236}">
                <a16:creationId xmlns:a16="http://schemas.microsoft.com/office/drawing/2014/main" id="{6E542CC0-322C-41E4-9F80-D2ED23C0687A}"/>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31307" y="2493062"/>
            <a:ext cx="634194" cy="634194"/>
          </a:xfrm>
          <a:prstGeom prst="rect">
            <a:avLst/>
          </a:prstGeom>
        </p:spPr>
      </p:pic>
      <p:sp>
        <p:nvSpPr>
          <p:cNvPr id="13" name="Titre 1">
            <a:extLst>
              <a:ext uri="{FF2B5EF4-FFF2-40B4-BE49-F238E27FC236}">
                <a16:creationId xmlns:a16="http://schemas.microsoft.com/office/drawing/2014/main" id="{6EAEBC99-93D9-4D07-AE06-CC637108CB65}"/>
              </a:ext>
            </a:extLst>
          </p:cNvPr>
          <p:cNvSpPr>
            <a:spLocks noGrp="1"/>
          </p:cNvSpPr>
          <p:nvPr>
            <p:ph type="title"/>
          </p:nvPr>
        </p:nvSpPr>
        <p:spPr>
          <a:xfrm>
            <a:off x="838200" y="342948"/>
            <a:ext cx="10515600" cy="1325563"/>
          </a:xfrm>
        </p:spPr>
        <p:txBody>
          <a:bodyPr>
            <a:normAutofit/>
          </a:bodyPr>
          <a:lstStyle/>
          <a:p>
            <a:r>
              <a:rPr lang="en-US"/>
              <a:t>Why HERE ?</a:t>
            </a:r>
            <a:br>
              <a:rPr lang="en-US"/>
            </a:br>
            <a:r>
              <a:rPr lang="en-US"/>
              <a:t>Map of Influence (visual workshop version)</a:t>
            </a:r>
          </a:p>
        </p:txBody>
      </p:sp>
      <p:sp>
        <p:nvSpPr>
          <p:cNvPr id="14" name="Flèche : droite 13">
            <a:extLst>
              <a:ext uri="{FF2B5EF4-FFF2-40B4-BE49-F238E27FC236}">
                <a16:creationId xmlns:a16="http://schemas.microsoft.com/office/drawing/2014/main" id="{3376A5AA-3D43-4817-B088-99450E083A21}"/>
              </a:ext>
            </a:extLst>
          </p:cNvPr>
          <p:cNvSpPr/>
          <p:nvPr/>
        </p:nvSpPr>
        <p:spPr>
          <a:xfrm>
            <a:off x="502741" y="5874965"/>
            <a:ext cx="2393521"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Positive side effect</a:t>
            </a:r>
          </a:p>
        </p:txBody>
      </p:sp>
      <p:sp>
        <p:nvSpPr>
          <p:cNvPr id="15" name="Flèche : droite 14">
            <a:extLst>
              <a:ext uri="{FF2B5EF4-FFF2-40B4-BE49-F238E27FC236}">
                <a16:creationId xmlns:a16="http://schemas.microsoft.com/office/drawing/2014/main" id="{5C9ABFA4-A687-4145-A31C-105B1C20D9AF}"/>
              </a:ext>
            </a:extLst>
          </p:cNvPr>
          <p:cNvSpPr/>
          <p:nvPr/>
        </p:nvSpPr>
        <p:spPr>
          <a:xfrm>
            <a:off x="502740" y="5284415"/>
            <a:ext cx="2393521" cy="518621"/>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Direct influence of Project / Product activities</a:t>
            </a:r>
          </a:p>
        </p:txBody>
      </p:sp>
      <p:grpSp>
        <p:nvGrpSpPr>
          <p:cNvPr id="27" name="Groupe 26">
            <a:extLst>
              <a:ext uri="{FF2B5EF4-FFF2-40B4-BE49-F238E27FC236}">
                <a16:creationId xmlns:a16="http://schemas.microsoft.com/office/drawing/2014/main" id="{F9AB6CCF-723B-4980-906A-CCDCCCA4AD49}"/>
              </a:ext>
            </a:extLst>
          </p:cNvPr>
          <p:cNvGrpSpPr/>
          <p:nvPr/>
        </p:nvGrpSpPr>
        <p:grpSpPr>
          <a:xfrm>
            <a:off x="495541" y="3991241"/>
            <a:ext cx="1203959" cy="1114429"/>
            <a:chOff x="495541" y="3991241"/>
            <a:chExt cx="1203959" cy="1114429"/>
          </a:xfrm>
        </p:grpSpPr>
        <p:sp>
          <p:nvSpPr>
            <p:cNvPr id="9" name="Rectangle 8">
              <a:extLst>
                <a:ext uri="{FF2B5EF4-FFF2-40B4-BE49-F238E27FC236}">
                  <a16:creationId xmlns:a16="http://schemas.microsoft.com/office/drawing/2014/main" id="{C8B58C40-E6ED-4393-9EB4-FC5F99B2C0E3}"/>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 Direct Target group</a:t>
              </a:r>
            </a:p>
          </p:txBody>
        </p:sp>
        <p:pic>
          <p:nvPicPr>
            <p:cNvPr id="17" name="Graphique 16" descr="Utilisateurs avec un remplissage uni">
              <a:extLst>
                <a:ext uri="{FF2B5EF4-FFF2-40B4-BE49-F238E27FC236}">
                  <a16:creationId xmlns:a16="http://schemas.microsoft.com/office/drawing/2014/main" id="{559C9BAC-9BE1-4541-94C8-1F537D283CCA}"/>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28" name="Groupe 27">
            <a:extLst>
              <a:ext uri="{FF2B5EF4-FFF2-40B4-BE49-F238E27FC236}">
                <a16:creationId xmlns:a16="http://schemas.microsoft.com/office/drawing/2014/main" id="{096591E8-D1D6-4B89-860C-EC5AD5A0529E}"/>
              </a:ext>
            </a:extLst>
          </p:cNvPr>
          <p:cNvGrpSpPr/>
          <p:nvPr/>
        </p:nvGrpSpPr>
        <p:grpSpPr>
          <a:xfrm>
            <a:off x="1844480" y="4004145"/>
            <a:ext cx="1203959" cy="1086268"/>
            <a:chOff x="1844480" y="4004145"/>
            <a:chExt cx="1203959" cy="1086268"/>
          </a:xfrm>
        </p:grpSpPr>
        <p:sp>
          <p:nvSpPr>
            <p:cNvPr id="18" name="Rectangle 17">
              <a:extLst>
                <a:ext uri="{FF2B5EF4-FFF2-40B4-BE49-F238E27FC236}">
                  <a16:creationId xmlns:a16="http://schemas.microsoft.com/office/drawing/2014/main" id="{8590B99E-8D90-46E0-A048-4F0FAE841974}"/>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Indirect Target group</a:t>
              </a:r>
            </a:p>
          </p:txBody>
        </p:sp>
        <p:pic>
          <p:nvPicPr>
            <p:cNvPr id="19" name="Graphique 18" descr="Utilisateurs avec un remplissage uni">
              <a:extLst>
                <a:ext uri="{FF2B5EF4-FFF2-40B4-BE49-F238E27FC236}">
                  <a16:creationId xmlns:a16="http://schemas.microsoft.com/office/drawing/2014/main" id="{3EE10425-EFDC-4B99-AB2E-57197B8A305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48" name="Groupe 47">
            <a:extLst>
              <a:ext uri="{FF2B5EF4-FFF2-40B4-BE49-F238E27FC236}">
                <a16:creationId xmlns:a16="http://schemas.microsoft.com/office/drawing/2014/main" id="{D17C542A-3067-480D-993D-C1AFCB69E238}"/>
              </a:ext>
            </a:extLst>
          </p:cNvPr>
          <p:cNvGrpSpPr/>
          <p:nvPr/>
        </p:nvGrpSpPr>
        <p:grpSpPr>
          <a:xfrm>
            <a:off x="2285389" y="2478525"/>
            <a:ext cx="1166597" cy="1151149"/>
            <a:chOff x="2218233" y="2605788"/>
            <a:chExt cx="1166597" cy="1151149"/>
          </a:xfrm>
        </p:grpSpPr>
        <p:pic>
          <p:nvPicPr>
            <p:cNvPr id="20" name="Graphique 19" descr="Utilisateur avec un remplissage uni">
              <a:extLst>
                <a:ext uri="{FF2B5EF4-FFF2-40B4-BE49-F238E27FC236}">
                  <a16:creationId xmlns:a16="http://schemas.microsoft.com/office/drawing/2014/main" id="{91D00918-F5C8-4938-B753-9ACA46A21E62}"/>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484435" y="2605788"/>
              <a:ext cx="634194" cy="634194"/>
            </a:xfrm>
            <a:prstGeom prst="rect">
              <a:avLst/>
            </a:prstGeom>
          </p:spPr>
        </p:pic>
        <p:sp>
          <p:nvSpPr>
            <p:cNvPr id="22" name="ZoneTexte 21">
              <a:extLst>
                <a:ext uri="{FF2B5EF4-FFF2-40B4-BE49-F238E27FC236}">
                  <a16:creationId xmlns:a16="http://schemas.microsoft.com/office/drawing/2014/main" id="{B0BF1B0E-6AEF-4CEA-B8E6-46F322ECA8F3}"/>
                </a:ext>
              </a:extLst>
            </p:cNvPr>
            <p:cNvSpPr txBox="1"/>
            <p:nvPr/>
          </p:nvSpPr>
          <p:spPr>
            <a:xfrm>
              <a:off x="2218233" y="3110606"/>
              <a:ext cx="1166597" cy="646331"/>
            </a:xfrm>
            <a:prstGeom prst="rect">
              <a:avLst/>
            </a:prstGeom>
            <a:noFill/>
          </p:spPr>
          <p:txBody>
            <a:bodyPr wrap="square">
              <a:spAutoFit/>
            </a:bodyPr>
            <a:lstStyle/>
            <a:p>
              <a:pPr algn="ctr"/>
              <a:r>
                <a:rPr lang="en-US" sz="1200">
                  <a:solidFill>
                    <a:schemeClr val="tx1"/>
                  </a:solidFill>
                </a:rPr>
                <a:t>Indirectly impacted key person</a:t>
              </a:r>
            </a:p>
          </p:txBody>
        </p:sp>
      </p:grpSp>
      <p:sp>
        <p:nvSpPr>
          <p:cNvPr id="23" name="ZoneTexte 22">
            <a:extLst>
              <a:ext uri="{FF2B5EF4-FFF2-40B4-BE49-F238E27FC236}">
                <a16:creationId xmlns:a16="http://schemas.microsoft.com/office/drawing/2014/main" id="{AFBBC7D3-B091-431A-8BCA-83F21BE57352}"/>
              </a:ext>
            </a:extLst>
          </p:cNvPr>
          <p:cNvSpPr txBox="1"/>
          <p:nvPr/>
        </p:nvSpPr>
        <p:spPr>
          <a:xfrm>
            <a:off x="1261181" y="2977528"/>
            <a:ext cx="1166597" cy="646331"/>
          </a:xfrm>
          <a:prstGeom prst="rect">
            <a:avLst/>
          </a:prstGeom>
          <a:noFill/>
        </p:spPr>
        <p:txBody>
          <a:bodyPr wrap="square">
            <a:spAutoFit/>
          </a:bodyPr>
          <a:lstStyle/>
          <a:p>
            <a:pPr algn="ctr"/>
            <a:r>
              <a:rPr lang="en-US" sz="1200">
                <a:solidFill>
                  <a:schemeClr val="tx1"/>
                </a:solidFill>
              </a:rPr>
              <a:t>Directly impacted key person</a:t>
            </a:r>
          </a:p>
        </p:txBody>
      </p:sp>
      <p:sp>
        <p:nvSpPr>
          <p:cNvPr id="24" name="Rectangle 23">
            <a:extLst>
              <a:ext uri="{FF2B5EF4-FFF2-40B4-BE49-F238E27FC236}">
                <a16:creationId xmlns:a16="http://schemas.microsoft.com/office/drawing/2014/main" id="{EFF0DE9B-E02C-473A-8B24-A7B6892A878E}"/>
              </a:ext>
            </a:extLst>
          </p:cNvPr>
          <p:cNvSpPr/>
          <p:nvPr/>
        </p:nvSpPr>
        <p:spPr>
          <a:xfrm>
            <a:off x="161925" y="1978409"/>
            <a:ext cx="3409950" cy="467956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a:solidFill>
                  <a:schemeClr val="tx1"/>
                </a:solidFill>
              </a:rPr>
              <a:t>Map legend</a:t>
            </a:r>
          </a:p>
        </p:txBody>
      </p:sp>
      <p:pic>
        <p:nvPicPr>
          <p:cNvPr id="25" name="Graphique 24" descr="Utilisateur avec un remplissage uni">
            <a:extLst>
              <a:ext uri="{FF2B5EF4-FFF2-40B4-BE49-F238E27FC236}">
                <a16:creationId xmlns:a16="http://schemas.microsoft.com/office/drawing/2014/main" id="{F8569511-E08A-4860-AECF-EF895B6E9568}"/>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66098" y="2473991"/>
            <a:ext cx="634194" cy="634194"/>
          </a:xfrm>
          <a:prstGeom prst="rect">
            <a:avLst/>
          </a:prstGeom>
        </p:spPr>
      </p:pic>
      <p:sp>
        <p:nvSpPr>
          <p:cNvPr id="26" name="ZoneTexte 25">
            <a:extLst>
              <a:ext uri="{FF2B5EF4-FFF2-40B4-BE49-F238E27FC236}">
                <a16:creationId xmlns:a16="http://schemas.microsoft.com/office/drawing/2014/main" id="{2BA9B966-1DB6-4C70-88F5-D46881927A8B}"/>
              </a:ext>
            </a:extLst>
          </p:cNvPr>
          <p:cNvSpPr txBox="1"/>
          <p:nvPr/>
        </p:nvSpPr>
        <p:spPr>
          <a:xfrm>
            <a:off x="275330" y="2960231"/>
            <a:ext cx="1065209" cy="1015663"/>
          </a:xfrm>
          <a:prstGeom prst="rect">
            <a:avLst/>
          </a:prstGeom>
          <a:noFill/>
        </p:spPr>
        <p:txBody>
          <a:bodyPr wrap="square">
            <a:spAutoFit/>
          </a:bodyPr>
          <a:lstStyle/>
          <a:p>
            <a:pPr algn="ctr"/>
            <a:r>
              <a:rPr lang="en-US" sz="1200">
                <a:solidFill>
                  <a:schemeClr val="tx1"/>
                </a:solidFill>
              </a:rPr>
              <a:t>Project / Product member(s) present in the group</a:t>
            </a:r>
          </a:p>
        </p:txBody>
      </p:sp>
      <p:grpSp>
        <p:nvGrpSpPr>
          <p:cNvPr id="2" name="Groupe 1">
            <a:extLst>
              <a:ext uri="{FF2B5EF4-FFF2-40B4-BE49-F238E27FC236}">
                <a16:creationId xmlns:a16="http://schemas.microsoft.com/office/drawing/2014/main" id="{7229D6ED-0B84-466F-AB27-D67D1AD913EA}"/>
              </a:ext>
            </a:extLst>
          </p:cNvPr>
          <p:cNvGrpSpPr/>
          <p:nvPr/>
        </p:nvGrpSpPr>
        <p:grpSpPr>
          <a:xfrm>
            <a:off x="4856111" y="1739195"/>
            <a:ext cx="6696567" cy="4973195"/>
            <a:chOff x="4856111" y="1739195"/>
            <a:chExt cx="6696567" cy="4973195"/>
          </a:xfrm>
        </p:grpSpPr>
        <p:pic>
          <p:nvPicPr>
            <p:cNvPr id="30" name="Graphique 29" descr="Sphères de Harvey 100% avec un remplissage uni">
              <a:extLst>
                <a:ext uri="{FF2B5EF4-FFF2-40B4-BE49-F238E27FC236}">
                  <a16:creationId xmlns:a16="http://schemas.microsoft.com/office/drawing/2014/main" id="{DB08F5E0-6F69-4B1D-A5CC-37AF4695BC45}"/>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10326" t="10344" r="10326" b="10240"/>
            <a:stretch/>
          </p:blipFill>
          <p:spPr>
            <a:xfrm>
              <a:off x="4856111" y="3574539"/>
              <a:ext cx="1792339" cy="1793874"/>
            </a:xfrm>
            <a:prstGeom prst="rect">
              <a:avLst/>
            </a:prstGeom>
          </p:spPr>
        </p:pic>
        <p:sp>
          <p:nvSpPr>
            <p:cNvPr id="31" name="ZoneTexte 30">
              <a:extLst>
                <a:ext uri="{FF2B5EF4-FFF2-40B4-BE49-F238E27FC236}">
                  <a16:creationId xmlns:a16="http://schemas.microsoft.com/office/drawing/2014/main" id="{AF5F731A-AE9E-4C4A-BEE8-8E063CFB997B}"/>
                </a:ext>
              </a:extLst>
            </p:cNvPr>
            <p:cNvSpPr txBox="1"/>
            <p:nvPr/>
          </p:nvSpPr>
          <p:spPr>
            <a:xfrm>
              <a:off x="5114124" y="4268270"/>
              <a:ext cx="1777025" cy="369332"/>
            </a:xfrm>
            <a:prstGeom prst="rect">
              <a:avLst/>
            </a:prstGeom>
            <a:noFill/>
          </p:spPr>
          <p:txBody>
            <a:bodyPr wrap="none" rtlCol="0">
              <a:spAutoFit/>
            </a:bodyPr>
            <a:lstStyle/>
            <a:p>
              <a:r>
                <a:rPr lang="en-US"/>
                <a:t>Project / Product</a:t>
              </a:r>
            </a:p>
          </p:txBody>
        </p:sp>
        <p:grpSp>
          <p:nvGrpSpPr>
            <p:cNvPr id="32" name="Groupe 31">
              <a:extLst>
                <a:ext uri="{FF2B5EF4-FFF2-40B4-BE49-F238E27FC236}">
                  <a16:creationId xmlns:a16="http://schemas.microsoft.com/office/drawing/2014/main" id="{456A4E05-1C21-4E23-820D-B2ABF951E349}"/>
                </a:ext>
              </a:extLst>
            </p:cNvPr>
            <p:cNvGrpSpPr/>
            <p:nvPr/>
          </p:nvGrpSpPr>
          <p:grpSpPr>
            <a:xfrm>
              <a:off x="8201266" y="2889716"/>
              <a:ext cx="1203959" cy="1114429"/>
              <a:chOff x="495541" y="3991241"/>
              <a:chExt cx="1203959" cy="1114429"/>
            </a:xfrm>
          </p:grpSpPr>
          <p:sp>
            <p:nvSpPr>
              <p:cNvPr id="33" name="Rectangle 32">
                <a:extLst>
                  <a:ext uri="{FF2B5EF4-FFF2-40B4-BE49-F238E27FC236}">
                    <a16:creationId xmlns:a16="http://schemas.microsoft.com/office/drawing/2014/main" id="{700FBC0A-4C51-4BC0-877A-37CDD4C92A7C}"/>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Direct Target group and reason to target it</a:t>
                </a:r>
              </a:p>
            </p:txBody>
          </p:sp>
          <p:pic>
            <p:nvPicPr>
              <p:cNvPr id="34" name="Graphique 33" descr="Utilisateurs avec un remplissage uni">
                <a:extLst>
                  <a:ext uri="{FF2B5EF4-FFF2-40B4-BE49-F238E27FC236}">
                    <a16:creationId xmlns:a16="http://schemas.microsoft.com/office/drawing/2014/main" id="{332BF3B6-91B0-4B26-9325-18C83696DCC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35" name="Groupe 34">
              <a:extLst>
                <a:ext uri="{FF2B5EF4-FFF2-40B4-BE49-F238E27FC236}">
                  <a16:creationId xmlns:a16="http://schemas.microsoft.com/office/drawing/2014/main" id="{D8F3FCD8-3000-406D-A48C-ED3223C37D94}"/>
                </a:ext>
              </a:extLst>
            </p:cNvPr>
            <p:cNvGrpSpPr/>
            <p:nvPr/>
          </p:nvGrpSpPr>
          <p:grpSpPr>
            <a:xfrm>
              <a:off x="8144116" y="4080387"/>
              <a:ext cx="1203959" cy="1114429"/>
              <a:chOff x="495541" y="3991241"/>
              <a:chExt cx="1203959" cy="1114429"/>
            </a:xfrm>
            <a:solidFill>
              <a:srgbClr val="0683AA"/>
            </a:solidFill>
          </p:grpSpPr>
          <p:sp>
            <p:nvSpPr>
              <p:cNvPr id="36" name="Rectangle 35">
                <a:extLst>
                  <a:ext uri="{FF2B5EF4-FFF2-40B4-BE49-F238E27FC236}">
                    <a16:creationId xmlns:a16="http://schemas.microsoft.com/office/drawing/2014/main" id="{375F10A0-1377-428A-8CB1-A4205685834E}"/>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Direct Target group and reason to target it</a:t>
                </a:r>
              </a:p>
            </p:txBody>
          </p:sp>
          <p:pic>
            <p:nvPicPr>
              <p:cNvPr id="37" name="Graphique 36" descr="Utilisateurs avec un remplissage uni">
                <a:extLst>
                  <a:ext uri="{FF2B5EF4-FFF2-40B4-BE49-F238E27FC236}">
                    <a16:creationId xmlns:a16="http://schemas.microsoft.com/office/drawing/2014/main" id="{AE8BCAB9-7EC1-4D04-A1F6-E0E0ECB64452}"/>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38" name="Groupe 37">
              <a:extLst>
                <a:ext uri="{FF2B5EF4-FFF2-40B4-BE49-F238E27FC236}">
                  <a16:creationId xmlns:a16="http://schemas.microsoft.com/office/drawing/2014/main" id="{88C4ADD7-D1D4-4D95-BD49-A62683D72921}"/>
                </a:ext>
              </a:extLst>
            </p:cNvPr>
            <p:cNvGrpSpPr/>
            <p:nvPr/>
          </p:nvGrpSpPr>
          <p:grpSpPr>
            <a:xfrm>
              <a:off x="7765182" y="5459500"/>
              <a:ext cx="1203959" cy="1114429"/>
              <a:chOff x="495541" y="3991241"/>
              <a:chExt cx="1203959" cy="1114429"/>
            </a:xfrm>
          </p:grpSpPr>
          <p:sp>
            <p:nvSpPr>
              <p:cNvPr id="39" name="Rectangle 38">
                <a:extLst>
                  <a:ext uri="{FF2B5EF4-FFF2-40B4-BE49-F238E27FC236}">
                    <a16:creationId xmlns:a16="http://schemas.microsoft.com/office/drawing/2014/main" id="{0BC9F894-DCF1-41FF-9FD9-DD2F8D0452E9}"/>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 Direct Target group and reason to target it</a:t>
                </a:r>
              </a:p>
            </p:txBody>
          </p:sp>
          <p:pic>
            <p:nvPicPr>
              <p:cNvPr id="40" name="Graphique 39" descr="Utilisateurs avec un remplissage uni">
                <a:extLst>
                  <a:ext uri="{FF2B5EF4-FFF2-40B4-BE49-F238E27FC236}">
                    <a16:creationId xmlns:a16="http://schemas.microsoft.com/office/drawing/2014/main" id="{B51BEC5D-1F23-47F9-8FD7-71675947CF4E}"/>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42" name="Groupe 41">
              <a:extLst>
                <a:ext uri="{FF2B5EF4-FFF2-40B4-BE49-F238E27FC236}">
                  <a16:creationId xmlns:a16="http://schemas.microsoft.com/office/drawing/2014/main" id="{AA8D3C8F-1317-495F-BE9A-CB2EAC196974}"/>
                </a:ext>
              </a:extLst>
            </p:cNvPr>
            <p:cNvGrpSpPr/>
            <p:nvPr/>
          </p:nvGrpSpPr>
          <p:grpSpPr>
            <a:xfrm>
              <a:off x="10040031" y="5626122"/>
              <a:ext cx="1203959" cy="1086268"/>
              <a:chOff x="1844480" y="4004145"/>
              <a:chExt cx="1203959" cy="1086268"/>
            </a:xfrm>
          </p:grpSpPr>
          <p:sp>
            <p:nvSpPr>
              <p:cNvPr id="43" name="Rectangle 42">
                <a:extLst>
                  <a:ext uri="{FF2B5EF4-FFF2-40B4-BE49-F238E27FC236}">
                    <a16:creationId xmlns:a16="http://schemas.microsoft.com/office/drawing/2014/main" id="{63816973-C883-4A85-9900-2A9BD779C20E}"/>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Indirect Target group</a:t>
                </a:r>
              </a:p>
            </p:txBody>
          </p:sp>
          <p:pic>
            <p:nvPicPr>
              <p:cNvPr id="44" name="Graphique 43" descr="Utilisateurs avec un remplissage uni">
                <a:extLst>
                  <a:ext uri="{FF2B5EF4-FFF2-40B4-BE49-F238E27FC236}">
                    <a16:creationId xmlns:a16="http://schemas.microsoft.com/office/drawing/2014/main" id="{E76F8196-7ACE-46A5-9D23-5CF96B580488}"/>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45" name="Groupe 44">
              <a:extLst>
                <a:ext uri="{FF2B5EF4-FFF2-40B4-BE49-F238E27FC236}">
                  <a16:creationId xmlns:a16="http://schemas.microsoft.com/office/drawing/2014/main" id="{331FBE71-1D34-4377-BA0D-1FEA5DEC2F24}"/>
                </a:ext>
              </a:extLst>
            </p:cNvPr>
            <p:cNvGrpSpPr/>
            <p:nvPr/>
          </p:nvGrpSpPr>
          <p:grpSpPr>
            <a:xfrm>
              <a:off x="10348719" y="4140742"/>
              <a:ext cx="1203959" cy="1086268"/>
              <a:chOff x="1844480" y="4004145"/>
              <a:chExt cx="1203959" cy="1086268"/>
            </a:xfrm>
          </p:grpSpPr>
          <p:sp>
            <p:nvSpPr>
              <p:cNvPr id="46" name="Rectangle 45">
                <a:extLst>
                  <a:ext uri="{FF2B5EF4-FFF2-40B4-BE49-F238E27FC236}">
                    <a16:creationId xmlns:a16="http://schemas.microsoft.com/office/drawing/2014/main" id="{B7F65E80-355A-477A-92BA-DECEE52CB2FE}"/>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Indirect Target group</a:t>
                </a:r>
              </a:p>
            </p:txBody>
          </p:sp>
          <p:pic>
            <p:nvPicPr>
              <p:cNvPr id="47" name="Graphique 46" descr="Utilisateurs avec un remplissage uni">
                <a:extLst>
                  <a:ext uri="{FF2B5EF4-FFF2-40B4-BE49-F238E27FC236}">
                    <a16:creationId xmlns:a16="http://schemas.microsoft.com/office/drawing/2014/main" id="{FACB9156-B5E8-4C1C-AC16-4EAEC454206C}"/>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50" name="Groupe 49">
              <a:extLst>
                <a:ext uri="{FF2B5EF4-FFF2-40B4-BE49-F238E27FC236}">
                  <a16:creationId xmlns:a16="http://schemas.microsoft.com/office/drawing/2014/main" id="{19F77ABE-C66D-4A18-9E16-D3B2FB54B17E}"/>
                </a:ext>
              </a:extLst>
            </p:cNvPr>
            <p:cNvGrpSpPr/>
            <p:nvPr/>
          </p:nvGrpSpPr>
          <p:grpSpPr>
            <a:xfrm>
              <a:off x="7166393" y="1940358"/>
              <a:ext cx="1166597" cy="1114429"/>
              <a:chOff x="7034669" y="1978408"/>
              <a:chExt cx="1166597" cy="1114429"/>
            </a:xfrm>
          </p:grpSpPr>
          <p:pic>
            <p:nvPicPr>
              <p:cNvPr id="41" name="Graphique 40" descr="Utilisateur avec un remplissage uni">
                <a:extLst>
                  <a:ext uri="{FF2B5EF4-FFF2-40B4-BE49-F238E27FC236}">
                    <a16:creationId xmlns:a16="http://schemas.microsoft.com/office/drawing/2014/main" id="{E8FFE889-6311-4FC3-BA6E-BFB1499B0275}"/>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319414" y="1978408"/>
                <a:ext cx="634194" cy="634194"/>
              </a:xfrm>
              <a:prstGeom prst="rect">
                <a:avLst/>
              </a:prstGeom>
            </p:spPr>
          </p:pic>
          <p:sp>
            <p:nvSpPr>
              <p:cNvPr id="49" name="ZoneTexte 48">
                <a:extLst>
                  <a:ext uri="{FF2B5EF4-FFF2-40B4-BE49-F238E27FC236}">
                    <a16:creationId xmlns:a16="http://schemas.microsoft.com/office/drawing/2014/main" id="{6120A503-2F20-4AE3-A9E8-A93167EFB14B}"/>
                  </a:ext>
                </a:extLst>
              </p:cNvPr>
              <p:cNvSpPr txBox="1"/>
              <p:nvPr/>
            </p:nvSpPr>
            <p:spPr>
              <a:xfrm>
                <a:off x="7034669" y="2446506"/>
                <a:ext cx="1166597" cy="646331"/>
              </a:xfrm>
              <a:prstGeom prst="rect">
                <a:avLst/>
              </a:prstGeom>
              <a:noFill/>
            </p:spPr>
            <p:txBody>
              <a:bodyPr wrap="square">
                <a:spAutoFit/>
              </a:bodyPr>
              <a:lstStyle/>
              <a:p>
                <a:pPr algn="ctr"/>
                <a:r>
                  <a:rPr lang="en-US" sz="1200">
                    <a:solidFill>
                      <a:schemeClr val="tx1"/>
                    </a:solidFill>
                  </a:rPr>
                  <a:t>Directly impacted key person</a:t>
                </a:r>
              </a:p>
            </p:txBody>
          </p:sp>
        </p:grpSp>
        <p:grpSp>
          <p:nvGrpSpPr>
            <p:cNvPr id="51" name="Groupe 50">
              <a:extLst>
                <a:ext uri="{FF2B5EF4-FFF2-40B4-BE49-F238E27FC236}">
                  <a16:creationId xmlns:a16="http://schemas.microsoft.com/office/drawing/2014/main" id="{9D18585D-98EA-41C6-A058-38CC1C0F4F92}"/>
                </a:ext>
              </a:extLst>
            </p:cNvPr>
            <p:cNvGrpSpPr/>
            <p:nvPr/>
          </p:nvGrpSpPr>
          <p:grpSpPr>
            <a:xfrm>
              <a:off x="10058713" y="1739195"/>
              <a:ext cx="1203959" cy="1086268"/>
              <a:chOff x="1844480" y="4004145"/>
              <a:chExt cx="1203959" cy="1086268"/>
            </a:xfrm>
          </p:grpSpPr>
          <p:sp>
            <p:nvSpPr>
              <p:cNvPr id="52" name="Rectangle 51">
                <a:extLst>
                  <a:ext uri="{FF2B5EF4-FFF2-40B4-BE49-F238E27FC236}">
                    <a16:creationId xmlns:a16="http://schemas.microsoft.com/office/drawing/2014/main" id="{0B59A66A-FE6F-4496-94E1-5AA7DDC5EFE4}"/>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Indirect Target group</a:t>
                </a:r>
              </a:p>
            </p:txBody>
          </p:sp>
          <p:pic>
            <p:nvPicPr>
              <p:cNvPr id="53" name="Graphique 52" descr="Utilisateurs avec un remplissage uni">
                <a:extLst>
                  <a:ext uri="{FF2B5EF4-FFF2-40B4-BE49-F238E27FC236}">
                    <a16:creationId xmlns:a16="http://schemas.microsoft.com/office/drawing/2014/main" id="{87C4205D-D319-4D17-BE34-563644FC6255}"/>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54" name="Groupe 53">
              <a:extLst>
                <a:ext uri="{FF2B5EF4-FFF2-40B4-BE49-F238E27FC236}">
                  <a16:creationId xmlns:a16="http://schemas.microsoft.com/office/drawing/2014/main" id="{9A2D4E47-ABFD-4D86-AFF2-66AEAA3948A1}"/>
                </a:ext>
              </a:extLst>
            </p:cNvPr>
            <p:cNvGrpSpPr/>
            <p:nvPr/>
          </p:nvGrpSpPr>
          <p:grpSpPr>
            <a:xfrm>
              <a:off x="10058713" y="2853202"/>
              <a:ext cx="1166597" cy="1151149"/>
              <a:chOff x="2218233" y="2605788"/>
              <a:chExt cx="1166597" cy="1151149"/>
            </a:xfrm>
          </p:grpSpPr>
          <p:pic>
            <p:nvPicPr>
              <p:cNvPr id="55" name="Graphique 54" descr="Utilisateur avec un remplissage uni">
                <a:extLst>
                  <a:ext uri="{FF2B5EF4-FFF2-40B4-BE49-F238E27FC236}">
                    <a16:creationId xmlns:a16="http://schemas.microsoft.com/office/drawing/2014/main" id="{ABD982F3-AC5F-4005-95B0-9D4A31041CAB}"/>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484435" y="2605788"/>
                <a:ext cx="634194" cy="634194"/>
              </a:xfrm>
              <a:prstGeom prst="rect">
                <a:avLst/>
              </a:prstGeom>
            </p:spPr>
          </p:pic>
          <p:sp>
            <p:nvSpPr>
              <p:cNvPr id="56" name="ZoneTexte 55">
                <a:extLst>
                  <a:ext uri="{FF2B5EF4-FFF2-40B4-BE49-F238E27FC236}">
                    <a16:creationId xmlns:a16="http://schemas.microsoft.com/office/drawing/2014/main" id="{FCDF3650-E1C0-4D93-B90E-33997C4B58A0}"/>
                  </a:ext>
                </a:extLst>
              </p:cNvPr>
              <p:cNvSpPr txBox="1"/>
              <p:nvPr/>
            </p:nvSpPr>
            <p:spPr>
              <a:xfrm>
                <a:off x="2218233" y="3110606"/>
                <a:ext cx="1166597" cy="646331"/>
              </a:xfrm>
              <a:prstGeom prst="rect">
                <a:avLst/>
              </a:prstGeom>
              <a:noFill/>
            </p:spPr>
            <p:txBody>
              <a:bodyPr wrap="square">
                <a:spAutoFit/>
              </a:bodyPr>
              <a:lstStyle/>
              <a:p>
                <a:pPr algn="ctr"/>
                <a:r>
                  <a:rPr lang="en-US" sz="1200">
                    <a:solidFill>
                      <a:schemeClr val="tx1"/>
                    </a:solidFill>
                  </a:rPr>
                  <a:t>Indirectly impacted key person</a:t>
                </a:r>
              </a:p>
            </p:txBody>
          </p:sp>
        </p:grpSp>
        <p:sp>
          <p:nvSpPr>
            <p:cNvPr id="57" name="Flèche : droite 56">
              <a:extLst>
                <a:ext uri="{FF2B5EF4-FFF2-40B4-BE49-F238E27FC236}">
                  <a16:creationId xmlns:a16="http://schemas.microsoft.com/office/drawing/2014/main" id="{802F923E-6BDE-4A43-8D74-F4F6A6454C8F}"/>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8" name="Flèche : droite 57">
              <a:extLst>
                <a:ext uri="{FF2B5EF4-FFF2-40B4-BE49-F238E27FC236}">
                  <a16:creationId xmlns:a16="http://schemas.microsoft.com/office/drawing/2014/main" id="{ABB0CE15-F38E-4B1D-A7E5-53AADAB9D5CA}"/>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9" name="Flèche : droite 58">
              <a:extLst>
                <a:ext uri="{FF2B5EF4-FFF2-40B4-BE49-F238E27FC236}">
                  <a16:creationId xmlns:a16="http://schemas.microsoft.com/office/drawing/2014/main" id="{95CB8EC9-719A-4BAE-95A5-1CAACC14931A}"/>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0" name="Flèche : droite 59">
              <a:extLst>
                <a:ext uri="{FF2B5EF4-FFF2-40B4-BE49-F238E27FC236}">
                  <a16:creationId xmlns:a16="http://schemas.microsoft.com/office/drawing/2014/main" id="{BFF81F83-20BC-406E-B95C-5F7E9782470D}"/>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1" name="Flèche : droite 60">
              <a:extLst>
                <a:ext uri="{FF2B5EF4-FFF2-40B4-BE49-F238E27FC236}">
                  <a16:creationId xmlns:a16="http://schemas.microsoft.com/office/drawing/2014/main" id="{8F59835A-4DE9-444D-B314-2861E10DEEE1}"/>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2" name="Flèche : droite 61">
              <a:extLst>
                <a:ext uri="{FF2B5EF4-FFF2-40B4-BE49-F238E27FC236}">
                  <a16:creationId xmlns:a16="http://schemas.microsoft.com/office/drawing/2014/main" id="{282B66BA-2538-4CB5-95B4-4BA23784C83A}"/>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63" name="Flèche : droite 62">
              <a:extLst>
                <a:ext uri="{FF2B5EF4-FFF2-40B4-BE49-F238E27FC236}">
                  <a16:creationId xmlns:a16="http://schemas.microsoft.com/office/drawing/2014/main" id="{9953795C-EC2C-4A60-B117-7187FA99EDF8}"/>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64" name="Flèche : droite 63">
              <a:extLst>
                <a:ext uri="{FF2B5EF4-FFF2-40B4-BE49-F238E27FC236}">
                  <a16:creationId xmlns:a16="http://schemas.microsoft.com/office/drawing/2014/main" id="{7E65FFF3-72F0-48C4-8152-C1FB94410748}"/>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65" name="Flèche : droite 64">
              <a:extLst>
                <a:ext uri="{FF2B5EF4-FFF2-40B4-BE49-F238E27FC236}">
                  <a16:creationId xmlns:a16="http://schemas.microsoft.com/office/drawing/2014/main" id="{05575A18-C8DC-43BC-BC0E-22471157ADD2}"/>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pic>
          <p:nvPicPr>
            <p:cNvPr id="66" name="Graphique 65" descr="Utilisateur avec un remplissage uni">
              <a:extLst>
                <a:ext uri="{FF2B5EF4-FFF2-40B4-BE49-F238E27FC236}">
                  <a16:creationId xmlns:a16="http://schemas.microsoft.com/office/drawing/2014/main" id="{CFFD1BF2-BA8B-4027-BD01-959969EFB8C6}"/>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9199066" y="3752255"/>
              <a:ext cx="410445" cy="410445"/>
            </a:xfrm>
            <a:prstGeom prst="rect">
              <a:avLst/>
            </a:prstGeom>
          </p:spPr>
        </p:pic>
        <p:pic>
          <p:nvPicPr>
            <p:cNvPr id="67" name="Graphique 66" descr="Utilisateur avec un remplissage uni">
              <a:extLst>
                <a:ext uri="{FF2B5EF4-FFF2-40B4-BE49-F238E27FC236}">
                  <a16:creationId xmlns:a16="http://schemas.microsoft.com/office/drawing/2014/main" id="{C5517C2B-E7DE-4B89-B0B3-AAF02F11C295}"/>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7997464" y="4944818"/>
              <a:ext cx="410445" cy="410445"/>
            </a:xfrm>
            <a:prstGeom prst="rect">
              <a:avLst/>
            </a:prstGeom>
          </p:spPr>
        </p:pic>
        <p:pic>
          <p:nvPicPr>
            <p:cNvPr id="68" name="Graphique 67" descr="Utilisateur avec un remplissage uni">
              <a:extLst>
                <a:ext uri="{FF2B5EF4-FFF2-40B4-BE49-F238E27FC236}">
                  <a16:creationId xmlns:a16="http://schemas.microsoft.com/office/drawing/2014/main" id="{88262E52-7A20-4BE8-9899-9AE110F92DA1}"/>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0985327" y="2533953"/>
              <a:ext cx="410445" cy="410445"/>
            </a:xfrm>
            <a:prstGeom prst="rect">
              <a:avLst/>
            </a:prstGeom>
          </p:spPr>
        </p:pic>
      </p:grpSp>
    </p:spTree>
    <p:extLst>
      <p:ext uri="{BB962C8B-B14F-4D97-AF65-F5344CB8AC3E}">
        <p14:creationId xmlns:p14="http://schemas.microsoft.com/office/powerpoint/2010/main" val="29383805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phique 10" descr="Utilisateur avec un remplissage uni">
            <a:extLst>
              <a:ext uri="{FF2B5EF4-FFF2-40B4-BE49-F238E27FC236}">
                <a16:creationId xmlns:a16="http://schemas.microsoft.com/office/drawing/2014/main" id="{6E542CC0-322C-41E4-9F80-D2ED23C0687A}"/>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31307" y="2493062"/>
            <a:ext cx="634194" cy="634194"/>
          </a:xfrm>
          <a:prstGeom prst="rect">
            <a:avLst/>
          </a:prstGeom>
        </p:spPr>
      </p:pic>
      <p:sp>
        <p:nvSpPr>
          <p:cNvPr id="13" name="Titre 1">
            <a:extLst>
              <a:ext uri="{FF2B5EF4-FFF2-40B4-BE49-F238E27FC236}">
                <a16:creationId xmlns:a16="http://schemas.microsoft.com/office/drawing/2014/main" id="{6EAEBC99-93D9-4D07-AE06-CC637108CB65}"/>
              </a:ext>
            </a:extLst>
          </p:cNvPr>
          <p:cNvSpPr>
            <a:spLocks noGrp="1"/>
          </p:cNvSpPr>
          <p:nvPr>
            <p:ph type="title"/>
          </p:nvPr>
        </p:nvSpPr>
        <p:spPr>
          <a:xfrm>
            <a:off x="838200" y="342948"/>
            <a:ext cx="11106150" cy="1325563"/>
          </a:xfrm>
        </p:spPr>
        <p:txBody>
          <a:bodyPr>
            <a:normAutofit fontScale="90000"/>
          </a:bodyPr>
          <a:lstStyle/>
          <a:p>
            <a:r>
              <a:rPr lang="en-US"/>
              <a:t>Why HERE ?</a:t>
            </a:r>
            <a:br>
              <a:rPr lang="en-US"/>
            </a:br>
            <a:r>
              <a:rPr lang="en-US"/>
              <a:t>Map of Influence (visual workshop version EXAMPLE)</a:t>
            </a:r>
          </a:p>
        </p:txBody>
      </p:sp>
      <p:sp>
        <p:nvSpPr>
          <p:cNvPr id="14" name="Flèche : droite 13">
            <a:extLst>
              <a:ext uri="{FF2B5EF4-FFF2-40B4-BE49-F238E27FC236}">
                <a16:creationId xmlns:a16="http://schemas.microsoft.com/office/drawing/2014/main" id="{3376A5AA-3D43-4817-B088-99450E083A21}"/>
              </a:ext>
            </a:extLst>
          </p:cNvPr>
          <p:cNvSpPr/>
          <p:nvPr/>
        </p:nvSpPr>
        <p:spPr>
          <a:xfrm>
            <a:off x="502741" y="5874965"/>
            <a:ext cx="2393521"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Positive side effect</a:t>
            </a:r>
          </a:p>
        </p:txBody>
      </p:sp>
      <p:sp>
        <p:nvSpPr>
          <p:cNvPr id="15" name="Flèche : droite 14">
            <a:extLst>
              <a:ext uri="{FF2B5EF4-FFF2-40B4-BE49-F238E27FC236}">
                <a16:creationId xmlns:a16="http://schemas.microsoft.com/office/drawing/2014/main" id="{5C9ABFA4-A687-4145-A31C-105B1C20D9AF}"/>
              </a:ext>
            </a:extLst>
          </p:cNvPr>
          <p:cNvSpPr/>
          <p:nvPr/>
        </p:nvSpPr>
        <p:spPr>
          <a:xfrm>
            <a:off x="502740" y="5284415"/>
            <a:ext cx="2393521" cy="518621"/>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Direct influence of Project / Product activities</a:t>
            </a:r>
          </a:p>
        </p:txBody>
      </p:sp>
      <p:grpSp>
        <p:nvGrpSpPr>
          <p:cNvPr id="27" name="Groupe 26">
            <a:extLst>
              <a:ext uri="{FF2B5EF4-FFF2-40B4-BE49-F238E27FC236}">
                <a16:creationId xmlns:a16="http://schemas.microsoft.com/office/drawing/2014/main" id="{F9AB6CCF-723B-4980-906A-CCDCCCA4AD49}"/>
              </a:ext>
            </a:extLst>
          </p:cNvPr>
          <p:cNvGrpSpPr/>
          <p:nvPr/>
        </p:nvGrpSpPr>
        <p:grpSpPr>
          <a:xfrm>
            <a:off x="495541" y="3991241"/>
            <a:ext cx="1203959" cy="1114429"/>
            <a:chOff x="495541" y="3991241"/>
            <a:chExt cx="1203959" cy="1114429"/>
          </a:xfrm>
        </p:grpSpPr>
        <p:sp>
          <p:nvSpPr>
            <p:cNvPr id="9" name="Rectangle 8">
              <a:extLst>
                <a:ext uri="{FF2B5EF4-FFF2-40B4-BE49-F238E27FC236}">
                  <a16:creationId xmlns:a16="http://schemas.microsoft.com/office/drawing/2014/main" id="{C8B58C40-E6ED-4393-9EB4-FC5F99B2C0E3}"/>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 Direct Target group</a:t>
              </a:r>
            </a:p>
          </p:txBody>
        </p:sp>
        <p:pic>
          <p:nvPicPr>
            <p:cNvPr id="17" name="Graphique 16" descr="Utilisateurs avec un remplissage uni">
              <a:extLst>
                <a:ext uri="{FF2B5EF4-FFF2-40B4-BE49-F238E27FC236}">
                  <a16:creationId xmlns:a16="http://schemas.microsoft.com/office/drawing/2014/main" id="{559C9BAC-9BE1-4541-94C8-1F537D283CCA}"/>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28" name="Groupe 27">
            <a:extLst>
              <a:ext uri="{FF2B5EF4-FFF2-40B4-BE49-F238E27FC236}">
                <a16:creationId xmlns:a16="http://schemas.microsoft.com/office/drawing/2014/main" id="{096591E8-D1D6-4B89-860C-EC5AD5A0529E}"/>
              </a:ext>
            </a:extLst>
          </p:cNvPr>
          <p:cNvGrpSpPr/>
          <p:nvPr/>
        </p:nvGrpSpPr>
        <p:grpSpPr>
          <a:xfrm>
            <a:off x="1844480" y="4004145"/>
            <a:ext cx="1203959" cy="1086268"/>
            <a:chOff x="1844480" y="4004145"/>
            <a:chExt cx="1203959" cy="1086268"/>
          </a:xfrm>
        </p:grpSpPr>
        <p:sp>
          <p:nvSpPr>
            <p:cNvPr id="18" name="Rectangle 17">
              <a:extLst>
                <a:ext uri="{FF2B5EF4-FFF2-40B4-BE49-F238E27FC236}">
                  <a16:creationId xmlns:a16="http://schemas.microsoft.com/office/drawing/2014/main" id="{8590B99E-8D90-46E0-A048-4F0FAE841974}"/>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Indirect Target group</a:t>
              </a:r>
            </a:p>
          </p:txBody>
        </p:sp>
        <p:pic>
          <p:nvPicPr>
            <p:cNvPr id="19" name="Graphique 18" descr="Utilisateurs avec un remplissage uni">
              <a:extLst>
                <a:ext uri="{FF2B5EF4-FFF2-40B4-BE49-F238E27FC236}">
                  <a16:creationId xmlns:a16="http://schemas.microsoft.com/office/drawing/2014/main" id="{3EE10425-EFDC-4B99-AB2E-57197B8A305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48" name="Groupe 47">
            <a:extLst>
              <a:ext uri="{FF2B5EF4-FFF2-40B4-BE49-F238E27FC236}">
                <a16:creationId xmlns:a16="http://schemas.microsoft.com/office/drawing/2014/main" id="{D17C542A-3067-480D-993D-C1AFCB69E238}"/>
              </a:ext>
            </a:extLst>
          </p:cNvPr>
          <p:cNvGrpSpPr/>
          <p:nvPr/>
        </p:nvGrpSpPr>
        <p:grpSpPr>
          <a:xfrm>
            <a:off x="2285389" y="2478525"/>
            <a:ext cx="1166597" cy="1151149"/>
            <a:chOff x="2218233" y="2605788"/>
            <a:chExt cx="1166597" cy="1151149"/>
          </a:xfrm>
        </p:grpSpPr>
        <p:pic>
          <p:nvPicPr>
            <p:cNvPr id="20" name="Graphique 19" descr="Utilisateur avec un remplissage uni">
              <a:extLst>
                <a:ext uri="{FF2B5EF4-FFF2-40B4-BE49-F238E27FC236}">
                  <a16:creationId xmlns:a16="http://schemas.microsoft.com/office/drawing/2014/main" id="{91D00918-F5C8-4938-B753-9ACA46A21E62}"/>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484435" y="2605788"/>
              <a:ext cx="634194" cy="634194"/>
            </a:xfrm>
            <a:prstGeom prst="rect">
              <a:avLst/>
            </a:prstGeom>
          </p:spPr>
        </p:pic>
        <p:sp>
          <p:nvSpPr>
            <p:cNvPr id="22" name="ZoneTexte 21">
              <a:extLst>
                <a:ext uri="{FF2B5EF4-FFF2-40B4-BE49-F238E27FC236}">
                  <a16:creationId xmlns:a16="http://schemas.microsoft.com/office/drawing/2014/main" id="{B0BF1B0E-6AEF-4CEA-B8E6-46F322ECA8F3}"/>
                </a:ext>
              </a:extLst>
            </p:cNvPr>
            <p:cNvSpPr txBox="1"/>
            <p:nvPr/>
          </p:nvSpPr>
          <p:spPr>
            <a:xfrm>
              <a:off x="2218233" y="3110606"/>
              <a:ext cx="1166597" cy="646331"/>
            </a:xfrm>
            <a:prstGeom prst="rect">
              <a:avLst/>
            </a:prstGeom>
            <a:noFill/>
          </p:spPr>
          <p:txBody>
            <a:bodyPr wrap="square">
              <a:spAutoFit/>
            </a:bodyPr>
            <a:lstStyle/>
            <a:p>
              <a:pPr algn="ctr"/>
              <a:r>
                <a:rPr lang="en-US" sz="1200">
                  <a:solidFill>
                    <a:schemeClr val="tx1"/>
                  </a:solidFill>
                </a:rPr>
                <a:t>Indirectly impacted key person</a:t>
              </a:r>
            </a:p>
          </p:txBody>
        </p:sp>
      </p:grpSp>
      <p:sp>
        <p:nvSpPr>
          <p:cNvPr id="23" name="ZoneTexte 22">
            <a:extLst>
              <a:ext uri="{FF2B5EF4-FFF2-40B4-BE49-F238E27FC236}">
                <a16:creationId xmlns:a16="http://schemas.microsoft.com/office/drawing/2014/main" id="{AFBBC7D3-B091-431A-8BCA-83F21BE57352}"/>
              </a:ext>
            </a:extLst>
          </p:cNvPr>
          <p:cNvSpPr txBox="1"/>
          <p:nvPr/>
        </p:nvSpPr>
        <p:spPr>
          <a:xfrm>
            <a:off x="1261181" y="2977528"/>
            <a:ext cx="1166597" cy="646331"/>
          </a:xfrm>
          <a:prstGeom prst="rect">
            <a:avLst/>
          </a:prstGeom>
          <a:noFill/>
        </p:spPr>
        <p:txBody>
          <a:bodyPr wrap="square">
            <a:spAutoFit/>
          </a:bodyPr>
          <a:lstStyle/>
          <a:p>
            <a:pPr algn="ctr"/>
            <a:r>
              <a:rPr lang="en-US" sz="1200">
                <a:solidFill>
                  <a:schemeClr val="tx1"/>
                </a:solidFill>
              </a:rPr>
              <a:t>Directly impacted key person</a:t>
            </a:r>
          </a:p>
        </p:txBody>
      </p:sp>
      <p:sp>
        <p:nvSpPr>
          <p:cNvPr id="24" name="Rectangle 23">
            <a:extLst>
              <a:ext uri="{FF2B5EF4-FFF2-40B4-BE49-F238E27FC236}">
                <a16:creationId xmlns:a16="http://schemas.microsoft.com/office/drawing/2014/main" id="{EFF0DE9B-E02C-473A-8B24-A7B6892A878E}"/>
              </a:ext>
            </a:extLst>
          </p:cNvPr>
          <p:cNvSpPr/>
          <p:nvPr/>
        </p:nvSpPr>
        <p:spPr>
          <a:xfrm>
            <a:off x="161925" y="1978409"/>
            <a:ext cx="3409950" cy="467956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a:solidFill>
                  <a:schemeClr val="tx1"/>
                </a:solidFill>
              </a:rPr>
              <a:t>Map legend</a:t>
            </a:r>
          </a:p>
        </p:txBody>
      </p:sp>
      <p:pic>
        <p:nvPicPr>
          <p:cNvPr id="25" name="Graphique 24" descr="Utilisateur avec un remplissage uni">
            <a:extLst>
              <a:ext uri="{FF2B5EF4-FFF2-40B4-BE49-F238E27FC236}">
                <a16:creationId xmlns:a16="http://schemas.microsoft.com/office/drawing/2014/main" id="{F8569511-E08A-4860-AECF-EF895B6E9568}"/>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66098" y="2473991"/>
            <a:ext cx="634194" cy="634194"/>
          </a:xfrm>
          <a:prstGeom prst="rect">
            <a:avLst/>
          </a:prstGeom>
        </p:spPr>
      </p:pic>
      <p:sp>
        <p:nvSpPr>
          <p:cNvPr id="26" name="ZoneTexte 25">
            <a:extLst>
              <a:ext uri="{FF2B5EF4-FFF2-40B4-BE49-F238E27FC236}">
                <a16:creationId xmlns:a16="http://schemas.microsoft.com/office/drawing/2014/main" id="{2BA9B966-1DB6-4C70-88F5-D46881927A8B}"/>
              </a:ext>
            </a:extLst>
          </p:cNvPr>
          <p:cNvSpPr txBox="1"/>
          <p:nvPr/>
        </p:nvSpPr>
        <p:spPr>
          <a:xfrm>
            <a:off x="275330" y="2960231"/>
            <a:ext cx="1065209" cy="1015663"/>
          </a:xfrm>
          <a:prstGeom prst="rect">
            <a:avLst/>
          </a:prstGeom>
          <a:noFill/>
        </p:spPr>
        <p:txBody>
          <a:bodyPr wrap="square">
            <a:spAutoFit/>
          </a:bodyPr>
          <a:lstStyle/>
          <a:p>
            <a:pPr algn="ctr"/>
            <a:r>
              <a:rPr lang="en-US" sz="1200">
                <a:solidFill>
                  <a:schemeClr val="tx1"/>
                </a:solidFill>
              </a:rPr>
              <a:t>Project / Product member(s) present in the group</a:t>
            </a:r>
          </a:p>
        </p:txBody>
      </p:sp>
      <p:pic>
        <p:nvPicPr>
          <p:cNvPr id="30" name="Graphique 29" descr="Sphères de Harvey 100% avec un remplissage uni">
            <a:extLst>
              <a:ext uri="{FF2B5EF4-FFF2-40B4-BE49-F238E27FC236}">
                <a16:creationId xmlns:a16="http://schemas.microsoft.com/office/drawing/2014/main" id="{DB08F5E0-6F69-4B1D-A5CC-37AF4695BC45}"/>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10326" t="10344" r="10326" b="10240"/>
          <a:stretch/>
        </p:blipFill>
        <p:spPr>
          <a:xfrm>
            <a:off x="4856111" y="3574539"/>
            <a:ext cx="1792339" cy="1793874"/>
          </a:xfrm>
          <a:prstGeom prst="rect">
            <a:avLst/>
          </a:prstGeom>
        </p:spPr>
      </p:pic>
      <p:sp>
        <p:nvSpPr>
          <p:cNvPr id="31" name="ZoneTexte 30">
            <a:extLst>
              <a:ext uri="{FF2B5EF4-FFF2-40B4-BE49-F238E27FC236}">
                <a16:creationId xmlns:a16="http://schemas.microsoft.com/office/drawing/2014/main" id="{AF5F731A-AE9E-4C4A-BEE8-8E063CFB997B}"/>
              </a:ext>
            </a:extLst>
          </p:cNvPr>
          <p:cNvSpPr txBox="1"/>
          <p:nvPr/>
        </p:nvSpPr>
        <p:spPr>
          <a:xfrm>
            <a:off x="5114124" y="4268270"/>
            <a:ext cx="1777025" cy="369332"/>
          </a:xfrm>
          <a:prstGeom prst="rect">
            <a:avLst/>
          </a:prstGeom>
          <a:noFill/>
        </p:spPr>
        <p:txBody>
          <a:bodyPr wrap="none" rtlCol="0">
            <a:spAutoFit/>
          </a:bodyPr>
          <a:lstStyle/>
          <a:p>
            <a:r>
              <a:rPr lang="en-US"/>
              <a:t>Project / Product</a:t>
            </a:r>
          </a:p>
        </p:txBody>
      </p:sp>
      <p:grpSp>
        <p:nvGrpSpPr>
          <p:cNvPr id="32" name="Groupe 31">
            <a:extLst>
              <a:ext uri="{FF2B5EF4-FFF2-40B4-BE49-F238E27FC236}">
                <a16:creationId xmlns:a16="http://schemas.microsoft.com/office/drawing/2014/main" id="{456A4E05-1C21-4E23-820D-B2ABF951E349}"/>
              </a:ext>
            </a:extLst>
          </p:cNvPr>
          <p:cNvGrpSpPr/>
          <p:nvPr/>
        </p:nvGrpSpPr>
        <p:grpSpPr>
          <a:xfrm>
            <a:off x="8201266" y="2889716"/>
            <a:ext cx="1203959" cy="1114429"/>
            <a:chOff x="495541" y="3991241"/>
            <a:chExt cx="1203959" cy="1114429"/>
          </a:xfrm>
        </p:grpSpPr>
        <p:sp>
          <p:nvSpPr>
            <p:cNvPr id="33" name="Rectangle 32">
              <a:extLst>
                <a:ext uri="{FF2B5EF4-FFF2-40B4-BE49-F238E27FC236}">
                  <a16:creationId xmlns:a16="http://schemas.microsoft.com/office/drawing/2014/main" id="{700FBC0A-4C51-4BC0-877A-37CDD4C92A7C}"/>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 Team A</a:t>
              </a:r>
            </a:p>
          </p:txBody>
        </p:sp>
        <p:pic>
          <p:nvPicPr>
            <p:cNvPr id="34" name="Graphique 33" descr="Utilisateurs avec un remplissage uni">
              <a:extLst>
                <a:ext uri="{FF2B5EF4-FFF2-40B4-BE49-F238E27FC236}">
                  <a16:creationId xmlns:a16="http://schemas.microsoft.com/office/drawing/2014/main" id="{332BF3B6-91B0-4B26-9325-18C83696DCC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35" name="Groupe 34">
            <a:extLst>
              <a:ext uri="{FF2B5EF4-FFF2-40B4-BE49-F238E27FC236}">
                <a16:creationId xmlns:a16="http://schemas.microsoft.com/office/drawing/2014/main" id="{D8F3FCD8-3000-406D-A48C-ED3223C37D94}"/>
              </a:ext>
            </a:extLst>
          </p:cNvPr>
          <p:cNvGrpSpPr/>
          <p:nvPr/>
        </p:nvGrpSpPr>
        <p:grpSpPr>
          <a:xfrm>
            <a:off x="8144116" y="4080387"/>
            <a:ext cx="1203959" cy="1114429"/>
            <a:chOff x="495541" y="3991241"/>
            <a:chExt cx="1203959" cy="1114429"/>
          </a:xfrm>
          <a:solidFill>
            <a:srgbClr val="0683AA"/>
          </a:solidFill>
        </p:grpSpPr>
        <p:sp>
          <p:nvSpPr>
            <p:cNvPr id="36" name="Rectangle 35">
              <a:extLst>
                <a:ext uri="{FF2B5EF4-FFF2-40B4-BE49-F238E27FC236}">
                  <a16:creationId xmlns:a16="http://schemas.microsoft.com/office/drawing/2014/main" id="{375F10A0-1377-428A-8CB1-A4205685834E}"/>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 Department B</a:t>
              </a:r>
            </a:p>
          </p:txBody>
        </p:sp>
        <p:pic>
          <p:nvPicPr>
            <p:cNvPr id="37" name="Graphique 36" descr="Utilisateurs avec un remplissage uni">
              <a:extLst>
                <a:ext uri="{FF2B5EF4-FFF2-40B4-BE49-F238E27FC236}">
                  <a16:creationId xmlns:a16="http://schemas.microsoft.com/office/drawing/2014/main" id="{AE8BCAB9-7EC1-4D04-A1F6-E0E0ECB64452}"/>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38" name="Groupe 37">
            <a:extLst>
              <a:ext uri="{FF2B5EF4-FFF2-40B4-BE49-F238E27FC236}">
                <a16:creationId xmlns:a16="http://schemas.microsoft.com/office/drawing/2014/main" id="{88C4ADD7-D1D4-4D95-BD49-A62683D72921}"/>
              </a:ext>
            </a:extLst>
          </p:cNvPr>
          <p:cNvGrpSpPr/>
          <p:nvPr/>
        </p:nvGrpSpPr>
        <p:grpSpPr>
          <a:xfrm>
            <a:off x="7765182" y="5459500"/>
            <a:ext cx="1203959" cy="1114429"/>
            <a:chOff x="495541" y="3991241"/>
            <a:chExt cx="1203959" cy="1114429"/>
          </a:xfrm>
        </p:grpSpPr>
        <p:sp>
          <p:nvSpPr>
            <p:cNvPr id="39" name="Rectangle 38">
              <a:extLst>
                <a:ext uri="{FF2B5EF4-FFF2-40B4-BE49-F238E27FC236}">
                  <a16:creationId xmlns:a16="http://schemas.microsoft.com/office/drawing/2014/main" id="{0BC9F894-DCF1-41FF-9FD9-DD2F8D0452E9}"/>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 Team C</a:t>
              </a:r>
            </a:p>
          </p:txBody>
        </p:sp>
        <p:pic>
          <p:nvPicPr>
            <p:cNvPr id="40" name="Graphique 39" descr="Utilisateurs avec un remplissage uni">
              <a:extLst>
                <a:ext uri="{FF2B5EF4-FFF2-40B4-BE49-F238E27FC236}">
                  <a16:creationId xmlns:a16="http://schemas.microsoft.com/office/drawing/2014/main" id="{B51BEC5D-1F23-47F9-8FD7-71675947CF4E}"/>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42" name="Groupe 41">
            <a:extLst>
              <a:ext uri="{FF2B5EF4-FFF2-40B4-BE49-F238E27FC236}">
                <a16:creationId xmlns:a16="http://schemas.microsoft.com/office/drawing/2014/main" id="{AA8D3C8F-1317-495F-BE9A-CB2EAC196974}"/>
              </a:ext>
            </a:extLst>
          </p:cNvPr>
          <p:cNvGrpSpPr/>
          <p:nvPr/>
        </p:nvGrpSpPr>
        <p:grpSpPr>
          <a:xfrm>
            <a:off x="10040031" y="5626122"/>
            <a:ext cx="1203959" cy="1086268"/>
            <a:chOff x="1844480" y="4004145"/>
            <a:chExt cx="1203959" cy="1086268"/>
          </a:xfrm>
        </p:grpSpPr>
        <p:sp>
          <p:nvSpPr>
            <p:cNvPr id="43" name="Rectangle 42">
              <a:extLst>
                <a:ext uri="{FF2B5EF4-FFF2-40B4-BE49-F238E27FC236}">
                  <a16:creationId xmlns:a16="http://schemas.microsoft.com/office/drawing/2014/main" id="{63816973-C883-4A85-9900-2A9BD779C20E}"/>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Department D</a:t>
              </a:r>
            </a:p>
          </p:txBody>
        </p:sp>
        <p:pic>
          <p:nvPicPr>
            <p:cNvPr id="44" name="Graphique 43" descr="Utilisateurs avec un remplissage uni">
              <a:extLst>
                <a:ext uri="{FF2B5EF4-FFF2-40B4-BE49-F238E27FC236}">
                  <a16:creationId xmlns:a16="http://schemas.microsoft.com/office/drawing/2014/main" id="{E76F8196-7ACE-46A5-9D23-5CF96B580488}"/>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45" name="Groupe 44">
            <a:extLst>
              <a:ext uri="{FF2B5EF4-FFF2-40B4-BE49-F238E27FC236}">
                <a16:creationId xmlns:a16="http://schemas.microsoft.com/office/drawing/2014/main" id="{331FBE71-1D34-4377-BA0D-1FEA5DEC2F24}"/>
              </a:ext>
            </a:extLst>
          </p:cNvPr>
          <p:cNvGrpSpPr/>
          <p:nvPr/>
        </p:nvGrpSpPr>
        <p:grpSpPr>
          <a:xfrm>
            <a:off x="10348719" y="4140742"/>
            <a:ext cx="1203959" cy="1086268"/>
            <a:chOff x="1844480" y="4004145"/>
            <a:chExt cx="1203959" cy="1086268"/>
          </a:xfrm>
        </p:grpSpPr>
        <p:sp>
          <p:nvSpPr>
            <p:cNvPr id="46" name="Rectangle 45">
              <a:extLst>
                <a:ext uri="{FF2B5EF4-FFF2-40B4-BE49-F238E27FC236}">
                  <a16:creationId xmlns:a16="http://schemas.microsoft.com/office/drawing/2014/main" id="{B7F65E80-355A-477A-92BA-DECEE52CB2FE}"/>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Team Z</a:t>
              </a:r>
            </a:p>
          </p:txBody>
        </p:sp>
        <p:pic>
          <p:nvPicPr>
            <p:cNvPr id="47" name="Graphique 46" descr="Utilisateurs avec un remplissage uni">
              <a:extLst>
                <a:ext uri="{FF2B5EF4-FFF2-40B4-BE49-F238E27FC236}">
                  <a16:creationId xmlns:a16="http://schemas.microsoft.com/office/drawing/2014/main" id="{FACB9156-B5E8-4C1C-AC16-4EAEC454206C}"/>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50" name="Groupe 49">
            <a:extLst>
              <a:ext uri="{FF2B5EF4-FFF2-40B4-BE49-F238E27FC236}">
                <a16:creationId xmlns:a16="http://schemas.microsoft.com/office/drawing/2014/main" id="{19F77ABE-C66D-4A18-9E16-D3B2FB54B17E}"/>
              </a:ext>
            </a:extLst>
          </p:cNvPr>
          <p:cNvGrpSpPr/>
          <p:nvPr/>
        </p:nvGrpSpPr>
        <p:grpSpPr>
          <a:xfrm>
            <a:off x="7166393" y="1940358"/>
            <a:ext cx="1166597" cy="745097"/>
            <a:chOff x="7034669" y="1978408"/>
            <a:chExt cx="1166597" cy="745097"/>
          </a:xfrm>
        </p:grpSpPr>
        <p:pic>
          <p:nvPicPr>
            <p:cNvPr id="41" name="Graphique 40" descr="Utilisateur avec un remplissage uni">
              <a:extLst>
                <a:ext uri="{FF2B5EF4-FFF2-40B4-BE49-F238E27FC236}">
                  <a16:creationId xmlns:a16="http://schemas.microsoft.com/office/drawing/2014/main" id="{E8FFE889-6311-4FC3-BA6E-BFB1499B0275}"/>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319414" y="1978408"/>
              <a:ext cx="634194" cy="634194"/>
            </a:xfrm>
            <a:prstGeom prst="rect">
              <a:avLst/>
            </a:prstGeom>
          </p:spPr>
        </p:pic>
        <p:sp>
          <p:nvSpPr>
            <p:cNvPr id="49" name="ZoneTexte 48">
              <a:extLst>
                <a:ext uri="{FF2B5EF4-FFF2-40B4-BE49-F238E27FC236}">
                  <a16:creationId xmlns:a16="http://schemas.microsoft.com/office/drawing/2014/main" id="{6120A503-2F20-4AE3-A9E8-A93167EFB14B}"/>
                </a:ext>
              </a:extLst>
            </p:cNvPr>
            <p:cNvSpPr txBox="1"/>
            <p:nvPr/>
          </p:nvSpPr>
          <p:spPr>
            <a:xfrm>
              <a:off x="7034669" y="2446506"/>
              <a:ext cx="1166597" cy="276999"/>
            </a:xfrm>
            <a:prstGeom prst="rect">
              <a:avLst/>
            </a:prstGeom>
            <a:noFill/>
          </p:spPr>
          <p:txBody>
            <a:bodyPr wrap="square">
              <a:spAutoFit/>
            </a:bodyPr>
            <a:lstStyle/>
            <a:p>
              <a:pPr algn="ctr"/>
              <a:r>
                <a:rPr lang="en-US" sz="1200">
                  <a:solidFill>
                    <a:schemeClr val="tx1"/>
                  </a:solidFill>
                </a:rPr>
                <a:t>Sponsor L </a:t>
              </a:r>
            </a:p>
          </p:txBody>
        </p:sp>
      </p:grpSp>
      <p:grpSp>
        <p:nvGrpSpPr>
          <p:cNvPr id="51" name="Groupe 50">
            <a:extLst>
              <a:ext uri="{FF2B5EF4-FFF2-40B4-BE49-F238E27FC236}">
                <a16:creationId xmlns:a16="http://schemas.microsoft.com/office/drawing/2014/main" id="{9D18585D-98EA-41C6-A058-38CC1C0F4F92}"/>
              </a:ext>
            </a:extLst>
          </p:cNvPr>
          <p:cNvGrpSpPr/>
          <p:nvPr/>
        </p:nvGrpSpPr>
        <p:grpSpPr>
          <a:xfrm>
            <a:off x="10058713" y="1739195"/>
            <a:ext cx="1203959" cy="1086268"/>
            <a:chOff x="1844480" y="4004145"/>
            <a:chExt cx="1203959" cy="1086268"/>
          </a:xfrm>
        </p:grpSpPr>
        <p:sp>
          <p:nvSpPr>
            <p:cNvPr id="52" name="Rectangle 51">
              <a:extLst>
                <a:ext uri="{FF2B5EF4-FFF2-40B4-BE49-F238E27FC236}">
                  <a16:creationId xmlns:a16="http://schemas.microsoft.com/office/drawing/2014/main" id="{0B59A66A-FE6F-4496-94E1-5AA7DDC5EFE4}"/>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Department X management</a:t>
              </a:r>
            </a:p>
          </p:txBody>
        </p:sp>
        <p:pic>
          <p:nvPicPr>
            <p:cNvPr id="53" name="Graphique 52" descr="Utilisateurs avec un remplissage uni">
              <a:extLst>
                <a:ext uri="{FF2B5EF4-FFF2-40B4-BE49-F238E27FC236}">
                  <a16:creationId xmlns:a16="http://schemas.microsoft.com/office/drawing/2014/main" id="{87C4205D-D319-4D17-BE34-563644FC6255}"/>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54" name="Groupe 53">
            <a:extLst>
              <a:ext uri="{FF2B5EF4-FFF2-40B4-BE49-F238E27FC236}">
                <a16:creationId xmlns:a16="http://schemas.microsoft.com/office/drawing/2014/main" id="{9A2D4E47-ABFD-4D86-AFF2-66AEAA3948A1}"/>
              </a:ext>
            </a:extLst>
          </p:cNvPr>
          <p:cNvGrpSpPr/>
          <p:nvPr/>
        </p:nvGrpSpPr>
        <p:grpSpPr>
          <a:xfrm>
            <a:off x="10058713" y="2853202"/>
            <a:ext cx="1166597" cy="966483"/>
            <a:chOff x="2218233" y="2605788"/>
            <a:chExt cx="1166597" cy="966483"/>
          </a:xfrm>
        </p:grpSpPr>
        <p:pic>
          <p:nvPicPr>
            <p:cNvPr id="55" name="Graphique 54" descr="Utilisateur avec un remplissage uni">
              <a:extLst>
                <a:ext uri="{FF2B5EF4-FFF2-40B4-BE49-F238E27FC236}">
                  <a16:creationId xmlns:a16="http://schemas.microsoft.com/office/drawing/2014/main" id="{ABD982F3-AC5F-4005-95B0-9D4A31041CAB}"/>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484435" y="2605788"/>
              <a:ext cx="634194" cy="634194"/>
            </a:xfrm>
            <a:prstGeom prst="rect">
              <a:avLst/>
            </a:prstGeom>
          </p:spPr>
        </p:pic>
        <p:sp>
          <p:nvSpPr>
            <p:cNvPr id="56" name="ZoneTexte 55">
              <a:extLst>
                <a:ext uri="{FF2B5EF4-FFF2-40B4-BE49-F238E27FC236}">
                  <a16:creationId xmlns:a16="http://schemas.microsoft.com/office/drawing/2014/main" id="{FCDF3650-E1C0-4D93-B90E-33997C4B58A0}"/>
                </a:ext>
              </a:extLst>
            </p:cNvPr>
            <p:cNvSpPr txBox="1"/>
            <p:nvPr/>
          </p:nvSpPr>
          <p:spPr>
            <a:xfrm>
              <a:off x="2218233" y="3110606"/>
              <a:ext cx="1166597" cy="461665"/>
            </a:xfrm>
            <a:prstGeom prst="rect">
              <a:avLst/>
            </a:prstGeom>
            <a:noFill/>
          </p:spPr>
          <p:txBody>
            <a:bodyPr wrap="square">
              <a:spAutoFit/>
            </a:bodyPr>
            <a:lstStyle/>
            <a:p>
              <a:pPr algn="ctr"/>
              <a:r>
                <a:rPr lang="en-US" sz="1200">
                  <a:solidFill>
                    <a:schemeClr val="tx1"/>
                  </a:solidFill>
                </a:rPr>
                <a:t>Potential Sponsor K</a:t>
              </a:r>
            </a:p>
          </p:txBody>
        </p:sp>
      </p:grpSp>
      <p:sp>
        <p:nvSpPr>
          <p:cNvPr id="57" name="Flèche : droite 56">
            <a:extLst>
              <a:ext uri="{FF2B5EF4-FFF2-40B4-BE49-F238E27FC236}">
                <a16:creationId xmlns:a16="http://schemas.microsoft.com/office/drawing/2014/main" id="{802F923E-6BDE-4A43-8D74-F4F6A6454C8F}"/>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8" name="Flèche : droite 57">
            <a:extLst>
              <a:ext uri="{FF2B5EF4-FFF2-40B4-BE49-F238E27FC236}">
                <a16:creationId xmlns:a16="http://schemas.microsoft.com/office/drawing/2014/main" id="{ABB0CE15-F38E-4B1D-A7E5-53AADAB9D5CA}"/>
              </a:ext>
            </a:extLst>
          </p:cNvPr>
          <p:cNvSpPr/>
          <p:nvPr/>
        </p:nvSpPr>
        <p:spPr>
          <a:xfrm>
            <a:off x="9249480" y="474763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9" name="Flèche : droite 58">
            <a:extLst>
              <a:ext uri="{FF2B5EF4-FFF2-40B4-BE49-F238E27FC236}">
                <a16:creationId xmlns:a16="http://schemas.microsoft.com/office/drawing/2014/main" id="{95CB8EC9-719A-4BAE-95A5-1CAACC14931A}"/>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0" name="Flèche : droite 59">
            <a:extLst>
              <a:ext uri="{FF2B5EF4-FFF2-40B4-BE49-F238E27FC236}">
                <a16:creationId xmlns:a16="http://schemas.microsoft.com/office/drawing/2014/main" id="{BFF81F83-20BC-406E-B95C-5F7E9782470D}"/>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1" name="Flèche : droite 60">
            <a:extLst>
              <a:ext uri="{FF2B5EF4-FFF2-40B4-BE49-F238E27FC236}">
                <a16:creationId xmlns:a16="http://schemas.microsoft.com/office/drawing/2014/main" id="{8F59835A-4DE9-444D-B314-2861E10DEEE1}"/>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2" name="Flèche : droite 61">
            <a:extLst>
              <a:ext uri="{FF2B5EF4-FFF2-40B4-BE49-F238E27FC236}">
                <a16:creationId xmlns:a16="http://schemas.microsoft.com/office/drawing/2014/main" id="{282B66BA-2538-4CB5-95B4-4BA23784C83A}"/>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63" name="Flèche : droite 62">
            <a:extLst>
              <a:ext uri="{FF2B5EF4-FFF2-40B4-BE49-F238E27FC236}">
                <a16:creationId xmlns:a16="http://schemas.microsoft.com/office/drawing/2014/main" id="{9953795C-EC2C-4A60-B117-7187FA99EDF8}"/>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64" name="Flèche : droite 63">
            <a:extLst>
              <a:ext uri="{FF2B5EF4-FFF2-40B4-BE49-F238E27FC236}">
                <a16:creationId xmlns:a16="http://schemas.microsoft.com/office/drawing/2014/main" id="{7E65FFF3-72F0-48C4-8152-C1FB94410748}"/>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65" name="Flèche : droite 64">
            <a:extLst>
              <a:ext uri="{FF2B5EF4-FFF2-40B4-BE49-F238E27FC236}">
                <a16:creationId xmlns:a16="http://schemas.microsoft.com/office/drawing/2014/main" id="{05575A18-C8DC-43BC-BC0E-22471157ADD2}"/>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pic>
        <p:nvPicPr>
          <p:cNvPr id="66" name="Graphique 65" descr="Utilisateur avec un remplissage uni">
            <a:extLst>
              <a:ext uri="{FF2B5EF4-FFF2-40B4-BE49-F238E27FC236}">
                <a16:creationId xmlns:a16="http://schemas.microsoft.com/office/drawing/2014/main" id="{CFFD1BF2-BA8B-4027-BD01-959969EFB8C6}"/>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9199066" y="3752255"/>
            <a:ext cx="410445" cy="410445"/>
          </a:xfrm>
          <a:prstGeom prst="rect">
            <a:avLst/>
          </a:prstGeom>
        </p:spPr>
      </p:pic>
      <p:pic>
        <p:nvPicPr>
          <p:cNvPr id="67" name="Graphique 66" descr="Utilisateur avec un remplissage uni">
            <a:extLst>
              <a:ext uri="{FF2B5EF4-FFF2-40B4-BE49-F238E27FC236}">
                <a16:creationId xmlns:a16="http://schemas.microsoft.com/office/drawing/2014/main" id="{C5517C2B-E7DE-4B89-B0B3-AAF02F11C295}"/>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7997464" y="4944818"/>
            <a:ext cx="410445" cy="410445"/>
          </a:xfrm>
          <a:prstGeom prst="rect">
            <a:avLst/>
          </a:prstGeom>
        </p:spPr>
      </p:pic>
      <p:pic>
        <p:nvPicPr>
          <p:cNvPr id="68" name="Graphique 67" descr="Utilisateur avec un remplissage uni">
            <a:extLst>
              <a:ext uri="{FF2B5EF4-FFF2-40B4-BE49-F238E27FC236}">
                <a16:creationId xmlns:a16="http://schemas.microsoft.com/office/drawing/2014/main" id="{88262E52-7A20-4BE8-9899-9AE110F92DA1}"/>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0985327" y="2533953"/>
            <a:ext cx="410445" cy="410445"/>
          </a:xfrm>
          <a:prstGeom prst="rect">
            <a:avLst/>
          </a:prstGeom>
        </p:spPr>
      </p:pic>
    </p:spTree>
    <p:extLst>
      <p:ext uri="{BB962C8B-B14F-4D97-AF65-F5344CB8AC3E}">
        <p14:creationId xmlns:p14="http://schemas.microsoft.com/office/powerpoint/2010/main" val="13784760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phique 10" descr="Utilisateur avec un remplissage uni">
            <a:extLst>
              <a:ext uri="{FF2B5EF4-FFF2-40B4-BE49-F238E27FC236}">
                <a16:creationId xmlns:a16="http://schemas.microsoft.com/office/drawing/2014/main" id="{6E542CC0-322C-41E4-9F80-D2ED23C0687A}"/>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31307" y="2493062"/>
            <a:ext cx="634194" cy="634194"/>
          </a:xfrm>
          <a:prstGeom prst="rect">
            <a:avLst/>
          </a:prstGeom>
        </p:spPr>
      </p:pic>
      <p:sp>
        <p:nvSpPr>
          <p:cNvPr id="13" name="Titre 1">
            <a:extLst>
              <a:ext uri="{FF2B5EF4-FFF2-40B4-BE49-F238E27FC236}">
                <a16:creationId xmlns:a16="http://schemas.microsoft.com/office/drawing/2014/main" id="{6EAEBC99-93D9-4D07-AE06-CC637108CB65}"/>
              </a:ext>
            </a:extLst>
          </p:cNvPr>
          <p:cNvSpPr>
            <a:spLocks noGrp="1"/>
          </p:cNvSpPr>
          <p:nvPr>
            <p:ph type="title"/>
          </p:nvPr>
        </p:nvSpPr>
        <p:spPr>
          <a:xfrm>
            <a:off x="838200" y="342948"/>
            <a:ext cx="11106150" cy="1325563"/>
          </a:xfrm>
        </p:spPr>
        <p:txBody>
          <a:bodyPr>
            <a:normAutofit fontScale="90000"/>
          </a:bodyPr>
          <a:lstStyle/>
          <a:p>
            <a:r>
              <a:rPr lang="en-US"/>
              <a:t>Why HERE ?</a:t>
            </a:r>
            <a:br>
              <a:rPr lang="en-US"/>
            </a:br>
            <a:r>
              <a:rPr lang="en-US"/>
              <a:t>Map of Influence (visual workshop version EXAMPLE)</a:t>
            </a:r>
          </a:p>
        </p:txBody>
      </p:sp>
      <p:sp>
        <p:nvSpPr>
          <p:cNvPr id="14" name="Flèche : droite 13">
            <a:extLst>
              <a:ext uri="{FF2B5EF4-FFF2-40B4-BE49-F238E27FC236}">
                <a16:creationId xmlns:a16="http://schemas.microsoft.com/office/drawing/2014/main" id="{3376A5AA-3D43-4817-B088-99450E083A21}"/>
              </a:ext>
            </a:extLst>
          </p:cNvPr>
          <p:cNvSpPr/>
          <p:nvPr/>
        </p:nvSpPr>
        <p:spPr>
          <a:xfrm>
            <a:off x="502741" y="5874965"/>
            <a:ext cx="2393521"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Positive side effect</a:t>
            </a:r>
          </a:p>
        </p:txBody>
      </p:sp>
      <p:sp>
        <p:nvSpPr>
          <p:cNvPr id="15" name="Flèche : droite 14">
            <a:extLst>
              <a:ext uri="{FF2B5EF4-FFF2-40B4-BE49-F238E27FC236}">
                <a16:creationId xmlns:a16="http://schemas.microsoft.com/office/drawing/2014/main" id="{5C9ABFA4-A687-4145-A31C-105B1C20D9AF}"/>
              </a:ext>
            </a:extLst>
          </p:cNvPr>
          <p:cNvSpPr/>
          <p:nvPr/>
        </p:nvSpPr>
        <p:spPr>
          <a:xfrm>
            <a:off x="502740" y="5284415"/>
            <a:ext cx="2393521" cy="518621"/>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Direct influence of Project / Product activities</a:t>
            </a:r>
          </a:p>
        </p:txBody>
      </p:sp>
      <p:grpSp>
        <p:nvGrpSpPr>
          <p:cNvPr id="27" name="Groupe 26">
            <a:extLst>
              <a:ext uri="{FF2B5EF4-FFF2-40B4-BE49-F238E27FC236}">
                <a16:creationId xmlns:a16="http://schemas.microsoft.com/office/drawing/2014/main" id="{F9AB6CCF-723B-4980-906A-CCDCCCA4AD49}"/>
              </a:ext>
            </a:extLst>
          </p:cNvPr>
          <p:cNvGrpSpPr/>
          <p:nvPr/>
        </p:nvGrpSpPr>
        <p:grpSpPr>
          <a:xfrm>
            <a:off x="495541" y="3991241"/>
            <a:ext cx="1203959" cy="1114429"/>
            <a:chOff x="495541" y="3991241"/>
            <a:chExt cx="1203959" cy="1114429"/>
          </a:xfrm>
        </p:grpSpPr>
        <p:sp>
          <p:nvSpPr>
            <p:cNvPr id="9" name="Rectangle 8">
              <a:extLst>
                <a:ext uri="{FF2B5EF4-FFF2-40B4-BE49-F238E27FC236}">
                  <a16:creationId xmlns:a16="http://schemas.microsoft.com/office/drawing/2014/main" id="{C8B58C40-E6ED-4393-9EB4-FC5F99B2C0E3}"/>
                </a:ext>
              </a:extLst>
            </p:cNvPr>
            <p:cNvSpPr/>
            <p:nvPr/>
          </p:nvSpPr>
          <p:spPr>
            <a:xfrm>
              <a:off x="495541" y="4471476"/>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 Direct Target group</a:t>
              </a:r>
            </a:p>
          </p:txBody>
        </p:sp>
        <p:pic>
          <p:nvPicPr>
            <p:cNvPr id="17" name="Graphique 16" descr="Utilisateurs avec un remplissage uni">
              <a:extLst>
                <a:ext uri="{FF2B5EF4-FFF2-40B4-BE49-F238E27FC236}">
                  <a16:creationId xmlns:a16="http://schemas.microsoft.com/office/drawing/2014/main" id="{559C9BAC-9BE1-4541-94C8-1F537D283CCA}"/>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28" name="Groupe 27">
            <a:extLst>
              <a:ext uri="{FF2B5EF4-FFF2-40B4-BE49-F238E27FC236}">
                <a16:creationId xmlns:a16="http://schemas.microsoft.com/office/drawing/2014/main" id="{096591E8-D1D6-4B89-860C-EC5AD5A0529E}"/>
              </a:ext>
            </a:extLst>
          </p:cNvPr>
          <p:cNvGrpSpPr/>
          <p:nvPr/>
        </p:nvGrpSpPr>
        <p:grpSpPr>
          <a:xfrm>
            <a:off x="1844480" y="4004145"/>
            <a:ext cx="1203959" cy="1086268"/>
            <a:chOff x="1844480" y="4004145"/>
            <a:chExt cx="1203959" cy="1086268"/>
          </a:xfrm>
        </p:grpSpPr>
        <p:sp>
          <p:nvSpPr>
            <p:cNvPr id="18" name="Rectangle 17">
              <a:extLst>
                <a:ext uri="{FF2B5EF4-FFF2-40B4-BE49-F238E27FC236}">
                  <a16:creationId xmlns:a16="http://schemas.microsoft.com/office/drawing/2014/main" id="{8590B99E-8D90-46E0-A048-4F0FAE841974}"/>
                </a:ext>
              </a:extLst>
            </p:cNvPr>
            <p:cNvSpPr/>
            <p:nvPr/>
          </p:nvSpPr>
          <p:spPr>
            <a:xfrm>
              <a:off x="1844480" y="4456219"/>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Indirect Target group</a:t>
              </a:r>
            </a:p>
          </p:txBody>
        </p:sp>
        <p:pic>
          <p:nvPicPr>
            <p:cNvPr id="19" name="Graphique 18" descr="Utilisateurs avec un remplissage uni">
              <a:extLst>
                <a:ext uri="{FF2B5EF4-FFF2-40B4-BE49-F238E27FC236}">
                  <a16:creationId xmlns:a16="http://schemas.microsoft.com/office/drawing/2014/main" id="{3EE10425-EFDC-4B99-AB2E-57197B8A305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pic>
        <p:nvPicPr>
          <p:cNvPr id="20" name="Graphique 19" descr="Utilisateur avec un remplissage uni">
            <a:extLst>
              <a:ext uri="{FF2B5EF4-FFF2-40B4-BE49-F238E27FC236}">
                <a16:creationId xmlns:a16="http://schemas.microsoft.com/office/drawing/2014/main" id="{91D00918-F5C8-4938-B753-9ACA46A21E62}"/>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551591" y="2478525"/>
            <a:ext cx="634194" cy="634194"/>
          </a:xfrm>
          <a:prstGeom prst="rect">
            <a:avLst/>
          </a:prstGeom>
        </p:spPr>
      </p:pic>
      <p:sp>
        <p:nvSpPr>
          <p:cNvPr id="23" name="ZoneTexte 22">
            <a:extLst>
              <a:ext uri="{FF2B5EF4-FFF2-40B4-BE49-F238E27FC236}">
                <a16:creationId xmlns:a16="http://schemas.microsoft.com/office/drawing/2014/main" id="{AFBBC7D3-B091-431A-8BCA-83F21BE57352}"/>
              </a:ext>
            </a:extLst>
          </p:cNvPr>
          <p:cNvSpPr txBox="1"/>
          <p:nvPr/>
        </p:nvSpPr>
        <p:spPr>
          <a:xfrm>
            <a:off x="1448790" y="3005150"/>
            <a:ext cx="792000" cy="792000"/>
          </a:xfrm>
          <a:prstGeom prst="rect">
            <a:avLst/>
          </a:prstGeom>
          <a:solidFill>
            <a:srgbClr val="FFFF00"/>
          </a:solidFill>
          <a:ln>
            <a:solidFill>
              <a:schemeClr val="tx1"/>
            </a:solidFill>
          </a:ln>
        </p:spPr>
        <p:txBody>
          <a:bodyPr wrap="square">
            <a:noAutofit/>
          </a:bodyPr>
          <a:lstStyle/>
          <a:p>
            <a:pPr algn="ctr"/>
            <a:r>
              <a:rPr lang="en-US" sz="1200" dirty="0">
                <a:solidFill>
                  <a:schemeClr val="tx1"/>
                </a:solidFill>
              </a:rPr>
              <a:t>🎯 Direct Target person</a:t>
            </a:r>
          </a:p>
        </p:txBody>
      </p:sp>
      <p:sp>
        <p:nvSpPr>
          <p:cNvPr id="24" name="Rectangle 23">
            <a:extLst>
              <a:ext uri="{FF2B5EF4-FFF2-40B4-BE49-F238E27FC236}">
                <a16:creationId xmlns:a16="http://schemas.microsoft.com/office/drawing/2014/main" id="{EFF0DE9B-E02C-473A-8B24-A7B6892A878E}"/>
              </a:ext>
            </a:extLst>
          </p:cNvPr>
          <p:cNvSpPr/>
          <p:nvPr/>
        </p:nvSpPr>
        <p:spPr>
          <a:xfrm>
            <a:off x="161925" y="1978409"/>
            <a:ext cx="3409950" cy="467956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a:solidFill>
                  <a:schemeClr val="tx1"/>
                </a:solidFill>
              </a:rPr>
              <a:t>Map legend</a:t>
            </a:r>
          </a:p>
        </p:txBody>
      </p:sp>
      <p:pic>
        <p:nvPicPr>
          <p:cNvPr id="25" name="Graphique 24" descr="Utilisateur avec un remplissage uni">
            <a:extLst>
              <a:ext uri="{FF2B5EF4-FFF2-40B4-BE49-F238E27FC236}">
                <a16:creationId xmlns:a16="http://schemas.microsoft.com/office/drawing/2014/main" id="{F8569511-E08A-4860-AECF-EF895B6E9568}"/>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66098" y="2473991"/>
            <a:ext cx="634194" cy="634194"/>
          </a:xfrm>
          <a:prstGeom prst="rect">
            <a:avLst/>
          </a:prstGeom>
        </p:spPr>
      </p:pic>
      <p:sp>
        <p:nvSpPr>
          <p:cNvPr id="26" name="ZoneTexte 25">
            <a:extLst>
              <a:ext uri="{FF2B5EF4-FFF2-40B4-BE49-F238E27FC236}">
                <a16:creationId xmlns:a16="http://schemas.microsoft.com/office/drawing/2014/main" id="{2BA9B966-1DB6-4C70-88F5-D46881927A8B}"/>
              </a:ext>
            </a:extLst>
          </p:cNvPr>
          <p:cNvSpPr txBox="1"/>
          <p:nvPr/>
        </p:nvSpPr>
        <p:spPr>
          <a:xfrm>
            <a:off x="327350" y="2977694"/>
            <a:ext cx="792000" cy="792000"/>
          </a:xfrm>
          <a:prstGeom prst="rect">
            <a:avLst/>
          </a:prstGeom>
          <a:solidFill>
            <a:schemeClr val="accent6"/>
          </a:solidFill>
          <a:ln>
            <a:solidFill>
              <a:schemeClr val="tx1"/>
            </a:solidFill>
          </a:ln>
        </p:spPr>
        <p:txBody>
          <a:bodyPr wrap="square">
            <a:noAutofit/>
          </a:bodyPr>
          <a:lstStyle>
            <a:defPPr>
              <a:defRPr lang="fr-FR"/>
            </a:defPPr>
            <a:lvl1pPr algn="ctr">
              <a:defRPr sz="1200"/>
            </a:lvl1pPr>
          </a:lstStyle>
          <a:p>
            <a:r>
              <a:rPr lang="en-US" dirty="0"/>
              <a:t>Team member</a:t>
            </a:r>
          </a:p>
        </p:txBody>
      </p:sp>
      <p:pic>
        <p:nvPicPr>
          <p:cNvPr id="30" name="Graphique 29" descr="Sphères de Harvey 100% avec un remplissage uni">
            <a:extLst>
              <a:ext uri="{FF2B5EF4-FFF2-40B4-BE49-F238E27FC236}">
                <a16:creationId xmlns:a16="http://schemas.microsoft.com/office/drawing/2014/main" id="{DB08F5E0-6F69-4B1D-A5CC-37AF4695BC45}"/>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10326" t="10344" r="10326" b="10240"/>
          <a:stretch/>
        </p:blipFill>
        <p:spPr>
          <a:xfrm>
            <a:off x="3877001" y="3638722"/>
            <a:ext cx="1792339" cy="1793874"/>
          </a:xfrm>
          <a:prstGeom prst="rect">
            <a:avLst/>
          </a:prstGeom>
        </p:spPr>
      </p:pic>
      <p:sp>
        <p:nvSpPr>
          <p:cNvPr id="31" name="ZoneTexte 30">
            <a:extLst>
              <a:ext uri="{FF2B5EF4-FFF2-40B4-BE49-F238E27FC236}">
                <a16:creationId xmlns:a16="http://schemas.microsoft.com/office/drawing/2014/main" id="{AF5F731A-AE9E-4C4A-BEE8-8E063CFB997B}"/>
              </a:ext>
            </a:extLst>
          </p:cNvPr>
          <p:cNvSpPr txBox="1"/>
          <p:nvPr/>
        </p:nvSpPr>
        <p:spPr>
          <a:xfrm>
            <a:off x="4012969" y="4012345"/>
            <a:ext cx="1521886" cy="923330"/>
          </a:xfrm>
          <a:prstGeom prst="rect">
            <a:avLst/>
          </a:prstGeom>
          <a:noFill/>
        </p:spPr>
        <p:txBody>
          <a:bodyPr wrap="square" rtlCol="0">
            <a:spAutoFit/>
          </a:bodyPr>
          <a:lstStyle/>
          <a:p>
            <a:r>
              <a:rPr lang="en-US" dirty="0"/>
              <a:t>Launching new digital tool project</a:t>
            </a:r>
          </a:p>
        </p:txBody>
      </p:sp>
      <p:sp>
        <p:nvSpPr>
          <p:cNvPr id="62" name="Flèche : droite 61">
            <a:extLst>
              <a:ext uri="{FF2B5EF4-FFF2-40B4-BE49-F238E27FC236}">
                <a16:creationId xmlns:a16="http://schemas.microsoft.com/office/drawing/2014/main" id="{282B66BA-2538-4CB5-95B4-4BA23784C83A}"/>
              </a:ext>
            </a:extLst>
          </p:cNvPr>
          <p:cNvSpPr/>
          <p:nvPr/>
        </p:nvSpPr>
        <p:spPr>
          <a:xfrm rot="19629108">
            <a:off x="5057559" y="3145409"/>
            <a:ext cx="1873126"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63" name="Flèche : droite 62">
            <a:extLst>
              <a:ext uri="{FF2B5EF4-FFF2-40B4-BE49-F238E27FC236}">
                <a16:creationId xmlns:a16="http://schemas.microsoft.com/office/drawing/2014/main" id="{9953795C-EC2C-4A60-B117-7187FA99EDF8}"/>
              </a:ext>
            </a:extLst>
          </p:cNvPr>
          <p:cNvSpPr/>
          <p:nvPr/>
        </p:nvSpPr>
        <p:spPr>
          <a:xfrm rot="20649285">
            <a:off x="5436188" y="383313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64" name="Flèche : droite 63">
            <a:extLst>
              <a:ext uri="{FF2B5EF4-FFF2-40B4-BE49-F238E27FC236}">
                <a16:creationId xmlns:a16="http://schemas.microsoft.com/office/drawing/2014/main" id="{7E65FFF3-72F0-48C4-8152-C1FB94410748}"/>
              </a:ext>
            </a:extLst>
          </p:cNvPr>
          <p:cNvSpPr/>
          <p:nvPr/>
        </p:nvSpPr>
        <p:spPr>
          <a:xfrm rot="331303">
            <a:off x="5258650" y="4627781"/>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65" name="Flèche : droite 64">
            <a:extLst>
              <a:ext uri="{FF2B5EF4-FFF2-40B4-BE49-F238E27FC236}">
                <a16:creationId xmlns:a16="http://schemas.microsoft.com/office/drawing/2014/main" id="{05575A18-C8DC-43BC-BC0E-22471157ADD2}"/>
              </a:ext>
            </a:extLst>
          </p:cNvPr>
          <p:cNvSpPr/>
          <p:nvPr/>
        </p:nvSpPr>
        <p:spPr>
          <a:xfrm rot="1944891">
            <a:off x="5083815" y="54312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 name="ZoneTexte 22">
            <a:extLst>
              <a:ext uri="{FF2B5EF4-FFF2-40B4-BE49-F238E27FC236}">
                <a16:creationId xmlns:a16="http://schemas.microsoft.com/office/drawing/2014/main" id="{D47C2E49-F37F-8646-7212-4F07F51CA7AA}"/>
              </a:ext>
            </a:extLst>
          </p:cNvPr>
          <p:cNvSpPr txBox="1"/>
          <p:nvPr/>
        </p:nvSpPr>
        <p:spPr>
          <a:xfrm>
            <a:off x="2446459" y="2997194"/>
            <a:ext cx="792000" cy="792000"/>
          </a:xfrm>
          <a:prstGeom prst="rect">
            <a:avLst/>
          </a:prstGeom>
          <a:solidFill>
            <a:srgbClr val="FF66FF"/>
          </a:solidFill>
        </p:spPr>
        <p:txBody>
          <a:bodyPr wrap="square">
            <a:noAutofit/>
          </a:bodyPr>
          <a:lstStyle/>
          <a:p>
            <a:pPr algn="ctr"/>
            <a:r>
              <a:rPr lang="en-US" sz="1200" dirty="0">
                <a:solidFill>
                  <a:schemeClr val="tx1"/>
                </a:solidFill>
              </a:rPr>
              <a:t>Indirect Target person</a:t>
            </a:r>
          </a:p>
        </p:txBody>
      </p:sp>
      <p:sp>
        <p:nvSpPr>
          <p:cNvPr id="5" name="Rectangle 8">
            <a:extLst>
              <a:ext uri="{FF2B5EF4-FFF2-40B4-BE49-F238E27FC236}">
                <a16:creationId xmlns:a16="http://schemas.microsoft.com/office/drawing/2014/main" id="{F0ED232B-30D1-AF38-9600-0AB21BEC8F72}"/>
              </a:ext>
            </a:extLst>
          </p:cNvPr>
          <p:cNvSpPr/>
          <p:nvPr/>
        </p:nvSpPr>
        <p:spPr>
          <a:xfrm>
            <a:off x="6833198" y="2367313"/>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Our Key Contacts in HR department</a:t>
            </a:r>
          </a:p>
        </p:txBody>
      </p:sp>
      <p:sp>
        <p:nvSpPr>
          <p:cNvPr id="6" name="Rectangle 8">
            <a:extLst>
              <a:ext uri="{FF2B5EF4-FFF2-40B4-BE49-F238E27FC236}">
                <a16:creationId xmlns:a16="http://schemas.microsoft.com/office/drawing/2014/main" id="{2AF22042-7218-6FE4-561F-5427EA4FDD54}"/>
              </a:ext>
            </a:extLst>
          </p:cNvPr>
          <p:cNvSpPr/>
          <p:nvPr/>
        </p:nvSpPr>
        <p:spPr>
          <a:xfrm>
            <a:off x="7259245" y="3496911"/>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Users of old tool in Billing department</a:t>
            </a:r>
          </a:p>
        </p:txBody>
      </p:sp>
      <p:sp>
        <p:nvSpPr>
          <p:cNvPr id="7" name="Rectangle 8">
            <a:extLst>
              <a:ext uri="{FF2B5EF4-FFF2-40B4-BE49-F238E27FC236}">
                <a16:creationId xmlns:a16="http://schemas.microsoft.com/office/drawing/2014/main" id="{6BF55EE4-2012-861F-A2D5-B67351184F36}"/>
              </a:ext>
            </a:extLst>
          </p:cNvPr>
          <p:cNvSpPr/>
          <p:nvPr/>
        </p:nvSpPr>
        <p:spPr>
          <a:xfrm>
            <a:off x="7200028" y="4650221"/>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Digital Learning Community</a:t>
            </a:r>
          </a:p>
        </p:txBody>
      </p:sp>
      <p:sp>
        <p:nvSpPr>
          <p:cNvPr id="10" name="ZoneTexte 22">
            <a:extLst>
              <a:ext uri="{FF2B5EF4-FFF2-40B4-BE49-F238E27FC236}">
                <a16:creationId xmlns:a16="http://schemas.microsoft.com/office/drawing/2014/main" id="{FBC5F447-925C-9C8C-4D02-A14F8885ECD8}"/>
              </a:ext>
            </a:extLst>
          </p:cNvPr>
          <p:cNvSpPr txBox="1"/>
          <p:nvPr/>
        </p:nvSpPr>
        <p:spPr>
          <a:xfrm>
            <a:off x="6843897" y="5795059"/>
            <a:ext cx="792000" cy="792000"/>
          </a:xfrm>
          <a:prstGeom prst="rect">
            <a:avLst/>
          </a:prstGeom>
          <a:solidFill>
            <a:srgbClr val="FFFF00"/>
          </a:solidFill>
          <a:ln>
            <a:solidFill>
              <a:schemeClr val="tx1"/>
            </a:solidFill>
          </a:ln>
        </p:spPr>
        <p:txBody>
          <a:bodyPr wrap="square">
            <a:noAutofit/>
          </a:bodyPr>
          <a:lstStyle/>
          <a:p>
            <a:pPr algn="ctr"/>
            <a:r>
              <a:rPr lang="en-US" sz="1200" dirty="0">
                <a:solidFill>
                  <a:schemeClr val="tx1"/>
                </a:solidFill>
              </a:rPr>
              <a:t>Sponsor for team Alpha &amp; Beta</a:t>
            </a:r>
          </a:p>
        </p:txBody>
      </p:sp>
      <p:sp>
        <p:nvSpPr>
          <p:cNvPr id="12" name="ZoneTexte 25">
            <a:extLst>
              <a:ext uri="{FF2B5EF4-FFF2-40B4-BE49-F238E27FC236}">
                <a16:creationId xmlns:a16="http://schemas.microsoft.com/office/drawing/2014/main" id="{43E097DE-7342-8A14-728C-E65B12B3915D}"/>
              </a:ext>
            </a:extLst>
          </p:cNvPr>
          <p:cNvSpPr txBox="1"/>
          <p:nvPr/>
        </p:nvSpPr>
        <p:spPr>
          <a:xfrm>
            <a:off x="8067204" y="5143737"/>
            <a:ext cx="792000" cy="792000"/>
          </a:xfrm>
          <a:prstGeom prst="rect">
            <a:avLst/>
          </a:prstGeom>
          <a:solidFill>
            <a:schemeClr val="accent6"/>
          </a:solidFill>
          <a:ln>
            <a:solidFill>
              <a:schemeClr val="tx1"/>
            </a:solidFill>
          </a:ln>
        </p:spPr>
        <p:txBody>
          <a:bodyPr wrap="square">
            <a:noAutofit/>
          </a:bodyPr>
          <a:lstStyle>
            <a:defPPr>
              <a:defRPr lang="fr-FR"/>
            </a:defPPr>
            <a:lvl1pPr algn="ctr">
              <a:defRPr sz="1200"/>
            </a:lvl1pPr>
          </a:lstStyle>
          <a:p>
            <a:r>
              <a:rPr lang="en-US" dirty="0"/>
              <a:t>John</a:t>
            </a:r>
          </a:p>
        </p:txBody>
      </p:sp>
      <p:sp>
        <p:nvSpPr>
          <p:cNvPr id="2" name="Flèche : droite 13">
            <a:extLst>
              <a:ext uri="{FF2B5EF4-FFF2-40B4-BE49-F238E27FC236}">
                <a16:creationId xmlns:a16="http://schemas.microsoft.com/office/drawing/2014/main" id="{5FA83F3B-CD48-2D7E-67C5-DE83E1DD0F38}"/>
              </a:ext>
            </a:extLst>
          </p:cNvPr>
          <p:cNvSpPr/>
          <p:nvPr/>
        </p:nvSpPr>
        <p:spPr>
          <a:xfrm>
            <a:off x="7635897" y="6052080"/>
            <a:ext cx="2393521"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17">
            <a:extLst>
              <a:ext uri="{FF2B5EF4-FFF2-40B4-BE49-F238E27FC236}">
                <a16:creationId xmlns:a16="http://schemas.microsoft.com/office/drawing/2014/main" id="{19C38242-F45A-4D9F-ECA3-4F577160DA88}"/>
              </a:ext>
            </a:extLst>
          </p:cNvPr>
          <p:cNvSpPr/>
          <p:nvPr/>
        </p:nvSpPr>
        <p:spPr>
          <a:xfrm>
            <a:off x="10128210" y="5994293"/>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Alpha &amp; Beta Teams</a:t>
            </a:r>
          </a:p>
        </p:txBody>
      </p:sp>
      <p:sp>
        <p:nvSpPr>
          <p:cNvPr id="16" name="Flèche : droite 13">
            <a:extLst>
              <a:ext uri="{FF2B5EF4-FFF2-40B4-BE49-F238E27FC236}">
                <a16:creationId xmlns:a16="http://schemas.microsoft.com/office/drawing/2014/main" id="{0A531CC0-827F-2987-8D41-B1DB12344D73}"/>
              </a:ext>
            </a:extLst>
          </p:cNvPr>
          <p:cNvSpPr/>
          <p:nvPr/>
        </p:nvSpPr>
        <p:spPr>
          <a:xfrm>
            <a:off x="8463204" y="3543198"/>
            <a:ext cx="1282337"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Rectangle 17">
            <a:extLst>
              <a:ext uri="{FF2B5EF4-FFF2-40B4-BE49-F238E27FC236}">
                <a16:creationId xmlns:a16="http://schemas.microsoft.com/office/drawing/2014/main" id="{6B0C9E19-929D-22E1-CBEC-D39DB7ACBEC8}"/>
              </a:ext>
            </a:extLst>
          </p:cNvPr>
          <p:cNvSpPr/>
          <p:nvPr/>
        </p:nvSpPr>
        <p:spPr>
          <a:xfrm>
            <a:off x="9745541" y="3480053"/>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Users of old tool in Sales department</a:t>
            </a:r>
          </a:p>
        </p:txBody>
      </p:sp>
      <p:sp>
        <p:nvSpPr>
          <p:cNvPr id="22" name="Rectangle 17">
            <a:extLst>
              <a:ext uri="{FF2B5EF4-FFF2-40B4-BE49-F238E27FC236}">
                <a16:creationId xmlns:a16="http://schemas.microsoft.com/office/drawing/2014/main" id="{F1777195-05EB-8DBB-F9B9-9CFB86FE4E56}"/>
              </a:ext>
            </a:extLst>
          </p:cNvPr>
          <p:cNvSpPr/>
          <p:nvPr/>
        </p:nvSpPr>
        <p:spPr>
          <a:xfrm>
            <a:off x="9686324" y="4693029"/>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Members teams</a:t>
            </a:r>
          </a:p>
        </p:txBody>
      </p:sp>
      <p:sp>
        <p:nvSpPr>
          <p:cNvPr id="29" name="Flèche : droite 13">
            <a:extLst>
              <a:ext uri="{FF2B5EF4-FFF2-40B4-BE49-F238E27FC236}">
                <a16:creationId xmlns:a16="http://schemas.microsoft.com/office/drawing/2014/main" id="{FF7A9B45-C996-7FE6-AF42-50336FFE1809}"/>
              </a:ext>
            </a:extLst>
          </p:cNvPr>
          <p:cNvSpPr/>
          <p:nvPr/>
        </p:nvSpPr>
        <p:spPr>
          <a:xfrm>
            <a:off x="8403987" y="4725964"/>
            <a:ext cx="1282337"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3" name="ZoneTexte 22">
            <a:extLst>
              <a:ext uri="{FF2B5EF4-FFF2-40B4-BE49-F238E27FC236}">
                <a16:creationId xmlns:a16="http://schemas.microsoft.com/office/drawing/2014/main" id="{3E330A3F-A5CC-8441-2AB0-A3E99D28FFCF}"/>
              </a:ext>
            </a:extLst>
          </p:cNvPr>
          <p:cNvSpPr txBox="1"/>
          <p:nvPr/>
        </p:nvSpPr>
        <p:spPr>
          <a:xfrm>
            <a:off x="9726130" y="2493062"/>
            <a:ext cx="792000" cy="792000"/>
          </a:xfrm>
          <a:prstGeom prst="rect">
            <a:avLst/>
          </a:prstGeom>
          <a:solidFill>
            <a:srgbClr val="FF66FF"/>
          </a:solidFill>
        </p:spPr>
        <p:txBody>
          <a:bodyPr wrap="square">
            <a:noAutofit/>
          </a:bodyPr>
          <a:lstStyle/>
          <a:p>
            <a:pPr algn="ctr"/>
            <a:r>
              <a:rPr lang="en-US" sz="1200" dirty="0">
                <a:solidFill>
                  <a:schemeClr val="tx1"/>
                </a:solidFill>
              </a:rPr>
              <a:t>Karen X., HRD</a:t>
            </a:r>
            <a:endParaRPr lang="en-US" sz="1200" dirty="0"/>
          </a:p>
          <a:p>
            <a:pPr algn="ctr"/>
            <a:r>
              <a:rPr lang="en-US" sz="1200" dirty="0">
                <a:solidFill>
                  <a:schemeClr val="tx1"/>
                </a:solidFill>
              </a:rPr>
              <a:t>Potential sponsor</a:t>
            </a:r>
          </a:p>
        </p:txBody>
      </p:sp>
      <p:sp>
        <p:nvSpPr>
          <p:cNvPr id="34" name="Flèche : droite 13">
            <a:extLst>
              <a:ext uri="{FF2B5EF4-FFF2-40B4-BE49-F238E27FC236}">
                <a16:creationId xmlns:a16="http://schemas.microsoft.com/office/drawing/2014/main" id="{0C043FB4-1BAA-D4C2-09A5-526DFA6094FE}"/>
              </a:ext>
            </a:extLst>
          </p:cNvPr>
          <p:cNvSpPr/>
          <p:nvPr/>
        </p:nvSpPr>
        <p:spPr>
          <a:xfrm rot="20112765">
            <a:off x="8423234" y="3111667"/>
            <a:ext cx="1359358"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5" name="Flèche : droite 13">
            <a:extLst>
              <a:ext uri="{FF2B5EF4-FFF2-40B4-BE49-F238E27FC236}">
                <a16:creationId xmlns:a16="http://schemas.microsoft.com/office/drawing/2014/main" id="{8E8F29C4-54FA-F446-5E1D-2599560AA86D}"/>
              </a:ext>
            </a:extLst>
          </p:cNvPr>
          <p:cNvSpPr/>
          <p:nvPr/>
        </p:nvSpPr>
        <p:spPr>
          <a:xfrm rot="529105">
            <a:off x="8264549" y="2485764"/>
            <a:ext cx="1359358"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8275220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79243726-82BA-3A75-5E48-950689BED291}"/>
              </a:ext>
            </a:extLst>
          </p:cNvPr>
          <p:cNvSpPr>
            <a:spLocks noGrp="1"/>
          </p:cNvSpPr>
          <p:nvPr>
            <p:ph type="title"/>
          </p:nvPr>
        </p:nvSpPr>
        <p:spPr/>
        <p:txBody>
          <a:bodyPr/>
          <a:lstStyle/>
          <a:p>
            <a:r>
              <a:rPr lang="en-US" dirty="0"/>
              <a:t>WHY THIS</a:t>
            </a:r>
          </a:p>
        </p:txBody>
      </p:sp>
      <p:sp>
        <p:nvSpPr>
          <p:cNvPr id="10" name="Segnaposto testo 9">
            <a:extLst>
              <a:ext uri="{FF2B5EF4-FFF2-40B4-BE49-F238E27FC236}">
                <a16:creationId xmlns:a16="http://schemas.microsoft.com/office/drawing/2014/main" id="{ED8FE550-07D6-0E8E-AFE5-3330474E4208}"/>
              </a:ext>
            </a:extLst>
          </p:cNvPr>
          <p:cNvSpPr>
            <a:spLocks noGrp="1"/>
          </p:cNvSpPr>
          <p:nvPr>
            <p:ph type="body" idx="1"/>
          </p:nvPr>
        </p:nvSpPr>
        <p:spPr/>
        <p:txBody>
          <a:bodyPr/>
          <a:lstStyle/>
          <a:p>
            <a:r>
              <a:rPr lang="en-US" dirty="0"/>
              <a:t>Balance of Differentiation Canvas</a:t>
            </a:r>
          </a:p>
        </p:txBody>
      </p:sp>
      <p:grpSp>
        <p:nvGrpSpPr>
          <p:cNvPr id="2" name="Groupe 1">
            <a:extLst>
              <a:ext uri="{FF2B5EF4-FFF2-40B4-BE49-F238E27FC236}">
                <a16:creationId xmlns:a16="http://schemas.microsoft.com/office/drawing/2014/main" id="{9AF14A63-37CD-A9B0-87AC-F130544A09ED}"/>
              </a:ext>
            </a:extLst>
          </p:cNvPr>
          <p:cNvGrpSpPr/>
          <p:nvPr/>
        </p:nvGrpSpPr>
        <p:grpSpPr>
          <a:xfrm>
            <a:off x="6096000" y="1301785"/>
            <a:ext cx="2746248" cy="2891992"/>
            <a:chOff x="6119047" y="342948"/>
            <a:chExt cx="5553478" cy="5848201"/>
          </a:xfrm>
        </p:grpSpPr>
        <p:pic>
          <p:nvPicPr>
            <p:cNvPr id="3" name="Graphique 112" descr="Balance de la justice avec un remplissage uni">
              <a:extLst>
                <a:ext uri="{FF2B5EF4-FFF2-40B4-BE49-F238E27FC236}">
                  <a16:creationId xmlns:a16="http://schemas.microsoft.com/office/drawing/2014/main" id="{5E41DBFC-D3C3-1DEE-B39B-7318ED489BFE}"/>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6972" t="7530" r="8041" b="7105"/>
            <a:stretch/>
          </p:blipFill>
          <p:spPr>
            <a:xfrm>
              <a:off x="6521388" y="342948"/>
              <a:ext cx="4441794" cy="4461491"/>
            </a:xfrm>
            <a:prstGeom prst="rect">
              <a:avLst/>
            </a:prstGeom>
          </p:spPr>
        </p:pic>
        <p:sp>
          <p:nvSpPr>
            <p:cNvPr id="4" name="Rectangle 116">
              <a:extLst>
                <a:ext uri="{FF2B5EF4-FFF2-40B4-BE49-F238E27FC236}">
                  <a16:creationId xmlns:a16="http://schemas.microsoft.com/office/drawing/2014/main" id="{88ED8C1F-DE84-ECC3-4A51-70ADF1915D6F}"/>
                </a:ext>
              </a:extLst>
            </p:cNvPr>
            <p:cNvSpPr/>
            <p:nvPr/>
          </p:nvSpPr>
          <p:spPr>
            <a:xfrm>
              <a:off x="6119047" y="2200989"/>
              <a:ext cx="1035728"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 name="Rectangle 117">
              <a:extLst>
                <a:ext uri="{FF2B5EF4-FFF2-40B4-BE49-F238E27FC236}">
                  <a16:creationId xmlns:a16="http://schemas.microsoft.com/office/drawing/2014/main" id="{B6022B70-6E41-BA03-C0CB-049733F5391F}"/>
                </a:ext>
              </a:extLst>
            </p:cNvPr>
            <p:cNvSpPr/>
            <p:nvPr/>
          </p:nvSpPr>
          <p:spPr>
            <a:xfrm>
              <a:off x="7279062" y="2219854"/>
              <a:ext cx="1035728"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6" name="Rectangle 118">
              <a:extLst>
                <a:ext uri="{FF2B5EF4-FFF2-40B4-BE49-F238E27FC236}">
                  <a16:creationId xmlns:a16="http://schemas.microsoft.com/office/drawing/2014/main" id="{04771551-D9C7-8371-731C-CCD2E974DA83}"/>
                </a:ext>
              </a:extLst>
            </p:cNvPr>
            <p:cNvSpPr/>
            <p:nvPr/>
          </p:nvSpPr>
          <p:spPr>
            <a:xfrm>
              <a:off x="10494151" y="2232554"/>
              <a:ext cx="1178374"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7" name="Rectangle 119">
              <a:extLst>
                <a:ext uri="{FF2B5EF4-FFF2-40B4-BE49-F238E27FC236}">
                  <a16:creationId xmlns:a16="http://schemas.microsoft.com/office/drawing/2014/main" id="{8EA3E3B9-0952-7009-82F5-4B63A6726FC7}"/>
                </a:ext>
              </a:extLst>
            </p:cNvPr>
            <p:cNvSpPr/>
            <p:nvPr/>
          </p:nvSpPr>
          <p:spPr>
            <a:xfrm>
              <a:off x="7021611" y="1448809"/>
              <a:ext cx="1035728"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8" name="Rectangle 120">
              <a:extLst>
                <a:ext uri="{FF2B5EF4-FFF2-40B4-BE49-F238E27FC236}">
                  <a16:creationId xmlns:a16="http://schemas.microsoft.com/office/drawing/2014/main" id="{8F58DBBD-4668-BC6F-25FE-178D91D994F8}"/>
                </a:ext>
              </a:extLst>
            </p:cNvPr>
            <p:cNvSpPr/>
            <p:nvPr/>
          </p:nvSpPr>
          <p:spPr>
            <a:xfrm>
              <a:off x="9694763" y="1481023"/>
              <a:ext cx="1178374"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1" name="Rectangle 121">
              <a:extLst>
                <a:ext uri="{FF2B5EF4-FFF2-40B4-BE49-F238E27FC236}">
                  <a16:creationId xmlns:a16="http://schemas.microsoft.com/office/drawing/2014/main" id="{FFDC770B-769B-B3A7-0E34-0092BC70D4E5}"/>
                </a:ext>
              </a:extLst>
            </p:cNvPr>
            <p:cNvSpPr/>
            <p:nvPr/>
          </p:nvSpPr>
          <p:spPr>
            <a:xfrm>
              <a:off x="9243916" y="2232554"/>
              <a:ext cx="1178374"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2" name="Rectangle 122">
              <a:extLst>
                <a:ext uri="{FF2B5EF4-FFF2-40B4-BE49-F238E27FC236}">
                  <a16:creationId xmlns:a16="http://schemas.microsoft.com/office/drawing/2014/main" id="{D778B5F1-2D56-8C77-628E-F82D329B48FA}"/>
                </a:ext>
              </a:extLst>
            </p:cNvPr>
            <p:cNvSpPr/>
            <p:nvPr/>
          </p:nvSpPr>
          <p:spPr>
            <a:xfrm>
              <a:off x="8741625"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3" name="Rectangle 123">
              <a:extLst>
                <a:ext uri="{FF2B5EF4-FFF2-40B4-BE49-F238E27FC236}">
                  <a16:creationId xmlns:a16="http://schemas.microsoft.com/office/drawing/2014/main" id="{8F326ED1-1F0F-0AA1-A55D-933A7050D505}"/>
                </a:ext>
              </a:extLst>
            </p:cNvPr>
            <p:cNvSpPr/>
            <p:nvPr/>
          </p:nvSpPr>
          <p:spPr>
            <a:xfrm>
              <a:off x="7491387"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4" name="Rectangle 124">
              <a:extLst>
                <a:ext uri="{FF2B5EF4-FFF2-40B4-BE49-F238E27FC236}">
                  <a16:creationId xmlns:a16="http://schemas.microsoft.com/office/drawing/2014/main" id="{D992BA6A-CD5F-9038-5A96-BBECFC90C538}"/>
                </a:ext>
              </a:extLst>
            </p:cNvPr>
            <p:cNvSpPr/>
            <p:nvPr/>
          </p:nvSpPr>
          <p:spPr>
            <a:xfrm>
              <a:off x="8152438" y="5533037"/>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grpSp>
    </p:spTree>
    <p:extLst>
      <p:ext uri="{BB962C8B-B14F-4D97-AF65-F5344CB8AC3E}">
        <p14:creationId xmlns:p14="http://schemas.microsoft.com/office/powerpoint/2010/main" val="20978076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195C13-A136-0A50-B849-2A908910A09D}"/>
              </a:ext>
            </a:extLst>
          </p:cNvPr>
          <p:cNvSpPr>
            <a:spLocks noGrp="1"/>
          </p:cNvSpPr>
          <p:nvPr>
            <p:ph type="title"/>
          </p:nvPr>
        </p:nvSpPr>
        <p:spPr/>
        <p:txBody>
          <a:bodyPr>
            <a:normAutofit fontScale="90000"/>
          </a:bodyPr>
          <a:lstStyle/>
          <a:p>
            <a:r>
              <a:rPr lang="en-US" dirty="0"/>
              <a:t>Usual challenges related to an </a:t>
            </a:r>
            <a:r>
              <a:rPr lang="en-US" b="1" dirty="0">
                <a:solidFill>
                  <a:srgbClr val="FF0000"/>
                </a:solidFill>
              </a:rPr>
              <a:t>unclear understanding of the change a project/product is making</a:t>
            </a:r>
          </a:p>
        </p:txBody>
      </p:sp>
      <p:sp>
        <p:nvSpPr>
          <p:cNvPr id="17" name="Rectangle 3">
            <a:extLst>
              <a:ext uri="{FF2B5EF4-FFF2-40B4-BE49-F238E27FC236}">
                <a16:creationId xmlns:a16="http://schemas.microsoft.com/office/drawing/2014/main" id="{CDC4C97B-54F6-05C9-7E34-CB40BEEB1D27}"/>
              </a:ext>
            </a:extLst>
          </p:cNvPr>
          <p:cNvSpPr/>
          <p:nvPr/>
        </p:nvSpPr>
        <p:spPr>
          <a:xfrm>
            <a:off x="1444847" y="4876082"/>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Underestimating the change a project / product brings.</a:t>
            </a:r>
          </a:p>
        </p:txBody>
      </p:sp>
      <p:sp>
        <p:nvSpPr>
          <p:cNvPr id="18" name="Bulle narrative : ronde 4">
            <a:extLst>
              <a:ext uri="{FF2B5EF4-FFF2-40B4-BE49-F238E27FC236}">
                <a16:creationId xmlns:a16="http://schemas.microsoft.com/office/drawing/2014/main" id="{25EBC497-C1C7-BFD0-EE00-3488B8827F8B}"/>
              </a:ext>
            </a:extLst>
          </p:cNvPr>
          <p:cNvSpPr/>
          <p:nvPr/>
        </p:nvSpPr>
        <p:spPr>
          <a:xfrm>
            <a:off x="941033" y="2309078"/>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 don’t know what change this project / product brings, and for whom. It seems like we are repeating the past.</a:t>
            </a:r>
          </a:p>
        </p:txBody>
      </p:sp>
      <p:pic>
        <p:nvPicPr>
          <p:cNvPr id="19" name="Graphique 5" descr="Homme en tenue professionnelle">
            <a:extLst>
              <a:ext uri="{FF2B5EF4-FFF2-40B4-BE49-F238E27FC236}">
                <a16:creationId xmlns:a16="http://schemas.microsoft.com/office/drawing/2014/main" id="{B76F718E-5889-2744-5C92-3B405E60CB37}"/>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60618" y="3605745"/>
            <a:ext cx="943374" cy="1273899"/>
          </a:xfrm>
          <a:prstGeom prst="rect">
            <a:avLst/>
          </a:prstGeom>
        </p:spPr>
      </p:pic>
      <p:sp>
        <p:nvSpPr>
          <p:cNvPr id="20" name="Rectangle 6">
            <a:extLst>
              <a:ext uri="{FF2B5EF4-FFF2-40B4-BE49-F238E27FC236}">
                <a16:creationId xmlns:a16="http://schemas.microsoft.com/office/drawing/2014/main" id="{FE94EF1E-78DF-35BE-0AFD-9B2AF3883A68}"/>
              </a:ext>
            </a:extLst>
          </p:cNvPr>
          <p:cNvSpPr/>
          <p:nvPr/>
        </p:nvSpPr>
        <p:spPr>
          <a:xfrm>
            <a:off x="4192109" y="4876081"/>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Overestimating the change a project / product brings.</a:t>
            </a:r>
          </a:p>
        </p:txBody>
      </p:sp>
      <p:sp>
        <p:nvSpPr>
          <p:cNvPr id="21" name="Bulle narrative : ronde 7">
            <a:extLst>
              <a:ext uri="{FF2B5EF4-FFF2-40B4-BE49-F238E27FC236}">
                <a16:creationId xmlns:a16="http://schemas.microsoft.com/office/drawing/2014/main" id="{3B48CE2D-6186-DDB6-DD47-760774011984}"/>
              </a:ext>
            </a:extLst>
          </p:cNvPr>
          <p:cNvSpPr/>
          <p:nvPr/>
        </p:nvSpPr>
        <p:spPr>
          <a:xfrm>
            <a:off x="3648722" y="2309078"/>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 don’t know what change this project / product brings, and for whom. It seems like we are changing everything.</a:t>
            </a:r>
          </a:p>
        </p:txBody>
      </p:sp>
      <p:sp>
        <p:nvSpPr>
          <p:cNvPr id="22" name="Rectangle 8">
            <a:extLst>
              <a:ext uri="{FF2B5EF4-FFF2-40B4-BE49-F238E27FC236}">
                <a16:creationId xmlns:a16="http://schemas.microsoft.com/office/drawing/2014/main" id="{4B5C3E2F-A0A0-FA0F-226C-1CB76C2D84CB}"/>
              </a:ext>
            </a:extLst>
          </p:cNvPr>
          <p:cNvSpPr/>
          <p:nvPr/>
        </p:nvSpPr>
        <p:spPr>
          <a:xfrm>
            <a:off x="6939371" y="4876080"/>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Rushing for too much change at a time</a:t>
            </a:r>
          </a:p>
        </p:txBody>
      </p:sp>
      <p:sp>
        <p:nvSpPr>
          <p:cNvPr id="23" name="Bulle narrative : ronde 9">
            <a:extLst>
              <a:ext uri="{FF2B5EF4-FFF2-40B4-BE49-F238E27FC236}">
                <a16:creationId xmlns:a16="http://schemas.microsoft.com/office/drawing/2014/main" id="{2F8E81F6-886C-3B03-9506-B6BF63D45FB7}"/>
              </a:ext>
            </a:extLst>
          </p:cNvPr>
          <p:cNvSpPr/>
          <p:nvPr/>
        </p:nvSpPr>
        <p:spPr>
          <a:xfrm>
            <a:off x="6356411" y="2354801"/>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Let’s change everything in the stakeholder experience, we must be revolutionary on every point !</a:t>
            </a:r>
          </a:p>
        </p:txBody>
      </p:sp>
      <p:sp>
        <p:nvSpPr>
          <p:cNvPr id="24" name="Rectangle 10">
            <a:extLst>
              <a:ext uri="{FF2B5EF4-FFF2-40B4-BE49-F238E27FC236}">
                <a16:creationId xmlns:a16="http://schemas.microsoft.com/office/drawing/2014/main" id="{7EFF7BE7-0C6F-9B5A-A249-86921958D06C}"/>
              </a:ext>
            </a:extLst>
          </p:cNvPr>
          <p:cNvSpPr/>
          <p:nvPr/>
        </p:nvSpPr>
        <p:spPr>
          <a:xfrm>
            <a:off x="9686633" y="4876079"/>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Refusing so much change that a project / product only brings status quo.</a:t>
            </a:r>
          </a:p>
        </p:txBody>
      </p:sp>
      <p:sp>
        <p:nvSpPr>
          <p:cNvPr id="25" name="Bulle narrative : ronde 11">
            <a:extLst>
              <a:ext uri="{FF2B5EF4-FFF2-40B4-BE49-F238E27FC236}">
                <a16:creationId xmlns:a16="http://schemas.microsoft.com/office/drawing/2014/main" id="{DB253A21-F028-0EB2-A560-6C3A6112FCB1}"/>
              </a:ext>
            </a:extLst>
          </p:cNvPr>
          <p:cNvSpPr/>
          <p:nvPr/>
        </p:nvSpPr>
        <p:spPr>
          <a:xfrm>
            <a:off x="9064100" y="2354800"/>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We should not change the experience too much, the stakeholders are too attached to everything in their current experience</a:t>
            </a:r>
          </a:p>
        </p:txBody>
      </p:sp>
      <p:pic>
        <p:nvPicPr>
          <p:cNvPr id="26" name="Graphique 12" descr="Homme portant une veste">
            <a:extLst>
              <a:ext uri="{FF2B5EF4-FFF2-40B4-BE49-F238E27FC236}">
                <a16:creationId xmlns:a16="http://schemas.microsoft.com/office/drawing/2014/main" id="{9A92A4CA-E3EE-7AA5-A408-8305A6AF3576}"/>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510321" y="3564429"/>
            <a:ext cx="943374" cy="1356530"/>
          </a:xfrm>
          <a:prstGeom prst="rect">
            <a:avLst/>
          </a:prstGeom>
        </p:spPr>
      </p:pic>
      <p:pic>
        <p:nvPicPr>
          <p:cNvPr id="27" name="Graphique 13" descr="Homme barbu en peignoir">
            <a:extLst>
              <a:ext uri="{FF2B5EF4-FFF2-40B4-BE49-F238E27FC236}">
                <a16:creationId xmlns:a16="http://schemas.microsoft.com/office/drawing/2014/main" id="{79C10371-F03F-87F8-1A87-6CFDE6F20015}"/>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0012961" y="3671371"/>
            <a:ext cx="964032" cy="1211926"/>
          </a:xfrm>
          <a:prstGeom prst="rect">
            <a:avLst/>
          </a:prstGeom>
        </p:spPr>
      </p:pic>
      <p:pic>
        <p:nvPicPr>
          <p:cNvPr id="28" name="Graphique 14" descr="Femme avec queue de cheval">
            <a:extLst>
              <a:ext uri="{FF2B5EF4-FFF2-40B4-BE49-F238E27FC236}">
                <a16:creationId xmlns:a16="http://schemas.microsoft.com/office/drawing/2014/main" id="{BCBB09A7-F572-06F1-2AEA-DAB00EB6EB20}"/>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295308" y="3574968"/>
            <a:ext cx="867629" cy="1308329"/>
          </a:xfrm>
          <a:prstGeom prst="rect">
            <a:avLst/>
          </a:prstGeom>
        </p:spPr>
      </p:pic>
    </p:spTree>
    <p:extLst>
      <p:ext uri="{BB962C8B-B14F-4D97-AF65-F5344CB8AC3E}">
        <p14:creationId xmlns:p14="http://schemas.microsoft.com/office/powerpoint/2010/main" val="39793164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C970E8-85EC-4F9E-B2BA-5BE418DB4CBB}"/>
              </a:ext>
            </a:extLst>
          </p:cNvPr>
          <p:cNvSpPr>
            <a:spLocks noGrp="1"/>
          </p:cNvSpPr>
          <p:nvPr>
            <p:ph type="title"/>
          </p:nvPr>
        </p:nvSpPr>
        <p:spPr>
          <a:xfrm>
            <a:off x="838200" y="342948"/>
            <a:ext cx="10515600" cy="1325563"/>
          </a:xfrm>
        </p:spPr>
        <p:txBody>
          <a:bodyPr>
            <a:normAutofit/>
          </a:bodyPr>
          <a:lstStyle/>
          <a:p>
            <a:r>
              <a:rPr lang="en-US" dirty="0"/>
              <a:t>Why THIS ?</a:t>
            </a:r>
            <a:br>
              <a:rPr lang="en-US" dirty="0"/>
            </a:br>
            <a:r>
              <a:rPr lang="en-US" dirty="0"/>
              <a:t>Balance of Differentiation</a:t>
            </a:r>
          </a:p>
        </p:txBody>
      </p:sp>
      <p:sp>
        <p:nvSpPr>
          <p:cNvPr id="33" name="Espace réservé du contenu 2">
            <a:extLst>
              <a:ext uri="{FF2B5EF4-FFF2-40B4-BE49-F238E27FC236}">
                <a16:creationId xmlns:a16="http://schemas.microsoft.com/office/drawing/2014/main" id="{7BA9F061-C652-4528-AF92-4FCAC49C0B78}"/>
              </a:ext>
            </a:extLst>
          </p:cNvPr>
          <p:cNvSpPr>
            <a:spLocks noGrp="1"/>
          </p:cNvSpPr>
          <p:nvPr>
            <p:ph idx="1"/>
          </p:nvPr>
        </p:nvSpPr>
        <p:spPr>
          <a:xfrm>
            <a:off x="552450" y="1815831"/>
            <a:ext cx="4259247" cy="4918343"/>
          </a:xfrm>
        </p:spPr>
        <p:txBody>
          <a:bodyPr>
            <a:normAutofit fontScale="85000" lnSpcReduction="10000"/>
          </a:bodyPr>
          <a:lstStyle/>
          <a:p>
            <a:r>
              <a:rPr lang="en-US" sz="1800" dirty="0"/>
              <a:t>Some projects / products are built to differentiate from existing experience for stakeholders. </a:t>
            </a:r>
          </a:p>
          <a:p>
            <a:r>
              <a:rPr lang="en-US" sz="1800" b="1" dirty="0">
                <a:solidFill>
                  <a:srgbClr val="ED7D31"/>
                </a:solidFill>
              </a:rPr>
              <a:t>Project / Product let stakeholders “breathe” from their current experience</a:t>
            </a:r>
            <a:r>
              <a:rPr lang="en-US" sz="1800" dirty="0"/>
              <a:t>.</a:t>
            </a:r>
          </a:p>
          <a:p>
            <a:r>
              <a:rPr lang="en-US" sz="1800" i="1" dirty="0"/>
              <a:t>For example, a target customers in which the daily experience is not creative at all could benefit from a Project / Product that fosters creativity. </a:t>
            </a:r>
          </a:p>
          <a:p>
            <a:endParaRPr lang="en-US" sz="1800" dirty="0"/>
          </a:p>
          <a:p>
            <a:endParaRPr lang="en-US" sz="1800" dirty="0"/>
          </a:p>
          <a:p>
            <a:r>
              <a:rPr lang="en-US" sz="1800" dirty="0"/>
              <a:t>If Project / Product experience resembles too much the stakeholder daily experience, Project / Product can be less attractive and engaging on the long run.</a:t>
            </a:r>
          </a:p>
          <a:p>
            <a:endParaRPr lang="en-US" sz="1800" dirty="0"/>
          </a:p>
          <a:p>
            <a:endParaRPr lang="en-US" sz="1800" dirty="0"/>
          </a:p>
          <a:p>
            <a:r>
              <a:rPr lang="en-US" sz="1800" dirty="0"/>
              <a:t>On the other extreme, if the Project / Product experience is way too far from stakeholder experience, it may be too unfamiliar to engage or misaligned with stakeholder purposes. </a:t>
            </a:r>
          </a:p>
        </p:txBody>
      </p:sp>
      <p:pic>
        <p:nvPicPr>
          <p:cNvPr id="46" name="Graphique 45" descr="Balance de la justice avec un remplissage uni">
            <a:extLst>
              <a:ext uri="{FF2B5EF4-FFF2-40B4-BE49-F238E27FC236}">
                <a16:creationId xmlns:a16="http://schemas.microsoft.com/office/drawing/2014/main" id="{AD51764C-0413-467C-9026-0CB82FDF6CEC}"/>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6972" t="7530" r="8041" b="7105"/>
          <a:stretch/>
        </p:blipFill>
        <p:spPr>
          <a:xfrm>
            <a:off x="7255123" y="1386286"/>
            <a:ext cx="3714904" cy="3731378"/>
          </a:xfrm>
          <a:prstGeom prst="rect">
            <a:avLst/>
          </a:prstGeom>
        </p:spPr>
      </p:pic>
      <p:sp>
        <p:nvSpPr>
          <p:cNvPr id="47" name="Rectangle 46">
            <a:extLst>
              <a:ext uri="{FF2B5EF4-FFF2-40B4-BE49-F238E27FC236}">
                <a16:creationId xmlns:a16="http://schemas.microsoft.com/office/drawing/2014/main" id="{323D737F-5036-4380-B5F8-34375B522397}"/>
              </a:ext>
            </a:extLst>
          </p:cNvPr>
          <p:cNvSpPr/>
          <p:nvPr/>
        </p:nvSpPr>
        <p:spPr>
          <a:xfrm>
            <a:off x="6918624" y="2940263"/>
            <a:ext cx="866233" cy="55041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48" name="Rectangle 47">
            <a:extLst>
              <a:ext uri="{FF2B5EF4-FFF2-40B4-BE49-F238E27FC236}">
                <a16:creationId xmlns:a16="http://schemas.microsoft.com/office/drawing/2014/main" id="{DE338C04-2FEC-473A-B213-C8BD599A23AA}"/>
              </a:ext>
            </a:extLst>
          </p:cNvPr>
          <p:cNvSpPr/>
          <p:nvPr/>
        </p:nvSpPr>
        <p:spPr>
          <a:xfrm>
            <a:off x="7888805" y="2956041"/>
            <a:ext cx="866233" cy="55041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49" name="Rectangle 48">
            <a:extLst>
              <a:ext uri="{FF2B5EF4-FFF2-40B4-BE49-F238E27FC236}">
                <a16:creationId xmlns:a16="http://schemas.microsoft.com/office/drawing/2014/main" id="{BEE65AB6-59F2-494F-80F5-AB2BFC858B5D}"/>
              </a:ext>
            </a:extLst>
          </p:cNvPr>
          <p:cNvSpPr/>
          <p:nvPr/>
        </p:nvSpPr>
        <p:spPr>
          <a:xfrm>
            <a:off x="10577751" y="2966662"/>
            <a:ext cx="985536" cy="550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0" name="Rectangle 49">
            <a:extLst>
              <a:ext uri="{FF2B5EF4-FFF2-40B4-BE49-F238E27FC236}">
                <a16:creationId xmlns:a16="http://schemas.microsoft.com/office/drawing/2014/main" id="{560F5028-C2D7-41B9-A325-5CD938214C51}"/>
              </a:ext>
            </a:extLst>
          </p:cNvPr>
          <p:cNvSpPr/>
          <p:nvPr/>
        </p:nvSpPr>
        <p:spPr>
          <a:xfrm>
            <a:off x="7673485" y="2311175"/>
            <a:ext cx="866233" cy="55041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1" name="Rectangle 50">
            <a:extLst>
              <a:ext uri="{FF2B5EF4-FFF2-40B4-BE49-F238E27FC236}">
                <a16:creationId xmlns:a16="http://schemas.microsoft.com/office/drawing/2014/main" id="{87907E94-54C1-4DCC-B7E9-F673BB78ECAA}"/>
              </a:ext>
            </a:extLst>
          </p:cNvPr>
          <p:cNvSpPr/>
          <p:nvPr/>
        </p:nvSpPr>
        <p:spPr>
          <a:xfrm>
            <a:off x="9909182" y="2338118"/>
            <a:ext cx="985536" cy="550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2" name="Rectangle 51">
            <a:extLst>
              <a:ext uri="{FF2B5EF4-FFF2-40B4-BE49-F238E27FC236}">
                <a16:creationId xmlns:a16="http://schemas.microsoft.com/office/drawing/2014/main" id="{6A80BBDF-726A-471B-90BF-EC31F9068722}"/>
              </a:ext>
            </a:extLst>
          </p:cNvPr>
          <p:cNvSpPr/>
          <p:nvPr/>
        </p:nvSpPr>
        <p:spPr>
          <a:xfrm>
            <a:off x="9532115" y="2966662"/>
            <a:ext cx="985536" cy="550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3" name="Rectangle 52">
            <a:extLst>
              <a:ext uri="{FF2B5EF4-FFF2-40B4-BE49-F238E27FC236}">
                <a16:creationId xmlns:a16="http://schemas.microsoft.com/office/drawing/2014/main" id="{D659CB86-A26B-41D3-AF1E-6E4234DF9AC1}"/>
              </a:ext>
            </a:extLst>
          </p:cNvPr>
          <p:cNvSpPr/>
          <p:nvPr/>
        </p:nvSpPr>
        <p:spPr>
          <a:xfrm>
            <a:off x="9152241" y="5259749"/>
            <a:ext cx="985536" cy="550413"/>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4" name="Rectangle 53">
            <a:extLst>
              <a:ext uri="{FF2B5EF4-FFF2-40B4-BE49-F238E27FC236}">
                <a16:creationId xmlns:a16="http://schemas.microsoft.com/office/drawing/2014/main" id="{469F5913-E773-4A10-8E9F-70F7E264EA38}"/>
              </a:ext>
            </a:extLst>
          </p:cNvPr>
          <p:cNvSpPr/>
          <p:nvPr/>
        </p:nvSpPr>
        <p:spPr>
          <a:xfrm>
            <a:off x="8106601" y="5259749"/>
            <a:ext cx="985536" cy="550413"/>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5" name="Rectangle 54">
            <a:extLst>
              <a:ext uri="{FF2B5EF4-FFF2-40B4-BE49-F238E27FC236}">
                <a16:creationId xmlns:a16="http://schemas.microsoft.com/office/drawing/2014/main" id="{6AD417C4-DDBD-469B-9C3D-E2DDB2F585D5}"/>
              </a:ext>
            </a:extLst>
          </p:cNvPr>
          <p:cNvSpPr/>
          <p:nvPr/>
        </p:nvSpPr>
        <p:spPr>
          <a:xfrm>
            <a:off x="8659473" y="5854608"/>
            <a:ext cx="985536" cy="550413"/>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6" name="ZoneTexte 55">
            <a:extLst>
              <a:ext uri="{FF2B5EF4-FFF2-40B4-BE49-F238E27FC236}">
                <a16:creationId xmlns:a16="http://schemas.microsoft.com/office/drawing/2014/main" id="{08494149-7CA9-458E-BB7E-288063089038}"/>
              </a:ext>
            </a:extLst>
          </p:cNvPr>
          <p:cNvSpPr txBox="1"/>
          <p:nvPr/>
        </p:nvSpPr>
        <p:spPr>
          <a:xfrm>
            <a:off x="7052122" y="3628671"/>
            <a:ext cx="1673365" cy="646331"/>
          </a:xfrm>
          <a:prstGeom prst="rect">
            <a:avLst/>
          </a:prstGeom>
          <a:noFill/>
        </p:spPr>
        <p:txBody>
          <a:bodyPr wrap="square">
            <a:spAutoFit/>
          </a:bodyPr>
          <a:lstStyle/>
          <a:p>
            <a:pPr algn="ctr"/>
            <a:r>
              <a:rPr lang="en-US" sz="1200" b="1" dirty="0">
                <a:solidFill>
                  <a:schemeClr val="tx1"/>
                </a:solidFill>
              </a:rPr>
              <a:t>DIFFERENTIATION</a:t>
            </a:r>
          </a:p>
          <a:p>
            <a:pPr algn="ctr"/>
            <a:r>
              <a:rPr lang="en-US" sz="1200" dirty="0">
                <a:solidFill>
                  <a:schemeClr val="tx1"/>
                </a:solidFill>
              </a:rPr>
              <a:t>Project / Product experience</a:t>
            </a:r>
          </a:p>
        </p:txBody>
      </p:sp>
      <p:sp>
        <p:nvSpPr>
          <p:cNvPr id="57" name="ZoneTexte 56">
            <a:extLst>
              <a:ext uri="{FF2B5EF4-FFF2-40B4-BE49-F238E27FC236}">
                <a16:creationId xmlns:a16="http://schemas.microsoft.com/office/drawing/2014/main" id="{ACA07B51-4663-40D2-8178-7613238563D2}"/>
              </a:ext>
            </a:extLst>
          </p:cNvPr>
          <p:cNvSpPr txBox="1"/>
          <p:nvPr/>
        </p:nvSpPr>
        <p:spPr>
          <a:xfrm>
            <a:off x="9645009" y="3640336"/>
            <a:ext cx="1589296" cy="646331"/>
          </a:xfrm>
          <a:prstGeom prst="rect">
            <a:avLst/>
          </a:prstGeom>
          <a:noFill/>
        </p:spPr>
        <p:txBody>
          <a:bodyPr wrap="square">
            <a:spAutoFit/>
          </a:bodyPr>
          <a:lstStyle/>
          <a:p>
            <a:pPr algn="ctr"/>
            <a:r>
              <a:rPr lang="en-US" sz="1200" b="1" dirty="0">
                <a:solidFill>
                  <a:schemeClr val="tx1"/>
                </a:solidFill>
              </a:rPr>
              <a:t>CURRENT STATUS</a:t>
            </a:r>
          </a:p>
          <a:p>
            <a:pPr algn="ctr"/>
            <a:r>
              <a:rPr lang="en-US" sz="1200" dirty="0">
                <a:solidFill>
                  <a:schemeClr val="tx1"/>
                </a:solidFill>
              </a:rPr>
              <a:t>Stakeholder current  experience</a:t>
            </a:r>
          </a:p>
        </p:txBody>
      </p:sp>
      <p:sp>
        <p:nvSpPr>
          <p:cNvPr id="58" name="ZoneTexte 57">
            <a:extLst>
              <a:ext uri="{FF2B5EF4-FFF2-40B4-BE49-F238E27FC236}">
                <a16:creationId xmlns:a16="http://schemas.microsoft.com/office/drawing/2014/main" id="{A1B19192-BCEB-4FE5-A6C8-FBC1B21B21AB}"/>
              </a:ext>
            </a:extLst>
          </p:cNvPr>
          <p:cNvSpPr txBox="1"/>
          <p:nvPr/>
        </p:nvSpPr>
        <p:spPr>
          <a:xfrm>
            <a:off x="7649202" y="4580565"/>
            <a:ext cx="2989484" cy="830997"/>
          </a:xfrm>
          <a:prstGeom prst="rect">
            <a:avLst/>
          </a:prstGeom>
          <a:noFill/>
        </p:spPr>
        <p:txBody>
          <a:bodyPr wrap="square">
            <a:spAutoFit/>
          </a:bodyPr>
          <a:lstStyle/>
          <a:p>
            <a:pPr algn="ctr"/>
            <a:r>
              <a:rPr lang="en-US" sz="1200" b="1" dirty="0">
                <a:solidFill>
                  <a:schemeClr val="tx1"/>
                </a:solidFill>
              </a:rPr>
              <a:t>FAMILIARITY</a:t>
            </a:r>
          </a:p>
          <a:p>
            <a:pPr algn="ctr"/>
            <a:r>
              <a:rPr lang="en-US" sz="1200" dirty="0">
                <a:solidFill>
                  <a:schemeClr val="tx1"/>
                </a:solidFill>
              </a:rPr>
              <a:t>Common points between Project / Product Experience Stakeholder current  experience</a:t>
            </a:r>
          </a:p>
          <a:p>
            <a:pPr algn="ctr"/>
            <a:endParaRPr lang="en-US" sz="1200" dirty="0">
              <a:solidFill>
                <a:schemeClr val="tx1"/>
              </a:solidFill>
            </a:endParaRPr>
          </a:p>
        </p:txBody>
      </p:sp>
    </p:spTree>
    <p:extLst>
      <p:ext uri="{BB962C8B-B14F-4D97-AF65-F5344CB8AC3E}">
        <p14:creationId xmlns:p14="http://schemas.microsoft.com/office/powerpoint/2010/main" val="33078997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C970E8-85EC-4F9E-B2BA-5BE418DB4CBB}"/>
              </a:ext>
            </a:extLst>
          </p:cNvPr>
          <p:cNvSpPr>
            <a:spLocks noGrp="1"/>
          </p:cNvSpPr>
          <p:nvPr>
            <p:ph type="title"/>
          </p:nvPr>
        </p:nvSpPr>
        <p:spPr>
          <a:xfrm>
            <a:off x="838200" y="342948"/>
            <a:ext cx="10515600" cy="1325563"/>
          </a:xfrm>
        </p:spPr>
        <p:txBody>
          <a:bodyPr>
            <a:normAutofit/>
          </a:bodyPr>
          <a:lstStyle/>
          <a:p>
            <a:r>
              <a:rPr lang="en-US" dirty="0"/>
              <a:t>Why THIS ?</a:t>
            </a:r>
            <a:br>
              <a:rPr lang="en-US" dirty="0"/>
            </a:br>
            <a:r>
              <a:rPr lang="en-US" dirty="0"/>
              <a:t>Balance of Differentiation</a:t>
            </a:r>
          </a:p>
        </p:txBody>
      </p:sp>
      <p:sp>
        <p:nvSpPr>
          <p:cNvPr id="33" name="Espace réservé du contenu 2">
            <a:extLst>
              <a:ext uri="{FF2B5EF4-FFF2-40B4-BE49-F238E27FC236}">
                <a16:creationId xmlns:a16="http://schemas.microsoft.com/office/drawing/2014/main" id="{7BA9F061-C652-4528-AF92-4FCAC49C0B78}"/>
              </a:ext>
            </a:extLst>
          </p:cNvPr>
          <p:cNvSpPr>
            <a:spLocks noGrp="1"/>
          </p:cNvSpPr>
          <p:nvPr>
            <p:ph idx="1"/>
          </p:nvPr>
        </p:nvSpPr>
        <p:spPr>
          <a:xfrm>
            <a:off x="454071" y="2209372"/>
            <a:ext cx="4259247" cy="4305680"/>
          </a:xfrm>
        </p:spPr>
        <p:txBody>
          <a:bodyPr>
            <a:normAutofit/>
          </a:bodyPr>
          <a:lstStyle/>
          <a:p>
            <a:r>
              <a:rPr lang="en-US" sz="1800" dirty="0"/>
              <a:t>For a given stakeholder, a project / product can </a:t>
            </a:r>
            <a:r>
              <a:rPr lang="en-US" sz="1800" b="1" dirty="0"/>
              <a:t>bring some change </a:t>
            </a:r>
            <a:r>
              <a:rPr lang="en-US" sz="1800" dirty="0"/>
              <a:t>and </a:t>
            </a:r>
            <a:r>
              <a:rPr lang="en-US" sz="1800" b="1" dirty="0"/>
              <a:t>create new value by differentiation…</a:t>
            </a:r>
            <a:r>
              <a:rPr lang="en-US" sz="1800" dirty="0"/>
              <a:t>  </a:t>
            </a:r>
          </a:p>
          <a:p>
            <a:endParaRPr lang="en-US" sz="1800" dirty="0"/>
          </a:p>
          <a:p>
            <a:endParaRPr lang="en-US" sz="1800" dirty="0"/>
          </a:p>
          <a:p>
            <a:r>
              <a:rPr lang="en-US" sz="1800" dirty="0"/>
              <a:t>…but also rely on existing knowledge, know-how and practices to </a:t>
            </a:r>
            <a:r>
              <a:rPr lang="en-US" sz="1800" b="1" dirty="0"/>
              <a:t>reduce the cost of adoption </a:t>
            </a:r>
            <a:endParaRPr lang="en-US" sz="1800" dirty="0"/>
          </a:p>
        </p:txBody>
      </p:sp>
      <p:pic>
        <p:nvPicPr>
          <p:cNvPr id="46" name="Graphique 45" descr="Balance de la justice avec un remplissage uni">
            <a:extLst>
              <a:ext uri="{FF2B5EF4-FFF2-40B4-BE49-F238E27FC236}">
                <a16:creationId xmlns:a16="http://schemas.microsoft.com/office/drawing/2014/main" id="{AD51764C-0413-467C-9026-0CB82FDF6CEC}"/>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6972" t="7530" r="8041" b="7105"/>
          <a:stretch/>
        </p:blipFill>
        <p:spPr>
          <a:xfrm>
            <a:off x="7255123" y="1386286"/>
            <a:ext cx="3714904" cy="3731378"/>
          </a:xfrm>
          <a:prstGeom prst="rect">
            <a:avLst/>
          </a:prstGeom>
        </p:spPr>
      </p:pic>
      <p:sp>
        <p:nvSpPr>
          <p:cNvPr id="47" name="Rectangle 46">
            <a:extLst>
              <a:ext uri="{FF2B5EF4-FFF2-40B4-BE49-F238E27FC236}">
                <a16:creationId xmlns:a16="http://schemas.microsoft.com/office/drawing/2014/main" id="{323D737F-5036-4380-B5F8-34375B522397}"/>
              </a:ext>
            </a:extLst>
          </p:cNvPr>
          <p:cNvSpPr/>
          <p:nvPr/>
        </p:nvSpPr>
        <p:spPr>
          <a:xfrm>
            <a:off x="6918624" y="2940263"/>
            <a:ext cx="866233" cy="55041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48" name="Rectangle 47">
            <a:extLst>
              <a:ext uri="{FF2B5EF4-FFF2-40B4-BE49-F238E27FC236}">
                <a16:creationId xmlns:a16="http://schemas.microsoft.com/office/drawing/2014/main" id="{DE338C04-2FEC-473A-B213-C8BD599A23AA}"/>
              </a:ext>
            </a:extLst>
          </p:cNvPr>
          <p:cNvSpPr/>
          <p:nvPr/>
        </p:nvSpPr>
        <p:spPr>
          <a:xfrm>
            <a:off x="7888805" y="2956041"/>
            <a:ext cx="866233" cy="55041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49" name="Rectangle 48">
            <a:extLst>
              <a:ext uri="{FF2B5EF4-FFF2-40B4-BE49-F238E27FC236}">
                <a16:creationId xmlns:a16="http://schemas.microsoft.com/office/drawing/2014/main" id="{BEE65AB6-59F2-494F-80F5-AB2BFC858B5D}"/>
              </a:ext>
            </a:extLst>
          </p:cNvPr>
          <p:cNvSpPr/>
          <p:nvPr/>
        </p:nvSpPr>
        <p:spPr>
          <a:xfrm>
            <a:off x="10577751" y="2966662"/>
            <a:ext cx="985536" cy="550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0" name="Rectangle 49">
            <a:extLst>
              <a:ext uri="{FF2B5EF4-FFF2-40B4-BE49-F238E27FC236}">
                <a16:creationId xmlns:a16="http://schemas.microsoft.com/office/drawing/2014/main" id="{560F5028-C2D7-41B9-A325-5CD938214C51}"/>
              </a:ext>
            </a:extLst>
          </p:cNvPr>
          <p:cNvSpPr/>
          <p:nvPr/>
        </p:nvSpPr>
        <p:spPr>
          <a:xfrm>
            <a:off x="7673485" y="2311175"/>
            <a:ext cx="866233" cy="55041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1" name="Rectangle 50">
            <a:extLst>
              <a:ext uri="{FF2B5EF4-FFF2-40B4-BE49-F238E27FC236}">
                <a16:creationId xmlns:a16="http://schemas.microsoft.com/office/drawing/2014/main" id="{87907E94-54C1-4DCC-B7E9-F673BB78ECAA}"/>
              </a:ext>
            </a:extLst>
          </p:cNvPr>
          <p:cNvSpPr/>
          <p:nvPr/>
        </p:nvSpPr>
        <p:spPr>
          <a:xfrm>
            <a:off x="9909182" y="2338118"/>
            <a:ext cx="985536" cy="550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2" name="Rectangle 51">
            <a:extLst>
              <a:ext uri="{FF2B5EF4-FFF2-40B4-BE49-F238E27FC236}">
                <a16:creationId xmlns:a16="http://schemas.microsoft.com/office/drawing/2014/main" id="{6A80BBDF-726A-471B-90BF-EC31F9068722}"/>
              </a:ext>
            </a:extLst>
          </p:cNvPr>
          <p:cNvSpPr/>
          <p:nvPr/>
        </p:nvSpPr>
        <p:spPr>
          <a:xfrm>
            <a:off x="9532115" y="2966662"/>
            <a:ext cx="985536" cy="550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3" name="Rectangle 52">
            <a:extLst>
              <a:ext uri="{FF2B5EF4-FFF2-40B4-BE49-F238E27FC236}">
                <a16:creationId xmlns:a16="http://schemas.microsoft.com/office/drawing/2014/main" id="{D659CB86-A26B-41D3-AF1E-6E4234DF9AC1}"/>
              </a:ext>
            </a:extLst>
          </p:cNvPr>
          <p:cNvSpPr/>
          <p:nvPr/>
        </p:nvSpPr>
        <p:spPr>
          <a:xfrm>
            <a:off x="9152241" y="5259749"/>
            <a:ext cx="985536" cy="550413"/>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4" name="Rectangle 53">
            <a:extLst>
              <a:ext uri="{FF2B5EF4-FFF2-40B4-BE49-F238E27FC236}">
                <a16:creationId xmlns:a16="http://schemas.microsoft.com/office/drawing/2014/main" id="{469F5913-E773-4A10-8E9F-70F7E264EA38}"/>
              </a:ext>
            </a:extLst>
          </p:cNvPr>
          <p:cNvSpPr/>
          <p:nvPr/>
        </p:nvSpPr>
        <p:spPr>
          <a:xfrm>
            <a:off x="8106601" y="5259749"/>
            <a:ext cx="985536" cy="550413"/>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5" name="Rectangle 54">
            <a:extLst>
              <a:ext uri="{FF2B5EF4-FFF2-40B4-BE49-F238E27FC236}">
                <a16:creationId xmlns:a16="http://schemas.microsoft.com/office/drawing/2014/main" id="{6AD417C4-DDBD-469B-9C3D-E2DDB2F585D5}"/>
              </a:ext>
            </a:extLst>
          </p:cNvPr>
          <p:cNvSpPr/>
          <p:nvPr/>
        </p:nvSpPr>
        <p:spPr>
          <a:xfrm>
            <a:off x="8659473" y="5854608"/>
            <a:ext cx="985536" cy="550413"/>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6" name="ZoneTexte 55">
            <a:extLst>
              <a:ext uri="{FF2B5EF4-FFF2-40B4-BE49-F238E27FC236}">
                <a16:creationId xmlns:a16="http://schemas.microsoft.com/office/drawing/2014/main" id="{08494149-7CA9-458E-BB7E-288063089038}"/>
              </a:ext>
            </a:extLst>
          </p:cNvPr>
          <p:cNvSpPr txBox="1"/>
          <p:nvPr/>
        </p:nvSpPr>
        <p:spPr>
          <a:xfrm>
            <a:off x="7052122" y="3628671"/>
            <a:ext cx="1673365" cy="646331"/>
          </a:xfrm>
          <a:prstGeom prst="rect">
            <a:avLst/>
          </a:prstGeom>
          <a:noFill/>
        </p:spPr>
        <p:txBody>
          <a:bodyPr wrap="square">
            <a:spAutoFit/>
          </a:bodyPr>
          <a:lstStyle/>
          <a:p>
            <a:pPr algn="ctr"/>
            <a:r>
              <a:rPr lang="en-US" sz="1200" b="1" dirty="0">
                <a:solidFill>
                  <a:schemeClr val="tx1"/>
                </a:solidFill>
              </a:rPr>
              <a:t>DIFFERENTIATION</a:t>
            </a:r>
          </a:p>
          <a:p>
            <a:pPr algn="ctr"/>
            <a:r>
              <a:rPr lang="en-US" sz="1200" dirty="0">
                <a:solidFill>
                  <a:schemeClr val="tx1"/>
                </a:solidFill>
              </a:rPr>
              <a:t>Project / Product experience</a:t>
            </a:r>
          </a:p>
        </p:txBody>
      </p:sp>
      <p:sp>
        <p:nvSpPr>
          <p:cNvPr id="57" name="ZoneTexte 56">
            <a:extLst>
              <a:ext uri="{FF2B5EF4-FFF2-40B4-BE49-F238E27FC236}">
                <a16:creationId xmlns:a16="http://schemas.microsoft.com/office/drawing/2014/main" id="{ACA07B51-4663-40D2-8178-7613238563D2}"/>
              </a:ext>
            </a:extLst>
          </p:cNvPr>
          <p:cNvSpPr txBox="1"/>
          <p:nvPr/>
        </p:nvSpPr>
        <p:spPr>
          <a:xfrm>
            <a:off x="9645009" y="3640336"/>
            <a:ext cx="1589296" cy="646331"/>
          </a:xfrm>
          <a:prstGeom prst="rect">
            <a:avLst/>
          </a:prstGeom>
          <a:noFill/>
        </p:spPr>
        <p:txBody>
          <a:bodyPr wrap="square">
            <a:spAutoFit/>
          </a:bodyPr>
          <a:lstStyle/>
          <a:p>
            <a:pPr algn="ctr"/>
            <a:r>
              <a:rPr lang="en-US" sz="1200" b="1" dirty="0">
                <a:solidFill>
                  <a:schemeClr val="tx1"/>
                </a:solidFill>
              </a:rPr>
              <a:t>CURRENT STATUS</a:t>
            </a:r>
          </a:p>
          <a:p>
            <a:pPr algn="ctr"/>
            <a:r>
              <a:rPr lang="en-US" sz="1200" dirty="0">
                <a:solidFill>
                  <a:schemeClr val="tx1"/>
                </a:solidFill>
              </a:rPr>
              <a:t>Stakeholder current  experience</a:t>
            </a:r>
          </a:p>
        </p:txBody>
      </p:sp>
      <p:sp>
        <p:nvSpPr>
          <p:cNvPr id="58" name="ZoneTexte 57">
            <a:extLst>
              <a:ext uri="{FF2B5EF4-FFF2-40B4-BE49-F238E27FC236}">
                <a16:creationId xmlns:a16="http://schemas.microsoft.com/office/drawing/2014/main" id="{A1B19192-BCEB-4FE5-A6C8-FBC1B21B21AB}"/>
              </a:ext>
            </a:extLst>
          </p:cNvPr>
          <p:cNvSpPr txBox="1"/>
          <p:nvPr/>
        </p:nvSpPr>
        <p:spPr>
          <a:xfrm>
            <a:off x="7460459" y="4475779"/>
            <a:ext cx="3383563" cy="830997"/>
          </a:xfrm>
          <a:prstGeom prst="rect">
            <a:avLst/>
          </a:prstGeom>
          <a:noFill/>
        </p:spPr>
        <p:txBody>
          <a:bodyPr wrap="square">
            <a:spAutoFit/>
          </a:bodyPr>
          <a:lstStyle/>
          <a:p>
            <a:pPr algn="ctr"/>
            <a:r>
              <a:rPr lang="en-US" sz="1200" b="1" dirty="0">
                <a:solidFill>
                  <a:schemeClr val="tx1"/>
                </a:solidFill>
              </a:rPr>
              <a:t>FAMILIARITY</a:t>
            </a:r>
          </a:p>
          <a:p>
            <a:pPr algn="ctr"/>
            <a:r>
              <a:rPr lang="en-US" sz="1200" dirty="0">
                <a:solidFill>
                  <a:schemeClr val="tx1"/>
                </a:solidFill>
              </a:rPr>
              <a:t>Common points between Project / Product Experience and Stakeholder current  experience</a:t>
            </a:r>
          </a:p>
          <a:p>
            <a:pPr algn="ctr"/>
            <a:endParaRPr lang="en-US" sz="1200" dirty="0">
              <a:solidFill>
                <a:schemeClr val="tx1"/>
              </a:solidFill>
            </a:endParaRPr>
          </a:p>
        </p:txBody>
      </p:sp>
      <p:sp>
        <p:nvSpPr>
          <p:cNvPr id="3" name="Rectangle 49">
            <a:extLst>
              <a:ext uri="{FF2B5EF4-FFF2-40B4-BE49-F238E27FC236}">
                <a16:creationId xmlns:a16="http://schemas.microsoft.com/office/drawing/2014/main" id="{2FC47916-434D-7E8D-C271-550370460072}"/>
              </a:ext>
            </a:extLst>
          </p:cNvPr>
          <p:cNvSpPr/>
          <p:nvPr/>
        </p:nvSpPr>
        <p:spPr>
          <a:xfrm>
            <a:off x="4548451" y="2406506"/>
            <a:ext cx="982476" cy="59245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 name="Rectangle 53">
            <a:extLst>
              <a:ext uri="{FF2B5EF4-FFF2-40B4-BE49-F238E27FC236}">
                <a16:creationId xmlns:a16="http://schemas.microsoft.com/office/drawing/2014/main" id="{497C5060-82FC-5C65-3A9F-B5E2F39F93BE}"/>
              </a:ext>
            </a:extLst>
          </p:cNvPr>
          <p:cNvSpPr/>
          <p:nvPr/>
        </p:nvSpPr>
        <p:spPr>
          <a:xfrm>
            <a:off x="4545391" y="3951836"/>
            <a:ext cx="985536" cy="550413"/>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Tree>
    <p:extLst>
      <p:ext uri="{BB962C8B-B14F-4D97-AF65-F5344CB8AC3E}">
        <p14:creationId xmlns:p14="http://schemas.microsoft.com/office/powerpoint/2010/main" val="24768969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C970E8-85EC-4F9E-B2BA-5BE418DB4CBB}"/>
              </a:ext>
            </a:extLst>
          </p:cNvPr>
          <p:cNvSpPr>
            <a:spLocks noGrp="1"/>
          </p:cNvSpPr>
          <p:nvPr>
            <p:ph type="title"/>
          </p:nvPr>
        </p:nvSpPr>
        <p:spPr>
          <a:xfrm>
            <a:off x="838199" y="342948"/>
            <a:ext cx="6039349" cy="1440132"/>
          </a:xfrm>
        </p:spPr>
        <p:txBody>
          <a:bodyPr>
            <a:normAutofit fontScale="90000"/>
          </a:bodyPr>
          <a:lstStyle/>
          <a:p>
            <a:r>
              <a:rPr lang="en-US" sz="3600" dirty="0"/>
              <a:t>Why THIS ?</a:t>
            </a:r>
            <a:br>
              <a:rPr lang="en-US" sz="3600" dirty="0"/>
            </a:br>
            <a:r>
              <a:rPr lang="en-US" sz="3600" dirty="0"/>
              <a:t>Balance of Differentiation </a:t>
            </a:r>
            <a:br>
              <a:rPr lang="en-US" sz="3600" dirty="0"/>
            </a:br>
            <a:endParaRPr lang="en-US" sz="3600" dirty="0"/>
          </a:p>
        </p:txBody>
      </p:sp>
      <p:pic>
        <p:nvPicPr>
          <p:cNvPr id="4" name="Graphique 45" descr="Balance de la justice avec un remplissage uni">
            <a:extLst>
              <a:ext uri="{FF2B5EF4-FFF2-40B4-BE49-F238E27FC236}">
                <a16:creationId xmlns:a16="http://schemas.microsoft.com/office/drawing/2014/main" id="{B1DD7BBD-3178-171D-6F04-37A975909540}"/>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6972" t="7530" r="8041" b="7105"/>
          <a:stretch/>
        </p:blipFill>
        <p:spPr>
          <a:xfrm>
            <a:off x="7255123" y="1386286"/>
            <a:ext cx="3714904" cy="3731378"/>
          </a:xfrm>
          <a:prstGeom prst="rect">
            <a:avLst/>
          </a:prstGeom>
        </p:spPr>
      </p:pic>
      <p:sp>
        <p:nvSpPr>
          <p:cNvPr id="5" name="Rectangle 46">
            <a:extLst>
              <a:ext uri="{FF2B5EF4-FFF2-40B4-BE49-F238E27FC236}">
                <a16:creationId xmlns:a16="http://schemas.microsoft.com/office/drawing/2014/main" id="{6774BBD1-CAA2-B943-8D01-30546891A3DD}"/>
              </a:ext>
            </a:extLst>
          </p:cNvPr>
          <p:cNvSpPr/>
          <p:nvPr/>
        </p:nvSpPr>
        <p:spPr>
          <a:xfrm>
            <a:off x="6761958" y="2940263"/>
            <a:ext cx="1022899" cy="55041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Less transportation accidents</a:t>
            </a:r>
          </a:p>
        </p:txBody>
      </p:sp>
      <p:sp>
        <p:nvSpPr>
          <p:cNvPr id="6" name="Rectangle 47">
            <a:extLst>
              <a:ext uri="{FF2B5EF4-FFF2-40B4-BE49-F238E27FC236}">
                <a16:creationId xmlns:a16="http://schemas.microsoft.com/office/drawing/2014/main" id="{E4B4B367-6B5C-0BE8-0C49-C80734EB1D1D}"/>
              </a:ext>
            </a:extLst>
          </p:cNvPr>
          <p:cNvSpPr/>
          <p:nvPr/>
        </p:nvSpPr>
        <p:spPr>
          <a:xfrm>
            <a:off x="7888805" y="2956041"/>
            <a:ext cx="866233" cy="55041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Easy to know how much remains </a:t>
            </a:r>
          </a:p>
        </p:txBody>
      </p:sp>
      <p:sp>
        <p:nvSpPr>
          <p:cNvPr id="21" name="Rectangle 48">
            <a:extLst>
              <a:ext uri="{FF2B5EF4-FFF2-40B4-BE49-F238E27FC236}">
                <a16:creationId xmlns:a16="http://schemas.microsoft.com/office/drawing/2014/main" id="{607E9488-8FA0-FB9D-E210-F8161A3779F9}"/>
              </a:ext>
            </a:extLst>
          </p:cNvPr>
          <p:cNvSpPr/>
          <p:nvPr/>
        </p:nvSpPr>
        <p:spPr>
          <a:xfrm>
            <a:off x="10577751" y="2966662"/>
            <a:ext cx="985536" cy="550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Squeeze it until the very end</a:t>
            </a:r>
          </a:p>
        </p:txBody>
      </p:sp>
      <p:sp>
        <p:nvSpPr>
          <p:cNvPr id="22" name="Rectangle 49">
            <a:extLst>
              <a:ext uri="{FF2B5EF4-FFF2-40B4-BE49-F238E27FC236}">
                <a16:creationId xmlns:a16="http://schemas.microsoft.com/office/drawing/2014/main" id="{4E0CAD33-55B2-4001-E317-1128105DE88B}"/>
              </a:ext>
            </a:extLst>
          </p:cNvPr>
          <p:cNvSpPr/>
          <p:nvPr/>
        </p:nvSpPr>
        <p:spPr>
          <a:xfrm>
            <a:off x="7351740" y="2283042"/>
            <a:ext cx="866233" cy="55041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Chew the toothpaste</a:t>
            </a:r>
          </a:p>
        </p:txBody>
      </p:sp>
      <p:sp>
        <p:nvSpPr>
          <p:cNvPr id="23" name="Rectangle 50">
            <a:extLst>
              <a:ext uri="{FF2B5EF4-FFF2-40B4-BE49-F238E27FC236}">
                <a16:creationId xmlns:a16="http://schemas.microsoft.com/office/drawing/2014/main" id="{A1302944-E975-53D7-43D7-F432330AFA2C}"/>
              </a:ext>
            </a:extLst>
          </p:cNvPr>
          <p:cNvSpPr/>
          <p:nvPr/>
        </p:nvSpPr>
        <p:spPr>
          <a:xfrm>
            <a:off x="9909182" y="2338118"/>
            <a:ext cx="985536" cy="550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Put the paste on a brush then brush</a:t>
            </a:r>
          </a:p>
        </p:txBody>
      </p:sp>
      <p:sp>
        <p:nvSpPr>
          <p:cNvPr id="24" name="Rectangle 51">
            <a:extLst>
              <a:ext uri="{FF2B5EF4-FFF2-40B4-BE49-F238E27FC236}">
                <a16:creationId xmlns:a16="http://schemas.microsoft.com/office/drawing/2014/main" id="{930BADED-325C-53DD-F6AE-E5CCD636F404}"/>
              </a:ext>
            </a:extLst>
          </p:cNvPr>
          <p:cNvSpPr/>
          <p:nvPr/>
        </p:nvSpPr>
        <p:spPr>
          <a:xfrm>
            <a:off x="9532115" y="2966662"/>
            <a:ext cx="985536" cy="550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Can spill out if squeezed by accident</a:t>
            </a:r>
          </a:p>
        </p:txBody>
      </p:sp>
      <p:sp>
        <p:nvSpPr>
          <p:cNvPr id="25" name="Rectangle 52">
            <a:extLst>
              <a:ext uri="{FF2B5EF4-FFF2-40B4-BE49-F238E27FC236}">
                <a16:creationId xmlns:a16="http://schemas.microsoft.com/office/drawing/2014/main" id="{57A2EBD8-99A5-F929-C534-AF6C78DD234B}"/>
              </a:ext>
            </a:extLst>
          </p:cNvPr>
          <p:cNvSpPr/>
          <p:nvPr/>
        </p:nvSpPr>
        <p:spPr>
          <a:xfrm>
            <a:off x="9152241" y="5259749"/>
            <a:ext cx="985536" cy="550413"/>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Comes in family size or individual size</a:t>
            </a:r>
          </a:p>
        </p:txBody>
      </p:sp>
      <p:sp>
        <p:nvSpPr>
          <p:cNvPr id="26" name="Rectangle 53">
            <a:extLst>
              <a:ext uri="{FF2B5EF4-FFF2-40B4-BE49-F238E27FC236}">
                <a16:creationId xmlns:a16="http://schemas.microsoft.com/office/drawing/2014/main" id="{3F512467-0E7A-44FF-B671-ED5E3F7418E2}"/>
              </a:ext>
            </a:extLst>
          </p:cNvPr>
          <p:cNvSpPr/>
          <p:nvPr/>
        </p:nvSpPr>
        <p:spPr>
          <a:xfrm>
            <a:off x="8106601" y="5259749"/>
            <a:ext cx="985536" cy="550413"/>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Taste : Mint</a:t>
            </a:r>
          </a:p>
        </p:txBody>
      </p:sp>
      <p:sp>
        <p:nvSpPr>
          <p:cNvPr id="27" name="Rectangle 54">
            <a:extLst>
              <a:ext uri="{FF2B5EF4-FFF2-40B4-BE49-F238E27FC236}">
                <a16:creationId xmlns:a16="http://schemas.microsoft.com/office/drawing/2014/main" id="{D78F6D42-BEB0-A09A-5E47-5B753A4E76FA}"/>
              </a:ext>
            </a:extLst>
          </p:cNvPr>
          <p:cNvSpPr/>
          <p:nvPr/>
        </p:nvSpPr>
        <p:spPr>
          <a:xfrm>
            <a:off x="8659473" y="5854608"/>
            <a:ext cx="985536" cy="550413"/>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Recommended 2-3 times a day</a:t>
            </a:r>
          </a:p>
        </p:txBody>
      </p:sp>
      <p:sp>
        <p:nvSpPr>
          <p:cNvPr id="28" name="ZoneTexte 55">
            <a:extLst>
              <a:ext uri="{FF2B5EF4-FFF2-40B4-BE49-F238E27FC236}">
                <a16:creationId xmlns:a16="http://schemas.microsoft.com/office/drawing/2014/main" id="{6B2964F4-08FC-0A78-0984-9798AF61B153}"/>
              </a:ext>
            </a:extLst>
          </p:cNvPr>
          <p:cNvSpPr txBox="1"/>
          <p:nvPr/>
        </p:nvSpPr>
        <p:spPr>
          <a:xfrm>
            <a:off x="7052122" y="3628671"/>
            <a:ext cx="1673365" cy="646331"/>
          </a:xfrm>
          <a:prstGeom prst="rect">
            <a:avLst/>
          </a:prstGeom>
          <a:noFill/>
        </p:spPr>
        <p:txBody>
          <a:bodyPr wrap="square">
            <a:spAutoFit/>
          </a:bodyPr>
          <a:lstStyle/>
          <a:p>
            <a:pPr algn="ctr"/>
            <a:r>
              <a:rPr lang="en-US" sz="1200" b="1" dirty="0">
                <a:solidFill>
                  <a:schemeClr val="tx1"/>
                </a:solidFill>
              </a:rPr>
              <a:t>DIFFERENTIATION</a:t>
            </a:r>
          </a:p>
          <a:p>
            <a:pPr algn="ctr"/>
            <a:r>
              <a:rPr lang="en-US" sz="1200" dirty="0">
                <a:solidFill>
                  <a:schemeClr val="tx1"/>
                </a:solidFill>
              </a:rPr>
              <a:t>Project / Product experience</a:t>
            </a:r>
          </a:p>
        </p:txBody>
      </p:sp>
      <p:sp>
        <p:nvSpPr>
          <p:cNvPr id="29" name="ZoneTexte 56">
            <a:extLst>
              <a:ext uri="{FF2B5EF4-FFF2-40B4-BE49-F238E27FC236}">
                <a16:creationId xmlns:a16="http://schemas.microsoft.com/office/drawing/2014/main" id="{94116A05-FB3F-B8F6-5109-AFB033DF612E}"/>
              </a:ext>
            </a:extLst>
          </p:cNvPr>
          <p:cNvSpPr txBox="1"/>
          <p:nvPr/>
        </p:nvSpPr>
        <p:spPr>
          <a:xfrm>
            <a:off x="9645009" y="3640336"/>
            <a:ext cx="1589296" cy="646331"/>
          </a:xfrm>
          <a:prstGeom prst="rect">
            <a:avLst/>
          </a:prstGeom>
          <a:noFill/>
        </p:spPr>
        <p:txBody>
          <a:bodyPr wrap="square">
            <a:spAutoFit/>
          </a:bodyPr>
          <a:lstStyle/>
          <a:p>
            <a:pPr algn="ctr"/>
            <a:r>
              <a:rPr lang="en-US" sz="1200" b="1" dirty="0">
                <a:solidFill>
                  <a:schemeClr val="tx1"/>
                </a:solidFill>
              </a:rPr>
              <a:t>CURRENT STATUS</a:t>
            </a:r>
          </a:p>
          <a:p>
            <a:pPr algn="ctr"/>
            <a:r>
              <a:rPr lang="en-US" sz="1200" dirty="0">
                <a:solidFill>
                  <a:schemeClr val="tx1"/>
                </a:solidFill>
              </a:rPr>
              <a:t>Stakeholder current  experience</a:t>
            </a:r>
          </a:p>
        </p:txBody>
      </p:sp>
      <p:sp>
        <p:nvSpPr>
          <p:cNvPr id="30" name="ZoneTexte 57">
            <a:extLst>
              <a:ext uri="{FF2B5EF4-FFF2-40B4-BE49-F238E27FC236}">
                <a16:creationId xmlns:a16="http://schemas.microsoft.com/office/drawing/2014/main" id="{BB501739-1466-5693-48E7-99FE6F7DC763}"/>
              </a:ext>
            </a:extLst>
          </p:cNvPr>
          <p:cNvSpPr txBox="1"/>
          <p:nvPr/>
        </p:nvSpPr>
        <p:spPr>
          <a:xfrm>
            <a:off x="7649202" y="4580565"/>
            <a:ext cx="2989484" cy="830997"/>
          </a:xfrm>
          <a:prstGeom prst="rect">
            <a:avLst/>
          </a:prstGeom>
          <a:noFill/>
        </p:spPr>
        <p:txBody>
          <a:bodyPr wrap="square">
            <a:spAutoFit/>
          </a:bodyPr>
          <a:lstStyle/>
          <a:p>
            <a:pPr algn="ctr"/>
            <a:r>
              <a:rPr lang="en-US" sz="1200" b="1" dirty="0">
                <a:solidFill>
                  <a:schemeClr val="tx1"/>
                </a:solidFill>
              </a:rPr>
              <a:t>FAMILIARITY</a:t>
            </a:r>
          </a:p>
          <a:p>
            <a:pPr algn="ctr"/>
            <a:r>
              <a:rPr lang="en-US" sz="1200" dirty="0">
                <a:solidFill>
                  <a:schemeClr val="tx1"/>
                </a:solidFill>
              </a:rPr>
              <a:t>Common points between Project / Product Experience Stakeholder current  experience</a:t>
            </a:r>
          </a:p>
          <a:p>
            <a:pPr algn="ctr"/>
            <a:endParaRPr lang="en-US" sz="1200" dirty="0">
              <a:solidFill>
                <a:schemeClr val="tx1"/>
              </a:solidFill>
            </a:endParaRPr>
          </a:p>
        </p:txBody>
      </p:sp>
      <p:sp>
        <p:nvSpPr>
          <p:cNvPr id="35" name="Espace réservé du contenu 2">
            <a:extLst>
              <a:ext uri="{FF2B5EF4-FFF2-40B4-BE49-F238E27FC236}">
                <a16:creationId xmlns:a16="http://schemas.microsoft.com/office/drawing/2014/main" id="{80D668E3-6B06-3505-5FED-6893FAA354FE}"/>
              </a:ext>
            </a:extLst>
          </p:cNvPr>
          <p:cNvSpPr>
            <a:spLocks noGrp="1"/>
          </p:cNvSpPr>
          <p:nvPr>
            <p:ph idx="1"/>
          </p:nvPr>
        </p:nvSpPr>
        <p:spPr>
          <a:xfrm>
            <a:off x="957695" y="1616090"/>
            <a:ext cx="3530458" cy="359014"/>
          </a:xfrm>
        </p:spPr>
        <p:txBody>
          <a:bodyPr>
            <a:normAutofit/>
          </a:bodyPr>
          <a:lstStyle/>
          <a:p>
            <a:pPr marL="0" indent="0">
              <a:buNone/>
            </a:pPr>
            <a:r>
              <a:rPr lang="en-US" sz="1800" dirty="0"/>
              <a:t>Example with a PRODUCT for </a:t>
            </a:r>
          </a:p>
          <a:p>
            <a:pPr marL="0" indent="0">
              <a:buNone/>
            </a:pPr>
            <a:endParaRPr lang="en-US" sz="1800" dirty="0"/>
          </a:p>
        </p:txBody>
      </p:sp>
      <p:pic>
        <p:nvPicPr>
          <p:cNvPr id="40" name="Immagine 39" descr="Immagine che contiene testo, interni, tazza, contatore&#10;&#10;Descrizione generata automaticamente">
            <a:extLst>
              <a:ext uri="{FF2B5EF4-FFF2-40B4-BE49-F238E27FC236}">
                <a16:creationId xmlns:a16="http://schemas.microsoft.com/office/drawing/2014/main" id="{6D73739B-B94F-CBE8-A258-3660D4D059BD}"/>
              </a:ext>
            </a:extLst>
          </p:cNvPr>
          <p:cNvPicPr>
            <a:picLocks noChangeAspect="1"/>
          </p:cNvPicPr>
          <p:nvPr/>
        </p:nvPicPr>
        <p:blipFill>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189602" y="3407025"/>
            <a:ext cx="1759945" cy="1173870"/>
          </a:xfrm>
          <a:prstGeom prst="rect">
            <a:avLst/>
          </a:prstGeom>
        </p:spPr>
      </p:pic>
      <p:sp>
        <p:nvSpPr>
          <p:cNvPr id="41" name="CasellaDiTesto 40">
            <a:extLst>
              <a:ext uri="{FF2B5EF4-FFF2-40B4-BE49-F238E27FC236}">
                <a16:creationId xmlns:a16="http://schemas.microsoft.com/office/drawing/2014/main" id="{F313F867-B986-5050-7868-06478000DD3F}"/>
              </a:ext>
            </a:extLst>
          </p:cNvPr>
          <p:cNvSpPr txBox="1"/>
          <p:nvPr/>
        </p:nvSpPr>
        <p:spPr>
          <a:xfrm>
            <a:off x="1369200" y="6831787"/>
            <a:ext cx="9753600" cy="230832"/>
          </a:xfrm>
          <a:prstGeom prst="rect">
            <a:avLst/>
          </a:prstGeom>
          <a:noFill/>
        </p:spPr>
        <p:txBody>
          <a:bodyPr wrap="square" rtlCol="0">
            <a:spAutoFit/>
          </a:bodyPr>
          <a:lstStyle/>
          <a:p>
            <a:r>
              <a:rPr lang="en-US" sz="900">
                <a:hlinkClick r:id="rId5" tooltip="https://www.flickr.com/photos/jakobpunkt/168410916/"/>
              </a:rPr>
              <a:t>Questa foto</a:t>
            </a:r>
            <a:r>
              <a:rPr lang="en-US" sz="900"/>
              <a:t> di Autore sconosciuto è concesso in licenza da </a:t>
            </a:r>
            <a:r>
              <a:rPr lang="en-US" sz="900">
                <a:hlinkClick r:id="rId6" tooltip="https://creativecommons.org/licenses/by-nc-sa/3.0/"/>
              </a:rPr>
              <a:t>CC BY-SA-NC</a:t>
            </a:r>
            <a:endParaRPr lang="en-US" sz="900"/>
          </a:p>
        </p:txBody>
      </p:sp>
      <p:pic>
        <p:nvPicPr>
          <p:cNvPr id="43" name="Immagine 42" descr="Immagine che contiene spazzolino, interni, spazzola, plastica&#10;&#10;Descrizione generata automaticamente">
            <a:extLst>
              <a:ext uri="{FF2B5EF4-FFF2-40B4-BE49-F238E27FC236}">
                <a16:creationId xmlns:a16="http://schemas.microsoft.com/office/drawing/2014/main" id="{0EF035F8-AB17-FFD5-415F-018A19973C14}"/>
              </a:ext>
            </a:extLst>
          </p:cNvPr>
          <p:cNvPicPr>
            <a:picLocks noChangeAspect="1"/>
          </p:cNvPicPr>
          <p:nvPr/>
        </p:nvPicPr>
        <p:blipFill>
          <a:blip r:embed="rId7" cstate="screen">
            <a:extLst>
              <a:ext uri="{28A0092B-C50C-407E-A947-70E740481C1C}">
                <a14:useLocalDpi xmlns:a14="http://schemas.microsoft.com/office/drawing/2010/main"/>
              </a:ext>
              <a:ext uri="{837473B0-CC2E-450A-ABE3-18F120FF3D39}">
                <a1611:picAttrSrcUrl xmlns:a1611="http://schemas.microsoft.com/office/drawing/2016/11/main" r:id="rId8"/>
              </a:ext>
            </a:extLst>
          </a:blip>
          <a:stretch>
            <a:fillRect/>
          </a:stretch>
        </p:blipFill>
        <p:spPr>
          <a:xfrm>
            <a:off x="3926433" y="3408744"/>
            <a:ext cx="1759945" cy="1170432"/>
          </a:xfrm>
          <a:prstGeom prst="rect">
            <a:avLst/>
          </a:prstGeom>
        </p:spPr>
      </p:pic>
      <p:sp>
        <p:nvSpPr>
          <p:cNvPr id="46" name="Rectangle 49">
            <a:extLst>
              <a:ext uri="{FF2B5EF4-FFF2-40B4-BE49-F238E27FC236}">
                <a16:creationId xmlns:a16="http://schemas.microsoft.com/office/drawing/2014/main" id="{06FE5890-D9FE-F453-CEFE-23E01E4E4872}"/>
              </a:ext>
            </a:extLst>
          </p:cNvPr>
          <p:cNvSpPr/>
          <p:nvPr/>
        </p:nvSpPr>
        <p:spPr>
          <a:xfrm>
            <a:off x="577080" y="4469581"/>
            <a:ext cx="1019945" cy="64808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bg1"/>
              </a:solidFill>
            </a:endParaRPr>
          </a:p>
        </p:txBody>
      </p:sp>
      <p:sp>
        <p:nvSpPr>
          <p:cNvPr id="47" name="Rectangle 50">
            <a:extLst>
              <a:ext uri="{FF2B5EF4-FFF2-40B4-BE49-F238E27FC236}">
                <a16:creationId xmlns:a16="http://schemas.microsoft.com/office/drawing/2014/main" id="{24A451F0-5AAF-E973-3DA0-2325BD48AAE7}"/>
              </a:ext>
            </a:extLst>
          </p:cNvPr>
          <p:cNvSpPr/>
          <p:nvPr/>
        </p:nvSpPr>
        <p:spPr>
          <a:xfrm>
            <a:off x="4375070" y="4391020"/>
            <a:ext cx="985536" cy="5504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pic>
        <p:nvPicPr>
          <p:cNvPr id="49" name="Immagine 48" descr="Immagine che contiene persona, denti, spazzolatura, interni&#10;&#10;Descrizione generata automaticamente">
            <a:extLst>
              <a:ext uri="{FF2B5EF4-FFF2-40B4-BE49-F238E27FC236}">
                <a16:creationId xmlns:a16="http://schemas.microsoft.com/office/drawing/2014/main" id="{7E58F673-31D9-9534-E652-2A834BC823CE}"/>
              </a:ext>
            </a:extLst>
          </p:cNvPr>
          <p:cNvPicPr>
            <a:picLocks noChangeAspect="1"/>
          </p:cNvPicPr>
          <p:nvPr/>
        </p:nvPicPr>
        <p:blipFill>
          <a:blip r:embed="rId9" cstate="screen">
            <a:extLst>
              <a:ext uri="{28A0092B-C50C-407E-A947-70E740481C1C}">
                <a14:useLocalDpi xmlns:a14="http://schemas.microsoft.com/office/drawing/2010/main"/>
              </a:ext>
              <a:ext uri="{837473B0-CC2E-450A-ABE3-18F120FF3D39}">
                <a1611:picAttrSrcUrl xmlns:a1611="http://schemas.microsoft.com/office/drawing/2016/11/main" r:id="rId10"/>
              </a:ext>
            </a:extLst>
          </a:blip>
          <a:stretch>
            <a:fillRect/>
          </a:stretch>
        </p:blipFill>
        <p:spPr>
          <a:xfrm>
            <a:off x="2267445" y="3447833"/>
            <a:ext cx="1478932" cy="1092253"/>
          </a:xfrm>
          <a:prstGeom prst="rect">
            <a:avLst/>
          </a:prstGeom>
        </p:spPr>
      </p:pic>
      <p:sp>
        <p:nvSpPr>
          <p:cNvPr id="51" name="CasellaDiTesto 50">
            <a:extLst>
              <a:ext uri="{FF2B5EF4-FFF2-40B4-BE49-F238E27FC236}">
                <a16:creationId xmlns:a16="http://schemas.microsoft.com/office/drawing/2014/main" id="{760ED4A7-0B9A-3A0A-03BA-E1093F1D287C}"/>
              </a:ext>
            </a:extLst>
          </p:cNvPr>
          <p:cNvSpPr txBox="1"/>
          <p:nvPr/>
        </p:nvSpPr>
        <p:spPr>
          <a:xfrm>
            <a:off x="4009613" y="2173055"/>
            <a:ext cx="1975268" cy="1200329"/>
          </a:xfrm>
          <a:prstGeom prst="rect">
            <a:avLst/>
          </a:prstGeom>
          <a:noFill/>
        </p:spPr>
        <p:txBody>
          <a:bodyPr wrap="square">
            <a:spAutoFit/>
          </a:bodyPr>
          <a:lstStyle/>
          <a:p>
            <a:pPr marL="0" indent="0" algn="ctr">
              <a:buNone/>
            </a:pPr>
            <a:r>
              <a:rPr lang="en-US" sz="1800" b="1" dirty="0"/>
              <a:t>CURRENT STAKEHOLDER EXPERIENCE : </a:t>
            </a:r>
            <a:r>
              <a:rPr lang="en-US" sz="1800" dirty="0"/>
              <a:t>Classic Toothpaste</a:t>
            </a:r>
          </a:p>
        </p:txBody>
      </p:sp>
      <p:sp>
        <p:nvSpPr>
          <p:cNvPr id="53" name="CasellaDiTesto 52">
            <a:extLst>
              <a:ext uri="{FF2B5EF4-FFF2-40B4-BE49-F238E27FC236}">
                <a16:creationId xmlns:a16="http://schemas.microsoft.com/office/drawing/2014/main" id="{656A3083-B5BE-5125-3337-B30F3B42BBB4}"/>
              </a:ext>
            </a:extLst>
          </p:cNvPr>
          <p:cNvSpPr txBox="1"/>
          <p:nvPr/>
        </p:nvSpPr>
        <p:spPr>
          <a:xfrm>
            <a:off x="247641" y="2483695"/>
            <a:ext cx="1759945" cy="923330"/>
          </a:xfrm>
          <a:prstGeom prst="rect">
            <a:avLst/>
          </a:prstGeom>
          <a:noFill/>
        </p:spPr>
        <p:txBody>
          <a:bodyPr wrap="square">
            <a:spAutoFit/>
          </a:bodyPr>
          <a:lstStyle/>
          <a:p>
            <a:pPr marL="0" indent="0" algn="ctr">
              <a:buNone/>
            </a:pPr>
            <a:r>
              <a:rPr lang="en-US" sz="1800" b="1" dirty="0"/>
              <a:t>NEW PRODUCT </a:t>
            </a:r>
            <a:r>
              <a:rPr lang="en-US" sz="1800" dirty="0"/>
              <a:t>: Chewable Toothpaste</a:t>
            </a:r>
          </a:p>
        </p:txBody>
      </p:sp>
      <p:sp>
        <p:nvSpPr>
          <p:cNvPr id="55" name="CasellaDiTesto 54">
            <a:extLst>
              <a:ext uri="{FF2B5EF4-FFF2-40B4-BE49-F238E27FC236}">
                <a16:creationId xmlns:a16="http://schemas.microsoft.com/office/drawing/2014/main" id="{3ADED604-92B6-B354-D1C3-4F8D845B09E3}"/>
              </a:ext>
            </a:extLst>
          </p:cNvPr>
          <p:cNvSpPr txBox="1"/>
          <p:nvPr/>
        </p:nvSpPr>
        <p:spPr>
          <a:xfrm>
            <a:off x="2233366" y="2490160"/>
            <a:ext cx="1709373" cy="923330"/>
          </a:xfrm>
          <a:prstGeom prst="rect">
            <a:avLst/>
          </a:prstGeom>
          <a:noFill/>
        </p:spPr>
        <p:txBody>
          <a:bodyPr wrap="square">
            <a:spAutoFit/>
          </a:bodyPr>
          <a:lstStyle/>
          <a:p>
            <a:pPr marL="0" indent="0" algn="ctr">
              <a:buNone/>
            </a:pPr>
            <a:r>
              <a:rPr lang="en-US" sz="1800" b="1" dirty="0"/>
              <a:t>CHOSEN STAKEHOLDER </a:t>
            </a:r>
            <a:r>
              <a:rPr lang="en-US" sz="1800" dirty="0"/>
              <a:t>: Customer</a:t>
            </a:r>
          </a:p>
        </p:txBody>
      </p:sp>
    </p:spTree>
    <p:extLst>
      <p:ext uri="{BB962C8B-B14F-4D97-AF65-F5344CB8AC3E}">
        <p14:creationId xmlns:p14="http://schemas.microsoft.com/office/powerpoint/2010/main" val="41180350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Graphique 35" descr="Arbre avec racines avec un remplissage uni">
            <a:extLst>
              <a:ext uri="{FF2B5EF4-FFF2-40B4-BE49-F238E27FC236}">
                <a16:creationId xmlns:a16="http://schemas.microsoft.com/office/drawing/2014/main" id="{F9F4B1A3-DFD0-7A62-9224-F880E313B4C9}"/>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b="4039"/>
          <a:stretch/>
        </p:blipFill>
        <p:spPr>
          <a:xfrm>
            <a:off x="6525536" y="586074"/>
            <a:ext cx="4017496" cy="3855222"/>
          </a:xfrm>
          <a:prstGeom prst="rect">
            <a:avLst/>
          </a:prstGeom>
        </p:spPr>
      </p:pic>
      <p:sp>
        <p:nvSpPr>
          <p:cNvPr id="9" name="Titolo 8">
            <a:extLst>
              <a:ext uri="{FF2B5EF4-FFF2-40B4-BE49-F238E27FC236}">
                <a16:creationId xmlns:a16="http://schemas.microsoft.com/office/drawing/2014/main" id="{79243726-82BA-3A75-5E48-950689BED291}"/>
              </a:ext>
            </a:extLst>
          </p:cNvPr>
          <p:cNvSpPr>
            <a:spLocks noGrp="1"/>
          </p:cNvSpPr>
          <p:nvPr>
            <p:ph type="title"/>
          </p:nvPr>
        </p:nvSpPr>
        <p:spPr/>
        <p:txBody>
          <a:bodyPr/>
          <a:lstStyle/>
          <a:p>
            <a:r>
              <a:rPr lang="en-US" dirty="0"/>
              <a:t>WHY NOT</a:t>
            </a:r>
          </a:p>
        </p:txBody>
      </p:sp>
      <p:sp>
        <p:nvSpPr>
          <p:cNvPr id="10" name="Segnaposto testo 9">
            <a:extLst>
              <a:ext uri="{FF2B5EF4-FFF2-40B4-BE49-F238E27FC236}">
                <a16:creationId xmlns:a16="http://schemas.microsoft.com/office/drawing/2014/main" id="{ED8FE550-07D6-0E8E-AFE5-3330474E4208}"/>
              </a:ext>
            </a:extLst>
          </p:cNvPr>
          <p:cNvSpPr>
            <a:spLocks noGrp="1"/>
          </p:cNvSpPr>
          <p:nvPr>
            <p:ph type="body" idx="1"/>
          </p:nvPr>
        </p:nvSpPr>
        <p:spPr/>
        <p:txBody>
          <a:bodyPr/>
          <a:lstStyle/>
          <a:p>
            <a:r>
              <a:rPr lang="en-US" dirty="0"/>
              <a:t>Tree of Serendipity Canvas</a:t>
            </a:r>
          </a:p>
        </p:txBody>
      </p:sp>
      <p:grpSp>
        <p:nvGrpSpPr>
          <p:cNvPr id="2" name="Groupe 2">
            <a:extLst>
              <a:ext uri="{FF2B5EF4-FFF2-40B4-BE49-F238E27FC236}">
                <a16:creationId xmlns:a16="http://schemas.microsoft.com/office/drawing/2014/main" id="{467A00B6-3F46-23E1-C62A-E38E11E88FF7}"/>
              </a:ext>
            </a:extLst>
          </p:cNvPr>
          <p:cNvGrpSpPr/>
          <p:nvPr/>
        </p:nvGrpSpPr>
        <p:grpSpPr>
          <a:xfrm>
            <a:off x="6827686" y="427673"/>
            <a:ext cx="3541609" cy="3756292"/>
            <a:chOff x="6900539" y="986484"/>
            <a:chExt cx="5204718" cy="5520217"/>
          </a:xfrm>
        </p:grpSpPr>
        <p:sp>
          <p:nvSpPr>
            <p:cNvPr id="3" name="Rectangle 186">
              <a:extLst>
                <a:ext uri="{FF2B5EF4-FFF2-40B4-BE49-F238E27FC236}">
                  <a16:creationId xmlns:a16="http://schemas.microsoft.com/office/drawing/2014/main" id="{B04D70FF-20AB-807F-D4F7-930580C6E109}"/>
                </a:ext>
              </a:extLst>
            </p:cNvPr>
            <p:cNvSpPr/>
            <p:nvPr/>
          </p:nvSpPr>
          <p:spPr>
            <a:xfrm>
              <a:off x="8686430" y="604113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Root Motivation</a:t>
              </a:r>
            </a:p>
          </p:txBody>
        </p:sp>
        <p:sp>
          <p:nvSpPr>
            <p:cNvPr id="4" name="Rectangle 197">
              <a:extLst>
                <a:ext uri="{FF2B5EF4-FFF2-40B4-BE49-F238E27FC236}">
                  <a16:creationId xmlns:a16="http://schemas.microsoft.com/office/drawing/2014/main" id="{0278A9E3-9C7C-2C11-2EC1-3A490A459BA4}"/>
                </a:ext>
              </a:extLst>
            </p:cNvPr>
            <p:cNvSpPr/>
            <p:nvPr/>
          </p:nvSpPr>
          <p:spPr>
            <a:xfrm>
              <a:off x="7576723" y="532267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sp>
          <p:nvSpPr>
            <p:cNvPr id="5" name="Rectangle 198">
              <a:extLst>
                <a:ext uri="{FF2B5EF4-FFF2-40B4-BE49-F238E27FC236}">
                  <a16:creationId xmlns:a16="http://schemas.microsoft.com/office/drawing/2014/main" id="{9687419C-3FA1-8B37-E67C-6B10C76C385C}"/>
                </a:ext>
              </a:extLst>
            </p:cNvPr>
            <p:cNvSpPr/>
            <p:nvPr/>
          </p:nvSpPr>
          <p:spPr>
            <a:xfrm>
              <a:off x="8840957" y="4255411"/>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Positive Consequence</a:t>
              </a:r>
            </a:p>
          </p:txBody>
        </p:sp>
        <p:sp>
          <p:nvSpPr>
            <p:cNvPr id="6" name="Rectangle 199">
              <a:extLst>
                <a:ext uri="{FF2B5EF4-FFF2-40B4-BE49-F238E27FC236}">
                  <a16:creationId xmlns:a16="http://schemas.microsoft.com/office/drawing/2014/main" id="{C834F833-D669-372B-F892-D4AF72452533}"/>
                </a:ext>
              </a:extLst>
            </p:cNvPr>
            <p:cNvSpPr/>
            <p:nvPr/>
          </p:nvSpPr>
          <p:spPr>
            <a:xfrm>
              <a:off x="9103684" y="3585812"/>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7" name="Rectangle 200">
              <a:extLst>
                <a:ext uri="{FF2B5EF4-FFF2-40B4-BE49-F238E27FC236}">
                  <a16:creationId xmlns:a16="http://schemas.microsoft.com/office/drawing/2014/main" id="{46D9B6CF-797D-9953-7902-31D55DA1D35B}"/>
                </a:ext>
              </a:extLst>
            </p:cNvPr>
            <p:cNvSpPr/>
            <p:nvPr/>
          </p:nvSpPr>
          <p:spPr>
            <a:xfrm>
              <a:off x="8995485" y="4898509"/>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sp>
          <p:nvSpPr>
            <p:cNvPr id="8" name="Rectangle 201">
              <a:extLst>
                <a:ext uri="{FF2B5EF4-FFF2-40B4-BE49-F238E27FC236}">
                  <a16:creationId xmlns:a16="http://schemas.microsoft.com/office/drawing/2014/main" id="{31948954-EC2B-806F-05D5-3A3D58A6C2AF}"/>
                </a:ext>
              </a:extLst>
            </p:cNvPr>
            <p:cNvSpPr/>
            <p:nvPr/>
          </p:nvSpPr>
          <p:spPr>
            <a:xfrm>
              <a:off x="10354694" y="543415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sp>
          <p:nvSpPr>
            <p:cNvPr id="11" name="Rectangle 202">
              <a:extLst>
                <a:ext uri="{FF2B5EF4-FFF2-40B4-BE49-F238E27FC236}">
                  <a16:creationId xmlns:a16="http://schemas.microsoft.com/office/drawing/2014/main" id="{1287B025-A4C5-16BF-3F97-C887FC6B7325}"/>
                </a:ext>
              </a:extLst>
            </p:cNvPr>
            <p:cNvSpPr/>
            <p:nvPr/>
          </p:nvSpPr>
          <p:spPr>
            <a:xfrm>
              <a:off x="10077075" y="288412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sp>
          <p:nvSpPr>
            <p:cNvPr id="12" name="Rectangle 203">
              <a:extLst>
                <a:ext uri="{FF2B5EF4-FFF2-40B4-BE49-F238E27FC236}">
                  <a16:creationId xmlns:a16="http://schemas.microsoft.com/office/drawing/2014/main" id="{E736762F-4E63-0F6B-7369-9B7035A8EF97}"/>
                </a:ext>
              </a:extLst>
            </p:cNvPr>
            <p:cNvSpPr/>
            <p:nvPr/>
          </p:nvSpPr>
          <p:spPr>
            <a:xfrm>
              <a:off x="10186758" y="2235049"/>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13" name="Rectangle 204">
              <a:extLst>
                <a:ext uri="{FF2B5EF4-FFF2-40B4-BE49-F238E27FC236}">
                  <a16:creationId xmlns:a16="http://schemas.microsoft.com/office/drawing/2014/main" id="{3B60F493-FAF9-51E5-6573-626348676386}"/>
                </a:ext>
              </a:extLst>
            </p:cNvPr>
            <p:cNvSpPr/>
            <p:nvPr/>
          </p:nvSpPr>
          <p:spPr>
            <a:xfrm>
              <a:off x="8532365" y="291343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Concretization</a:t>
              </a:r>
            </a:p>
          </p:txBody>
        </p:sp>
        <p:sp>
          <p:nvSpPr>
            <p:cNvPr id="14" name="Rectangle 205">
              <a:extLst>
                <a:ext uri="{FF2B5EF4-FFF2-40B4-BE49-F238E27FC236}">
                  <a16:creationId xmlns:a16="http://schemas.microsoft.com/office/drawing/2014/main" id="{C2176EC0-CD32-490E-2A08-4C28E19ADFCC}"/>
                </a:ext>
              </a:extLst>
            </p:cNvPr>
            <p:cNvSpPr/>
            <p:nvPr/>
          </p:nvSpPr>
          <p:spPr>
            <a:xfrm>
              <a:off x="7549346" y="234968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Positive Consequence</a:t>
              </a:r>
            </a:p>
          </p:txBody>
        </p:sp>
        <p:sp>
          <p:nvSpPr>
            <p:cNvPr id="15" name="Rectangle 206">
              <a:extLst>
                <a:ext uri="{FF2B5EF4-FFF2-40B4-BE49-F238E27FC236}">
                  <a16:creationId xmlns:a16="http://schemas.microsoft.com/office/drawing/2014/main" id="{2C75DEDD-6C33-DE75-96F1-92E90EA08DAB}"/>
                </a:ext>
              </a:extLst>
            </p:cNvPr>
            <p:cNvSpPr/>
            <p:nvPr/>
          </p:nvSpPr>
          <p:spPr>
            <a:xfrm>
              <a:off x="6993202" y="1730083"/>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Positive Consequence</a:t>
              </a:r>
            </a:p>
          </p:txBody>
        </p:sp>
        <p:sp>
          <p:nvSpPr>
            <p:cNvPr id="16" name="Rectangle 207">
              <a:extLst>
                <a:ext uri="{FF2B5EF4-FFF2-40B4-BE49-F238E27FC236}">
                  <a16:creationId xmlns:a16="http://schemas.microsoft.com/office/drawing/2014/main" id="{56896630-964D-0453-E22B-1384DD780275}"/>
                </a:ext>
              </a:extLst>
            </p:cNvPr>
            <p:cNvSpPr/>
            <p:nvPr/>
          </p:nvSpPr>
          <p:spPr>
            <a:xfrm>
              <a:off x="6900539" y="986484"/>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17" name="Rectangle 208">
              <a:extLst>
                <a:ext uri="{FF2B5EF4-FFF2-40B4-BE49-F238E27FC236}">
                  <a16:creationId xmlns:a16="http://schemas.microsoft.com/office/drawing/2014/main" id="{23082380-8B59-459C-E28E-E5A389ECB8BB}"/>
                </a:ext>
              </a:extLst>
            </p:cNvPr>
            <p:cNvSpPr/>
            <p:nvPr/>
          </p:nvSpPr>
          <p:spPr>
            <a:xfrm>
              <a:off x="10938215" y="4665724"/>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Positive Consequence</a:t>
              </a:r>
            </a:p>
          </p:txBody>
        </p:sp>
        <p:cxnSp>
          <p:nvCxnSpPr>
            <p:cNvPr id="18" name="Connecteur droit avec flèche 209">
              <a:extLst>
                <a:ext uri="{FF2B5EF4-FFF2-40B4-BE49-F238E27FC236}">
                  <a16:creationId xmlns:a16="http://schemas.microsoft.com/office/drawing/2014/main" id="{DA4A0CFB-533E-1C07-E5C5-E62A023437B6}"/>
                </a:ext>
              </a:extLst>
            </p:cNvPr>
            <p:cNvCxnSpPr>
              <a:cxnSpLocks/>
              <a:endCxn id="5" idx="2"/>
            </p:cNvCxnSpPr>
            <p:nvPr/>
          </p:nvCxnSpPr>
          <p:spPr>
            <a:xfrm flipH="1" flipV="1">
              <a:off x="9424478" y="4720981"/>
              <a:ext cx="85452" cy="200546"/>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19" name="Connecteur droit avec flèche 210">
              <a:extLst>
                <a:ext uri="{FF2B5EF4-FFF2-40B4-BE49-F238E27FC236}">
                  <a16:creationId xmlns:a16="http://schemas.microsoft.com/office/drawing/2014/main" id="{6627D68B-4E1E-6DA9-F2ED-ED150B96D780}"/>
                </a:ext>
              </a:extLst>
            </p:cNvPr>
            <p:cNvCxnSpPr>
              <a:cxnSpLocks/>
              <a:stCxn id="3" idx="0"/>
            </p:cNvCxnSpPr>
            <p:nvPr/>
          </p:nvCxnSpPr>
          <p:spPr>
            <a:xfrm flipH="1" flipV="1">
              <a:off x="8224420" y="5814414"/>
              <a:ext cx="1045531" cy="2267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0" name="Connecteur droit avec flèche 211">
              <a:extLst>
                <a:ext uri="{FF2B5EF4-FFF2-40B4-BE49-F238E27FC236}">
                  <a16:creationId xmlns:a16="http://schemas.microsoft.com/office/drawing/2014/main" id="{ED32C258-C0CB-694A-4A45-CB144512CE19}"/>
                </a:ext>
              </a:extLst>
            </p:cNvPr>
            <p:cNvCxnSpPr>
              <a:cxnSpLocks/>
              <a:stCxn id="3" idx="0"/>
              <a:endCxn id="7" idx="2"/>
            </p:cNvCxnSpPr>
            <p:nvPr/>
          </p:nvCxnSpPr>
          <p:spPr>
            <a:xfrm flipV="1">
              <a:off x="9269951" y="5364079"/>
              <a:ext cx="309055" cy="67705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 name="Connecteur droit avec flèche 212">
              <a:extLst>
                <a:ext uri="{FF2B5EF4-FFF2-40B4-BE49-F238E27FC236}">
                  <a16:creationId xmlns:a16="http://schemas.microsoft.com/office/drawing/2014/main" id="{1E6A54AA-83EE-199C-7124-FA3FA9BABC48}"/>
                </a:ext>
              </a:extLst>
            </p:cNvPr>
            <p:cNvCxnSpPr>
              <a:cxnSpLocks/>
              <a:stCxn id="3" idx="0"/>
              <a:endCxn id="8" idx="1"/>
            </p:cNvCxnSpPr>
            <p:nvPr/>
          </p:nvCxnSpPr>
          <p:spPr>
            <a:xfrm flipV="1">
              <a:off x="9269951" y="5666937"/>
              <a:ext cx="1084743" cy="374194"/>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3">
              <a:extLst>
                <a:ext uri="{FF2B5EF4-FFF2-40B4-BE49-F238E27FC236}">
                  <a16:creationId xmlns:a16="http://schemas.microsoft.com/office/drawing/2014/main" id="{60E8FCC7-826E-C348-273B-4227B62C37C1}"/>
                </a:ext>
              </a:extLst>
            </p:cNvPr>
            <p:cNvCxnSpPr>
              <a:cxnSpLocks/>
              <a:stCxn id="8" idx="0"/>
              <a:endCxn id="17" idx="2"/>
            </p:cNvCxnSpPr>
            <p:nvPr/>
          </p:nvCxnSpPr>
          <p:spPr>
            <a:xfrm flipV="1">
              <a:off x="10938215" y="5131294"/>
              <a:ext cx="583521" cy="302858"/>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3" name="Connecteur droit avec flèche 214">
              <a:extLst>
                <a:ext uri="{FF2B5EF4-FFF2-40B4-BE49-F238E27FC236}">
                  <a16:creationId xmlns:a16="http://schemas.microsoft.com/office/drawing/2014/main" id="{569C9B0F-51FE-503E-9E94-055CABA2633C}"/>
                </a:ext>
              </a:extLst>
            </p:cNvPr>
            <p:cNvCxnSpPr>
              <a:cxnSpLocks/>
              <a:stCxn id="5" idx="0"/>
              <a:endCxn id="6" idx="2"/>
            </p:cNvCxnSpPr>
            <p:nvPr/>
          </p:nvCxnSpPr>
          <p:spPr>
            <a:xfrm flipV="1">
              <a:off x="9424478" y="4051382"/>
              <a:ext cx="262727" cy="204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4" name="Connecteur droit avec flèche 215">
              <a:extLst>
                <a:ext uri="{FF2B5EF4-FFF2-40B4-BE49-F238E27FC236}">
                  <a16:creationId xmlns:a16="http://schemas.microsoft.com/office/drawing/2014/main" id="{60A6A672-9BAD-3BCD-47D1-CA8ABD9364BD}"/>
                </a:ext>
              </a:extLst>
            </p:cNvPr>
            <p:cNvCxnSpPr>
              <a:cxnSpLocks/>
              <a:stCxn id="6" idx="0"/>
              <a:endCxn id="11" idx="2"/>
            </p:cNvCxnSpPr>
            <p:nvPr/>
          </p:nvCxnSpPr>
          <p:spPr>
            <a:xfrm flipV="1">
              <a:off x="9687205" y="3349692"/>
              <a:ext cx="973391" cy="2361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5" name="Connecteur droit avec flèche 216">
              <a:extLst>
                <a:ext uri="{FF2B5EF4-FFF2-40B4-BE49-F238E27FC236}">
                  <a16:creationId xmlns:a16="http://schemas.microsoft.com/office/drawing/2014/main" id="{3EBFB8E4-E64F-B410-F2A9-CA591286E2D2}"/>
                </a:ext>
              </a:extLst>
            </p:cNvPr>
            <p:cNvCxnSpPr>
              <a:cxnSpLocks/>
              <a:stCxn id="11" idx="0"/>
              <a:endCxn id="12" idx="2"/>
            </p:cNvCxnSpPr>
            <p:nvPr/>
          </p:nvCxnSpPr>
          <p:spPr>
            <a:xfrm flipV="1">
              <a:off x="10660596" y="2700619"/>
              <a:ext cx="109683" cy="18350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6" name="Connecteur droit avec flèche 217">
              <a:extLst>
                <a:ext uri="{FF2B5EF4-FFF2-40B4-BE49-F238E27FC236}">
                  <a16:creationId xmlns:a16="http://schemas.microsoft.com/office/drawing/2014/main" id="{66CEB823-F824-9A17-DDFF-DDBB764C2272}"/>
                </a:ext>
              </a:extLst>
            </p:cNvPr>
            <p:cNvCxnSpPr>
              <a:cxnSpLocks/>
              <a:stCxn id="12" idx="0"/>
              <a:endCxn id="35" idx="2"/>
            </p:cNvCxnSpPr>
            <p:nvPr/>
          </p:nvCxnSpPr>
          <p:spPr>
            <a:xfrm flipV="1">
              <a:off x="10770279" y="2020186"/>
              <a:ext cx="215422" cy="21486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7" name="Connecteur droit avec flèche 218">
              <a:extLst>
                <a:ext uri="{FF2B5EF4-FFF2-40B4-BE49-F238E27FC236}">
                  <a16:creationId xmlns:a16="http://schemas.microsoft.com/office/drawing/2014/main" id="{23865642-DE6B-6BD0-57FF-256DD391FBC2}"/>
                </a:ext>
              </a:extLst>
            </p:cNvPr>
            <p:cNvCxnSpPr>
              <a:cxnSpLocks/>
              <a:stCxn id="6" idx="0"/>
              <a:endCxn id="13" idx="2"/>
            </p:cNvCxnSpPr>
            <p:nvPr/>
          </p:nvCxnSpPr>
          <p:spPr>
            <a:xfrm flipH="1" flipV="1">
              <a:off x="9115886" y="3379002"/>
              <a:ext cx="571319" cy="20681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8" name="Connecteur droit avec flèche 219">
              <a:extLst>
                <a:ext uri="{FF2B5EF4-FFF2-40B4-BE49-F238E27FC236}">
                  <a16:creationId xmlns:a16="http://schemas.microsoft.com/office/drawing/2014/main" id="{0FD6F3AB-AD8B-B040-8795-1A0857CBC11C}"/>
                </a:ext>
              </a:extLst>
            </p:cNvPr>
            <p:cNvCxnSpPr>
              <a:cxnSpLocks/>
              <a:stCxn id="13" idx="0"/>
              <a:endCxn id="14" idx="2"/>
            </p:cNvCxnSpPr>
            <p:nvPr/>
          </p:nvCxnSpPr>
          <p:spPr>
            <a:xfrm flipH="1" flipV="1">
              <a:off x="8132867" y="2815255"/>
              <a:ext cx="983019" cy="9817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20">
              <a:extLst>
                <a:ext uri="{FF2B5EF4-FFF2-40B4-BE49-F238E27FC236}">
                  <a16:creationId xmlns:a16="http://schemas.microsoft.com/office/drawing/2014/main" id="{5C410C4C-0934-8124-E286-37B9199E7984}"/>
                </a:ext>
              </a:extLst>
            </p:cNvPr>
            <p:cNvCxnSpPr>
              <a:cxnSpLocks/>
              <a:stCxn id="14" idx="0"/>
              <a:endCxn id="15" idx="2"/>
            </p:cNvCxnSpPr>
            <p:nvPr/>
          </p:nvCxnSpPr>
          <p:spPr>
            <a:xfrm flipH="1" flipV="1">
              <a:off x="7576723" y="2195653"/>
              <a:ext cx="556144" cy="15403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0" name="Connecteur droit avec flèche 221">
              <a:extLst>
                <a:ext uri="{FF2B5EF4-FFF2-40B4-BE49-F238E27FC236}">
                  <a16:creationId xmlns:a16="http://schemas.microsoft.com/office/drawing/2014/main" id="{65DD0E86-6CEA-F718-3871-C5184C2137C2}"/>
                </a:ext>
              </a:extLst>
            </p:cNvPr>
            <p:cNvCxnSpPr>
              <a:cxnSpLocks/>
              <a:stCxn id="15" idx="0"/>
              <a:endCxn id="16" idx="2"/>
            </p:cNvCxnSpPr>
            <p:nvPr/>
          </p:nvCxnSpPr>
          <p:spPr>
            <a:xfrm flipH="1" flipV="1">
              <a:off x="7484060" y="1452054"/>
              <a:ext cx="92663" cy="278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31" name="Rectangle 222">
              <a:extLst>
                <a:ext uri="{FF2B5EF4-FFF2-40B4-BE49-F238E27FC236}">
                  <a16:creationId xmlns:a16="http://schemas.microsoft.com/office/drawing/2014/main" id="{5A486D1C-3F09-C800-FB1E-6C608D307F06}"/>
                </a:ext>
              </a:extLst>
            </p:cNvPr>
            <p:cNvSpPr/>
            <p:nvPr/>
          </p:nvSpPr>
          <p:spPr>
            <a:xfrm>
              <a:off x="8840957" y="207634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Positive Consequence</a:t>
              </a:r>
            </a:p>
          </p:txBody>
        </p:sp>
        <p:cxnSp>
          <p:nvCxnSpPr>
            <p:cNvPr id="32" name="Connecteur droit avec flèche 223">
              <a:extLst>
                <a:ext uri="{FF2B5EF4-FFF2-40B4-BE49-F238E27FC236}">
                  <a16:creationId xmlns:a16="http://schemas.microsoft.com/office/drawing/2014/main" id="{0B290865-9C01-C20C-8112-8EA6A5ADDE19}"/>
                </a:ext>
              </a:extLst>
            </p:cNvPr>
            <p:cNvCxnSpPr>
              <a:cxnSpLocks/>
              <a:stCxn id="13" idx="0"/>
              <a:endCxn id="31" idx="2"/>
            </p:cNvCxnSpPr>
            <p:nvPr/>
          </p:nvCxnSpPr>
          <p:spPr>
            <a:xfrm flipV="1">
              <a:off x="9115886" y="2541915"/>
              <a:ext cx="308592" cy="3715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33" name="Rectangle 224">
              <a:extLst>
                <a:ext uri="{FF2B5EF4-FFF2-40B4-BE49-F238E27FC236}">
                  <a16:creationId xmlns:a16="http://schemas.microsoft.com/office/drawing/2014/main" id="{A3874970-AFF7-1B73-ACEE-83D703F826D6}"/>
                </a:ext>
              </a:extLst>
            </p:cNvPr>
            <p:cNvSpPr/>
            <p:nvPr/>
          </p:nvSpPr>
          <p:spPr>
            <a:xfrm>
              <a:off x="7517445" y="358442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cxnSp>
          <p:nvCxnSpPr>
            <p:cNvPr id="34" name="Connecteur droit avec flèche 225">
              <a:extLst>
                <a:ext uri="{FF2B5EF4-FFF2-40B4-BE49-F238E27FC236}">
                  <a16:creationId xmlns:a16="http://schemas.microsoft.com/office/drawing/2014/main" id="{4619CDF9-1245-14EA-230A-76AFEAF45CBC}"/>
                </a:ext>
              </a:extLst>
            </p:cNvPr>
            <p:cNvCxnSpPr>
              <a:cxnSpLocks/>
              <a:stCxn id="5" idx="0"/>
              <a:endCxn id="33" idx="2"/>
            </p:cNvCxnSpPr>
            <p:nvPr/>
          </p:nvCxnSpPr>
          <p:spPr>
            <a:xfrm flipH="1" flipV="1">
              <a:off x="8100966" y="4049991"/>
              <a:ext cx="1323512" cy="2054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35" name="Rectangle 226">
              <a:extLst>
                <a:ext uri="{FF2B5EF4-FFF2-40B4-BE49-F238E27FC236}">
                  <a16:creationId xmlns:a16="http://schemas.microsoft.com/office/drawing/2014/main" id="{C733367E-4FB2-3A3D-6C00-BB15B4131F8A}"/>
                </a:ext>
              </a:extLst>
            </p:cNvPr>
            <p:cNvSpPr/>
            <p:nvPr/>
          </p:nvSpPr>
          <p:spPr>
            <a:xfrm>
              <a:off x="10402180" y="1554616"/>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grpSp>
    </p:spTree>
    <p:extLst>
      <p:ext uri="{BB962C8B-B14F-4D97-AF65-F5344CB8AC3E}">
        <p14:creationId xmlns:p14="http://schemas.microsoft.com/office/powerpoint/2010/main" val="10011639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195C13-A136-0A50-B849-2A908910A09D}"/>
              </a:ext>
            </a:extLst>
          </p:cNvPr>
          <p:cNvSpPr>
            <a:spLocks noGrp="1"/>
          </p:cNvSpPr>
          <p:nvPr>
            <p:ph type="title"/>
          </p:nvPr>
        </p:nvSpPr>
        <p:spPr/>
        <p:txBody>
          <a:bodyPr>
            <a:normAutofit/>
          </a:bodyPr>
          <a:lstStyle/>
          <a:p>
            <a:r>
              <a:rPr lang="en-US" dirty="0"/>
              <a:t>Usual challenges related to </a:t>
            </a:r>
            <a:r>
              <a:rPr lang="en-US" b="1" dirty="0">
                <a:solidFill>
                  <a:srgbClr val="FF0000"/>
                </a:solidFill>
              </a:rPr>
              <a:t>underestimating the potential of serendipity</a:t>
            </a:r>
          </a:p>
        </p:txBody>
      </p:sp>
      <p:sp>
        <p:nvSpPr>
          <p:cNvPr id="4" name="Rectangle 3">
            <a:extLst>
              <a:ext uri="{FF2B5EF4-FFF2-40B4-BE49-F238E27FC236}">
                <a16:creationId xmlns:a16="http://schemas.microsoft.com/office/drawing/2014/main" id="{30580FA6-B5B3-AA21-0CDF-17A843947E99}"/>
              </a:ext>
            </a:extLst>
          </p:cNvPr>
          <p:cNvSpPr/>
          <p:nvPr/>
        </p:nvSpPr>
        <p:spPr>
          <a:xfrm>
            <a:off x="1444847" y="4876082"/>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Over anticipating a situation, being bored before starting</a:t>
            </a:r>
          </a:p>
        </p:txBody>
      </p:sp>
      <p:sp>
        <p:nvSpPr>
          <p:cNvPr id="5" name="Bulle narrative : ronde 4">
            <a:extLst>
              <a:ext uri="{FF2B5EF4-FFF2-40B4-BE49-F238E27FC236}">
                <a16:creationId xmlns:a16="http://schemas.microsoft.com/office/drawing/2014/main" id="{AB555F7A-81E1-5C69-D065-25651BFD0F01}"/>
              </a:ext>
            </a:extLst>
          </p:cNvPr>
          <p:cNvSpPr/>
          <p:nvPr/>
        </p:nvSpPr>
        <p:spPr>
          <a:xfrm>
            <a:off x="941033" y="2309078"/>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 know everything that will happen, it is exactly like in the past</a:t>
            </a:r>
          </a:p>
        </p:txBody>
      </p:sp>
      <p:pic>
        <p:nvPicPr>
          <p:cNvPr id="6" name="Graphique 5" descr="Homme en tenue professionnelle">
            <a:extLst>
              <a:ext uri="{FF2B5EF4-FFF2-40B4-BE49-F238E27FC236}">
                <a16:creationId xmlns:a16="http://schemas.microsoft.com/office/drawing/2014/main" id="{2933A0E0-CDF9-6CD0-A16B-182BC99FE6A4}"/>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760618" y="3605745"/>
            <a:ext cx="943374" cy="1273899"/>
          </a:xfrm>
          <a:prstGeom prst="rect">
            <a:avLst/>
          </a:prstGeom>
        </p:spPr>
      </p:pic>
      <p:sp>
        <p:nvSpPr>
          <p:cNvPr id="7" name="Rectangle 6">
            <a:extLst>
              <a:ext uri="{FF2B5EF4-FFF2-40B4-BE49-F238E27FC236}">
                <a16:creationId xmlns:a16="http://schemas.microsoft.com/office/drawing/2014/main" id="{584DE4F2-EF8E-CD09-5A32-B7D53631B46A}"/>
              </a:ext>
            </a:extLst>
          </p:cNvPr>
          <p:cNvSpPr/>
          <p:nvPr/>
        </p:nvSpPr>
        <p:spPr>
          <a:xfrm>
            <a:off x="4192109" y="4876081"/>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Inflexible thinking about the future</a:t>
            </a:r>
          </a:p>
        </p:txBody>
      </p:sp>
      <p:sp>
        <p:nvSpPr>
          <p:cNvPr id="8" name="Bulle narrative : ronde 7">
            <a:extLst>
              <a:ext uri="{FF2B5EF4-FFF2-40B4-BE49-F238E27FC236}">
                <a16:creationId xmlns:a16="http://schemas.microsoft.com/office/drawing/2014/main" id="{1F5AA4E1-6331-BCE4-D586-93D3B9F94119}"/>
              </a:ext>
            </a:extLst>
          </p:cNvPr>
          <p:cNvSpPr/>
          <p:nvPr/>
        </p:nvSpPr>
        <p:spPr>
          <a:xfrm>
            <a:off x="3648722" y="2309078"/>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There is only one way it can happen, I don’t know exactly how, but we will not have many possibilities</a:t>
            </a:r>
          </a:p>
        </p:txBody>
      </p:sp>
      <p:sp>
        <p:nvSpPr>
          <p:cNvPr id="9" name="Rectangle 8">
            <a:extLst>
              <a:ext uri="{FF2B5EF4-FFF2-40B4-BE49-F238E27FC236}">
                <a16:creationId xmlns:a16="http://schemas.microsoft.com/office/drawing/2014/main" id="{27D2D474-FE9B-8CD2-50FE-EC2AEC8FABC7}"/>
              </a:ext>
            </a:extLst>
          </p:cNvPr>
          <p:cNvSpPr/>
          <p:nvPr/>
        </p:nvSpPr>
        <p:spPr>
          <a:xfrm>
            <a:off x="6939371" y="4876080"/>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Inflexible thinking about self</a:t>
            </a:r>
          </a:p>
        </p:txBody>
      </p:sp>
      <p:sp>
        <p:nvSpPr>
          <p:cNvPr id="10" name="Bulle narrative : ronde 9">
            <a:extLst>
              <a:ext uri="{FF2B5EF4-FFF2-40B4-BE49-F238E27FC236}">
                <a16:creationId xmlns:a16="http://schemas.microsoft.com/office/drawing/2014/main" id="{8789A2FE-FFE1-9982-65DF-D6DDAFF2407F}"/>
              </a:ext>
            </a:extLst>
          </p:cNvPr>
          <p:cNvSpPr/>
          <p:nvPr/>
        </p:nvSpPr>
        <p:spPr>
          <a:xfrm>
            <a:off x="6356411" y="2354801"/>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 am only motivated by one thing, and it will be the same motivation in the future</a:t>
            </a:r>
          </a:p>
        </p:txBody>
      </p:sp>
      <p:sp>
        <p:nvSpPr>
          <p:cNvPr id="11" name="Rectangle 10">
            <a:extLst>
              <a:ext uri="{FF2B5EF4-FFF2-40B4-BE49-F238E27FC236}">
                <a16:creationId xmlns:a16="http://schemas.microsoft.com/office/drawing/2014/main" id="{3A540A94-4FF5-165B-CCDD-119D49833966}"/>
              </a:ext>
            </a:extLst>
          </p:cNvPr>
          <p:cNvSpPr/>
          <p:nvPr/>
        </p:nvSpPr>
        <p:spPr>
          <a:xfrm>
            <a:off x="9686633" y="4876079"/>
            <a:ext cx="1549894" cy="6990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Inflexible thinking about the possibilities</a:t>
            </a:r>
          </a:p>
        </p:txBody>
      </p:sp>
      <p:sp>
        <p:nvSpPr>
          <p:cNvPr id="12" name="Bulle narrative : ronde 11">
            <a:extLst>
              <a:ext uri="{FF2B5EF4-FFF2-40B4-BE49-F238E27FC236}">
                <a16:creationId xmlns:a16="http://schemas.microsoft.com/office/drawing/2014/main" id="{8F50C833-B062-3E0F-8852-2099E72C6256}"/>
              </a:ext>
            </a:extLst>
          </p:cNvPr>
          <p:cNvSpPr/>
          <p:nvPr/>
        </p:nvSpPr>
        <p:spPr>
          <a:xfrm>
            <a:off x="9064100" y="2354800"/>
            <a:ext cx="2636668" cy="1074199"/>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If we don’t get to the planned consequence, it will be a catastrophe</a:t>
            </a:r>
          </a:p>
        </p:txBody>
      </p:sp>
      <p:pic>
        <p:nvPicPr>
          <p:cNvPr id="13" name="Graphique 12" descr="Homme portant une veste">
            <a:extLst>
              <a:ext uri="{FF2B5EF4-FFF2-40B4-BE49-F238E27FC236}">
                <a16:creationId xmlns:a16="http://schemas.microsoft.com/office/drawing/2014/main" id="{EE07214B-9D74-5D44-E425-7BC83AFB7D8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510321" y="3564429"/>
            <a:ext cx="943374" cy="1356530"/>
          </a:xfrm>
          <a:prstGeom prst="rect">
            <a:avLst/>
          </a:prstGeom>
        </p:spPr>
      </p:pic>
      <p:pic>
        <p:nvPicPr>
          <p:cNvPr id="14" name="Graphique 13" descr="Homme barbu en peignoir">
            <a:extLst>
              <a:ext uri="{FF2B5EF4-FFF2-40B4-BE49-F238E27FC236}">
                <a16:creationId xmlns:a16="http://schemas.microsoft.com/office/drawing/2014/main" id="{C904C795-5F67-216B-FB6F-012ACE51D550}"/>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0012961" y="3671371"/>
            <a:ext cx="964032" cy="1211926"/>
          </a:xfrm>
          <a:prstGeom prst="rect">
            <a:avLst/>
          </a:prstGeom>
        </p:spPr>
      </p:pic>
      <p:pic>
        <p:nvPicPr>
          <p:cNvPr id="15" name="Graphique 14" descr="Femme avec queue de cheval">
            <a:extLst>
              <a:ext uri="{FF2B5EF4-FFF2-40B4-BE49-F238E27FC236}">
                <a16:creationId xmlns:a16="http://schemas.microsoft.com/office/drawing/2014/main" id="{70CFE508-E399-0A43-15EE-753DB1033EC1}"/>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295308" y="3574968"/>
            <a:ext cx="867629" cy="1308329"/>
          </a:xfrm>
          <a:prstGeom prst="rect">
            <a:avLst/>
          </a:prstGeom>
        </p:spPr>
      </p:pic>
    </p:spTree>
    <p:extLst>
      <p:ext uri="{BB962C8B-B14F-4D97-AF65-F5344CB8AC3E}">
        <p14:creationId xmlns:p14="http://schemas.microsoft.com/office/powerpoint/2010/main" val="24397157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Graphique 35" descr="Arbre avec racines avec un remplissage uni">
            <a:extLst>
              <a:ext uri="{FF2B5EF4-FFF2-40B4-BE49-F238E27FC236}">
                <a16:creationId xmlns:a16="http://schemas.microsoft.com/office/drawing/2014/main" id="{69E16617-9EFA-D7EC-B3CD-DB646B4529B7}"/>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b="4039"/>
          <a:stretch/>
        </p:blipFill>
        <p:spPr>
          <a:xfrm>
            <a:off x="7060892" y="2416731"/>
            <a:ext cx="4584208" cy="4399043"/>
          </a:xfrm>
          <a:prstGeom prst="rect">
            <a:avLst/>
          </a:prstGeom>
        </p:spPr>
      </p:pic>
      <p:sp>
        <p:nvSpPr>
          <p:cNvPr id="2" name="Titre 1">
            <a:extLst>
              <a:ext uri="{FF2B5EF4-FFF2-40B4-BE49-F238E27FC236}">
                <a16:creationId xmlns:a16="http://schemas.microsoft.com/office/drawing/2014/main" id="{E0A9F8A1-9178-4444-8BA7-D32DCBFAEF9E}"/>
              </a:ext>
            </a:extLst>
          </p:cNvPr>
          <p:cNvSpPr>
            <a:spLocks noGrp="1"/>
          </p:cNvSpPr>
          <p:nvPr>
            <p:ph type="title"/>
          </p:nvPr>
        </p:nvSpPr>
        <p:spPr/>
        <p:txBody>
          <a:bodyPr/>
          <a:lstStyle/>
          <a:p>
            <a:r>
              <a:rPr lang="en-US"/>
              <a:t>  </a:t>
            </a:r>
          </a:p>
        </p:txBody>
      </p:sp>
      <p:sp>
        <p:nvSpPr>
          <p:cNvPr id="3" name="Espace réservé du contenu 2">
            <a:extLst>
              <a:ext uri="{FF2B5EF4-FFF2-40B4-BE49-F238E27FC236}">
                <a16:creationId xmlns:a16="http://schemas.microsoft.com/office/drawing/2014/main" id="{175DA471-1BDF-493F-83FC-D98397D1EE4D}"/>
              </a:ext>
            </a:extLst>
          </p:cNvPr>
          <p:cNvSpPr>
            <a:spLocks noGrp="1"/>
          </p:cNvSpPr>
          <p:nvPr>
            <p:ph idx="1"/>
          </p:nvPr>
        </p:nvSpPr>
        <p:spPr>
          <a:xfrm>
            <a:off x="513795" y="1436594"/>
            <a:ext cx="5767895" cy="5412528"/>
          </a:xfrm>
        </p:spPr>
        <p:txBody>
          <a:bodyPr>
            <a:normAutofit fontScale="55000" lnSpcReduction="20000"/>
          </a:bodyPr>
          <a:lstStyle/>
          <a:p>
            <a:r>
              <a:rPr lang="en-US" dirty="0"/>
              <a:t>The outcomes and transformations of a Project / Product </a:t>
            </a:r>
            <a:r>
              <a:rPr lang="en-US" b="1" dirty="0">
                <a:solidFill>
                  <a:srgbClr val="0683AA"/>
                </a:solidFill>
              </a:rPr>
              <a:t>cannot always be planned beforehand </a:t>
            </a:r>
            <a:r>
              <a:rPr lang="en-US" dirty="0"/>
              <a:t>at its founding. projects / products can also have a </a:t>
            </a:r>
            <a:r>
              <a:rPr lang="en-US" b="1" dirty="0">
                <a:solidFill>
                  <a:srgbClr val="0683AA"/>
                </a:solidFill>
              </a:rPr>
              <a:t>heuristic approach </a:t>
            </a:r>
            <a:r>
              <a:rPr lang="en-US" dirty="0"/>
              <a:t>to value.</a:t>
            </a:r>
          </a:p>
          <a:p>
            <a:endParaRPr lang="en-US" dirty="0"/>
          </a:p>
          <a:p>
            <a:r>
              <a:rPr lang="en-US" dirty="0"/>
              <a:t>Sometimes, Project / Product with unclear outcomes but a very strong motivation can lead to </a:t>
            </a:r>
            <a:r>
              <a:rPr lang="en-US" b="1" dirty="0">
                <a:solidFill>
                  <a:srgbClr val="ED7D31"/>
                </a:solidFill>
              </a:rPr>
              <a:t>serendipity, innovation and discovery </a:t>
            </a:r>
            <a:r>
              <a:rPr lang="en-US" dirty="0"/>
              <a:t>along the way, bringing new type of business value. </a:t>
            </a:r>
          </a:p>
          <a:p>
            <a:endParaRPr lang="en-US" dirty="0"/>
          </a:p>
          <a:p>
            <a:r>
              <a:rPr lang="en-US" dirty="0"/>
              <a:t>Like other “WHYS” sub-workshops, this workshop is meant to imagine </a:t>
            </a:r>
            <a:r>
              <a:rPr lang="en-US" b="1" dirty="0">
                <a:solidFill>
                  <a:srgbClr val="0683AA"/>
                </a:solidFill>
              </a:rPr>
              <a:t>the potential of the Project / Product</a:t>
            </a:r>
            <a:r>
              <a:rPr lang="en-US" dirty="0"/>
              <a:t>. However, the information that is logged is not used afterwards, and is mostly motivational. It is especially used when starting business motivations are unclear, but members are really into the idea of launching.</a:t>
            </a:r>
          </a:p>
          <a:p>
            <a:endParaRPr lang="en-US" dirty="0"/>
          </a:p>
          <a:p>
            <a:r>
              <a:rPr lang="en-US" dirty="0"/>
              <a:t>This brainstorming helps build various narratives using </a:t>
            </a:r>
          </a:p>
          <a:p>
            <a:pPr lvl="1"/>
            <a:r>
              <a:rPr lang="en-US" b="1" dirty="0">
                <a:solidFill>
                  <a:srgbClr val="ED7D31"/>
                </a:solidFill>
              </a:rPr>
              <a:t>Motivations </a:t>
            </a:r>
            <a:r>
              <a:rPr lang="en-US" dirty="0">
                <a:solidFill>
                  <a:srgbClr val="ED7D31"/>
                </a:solidFill>
              </a:rPr>
              <a:t>: </a:t>
            </a:r>
            <a:r>
              <a:rPr lang="en-US" dirty="0"/>
              <a:t>Additional motivation of members from this point</a:t>
            </a:r>
          </a:p>
          <a:p>
            <a:pPr lvl="1"/>
            <a:r>
              <a:rPr lang="en-US" b="1" dirty="0"/>
              <a:t>Concretization</a:t>
            </a:r>
            <a:r>
              <a:rPr lang="en-US" dirty="0"/>
              <a:t> : An effective result of a motivation </a:t>
            </a:r>
          </a:p>
          <a:p>
            <a:pPr lvl="1"/>
            <a:r>
              <a:rPr lang="en-US" b="1" dirty="0">
                <a:solidFill>
                  <a:srgbClr val="0683AA"/>
                </a:solidFill>
              </a:rPr>
              <a:t>Positive consequence </a:t>
            </a:r>
            <a:r>
              <a:rPr lang="en-US" dirty="0"/>
              <a:t>: Impact on Business or on members from this point</a:t>
            </a:r>
          </a:p>
          <a:p>
            <a:pPr lvl="1"/>
            <a:endParaRPr lang="en-US" dirty="0"/>
          </a:p>
          <a:p>
            <a:r>
              <a:rPr lang="en-US" dirty="0"/>
              <a:t>Target narrative in the end of the </a:t>
            </a:r>
            <a:r>
              <a:rPr lang="en-US" dirty="0" err="1"/>
              <a:t>subworkshop</a:t>
            </a:r>
            <a:r>
              <a:rPr lang="en-US" dirty="0"/>
              <a:t> is for participants is for them to say : </a:t>
            </a:r>
            <a:r>
              <a:rPr lang="en-US" b="1" dirty="0">
                <a:solidFill>
                  <a:srgbClr val="ED7D31"/>
                </a:solidFill>
              </a:rPr>
              <a:t>“Why not ?”</a:t>
            </a:r>
            <a:r>
              <a:rPr lang="en-US" b="1" dirty="0"/>
              <a:t> </a:t>
            </a:r>
            <a:r>
              <a:rPr lang="en-US" dirty="0"/>
              <a:t>with a feeling of possibilities when asked if they should launch the Project / Product</a:t>
            </a:r>
          </a:p>
          <a:p>
            <a:r>
              <a:rPr lang="en-US" dirty="0"/>
              <a:t>This sub-workshop is the most fun of all sub-workshop of Project / Product WHYS.</a:t>
            </a:r>
          </a:p>
        </p:txBody>
      </p:sp>
      <p:sp>
        <p:nvSpPr>
          <p:cNvPr id="7" name="Rectangle 6">
            <a:extLst>
              <a:ext uri="{FF2B5EF4-FFF2-40B4-BE49-F238E27FC236}">
                <a16:creationId xmlns:a16="http://schemas.microsoft.com/office/drawing/2014/main" id="{8BBD3EE4-A57A-4AAE-954B-B34DFD9EA2E3}"/>
              </a:ext>
            </a:extLst>
          </p:cNvPr>
          <p:cNvSpPr/>
          <p:nvPr/>
        </p:nvSpPr>
        <p:spPr>
          <a:xfrm>
            <a:off x="8686430" y="6041131"/>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Root Motivation</a:t>
            </a:r>
          </a:p>
        </p:txBody>
      </p:sp>
      <p:sp>
        <p:nvSpPr>
          <p:cNvPr id="8" name="Rectangle 7">
            <a:extLst>
              <a:ext uri="{FF2B5EF4-FFF2-40B4-BE49-F238E27FC236}">
                <a16:creationId xmlns:a16="http://schemas.microsoft.com/office/drawing/2014/main" id="{C4AD232C-B7A0-4EE8-A68D-AE49854B1C5F}"/>
              </a:ext>
            </a:extLst>
          </p:cNvPr>
          <p:cNvSpPr/>
          <p:nvPr/>
        </p:nvSpPr>
        <p:spPr>
          <a:xfrm>
            <a:off x="7576723" y="532267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Concretization</a:t>
            </a:r>
          </a:p>
        </p:txBody>
      </p:sp>
      <p:sp>
        <p:nvSpPr>
          <p:cNvPr id="9" name="Rectangle 8">
            <a:extLst>
              <a:ext uri="{FF2B5EF4-FFF2-40B4-BE49-F238E27FC236}">
                <a16:creationId xmlns:a16="http://schemas.microsoft.com/office/drawing/2014/main" id="{78E9E3B0-B347-49E8-87F1-4CB5C2EFB561}"/>
              </a:ext>
            </a:extLst>
          </p:cNvPr>
          <p:cNvSpPr/>
          <p:nvPr/>
        </p:nvSpPr>
        <p:spPr>
          <a:xfrm>
            <a:off x="8840957" y="4255411"/>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Positive Consequence</a:t>
            </a:r>
          </a:p>
        </p:txBody>
      </p:sp>
      <p:sp>
        <p:nvSpPr>
          <p:cNvPr id="10" name="Rectangle 9">
            <a:extLst>
              <a:ext uri="{FF2B5EF4-FFF2-40B4-BE49-F238E27FC236}">
                <a16:creationId xmlns:a16="http://schemas.microsoft.com/office/drawing/2014/main" id="{78B8CD5E-B9CB-494F-B964-6B0FEE9E7AC6}"/>
              </a:ext>
            </a:extLst>
          </p:cNvPr>
          <p:cNvSpPr/>
          <p:nvPr/>
        </p:nvSpPr>
        <p:spPr>
          <a:xfrm>
            <a:off x="9103684" y="3585812"/>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Motivation</a:t>
            </a:r>
          </a:p>
        </p:txBody>
      </p:sp>
      <p:sp>
        <p:nvSpPr>
          <p:cNvPr id="12" name="Rectangle 11">
            <a:extLst>
              <a:ext uri="{FF2B5EF4-FFF2-40B4-BE49-F238E27FC236}">
                <a16:creationId xmlns:a16="http://schemas.microsoft.com/office/drawing/2014/main" id="{E2453913-7934-46BD-8B4B-808BE69D022B}"/>
              </a:ext>
            </a:extLst>
          </p:cNvPr>
          <p:cNvSpPr/>
          <p:nvPr/>
        </p:nvSpPr>
        <p:spPr>
          <a:xfrm>
            <a:off x="8995485" y="4898509"/>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Concretization</a:t>
            </a:r>
          </a:p>
        </p:txBody>
      </p:sp>
      <p:sp>
        <p:nvSpPr>
          <p:cNvPr id="13" name="Rectangle 12">
            <a:extLst>
              <a:ext uri="{FF2B5EF4-FFF2-40B4-BE49-F238E27FC236}">
                <a16:creationId xmlns:a16="http://schemas.microsoft.com/office/drawing/2014/main" id="{DF863E33-35DE-48A1-8061-866DF2A58EE4}"/>
              </a:ext>
            </a:extLst>
          </p:cNvPr>
          <p:cNvSpPr/>
          <p:nvPr/>
        </p:nvSpPr>
        <p:spPr>
          <a:xfrm>
            <a:off x="10354694" y="543415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Concretization</a:t>
            </a:r>
          </a:p>
        </p:txBody>
      </p:sp>
      <p:sp>
        <p:nvSpPr>
          <p:cNvPr id="14" name="Rectangle 13">
            <a:extLst>
              <a:ext uri="{FF2B5EF4-FFF2-40B4-BE49-F238E27FC236}">
                <a16:creationId xmlns:a16="http://schemas.microsoft.com/office/drawing/2014/main" id="{0DC7688F-4500-40DC-973F-FB8D489404DB}"/>
              </a:ext>
            </a:extLst>
          </p:cNvPr>
          <p:cNvSpPr/>
          <p:nvPr/>
        </p:nvSpPr>
        <p:spPr>
          <a:xfrm>
            <a:off x="10077075" y="288412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Concretization</a:t>
            </a:r>
          </a:p>
        </p:txBody>
      </p:sp>
      <p:sp>
        <p:nvSpPr>
          <p:cNvPr id="15" name="Rectangle 14">
            <a:extLst>
              <a:ext uri="{FF2B5EF4-FFF2-40B4-BE49-F238E27FC236}">
                <a16:creationId xmlns:a16="http://schemas.microsoft.com/office/drawing/2014/main" id="{C830FD39-8721-4708-A014-2FD97F26EDFD}"/>
              </a:ext>
            </a:extLst>
          </p:cNvPr>
          <p:cNvSpPr/>
          <p:nvPr/>
        </p:nvSpPr>
        <p:spPr>
          <a:xfrm>
            <a:off x="10186758" y="2235049"/>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Motivation</a:t>
            </a:r>
          </a:p>
        </p:txBody>
      </p:sp>
      <p:sp>
        <p:nvSpPr>
          <p:cNvPr id="20" name="Rectangle 19">
            <a:extLst>
              <a:ext uri="{FF2B5EF4-FFF2-40B4-BE49-F238E27FC236}">
                <a16:creationId xmlns:a16="http://schemas.microsoft.com/office/drawing/2014/main" id="{26408BAC-151A-4937-8139-07370AEB2B17}"/>
              </a:ext>
            </a:extLst>
          </p:cNvPr>
          <p:cNvSpPr/>
          <p:nvPr/>
        </p:nvSpPr>
        <p:spPr>
          <a:xfrm>
            <a:off x="8532365" y="291343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Concretization</a:t>
            </a:r>
          </a:p>
        </p:txBody>
      </p:sp>
      <p:sp>
        <p:nvSpPr>
          <p:cNvPr id="21" name="Rectangle 20">
            <a:extLst>
              <a:ext uri="{FF2B5EF4-FFF2-40B4-BE49-F238E27FC236}">
                <a16:creationId xmlns:a16="http://schemas.microsoft.com/office/drawing/2014/main" id="{7E9AE98B-7633-42CE-A257-E818C048CA39}"/>
              </a:ext>
            </a:extLst>
          </p:cNvPr>
          <p:cNvSpPr/>
          <p:nvPr/>
        </p:nvSpPr>
        <p:spPr>
          <a:xfrm>
            <a:off x="7549346" y="2349685"/>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Positive Consequence</a:t>
            </a:r>
          </a:p>
        </p:txBody>
      </p:sp>
      <p:sp>
        <p:nvSpPr>
          <p:cNvPr id="22" name="Rectangle 21">
            <a:extLst>
              <a:ext uri="{FF2B5EF4-FFF2-40B4-BE49-F238E27FC236}">
                <a16:creationId xmlns:a16="http://schemas.microsoft.com/office/drawing/2014/main" id="{36A1ECE8-8195-4A03-AD66-226F04A71916}"/>
              </a:ext>
            </a:extLst>
          </p:cNvPr>
          <p:cNvSpPr/>
          <p:nvPr/>
        </p:nvSpPr>
        <p:spPr>
          <a:xfrm>
            <a:off x="6993202" y="1730083"/>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Positive Consequence</a:t>
            </a:r>
          </a:p>
        </p:txBody>
      </p:sp>
      <p:sp>
        <p:nvSpPr>
          <p:cNvPr id="23" name="Rectangle 22">
            <a:extLst>
              <a:ext uri="{FF2B5EF4-FFF2-40B4-BE49-F238E27FC236}">
                <a16:creationId xmlns:a16="http://schemas.microsoft.com/office/drawing/2014/main" id="{FF7A1404-6DD8-43DE-B941-FEE5C6190112}"/>
              </a:ext>
            </a:extLst>
          </p:cNvPr>
          <p:cNvSpPr/>
          <p:nvPr/>
        </p:nvSpPr>
        <p:spPr>
          <a:xfrm>
            <a:off x="6900539" y="986484"/>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Motivation</a:t>
            </a:r>
          </a:p>
        </p:txBody>
      </p:sp>
      <p:sp>
        <p:nvSpPr>
          <p:cNvPr id="25" name="Rectangle 24">
            <a:extLst>
              <a:ext uri="{FF2B5EF4-FFF2-40B4-BE49-F238E27FC236}">
                <a16:creationId xmlns:a16="http://schemas.microsoft.com/office/drawing/2014/main" id="{7B686E76-2AF2-4BD3-A649-D17B01A6FA4A}"/>
              </a:ext>
            </a:extLst>
          </p:cNvPr>
          <p:cNvSpPr/>
          <p:nvPr/>
        </p:nvSpPr>
        <p:spPr>
          <a:xfrm>
            <a:off x="10938215" y="4665724"/>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Positive Consequence</a:t>
            </a:r>
          </a:p>
        </p:txBody>
      </p:sp>
      <p:cxnSp>
        <p:nvCxnSpPr>
          <p:cNvPr id="27" name="Connecteur droit avec flèche 26">
            <a:extLst>
              <a:ext uri="{FF2B5EF4-FFF2-40B4-BE49-F238E27FC236}">
                <a16:creationId xmlns:a16="http://schemas.microsoft.com/office/drawing/2014/main" id="{33D85ABA-102A-450E-8B61-BCB4F34CB347}"/>
              </a:ext>
            </a:extLst>
          </p:cNvPr>
          <p:cNvCxnSpPr>
            <a:cxnSpLocks/>
            <a:endCxn id="9" idx="2"/>
          </p:cNvCxnSpPr>
          <p:nvPr/>
        </p:nvCxnSpPr>
        <p:spPr>
          <a:xfrm flipH="1" flipV="1">
            <a:off x="9424478" y="4720981"/>
            <a:ext cx="85452" cy="20054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A7E3A03A-A26D-4BD8-9E96-37A495EB6B7F}"/>
              </a:ext>
            </a:extLst>
          </p:cNvPr>
          <p:cNvCxnSpPr>
            <a:cxnSpLocks/>
            <a:stCxn id="7" idx="0"/>
          </p:cNvCxnSpPr>
          <p:nvPr/>
        </p:nvCxnSpPr>
        <p:spPr>
          <a:xfrm flipH="1" flipV="1">
            <a:off x="8224420" y="5814414"/>
            <a:ext cx="1045531" cy="2267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C8F6108F-CEC8-4441-8475-51EC07DD415D}"/>
              </a:ext>
            </a:extLst>
          </p:cNvPr>
          <p:cNvCxnSpPr>
            <a:cxnSpLocks/>
            <a:stCxn id="7" idx="0"/>
            <a:endCxn id="12" idx="2"/>
          </p:cNvCxnSpPr>
          <p:nvPr/>
        </p:nvCxnSpPr>
        <p:spPr>
          <a:xfrm flipV="1">
            <a:off x="9269951" y="5364079"/>
            <a:ext cx="309055" cy="67705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E1C177F0-B382-49B0-8C49-EF1D99BD7F41}"/>
              </a:ext>
            </a:extLst>
          </p:cNvPr>
          <p:cNvCxnSpPr>
            <a:cxnSpLocks/>
            <a:stCxn id="7" idx="0"/>
            <a:endCxn id="13" idx="1"/>
          </p:cNvCxnSpPr>
          <p:nvPr/>
        </p:nvCxnSpPr>
        <p:spPr>
          <a:xfrm flipV="1">
            <a:off x="9269951" y="5666937"/>
            <a:ext cx="1084743" cy="37419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37">
            <a:extLst>
              <a:ext uri="{FF2B5EF4-FFF2-40B4-BE49-F238E27FC236}">
                <a16:creationId xmlns:a16="http://schemas.microsoft.com/office/drawing/2014/main" id="{C71743C9-1C13-4545-B64B-E2B7FFB1DBC8}"/>
              </a:ext>
            </a:extLst>
          </p:cNvPr>
          <p:cNvCxnSpPr>
            <a:cxnSpLocks/>
            <a:stCxn id="13" idx="0"/>
            <a:endCxn id="25" idx="2"/>
          </p:cNvCxnSpPr>
          <p:nvPr/>
        </p:nvCxnSpPr>
        <p:spPr>
          <a:xfrm flipV="1">
            <a:off x="10938215" y="5131294"/>
            <a:ext cx="583521" cy="30285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0642B801-FA5B-41CA-8028-CCD50B5FCF61}"/>
              </a:ext>
            </a:extLst>
          </p:cNvPr>
          <p:cNvCxnSpPr>
            <a:cxnSpLocks/>
            <a:stCxn id="9" idx="0"/>
            <a:endCxn id="10" idx="2"/>
          </p:cNvCxnSpPr>
          <p:nvPr/>
        </p:nvCxnSpPr>
        <p:spPr>
          <a:xfrm flipV="1">
            <a:off x="9424478" y="4051382"/>
            <a:ext cx="262727" cy="2040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43">
            <a:extLst>
              <a:ext uri="{FF2B5EF4-FFF2-40B4-BE49-F238E27FC236}">
                <a16:creationId xmlns:a16="http://schemas.microsoft.com/office/drawing/2014/main" id="{BA50A2F4-EAF1-47CD-88EB-4B215BD488F5}"/>
              </a:ext>
            </a:extLst>
          </p:cNvPr>
          <p:cNvCxnSpPr>
            <a:cxnSpLocks/>
            <a:stCxn id="10" idx="0"/>
            <a:endCxn id="14" idx="2"/>
          </p:cNvCxnSpPr>
          <p:nvPr/>
        </p:nvCxnSpPr>
        <p:spPr>
          <a:xfrm flipV="1">
            <a:off x="9687205" y="3349692"/>
            <a:ext cx="973391" cy="2361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47">
            <a:extLst>
              <a:ext uri="{FF2B5EF4-FFF2-40B4-BE49-F238E27FC236}">
                <a16:creationId xmlns:a16="http://schemas.microsoft.com/office/drawing/2014/main" id="{038C3B39-285C-4E36-8BBD-2A2E60F7C292}"/>
              </a:ext>
            </a:extLst>
          </p:cNvPr>
          <p:cNvCxnSpPr>
            <a:cxnSpLocks/>
            <a:stCxn id="14" idx="0"/>
            <a:endCxn id="15" idx="2"/>
          </p:cNvCxnSpPr>
          <p:nvPr/>
        </p:nvCxnSpPr>
        <p:spPr>
          <a:xfrm flipV="1">
            <a:off x="10660596" y="2700619"/>
            <a:ext cx="109683" cy="18350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6F65F524-39BF-4DFC-8D78-CDE06B322583}"/>
              </a:ext>
            </a:extLst>
          </p:cNvPr>
          <p:cNvCxnSpPr>
            <a:cxnSpLocks/>
            <a:stCxn id="15" idx="0"/>
            <a:endCxn id="82" idx="2"/>
          </p:cNvCxnSpPr>
          <p:nvPr/>
        </p:nvCxnSpPr>
        <p:spPr>
          <a:xfrm flipV="1">
            <a:off x="10770279" y="2020186"/>
            <a:ext cx="215422" cy="21486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4" name="Titre 1">
            <a:extLst>
              <a:ext uri="{FF2B5EF4-FFF2-40B4-BE49-F238E27FC236}">
                <a16:creationId xmlns:a16="http://schemas.microsoft.com/office/drawing/2014/main" id="{3A5C2EB8-77CE-47CC-A392-E0B0C6D07634}"/>
              </a:ext>
            </a:extLst>
          </p:cNvPr>
          <p:cNvSpPr txBox="1">
            <a:spLocks/>
          </p:cNvSpPr>
          <p:nvPr/>
        </p:nvSpPr>
        <p:spPr>
          <a:xfrm>
            <a:off x="838200" y="365125"/>
            <a:ext cx="10515600" cy="5835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a:t>Why NOT trying ?</a:t>
            </a:r>
            <a:br>
              <a:rPr lang="en-US" sz="3200"/>
            </a:br>
            <a:r>
              <a:rPr lang="en-US" sz="3200"/>
              <a:t>Tree of Serendipity</a:t>
            </a:r>
          </a:p>
        </p:txBody>
      </p:sp>
      <p:cxnSp>
        <p:nvCxnSpPr>
          <p:cNvPr id="55" name="Connecteur droit avec flèche 54">
            <a:extLst>
              <a:ext uri="{FF2B5EF4-FFF2-40B4-BE49-F238E27FC236}">
                <a16:creationId xmlns:a16="http://schemas.microsoft.com/office/drawing/2014/main" id="{18DCCA77-3293-46CF-AB97-A0D2EF2AA15A}"/>
              </a:ext>
            </a:extLst>
          </p:cNvPr>
          <p:cNvCxnSpPr>
            <a:cxnSpLocks/>
            <a:stCxn id="10" idx="0"/>
            <a:endCxn id="20" idx="2"/>
          </p:cNvCxnSpPr>
          <p:nvPr/>
        </p:nvCxnSpPr>
        <p:spPr>
          <a:xfrm flipH="1" flipV="1">
            <a:off x="9115886" y="3379002"/>
            <a:ext cx="571319" cy="20681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E145D4DD-F79E-41A1-BE66-EA7886340BD6}"/>
              </a:ext>
            </a:extLst>
          </p:cNvPr>
          <p:cNvCxnSpPr>
            <a:cxnSpLocks/>
            <a:stCxn id="20" idx="0"/>
            <a:endCxn id="21" idx="2"/>
          </p:cNvCxnSpPr>
          <p:nvPr/>
        </p:nvCxnSpPr>
        <p:spPr>
          <a:xfrm flipH="1" flipV="1">
            <a:off x="8132867" y="2815255"/>
            <a:ext cx="983019" cy="9817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1" name="Connecteur droit avec flèche 60">
            <a:extLst>
              <a:ext uri="{FF2B5EF4-FFF2-40B4-BE49-F238E27FC236}">
                <a16:creationId xmlns:a16="http://schemas.microsoft.com/office/drawing/2014/main" id="{7B99EFB2-9C75-45E4-8F38-6320C6BD11F4}"/>
              </a:ext>
            </a:extLst>
          </p:cNvPr>
          <p:cNvCxnSpPr>
            <a:cxnSpLocks/>
            <a:stCxn id="21" idx="0"/>
            <a:endCxn id="22" idx="2"/>
          </p:cNvCxnSpPr>
          <p:nvPr/>
        </p:nvCxnSpPr>
        <p:spPr>
          <a:xfrm flipH="1" flipV="1">
            <a:off x="7576723" y="2195653"/>
            <a:ext cx="556144" cy="15403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4" name="Connecteur droit avec flèche 63">
            <a:extLst>
              <a:ext uri="{FF2B5EF4-FFF2-40B4-BE49-F238E27FC236}">
                <a16:creationId xmlns:a16="http://schemas.microsoft.com/office/drawing/2014/main" id="{2A590FD0-0FF6-4CC3-933A-6E95783E2224}"/>
              </a:ext>
            </a:extLst>
          </p:cNvPr>
          <p:cNvCxnSpPr>
            <a:cxnSpLocks/>
            <a:stCxn id="22" idx="0"/>
            <a:endCxn id="23" idx="2"/>
          </p:cNvCxnSpPr>
          <p:nvPr/>
        </p:nvCxnSpPr>
        <p:spPr>
          <a:xfrm flipH="1" flipV="1">
            <a:off x="7484060" y="1452054"/>
            <a:ext cx="92663" cy="2780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9D43EC3D-3287-4D7D-8D69-BDA79A92F59A}"/>
              </a:ext>
            </a:extLst>
          </p:cNvPr>
          <p:cNvSpPr/>
          <p:nvPr/>
        </p:nvSpPr>
        <p:spPr>
          <a:xfrm>
            <a:off x="8840957" y="2076345"/>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Positive Consequence</a:t>
            </a:r>
          </a:p>
        </p:txBody>
      </p:sp>
      <p:cxnSp>
        <p:nvCxnSpPr>
          <p:cNvPr id="69" name="Connecteur droit avec flèche 68">
            <a:extLst>
              <a:ext uri="{FF2B5EF4-FFF2-40B4-BE49-F238E27FC236}">
                <a16:creationId xmlns:a16="http://schemas.microsoft.com/office/drawing/2014/main" id="{424AA819-A39B-4455-8714-B1E0BD96D471}"/>
              </a:ext>
            </a:extLst>
          </p:cNvPr>
          <p:cNvCxnSpPr>
            <a:cxnSpLocks/>
            <a:stCxn id="20" idx="0"/>
            <a:endCxn id="68" idx="2"/>
          </p:cNvCxnSpPr>
          <p:nvPr/>
        </p:nvCxnSpPr>
        <p:spPr>
          <a:xfrm flipV="1">
            <a:off x="9115886" y="2541915"/>
            <a:ext cx="308592" cy="3715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0FDD4B90-B669-42E2-90CF-2EEBF116A170}"/>
              </a:ext>
            </a:extLst>
          </p:cNvPr>
          <p:cNvSpPr/>
          <p:nvPr/>
        </p:nvSpPr>
        <p:spPr>
          <a:xfrm>
            <a:off x="7517445" y="3584421"/>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Motivation</a:t>
            </a:r>
          </a:p>
        </p:txBody>
      </p:sp>
      <p:cxnSp>
        <p:nvCxnSpPr>
          <p:cNvPr id="76" name="Connecteur droit avec flèche 75">
            <a:extLst>
              <a:ext uri="{FF2B5EF4-FFF2-40B4-BE49-F238E27FC236}">
                <a16:creationId xmlns:a16="http://schemas.microsoft.com/office/drawing/2014/main" id="{24338649-8076-4BFC-AA63-FA414A60B5DA}"/>
              </a:ext>
            </a:extLst>
          </p:cNvPr>
          <p:cNvCxnSpPr>
            <a:cxnSpLocks/>
            <a:stCxn id="9" idx="0"/>
            <a:endCxn id="74" idx="2"/>
          </p:cNvCxnSpPr>
          <p:nvPr/>
        </p:nvCxnSpPr>
        <p:spPr>
          <a:xfrm flipH="1" flipV="1">
            <a:off x="8100966" y="4049991"/>
            <a:ext cx="1323512" cy="2054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8D3286E4-41F7-460E-97AA-0FCE0C32F972}"/>
              </a:ext>
            </a:extLst>
          </p:cNvPr>
          <p:cNvSpPr/>
          <p:nvPr/>
        </p:nvSpPr>
        <p:spPr>
          <a:xfrm>
            <a:off x="10402180" y="1554616"/>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Concretization</a:t>
            </a:r>
          </a:p>
        </p:txBody>
      </p:sp>
    </p:spTree>
    <p:extLst>
      <p:ext uri="{BB962C8B-B14F-4D97-AF65-F5344CB8AC3E}">
        <p14:creationId xmlns:p14="http://schemas.microsoft.com/office/powerpoint/2010/main" val="28927394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Graphique 41" descr="Arbre avec racines avec un remplissage uni">
            <a:extLst>
              <a:ext uri="{FF2B5EF4-FFF2-40B4-BE49-F238E27FC236}">
                <a16:creationId xmlns:a16="http://schemas.microsoft.com/office/drawing/2014/main" id="{9162E4C3-BA34-EAFF-8FB3-C105D89192CE}"/>
              </a:ext>
            </a:extLst>
          </p:cNvPr>
          <p:cNvPicPr>
            <a:picLocks noChangeAspect="1"/>
          </p:cNvPicPr>
          <p:nvPr/>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b="4039"/>
          <a:stretch/>
        </p:blipFill>
        <p:spPr>
          <a:xfrm>
            <a:off x="7060892" y="2416731"/>
            <a:ext cx="4584208" cy="4399043"/>
          </a:xfrm>
          <a:prstGeom prst="rect">
            <a:avLst/>
          </a:prstGeom>
        </p:spPr>
      </p:pic>
      <p:sp>
        <p:nvSpPr>
          <p:cNvPr id="2" name="Titre 1">
            <a:extLst>
              <a:ext uri="{FF2B5EF4-FFF2-40B4-BE49-F238E27FC236}">
                <a16:creationId xmlns:a16="http://schemas.microsoft.com/office/drawing/2014/main" id="{E0A9F8A1-9178-4444-8BA7-D32DCBFAEF9E}"/>
              </a:ext>
            </a:extLst>
          </p:cNvPr>
          <p:cNvSpPr>
            <a:spLocks noGrp="1"/>
          </p:cNvSpPr>
          <p:nvPr>
            <p:ph type="title"/>
          </p:nvPr>
        </p:nvSpPr>
        <p:spPr/>
        <p:txBody>
          <a:bodyPr/>
          <a:lstStyle/>
          <a:p>
            <a:r>
              <a:rPr lang="en-US"/>
              <a:t>  </a:t>
            </a:r>
          </a:p>
        </p:txBody>
      </p:sp>
      <p:sp>
        <p:nvSpPr>
          <p:cNvPr id="7" name="Rectangle 6">
            <a:extLst>
              <a:ext uri="{FF2B5EF4-FFF2-40B4-BE49-F238E27FC236}">
                <a16:creationId xmlns:a16="http://schemas.microsoft.com/office/drawing/2014/main" id="{8BBD3EE4-A57A-4AAE-954B-B34DFD9EA2E3}"/>
              </a:ext>
            </a:extLst>
          </p:cNvPr>
          <p:cNvSpPr/>
          <p:nvPr/>
        </p:nvSpPr>
        <p:spPr>
          <a:xfrm>
            <a:off x="8686430" y="6041131"/>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Root Motivation</a:t>
            </a:r>
          </a:p>
        </p:txBody>
      </p:sp>
      <p:sp>
        <p:nvSpPr>
          <p:cNvPr id="8" name="Rectangle 7">
            <a:extLst>
              <a:ext uri="{FF2B5EF4-FFF2-40B4-BE49-F238E27FC236}">
                <a16:creationId xmlns:a16="http://schemas.microsoft.com/office/drawing/2014/main" id="{C4AD232C-B7A0-4EE8-A68D-AE49854B1C5F}"/>
              </a:ext>
            </a:extLst>
          </p:cNvPr>
          <p:cNvSpPr/>
          <p:nvPr/>
        </p:nvSpPr>
        <p:spPr>
          <a:xfrm>
            <a:off x="7576723" y="532267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Concretization</a:t>
            </a:r>
          </a:p>
        </p:txBody>
      </p:sp>
      <p:sp>
        <p:nvSpPr>
          <p:cNvPr id="9" name="Rectangle 8">
            <a:extLst>
              <a:ext uri="{FF2B5EF4-FFF2-40B4-BE49-F238E27FC236}">
                <a16:creationId xmlns:a16="http://schemas.microsoft.com/office/drawing/2014/main" id="{78E9E3B0-B347-49E8-87F1-4CB5C2EFB561}"/>
              </a:ext>
            </a:extLst>
          </p:cNvPr>
          <p:cNvSpPr/>
          <p:nvPr/>
        </p:nvSpPr>
        <p:spPr>
          <a:xfrm>
            <a:off x="8840957" y="4255411"/>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Positive Consequence</a:t>
            </a:r>
          </a:p>
        </p:txBody>
      </p:sp>
      <p:sp>
        <p:nvSpPr>
          <p:cNvPr id="10" name="Rectangle 9">
            <a:extLst>
              <a:ext uri="{FF2B5EF4-FFF2-40B4-BE49-F238E27FC236}">
                <a16:creationId xmlns:a16="http://schemas.microsoft.com/office/drawing/2014/main" id="{78B8CD5E-B9CB-494F-B964-6B0FEE9E7AC6}"/>
              </a:ext>
            </a:extLst>
          </p:cNvPr>
          <p:cNvSpPr/>
          <p:nvPr/>
        </p:nvSpPr>
        <p:spPr>
          <a:xfrm>
            <a:off x="9103684" y="3585812"/>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Motivation</a:t>
            </a:r>
          </a:p>
        </p:txBody>
      </p:sp>
      <p:sp>
        <p:nvSpPr>
          <p:cNvPr id="12" name="Rectangle 11">
            <a:extLst>
              <a:ext uri="{FF2B5EF4-FFF2-40B4-BE49-F238E27FC236}">
                <a16:creationId xmlns:a16="http://schemas.microsoft.com/office/drawing/2014/main" id="{E2453913-7934-46BD-8B4B-808BE69D022B}"/>
              </a:ext>
            </a:extLst>
          </p:cNvPr>
          <p:cNvSpPr/>
          <p:nvPr/>
        </p:nvSpPr>
        <p:spPr>
          <a:xfrm>
            <a:off x="8995485" y="4898509"/>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Concretization</a:t>
            </a:r>
          </a:p>
        </p:txBody>
      </p:sp>
      <p:sp>
        <p:nvSpPr>
          <p:cNvPr id="13" name="Rectangle 12">
            <a:extLst>
              <a:ext uri="{FF2B5EF4-FFF2-40B4-BE49-F238E27FC236}">
                <a16:creationId xmlns:a16="http://schemas.microsoft.com/office/drawing/2014/main" id="{DF863E33-35DE-48A1-8061-866DF2A58EE4}"/>
              </a:ext>
            </a:extLst>
          </p:cNvPr>
          <p:cNvSpPr/>
          <p:nvPr/>
        </p:nvSpPr>
        <p:spPr>
          <a:xfrm>
            <a:off x="10354694" y="543415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Concretization</a:t>
            </a:r>
          </a:p>
        </p:txBody>
      </p:sp>
      <p:sp>
        <p:nvSpPr>
          <p:cNvPr id="14" name="Rectangle 13">
            <a:extLst>
              <a:ext uri="{FF2B5EF4-FFF2-40B4-BE49-F238E27FC236}">
                <a16:creationId xmlns:a16="http://schemas.microsoft.com/office/drawing/2014/main" id="{0DC7688F-4500-40DC-973F-FB8D489404DB}"/>
              </a:ext>
            </a:extLst>
          </p:cNvPr>
          <p:cNvSpPr/>
          <p:nvPr/>
        </p:nvSpPr>
        <p:spPr>
          <a:xfrm>
            <a:off x="10077075" y="288412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Concretization</a:t>
            </a:r>
          </a:p>
        </p:txBody>
      </p:sp>
      <p:sp>
        <p:nvSpPr>
          <p:cNvPr id="15" name="Rectangle 14">
            <a:extLst>
              <a:ext uri="{FF2B5EF4-FFF2-40B4-BE49-F238E27FC236}">
                <a16:creationId xmlns:a16="http://schemas.microsoft.com/office/drawing/2014/main" id="{C830FD39-8721-4708-A014-2FD97F26EDFD}"/>
              </a:ext>
            </a:extLst>
          </p:cNvPr>
          <p:cNvSpPr/>
          <p:nvPr/>
        </p:nvSpPr>
        <p:spPr>
          <a:xfrm>
            <a:off x="10186758" y="2235049"/>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Motivation</a:t>
            </a:r>
          </a:p>
        </p:txBody>
      </p:sp>
      <p:sp>
        <p:nvSpPr>
          <p:cNvPr id="20" name="Rectangle 19">
            <a:extLst>
              <a:ext uri="{FF2B5EF4-FFF2-40B4-BE49-F238E27FC236}">
                <a16:creationId xmlns:a16="http://schemas.microsoft.com/office/drawing/2014/main" id="{26408BAC-151A-4937-8139-07370AEB2B17}"/>
              </a:ext>
            </a:extLst>
          </p:cNvPr>
          <p:cNvSpPr/>
          <p:nvPr/>
        </p:nvSpPr>
        <p:spPr>
          <a:xfrm>
            <a:off x="8532365" y="291343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Concretization</a:t>
            </a:r>
          </a:p>
        </p:txBody>
      </p:sp>
      <p:sp>
        <p:nvSpPr>
          <p:cNvPr id="21" name="Rectangle 20">
            <a:extLst>
              <a:ext uri="{FF2B5EF4-FFF2-40B4-BE49-F238E27FC236}">
                <a16:creationId xmlns:a16="http://schemas.microsoft.com/office/drawing/2014/main" id="{7E9AE98B-7633-42CE-A257-E818C048CA39}"/>
              </a:ext>
            </a:extLst>
          </p:cNvPr>
          <p:cNvSpPr/>
          <p:nvPr/>
        </p:nvSpPr>
        <p:spPr>
          <a:xfrm>
            <a:off x="7549346" y="2349685"/>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Positive Consequence</a:t>
            </a:r>
          </a:p>
        </p:txBody>
      </p:sp>
      <p:sp>
        <p:nvSpPr>
          <p:cNvPr id="22" name="Rectangle 21">
            <a:extLst>
              <a:ext uri="{FF2B5EF4-FFF2-40B4-BE49-F238E27FC236}">
                <a16:creationId xmlns:a16="http://schemas.microsoft.com/office/drawing/2014/main" id="{36A1ECE8-8195-4A03-AD66-226F04A71916}"/>
              </a:ext>
            </a:extLst>
          </p:cNvPr>
          <p:cNvSpPr/>
          <p:nvPr/>
        </p:nvSpPr>
        <p:spPr>
          <a:xfrm>
            <a:off x="6993202" y="1730083"/>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Positive Consequence</a:t>
            </a:r>
          </a:p>
        </p:txBody>
      </p:sp>
      <p:sp>
        <p:nvSpPr>
          <p:cNvPr id="23" name="Rectangle 22">
            <a:extLst>
              <a:ext uri="{FF2B5EF4-FFF2-40B4-BE49-F238E27FC236}">
                <a16:creationId xmlns:a16="http://schemas.microsoft.com/office/drawing/2014/main" id="{FF7A1404-6DD8-43DE-B941-FEE5C6190112}"/>
              </a:ext>
            </a:extLst>
          </p:cNvPr>
          <p:cNvSpPr/>
          <p:nvPr/>
        </p:nvSpPr>
        <p:spPr>
          <a:xfrm>
            <a:off x="6933924" y="1069349"/>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Motivation</a:t>
            </a:r>
          </a:p>
        </p:txBody>
      </p:sp>
      <p:sp>
        <p:nvSpPr>
          <p:cNvPr id="25" name="Rectangle 24">
            <a:extLst>
              <a:ext uri="{FF2B5EF4-FFF2-40B4-BE49-F238E27FC236}">
                <a16:creationId xmlns:a16="http://schemas.microsoft.com/office/drawing/2014/main" id="{7B686E76-2AF2-4BD3-A649-D17B01A6FA4A}"/>
              </a:ext>
            </a:extLst>
          </p:cNvPr>
          <p:cNvSpPr/>
          <p:nvPr/>
        </p:nvSpPr>
        <p:spPr>
          <a:xfrm>
            <a:off x="10938215" y="4665724"/>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Positive Consequence</a:t>
            </a:r>
          </a:p>
        </p:txBody>
      </p:sp>
      <p:cxnSp>
        <p:nvCxnSpPr>
          <p:cNvPr id="27" name="Connecteur droit avec flèche 26">
            <a:extLst>
              <a:ext uri="{FF2B5EF4-FFF2-40B4-BE49-F238E27FC236}">
                <a16:creationId xmlns:a16="http://schemas.microsoft.com/office/drawing/2014/main" id="{33D85ABA-102A-450E-8B61-BCB4F34CB347}"/>
              </a:ext>
            </a:extLst>
          </p:cNvPr>
          <p:cNvCxnSpPr>
            <a:cxnSpLocks/>
            <a:endCxn id="9" idx="2"/>
          </p:cNvCxnSpPr>
          <p:nvPr/>
        </p:nvCxnSpPr>
        <p:spPr>
          <a:xfrm flipH="1" flipV="1">
            <a:off x="9424478" y="4720981"/>
            <a:ext cx="85452" cy="20054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A7E3A03A-A26D-4BD8-9E96-37A495EB6B7F}"/>
              </a:ext>
            </a:extLst>
          </p:cNvPr>
          <p:cNvCxnSpPr>
            <a:cxnSpLocks/>
            <a:stCxn id="7" idx="0"/>
          </p:cNvCxnSpPr>
          <p:nvPr/>
        </p:nvCxnSpPr>
        <p:spPr>
          <a:xfrm flipH="1" flipV="1">
            <a:off x="8224420" y="5814414"/>
            <a:ext cx="1045531" cy="2267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C8F6108F-CEC8-4441-8475-51EC07DD415D}"/>
              </a:ext>
            </a:extLst>
          </p:cNvPr>
          <p:cNvCxnSpPr>
            <a:cxnSpLocks/>
            <a:stCxn id="7" idx="0"/>
            <a:endCxn id="12" idx="2"/>
          </p:cNvCxnSpPr>
          <p:nvPr/>
        </p:nvCxnSpPr>
        <p:spPr>
          <a:xfrm flipV="1">
            <a:off x="9269951" y="5364079"/>
            <a:ext cx="309055" cy="67705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E1C177F0-B382-49B0-8C49-EF1D99BD7F41}"/>
              </a:ext>
            </a:extLst>
          </p:cNvPr>
          <p:cNvCxnSpPr>
            <a:cxnSpLocks/>
            <a:stCxn id="7" idx="0"/>
            <a:endCxn id="13" idx="1"/>
          </p:cNvCxnSpPr>
          <p:nvPr/>
        </p:nvCxnSpPr>
        <p:spPr>
          <a:xfrm flipV="1">
            <a:off x="9269951" y="5666937"/>
            <a:ext cx="1084743" cy="37419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37">
            <a:extLst>
              <a:ext uri="{FF2B5EF4-FFF2-40B4-BE49-F238E27FC236}">
                <a16:creationId xmlns:a16="http://schemas.microsoft.com/office/drawing/2014/main" id="{C71743C9-1C13-4545-B64B-E2B7FFB1DBC8}"/>
              </a:ext>
            </a:extLst>
          </p:cNvPr>
          <p:cNvCxnSpPr>
            <a:cxnSpLocks/>
            <a:stCxn id="13" idx="0"/>
            <a:endCxn id="25" idx="2"/>
          </p:cNvCxnSpPr>
          <p:nvPr/>
        </p:nvCxnSpPr>
        <p:spPr>
          <a:xfrm flipV="1">
            <a:off x="10938215" y="5131294"/>
            <a:ext cx="583521" cy="30285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0642B801-FA5B-41CA-8028-CCD50B5FCF61}"/>
              </a:ext>
            </a:extLst>
          </p:cNvPr>
          <p:cNvCxnSpPr>
            <a:cxnSpLocks/>
            <a:stCxn id="9" idx="0"/>
            <a:endCxn id="10" idx="2"/>
          </p:cNvCxnSpPr>
          <p:nvPr/>
        </p:nvCxnSpPr>
        <p:spPr>
          <a:xfrm flipV="1">
            <a:off x="9424478" y="4051382"/>
            <a:ext cx="262727" cy="2040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43">
            <a:extLst>
              <a:ext uri="{FF2B5EF4-FFF2-40B4-BE49-F238E27FC236}">
                <a16:creationId xmlns:a16="http://schemas.microsoft.com/office/drawing/2014/main" id="{BA50A2F4-EAF1-47CD-88EB-4B215BD488F5}"/>
              </a:ext>
            </a:extLst>
          </p:cNvPr>
          <p:cNvCxnSpPr>
            <a:cxnSpLocks/>
            <a:stCxn id="10" idx="0"/>
            <a:endCxn id="14" idx="2"/>
          </p:cNvCxnSpPr>
          <p:nvPr/>
        </p:nvCxnSpPr>
        <p:spPr>
          <a:xfrm flipV="1">
            <a:off x="9687205" y="3349692"/>
            <a:ext cx="973391" cy="2361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47">
            <a:extLst>
              <a:ext uri="{FF2B5EF4-FFF2-40B4-BE49-F238E27FC236}">
                <a16:creationId xmlns:a16="http://schemas.microsoft.com/office/drawing/2014/main" id="{038C3B39-285C-4E36-8BBD-2A2E60F7C292}"/>
              </a:ext>
            </a:extLst>
          </p:cNvPr>
          <p:cNvCxnSpPr>
            <a:cxnSpLocks/>
            <a:stCxn id="14" idx="0"/>
            <a:endCxn id="15" idx="2"/>
          </p:cNvCxnSpPr>
          <p:nvPr/>
        </p:nvCxnSpPr>
        <p:spPr>
          <a:xfrm flipV="1">
            <a:off x="10660596" y="2700619"/>
            <a:ext cx="109683" cy="18350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6F65F524-39BF-4DFC-8D78-CDE06B322583}"/>
              </a:ext>
            </a:extLst>
          </p:cNvPr>
          <p:cNvCxnSpPr>
            <a:cxnSpLocks/>
            <a:stCxn id="15" idx="0"/>
            <a:endCxn id="82" idx="2"/>
          </p:cNvCxnSpPr>
          <p:nvPr/>
        </p:nvCxnSpPr>
        <p:spPr>
          <a:xfrm flipV="1">
            <a:off x="10770279" y="2020186"/>
            <a:ext cx="215422" cy="21486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4" name="Titre 1">
            <a:extLst>
              <a:ext uri="{FF2B5EF4-FFF2-40B4-BE49-F238E27FC236}">
                <a16:creationId xmlns:a16="http://schemas.microsoft.com/office/drawing/2014/main" id="{3A5C2EB8-77CE-47CC-A392-E0B0C6D07634}"/>
              </a:ext>
            </a:extLst>
          </p:cNvPr>
          <p:cNvSpPr txBox="1">
            <a:spLocks/>
          </p:cNvSpPr>
          <p:nvPr/>
        </p:nvSpPr>
        <p:spPr>
          <a:xfrm>
            <a:off x="838200" y="365125"/>
            <a:ext cx="10515600" cy="5835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a:t>Why NOT trying?</a:t>
            </a:r>
            <a:br>
              <a:rPr lang="en-US" sz="3200"/>
            </a:br>
            <a:r>
              <a:rPr lang="en-US" sz="3200"/>
              <a:t>Tree of Serendipity (visual workshop version)</a:t>
            </a:r>
          </a:p>
        </p:txBody>
      </p:sp>
      <p:cxnSp>
        <p:nvCxnSpPr>
          <p:cNvPr id="55" name="Connecteur droit avec flèche 54">
            <a:extLst>
              <a:ext uri="{FF2B5EF4-FFF2-40B4-BE49-F238E27FC236}">
                <a16:creationId xmlns:a16="http://schemas.microsoft.com/office/drawing/2014/main" id="{18DCCA77-3293-46CF-AB97-A0D2EF2AA15A}"/>
              </a:ext>
            </a:extLst>
          </p:cNvPr>
          <p:cNvCxnSpPr>
            <a:cxnSpLocks/>
            <a:stCxn id="10" idx="0"/>
            <a:endCxn id="20" idx="2"/>
          </p:cNvCxnSpPr>
          <p:nvPr/>
        </p:nvCxnSpPr>
        <p:spPr>
          <a:xfrm flipH="1" flipV="1">
            <a:off x="9115886" y="3379002"/>
            <a:ext cx="571319" cy="20681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E145D4DD-F79E-41A1-BE66-EA7886340BD6}"/>
              </a:ext>
            </a:extLst>
          </p:cNvPr>
          <p:cNvCxnSpPr>
            <a:cxnSpLocks/>
            <a:stCxn id="20" idx="0"/>
            <a:endCxn id="21" idx="2"/>
          </p:cNvCxnSpPr>
          <p:nvPr/>
        </p:nvCxnSpPr>
        <p:spPr>
          <a:xfrm flipH="1" flipV="1">
            <a:off x="8132867" y="2815255"/>
            <a:ext cx="983019" cy="9817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1" name="Connecteur droit avec flèche 60">
            <a:extLst>
              <a:ext uri="{FF2B5EF4-FFF2-40B4-BE49-F238E27FC236}">
                <a16:creationId xmlns:a16="http://schemas.microsoft.com/office/drawing/2014/main" id="{7B99EFB2-9C75-45E4-8F38-6320C6BD11F4}"/>
              </a:ext>
            </a:extLst>
          </p:cNvPr>
          <p:cNvCxnSpPr>
            <a:cxnSpLocks/>
            <a:stCxn id="21" idx="0"/>
            <a:endCxn id="22" idx="2"/>
          </p:cNvCxnSpPr>
          <p:nvPr/>
        </p:nvCxnSpPr>
        <p:spPr>
          <a:xfrm flipH="1" flipV="1">
            <a:off x="7576723" y="2195653"/>
            <a:ext cx="556144" cy="15403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4" name="Connecteur droit avec flèche 63">
            <a:extLst>
              <a:ext uri="{FF2B5EF4-FFF2-40B4-BE49-F238E27FC236}">
                <a16:creationId xmlns:a16="http://schemas.microsoft.com/office/drawing/2014/main" id="{2A590FD0-0FF6-4CC3-933A-6E95783E2224}"/>
              </a:ext>
            </a:extLst>
          </p:cNvPr>
          <p:cNvCxnSpPr>
            <a:cxnSpLocks/>
            <a:stCxn id="22" idx="0"/>
            <a:endCxn id="23" idx="2"/>
          </p:cNvCxnSpPr>
          <p:nvPr/>
        </p:nvCxnSpPr>
        <p:spPr>
          <a:xfrm flipH="1" flipV="1">
            <a:off x="7517445" y="1534919"/>
            <a:ext cx="59278" cy="19516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9D43EC3D-3287-4D7D-8D69-BDA79A92F59A}"/>
              </a:ext>
            </a:extLst>
          </p:cNvPr>
          <p:cNvSpPr/>
          <p:nvPr/>
        </p:nvSpPr>
        <p:spPr>
          <a:xfrm>
            <a:off x="8840957" y="2076345"/>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Positive Consequence</a:t>
            </a:r>
          </a:p>
        </p:txBody>
      </p:sp>
      <p:cxnSp>
        <p:nvCxnSpPr>
          <p:cNvPr id="69" name="Connecteur droit avec flèche 68">
            <a:extLst>
              <a:ext uri="{FF2B5EF4-FFF2-40B4-BE49-F238E27FC236}">
                <a16:creationId xmlns:a16="http://schemas.microsoft.com/office/drawing/2014/main" id="{424AA819-A39B-4455-8714-B1E0BD96D471}"/>
              </a:ext>
            </a:extLst>
          </p:cNvPr>
          <p:cNvCxnSpPr>
            <a:cxnSpLocks/>
            <a:stCxn id="20" idx="0"/>
            <a:endCxn id="68" idx="2"/>
          </p:cNvCxnSpPr>
          <p:nvPr/>
        </p:nvCxnSpPr>
        <p:spPr>
          <a:xfrm flipV="1">
            <a:off x="9115886" y="2541915"/>
            <a:ext cx="308592" cy="3715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0FDD4B90-B669-42E2-90CF-2EEBF116A170}"/>
              </a:ext>
            </a:extLst>
          </p:cNvPr>
          <p:cNvSpPr/>
          <p:nvPr/>
        </p:nvSpPr>
        <p:spPr>
          <a:xfrm>
            <a:off x="7517445" y="3584421"/>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Motivation</a:t>
            </a:r>
          </a:p>
        </p:txBody>
      </p:sp>
      <p:cxnSp>
        <p:nvCxnSpPr>
          <p:cNvPr id="76" name="Connecteur droit avec flèche 75">
            <a:extLst>
              <a:ext uri="{FF2B5EF4-FFF2-40B4-BE49-F238E27FC236}">
                <a16:creationId xmlns:a16="http://schemas.microsoft.com/office/drawing/2014/main" id="{24338649-8076-4BFC-AA63-FA414A60B5DA}"/>
              </a:ext>
            </a:extLst>
          </p:cNvPr>
          <p:cNvCxnSpPr>
            <a:cxnSpLocks/>
            <a:stCxn id="9" idx="0"/>
            <a:endCxn id="74" idx="2"/>
          </p:cNvCxnSpPr>
          <p:nvPr/>
        </p:nvCxnSpPr>
        <p:spPr>
          <a:xfrm flipH="1" flipV="1">
            <a:off x="8100966" y="4049991"/>
            <a:ext cx="1323512" cy="2054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8D3286E4-41F7-460E-97AA-0FCE0C32F972}"/>
              </a:ext>
            </a:extLst>
          </p:cNvPr>
          <p:cNvSpPr/>
          <p:nvPr/>
        </p:nvSpPr>
        <p:spPr>
          <a:xfrm>
            <a:off x="10402180" y="1554616"/>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Concretization</a:t>
            </a:r>
          </a:p>
        </p:txBody>
      </p:sp>
      <p:sp>
        <p:nvSpPr>
          <p:cNvPr id="5" name="Espace réservé du contenu 4">
            <a:extLst>
              <a:ext uri="{FF2B5EF4-FFF2-40B4-BE49-F238E27FC236}">
                <a16:creationId xmlns:a16="http://schemas.microsoft.com/office/drawing/2014/main" id="{E6A3B18F-2F0E-4D18-B37D-0C0CC9AD33FF}"/>
              </a:ext>
            </a:extLst>
          </p:cNvPr>
          <p:cNvSpPr>
            <a:spLocks noGrp="1"/>
          </p:cNvSpPr>
          <p:nvPr>
            <p:ph idx="1"/>
          </p:nvPr>
        </p:nvSpPr>
        <p:spPr>
          <a:xfrm>
            <a:off x="537083" y="1315599"/>
            <a:ext cx="5193813" cy="5262754"/>
          </a:xfrm>
        </p:spPr>
        <p:txBody>
          <a:bodyPr>
            <a:normAutofit/>
          </a:bodyPr>
          <a:lstStyle/>
          <a:p>
            <a:pPr marL="0" indent="0">
              <a:buNone/>
            </a:pPr>
            <a:r>
              <a:rPr lang="en-US" sz="1400"/>
              <a:t>This workshop is run turn by turn and is meant to write an example tree of Project / Product narrative in the end.</a:t>
            </a:r>
          </a:p>
          <a:p>
            <a:pPr marL="0" indent="0">
              <a:buNone/>
            </a:pPr>
            <a:endParaRPr lang="en-US" sz="1400"/>
          </a:p>
          <a:p>
            <a:pPr marL="0" indent="0">
              <a:buNone/>
            </a:pPr>
            <a:r>
              <a:rPr lang="en-US" sz="1400"/>
              <a:t>Start the workshop with a </a:t>
            </a:r>
            <a:r>
              <a:rPr lang="en-US" sz="1400">
                <a:highlight>
                  <a:srgbClr val="ED7D31"/>
                </a:highlight>
              </a:rPr>
              <a:t>ROOT MOTIVATION </a:t>
            </a:r>
            <a:r>
              <a:rPr lang="en-US" sz="1400"/>
              <a:t>: it should represent the strongest motivation of members right now, </a:t>
            </a:r>
            <a:r>
              <a:rPr lang="en-US" sz="1400" b="1"/>
              <a:t>even if it is not directly related to host organization value</a:t>
            </a:r>
            <a:r>
              <a:rPr lang="en-US" sz="1400"/>
              <a:t>, or even if it can be unpopular for the moment.</a:t>
            </a:r>
          </a:p>
          <a:p>
            <a:pPr marL="0" indent="0">
              <a:buNone/>
            </a:pPr>
            <a:r>
              <a:rPr lang="en-US" sz="1400"/>
              <a:t>Then, everyone (one person at a time) can add either a ticket of one of the 3 types :</a:t>
            </a:r>
          </a:p>
          <a:p>
            <a:pPr marL="0" indent="0">
              <a:buNone/>
            </a:pPr>
            <a:endParaRPr lang="en-US" sz="1400"/>
          </a:p>
          <a:p>
            <a:pPr marL="0" indent="0">
              <a:buNone/>
            </a:pPr>
            <a:endParaRPr lang="en-US" sz="1400"/>
          </a:p>
          <a:p>
            <a:pPr marL="0" indent="0">
              <a:buNone/>
            </a:pPr>
            <a:r>
              <a:rPr lang="en-US" sz="1400"/>
              <a:t>When the ticket is added, an arrow is drawn between the previous ticket and the new ticket, and the participant tells a story about it.</a:t>
            </a:r>
          </a:p>
          <a:p>
            <a:pPr marL="0" indent="0">
              <a:buNone/>
            </a:pPr>
            <a:r>
              <a:rPr lang="en-US" sz="1400"/>
              <a:t>As this exercise is meant to open minds, feel free to be exaggerating or risking unconventional narrative arcs. Additional rules for the sub-workshop to unroll well : </a:t>
            </a:r>
          </a:p>
          <a:p>
            <a:r>
              <a:rPr lang="en-US" sz="1400"/>
              <a:t>One person / Ticket at a time</a:t>
            </a:r>
          </a:p>
          <a:p>
            <a:r>
              <a:rPr lang="en-US" sz="1400"/>
              <a:t>Listen to each other and therefore be concise (even if excited)</a:t>
            </a:r>
          </a:p>
          <a:p>
            <a:r>
              <a:rPr lang="en-US" sz="1400"/>
              <a:t>Not twice the same person consecutively</a:t>
            </a:r>
          </a:p>
        </p:txBody>
      </p:sp>
      <p:sp>
        <p:nvSpPr>
          <p:cNvPr id="39" name="Rectangle 38">
            <a:extLst>
              <a:ext uri="{FF2B5EF4-FFF2-40B4-BE49-F238E27FC236}">
                <a16:creationId xmlns:a16="http://schemas.microsoft.com/office/drawing/2014/main" id="{3C67110F-96A5-4B60-A3DF-82866DD363AB}"/>
              </a:ext>
            </a:extLst>
          </p:cNvPr>
          <p:cNvSpPr/>
          <p:nvPr/>
        </p:nvSpPr>
        <p:spPr>
          <a:xfrm>
            <a:off x="2380741" y="3598819"/>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Concretization</a:t>
            </a:r>
          </a:p>
        </p:txBody>
      </p:sp>
      <p:sp>
        <p:nvSpPr>
          <p:cNvPr id="40" name="Rectangle 39">
            <a:extLst>
              <a:ext uri="{FF2B5EF4-FFF2-40B4-BE49-F238E27FC236}">
                <a16:creationId xmlns:a16="http://schemas.microsoft.com/office/drawing/2014/main" id="{EFC555C2-8249-44BA-8479-6CF8DCB40761}"/>
              </a:ext>
            </a:extLst>
          </p:cNvPr>
          <p:cNvSpPr/>
          <p:nvPr/>
        </p:nvSpPr>
        <p:spPr>
          <a:xfrm>
            <a:off x="924007" y="3598819"/>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Positive Consequence</a:t>
            </a:r>
          </a:p>
        </p:txBody>
      </p:sp>
      <p:sp>
        <p:nvSpPr>
          <p:cNvPr id="45" name="Rectangle 44">
            <a:extLst>
              <a:ext uri="{FF2B5EF4-FFF2-40B4-BE49-F238E27FC236}">
                <a16:creationId xmlns:a16="http://schemas.microsoft.com/office/drawing/2014/main" id="{BEB7B238-2DDC-4662-82EE-B1766EFF6C88}"/>
              </a:ext>
            </a:extLst>
          </p:cNvPr>
          <p:cNvSpPr/>
          <p:nvPr/>
        </p:nvSpPr>
        <p:spPr>
          <a:xfrm>
            <a:off x="3862477" y="3598819"/>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Root Motivation</a:t>
            </a:r>
          </a:p>
        </p:txBody>
      </p:sp>
    </p:spTree>
    <p:extLst>
      <p:ext uri="{BB962C8B-B14F-4D97-AF65-F5344CB8AC3E}">
        <p14:creationId xmlns:p14="http://schemas.microsoft.com/office/powerpoint/2010/main" val="4890904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Graphique 35" descr="Arbre avec racines avec un remplissage uni">
            <a:extLst>
              <a:ext uri="{FF2B5EF4-FFF2-40B4-BE49-F238E27FC236}">
                <a16:creationId xmlns:a16="http://schemas.microsoft.com/office/drawing/2014/main" id="{CE0FC025-C9B2-025F-BB28-6E163FB2399E}"/>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b="4039"/>
          <a:stretch/>
        </p:blipFill>
        <p:spPr>
          <a:xfrm>
            <a:off x="7060892" y="2416731"/>
            <a:ext cx="4584208" cy="4399043"/>
          </a:xfrm>
          <a:prstGeom prst="rect">
            <a:avLst/>
          </a:prstGeom>
        </p:spPr>
      </p:pic>
      <p:sp>
        <p:nvSpPr>
          <p:cNvPr id="2" name="Titre 1">
            <a:extLst>
              <a:ext uri="{FF2B5EF4-FFF2-40B4-BE49-F238E27FC236}">
                <a16:creationId xmlns:a16="http://schemas.microsoft.com/office/drawing/2014/main" id="{E0A9F8A1-9178-4444-8BA7-D32DCBFAEF9E}"/>
              </a:ext>
            </a:extLst>
          </p:cNvPr>
          <p:cNvSpPr>
            <a:spLocks noGrp="1"/>
          </p:cNvSpPr>
          <p:nvPr>
            <p:ph type="title"/>
          </p:nvPr>
        </p:nvSpPr>
        <p:spPr/>
        <p:txBody>
          <a:bodyPr/>
          <a:lstStyle/>
          <a:p>
            <a:r>
              <a:rPr lang="en-US"/>
              <a:t>  </a:t>
            </a:r>
          </a:p>
        </p:txBody>
      </p:sp>
      <p:sp>
        <p:nvSpPr>
          <p:cNvPr id="7" name="Rectangle 6">
            <a:extLst>
              <a:ext uri="{FF2B5EF4-FFF2-40B4-BE49-F238E27FC236}">
                <a16:creationId xmlns:a16="http://schemas.microsoft.com/office/drawing/2014/main" id="{8BBD3EE4-A57A-4AAE-954B-B34DFD9EA2E3}"/>
              </a:ext>
            </a:extLst>
          </p:cNvPr>
          <p:cNvSpPr/>
          <p:nvPr/>
        </p:nvSpPr>
        <p:spPr>
          <a:xfrm>
            <a:off x="8686430" y="6041131"/>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chemeClr val="tx1"/>
                </a:solidFill>
              </a:rPr>
              <a:t>We like discussing about VR / AR / XR</a:t>
            </a:r>
          </a:p>
        </p:txBody>
      </p:sp>
      <p:sp>
        <p:nvSpPr>
          <p:cNvPr id="8" name="Rectangle 7">
            <a:extLst>
              <a:ext uri="{FF2B5EF4-FFF2-40B4-BE49-F238E27FC236}">
                <a16:creationId xmlns:a16="http://schemas.microsoft.com/office/drawing/2014/main" id="{C4AD232C-B7A0-4EE8-A68D-AE49854B1C5F}"/>
              </a:ext>
            </a:extLst>
          </p:cNvPr>
          <p:cNvSpPr/>
          <p:nvPr/>
        </p:nvSpPr>
        <p:spPr>
          <a:xfrm>
            <a:off x="7576723" y="532267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We open a chat room about it</a:t>
            </a:r>
          </a:p>
        </p:txBody>
      </p:sp>
      <p:sp>
        <p:nvSpPr>
          <p:cNvPr id="9" name="Rectangle 8">
            <a:extLst>
              <a:ext uri="{FF2B5EF4-FFF2-40B4-BE49-F238E27FC236}">
                <a16:creationId xmlns:a16="http://schemas.microsoft.com/office/drawing/2014/main" id="{78E9E3B0-B347-49E8-87F1-4CB5C2EFB561}"/>
              </a:ext>
            </a:extLst>
          </p:cNvPr>
          <p:cNvSpPr/>
          <p:nvPr/>
        </p:nvSpPr>
        <p:spPr>
          <a:xfrm>
            <a:off x="8840957" y="4255411"/>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A manager noticed and joined our group</a:t>
            </a:r>
          </a:p>
        </p:txBody>
      </p:sp>
      <p:sp>
        <p:nvSpPr>
          <p:cNvPr id="10" name="Rectangle 9">
            <a:extLst>
              <a:ext uri="{FF2B5EF4-FFF2-40B4-BE49-F238E27FC236}">
                <a16:creationId xmlns:a16="http://schemas.microsoft.com/office/drawing/2014/main" id="{78B8CD5E-B9CB-494F-B964-6B0FEE9E7AC6}"/>
              </a:ext>
            </a:extLst>
          </p:cNvPr>
          <p:cNvSpPr/>
          <p:nvPr/>
        </p:nvSpPr>
        <p:spPr>
          <a:xfrm>
            <a:off x="9103684" y="3585812"/>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chemeClr val="tx1"/>
                </a:solidFill>
              </a:rPr>
              <a:t>We are motivated by gathering other members</a:t>
            </a:r>
          </a:p>
        </p:txBody>
      </p:sp>
      <p:sp>
        <p:nvSpPr>
          <p:cNvPr id="12" name="Rectangle 11">
            <a:extLst>
              <a:ext uri="{FF2B5EF4-FFF2-40B4-BE49-F238E27FC236}">
                <a16:creationId xmlns:a16="http://schemas.microsoft.com/office/drawing/2014/main" id="{E2453913-7934-46BD-8B4B-808BE69D022B}"/>
              </a:ext>
            </a:extLst>
          </p:cNvPr>
          <p:cNvSpPr/>
          <p:nvPr/>
        </p:nvSpPr>
        <p:spPr>
          <a:xfrm>
            <a:off x="8995485" y="4898509"/>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We organize experimentation events</a:t>
            </a:r>
          </a:p>
        </p:txBody>
      </p:sp>
      <p:sp>
        <p:nvSpPr>
          <p:cNvPr id="13" name="Rectangle 12">
            <a:extLst>
              <a:ext uri="{FF2B5EF4-FFF2-40B4-BE49-F238E27FC236}">
                <a16:creationId xmlns:a16="http://schemas.microsoft.com/office/drawing/2014/main" id="{DF863E33-35DE-48A1-8061-866DF2A58EE4}"/>
              </a:ext>
            </a:extLst>
          </p:cNvPr>
          <p:cNvSpPr/>
          <p:nvPr/>
        </p:nvSpPr>
        <p:spPr>
          <a:xfrm>
            <a:off x="10354694" y="543415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We discuss regularly</a:t>
            </a:r>
          </a:p>
        </p:txBody>
      </p:sp>
      <p:sp>
        <p:nvSpPr>
          <p:cNvPr id="14" name="Rectangle 13">
            <a:extLst>
              <a:ext uri="{FF2B5EF4-FFF2-40B4-BE49-F238E27FC236}">
                <a16:creationId xmlns:a16="http://schemas.microsoft.com/office/drawing/2014/main" id="{0DC7688F-4500-40DC-973F-FB8D489404DB}"/>
              </a:ext>
            </a:extLst>
          </p:cNvPr>
          <p:cNvSpPr/>
          <p:nvPr/>
        </p:nvSpPr>
        <p:spPr>
          <a:xfrm>
            <a:off x="10077075" y="288412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We share about our activity on the chat tool</a:t>
            </a:r>
          </a:p>
        </p:txBody>
      </p:sp>
      <p:sp>
        <p:nvSpPr>
          <p:cNvPr id="15" name="Rectangle 14">
            <a:extLst>
              <a:ext uri="{FF2B5EF4-FFF2-40B4-BE49-F238E27FC236}">
                <a16:creationId xmlns:a16="http://schemas.microsoft.com/office/drawing/2014/main" id="{C830FD39-8721-4708-A014-2FD97F26EDFD}"/>
              </a:ext>
            </a:extLst>
          </p:cNvPr>
          <p:cNvSpPr/>
          <p:nvPr/>
        </p:nvSpPr>
        <p:spPr>
          <a:xfrm>
            <a:off x="10186758" y="2235049"/>
            <a:ext cx="1334978"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chemeClr val="tx1"/>
                </a:solidFill>
              </a:rPr>
              <a:t>We are motivated by the act of sharing and inviting</a:t>
            </a:r>
          </a:p>
        </p:txBody>
      </p:sp>
      <p:sp>
        <p:nvSpPr>
          <p:cNvPr id="20" name="Rectangle 19">
            <a:extLst>
              <a:ext uri="{FF2B5EF4-FFF2-40B4-BE49-F238E27FC236}">
                <a16:creationId xmlns:a16="http://schemas.microsoft.com/office/drawing/2014/main" id="{26408BAC-151A-4937-8139-07370AEB2B17}"/>
              </a:ext>
            </a:extLst>
          </p:cNvPr>
          <p:cNvSpPr/>
          <p:nvPr/>
        </p:nvSpPr>
        <p:spPr>
          <a:xfrm>
            <a:off x="8532365" y="291343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We organize a bigger event</a:t>
            </a:r>
          </a:p>
        </p:txBody>
      </p:sp>
      <p:sp>
        <p:nvSpPr>
          <p:cNvPr id="21" name="Rectangle 20">
            <a:extLst>
              <a:ext uri="{FF2B5EF4-FFF2-40B4-BE49-F238E27FC236}">
                <a16:creationId xmlns:a16="http://schemas.microsoft.com/office/drawing/2014/main" id="{7E9AE98B-7633-42CE-A257-E818C048CA39}"/>
              </a:ext>
            </a:extLst>
          </p:cNvPr>
          <p:cNvSpPr/>
          <p:nvPr/>
        </p:nvSpPr>
        <p:spPr>
          <a:xfrm>
            <a:off x="7549346" y="2349685"/>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Some top manager comes out of curiosity</a:t>
            </a:r>
          </a:p>
        </p:txBody>
      </p:sp>
      <p:sp>
        <p:nvSpPr>
          <p:cNvPr id="22" name="Rectangle 21">
            <a:extLst>
              <a:ext uri="{FF2B5EF4-FFF2-40B4-BE49-F238E27FC236}">
                <a16:creationId xmlns:a16="http://schemas.microsoft.com/office/drawing/2014/main" id="{36A1ECE8-8195-4A03-AD66-226F04A71916}"/>
              </a:ext>
            </a:extLst>
          </p:cNvPr>
          <p:cNvSpPr/>
          <p:nvPr/>
        </p:nvSpPr>
        <p:spPr>
          <a:xfrm>
            <a:off x="6236012" y="1730083"/>
            <a:ext cx="2138728"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Company start wondering if it can serve business and discuss about sponsorship of innovation</a:t>
            </a:r>
          </a:p>
        </p:txBody>
      </p:sp>
      <p:sp>
        <p:nvSpPr>
          <p:cNvPr id="23" name="Rectangle 22">
            <a:extLst>
              <a:ext uri="{FF2B5EF4-FFF2-40B4-BE49-F238E27FC236}">
                <a16:creationId xmlns:a16="http://schemas.microsoft.com/office/drawing/2014/main" id="{FF7A1404-6DD8-43DE-B941-FEE5C6190112}"/>
              </a:ext>
            </a:extLst>
          </p:cNvPr>
          <p:cNvSpPr/>
          <p:nvPr/>
        </p:nvSpPr>
        <p:spPr>
          <a:xfrm>
            <a:off x="6933924" y="1069349"/>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chemeClr val="tx1"/>
                </a:solidFill>
              </a:rPr>
              <a:t>We are motivated by brainstorming</a:t>
            </a:r>
          </a:p>
        </p:txBody>
      </p:sp>
      <p:sp>
        <p:nvSpPr>
          <p:cNvPr id="25" name="Rectangle 24">
            <a:extLst>
              <a:ext uri="{FF2B5EF4-FFF2-40B4-BE49-F238E27FC236}">
                <a16:creationId xmlns:a16="http://schemas.microsoft.com/office/drawing/2014/main" id="{7B686E76-2AF2-4BD3-A649-D17B01A6FA4A}"/>
              </a:ext>
            </a:extLst>
          </p:cNvPr>
          <p:cNvSpPr/>
          <p:nvPr/>
        </p:nvSpPr>
        <p:spPr>
          <a:xfrm>
            <a:off x="10938215" y="4319509"/>
            <a:ext cx="1167042" cy="811785"/>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We have learnt from each other indirectly and work better together</a:t>
            </a:r>
          </a:p>
        </p:txBody>
      </p:sp>
      <p:cxnSp>
        <p:nvCxnSpPr>
          <p:cNvPr id="27" name="Connecteur droit avec flèche 26">
            <a:extLst>
              <a:ext uri="{FF2B5EF4-FFF2-40B4-BE49-F238E27FC236}">
                <a16:creationId xmlns:a16="http://schemas.microsoft.com/office/drawing/2014/main" id="{33D85ABA-102A-450E-8B61-BCB4F34CB347}"/>
              </a:ext>
            </a:extLst>
          </p:cNvPr>
          <p:cNvCxnSpPr>
            <a:cxnSpLocks/>
            <a:endCxn id="9" idx="2"/>
          </p:cNvCxnSpPr>
          <p:nvPr/>
        </p:nvCxnSpPr>
        <p:spPr>
          <a:xfrm flipH="1" flipV="1">
            <a:off x="9424478" y="4720981"/>
            <a:ext cx="85452" cy="20054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A7E3A03A-A26D-4BD8-9E96-37A495EB6B7F}"/>
              </a:ext>
            </a:extLst>
          </p:cNvPr>
          <p:cNvCxnSpPr>
            <a:cxnSpLocks/>
            <a:stCxn id="7" idx="0"/>
          </p:cNvCxnSpPr>
          <p:nvPr/>
        </p:nvCxnSpPr>
        <p:spPr>
          <a:xfrm flipH="1" flipV="1">
            <a:off x="8224420" y="5814414"/>
            <a:ext cx="1045531" cy="2267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C8F6108F-CEC8-4441-8475-51EC07DD415D}"/>
              </a:ext>
            </a:extLst>
          </p:cNvPr>
          <p:cNvCxnSpPr>
            <a:cxnSpLocks/>
            <a:stCxn id="7" idx="0"/>
            <a:endCxn id="12" idx="2"/>
          </p:cNvCxnSpPr>
          <p:nvPr/>
        </p:nvCxnSpPr>
        <p:spPr>
          <a:xfrm flipV="1">
            <a:off x="9269951" y="5364079"/>
            <a:ext cx="309055" cy="67705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E1C177F0-B382-49B0-8C49-EF1D99BD7F41}"/>
              </a:ext>
            </a:extLst>
          </p:cNvPr>
          <p:cNvCxnSpPr>
            <a:cxnSpLocks/>
            <a:stCxn id="7" idx="0"/>
            <a:endCxn id="13" idx="1"/>
          </p:cNvCxnSpPr>
          <p:nvPr/>
        </p:nvCxnSpPr>
        <p:spPr>
          <a:xfrm flipV="1">
            <a:off x="9269951" y="5666937"/>
            <a:ext cx="1084743" cy="37419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37">
            <a:extLst>
              <a:ext uri="{FF2B5EF4-FFF2-40B4-BE49-F238E27FC236}">
                <a16:creationId xmlns:a16="http://schemas.microsoft.com/office/drawing/2014/main" id="{C71743C9-1C13-4545-B64B-E2B7FFB1DBC8}"/>
              </a:ext>
            </a:extLst>
          </p:cNvPr>
          <p:cNvCxnSpPr>
            <a:cxnSpLocks/>
            <a:stCxn id="13" idx="0"/>
            <a:endCxn id="25" idx="2"/>
          </p:cNvCxnSpPr>
          <p:nvPr/>
        </p:nvCxnSpPr>
        <p:spPr>
          <a:xfrm flipV="1">
            <a:off x="10938215" y="5131294"/>
            <a:ext cx="583521" cy="30285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0642B801-FA5B-41CA-8028-CCD50B5FCF61}"/>
              </a:ext>
            </a:extLst>
          </p:cNvPr>
          <p:cNvCxnSpPr>
            <a:cxnSpLocks/>
            <a:stCxn id="9" idx="0"/>
            <a:endCxn id="10" idx="2"/>
          </p:cNvCxnSpPr>
          <p:nvPr/>
        </p:nvCxnSpPr>
        <p:spPr>
          <a:xfrm flipV="1">
            <a:off x="9424478" y="4051382"/>
            <a:ext cx="262727" cy="2040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43">
            <a:extLst>
              <a:ext uri="{FF2B5EF4-FFF2-40B4-BE49-F238E27FC236}">
                <a16:creationId xmlns:a16="http://schemas.microsoft.com/office/drawing/2014/main" id="{BA50A2F4-EAF1-47CD-88EB-4B215BD488F5}"/>
              </a:ext>
            </a:extLst>
          </p:cNvPr>
          <p:cNvCxnSpPr>
            <a:cxnSpLocks/>
            <a:stCxn id="10" idx="0"/>
            <a:endCxn id="14" idx="2"/>
          </p:cNvCxnSpPr>
          <p:nvPr/>
        </p:nvCxnSpPr>
        <p:spPr>
          <a:xfrm flipV="1">
            <a:off x="9687205" y="3349692"/>
            <a:ext cx="973391" cy="2361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47">
            <a:extLst>
              <a:ext uri="{FF2B5EF4-FFF2-40B4-BE49-F238E27FC236}">
                <a16:creationId xmlns:a16="http://schemas.microsoft.com/office/drawing/2014/main" id="{038C3B39-285C-4E36-8BBD-2A2E60F7C292}"/>
              </a:ext>
            </a:extLst>
          </p:cNvPr>
          <p:cNvCxnSpPr>
            <a:cxnSpLocks/>
            <a:stCxn id="14" idx="0"/>
            <a:endCxn id="15" idx="2"/>
          </p:cNvCxnSpPr>
          <p:nvPr/>
        </p:nvCxnSpPr>
        <p:spPr>
          <a:xfrm flipV="1">
            <a:off x="10660596" y="2700619"/>
            <a:ext cx="193651" cy="18350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6F65F524-39BF-4DFC-8D78-CDE06B322583}"/>
              </a:ext>
            </a:extLst>
          </p:cNvPr>
          <p:cNvCxnSpPr>
            <a:cxnSpLocks/>
            <a:stCxn id="15" idx="0"/>
            <a:endCxn id="82" idx="2"/>
          </p:cNvCxnSpPr>
          <p:nvPr/>
        </p:nvCxnSpPr>
        <p:spPr>
          <a:xfrm flipV="1">
            <a:off x="10854247" y="2020186"/>
            <a:ext cx="201272" cy="21486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4" name="Titre 1">
            <a:extLst>
              <a:ext uri="{FF2B5EF4-FFF2-40B4-BE49-F238E27FC236}">
                <a16:creationId xmlns:a16="http://schemas.microsoft.com/office/drawing/2014/main" id="{3A5C2EB8-77CE-47CC-A392-E0B0C6D07634}"/>
              </a:ext>
            </a:extLst>
          </p:cNvPr>
          <p:cNvSpPr txBox="1">
            <a:spLocks/>
          </p:cNvSpPr>
          <p:nvPr/>
        </p:nvSpPr>
        <p:spPr>
          <a:xfrm>
            <a:off x="838200" y="365125"/>
            <a:ext cx="10515600" cy="5835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a:t>Why NOT trying?</a:t>
            </a:r>
            <a:br>
              <a:rPr lang="en-US" sz="3200"/>
            </a:br>
            <a:r>
              <a:rPr lang="en-US" sz="3200"/>
              <a:t>Tree of Serendipity (visual workshop version example)</a:t>
            </a:r>
          </a:p>
        </p:txBody>
      </p:sp>
      <p:cxnSp>
        <p:nvCxnSpPr>
          <p:cNvPr id="55" name="Connecteur droit avec flèche 54">
            <a:extLst>
              <a:ext uri="{FF2B5EF4-FFF2-40B4-BE49-F238E27FC236}">
                <a16:creationId xmlns:a16="http://schemas.microsoft.com/office/drawing/2014/main" id="{18DCCA77-3293-46CF-AB97-A0D2EF2AA15A}"/>
              </a:ext>
            </a:extLst>
          </p:cNvPr>
          <p:cNvCxnSpPr>
            <a:cxnSpLocks/>
            <a:stCxn id="10" idx="0"/>
            <a:endCxn id="20" idx="2"/>
          </p:cNvCxnSpPr>
          <p:nvPr/>
        </p:nvCxnSpPr>
        <p:spPr>
          <a:xfrm flipH="1" flipV="1">
            <a:off x="9115886" y="3379002"/>
            <a:ext cx="571319" cy="20681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E145D4DD-F79E-41A1-BE66-EA7886340BD6}"/>
              </a:ext>
            </a:extLst>
          </p:cNvPr>
          <p:cNvCxnSpPr>
            <a:cxnSpLocks/>
            <a:stCxn id="20" idx="0"/>
            <a:endCxn id="21" idx="2"/>
          </p:cNvCxnSpPr>
          <p:nvPr/>
        </p:nvCxnSpPr>
        <p:spPr>
          <a:xfrm flipH="1" flipV="1">
            <a:off x="8132867" y="2815255"/>
            <a:ext cx="983019" cy="9817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1" name="Connecteur droit avec flèche 60">
            <a:extLst>
              <a:ext uri="{FF2B5EF4-FFF2-40B4-BE49-F238E27FC236}">
                <a16:creationId xmlns:a16="http://schemas.microsoft.com/office/drawing/2014/main" id="{7B99EFB2-9C75-45E4-8F38-6320C6BD11F4}"/>
              </a:ext>
            </a:extLst>
          </p:cNvPr>
          <p:cNvCxnSpPr>
            <a:cxnSpLocks/>
            <a:stCxn id="21" idx="0"/>
            <a:endCxn id="22" idx="2"/>
          </p:cNvCxnSpPr>
          <p:nvPr/>
        </p:nvCxnSpPr>
        <p:spPr>
          <a:xfrm flipH="1" flipV="1">
            <a:off x="7305376" y="2195653"/>
            <a:ext cx="827491" cy="15403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4" name="Connecteur droit avec flèche 63">
            <a:extLst>
              <a:ext uri="{FF2B5EF4-FFF2-40B4-BE49-F238E27FC236}">
                <a16:creationId xmlns:a16="http://schemas.microsoft.com/office/drawing/2014/main" id="{2A590FD0-0FF6-4CC3-933A-6E95783E2224}"/>
              </a:ext>
            </a:extLst>
          </p:cNvPr>
          <p:cNvCxnSpPr>
            <a:cxnSpLocks/>
            <a:stCxn id="22" idx="0"/>
            <a:endCxn id="23" idx="2"/>
          </p:cNvCxnSpPr>
          <p:nvPr/>
        </p:nvCxnSpPr>
        <p:spPr>
          <a:xfrm flipV="1">
            <a:off x="7305376" y="1534919"/>
            <a:ext cx="212069" cy="19516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9D43EC3D-3287-4D7D-8D69-BDA79A92F59A}"/>
              </a:ext>
            </a:extLst>
          </p:cNvPr>
          <p:cNvSpPr/>
          <p:nvPr/>
        </p:nvSpPr>
        <p:spPr>
          <a:xfrm>
            <a:off x="8840957" y="2076345"/>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Positive Consequence</a:t>
            </a:r>
          </a:p>
        </p:txBody>
      </p:sp>
      <p:cxnSp>
        <p:nvCxnSpPr>
          <p:cNvPr id="69" name="Connecteur droit avec flèche 68">
            <a:extLst>
              <a:ext uri="{FF2B5EF4-FFF2-40B4-BE49-F238E27FC236}">
                <a16:creationId xmlns:a16="http://schemas.microsoft.com/office/drawing/2014/main" id="{424AA819-A39B-4455-8714-B1E0BD96D471}"/>
              </a:ext>
            </a:extLst>
          </p:cNvPr>
          <p:cNvCxnSpPr>
            <a:cxnSpLocks/>
            <a:stCxn id="20" idx="0"/>
            <a:endCxn id="68" idx="2"/>
          </p:cNvCxnSpPr>
          <p:nvPr/>
        </p:nvCxnSpPr>
        <p:spPr>
          <a:xfrm flipV="1">
            <a:off x="9115886" y="2541915"/>
            <a:ext cx="308592" cy="3715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0FDD4B90-B669-42E2-90CF-2EEBF116A170}"/>
              </a:ext>
            </a:extLst>
          </p:cNvPr>
          <p:cNvSpPr/>
          <p:nvPr/>
        </p:nvSpPr>
        <p:spPr>
          <a:xfrm>
            <a:off x="7517445" y="3584421"/>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chemeClr val="tx1"/>
                </a:solidFill>
              </a:rPr>
              <a:t>We do not feel alone in the company</a:t>
            </a:r>
          </a:p>
        </p:txBody>
      </p:sp>
      <p:cxnSp>
        <p:nvCxnSpPr>
          <p:cNvPr id="76" name="Connecteur droit avec flèche 75">
            <a:extLst>
              <a:ext uri="{FF2B5EF4-FFF2-40B4-BE49-F238E27FC236}">
                <a16:creationId xmlns:a16="http://schemas.microsoft.com/office/drawing/2014/main" id="{24338649-8076-4BFC-AA63-FA414A60B5DA}"/>
              </a:ext>
            </a:extLst>
          </p:cNvPr>
          <p:cNvCxnSpPr>
            <a:cxnSpLocks/>
            <a:stCxn id="9" idx="0"/>
            <a:endCxn id="74" idx="2"/>
          </p:cNvCxnSpPr>
          <p:nvPr/>
        </p:nvCxnSpPr>
        <p:spPr>
          <a:xfrm flipH="1" flipV="1">
            <a:off x="8100966" y="4049991"/>
            <a:ext cx="1323512" cy="2054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8D3286E4-41F7-460E-97AA-0FCE0C32F972}"/>
              </a:ext>
            </a:extLst>
          </p:cNvPr>
          <p:cNvSpPr/>
          <p:nvPr/>
        </p:nvSpPr>
        <p:spPr>
          <a:xfrm>
            <a:off x="10402180" y="1554616"/>
            <a:ext cx="1306678"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We extend our invitations to departments nearby</a:t>
            </a:r>
          </a:p>
        </p:txBody>
      </p:sp>
      <p:sp>
        <p:nvSpPr>
          <p:cNvPr id="5" name="Espace réservé du contenu 4">
            <a:extLst>
              <a:ext uri="{FF2B5EF4-FFF2-40B4-BE49-F238E27FC236}">
                <a16:creationId xmlns:a16="http://schemas.microsoft.com/office/drawing/2014/main" id="{E6A3B18F-2F0E-4D18-B37D-0C0CC9AD33FF}"/>
              </a:ext>
            </a:extLst>
          </p:cNvPr>
          <p:cNvSpPr>
            <a:spLocks noGrp="1"/>
          </p:cNvSpPr>
          <p:nvPr>
            <p:ph idx="1"/>
          </p:nvPr>
        </p:nvSpPr>
        <p:spPr>
          <a:xfrm>
            <a:off x="838199" y="1825625"/>
            <a:ext cx="4551565" cy="4351338"/>
          </a:xfrm>
        </p:spPr>
        <p:txBody>
          <a:bodyPr>
            <a:normAutofit fontScale="77500" lnSpcReduction="20000"/>
          </a:bodyPr>
          <a:lstStyle/>
          <a:p>
            <a:r>
              <a:rPr lang="en-US" dirty="0"/>
              <a:t>It is important for this tree to unroll step by step, to figure out “not all can be planned beforehand”. </a:t>
            </a:r>
          </a:p>
          <a:p>
            <a:endParaRPr lang="en-US" dirty="0"/>
          </a:p>
          <a:p>
            <a:r>
              <a:rPr lang="en-US" dirty="0"/>
              <a:t>The way the Serendipity tree unrolls should inspire on being motivated all the way during the lifetime of a Project / Product.</a:t>
            </a:r>
          </a:p>
          <a:p>
            <a:endParaRPr lang="en-US" dirty="0"/>
          </a:p>
          <a:p>
            <a:r>
              <a:rPr lang="en-US" dirty="0"/>
              <a:t>Some projects / products, like #OpenSeriousGame itself, were built not by full design beforehand but by heuristic approach and unexpected moves.</a:t>
            </a:r>
          </a:p>
        </p:txBody>
      </p:sp>
    </p:spTree>
    <p:extLst>
      <p:ext uri="{BB962C8B-B14F-4D97-AF65-F5344CB8AC3E}">
        <p14:creationId xmlns:p14="http://schemas.microsoft.com/office/powerpoint/2010/main" val="5302295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79243726-82BA-3A75-5E48-950689BED291}"/>
              </a:ext>
            </a:extLst>
          </p:cNvPr>
          <p:cNvSpPr>
            <a:spLocks noGrp="1"/>
          </p:cNvSpPr>
          <p:nvPr>
            <p:ph type="title"/>
          </p:nvPr>
        </p:nvSpPr>
        <p:spPr/>
        <p:txBody>
          <a:bodyPr/>
          <a:lstStyle/>
          <a:p>
            <a:r>
              <a:rPr lang="en-US" dirty="0"/>
              <a:t>When and How can you use 6 WHYS Canvases ?</a:t>
            </a:r>
          </a:p>
        </p:txBody>
      </p:sp>
      <p:sp>
        <p:nvSpPr>
          <p:cNvPr id="10" name="Segnaposto testo 9">
            <a:extLst>
              <a:ext uri="{FF2B5EF4-FFF2-40B4-BE49-F238E27FC236}">
                <a16:creationId xmlns:a16="http://schemas.microsoft.com/office/drawing/2014/main" id="{ED8FE550-07D6-0E8E-AFE5-3330474E420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741568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 name="Graphique 28" descr="Homme en tenue professionnelle">
            <a:extLst>
              <a:ext uri="{FF2B5EF4-FFF2-40B4-BE49-F238E27FC236}">
                <a16:creationId xmlns:a16="http://schemas.microsoft.com/office/drawing/2014/main" id="{B3B67D94-C32E-BF47-3669-611BF45B3CC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flipH="1">
            <a:off x="11080785" y="3091841"/>
            <a:ext cx="811293" cy="1059810"/>
          </a:xfrm>
          <a:prstGeom prst="rect">
            <a:avLst/>
          </a:prstGeom>
        </p:spPr>
      </p:pic>
      <p:sp>
        <p:nvSpPr>
          <p:cNvPr id="199" name="Bolla: nuvola 198">
            <a:extLst>
              <a:ext uri="{FF2B5EF4-FFF2-40B4-BE49-F238E27FC236}">
                <a16:creationId xmlns:a16="http://schemas.microsoft.com/office/drawing/2014/main" id="{48CF789F-DC2A-37DC-C556-20EE4A8DF98C}"/>
              </a:ext>
            </a:extLst>
          </p:cNvPr>
          <p:cNvSpPr/>
          <p:nvPr/>
        </p:nvSpPr>
        <p:spPr>
          <a:xfrm>
            <a:off x="4863021" y="1303122"/>
            <a:ext cx="3502705" cy="1940800"/>
          </a:xfrm>
          <a:prstGeom prst="cloudCallout">
            <a:avLst>
              <a:gd name="adj1" fmla="val -18062"/>
              <a:gd name="adj2" fmla="val 51152"/>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3">
            <a:extLst>
              <a:ext uri="{FF2B5EF4-FFF2-40B4-BE49-F238E27FC236}">
                <a16:creationId xmlns:a16="http://schemas.microsoft.com/office/drawing/2014/main" id="{C2D1E894-0AE1-B3BB-A60E-48D8B1BBA5C3}"/>
              </a:ext>
            </a:extLst>
          </p:cNvPr>
          <p:cNvSpPr>
            <a:spLocks noGrp="1"/>
          </p:cNvSpPr>
          <p:nvPr>
            <p:ph type="title"/>
          </p:nvPr>
        </p:nvSpPr>
        <p:spPr>
          <a:xfrm>
            <a:off x="838200" y="365125"/>
            <a:ext cx="10515600" cy="664077"/>
          </a:xfrm>
        </p:spPr>
        <p:txBody>
          <a:bodyPr>
            <a:normAutofit fontScale="90000"/>
          </a:bodyPr>
          <a:lstStyle/>
          <a:p>
            <a:r>
              <a:rPr lang="en-US" dirty="0"/>
              <a:t>Use Case 1 : Using a Canvas as a workshop in a bottom-up approach</a:t>
            </a:r>
          </a:p>
        </p:txBody>
      </p:sp>
      <p:sp>
        <p:nvSpPr>
          <p:cNvPr id="6" name="Bulle narrative : ronde 4">
            <a:extLst>
              <a:ext uri="{FF2B5EF4-FFF2-40B4-BE49-F238E27FC236}">
                <a16:creationId xmlns:a16="http://schemas.microsoft.com/office/drawing/2014/main" id="{856E0EB0-E70D-8BFE-85C6-2037E6DFE57D}"/>
              </a:ext>
            </a:extLst>
          </p:cNvPr>
          <p:cNvSpPr/>
          <p:nvPr/>
        </p:nvSpPr>
        <p:spPr>
          <a:xfrm>
            <a:off x="853354" y="2235512"/>
            <a:ext cx="1390569" cy="485125"/>
          </a:xfrm>
          <a:prstGeom prst="wedgeEllipseCallout">
            <a:avLst>
              <a:gd name="adj1" fmla="val 6771"/>
              <a:gd name="adj2" fmla="val 62500"/>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7" name="Bulle narrative : ronde 6">
            <a:extLst>
              <a:ext uri="{FF2B5EF4-FFF2-40B4-BE49-F238E27FC236}">
                <a16:creationId xmlns:a16="http://schemas.microsoft.com/office/drawing/2014/main" id="{6A37ED05-DB3D-8771-32CC-913C0BDF5D98}"/>
              </a:ext>
            </a:extLst>
          </p:cNvPr>
          <p:cNvSpPr/>
          <p:nvPr/>
        </p:nvSpPr>
        <p:spPr>
          <a:xfrm>
            <a:off x="2057561" y="2609112"/>
            <a:ext cx="1636515" cy="452851"/>
          </a:xfrm>
          <a:prstGeom prst="wedgeEllipseCallout">
            <a:avLst>
              <a:gd name="adj1" fmla="val -11924"/>
              <a:gd name="adj2" fmla="val 78984"/>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9" name="Graphique 28" descr="Homme en tenue professionnelle">
            <a:extLst>
              <a:ext uri="{FF2B5EF4-FFF2-40B4-BE49-F238E27FC236}">
                <a16:creationId xmlns:a16="http://schemas.microsoft.com/office/drawing/2014/main" id="{149B5F21-1C7E-16A7-55B5-C505D64008D4}"/>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66231" y="2816870"/>
            <a:ext cx="943374" cy="1273899"/>
          </a:xfrm>
          <a:prstGeom prst="rect">
            <a:avLst/>
          </a:prstGeom>
        </p:spPr>
      </p:pic>
      <p:pic>
        <p:nvPicPr>
          <p:cNvPr id="10" name="Graphique 30" descr="Homme portant une veste">
            <a:extLst>
              <a:ext uri="{FF2B5EF4-FFF2-40B4-BE49-F238E27FC236}">
                <a16:creationId xmlns:a16="http://schemas.microsoft.com/office/drawing/2014/main" id="{FF154979-1E59-C7F6-F8C2-66AD2F87567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098043" y="3158196"/>
            <a:ext cx="1018785" cy="1356530"/>
          </a:xfrm>
          <a:prstGeom prst="rect">
            <a:avLst/>
          </a:prstGeom>
        </p:spPr>
      </p:pic>
      <p:pic>
        <p:nvPicPr>
          <p:cNvPr id="11" name="Graphique 34" descr="Homme à lunettes portant un col roulé">
            <a:extLst>
              <a:ext uri="{FF2B5EF4-FFF2-40B4-BE49-F238E27FC236}">
                <a16:creationId xmlns:a16="http://schemas.microsoft.com/office/drawing/2014/main" id="{93B94B2D-EF50-4361-AC71-61FD008A410A}"/>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8907587" y="3509023"/>
            <a:ext cx="723253" cy="933592"/>
          </a:xfrm>
          <a:prstGeom prst="rect">
            <a:avLst/>
          </a:prstGeom>
        </p:spPr>
      </p:pic>
      <p:sp>
        <p:nvSpPr>
          <p:cNvPr id="12" name="Bolla: nuvola 11">
            <a:extLst>
              <a:ext uri="{FF2B5EF4-FFF2-40B4-BE49-F238E27FC236}">
                <a16:creationId xmlns:a16="http://schemas.microsoft.com/office/drawing/2014/main" id="{8980ADE3-BF44-3E30-A769-7109D6CAAE4B}"/>
              </a:ext>
            </a:extLst>
          </p:cNvPr>
          <p:cNvSpPr/>
          <p:nvPr/>
        </p:nvSpPr>
        <p:spPr>
          <a:xfrm>
            <a:off x="74627" y="3027318"/>
            <a:ext cx="1005964" cy="750924"/>
          </a:xfrm>
          <a:prstGeom prst="cloudCallout">
            <a:avLst>
              <a:gd name="adj1" fmla="val 61480"/>
              <a:gd name="adj2" fmla="val 39651"/>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3">
            <a:extLst>
              <a:ext uri="{FF2B5EF4-FFF2-40B4-BE49-F238E27FC236}">
                <a16:creationId xmlns:a16="http://schemas.microsoft.com/office/drawing/2014/main" id="{A7CF13FF-9C84-A1B8-3F7C-609E5593E95F}"/>
              </a:ext>
            </a:extLst>
          </p:cNvPr>
          <p:cNvSpPr/>
          <p:nvPr/>
        </p:nvSpPr>
        <p:spPr>
          <a:xfrm>
            <a:off x="410253" y="4553198"/>
            <a:ext cx="2927969" cy="1416782"/>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1</a:t>
            </a:r>
          </a:p>
          <a:p>
            <a:pPr algn="ctr"/>
            <a:r>
              <a:rPr lang="en-US" sz="1400" dirty="0">
                <a:solidFill>
                  <a:schemeClr val="tx1"/>
                </a:solidFill>
              </a:rPr>
              <a:t>Misalignment occurs within the team, and is expressed by its members</a:t>
            </a:r>
          </a:p>
        </p:txBody>
      </p:sp>
      <p:sp>
        <p:nvSpPr>
          <p:cNvPr id="14" name="Triangolo isoscele 13">
            <a:extLst>
              <a:ext uri="{FF2B5EF4-FFF2-40B4-BE49-F238E27FC236}">
                <a16:creationId xmlns:a16="http://schemas.microsoft.com/office/drawing/2014/main" id="{B8C35B7A-8C56-057A-63DA-A653EA33D0AF}"/>
              </a:ext>
            </a:extLst>
          </p:cNvPr>
          <p:cNvSpPr/>
          <p:nvPr/>
        </p:nvSpPr>
        <p:spPr>
          <a:xfrm rot="5400000">
            <a:off x="3758612" y="4918946"/>
            <a:ext cx="594694" cy="72376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uppo 14">
            <a:extLst>
              <a:ext uri="{FF2B5EF4-FFF2-40B4-BE49-F238E27FC236}">
                <a16:creationId xmlns:a16="http://schemas.microsoft.com/office/drawing/2014/main" id="{42EA5C92-6B23-F779-ED1A-DF88291AFD61}"/>
              </a:ext>
            </a:extLst>
          </p:cNvPr>
          <p:cNvGrpSpPr/>
          <p:nvPr/>
        </p:nvGrpSpPr>
        <p:grpSpPr>
          <a:xfrm>
            <a:off x="5343477" y="1836272"/>
            <a:ext cx="2485478" cy="963765"/>
            <a:chOff x="1127051" y="1510081"/>
            <a:chExt cx="10134048" cy="3929563"/>
          </a:xfrm>
        </p:grpSpPr>
        <p:grpSp>
          <p:nvGrpSpPr>
            <p:cNvPr id="16" name="Groupe 5">
              <a:extLst>
                <a:ext uri="{FF2B5EF4-FFF2-40B4-BE49-F238E27FC236}">
                  <a16:creationId xmlns:a16="http://schemas.microsoft.com/office/drawing/2014/main" id="{4D52221D-8193-0C84-B42A-4612DFD07982}"/>
                </a:ext>
              </a:extLst>
            </p:cNvPr>
            <p:cNvGrpSpPr/>
            <p:nvPr/>
          </p:nvGrpSpPr>
          <p:grpSpPr>
            <a:xfrm>
              <a:off x="1127051" y="1528302"/>
              <a:ext cx="2328941" cy="1339670"/>
              <a:chOff x="463550" y="1420160"/>
              <a:chExt cx="11264900" cy="6479877"/>
            </a:xfrm>
          </p:grpSpPr>
          <p:sp>
            <p:nvSpPr>
              <p:cNvPr id="186" name="Trapèze 6">
                <a:extLst>
                  <a:ext uri="{FF2B5EF4-FFF2-40B4-BE49-F238E27FC236}">
                    <a16:creationId xmlns:a16="http://schemas.microsoft.com/office/drawing/2014/main" id="{B66C9F48-96FF-7461-4F35-39694BB0F0D9}"/>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b="1"/>
                  <a:t>CAUSE</a:t>
                </a:r>
              </a:p>
            </p:txBody>
          </p:sp>
          <p:sp>
            <p:nvSpPr>
              <p:cNvPr id="187" name="Triangle isocèle 7">
                <a:extLst>
                  <a:ext uri="{FF2B5EF4-FFF2-40B4-BE49-F238E27FC236}">
                    <a16:creationId xmlns:a16="http://schemas.microsoft.com/office/drawing/2014/main" id="{1F51B1EE-9AC7-C192-50E0-8000769AFFA2}"/>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GREAT GOAL</a:t>
                </a:r>
              </a:p>
              <a:p>
                <a:pPr algn="ctr"/>
                <a:endParaRPr lang="en-US" sz="100"/>
              </a:p>
            </p:txBody>
          </p:sp>
          <p:grpSp>
            <p:nvGrpSpPr>
              <p:cNvPr id="188" name="Groupe 8">
                <a:extLst>
                  <a:ext uri="{FF2B5EF4-FFF2-40B4-BE49-F238E27FC236}">
                    <a16:creationId xmlns:a16="http://schemas.microsoft.com/office/drawing/2014/main" id="{3B17FA52-ECE8-874F-4824-2BB3B4529402}"/>
                  </a:ext>
                </a:extLst>
              </p:cNvPr>
              <p:cNvGrpSpPr/>
              <p:nvPr/>
            </p:nvGrpSpPr>
            <p:grpSpPr>
              <a:xfrm>
                <a:off x="1527175" y="3040767"/>
                <a:ext cx="9137650" cy="1969383"/>
                <a:chOff x="1644650" y="3040767"/>
                <a:chExt cx="9137650" cy="1907219"/>
              </a:xfrm>
            </p:grpSpPr>
            <p:sp>
              <p:nvSpPr>
                <p:cNvPr id="191" name="Trapèze 11">
                  <a:extLst>
                    <a:ext uri="{FF2B5EF4-FFF2-40B4-BE49-F238E27FC236}">
                      <a16:creationId xmlns:a16="http://schemas.microsoft.com/office/drawing/2014/main" id="{27436411-82DE-7B37-F36B-F2592AEBDFB4}"/>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a:t>BAD MEMORIES</a:t>
                  </a:r>
                  <a:endParaRPr lang="en-US" sz="100"/>
                </a:p>
              </p:txBody>
            </p:sp>
            <p:sp>
              <p:nvSpPr>
                <p:cNvPr id="192" name="Trapèze 12">
                  <a:extLst>
                    <a:ext uri="{FF2B5EF4-FFF2-40B4-BE49-F238E27FC236}">
                      <a16:creationId xmlns:a16="http://schemas.microsoft.com/office/drawing/2014/main" id="{A8B7DDE6-CE4E-36BF-0E02-D64E19B119B5}"/>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dirty="0"/>
                    <a:t>WRONG FICTIVE STORIES - RISKS</a:t>
                  </a:r>
                </a:p>
              </p:txBody>
            </p:sp>
            <p:sp>
              <p:nvSpPr>
                <p:cNvPr id="193" name="Trapèze 13">
                  <a:extLst>
                    <a:ext uri="{FF2B5EF4-FFF2-40B4-BE49-F238E27FC236}">
                      <a16:creationId xmlns:a16="http://schemas.microsoft.com/office/drawing/2014/main" id="{021CB16C-1848-2875-AA15-951A41AFF347}"/>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a:t>GOOD MEMORIES</a:t>
                  </a:r>
                  <a:endParaRPr lang="en-US" sz="100"/>
                </a:p>
              </p:txBody>
            </p:sp>
            <p:sp>
              <p:nvSpPr>
                <p:cNvPr id="194" name="Trapèze 14">
                  <a:extLst>
                    <a:ext uri="{FF2B5EF4-FFF2-40B4-BE49-F238E27FC236}">
                      <a16:creationId xmlns:a16="http://schemas.microsoft.com/office/drawing/2014/main" id="{5F7C03F5-5EF3-84D1-7A7A-B2C4C5019870}"/>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a:t>IDEAL STORIES</a:t>
                  </a:r>
                </a:p>
              </p:txBody>
            </p:sp>
          </p:grpSp>
          <p:sp>
            <p:nvSpPr>
              <p:cNvPr id="189" name="Triangle isocèle 9">
                <a:extLst>
                  <a:ext uri="{FF2B5EF4-FFF2-40B4-BE49-F238E27FC236}">
                    <a16:creationId xmlns:a16="http://schemas.microsoft.com/office/drawing/2014/main" id="{89AFB1CD-C39D-FC31-30E6-E40CC3F54015}"/>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sp>
            <p:nvSpPr>
              <p:cNvPr id="190" name="ZoneTexte 10">
                <a:extLst>
                  <a:ext uri="{FF2B5EF4-FFF2-40B4-BE49-F238E27FC236}">
                    <a16:creationId xmlns:a16="http://schemas.microsoft.com/office/drawing/2014/main" id="{FB881D89-2C5D-8661-F2D2-3E9F4748AA4F}"/>
                  </a:ext>
                </a:extLst>
              </p:cNvPr>
              <p:cNvSpPr txBox="1"/>
              <p:nvPr/>
            </p:nvSpPr>
            <p:spPr>
              <a:xfrm>
                <a:off x="4952502" y="3044172"/>
                <a:ext cx="2287016" cy="4855865"/>
              </a:xfrm>
              <a:prstGeom prst="rect">
                <a:avLst/>
              </a:prstGeom>
              <a:noFill/>
            </p:spPr>
            <p:txBody>
              <a:bodyPr wrap="square">
                <a:spAutoFit/>
              </a:bodyPr>
              <a:lstStyle/>
              <a:p>
                <a:pPr algn="ctr"/>
                <a:r>
                  <a:rPr lang="en-US" sz="100" b="1"/>
                  <a:t>CONDITIONS</a:t>
                </a:r>
              </a:p>
            </p:txBody>
          </p:sp>
        </p:grpSp>
        <p:grpSp>
          <p:nvGrpSpPr>
            <p:cNvPr id="17" name="Groupe 172">
              <a:extLst>
                <a:ext uri="{FF2B5EF4-FFF2-40B4-BE49-F238E27FC236}">
                  <a16:creationId xmlns:a16="http://schemas.microsoft.com/office/drawing/2014/main" id="{4727AA4F-4A73-401B-83A3-6DD0F51CC4DC}"/>
                </a:ext>
              </a:extLst>
            </p:cNvPr>
            <p:cNvGrpSpPr/>
            <p:nvPr/>
          </p:nvGrpSpPr>
          <p:grpSpPr>
            <a:xfrm>
              <a:off x="4719990" y="1510081"/>
              <a:ext cx="3001901" cy="1119025"/>
              <a:chOff x="7527020" y="2036345"/>
              <a:chExt cx="3826780" cy="1426517"/>
            </a:xfrm>
          </p:grpSpPr>
          <p:grpSp>
            <p:nvGrpSpPr>
              <p:cNvPr id="102" name="Groupe 32">
                <a:extLst>
                  <a:ext uri="{FF2B5EF4-FFF2-40B4-BE49-F238E27FC236}">
                    <a16:creationId xmlns:a16="http://schemas.microsoft.com/office/drawing/2014/main" id="{5EDE653C-F56A-38B0-EAEF-01A6AA9E09A7}"/>
                  </a:ext>
                </a:extLst>
              </p:cNvPr>
              <p:cNvGrpSpPr/>
              <p:nvPr/>
            </p:nvGrpSpPr>
            <p:grpSpPr>
              <a:xfrm>
                <a:off x="10055197" y="2036345"/>
                <a:ext cx="1298603" cy="1298603"/>
                <a:chOff x="9835911" y="2807662"/>
                <a:chExt cx="1796250" cy="1796250"/>
              </a:xfrm>
            </p:grpSpPr>
            <p:pic>
              <p:nvPicPr>
                <p:cNvPr id="123" name="Graphique 49" descr="Cathédrale avec un remplissage uni">
                  <a:extLst>
                    <a:ext uri="{FF2B5EF4-FFF2-40B4-BE49-F238E27FC236}">
                      <a16:creationId xmlns:a16="http://schemas.microsoft.com/office/drawing/2014/main" id="{281273CA-EA75-EC1A-C112-57CDD6778985}"/>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9835911" y="2807662"/>
                  <a:ext cx="1796250" cy="1796250"/>
                </a:xfrm>
                <a:prstGeom prst="rect">
                  <a:avLst/>
                </a:prstGeom>
              </p:spPr>
            </p:pic>
            <p:sp>
              <p:nvSpPr>
                <p:cNvPr id="124" name="Rectangle 50">
                  <a:extLst>
                    <a:ext uri="{FF2B5EF4-FFF2-40B4-BE49-F238E27FC236}">
                      <a16:creationId xmlns:a16="http://schemas.microsoft.com/office/drawing/2014/main" id="{90A92B48-E224-3E5B-A6DE-1EE904C7C2F5}"/>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5" name="Rectangle 51">
                  <a:extLst>
                    <a:ext uri="{FF2B5EF4-FFF2-40B4-BE49-F238E27FC236}">
                      <a16:creationId xmlns:a16="http://schemas.microsoft.com/office/drawing/2014/main" id="{E9856C4D-E556-8255-BFBF-6EE868F4C7E6}"/>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6" name="Rectangle 52">
                  <a:extLst>
                    <a:ext uri="{FF2B5EF4-FFF2-40B4-BE49-F238E27FC236}">
                      <a16:creationId xmlns:a16="http://schemas.microsoft.com/office/drawing/2014/main" id="{911DF3B5-679D-2E4E-1255-A54E28B772E0}"/>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7" name="Rectangle 53">
                  <a:extLst>
                    <a:ext uri="{FF2B5EF4-FFF2-40B4-BE49-F238E27FC236}">
                      <a16:creationId xmlns:a16="http://schemas.microsoft.com/office/drawing/2014/main" id="{222C09EF-BCD3-C30A-84B0-50898A19A9CD}"/>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8" name="Rectangle 54">
                  <a:extLst>
                    <a:ext uri="{FF2B5EF4-FFF2-40B4-BE49-F238E27FC236}">
                      <a16:creationId xmlns:a16="http://schemas.microsoft.com/office/drawing/2014/main" id="{898FDF63-0A06-F006-81FB-00DFA272F94F}"/>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9" name="Rectangle 55">
                  <a:extLst>
                    <a:ext uri="{FF2B5EF4-FFF2-40B4-BE49-F238E27FC236}">
                      <a16:creationId xmlns:a16="http://schemas.microsoft.com/office/drawing/2014/main" id="{C20390D8-ACBC-3971-16DF-BA9E2AF7DA16}"/>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0" name="Rectangle 56">
                  <a:extLst>
                    <a:ext uri="{FF2B5EF4-FFF2-40B4-BE49-F238E27FC236}">
                      <a16:creationId xmlns:a16="http://schemas.microsoft.com/office/drawing/2014/main" id="{14FB90F9-4D31-5EFD-76A4-648E13840CE5}"/>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1" name="Rectangle 57">
                  <a:extLst>
                    <a:ext uri="{FF2B5EF4-FFF2-40B4-BE49-F238E27FC236}">
                      <a16:creationId xmlns:a16="http://schemas.microsoft.com/office/drawing/2014/main" id="{30DF13E9-6698-687C-8003-452DF494360E}"/>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2" name="Rectangle 58">
                  <a:extLst>
                    <a:ext uri="{FF2B5EF4-FFF2-40B4-BE49-F238E27FC236}">
                      <a16:creationId xmlns:a16="http://schemas.microsoft.com/office/drawing/2014/main" id="{CE5389C9-83AB-AE77-0D4F-C6E5EB800A62}"/>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3" name="Rectangle 59">
                  <a:extLst>
                    <a:ext uri="{FF2B5EF4-FFF2-40B4-BE49-F238E27FC236}">
                      <a16:creationId xmlns:a16="http://schemas.microsoft.com/office/drawing/2014/main" id="{28006357-9938-3D98-D8A9-B41D316DE867}"/>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4" name="Rectangle 60">
                  <a:extLst>
                    <a:ext uri="{FF2B5EF4-FFF2-40B4-BE49-F238E27FC236}">
                      <a16:creationId xmlns:a16="http://schemas.microsoft.com/office/drawing/2014/main" id="{0C2E720F-BC79-C7BD-FE44-F2290AF70E9E}"/>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5" name="Rectangle 61">
                  <a:extLst>
                    <a:ext uri="{FF2B5EF4-FFF2-40B4-BE49-F238E27FC236}">
                      <a16:creationId xmlns:a16="http://schemas.microsoft.com/office/drawing/2014/main" id="{5707C5F8-093A-5851-1389-D0F5A384BB4F}"/>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6" name="Rectangle 62">
                  <a:extLst>
                    <a:ext uri="{FF2B5EF4-FFF2-40B4-BE49-F238E27FC236}">
                      <a16:creationId xmlns:a16="http://schemas.microsoft.com/office/drawing/2014/main" id="{110D254F-DE66-D6A5-FCEE-410B83E652D3}"/>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7" name="Rectangle 63">
                  <a:extLst>
                    <a:ext uri="{FF2B5EF4-FFF2-40B4-BE49-F238E27FC236}">
                      <a16:creationId xmlns:a16="http://schemas.microsoft.com/office/drawing/2014/main" id="{961D7E4E-BB5B-1C55-5127-D49DF7CDCE8B}"/>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8" name="Rectangle 64">
                  <a:extLst>
                    <a:ext uri="{FF2B5EF4-FFF2-40B4-BE49-F238E27FC236}">
                      <a16:creationId xmlns:a16="http://schemas.microsoft.com/office/drawing/2014/main" id="{202B6014-35A4-F8E8-E23D-103EF3FC293B}"/>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9" name="Rectangle 65">
                  <a:extLst>
                    <a:ext uri="{FF2B5EF4-FFF2-40B4-BE49-F238E27FC236}">
                      <a16:creationId xmlns:a16="http://schemas.microsoft.com/office/drawing/2014/main" id="{141AF5CA-C7BC-B73B-2B48-FFAE9F720E5C}"/>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0" name="Rectangle 66">
                  <a:extLst>
                    <a:ext uri="{FF2B5EF4-FFF2-40B4-BE49-F238E27FC236}">
                      <a16:creationId xmlns:a16="http://schemas.microsoft.com/office/drawing/2014/main" id="{1F057D92-7E85-23AC-5F19-8D5E6ADC0EE9}"/>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1" name="Rectangle 67">
                  <a:extLst>
                    <a:ext uri="{FF2B5EF4-FFF2-40B4-BE49-F238E27FC236}">
                      <a16:creationId xmlns:a16="http://schemas.microsoft.com/office/drawing/2014/main" id="{154BE86C-545D-E684-661F-74713334C380}"/>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2" name="Rectangle 68">
                  <a:extLst>
                    <a:ext uri="{FF2B5EF4-FFF2-40B4-BE49-F238E27FC236}">
                      <a16:creationId xmlns:a16="http://schemas.microsoft.com/office/drawing/2014/main" id="{148EF210-B784-7066-4B5F-162C727B6B10}"/>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3" name="Rectangle 69">
                  <a:extLst>
                    <a:ext uri="{FF2B5EF4-FFF2-40B4-BE49-F238E27FC236}">
                      <a16:creationId xmlns:a16="http://schemas.microsoft.com/office/drawing/2014/main" id="{56FF2336-4ED6-6444-CE0A-8AF9882FFFB9}"/>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4" name="Rectangle 70">
                  <a:extLst>
                    <a:ext uri="{FF2B5EF4-FFF2-40B4-BE49-F238E27FC236}">
                      <a16:creationId xmlns:a16="http://schemas.microsoft.com/office/drawing/2014/main" id="{5486D617-CDF4-B569-3003-8E01A9753672}"/>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5" name="Rectangle 71">
                  <a:extLst>
                    <a:ext uri="{FF2B5EF4-FFF2-40B4-BE49-F238E27FC236}">
                      <a16:creationId xmlns:a16="http://schemas.microsoft.com/office/drawing/2014/main" id="{179ABB14-39ED-E818-93B8-6F23731E04E8}"/>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6" name="Rectangle 72">
                  <a:extLst>
                    <a:ext uri="{FF2B5EF4-FFF2-40B4-BE49-F238E27FC236}">
                      <a16:creationId xmlns:a16="http://schemas.microsoft.com/office/drawing/2014/main" id="{CFF6D0F9-BFE4-3D2E-F09A-20BC8F4538C7}"/>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7" name="Rectangle 73">
                  <a:extLst>
                    <a:ext uri="{FF2B5EF4-FFF2-40B4-BE49-F238E27FC236}">
                      <a16:creationId xmlns:a16="http://schemas.microsoft.com/office/drawing/2014/main" id="{D63B0E10-E78B-C73F-903D-C11FB259C349}"/>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8" name="Rectangle 74">
                  <a:extLst>
                    <a:ext uri="{FF2B5EF4-FFF2-40B4-BE49-F238E27FC236}">
                      <a16:creationId xmlns:a16="http://schemas.microsoft.com/office/drawing/2014/main" id="{F0D15B12-DF4F-0DB7-1EC0-458BEF4C03E3}"/>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9" name="Rectangle 75">
                  <a:extLst>
                    <a:ext uri="{FF2B5EF4-FFF2-40B4-BE49-F238E27FC236}">
                      <a16:creationId xmlns:a16="http://schemas.microsoft.com/office/drawing/2014/main" id="{5C9CCEF5-01EB-BAE0-6CC8-DC23F9EC7C43}"/>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0" name="Rectangle 76">
                  <a:extLst>
                    <a:ext uri="{FF2B5EF4-FFF2-40B4-BE49-F238E27FC236}">
                      <a16:creationId xmlns:a16="http://schemas.microsoft.com/office/drawing/2014/main" id="{E0E48D4B-A632-B412-547A-DE068FA1088B}"/>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1" name="Rectangle 77">
                  <a:extLst>
                    <a:ext uri="{FF2B5EF4-FFF2-40B4-BE49-F238E27FC236}">
                      <a16:creationId xmlns:a16="http://schemas.microsoft.com/office/drawing/2014/main" id="{3063BF8E-63D1-3DE7-A420-CEF0DB306BBA}"/>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2" name="Rectangle 78">
                  <a:extLst>
                    <a:ext uri="{FF2B5EF4-FFF2-40B4-BE49-F238E27FC236}">
                      <a16:creationId xmlns:a16="http://schemas.microsoft.com/office/drawing/2014/main" id="{BABE2F9B-2985-72B9-D479-86BCC85E271B}"/>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3" name="Rectangle 79">
                  <a:extLst>
                    <a:ext uri="{FF2B5EF4-FFF2-40B4-BE49-F238E27FC236}">
                      <a16:creationId xmlns:a16="http://schemas.microsoft.com/office/drawing/2014/main" id="{CEC4467C-DC43-61BF-2FEE-4D51DCC84AEA}"/>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4" name="Rectangle 80">
                  <a:extLst>
                    <a:ext uri="{FF2B5EF4-FFF2-40B4-BE49-F238E27FC236}">
                      <a16:creationId xmlns:a16="http://schemas.microsoft.com/office/drawing/2014/main" id="{30F32056-777B-967F-1138-53D5B2917112}"/>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5" name="Rectangle 81">
                  <a:extLst>
                    <a:ext uri="{FF2B5EF4-FFF2-40B4-BE49-F238E27FC236}">
                      <a16:creationId xmlns:a16="http://schemas.microsoft.com/office/drawing/2014/main" id="{022684BB-2E08-FD21-B8F2-F30EE79DDA14}"/>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6" name="Rectangle 82">
                  <a:extLst>
                    <a:ext uri="{FF2B5EF4-FFF2-40B4-BE49-F238E27FC236}">
                      <a16:creationId xmlns:a16="http://schemas.microsoft.com/office/drawing/2014/main" id="{571AC531-BC95-28E4-44D8-C2AE65AFD2BB}"/>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7" name="Rectangle 83">
                  <a:extLst>
                    <a:ext uri="{FF2B5EF4-FFF2-40B4-BE49-F238E27FC236}">
                      <a16:creationId xmlns:a16="http://schemas.microsoft.com/office/drawing/2014/main" id="{C6830530-4777-86D7-5652-0E97C9605582}"/>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8" name="Rectangle 84">
                  <a:extLst>
                    <a:ext uri="{FF2B5EF4-FFF2-40B4-BE49-F238E27FC236}">
                      <a16:creationId xmlns:a16="http://schemas.microsoft.com/office/drawing/2014/main" id="{22228C69-AE7F-2FDD-F105-A51B4A510A44}"/>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9" name="Rectangle 85">
                  <a:extLst>
                    <a:ext uri="{FF2B5EF4-FFF2-40B4-BE49-F238E27FC236}">
                      <a16:creationId xmlns:a16="http://schemas.microsoft.com/office/drawing/2014/main" id="{45349C3D-DED3-F3E8-8D0B-B76531FA840F}"/>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0" name="Rectangle 86">
                  <a:extLst>
                    <a:ext uri="{FF2B5EF4-FFF2-40B4-BE49-F238E27FC236}">
                      <a16:creationId xmlns:a16="http://schemas.microsoft.com/office/drawing/2014/main" id="{A72E0918-C108-6EFF-D473-E86FBCCF19AE}"/>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1" name="Rectangle 87">
                  <a:extLst>
                    <a:ext uri="{FF2B5EF4-FFF2-40B4-BE49-F238E27FC236}">
                      <a16:creationId xmlns:a16="http://schemas.microsoft.com/office/drawing/2014/main" id="{4592BAC9-2866-8EB7-03E0-834C1AC28681}"/>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2" name="Rectangle 88">
                  <a:extLst>
                    <a:ext uri="{FF2B5EF4-FFF2-40B4-BE49-F238E27FC236}">
                      <a16:creationId xmlns:a16="http://schemas.microsoft.com/office/drawing/2014/main" id="{907DE8AA-731E-583B-0E80-B106932BBDD1}"/>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3" name="Rectangle 89">
                  <a:extLst>
                    <a:ext uri="{FF2B5EF4-FFF2-40B4-BE49-F238E27FC236}">
                      <a16:creationId xmlns:a16="http://schemas.microsoft.com/office/drawing/2014/main" id="{EFBFC518-622C-6701-1296-3FD72D62A89A}"/>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4" name="Rectangle 90">
                  <a:extLst>
                    <a:ext uri="{FF2B5EF4-FFF2-40B4-BE49-F238E27FC236}">
                      <a16:creationId xmlns:a16="http://schemas.microsoft.com/office/drawing/2014/main" id="{89A47469-B998-CADE-37AC-8B105C590628}"/>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5" name="Rectangle 91">
                  <a:extLst>
                    <a:ext uri="{FF2B5EF4-FFF2-40B4-BE49-F238E27FC236}">
                      <a16:creationId xmlns:a16="http://schemas.microsoft.com/office/drawing/2014/main" id="{19012FDE-8A82-B650-7EC3-C7623C4639E6}"/>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6" name="Rectangle 92">
                  <a:extLst>
                    <a:ext uri="{FF2B5EF4-FFF2-40B4-BE49-F238E27FC236}">
                      <a16:creationId xmlns:a16="http://schemas.microsoft.com/office/drawing/2014/main" id="{61380DD6-7D97-A6D8-84C5-701B3947C5B6}"/>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7" name="Rectangle 93">
                  <a:extLst>
                    <a:ext uri="{FF2B5EF4-FFF2-40B4-BE49-F238E27FC236}">
                      <a16:creationId xmlns:a16="http://schemas.microsoft.com/office/drawing/2014/main" id="{DCA4C616-9F33-24F1-DBCF-04719812C5A4}"/>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8" name="Rectangle 94">
                  <a:extLst>
                    <a:ext uri="{FF2B5EF4-FFF2-40B4-BE49-F238E27FC236}">
                      <a16:creationId xmlns:a16="http://schemas.microsoft.com/office/drawing/2014/main" id="{C68DCEFA-DD2A-BC5D-6453-22EB25BBBE2D}"/>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9" name="Rectangle 95">
                  <a:extLst>
                    <a:ext uri="{FF2B5EF4-FFF2-40B4-BE49-F238E27FC236}">
                      <a16:creationId xmlns:a16="http://schemas.microsoft.com/office/drawing/2014/main" id="{DE2B90EF-7165-8684-A71E-D7E5B3194D1C}"/>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0" name="Rectangle 96">
                  <a:extLst>
                    <a:ext uri="{FF2B5EF4-FFF2-40B4-BE49-F238E27FC236}">
                      <a16:creationId xmlns:a16="http://schemas.microsoft.com/office/drawing/2014/main" id="{E22DE5D8-EB47-4663-00B1-C46EA8C7D82C}"/>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1" name="Rectangle 97">
                  <a:extLst>
                    <a:ext uri="{FF2B5EF4-FFF2-40B4-BE49-F238E27FC236}">
                      <a16:creationId xmlns:a16="http://schemas.microsoft.com/office/drawing/2014/main" id="{74E6471E-4D46-E6E9-97F9-6B97F16EE242}"/>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2" name="Rectangle 98">
                  <a:extLst>
                    <a:ext uri="{FF2B5EF4-FFF2-40B4-BE49-F238E27FC236}">
                      <a16:creationId xmlns:a16="http://schemas.microsoft.com/office/drawing/2014/main" id="{096FDF8B-F75E-3794-9C75-12D95A3A7EBC}"/>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3" name="Rectangle 99">
                  <a:extLst>
                    <a:ext uri="{FF2B5EF4-FFF2-40B4-BE49-F238E27FC236}">
                      <a16:creationId xmlns:a16="http://schemas.microsoft.com/office/drawing/2014/main" id="{C8B6E837-FCDD-1417-13DC-8FA120D06662}"/>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4" name="Rectangle 100">
                  <a:extLst>
                    <a:ext uri="{FF2B5EF4-FFF2-40B4-BE49-F238E27FC236}">
                      <a16:creationId xmlns:a16="http://schemas.microsoft.com/office/drawing/2014/main" id="{BB4AED4A-5539-715A-F91C-86C42E1DCA9A}"/>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5" name="Rectangle 101">
                  <a:extLst>
                    <a:ext uri="{FF2B5EF4-FFF2-40B4-BE49-F238E27FC236}">
                      <a16:creationId xmlns:a16="http://schemas.microsoft.com/office/drawing/2014/main" id="{343A56E9-240B-4451-3FA8-88C4F9F1845A}"/>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6" name="Rectangle 102">
                  <a:extLst>
                    <a:ext uri="{FF2B5EF4-FFF2-40B4-BE49-F238E27FC236}">
                      <a16:creationId xmlns:a16="http://schemas.microsoft.com/office/drawing/2014/main" id="{88283EAD-F870-FD80-AACC-3BD2A0E13053}"/>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7" name="Rectangle 103">
                  <a:extLst>
                    <a:ext uri="{FF2B5EF4-FFF2-40B4-BE49-F238E27FC236}">
                      <a16:creationId xmlns:a16="http://schemas.microsoft.com/office/drawing/2014/main" id="{2DC32918-CA0B-9150-5477-4D50E9418093}"/>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8" name="Rectangle 104">
                  <a:extLst>
                    <a:ext uri="{FF2B5EF4-FFF2-40B4-BE49-F238E27FC236}">
                      <a16:creationId xmlns:a16="http://schemas.microsoft.com/office/drawing/2014/main" id="{86CAF6CC-8263-B765-F837-B223F36C6878}"/>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9" name="Rectangle 105">
                  <a:extLst>
                    <a:ext uri="{FF2B5EF4-FFF2-40B4-BE49-F238E27FC236}">
                      <a16:creationId xmlns:a16="http://schemas.microsoft.com/office/drawing/2014/main" id="{4380AC07-8034-12E3-2359-5D0B34F27811}"/>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0" name="Rectangle 106">
                  <a:extLst>
                    <a:ext uri="{FF2B5EF4-FFF2-40B4-BE49-F238E27FC236}">
                      <a16:creationId xmlns:a16="http://schemas.microsoft.com/office/drawing/2014/main" id="{2DE5751A-985C-C056-2FFF-1CC2F28424F0}"/>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1" name="Rectangle 107">
                  <a:extLst>
                    <a:ext uri="{FF2B5EF4-FFF2-40B4-BE49-F238E27FC236}">
                      <a16:creationId xmlns:a16="http://schemas.microsoft.com/office/drawing/2014/main" id="{8582CB4F-AC44-5ACE-EB67-7AF5A76FF219}"/>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2" name="Rectangle 108">
                  <a:extLst>
                    <a:ext uri="{FF2B5EF4-FFF2-40B4-BE49-F238E27FC236}">
                      <a16:creationId xmlns:a16="http://schemas.microsoft.com/office/drawing/2014/main" id="{64246A8B-69F6-32A3-91D7-2BA88198BF77}"/>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3" name="Rectangle 109">
                  <a:extLst>
                    <a:ext uri="{FF2B5EF4-FFF2-40B4-BE49-F238E27FC236}">
                      <a16:creationId xmlns:a16="http://schemas.microsoft.com/office/drawing/2014/main" id="{BF455617-1E6C-C5B1-FE5A-63AA4214DD44}"/>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4" name="Rectangle 110">
                  <a:extLst>
                    <a:ext uri="{FF2B5EF4-FFF2-40B4-BE49-F238E27FC236}">
                      <a16:creationId xmlns:a16="http://schemas.microsoft.com/office/drawing/2014/main" id="{3B91FC9C-34F1-C396-BCBF-E226883F3D2C}"/>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5" name="Rectangle 111">
                  <a:extLst>
                    <a:ext uri="{FF2B5EF4-FFF2-40B4-BE49-F238E27FC236}">
                      <a16:creationId xmlns:a16="http://schemas.microsoft.com/office/drawing/2014/main" id="{9915AD50-5F13-5C66-E0A0-C823A6909D4A}"/>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grpSp>
          <p:grpSp>
            <p:nvGrpSpPr>
              <p:cNvPr id="103" name="Groupe 152">
                <a:extLst>
                  <a:ext uri="{FF2B5EF4-FFF2-40B4-BE49-F238E27FC236}">
                    <a16:creationId xmlns:a16="http://schemas.microsoft.com/office/drawing/2014/main" id="{F8C0BA32-36C5-C696-E5AF-F4DD10DA003B}"/>
                  </a:ext>
                </a:extLst>
              </p:cNvPr>
              <p:cNvGrpSpPr/>
              <p:nvPr/>
            </p:nvGrpSpPr>
            <p:grpSpPr>
              <a:xfrm>
                <a:off x="7527020" y="2174293"/>
                <a:ext cx="1467257" cy="1169474"/>
                <a:chOff x="2609577" y="1563591"/>
                <a:chExt cx="1467257" cy="1169474"/>
              </a:xfrm>
            </p:grpSpPr>
            <p:grpSp>
              <p:nvGrpSpPr>
                <p:cNvPr id="118" name="Groupe 153">
                  <a:extLst>
                    <a:ext uri="{FF2B5EF4-FFF2-40B4-BE49-F238E27FC236}">
                      <a16:creationId xmlns:a16="http://schemas.microsoft.com/office/drawing/2014/main" id="{82669844-F047-3388-4CC2-D7890812900E}"/>
                    </a:ext>
                  </a:extLst>
                </p:cNvPr>
                <p:cNvGrpSpPr/>
                <p:nvPr/>
              </p:nvGrpSpPr>
              <p:grpSpPr>
                <a:xfrm>
                  <a:off x="2609577" y="1563591"/>
                  <a:ext cx="1412109" cy="1169474"/>
                  <a:chOff x="2645545" y="3994190"/>
                  <a:chExt cx="1412109" cy="1169474"/>
                </a:xfrm>
              </p:grpSpPr>
              <p:pic>
                <p:nvPicPr>
                  <p:cNvPr id="120" name="Graphique 155" descr="Diable avec un remplissage uni">
                    <a:extLst>
                      <a:ext uri="{FF2B5EF4-FFF2-40B4-BE49-F238E27FC236}">
                        <a16:creationId xmlns:a16="http://schemas.microsoft.com/office/drawing/2014/main" id="{A2B4973D-7FE9-0247-2586-D9AE2EEBC246}"/>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037365" y="4143375"/>
                    <a:ext cx="1020289" cy="1020289"/>
                  </a:xfrm>
                  <a:prstGeom prst="rect">
                    <a:avLst/>
                  </a:prstGeom>
                </p:spPr>
              </p:pic>
              <p:pic>
                <p:nvPicPr>
                  <p:cNvPr id="121" name="Graphique 156" descr="Base-ball avec un remplissage uni">
                    <a:extLst>
                      <a:ext uri="{FF2B5EF4-FFF2-40B4-BE49-F238E27FC236}">
                        <a16:creationId xmlns:a16="http://schemas.microsoft.com/office/drawing/2014/main" id="{A53B1A58-04EA-EB90-F26A-5B6B15595325}"/>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flipH="1">
                    <a:off x="2645545" y="4030462"/>
                    <a:ext cx="993713" cy="1133202"/>
                  </a:xfrm>
                  <a:prstGeom prst="rect">
                    <a:avLst/>
                  </a:prstGeom>
                </p:spPr>
              </p:pic>
              <p:sp>
                <p:nvSpPr>
                  <p:cNvPr id="122" name="Rectangle 157">
                    <a:extLst>
                      <a:ext uri="{FF2B5EF4-FFF2-40B4-BE49-F238E27FC236}">
                        <a16:creationId xmlns:a16="http://schemas.microsoft.com/office/drawing/2014/main" id="{C7A74F37-F4F1-79FC-0645-C41AF35367D2}"/>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grpSp>
            <p:pic>
              <p:nvPicPr>
                <p:cNvPr id="119" name="Graphique 154" descr="Boîte à archives avec un remplissage uni">
                  <a:extLst>
                    <a:ext uri="{FF2B5EF4-FFF2-40B4-BE49-F238E27FC236}">
                      <a16:creationId xmlns:a16="http://schemas.microsoft.com/office/drawing/2014/main" id="{B73BEDED-5C55-4932-9FA2-280F5B331A3F}"/>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rot="20255485">
                  <a:off x="3419733" y="1863768"/>
                  <a:ext cx="657101" cy="657101"/>
                </a:xfrm>
                <a:prstGeom prst="rect">
                  <a:avLst/>
                </a:prstGeom>
              </p:spPr>
            </p:pic>
          </p:grpSp>
          <p:grpSp>
            <p:nvGrpSpPr>
              <p:cNvPr id="104" name="Groupe 158">
                <a:extLst>
                  <a:ext uri="{FF2B5EF4-FFF2-40B4-BE49-F238E27FC236}">
                    <a16:creationId xmlns:a16="http://schemas.microsoft.com/office/drawing/2014/main" id="{A590082D-C739-961B-F330-00D8067D7576}"/>
                  </a:ext>
                </a:extLst>
              </p:cNvPr>
              <p:cNvGrpSpPr/>
              <p:nvPr/>
            </p:nvGrpSpPr>
            <p:grpSpPr>
              <a:xfrm flipH="1">
                <a:off x="8944157" y="2297704"/>
                <a:ext cx="1093937" cy="1165158"/>
                <a:chOff x="1680627" y="1783722"/>
                <a:chExt cx="1331514" cy="1331514"/>
              </a:xfrm>
            </p:grpSpPr>
            <p:pic>
              <p:nvPicPr>
                <p:cNvPr id="105" name="Graphique 159" descr="Mur de briques en construction avec un remplissage uni">
                  <a:extLst>
                    <a:ext uri="{FF2B5EF4-FFF2-40B4-BE49-F238E27FC236}">
                      <a16:creationId xmlns:a16="http://schemas.microsoft.com/office/drawing/2014/main" id="{C4B6C0C6-7F31-E3C2-919C-3FF387EA15AE}"/>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1680627" y="1783722"/>
                  <a:ext cx="1331514" cy="1331514"/>
                </a:xfrm>
                <a:prstGeom prst="rect">
                  <a:avLst/>
                </a:prstGeom>
              </p:spPr>
            </p:pic>
            <p:sp>
              <p:nvSpPr>
                <p:cNvPr id="106" name="Rectangle 160">
                  <a:extLst>
                    <a:ext uri="{FF2B5EF4-FFF2-40B4-BE49-F238E27FC236}">
                      <a16:creationId xmlns:a16="http://schemas.microsoft.com/office/drawing/2014/main" id="{5568DC13-89DD-23E2-29E4-3F892AB395B6}"/>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7" name="Rectangle 161">
                  <a:extLst>
                    <a:ext uri="{FF2B5EF4-FFF2-40B4-BE49-F238E27FC236}">
                      <a16:creationId xmlns:a16="http://schemas.microsoft.com/office/drawing/2014/main" id="{D987DAC4-17DC-2A97-1EB0-0AD81CC703D9}"/>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8" name="Rectangle 162">
                  <a:extLst>
                    <a:ext uri="{FF2B5EF4-FFF2-40B4-BE49-F238E27FC236}">
                      <a16:creationId xmlns:a16="http://schemas.microsoft.com/office/drawing/2014/main" id="{50E3BAFC-EA6F-1F79-924D-C943D6A86BC2}"/>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9" name="Rectangle 163">
                  <a:extLst>
                    <a:ext uri="{FF2B5EF4-FFF2-40B4-BE49-F238E27FC236}">
                      <a16:creationId xmlns:a16="http://schemas.microsoft.com/office/drawing/2014/main" id="{2F45CCA6-8183-5E49-A102-C29DF61EE2E8}"/>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0" name="Rectangle 164">
                  <a:extLst>
                    <a:ext uri="{FF2B5EF4-FFF2-40B4-BE49-F238E27FC236}">
                      <a16:creationId xmlns:a16="http://schemas.microsoft.com/office/drawing/2014/main" id="{82688194-AEDC-8346-D9E1-80BEFFE4F10F}"/>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1" name="Rectangle 165">
                  <a:extLst>
                    <a:ext uri="{FF2B5EF4-FFF2-40B4-BE49-F238E27FC236}">
                      <a16:creationId xmlns:a16="http://schemas.microsoft.com/office/drawing/2014/main" id="{DB5AC6EC-FC5A-F5CF-C446-A941A53FEBCC}"/>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2" name="Rectangle 166">
                  <a:extLst>
                    <a:ext uri="{FF2B5EF4-FFF2-40B4-BE49-F238E27FC236}">
                      <a16:creationId xmlns:a16="http://schemas.microsoft.com/office/drawing/2014/main" id="{A643A349-0FA7-59BC-85BE-551D646F0BF2}"/>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3" name="Rectangle 167">
                  <a:extLst>
                    <a:ext uri="{FF2B5EF4-FFF2-40B4-BE49-F238E27FC236}">
                      <a16:creationId xmlns:a16="http://schemas.microsoft.com/office/drawing/2014/main" id="{40382D84-2B9B-FD6B-A3D3-1057EDCFF96E}"/>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4" name="Rectangle 168">
                  <a:extLst>
                    <a:ext uri="{FF2B5EF4-FFF2-40B4-BE49-F238E27FC236}">
                      <a16:creationId xmlns:a16="http://schemas.microsoft.com/office/drawing/2014/main" id="{BDE6414A-EB2A-FB70-58A4-DFCA0495051B}"/>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5" name="Rectangle 169">
                  <a:extLst>
                    <a:ext uri="{FF2B5EF4-FFF2-40B4-BE49-F238E27FC236}">
                      <a16:creationId xmlns:a16="http://schemas.microsoft.com/office/drawing/2014/main" id="{C93432A5-4383-6122-DD64-5B8F152D5A97}"/>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6" name="Rectangle 170">
                  <a:extLst>
                    <a:ext uri="{FF2B5EF4-FFF2-40B4-BE49-F238E27FC236}">
                      <a16:creationId xmlns:a16="http://schemas.microsoft.com/office/drawing/2014/main" id="{55DBB62E-D152-4F15-103A-D8F768C40756}"/>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7" name="Rectangle 171">
                  <a:extLst>
                    <a:ext uri="{FF2B5EF4-FFF2-40B4-BE49-F238E27FC236}">
                      <a16:creationId xmlns:a16="http://schemas.microsoft.com/office/drawing/2014/main" id="{BD72CAC1-D1B6-2F11-1301-A7634D157C38}"/>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grpSp>
        </p:grpSp>
        <p:grpSp>
          <p:nvGrpSpPr>
            <p:cNvPr id="18" name="Groupe 173">
              <a:extLst>
                <a:ext uri="{FF2B5EF4-FFF2-40B4-BE49-F238E27FC236}">
                  <a16:creationId xmlns:a16="http://schemas.microsoft.com/office/drawing/2014/main" id="{19094837-F50C-9D72-A775-C1C74315609E}"/>
                </a:ext>
              </a:extLst>
            </p:cNvPr>
            <p:cNvGrpSpPr/>
            <p:nvPr/>
          </p:nvGrpSpPr>
          <p:grpSpPr>
            <a:xfrm>
              <a:off x="8811398" y="1671748"/>
              <a:ext cx="2449701" cy="1195165"/>
              <a:chOff x="127000" y="915986"/>
              <a:chExt cx="12052300" cy="5880100"/>
            </a:xfrm>
          </p:grpSpPr>
          <p:sp>
            <p:nvSpPr>
              <p:cNvPr id="97" name="Flèche : droite 174">
                <a:extLst>
                  <a:ext uri="{FF2B5EF4-FFF2-40B4-BE49-F238E27FC236}">
                    <a16:creationId xmlns:a16="http://schemas.microsoft.com/office/drawing/2014/main" id="{58F3A8A7-F21B-0BD4-40A5-3C378983C254}"/>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solidFill>
                    <a:schemeClr val="tx1"/>
                  </a:solidFill>
                </a:endParaRPr>
              </a:p>
            </p:txBody>
          </p:sp>
          <p:sp>
            <p:nvSpPr>
              <p:cNvPr id="98" name="Rectangle 175">
                <a:extLst>
                  <a:ext uri="{FF2B5EF4-FFF2-40B4-BE49-F238E27FC236}">
                    <a16:creationId xmlns:a16="http://schemas.microsoft.com/office/drawing/2014/main" id="{59B46300-35A8-3CC4-7453-BA85EE774A93}"/>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p>
            </p:txBody>
          </p:sp>
          <p:sp>
            <p:nvSpPr>
              <p:cNvPr id="99" name="Rectangle 176">
                <a:extLst>
                  <a:ext uri="{FF2B5EF4-FFF2-40B4-BE49-F238E27FC236}">
                    <a16:creationId xmlns:a16="http://schemas.microsoft.com/office/drawing/2014/main" id="{3D46261A-2CB3-A5CE-95DA-3C7026D04F08}"/>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solidFill>
                    <a:schemeClr val="tx1"/>
                  </a:solidFill>
                </a:endParaRPr>
              </a:p>
            </p:txBody>
          </p:sp>
          <p:sp>
            <p:nvSpPr>
              <p:cNvPr id="100" name="Rectangle 177">
                <a:extLst>
                  <a:ext uri="{FF2B5EF4-FFF2-40B4-BE49-F238E27FC236}">
                    <a16:creationId xmlns:a16="http://schemas.microsoft.com/office/drawing/2014/main" id="{0B43B686-19DA-8F06-71CA-398BC88A6C98}"/>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p>
            </p:txBody>
          </p:sp>
          <p:sp>
            <p:nvSpPr>
              <p:cNvPr id="101" name="Rectangle 178">
                <a:extLst>
                  <a:ext uri="{FF2B5EF4-FFF2-40B4-BE49-F238E27FC236}">
                    <a16:creationId xmlns:a16="http://schemas.microsoft.com/office/drawing/2014/main" id="{5E0E590A-96EF-13AF-024D-4A99A8C0D5F5}"/>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p>
            </p:txBody>
          </p:sp>
        </p:grpSp>
        <p:grpSp>
          <p:nvGrpSpPr>
            <p:cNvPr id="19" name="Groupe 1">
              <a:extLst>
                <a:ext uri="{FF2B5EF4-FFF2-40B4-BE49-F238E27FC236}">
                  <a16:creationId xmlns:a16="http://schemas.microsoft.com/office/drawing/2014/main" id="{BC71554C-1C3C-1EB9-A9BE-4F3BFA980C12}"/>
                </a:ext>
              </a:extLst>
            </p:cNvPr>
            <p:cNvGrpSpPr/>
            <p:nvPr/>
          </p:nvGrpSpPr>
          <p:grpSpPr>
            <a:xfrm>
              <a:off x="5655037" y="3889628"/>
              <a:ext cx="1471902" cy="1550016"/>
              <a:chOff x="6119047" y="342948"/>
              <a:chExt cx="5553478" cy="5848201"/>
            </a:xfrm>
          </p:grpSpPr>
          <p:pic>
            <p:nvPicPr>
              <p:cNvPr id="87" name="Graphique 112" descr="Balance de la justice avec un remplissage uni">
                <a:extLst>
                  <a:ext uri="{FF2B5EF4-FFF2-40B4-BE49-F238E27FC236}">
                    <a16:creationId xmlns:a16="http://schemas.microsoft.com/office/drawing/2014/main" id="{FF231F67-29B6-9B24-9119-F9DFDB1DD8AA}"/>
                  </a:ext>
                </a:extLst>
              </p:cNvPr>
              <p:cNvPicPr>
                <a:picLocks noChangeAspect="1"/>
              </p:cNvPicPr>
              <p:nvPr/>
            </p:nvPicPr>
            <p:blipFill rotWithShape="1">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rcRect l="6972" t="7530" r="8041" b="7105"/>
              <a:stretch/>
            </p:blipFill>
            <p:spPr>
              <a:xfrm>
                <a:off x="6521388" y="342948"/>
                <a:ext cx="4441794" cy="4461491"/>
              </a:xfrm>
              <a:prstGeom prst="rect">
                <a:avLst/>
              </a:prstGeom>
            </p:spPr>
          </p:pic>
          <p:sp>
            <p:nvSpPr>
              <p:cNvPr id="88" name="Rectangle 116">
                <a:extLst>
                  <a:ext uri="{FF2B5EF4-FFF2-40B4-BE49-F238E27FC236}">
                    <a16:creationId xmlns:a16="http://schemas.microsoft.com/office/drawing/2014/main" id="{9DDC0731-4AA3-026E-3C05-365AA9D6AB7F}"/>
                  </a:ext>
                </a:extLst>
              </p:cNvPr>
              <p:cNvSpPr/>
              <p:nvPr/>
            </p:nvSpPr>
            <p:spPr>
              <a:xfrm>
                <a:off x="6119047" y="220098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89" name="Rectangle 117">
                <a:extLst>
                  <a:ext uri="{FF2B5EF4-FFF2-40B4-BE49-F238E27FC236}">
                    <a16:creationId xmlns:a16="http://schemas.microsoft.com/office/drawing/2014/main" id="{CC4F7EB7-95CE-F887-9D36-390FAA994E33}"/>
                  </a:ext>
                </a:extLst>
              </p:cNvPr>
              <p:cNvSpPr/>
              <p:nvPr/>
            </p:nvSpPr>
            <p:spPr>
              <a:xfrm>
                <a:off x="7279062" y="2219854"/>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0" name="Rectangle 118">
                <a:extLst>
                  <a:ext uri="{FF2B5EF4-FFF2-40B4-BE49-F238E27FC236}">
                    <a16:creationId xmlns:a16="http://schemas.microsoft.com/office/drawing/2014/main" id="{81CFA7E1-E988-18AB-2A4F-1AD79F6BB0A6}"/>
                  </a:ext>
                </a:extLst>
              </p:cNvPr>
              <p:cNvSpPr/>
              <p:nvPr/>
            </p:nvSpPr>
            <p:spPr>
              <a:xfrm>
                <a:off x="10494151"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1" name="Rectangle 119">
                <a:extLst>
                  <a:ext uri="{FF2B5EF4-FFF2-40B4-BE49-F238E27FC236}">
                    <a16:creationId xmlns:a16="http://schemas.microsoft.com/office/drawing/2014/main" id="{D9D473F7-06F5-BCF4-8702-930C5A2B0A3E}"/>
                  </a:ext>
                </a:extLst>
              </p:cNvPr>
              <p:cNvSpPr/>
              <p:nvPr/>
            </p:nvSpPr>
            <p:spPr>
              <a:xfrm>
                <a:off x="7021611" y="144880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2" name="Rectangle 120">
                <a:extLst>
                  <a:ext uri="{FF2B5EF4-FFF2-40B4-BE49-F238E27FC236}">
                    <a16:creationId xmlns:a16="http://schemas.microsoft.com/office/drawing/2014/main" id="{C7125F3B-B3D8-9C4E-3986-0F3FF0D5E57D}"/>
                  </a:ext>
                </a:extLst>
              </p:cNvPr>
              <p:cNvSpPr/>
              <p:nvPr/>
            </p:nvSpPr>
            <p:spPr>
              <a:xfrm>
                <a:off x="9694763" y="1481023"/>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3" name="Rectangle 121">
                <a:extLst>
                  <a:ext uri="{FF2B5EF4-FFF2-40B4-BE49-F238E27FC236}">
                    <a16:creationId xmlns:a16="http://schemas.microsoft.com/office/drawing/2014/main" id="{84E9BB60-67E1-AC63-F59A-75EA8607618F}"/>
                  </a:ext>
                </a:extLst>
              </p:cNvPr>
              <p:cNvSpPr/>
              <p:nvPr/>
            </p:nvSpPr>
            <p:spPr>
              <a:xfrm>
                <a:off x="9243916"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4" name="Rectangle 122">
                <a:extLst>
                  <a:ext uri="{FF2B5EF4-FFF2-40B4-BE49-F238E27FC236}">
                    <a16:creationId xmlns:a16="http://schemas.microsoft.com/office/drawing/2014/main" id="{160DB20E-F108-0D2B-873E-6F03CA9D8ABA}"/>
                  </a:ext>
                </a:extLst>
              </p:cNvPr>
              <p:cNvSpPr/>
              <p:nvPr/>
            </p:nvSpPr>
            <p:spPr>
              <a:xfrm>
                <a:off x="8741625"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5" name="Rectangle 123">
                <a:extLst>
                  <a:ext uri="{FF2B5EF4-FFF2-40B4-BE49-F238E27FC236}">
                    <a16:creationId xmlns:a16="http://schemas.microsoft.com/office/drawing/2014/main" id="{FA43A4A0-6621-059D-2BBB-B184865DF46E}"/>
                  </a:ext>
                </a:extLst>
              </p:cNvPr>
              <p:cNvSpPr/>
              <p:nvPr/>
            </p:nvSpPr>
            <p:spPr>
              <a:xfrm>
                <a:off x="7491387"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6" name="Rectangle 124">
                <a:extLst>
                  <a:ext uri="{FF2B5EF4-FFF2-40B4-BE49-F238E27FC236}">
                    <a16:creationId xmlns:a16="http://schemas.microsoft.com/office/drawing/2014/main" id="{8EBB89BC-5E3C-8043-6684-510D3439001D}"/>
                  </a:ext>
                </a:extLst>
              </p:cNvPr>
              <p:cNvSpPr/>
              <p:nvPr/>
            </p:nvSpPr>
            <p:spPr>
              <a:xfrm>
                <a:off x="8152438" y="5533037"/>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grpSp>
        <p:grpSp>
          <p:nvGrpSpPr>
            <p:cNvPr id="20" name="Groupe 125">
              <a:extLst>
                <a:ext uri="{FF2B5EF4-FFF2-40B4-BE49-F238E27FC236}">
                  <a16:creationId xmlns:a16="http://schemas.microsoft.com/office/drawing/2014/main" id="{C98570DF-09C1-5688-369D-DDFF908D558B}"/>
                </a:ext>
              </a:extLst>
            </p:cNvPr>
            <p:cNvGrpSpPr/>
            <p:nvPr/>
          </p:nvGrpSpPr>
          <p:grpSpPr>
            <a:xfrm>
              <a:off x="1420529" y="4111588"/>
              <a:ext cx="1618049" cy="1201642"/>
              <a:chOff x="4856111" y="1739195"/>
              <a:chExt cx="6696567" cy="4973195"/>
            </a:xfrm>
          </p:grpSpPr>
          <p:pic>
            <p:nvPicPr>
              <p:cNvPr id="54" name="Graphique 126" descr="Sphères de Harvey 100% avec un remplissage uni">
                <a:extLst>
                  <a:ext uri="{FF2B5EF4-FFF2-40B4-BE49-F238E27FC236}">
                    <a16:creationId xmlns:a16="http://schemas.microsoft.com/office/drawing/2014/main" id="{4894D05E-9F4B-A54E-6B37-03AB8AB58C96}"/>
                  </a:ext>
                </a:extLst>
              </p:cNvPr>
              <p:cNvPicPr>
                <a:picLocks noChangeAspect="1"/>
              </p:cNvPicPr>
              <p:nvPr/>
            </p:nvPicPr>
            <p:blipFill rotWithShape="1">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rcRect l="10326" t="10344" r="10326" b="10240"/>
              <a:stretch/>
            </p:blipFill>
            <p:spPr>
              <a:xfrm>
                <a:off x="4856111" y="3574539"/>
                <a:ext cx="1792339" cy="1793874"/>
              </a:xfrm>
              <a:prstGeom prst="rect">
                <a:avLst/>
              </a:prstGeom>
            </p:spPr>
          </p:pic>
          <p:grpSp>
            <p:nvGrpSpPr>
              <p:cNvPr id="55" name="Groupe 128">
                <a:extLst>
                  <a:ext uri="{FF2B5EF4-FFF2-40B4-BE49-F238E27FC236}">
                    <a16:creationId xmlns:a16="http://schemas.microsoft.com/office/drawing/2014/main" id="{6C15521F-7DD8-0321-341D-421BE2311027}"/>
                  </a:ext>
                </a:extLst>
              </p:cNvPr>
              <p:cNvGrpSpPr/>
              <p:nvPr/>
            </p:nvGrpSpPr>
            <p:grpSpPr>
              <a:xfrm>
                <a:off x="8201266" y="2889716"/>
                <a:ext cx="1203959" cy="1114429"/>
                <a:chOff x="495541" y="3991241"/>
                <a:chExt cx="1203959" cy="1114429"/>
              </a:xfrm>
            </p:grpSpPr>
            <p:sp>
              <p:nvSpPr>
                <p:cNvPr id="85" name="Rectangle 195">
                  <a:extLst>
                    <a:ext uri="{FF2B5EF4-FFF2-40B4-BE49-F238E27FC236}">
                      <a16:creationId xmlns:a16="http://schemas.microsoft.com/office/drawing/2014/main" id="{06E968CC-C07B-35A5-1270-831B18E5A105}"/>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pic>
              <p:nvPicPr>
                <p:cNvPr id="86" name="Graphique 196" descr="Utilisateurs avec un remplissage uni">
                  <a:extLst>
                    <a:ext uri="{FF2B5EF4-FFF2-40B4-BE49-F238E27FC236}">
                      <a16:creationId xmlns:a16="http://schemas.microsoft.com/office/drawing/2014/main" id="{5E01893A-557F-EA13-F9F5-DE0795CCAB8D}"/>
                    </a:ext>
                  </a:extLst>
                </p:cNvPr>
                <p:cNvPicPr>
                  <a:picLocks noChangeAspect="1"/>
                </p:cNvPicPr>
                <p:nvPr/>
              </p:nvPicPr>
              <p:blipFill>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783195" y="3991241"/>
                  <a:ext cx="710146" cy="710146"/>
                </a:xfrm>
                <a:prstGeom prst="rect">
                  <a:avLst/>
                </a:prstGeom>
              </p:spPr>
            </p:pic>
          </p:grpSp>
          <p:grpSp>
            <p:nvGrpSpPr>
              <p:cNvPr id="56" name="Groupe 129">
                <a:extLst>
                  <a:ext uri="{FF2B5EF4-FFF2-40B4-BE49-F238E27FC236}">
                    <a16:creationId xmlns:a16="http://schemas.microsoft.com/office/drawing/2014/main" id="{E76D0006-922E-9872-2DA1-24356E01E99E}"/>
                  </a:ext>
                </a:extLst>
              </p:cNvPr>
              <p:cNvGrpSpPr/>
              <p:nvPr/>
            </p:nvGrpSpPr>
            <p:grpSpPr>
              <a:xfrm>
                <a:off x="8144116" y="4080387"/>
                <a:ext cx="1203959" cy="1114429"/>
                <a:chOff x="495541" y="3991241"/>
                <a:chExt cx="1203959" cy="1114429"/>
              </a:xfrm>
              <a:solidFill>
                <a:srgbClr val="0683AA"/>
              </a:solidFill>
            </p:grpSpPr>
            <p:sp>
              <p:nvSpPr>
                <p:cNvPr id="83" name="Rectangle 193">
                  <a:extLst>
                    <a:ext uri="{FF2B5EF4-FFF2-40B4-BE49-F238E27FC236}">
                      <a16:creationId xmlns:a16="http://schemas.microsoft.com/office/drawing/2014/main" id="{843A3528-BA36-C290-3ED3-DD5DE92E2886}"/>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pic>
              <p:nvPicPr>
                <p:cNvPr id="84" name="Graphique 194" descr="Utilisateurs avec un remplissage uni">
                  <a:extLst>
                    <a:ext uri="{FF2B5EF4-FFF2-40B4-BE49-F238E27FC236}">
                      <a16:creationId xmlns:a16="http://schemas.microsoft.com/office/drawing/2014/main" id="{572DC5EC-40C3-48C6-D0FF-5AA0B1F91C1F}"/>
                    </a:ext>
                  </a:extLst>
                </p:cNvPr>
                <p:cNvPicPr>
                  <a:picLocks noChangeAspect="1"/>
                </p:cNvPicPr>
                <p:nvPr/>
              </p:nvPicPr>
              <p:blipFill>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783195" y="3991241"/>
                  <a:ext cx="710146" cy="710146"/>
                </a:xfrm>
                <a:prstGeom prst="rect">
                  <a:avLst/>
                </a:prstGeom>
              </p:spPr>
            </p:pic>
          </p:grpSp>
          <p:grpSp>
            <p:nvGrpSpPr>
              <p:cNvPr id="57" name="Groupe 130">
                <a:extLst>
                  <a:ext uri="{FF2B5EF4-FFF2-40B4-BE49-F238E27FC236}">
                    <a16:creationId xmlns:a16="http://schemas.microsoft.com/office/drawing/2014/main" id="{8B352FE5-CC80-D05A-B69B-547C858E540E}"/>
                  </a:ext>
                </a:extLst>
              </p:cNvPr>
              <p:cNvGrpSpPr/>
              <p:nvPr/>
            </p:nvGrpSpPr>
            <p:grpSpPr>
              <a:xfrm>
                <a:off x="7765182" y="5459500"/>
                <a:ext cx="1203959" cy="1114429"/>
                <a:chOff x="495541" y="3991241"/>
                <a:chExt cx="1203959" cy="1114429"/>
              </a:xfrm>
            </p:grpSpPr>
            <p:sp>
              <p:nvSpPr>
                <p:cNvPr id="81" name="Rectangle 191">
                  <a:extLst>
                    <a:ext uri="{FF2B5EF4-FFF2-40B4-BE49-F238E27FC236}">
                      <a16:creationId xmlns:a16="http://schemas.microsoft.com/office/drawing/2014/main" id="{FA58D5D1-0690-1A0D-5FAB-6F0E5FEE9BC8}"/>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pic>
              <p:nvPicPr>
                <p:cNvPr id="82" name="Graphique 192" descr="Utilisateurs avec un remplissage uni">
                  <a:extLst>
                    <a:ext uri="{FF2B5EF4-FFF2-40B4-BE49-F238E27FC236}">
                      <a16:creationId xmlns:a16="http://schemas.microsoft.com/office/drawing/2014/main" id="{C7B25758-B273-7807-E388-36D07F8F0DA3}"/>
                    </a:ext>
                  </a:extLst>
                </p:cNvPr>
                <p:cNvPicPr>
                  <a:picLocks noChangeAspect="1"/>
                </p:cNvPicPr>
                <p:nvPr/>
              </p:nvPicPr>
              <p:blipFill>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783195" y="3991241"/>
                  <a:ext cx="710146" cy="710146"/>
                </a:xfrm>
                <a:prstGeom prst="rect">
                  <a:avLst/>
                </a:prstGeom>
              </p:spPr>
            </p:pic>
          </p:grpSp>
          <p:grpSp>
            <p:nvGrpSpPr>
              <p:cNvPr id="58" name="Groupe 131">
                <a:extLst>
                  <a:ext uri="{FF2B5EF4-FFF2-40B4-BE49-F238E27FC236}">
                    <a16:creationId xmlns:a16="http://schemas.microsoft.com/office/drawing/2014/main" id="{9E199F05-1DC9-6F4F-9083-8D4447A2CCD7}"/>
                  </a:ext>
                </a:extLst>
              </p:cNvPr>
              <p:cNvGrpSpPr/>
              <p:nvPr/>
            </p:nvGrpSpPr>
            <p:grpSpPr>
              <a:xfrm>
                <a:off x="10040031" y="5626122"/>
                <a:ext cx="1203959" cy="1086268"/>
                <a:chOff x="1844480" y="4004145"/>
                <a:chExt cx="1203959" cy="1086268"/>
              </a:xfrm>
            </p:grpSpPr>
            <p:sp>
              <p:nvSpPr>
                <p:cNvPr id="79" name="Rectangle 189">
                  <a:extLst>
                    <a:ext uri="{FF2B5EF4-FFF2-40B4-BE49-F238E27FC236}">
                      <a16:creationId xmlns:a16="http://schemas.microsoft.com/office/drawing/2014/main" id="{7E3AC5CA-C6FF-BCB8-0BD6-3CCEA9EA8E76}"/>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80" name="Graphique 190" descr="Utilisateurs avec un remplissage uni">
                  <a:extLst>
                    <a:ext uri="{FF2B5EF4-FFF2-40B4-BE49-F238E27FC236}">
                      <a16:creationId xmlns:a16="http://schemas.microsoft.com/office/drawing/2014/main" id="{8AC0E092-9D9F-F975-6CAA-3A72B547E873}"/>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2091386" y="4004145"/>
                  <a:ext cx="710146" cy="710146"/>
                </a:xfrm>
                <a:prstGeom prst="rect">
                  <a:avLst/>
                </a:prstGeom>
              </p:spPr>
            </p:pic>
          </p:grpSp>
          <p:grpSp>
            <p:nvGrpSpPr>
              <p:cNvPr id="59" name="Groupe 132">
                <a:extLst>
                  <a:ext uri="{FF2B5EF4-FFF2-40B4-BE49-F238E27FC236}">
                    <a16:creationId xmlns:a16="http://schemas.microsoft.com/office/drawing/2014/main" id="{78D258C7-35BD-8509-1A3B-09DC397C888A}"/>
                  </a:ext>
                </a:extLst>
              </p:cNvPr>
              <p:cNvGrpSpPr/>
              <p:nvPr/>
            </p:nvGrpSpPr>
            <p:grpSpPr>
              <a:xfrm>
                <a:off x="10348719" y="4140742"/>
                <a:ext cx="1203959" cy="1086268"/>
                <a:chOff x="1844480" y="4004145"/>
                <a:chExt cx="1203959" cy="1086268"/>
              </a:xfrm>
            </p:grpSpPr>
            <p:sp>
              <p:nvSpPr>
                <p:cNvPr id="77" name="Rectangle 187">
                  <a:extLst>
                    <a:ext uri="{FF2B5EF4-FFF2-40B4-BE49-F238E27FC236}">
                      <a16:creationId xmlns:a16="http://schemas.microsoft.com/office/drawing/2014/main" id="{D80BD476-9AF1-C8A8-14F8-8EE9CD63C6BC}"/>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78" name="Graphique 188" descr="Utilisateurs avec un remplissage uni">
                  <a:extLst>
                    <a:ext uri="{FF2B5EF4-FFF2-40B4-BE49-F238E27FC236}">
                      <a16:creationId xmlns:a16="http://schemas.microsoft.com/office/drawing/2014/main" id="{C6603226-90EA-9A4A-CDE7-B5D8FD55DB2E}"/>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2091386" y="4004145"/>
                  <a:ext cx="710146" cy="710146"/>
                </a:xfrm>
                <a:prstGeom prst="rect">
                  <a:avLst/>
                </a:prstGeom>
              </p:spPr>
            </p:pic>
          </p:grpSp>
          <p:pic>
            <p:nvPicPr>
              <p:cNvPr id="60" name="Graphique 185" descr="Utilisateur avec un remplissage uni">
                <a:extLst>
                  <a:ext uri="{FF2B5EF4-FFF2-40B4-BE49-F238E27FC236}">
                    <a16:creationId xmlns:a16="http://schemas.microsoft.com/office/drawing/2014/main" id="{F8FF99FD-30C1-CF12-7654-7DE7FF788845}"/>
                  </a:ext>
                </a:extLst>
              </p:cNvPr>
              <p:cNvPicPr>
                <a:picLocks noChangeAspect="1"/>
              </p:cNvPicPr>
              <p:nvPr/>
            </p:nvPicPr>
            <p:blipFill>
              <a:blip r:embed="rId26" cstate="screen">
                <a:extLst>
                  <a:ext uri="{28A0092B-C50C-407E-A947-70E740481C1C}">
                    <a14:useLocalDpi xmlns:a14="http://schemas.microsoft.com/office/drawing/2010/main"/>
                  </a:ext>
                  <a:ext uri="{96DAC541-7B7A-43D3-8B79-37D633B846F1}">
                    <asvg:svgBlip xmlns:asvg="http://schemas.microsoft.com/office/drawing/2016/SVG/main" r:embed="rId27"/>
                  </a:ext>
                </a:extLst>
              </a:blip>
              <a:stretch>
                <a:fillRect/>
              </a:stretch>
            </p:blipFill>
            <p:spPr>
              <a:xfrm>
                <a:off x="7451137" y="1940358"/>
                <a:ext cx="634194" cy="634194"/>
              </a:xfrm>
              <a:prstGeom prst="rect">
                <a:avLst/>
              </a:prstGeom>
            </p:spPr>
          </p:pic>
          <p:grpSp>
            <p:nvGrpSpPr>
              <p:cNvPr id="61" name="Groupe 134">
                <a:extLst>
                  <a:ext uri="{FF2B5EF4-FFF2-40B4-BE49-F238E27FC236}">
                    <a16:creationId xmlns:a16="http://schemas.microsoft.com/office/drawing/2014/main" id="{BF853D9E-32C0-CA29-41A0-61CA36B6DD6A}"/>
                  </a:ext>
                </a:extLst>
              </p:cNvPr>
              <p:cNvGrpSpPr/>
              <p:nvPr/>
            </p:nvGrpSpPr>
            <p:grpSpPr>
              <a:xfrm>
                <a:off x="10058713" y="1739195"/>
                <a:ext cx="1203959" cy="1086268"/>
                <a:chOff x="1844480" y="4004145"/>
                <a:chExt cx="1203959" cy="1086268"/>
              </a:xfrm>
            </p:grpSpPr>
            <p:sp>
              <p:nvSpPr>
                <p:cNvPr id="75" name="Rectangle 150">
                  <a:extLst>
                    <a:ext uri="{FF2B5EF4-FFF2-40B4-BE49-F238E27FC236}">
                      <a16:creationId xmlns:a16="http://schemas.microsoft.com/office/drawing/2014/main" id="{E7951357-2784-9D4C-B986-CAE00975A9A3}"/>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76" name="Graphique 151" descr="Utilisateurs avec un remplissage uni">
                  <a:extLst>
                    <a:ext uri="{FF2B5EF4-FFF2-40B4-BE49-F238E27FC236}">
                      <a16:creationId xmlns:a16="http://schemas.microsoft.com/office/drawing/2014/main" id="{F9965EDF-6EC9-EAF6-FBD7-56302C8D3688}"/>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2091386" y="4004145"/>
                  <a:ext cx="710146" cy="710146"/>
                </a:xfrm>
                <a:prstGeom prst="rect">
                  <a:avLst/>
                </a:prstGeom>
              </p:spPr>
            </p:pic>
          </p:grpSp>
          <p:pic>
            <p:nvPicPr>
              <p:cNvPr id="62" name="Graphique 148" descr="Utilisateur avec un remplissage uni">
                <a:extLst>
                  <a:ext uri="{FF2B5EF4-FFF2-40B4-BE49-F238E27FC236}">
                    <a16:creationId xmlns:a16="http://schemas.microsoft.com/office/drawing/2014/main" id="{65DEE276-5D4C-8B22-0EA1-B7350EE2607D}"/>
                  </a:ext>
                </a:extLst>
              </p:cNvPr>
              <p:cNvPicPr>
                <a:picLocks noChangeAspect="1"/>
              </p:cNvPicPr>
              <p:nvPr/>
            </p:nvPicPr>
            <p:blipFill>
              <a:blip r:embed="rId28" cstate="screen">
                <a:extLst>
                  <a:ext uri="{28A0092B-C50C-407E-A947-70E740481C1C}">
                    <a14:useLocalDpi xmlns:a14="http://schemas.microsoft.com/office/drawing/2010/main"/>
                  </a:ext>
                  <a:ext uri="{96DAC541-7B7A-43D3-8B79-37D633B846F1}">
                    <asvg:svgBlip xmlns:asvg="http://schemas.microsoft.com/office/drawing/2016/SVG/main" r:embed="rId29"/>
                  </a:ext>
                </a:extLst>
              </a:blip>
              <a:stretch>
                <a:fillRect/>
              </a:stretch>
            </p:blipFill>
            <p:spPr>
              <a:xfrm>
                <a:off x="10324912" y="3254927"/>
                <a:ext cx="634194" cy="634194"/>
              </a:xfrm>
              <a:prstGeom prst="rect">
                <a:avLst/>
              </a:prstGeom>
            </p:spPr>
          </p:pic>
          <p:sp>
            <p:nvSpPr>
              <p:cNvPr id="63" name="Flèche : droite 136">
                <a:extLst>
                  <a:ext uri="{FF2B5EF4-FFF2-40B4-BE49-F238E27FC236}">
                    <a16:creationId xmlns:a16="http://schemas.microsoft.com/office/drawing/2014/main" id="{D97947B1-5E74-6C21-D555-7C658D6879F7}"/>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4" name="Flèche : droite 137">
                <a:extLst>
                  <a:ext uri="{FF2B5EF4-FFF2-40B4-BE49-F238E27FC236}">
                    <a16:creationId xmlns:a16="http://schemas.microsoft.com/office/drawing/2014/main" id="{F80893CB-6CA2-3AFE-8CCC-B2E67670CC6E}"/>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5" name="Flèche : droite 138">
                <a:extLst>
                  <a:ext uri="{FF2B5EF4-FFF2-40B4-BE49-F238E27FC236}">
                    <a16:creationId xmlns:a16="http://schemas.microsoft.com/office/drawing/2014/main" id="{C6B38C8F-B507-A4A2-2CFC-B626D26212F4}"/>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6" name="Flèche : droite 139">
                <a:extLst>
                  <a:ext uri="{FF2B5EF4-FFF2-40B4-BE49-F238E27FC236}">
                    <a16:creationId xmlns:a16="http://schemas.microsoft.com/office/drawing/2014/main" id="{59D21F67-FE45-6D58-A167-1CE57B4E9F71}"/>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7" name="Flèche : droite 140">
                <a:extLst>
                  <a:ext uri="{FF2B5EF4-FFF2-40B4-BE49-F238E27FC236}">
                    <a16:creationId xmlns:a16="http://schemas.microsoft.com/office/drawing/2014/main" id="{522A4D3A-9AD5-CFC1-A830-7C9612E0E8B4}"/>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8" name="Flèche : droite 141">
                <a:extLst>
                  <a:ext uri="{FF2B5EF4-FFF2-40B4-BE49-F238E27FC236}">
                    <a16:creationId xmlns:a16="http://schemas.microsoft.com/office/drawing/2014/main" id="{F5FBD1B9-6E49-5454-3BA7-BC3A67DD63FE}"/>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9" name="Flèche : droite 142">
                <a:extLst>
                  <a:ext uri="{FF2B5EF4-FFF2-40B4-BE49-F238E27FC236}">
                    <a16:creationId xmlns:a16="http://schemas.microsoft.com/office/drawing/2014/main" id="{6B95A4AA-5577-AFDC-8BCF-A666E33CF2DC}"/>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70" name="Flèche : droite 143">
                <a:extLst>
                  <a:ext uri="{FF2B5EF4-FFF2-40B4-BE49-F238E27FC236}">
                    <a16:creationId xmlns:a16="http://schemas.microsoft.com/office/drawing/2014/main" id="{D19A6837-95F7-DBE1-3A34-011FAE6DE729}"/>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71" name="Flèche : droite 144">
                <a:extLst>
                  <a:ext uri="{FF2B5EF4-FFF2-40B4-BE49-F238E27FC236}">
                    <a16:creationId xmlns:a16="http://schemas.microsoft.com/office/drawing/2014/main" id="{F27ED784-7D8D-06A2-D8B2-2049D1E47AB1}"/>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72" name="Graphique 145" descr="Utilisateur avec un remplissage uni">
                <a:extLst>
                  <a:ext uri="{FF2B5EF4-FFF2-40B4-BE49-F238E27FC236}">
                    <a16:creationId xmlns:a16="http://schemas.microsoft.com/office/drawing/2014/main" id="{1B259A42-AFB6-CD8A-E8DA-71964DC443A7}"/>
                  </a:ext>
                </a:extLst>
              </p:cNvPr>
              <p:cNvPicPr>
                <a:picLocks noChangeAspect="1"/>
              </p:cNvPicPr>
              <p:nvPr/>
            </p:nvPicPr>
            <p:blipFill>
              <a:blip r:embed="rId30" cstate="screen">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9199066" y="3752255"/>
                <a:ext cx="410445" cy="410445"/>
              </a:xfrm>
              <a:prstGeom prst="rect">
                <a:avLst/>
              </a:prstGeom>
            </p:spPr>
          </p:pic>
          <p:pic>
            <p:nvPicPr>
              <p:cNvPr id="73" name="Graphique 146" descr="Utilisateur avec un remplissage uni">
                <a:extLst>
                  <a:ext uri="{FF2B5EF4-FFF2-40B4-BE49-F238E27FC236}">
                    <a16:creationId xmlns:a16="http://schemas.microsoft.com/office/drawing/2014/main" id="{B049423F-968B-E9AD-F7D3-F10D7DBC2B87}"/>
                  </a:ext>
                </a:extLst>
              </p:cNvPr>
              <p:cNvPicPr>
                <a:picLocks noChangeAspect="1"/>
              </p:cNvPicPr>
              <p:nvPr/>
            </p:nvPicPr>
            <p:blipFill>
              <a:blip r:embed="rId30" cstate="screen">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7997464" y="4944818"/>
                <a:ext cx="410445" cy="410445"/>
              </a:xfrm>
              <a:prstGeom prst="rect">
                <a:avLst/>
              </a:prstGeom>
            </p:spPr>
          </p:pic>
          <p:pic>
            <p:nvPicPr>
              <p:cNvPr id="74" name="Graphique 147" descr="Utilisateur avec un remplissage uni">
                <a:extLst>
                  <a:ext uri="{FF2B5EF4-FFF2-40B4-BE49-F238E27FC236}">
                    <a16:creationId xmlns:a16="http://schemas.microsoft.com/office/drawing/2014/main" id="{AFFE7B2C-8ABD-89B4-D9AF-F2835945D495}"/>
                  </a:ext>
                </a:extLst>
              </p:cNvPr>
              <p:cNvPicPr>
                <a:picLocks noChangeAspect="1"/>
              </p:cNvPicPr>
              <p:nvPr/>
            </p:nvPicPr>
            <p:blipFill>
              <a:blip r:embed="rId30" cstate="screen">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10985327" y="2533953"/>
                <a:ext cx="410445" cy="410445"/>
              </a:xfrm>
              <a:prstGeom prst="rect">
                <a:avLst/>
              </a:prstGeom>
            </p:spPr>
          </p:pic>
        </p:grpSp>
        <p:grpSp>
          <p:nvGrpSpPr>
            <p:cNvPr id="21" name="Groupe 2">
              <a:extLst>
                <a:ext uri="{FF2B5EF4-FFF2-40B4-BE49-F238E27FC236}">
                  <a16:creationId xmlns:a16="http://schemas.microsoft.com/office/drawing/2014/main" id="{7F96A8D2-138A-001F-EE91-7B9306DE4307}"/>
                </a:ext>
              </a:extLst>
            </p:cNvPr>
            <p:cNvGrpSpPr/>
            <p:nvPr/>
          </p:nvGrpSpPr>
          <p:grpSpPr>
            <a:xfrm>
              <a:off x="9351431" y="3918129"/>
              <a:ext cx="1423632" cy="1509929"/>
              <a:chOff x="6900539" y="986484"/>
              <a:chExt cx="5204718" cy="5520217"/>
            </a:xfrm>
          </p:grpSpPr>
          <p:sp>
            <p:nvSpPr>
              <p:cNvPr id="23" name="Rectangle 186">
                <a:extLst>
                  <a:ext uri="{FF2B5EF4-FFF2-40B4-BE49-F238E27FC236}">
                    <a16:creationId xmlns:a16="http://schemas.microsoft.com/office/drawing/2014/main" id="{E15CD3D5-130C-36FD-107C-AB5787A569BF}"/>
                  </a:ext>
                </a:extLst>
              </p:cNvPr>
              <p:cNvSpPr/>
              <p:nvPr/>
            </p:nvSpPr>
            <p:spPr>
              <a:xfrm>
                <a:off x="8686430" y="604113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Root Motivation</a:t>
                </a:r>
              </a:p>
            </p:txBody>
          </p:sp>
          <p:sp>
            <p:nvSpPr>
              <p:cNvPr id="24" name="Rectangle 197">
                <a:extLst>
                  <a:ext uri="{FF2B5EF4-FFF2-40B4-BE49-F238E27FC236}">
                    <a16:creationId xmlns:a16="http://schemas.microsoft.com/office/drawing/2014/main" id="{AAEF99BD-27DC-0DA7-FAB9-CA6EB16092CC}"/>
                  </a:ext>
                </a:extLst>
              </p:cNvPr>
              <p:cNvSpPr/>
              <p:nvPr/>
            </p:nvSpPr>
            <p:spPr>
              <a:xfrm>
                <a:off x="7576723" y="532267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Concretization</a:t>
                </a:r>
              </a:p>
            </p:txBody>
          </p:sp>
          <p:sp>
            <p:nvSpPr>
              <p:cNvPr id="25" name="Rectangle 198">
                <a:extLst>
                  <a:ext uri="{FF2B5EF4-FFF2-40B4-BE49-F238E27FC236}">
                    <a16:creationId xmlns:a16="http://schemas.microsoft.com/office/drawing/2014/main" id="{69E76BE8-277A-83A9-3FFD-14ACFD8531C1}"/>
                  </a:ext>
                </a:extLst>
              </p:cNvPr>
              <p:cNvSpPr/>
              <p:nvPr/>
            </p:nvSpPr>
            <p:spPr>
              <a:xfrm>
                <a:off x="8840957" y="4255411"/>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Positive Consequence</a:t>
                </a:r>
              </a:p>
            </p:txBody>
          </p:sp>
          <p:sp>
            <p:nvSpPr>
              <p:cNvPr id="26" name="Rectangle 199">
                <a:extLst>
                  <a:ext uri="{FF2B5EF4-FFF2-40B4-BE49-F238E27FC236}">
                    <a16:creationId xmlns:a16="http://schemas.microsoft.com/office/drawing/2014/main" id="{29D156EA-79B1-01A7-D395-7EB40025D181}"/>
                  </a:ext>
                </a:extLst>
              </p:cNvPr>
              <p:cNvSpPr/>
              <p:nvPr/>
            </p:nvSpPr>
            <p:spPr>
              <a:xfrm>
                <a:off x="9103684" y="3585812"/>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sp>
            <p:nvSpPr>
              <p:cNvPr id="27" name="Rectangle 200">
                <a:extLst>
                  <a:ext uri="{FF2B5EF4-FFF2-40B4-BE49-F238E27FC236}">
                    <a16:creationId xmlns:a16="http://schemas.microsoft.com/office/drawing/2014/main" id="{2EF4006C-93D3-ADD5-535E-95A0044A1765}"/>
                  </a:ext>
                </a:extLst>
              </p:cNvPr>
              <p:cNvSpPr/>
              <p:nvPr/>
            </p:nvSpPr>
            <p:spPr>
              <a:xfrm>
                <a:off x="8995485" y="4898509"/>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Concretization</a:t>
                </a:r>
              </a:p>
            </p:txBody>
          </p:sp>
          <p:sp>
            <p:nvSpPr>
              <p:cNvPr id="28" name="Rectangle 201">
                <a:extLst>
                  <a:ext uri="{FF2B5EF4-FFF2-40B4-BE49-F238E27FC236}">
                    <a16:creationId xmlns:a16="http://schemas.microsoft.com/office/drawing/2014/main" id="{58AB1FAF-9482-59F9-FD0E-7804E6ACD96A}"/>
                  </a:ext>
                </a:extLst>
              </p:cNvPr>
              <p:cNvSpPr/>
              <p:nvPr/>
            </p:nvSpPr>
            <p:spPr>
              <a:xfrm>
                <a:off x="10354694" y="543415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Concretization</a:t>
                </a:r>
              </a:p>
            </p:txBody>
          </p:sp>
          <p:sp>
            <p:nvSpPr>
              <p:cNvPr id="29" name="Rectangle 202">
                <a:extLst>
                  <a:ext uri="{FF2B5EF4-FFF2-40B4-BE49-F238E27FC236}">
                    <a16:creationId xmlns:a16="http://schemas.microsoft.com/office/drawing/2014/main" id="{7B84E1C9-4895-C975-6D35-3FE97E1BE6FD}"/>
                  </a:ext>
                </a:extLst>
              </p:cNvPr>
              <p:cNvSpPr/>
              <p:nvPr/>
            </p:nvSpPr>
            <p:spPr>
              <a:xfrm>
                <a:off x="10077075" y="288412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Concretization</a:t>
                </a:r>
              </a:p>
            </p:txBody>
          </p:sp>
          <p:sp>
            <p:nvSpPr>
              <p:cNvPr id="30" name="Rectangle 203">
                <a:extLst>
                  <a:ext uri="{FF2B5EF4-FFF2-40B4-BE49-F238E27FC236}">
                    <a16:creationId xmlns:a16="http://schemas.microsoft.com/office/drawing/2014/main" id="{143B90FE-867C-6C4B-BAE0-A80A548FA53D}"/>
                  </a:ext>
                </a:extLst>
              </p:cNvPr>
              <p:cNvSpPr/>
              <p:nvPr/>
            </p:nvSpPr>
            <p:spPr>
              <a:xfrm>
                <a:off x="10186758" y="2235049"/>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sp>
            <p:nvSpPr>
              <p:cNvPr id="31" name="Rectangle 204">
                <a:extLst>
                  <a:ext uri="{FF2B5EF4-FFF2-40B4-BE49-F238E27FC236}">
                    <a16:creationId xmlns:a16="http://schemas.microsoft.com/office/drawing/2014/main" id="{43E9E799-E68C-96AA-B126-593FAAC29030}"/>
                  </a:ext>
                </a:extLst>
              </p:cNvPr>
              <p:cNvSpPr/>
              <p:nvPr/>
            </p:nvSpPr>
            <p:spPr>
              <a:xfrm>
                <a:off x="8532365" y="291343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Concretization</a:t>
                </a:r>
              </a:p>
            </p:txBody>
          </p:sp>
          <p:sp>
            <p:nvSpPr>
              <p:cNvPr id="32" name="Rectangle 205">
                <a:extLst>
                  <a:ext uri="{FF2B5EF4-FFF2-40B4-BE49-F238E27FC236}">
                    <a16:creationId xmlns:a16="http://schemas.microsoft.com/office/drawing/2014/main" id="{2A00F674-393E-07CD-5B5C-B368AE94E271}"/>
                  </a:ext>
                </a:extLst>
              </p:cNvPr>
              <p:cNvSpPr/>
              <p:nvPr/>
            </p:nvSpPr>
            <p:spPr>
              <a:xfrm>
                <a:off x="7549346" y="234968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Positive Consequence</a:t>
                </a:r>
              </a:p>
            </p:txBody>
          </p:sp>
          <p:sp>
            <p:nvSpPr>
              <p:cNvPr id="33" name="Rectangle 206">
                <a:extLst>
                  <a:ext uri="{FF2B5EF4-FFF2-40B4-BE49-F238E27FC236}">
                    <a16:creationId xmlns:a16="http://schemas.microsoft.com/office/drawing/2014/main" id="{E284691F-6B10-38CD-C1AA-FC3A6A34E861}"/>
                  </a:ext>
                </a:extLst>
              </p:cNvPr>
              <p:cNvSpPr/>
              <p:nvPr/>
            </p:nvSpPr>
            <p:spPr>
              <a:xfrm>
                <a:off x="6993202" y="1730083"/>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Positive Consequence</a:t>
                </a:r>
              </a:p>
            </p:txBody>
          </p:sp>
          <p:sp>
            <p:nvSpPr>
              <p:cNvPr id="34" name="Rectangle 207">
                <a:extLst>
                  <a:ext uri="{FF2B5EF4-FFF2-40B4-BE49-F238E27FC236}">
                    <a16:creationId xmlns:a16="http://schemas.microsoft.com/office/drawing/2014/main" id="{F2905034-360C-3276-3C22-6B94E0ED4D8C}"/>
                  </a:ext>
                </a:extLst>
              </p:cNvPr>
              <p:cNvSpPr/>
              <p:nvPr/>
            </p:nvSpPr>
            <p:spPr>
              <a:xfrm>
                <a:off x="6900539" y="986484"/>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sp>
            <p:nvSpPr>
              <p:cNvPr id="35" name="Rectangle 208">
                <a:extLst>
                  <a:ext uri="{FF2B5EF4-FFF2-40B4-BE49-F238E27FC236}">
                    <a16:creationId xmlns:a16="http://schemas.microsoft.com/office/drawing/2014/main" id="{BE9534BA-25FB-5128-B9C2-E6DA7CD7DE77}"/>
                  </a:ext>
                </a:extLst>
              </p:cNvPr>
              <p:cNvSpPr/>
              <p:nvPr/>
            </p:nvSpPr>
            <p:spPr>
              <a:xfrm>
                <a:off x="10938215" y="4665724"/>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Positive Consequence</a:t>
                </a:r>
              </a:p>
            </p:txBody>
          </p:sp>
          <p:cxnSp>
            <p:nvCxnSpPr>
              <p:cNvPr id="36" name="Connecteur droit avec flèche 209">
                <a:extLst>
                  <a:ext uri="{FF2B5EF4-FFF2-40B4-BE49-F238E27FC236}">
                    <a16:creationId xmlns:a16="http://schemas.microsoft.com/office/drawing/2014/main" id="{3C37CDBD-8D46-1CB9-74C5-E08786649472}"/>
                  </a:ext>
                </a:extLst>
              </p:cNvPr>
              <p:cNvCxnSpPr>
                <a:cxnSpLocks/>
                <a:endCxn id="25" idx="2"/>
              </p:cNvCxnSpPr>
              <p:nvPr/>
            </p:nvCxnSpPr>
            <p:spPr>
              <a:xfrm flipH="1" flipV="1">
                <a:off x="9424478" y="4720981"/>
                <a:ext cx="85452" cy="200546"/>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7" name="Connecteur droit avec flèche 210">
                <a:extLst>
                  <a:ext uri="{FF2B5EF4-FFF2-40B4-BE49-F238E27FC236}">
                    <a16:creationId xmlns:a16="http://schemas.microsoft.com/office/drawing/2014/main" id="{16FB4F05-12DA-551E-47B9-0F3BE3F367B3}"/>
                  </a:ext>
                </a:extLst>
              </p:cNvPr>
              <p:cNvCxnSpPr>
                <a:cxnSpLocks/>
                <a:stCxn id="23" idx="0"/>
              </p:cNvCxnSpPr>
              <p:nvPr/>
            </p:nvCxnSpPr>
            <p:spPr>
              <a:xfrm flipH="1" flipV="1">
                <a:off x="8224420" y="5814414"/>
                <a:ext cx="1045531" cy="2267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211">
                <a:extLst>
                  <a:ext uri="{FF2B5EF4-FFF2-40B4-BE49-F238E27FC236}">
                    <a16:creationId xmlns:a16="http://schemas.microsoft.com/office/drawing/2014/main" id="{711DA04C-E627-8EF8-512D-59D5338F3078}"/>
                  </a:ext>
                </a:extLst>
              </p:cNvPr>
              <p:cNvCxnSpPr>
                <a:cxnSpLocks/>
                <a:stCxn id="23" idx="0"/>
                <a:endCxn id="27" idx="2"/>
              </p:cNvCxnSpPr>
              <p:nvPr/>
            </p:nvCxnSpPr>
            <p:spPr>
              <a:xfrm flipV="1">
                <a:off x="9269951" y="5364079"/>
                <a:ext cx="309055" cy="67705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9" name="Connecteur droit avec flèche 212">
                <a:extLst>
                  <a:ext uri="{FF2B5EF4-FFF2-40B4-BE49-F238E27FC236}">
                    <a16:creationId xmlns:a16="http://schemas.microsoft.com/office/drawing/2014/main" id="{049D74A2-34B2-1342-CC94-C61C40909A0E}"/>
                  </a:ext>
                </a:extLst>
              </p:cNvPr>
              <p:cNvCxnSpPr>
                <a:cxnSpLocks/>
                <a:stCxn id="23" idx="0"/>
                <a:endCxn id="28" idx="1"/>
              </p:cNvCxnSpPr>
              <p:nvPr/>
            </p:nvCxnSpPr>
            <p:spPr>
              <a:xfrm flipV="1">
                <a:off x="9269951" y="5666937"/>
                <a:ext cx="1084743" cy="374194"/>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0" name="Connecteur droit avec flèche 213">
                <a:extLst>
                  <a:ext uri="{FF2B5EF4-FFF2-40B4-BE49-F238E27FC236}">
                    <a16:creationId xmlns:a16="http://schemas.microsoft.com/office/drawing/2014/main" id="{83381481-EF81-FD8D-7B70-F3ABB922B303}"/>
                  </a:ext>
                </a:extLst>
              </p:cNvPr>
              <p:cNvCxnSpPr>
                <a:cxnSpLocks/>
                <a:stCxn id="28" idx="0"/>
                <a:endCxn id="35" idx="2"/>
              </p:cNvCxnSpPr>
              <p:nvPr/>
            </p:nvCxnSpPr>
            <p:spPr>
              <a:xfrm flipV="1">
                <a:off x="10938215" y="5131294"/>
                <a:ext cx="583521" cy="302858"/>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214">
                <a:extLst>
                  <a:ext uri="{FF2B5EF4-FFF2-40B4-BE49-F238E27FC236}">
                    <a16:creationId xmlns:a16="http://schemas.microsoft.com/office/drawing/2014/main" id="{139FB840-E622-A927-B05A-0C25F7117E56}"/>
                  </a:ext>
                </a:extLst>
              </p:cNvPr>
              <p:cNvCxnSpPr>
                <a:cxnSpLocks/>
                <a:stCxn id="25" idx="0"/>
                <a:endCxn id="26" idx="2"/>
              </p:cNvCxnSpPr>
              <p:nvPr/>
            </p:nvCxnSpPr>
            <p:spPr>
              <a:xfrm flipV="1">
                <a:off x="9424478" y="4051382"/>
                <a:ext cx="262727" cy="204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2" name="Connecteur droit avec flèche 215">
                <a:extLst>
                  <a:ext uri="{FF2B5EF4-FFF2-40B4-BE49-F238E27FC236}">
                    <a16:creationId xmlns:a16="http://schemas.microsoft.com/office/drawing/2014/main" id="{A94F91F2-2890-87E7-D8C3-E81230B7F854}"/>
                  </a:ext>
                </a:extLst>
              </p:cNvPr>
              <p:cNvCxnSpPr>
                <a:cxnSpLocks/>
                <a:stCxn id="26" idx="0"/>
                <a:endCxn id="29" idx="2"/>
              </p:cNvCxnSpPr>
              <p:nvPr/>
            </p:nvCxnSpPr>
            <p:spPr>
              <a:xfrm flipV="1">
                <a:off x="9687205" y="3349692"/>
                <a:ext cx="973391" cy="2361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3" name="Connecteur droit avec flèche 216">
                <a:extLst>
                  <a:ext uri="{FF2B5EF4-FFF2-40B4-BE49-F238E27FC236}">
                    <a16:creationId xmlns:a16="http://schemas.microsoft.com/office/drawing/2014/main" id="{2FB9FBB2-2D5A-FF0C-5DB8-4CB0CB12CA01}"/>
                  </a:ext>
                </a:extLst>
              </p:cNvPr>
              <p:cNvCxnSpPr>
                <a:cxnSpLocks/>
                <a:stCxn id="29" idx="0"/>
                <a:endCxn id="30" idx="2"/>
              </p:cNvCxnSpPr>
              <p:nvPr/>
            </p:nvCxnSpPr>
            <p:spPr>
              <a:xfrm flipV="1">
                <a:off x="10660596" y="2700619"/>
                <a:ext cx="109683" cy="18350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217">
                <a:extLst>
                  <a:ext uri="{FF2B5EF4-FFF2-40B4-BE49-F238E27FC236}">
                    <a16:creationId xmlns:a16="http://schemas.microsoft.com/office/drawing/2014/main" id="{3ED4AA10-8330-3920-E745-2C4E011EDB8D}"/>
                  </a:ext>
                </a:extLst>
              </p:cNvPr>
              <p:cNvCxnSpPr>
                <a:cxnSpLocks/>
                <a:stCxn id="30" idx="0"/>
                <a:endCxn id="53" idx="2"/>
              </p:cNvCxnSpPr>
              <p:nvPr/>
            </p:nvCxnSpPr>
            <p:spPr>
              <a:xfrm flipV="1">
                <a:off x="10770279" y="2020186"/>
                <a:ext cx="215422" cy="21486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5" name="Connecteur droit avec flèche 218">
                <a:extLst>
                  <a:ext uri="{FF2B5EF4-FFF2-40B4-BE49-F238E27FC236}">
                    <a16:creationId xmlns:a16="http://schemas.microsoft.com/office/drawing/2014/main" id="{F9CFCC97-CD87-06DD-C8E0-620783EED9DA}"/>
                  </a:ext>
                </a:extLst>
              </p:cNvPr>
              <p:cNvCxnSpPr>
                <a:cxnSpLocks/>
                <a:stCxn id="26" idx="0"/>
                <a:endCxn id="31" idx="2"/>
              </p:cNvCxnSpPr>
              <p:nvPr/>
            </p:nvCxnSpPr>
            <p:spPr>
              <a:xfrm flipH="1" flipV="1">
                <a:off x="9115886" y="3379002"/>
                <a:ext cx="571319" cy="20681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6" name="Connecteur droit avec flèche 219">
                <a:extLst>
                  <a:ext uri="{FF2B5EF4-FFF2-40B4-BE49-F238E27FC236}">
                    <a16:creationId xmlns:a16="http://schemas.microsoft.com/office/drawing/2014/main" id="{CBEB98C7-4601-A493-14F1-A271C932B2B3}"/>
                  </a:ext>
                </a:extLst>
              </p:cNvPr>
              <p:cNvCxnSpPr>
                <a:cxnSpLocks/>
                <a:stCxn id="31" idx="0"/>
                <a:endCxn id="32" idx="2"/>
              </p:cNvCxnSpPr>
              <p:nvPr/>
            </p:nvCxnSpPr>
            <p:spPr>
              <a:xfrm flipH="1" flipV="1">
                <a:off x="8132867" y="2815255"/>
                <a:ext cx="983019" cy="9817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7" name="Connecteur droit avec flèche 220">
                <a:extLst>
                  <a:ext uri="{FF2B5EF4-FFF2-40B4-BE49-F238E27FC236}">
                    <a16:creationId xmlns:a16="http://schemas.microsoft.com/office/drawing/2014/main" id="{7AFE7F43-732D-390C-2A59-3C912EF27F88}"/>
                  </a:ext>
                </a:extLst>
              </p:cNvPr>
              <p:cNvCxnSpPr>
                <a:cxnSpLocks/>
                <a:stCxn id="32" idx="0"/>
                <a:endCxn id="33" idx="2"/>
              </p:cNvCxnSpPr>
              <p:nvPr/>
            </p:nvCxnSpPr>
            <p:spPr>
              <a:xfrm flipH="1" flipV="1">
                <a:off x="7576723" y="2195653"/>
                <a:ext cx="556144" cy="15403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221">
                <a:extLst>
                  <a:ext uri="{FF2B5EF4-FFF2-40B4-BE49-F238E27FC236}">
                    <a16:creationId xmlns:a16="http://schemas.microsoft.com/office/drawing/2014/main" id="{F00E1BE4-C1D8-2545-FFC7-4594B36FF04D}"/>
                  </a:ext>
                </a:extLst>
              </p:cNvPr>
              <p:cNvCxnSpPr>
                <a:cxnSpLocks/>
                <a:stCxn id="33" idx="0"/>
                <a:endCxn id="34" idx="2"/>
              </p:cNvCxnSpPr>
              <p:nvPr/>
            </p:nvCxnSpPr>
            <p:spPr>
              <a:xfrm flipH="1" flipV="1">
                <a:off x="7484060" y="1452054"/>
                <a:ext cx="92663" cy="278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49" name="Rectangle 222">
                <a:extLst>
                  <a:ext uri="{FF2B5EF4-FFF2-40B4-BE49-F238E27FC236}">
                    <a16:creationId xmlns:a16="http://schemas.microsoft.com/office/drawing/2014/main" id="{E91540D4-EF0F-595D-4B9B-22D53A9F9F0A}"/>
                  </a:ext>
                </a:extLst>
              </p:cNvPr>
              <p:cNvSpPr/>
              <p:nvPr/>
            </p:nvSpPr>
            <p:spPr>
              <a:xfrm>
                <a:off x="8840957" y="207634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Positive Consequence</a:t>
                </a:r>
              </a:p>
            </p:txBody>
          </p:sp>
          <p:cxnSp>
            <p:nvCxnSpPr>
              <p:cNvPr id="50" name="Connecteur droit avec flèche 223">
                <a:extLst>
                  <a:ext uri="{FF2B5EF4-FFF2-40B4-BE49-F238E27FC236}">
                    <a16:creationId xmlns:a16="http://schemas.microsoft.com/office/drawing/2014/main" id="{CE76E052-650D-69C3-79E1-2D5FE769F96C}"/>
                  </a:ext>
                </a:extLst>
              </p:cNvPr>
              <p:cNvCxnSpPr>
                <a:cxnSpLocks/>
                <a:stCxn id="31" idx="0"/>
                <a:endCxn id="49" idx="2"/>
              </p:cNvCxnSpPr>
              <p:nvPr/>
            </p:nvCxnSpPr>
            <p:spPr>
              <a:xfrm flipV="1">
                <a:off x="9115886" y="2541915"/>
                <a:ext cx="308592" cy="3715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51" name="Rectangle 224">
                <a:extLst>
                  <a:ext uri="{FF2B5EF4-FFF2-40B4-BE49-F238E27FC236}">
                    <a16:creationId xmlns:a16="http://schemas.microsoft.com/office/drawing/2014/main" id="{34079C5A-0B09-1B41-CE48-10687CEAB109}"/>
                  </a:ext>
                </a:extLst>
              </p:cNvPr>
              <p:cNvSpPr/>
              <p:nvPr/>
            </p:nvSpPr>
            <p:spPr>
              <a:xfrm>
                <a:off x="7517445" y="358442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cxnSp>
            <p:nvCxnSpPr>
              <p:cNvPr id="52" name="Connecteur droit avec flèche 225">
                <a:extLst>
                  <a:ext uri="{FF2B5EF4-FFF2-40B4-BE49-F238E27FC236}">
                    <a16:creationId xmlns:a16="http://schemas.microsoft.com/office/drawing/2014/main" id="{3ACE002B-FAC1-FDBE-CD8E-4E77E57B7A4C}"/>
                  </a:ext>
                </a:extLst>
              </p:cNvPr>
              <p:cNvCxnSpPr>
                <a:cxnSpLocks/>
                <a:stCxn id="25" idx="0"/>
                <a:endCxn id="51" idx="2"/>
              </p:cNvCxnSpPr>
              <p:nvPr/>
            </p:nvCxnSpPr>
            <p:spPr>
              <a:xfrm flipH="1" flipV="1">
                <a:off x="8100966" y="4049991"/>
                <a:ext cx="1323512" cy="2054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53" name="Rectangle 226">
                <a:extLst>
                  <a:ext uri="{FF2B5EF4-FFF2-40B4-BE49-F238E27FC236}">
                    <a16:creationId xmlns:a16="http://schemas.microsoft.com/office/drawing/2014/main" id="{FF189B93-2546-BC35-66CA-27CE235F8121}"/>
                  </a:ext>
                </a:extLst>
              </p:cNvPr>
              <p:cNvSpPr/>
              <p:nvPr/>
            </p:nvSpPr>
            <p:spPr>
              <a:xfrm>
                <a:off x="10402180" y="1554616"/>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Concretization</a:t>
                </a:r>
              </a:p>
            </p:txBody>
          </p:sp>
        </p:grpSp>
        <p:pic>
          <p:nvPicPr>
            <p:cNvPr id="22" name="Graphique 227" descr="Poumons avec un remplissage uni">
              <a:extLst>
                <a:ext uri="{FF2B5EF4-FFF2-40B4-BE49-F238E27FC236}">
                  <a16:creationId xmlns:a16="http://schemas.microsoft.com/office/drawing/2014/main" id="{694F4AF3-2F6C-C649-1A21-904E7501F7B3}"/>
                </a:ext>
              </a:extLst>
            </p:cNvPr>
            <p:cNvPicPr>
              <a:picLocks noChangeAspect="1"/>
            </p:cNvPicPr>
            <p:nvPr/>
          </p:nvPicPr>
          <p:blipFill rotWithShape="1">
            <a:blip r:embed="rId32" cstate="screen">
              <a:extLst>
                <a:ext uri="{28A0092B-C50C-407E-A947-70E740481C1C}">
                  <a14:useLocalDpi xmlns:a14="http://schemas.microsoft.com/office/drawing/2010/main"/>
                </a:ext>
                <a:ext uri="{96DAC541-7B7A-43D3-8B79-37D633B846F1}">
                  <asvg:svgBlip xmlns:asvg="http://schemas.microsoft.com/office/drawing/2016/SVG/main" r:embed="rId33"/>
                </a:ext>
              </a:extLst>
            </a:blip>
            <a:srcRect t="16884"/>
            <a:stretch/>
          </p:blipFill>
          <p:spPr>
            <a:xfrm>
              <a:off x="6001627" y="3514405"/>
              <a:ext cx="730448" cy="607118"/>
            </a:xfrm>
            <a:prstGeom prst="rect">
              <a:avLst/>
            </a:prstGeom>
          </p:spPr>
        </p:pic>
      </p:grpSp>
      <p:sp>
        <p:nvSpPr>
          <p:cNvPr id="195" name="Triangolo isoscele 194">
            <a:extLst>
              <a:ext uri="{FF2B5EF4-FFF2-40B4-BE49-F238E27FC236}">
                <a16:creationId xmlns:a16="http://schemas.microsoft.com/office/drawing/2014/main" id="{BB956D1A-95D1-7761-39BE-9C2CE674336A}"/>
              </a:ext>
            </a:extLst>
          </p:cNvPr>
          <p:cNvSpPr/>
          <p:nvPr/>
        </p:nvSpPr>
        <p:spPr>
          <a:xfrm rot="5400000">
            <a:off x="8083724" y="4918945"/>
            <a:ext cx="594695" cy="72376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3">
            <a:extLst>
              <a:ext uri="{FF2B5EF4-FFF2-40B4-BE49-F238E27FC236}">
                <a16:creationId xmlns:a16="http://schemas.microsoft.com/office/drawing/2014/main" id="{B802B026-D9C1-5588-6AC9-3F5B099FC871}"/>
              </a:ext>
            </a:extLst>
          </p:cNvPr>
          <p:cNvSpPr/>
          <p:nvPr/>
        </p:nvSpPr>
        <p:spPr>
          <a:xfrm>
            <a:off x="4897402" y="4553197"/>
            <a:ext cx="2927969" cy="1416783"/>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2</a:t>
            </a:r>
          </a:p>
          <a:p>
            <a:pPr algn="ctr"/>
            <a:r>
              <a:rPr lang="en-US" sz="1400" dirty="0">
                <a:solidFill>
                  <a:schemeClr val="bg1"/>
                </a:solidFill>
              </a:rPr>
              <a:t>Team Leader identifies what is misaligned in the team and selects a Canvas</a:t>
            </a:r>
          </a:p>
        </p:txBody>
      </p:sp>
      <p:sp>
        <p:nvSpPr>
          <p:cNvPr id="197" name="Rectangle 3">
            <a:extLst>
              <a:ext uri="{FF2B5EF4-FFF2-40B4-BE49-F238E27FC236}">
                <a16:creationId xmlns:a16="http://schemas.microsoft.com/office/drawing/2014/main" id="{B6CD2C4B-CCEA-D850-8B4C-04CE448A5A6F}"/>
              </a:ext>
            </a:extLst>
          </p:cNvPr>
          <p:cNvSpPr/>
          <p:nvPr/>
        </p:nvSpPr>
        <p:spPr>
          <a:xfrm>
            <a:off x="9055328" y="4553198"/>
            <a:ext cx="2927969" cy="1416783"/>
          </a:xfrm>
          <a:prstGeom prst="rect">
            <a:avLst/>
          </a:prstGeom>
          <a:solidFill>
            <a:srgbClr val="ED7D3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3</a:t>
            </a:r>
          </a:p>
          <a:p>
            <a:pPr algn="ctr"/>
            <a:r>
              <a:rPr lang="en-US" sz="1400" dirty="0">
                <a:solidFill>
                  <a:schemeClr val="tx1"/>
                </a:solidFill>
              </a:rPr>
              <a:t>Team Leader organizes a workshop based on the Canvas with the team so that they can EXPRESS THEMSELVES and AGREE BY THEMSELVES</a:t>
            </a:r>
          </a:p>
        </p:txBody>
      </p:sp>
      <p:pic>
        <p:nvPicPr>
          <p:cNvPr id="198" name="Graphique 23" descr="Femme avec bras prothétique">
            <a:extLst>
              <a:ext uri="{FF2B5EF4-FFF2-40B4-BE49-F238E27FC236}">
                <a16:creationId xmlns:a16="http://schemas.microsoft.com/office/drawing/2014/main" id="{41EC9CC0-7DD7-E366-2CA9-2D9636E53E7D}"/>
              </a:ext>
            </a:extLst>
          </p:cNvPr>
          <p:cNvPicPr>
            <a:picLocks noChangeAspect="1"/>
          </p:cNvPicPr>
          <p:nvPr/>
        </p:nvPicPr>
        <p:blipFill>
          <a:blip r:embed="rId34">
            <a:extLst>
              <a:ext uri="{28A0092B-C50C-407E-A947-70E740481C1C}">
                <a14:useLocalDpi xmlns:a14="http://schemas.microsoft.com/office/drawing/2010/main"/>
              </a:ext>
              <a:ext uri="{96DAC541-7B7A-43D3-8B79-37D633B846F1}">
                <asvg:svgBlip xmlns:asvg="http://schemas.microsoft.com/office/drawing/2016/SVG/main" r:embed="rId35"/>
              </a:ext>
            </a:extLst>
          </a:blip>
          <a:stretch>
            <a:fillRect/>
          </a:stretch>
        </p:blipFill>
        <p:spPr>
          <a:xfrm>
            <a:off x="5774734" y="3349104"/>
            <a:ext cx="1128034" cy="1184436"/>
          </a:xfrm>
          <a:prstGeom prst="rect">
            <a:avLst/>
          </a:prstGeom>
        </p:spPr>
      </p:pic>
      <p:pic>
        <p:nvPicPr>
          <p:cNvPr id="200" name="Graphique 23" descr="Femme avec bras prothétique">
            <a:extLst>
              <a:ext uri="{FF2B5EF4-FFF2-40B4-BE49-F238E27FC236}">
                <a16:creationId xmlns:a16="http://schemas.microsoft.com/office/drawing/2014/main" id="{6ACF140D-DD30-E0A5-B349-3871C68937B5}"/>
              </a:ext>
            </a:extLst>
          </p:cNvPr>
          <p:cNvPicPr>
            <a:picLocks noChangeAspect="1"/>
          </p:cNvPicPr>
          <p:nvPr/>
        </p:nvPicPr>
        <p:blipFill>
          <a:blip r:embed="rId34" cstate="screen">
            <a:extLst>
              <a:ext uri="{28A0092B-C50C-407E-A947-70E740481C1C}">
                <a14:useLocalDpi xmlns:a14="http://schemas.microsoft.com/office/drawing/2010/main"/>
              </a:ext>
              <a:ext uri="{96DAC541-7B7A-43D3-8B79-37D633B846F1}">
                <asvg:svgBlip xmlns:asvg="http://schemas.microsoft.com/office/drawing/2016/SVG/main" r:embed="rId35"/>
              </a:ext>
            </a:extLst>
          </a:blip>
          <a:stretch>
            <a:fillRect/>
          </a:stretch>
        </p:blipFill>
        <p:spPr>
          <a:xfrm flipH="1">
            <a:off x="11256464" y="3460671"/>
            <a:ext cx="882827" cy="924927"/>
          </a:xfrm>
          <a:prstGeom prst="rect">
            <a:avLst/>
          </a:prstGeom>
        </p:spPr>
      </p:pic>
      <p:pic>
        <p:nvPicPr>
          <p:cNvPr id="201" name="Espace réservé pour une image  13">
            <a:extLst>
              <a:ext uri="{FF2B5EF4-FFF2-40B4-BE49-F238E27FC236}">
                <a16:creationId xmlns:a16="http://schemas.microsoft.com/office/drawing/2014/main" id="{0A5D92D1-78B4-C1D9-B232-A625B458EECA}"/>
              </a:ext>
            </a:extLst>
          </p:cNvPr>
          <p:cNvPicPr>
            <a:picLocks noChangeAspect="1"/>
          </p:cNvPicPr>
          <p:nvPr/>
        </p:nvPicPr>
        <p:blipFill rotWithShape="1">
          <a:blip r:embed="rId36" cstate="screen">
            <a:extLst>
              <a:ext uri="{28A0092B-C50C-407E-A947-70E740481C1C}">
                <a14:useLocalDpi xmlns:a14="http://schemas.microsoft.com/office/drawing/2010/main"/>
              </a:ext>
            </a:extLst>
          </a:blip>
          <a:srcRect l="-351"/>
          <a:stretch/>
        </p:blipFill>
        <p:spPr>
          <a:xfrm>
            <a:off x="9110029" y="1557288"/>
            <a:ext cx="2912131" cy="1356434"/>
          </a:xfrm>
          <a:prstGeom prst="rect">
            <a:avLst/>
          </a:prstGeom>
        </p:spPr>
      </p:pic>
      <p:sp>
        <p:nvSpPr>
          <p:cNvPr id="202" name="Rectangle 27">
            <a:extLst>
              <a:ext uri="{FF2B5EF4-FFF2-40B4-BE49-F238E27FC236}">
                <a16:creationId xmlns:a16="http://schemas.microsoft.com/office/drawing/2014/main" id="{80CE45B7-3CC1-34F4-C573-58B013AD2697}"/>
              </a:ext>
            </a:extLst>
          </p:cNvPr>
          <p:cNvSpPr/>
          <p:nvPr/>
        </p:nvSpPr>
        <p:spPr>
          <a:xfrm>
            <a:off x="9912491" y="3091841"/>
            <a:ext cx="618191" cy="52685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Lorem Ipsum</a:t>
            </a:r>
          </a:p>
        </p:txBody>
      </p:sp>
      <p:pic>
        <p:nvPicPr>
          <p:cNvPr id="203" name="Graphique 34" descr="Homme à lunettes portant un col roulé">
            <a:extLst>
              <a:ext uri="{FF2B5EF4-FFF2-40B4-BE49-F238E27FC236}">
                <a16:creationId xmlns:a16="http://schemas.microsoft.com/office/drawing/2014/main" id="{9E2CB3F7-21D5-46ED-4428-2930B10B687A}"/>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947673" y="3280613"/>
            <a:ext cx="961593" cy="1260127"/>
          </a:xfrm>
          <a:prstGeom prst="rect">
            <a:avLst/>
          </a:prstGeom>
        </p:spPr>
      </p:pic>
      <p:sp>
        <p:nvSpPr>
          <p:cNvPr id="204" name="Bulle narrative : ronde 6">
            <a:extLst>
              <a:ext uri="{FF2B5EF4-FFF2-40B4-BE49-F238E27FC236}">
                <a16:creationId xmlns:a16="http://schemas.microsoft.com/office/drawing/2014/main" id="{E003F36B-DCF1-3B2C-65F8-9E9BBEB0B464}"/>
              </a:ext>
            </a:extLst>
          </p:cNvPr>
          <p:cNvSpPr/>
          <p:nvPr/>
        </p:nvSpPr>
        <p:spPr>
          <a:xfrm>
            <a:off x="9511260" y="2975057"/>
            <a:ext cx="1636515" cy="724055"/>
          </a:xfrm>
          <a:prstGeom prst="wedgeEllipseCallout">
            <a:avLst>
              <a:gd name="adj1" fmla="val -53830"/>
              <a:gd name="adj2" fmla="val 28469"/>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205" name="Graphique 30" descr="Homme portant une veste">
            <a:extLst>
              <a:ext uri="{FF2B5EF4-FFF2-40B4-BE49-F238E27FC236}">
                <a16:creationId xmlns:a16="http://schemas.microsoft.com/office/drawing/2014/main" id="{D0A6DCA1-5BE0-AA91-B2AF-CB56B0E4C8E9}"/>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11080785" y="3619606"/>
            <a:ext cx="691793" cy="921134"/>
          </a:xfrm>
          <a:prstGeom prst="rect">
            <a:avLst/>
          </a:prstGeom>
        </p:spPr>
      </p:pic>
    </p:spTree>
    <p:extLst>
      <p:ext uri="{BB962C8B-B14F-4D97-AF65-F5344CB8AC3E}">
        <p14:creationId xmlns:p14="http://schemas.microsoft.com/office/powerpoint/2010/main" val="39737258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 name="Elemento grafico 206" descr="Presentazione con elenco di controllo con riempimento a tinta unita">
            <a:extLst>
              <a:ext uri="{FF2B5EF4-FFF2-40B4-BE49-F238E27FC236}">
                <a16:creationId xmlns:a16="http://schemas.microsoft.com/office/drawing/2014/main" id="{59E4F499-10C2-D39C-FB6C-C6A0178FE4F5}"/>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331085" y="2216980"/>
            <a:ext cx="1828922" cy="1828922"/>
          </a:xfrm>
          <a:prstGeom prst="rect">
            <a:avLst/>
          </a:prstGeom>
        </p:spPr>
      </p:pic>
      <p:pic>
        <p:nvPicPr>
          <p:cNvPr id="206" name="Graphique 28" descr="Homme en tenue professionnelle">
            <a:extLst>
              <a:ext uri="{FF2B5EF4-FFF2-40B4-BE49-F238E27FC236}">
                <a16:creationId xmlns:a16="http://schemas.microsoft.com/office/drawing/2014/main" id="{B3B67D94-C32E-BF47-3669-611BF45B3CCE}"/>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11245377" y="3347873"/>
            <a:ext cx="811293" cy="1059810"/>
          </a:xfrm>
          <a:prstGeom prst="rect">
            <a:avLst/>
          </a:prstGeom>
        </p:spPr>
      </p:pic>
      <p:sp>
        <p:nvSpPr>
          <p:cNvPr id="199" name="Bolla: nuvola 198">
            <a:extLst>
              <a:ext uri="{FF2B5EF4-FFF2-40B4-BE49-F238E27FC236}">
                <a16:creationId xmlns:a16="http://schemas.microsoft.com/office/drawing/2014/main" id="{48CF789F-DC2A-37DC-C556-20EE4A8DF98C}"/>
              </a:ext>
            </a:extLst>
          </p:cNvPr>
          <p:cNvSpPr/>
          <p:nvPr/>
        </p:nvSpPr>
        <p:spPr>
          <a:xfrm>
            <a:off x="446239" y="1813319"/>
            <a:ext cx="3259406" cy="1805991"/>
          </a:xfrm>
          <a:prstGeom prst="cloudCallout">
            <a:avLst>
              <a:gd name="adj1" fmla="val -18062"/>
              <a:gd name="adj2" fmla="val 51152"/>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3">
            <a:extLst>
              <a:ext uri="{FF2B5EF4-FFF2-40B4-BE49-F238E27FC236}">
                <a16:creationId xmlns:a16="http://schemas.microsoft.com/office/drawing/2014/main" id="{C2D1E894-0AE1-B3BB-A60E-48D8B1BBA5C3}"/>
              </a:ext>
            </a:extLst>
          </p:cNvPr>
          <p:cNvSpPr>
            <a:spLocks noGrp="1"/>
          </p:cNvSpPr>
          <p:nvPr>
            <p:ph type="title"/>
          </p:nvPr>
        </p:nvSpPr>
        <p:spPr>
          <a:xfrm>
            <a:off x="838200" y="365125"/>
            <a:ext cx="10515600" cy="664077"/>
          </a:xfrm>
        </p:spPr>
        <p:txBody>
          <a:bodyPr>
            <a:normAutofit fontScale="90000"/>
          </a:bodyPr>
          <a:lstStyle/>
          <a:p>
            <a:r>
              <a:rPr lang="en-US" dirty="0"/>
              <a:t>Use Case 2 : Using 6 WHYS as canvases in a top-down approach</a:t>
            </a:r>
          </a:p>
        </p:txBody>
      </p:sp>
      <p:pic>
        <p:nvPicPr>
          <p:cNvPr id="9" name="Graphique 28" descr="Homme en tenue professionnelle">
            <a:extLst>
              <a:ext uri="{FF2B5EF4-FFF2-40B4-BE49-F238E27FC236}">
                <a16:creationId xmlns:a16="http://schemas.microsoft.com/office/drawing/2014/main" id="{149B5F21-1C7E-16A7-55B5-C505D64008D4}"/>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708898" y="2046903"/>
            <a:ext cx="588385" cy="794535"/>
          </a:xfrm>
          <a:prstGeom prst="rect">
            <a:avLst/>
          </a:prstGeom>
        </p:spPr>
      </p:pic>
      <p:pic>
        <p:nvPicPr>
          <p:cNvPr id="10" name="Graphique 30" descr="Homme portant une veste">
            <a:extLst>
              <a:ext uri="{FF2B5EF4-FFF2-40B4-BE49-F238E27FC236}">
                <a16:creationId xmlns:a16="http://schemas.microsoft.com/office/drawing/2014/main" id="{FF154979-1E59-C7F6-F8C2-66AD2F87567B}"/>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flipH="1">
            <a:off x="2110452" y="2472272"/>
            <a:ext cx="635419" cy="846072"/>
          </a:xfrm>
          <a:prstGeom prst="rect">
            <a:avLst/>
          </a:prstGeom>
        </p:spPr>
      </p:pic>
      <p:pic>
        <p:nvPicPr>
          <p:cNvPr id="11" name="Graphique 34" descr="Homme à lunettes portant un col roulé">
            <a:extLst>
              <a:ext uri="{FF2B5EF4-FFF2-40B4-BE49-F238E27FC236}">
                <a16:creationId xmlns:a16="http://schemas.microsoft.com/office/drawing/2014/main" id="{93B94B2D-EF50-4361-AC71-61FD008A410A}"/>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flipH="1">
            <a:off x="10909812" y="3646740"/>
            <a:ext cx="778589" cy="933592"/>
          </a:xfrm>
          <a:prstGeom prst="rect">
            <a:avLst/>
          </a:prstGeom>
        </p:spPr>
      </p:pic>
      <p:sp>
        <p:nvSpPr>
          <p:cNvPr id="14" name="Triangolo isoscele 13">
            <a:extLst>
              <a:ext uri="{FF2B5EF4-FFF2-40B4-BE49-F238E27FC236}">
                <a16:creationId xmlns:a16="http://schemas.microsoft.com/office/drawing/2014/main" id="{B8C35B7A-8C56-057A-63DA-A653EA33D0AF}"/>
              </a:ext>
            </a:extLst>
          </p:cNvPr>
          <p:cNvSpPr/>
          <p:nvPr/>
        </p:nvSpPr>
        <p:spPr>
          <a:xfrm rot="5400000">
            <a:off x="3757359" y="5003308"/>
            <a:ext cx="594694" cy="72376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uppo 14">
            <a:extLst>
              <a:ext uri="{FF2B5EF4-FFF2-40B4-BE49-F238E27FC236}">
                <a16:creationId xmlns:a16="http://schemas.microsoft.com/office/drawing/2014/main" id="{42EA5C92-6B23-F779-ED1A-DF88291AFD61}"/>
              </a:ext>
            </a:extLst>
          </p:cNvPr>
          <p:cNvGrpSpPr/>
          <p:nvPr/>
        </p:nvGrpSpPr>
        <p:grpSpPr>
          <a:xfrm>
            <a:off x="5030429" y="2921100"/>
            <a:ext cx="2485478" cy="963765"/>
            <a:chOff x="1127051" y="1510081"/>
            <a:chExt cx="10134048" cy="3929563"/>
          </a:xfrm>
        </p:grpSpPr>
        <p:grpSp>
          <p:nvGrpSpPr>
            <p:cNvPr id="16" name="Groupe 5">
              <a:extLst>
                <a:ext uri="{FF2B5EF4-FFF2-40B4-BE49-F238E27FC236}">
                  <a16:creationId xmlns:a16="http://schemas.microsoft.com/office/drawing/2014/main" id="{4D52221D-8193-0C84-B42A-4612DFD07982}"/>
                </a:ext>
              </a:extLst>
            </p:cNvPr>
            <p:cNvGrpSpPr/>
            <p:nvPr/>
          </p:nvGrpSpPr>
          <p:grpSpPr>
            <a:xfrm>
              <a:off x="1127051" y="1528302"/>
              <a:ext cx="2328941" cy="1339670"/>
              <a:chOff x="463550" y="1420160"/>
              <a:chExt cx="11264900" cy="6479877"/>
            </a:xfrm>
          </p:grpSpPr>
          <p:sp>
            <p:nvSpPr>
              <p:cNvPr id="186" name="Trapèze 6">
                <a:extLst>
                  <a:ext uri="{FF2B5EF4-FFF2-40B4-BE49-F238E27FC236}">
                    <a16:creationId xmlns:a16="http://schemas.microsoft.com/office/drawing/2014/main" id="{B66C9F48-96FF-7461-4F35-39694BB0F0D9}"/>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b="1"/>
                  <a:t>CAUSE</a:t>
                </a:r>
              </a:p>
            </p:txBody>
          </p:sp>
          <p:sp>
            <p:nvSpPr>
              <p:cNvPr id="187" name="Triangle isocèle 7">
                <a:extLst>
                  <a:ext uri="{FF2B5EF4-FFF2-40B4-BE49-F238E27FC236}">
                    <a16:creationId xmlns:a16="http://schemas.microsoft.com/office/drawing/2014/main" id="{1F51B1EE-9AC7-C192-50E0-8000769AFFA2}"/>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GREAT GOAL</a:t>
                </a:r>
              </a:p>
              <a:p>
                <a:pPr algn="ctr"/>
                <a:endParaRPr lang="en-US" sz="100"/>
              </a:p>
            </p:txBody>
          </p:sp>
          <p:grpSp>
            <p:nvGrpSpPr>
              <p:cNvPr id="188" name="Groupe 8">
                <a:extLst>
                  <a:ext uri="{FF2B5EF4-FFF2-40B4-BE49-F238E27FC236}">
                    <a16:creationId xmlns:a16="http://schemas.microsoft.com/office/drawing/2014/main" id="{3B17FA52-ECE8-874F-4824-2BB3B4529402}"/>
                  </a:ext>
                </a:extLst>
              </p:cNvPr>
              <p:cNvGrpSpPr/>
              <p:nvPr/>
            </p:nvGrpSpPr>
            <p:grpSpPr>
              <a:xfrm>
                <a:off x="1527175" y="3040767"/>
                <a:ext cx="9137650" cy="1969383"/>
                <a:chOff x="1644650" y="3040767"/>
                <a:chExt cx="9137650" cy="1907219"/>
              </a:xfrm>
            </p:grpSpPr>
            <p:sp>
              <p:nvSpPr>
                <p:cNvPr id="191" name="Trapèze 11">
                  <a:extLst>
                    <a:ext uri="{FF2B5EF4-FFF2-40B4-BE49-F238E27FC236}">
                      <a16:creationId xmlns:a16="http://schemas.microsoft.com/office/drawing/2014/main" id="{27436411-82DE-7B37-F36B-F2592AEBDFB4}"/>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a:t>BAD MEMORIES</a:t>
                  </a:r>
                  <a:endParaRPr lang="en-US" sz="100"/>
                </a:p>
              </p:txBody>
            </p:sp>
            <p:sp>
              <p:nvSpPr>
                <p:cNvPr id="192" name="Trapèze 12">
                  <a:extLst>
                    <a:ext uri="{FF2B5EF4-FFF2-40B4-BE49-F238E27FC236}">
                      <a16:creationId xmlns:a16="http://schemas.microsoft.com/office/drawing/2014/main" id="{A8B7DDE6-CE4E-36BF-0E02-D64E19B119B5}"/>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dirty="0"/>
                    <a:t>WRONG FICTIVE STORIES - RISKS</a:t>
                  </a:r>
                </a:p>
              </p:txBody>
            </p:sp>
            <p:sp>
              <p:nvSpPr>
                <p:cNvPr id="193" name="Trapèze 13">
                  <a:extLst>
                    <a:ext uri="{FF2B5EF4-FFF2-40B4-BE49-F238E27FC236}">
                      <a16:creationId xmlns:a16="http://schemas.microsoft.com/office/drawing/2014/main" id="{021CB16C-1848-2875-AA15-951A41AFF347}"/>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a:t>GOOD MEMORIES</a:t>
                  </a:r>
                  <a:endParaRPr lang="en-US" sz="100"/>
                </a:p>
              </p:txBody>
            </p:sp>
            <p:sp>
              <p:nvSpPr>
                <p:cNvPr id="194" name="Trapèze 14">
                  <a:extLst>
                    <a:ext uri="{FF2B5EF4-FFF2-40B4-BE49-F238E27FC236}">
                      <a16:creationId xmlns:a16="http://schemas.microsoft.com/office/drawing/2014/main" id="{5F7C03F5-5EF3-84D1-7A7A-B2C4C5019870}"/>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a:t>IDEAL STORIES</a:t>
                  </a:r>
                </a:p>
              </p:txBody>
            </p:sp>
          </p:grpSp>
          <p:sp>
            <p:nvSpPr>
              <p:cNvPr id="189" name="Triangle isocèle 9">
                <a:extLst>
                  <a:ext uri="{FF2B5EF4-FFF2-40B4-BE49-F238E27FC236}">
                    <a16:creationId xmlns:a16="http://schemas.microsoft.com/office/drawing/2014/main" id="{89AFB1CD-C39D-FC31-30E6-E40CC3F54015}"/>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sp>
            <p:nvSpPr>
              <p:cNvPr id="190" name="ZoneTexte 10">
                <a:extLst>
                  <a:ext uri="{FF2B5EF4-FFF2-40B4-BE49-F238E27FC236}">
                    <a16:creationId xmlns:a16="http://schemas.microsoft.com/office/drawing/2014/main" id="{FB881D89-2C5D-8661-F2D2-3E9F4748AA4F}"/>
                  </a:ext>
                </a:extLst>
              </p:cNvPr>
              <p:cNvSpPr txBox="1"/>
              <p:nvPr/>
            </p:nvSpPr>
            <p:spPr>
              <a:xfrm>
                <a:off x="4952502" y="3044172"/>
                <a:ext cx="2287016" cy="4855865"/>
              </a:xfrm>
              <a:prstGeom prst="rect">
                <a:avLst/>
              </a:prstGeom>
              <a:noFill/>
            </p:spPr>
            <p:txBody>
              <a:bodyPr wrap="square">
                <a:spAutoFit/>
              </a:bodyPr>
              <a:lstStyle/>
              <a:p>
                <a:pPr algn="ctr"/>
                <a:r>
                  <a:rPr lang="en-US" sz="100" b="1"/>
                  <a:t>CONDITIONS</a:t>
                </a:r>
              </a:p>
            </p:txBody>
          </p:sp>
        </p:grpSp>
        <p:grpSp>
          <p:nvGrpSpPr>
            <p:cNvPr id="17" name="Groupe 172">
              <a:extLst>
                <a:ext uri="{FF2B5EF4-FFF2-40B4-BE49-F238E27FC236}">
                  <a16:creationId xmlns:a16="http://schemas.microsoft.com/office/drawing/2014/main" id="{4727AA4F-4A73-401B-83A3-6DD0F51CC4DC}"/>
                </a:ext>
              </a:extLst>
            </p:cNvPr>
            <p:cNvGrpSpPr/>
            <p:nvPr/>
          </p:nvGrpSpPr>
          <p:grpSpPr>
            <a:xfrm>
              <a:off x="4719990" y="1510081"/>
              <a:ext cx="3001901" cy="1119025"/>
              <a:chOff x="7527020" y="2036345"/>
              <a:chExt cx="3826780" cy="1426517"/>
            </a:xfrm>
          </p:grpSpPr>
          <p:grpSp>
            <p:nvGrpSpPr>
              <p:cNvPr id="102" name="Groupe 32">
                <a:extLst>
                  <a:ext uri="{FF2B5EF4-FFF2-40B4-BE49-F238E27FC236}">
                    <a16:creationId xmlns:a16="http://schemas.microsoft.com/office/drawing/2014/main" id="{5EDE653C-F56A-38B0-EAEF-01A6AA9E09A7}"/>
                  </a:ext>
                </a:extLst>
              </p:cNvPr>
              <p:cNvGrpSpPr/>
              <p:nvPr/>
            </p:nvGrpSpPr>
            <p:grpSpPr>
              <a:xfrm>
                <a:off x="10055197" y="2036345"/>
                <a:ext cx="1298603" cy="1298603"/>
                <a:chOff x="9835911" y="2807662"/>
                <a:chExt cx="1796250" cy="1796250"/>
              </a:xfrm>
            </p:grpSpPr>
            <p:pic>
              <p:nvPicPr>
                <p:cNvPr id="123" name="Graphique 49" descr="Cathédrale avec un remplissage uni">
                  <a:extLst>
                    <a:ext uri="{FF2B5EF4-FFF2-40B4-BE49-F238E27FC236}">
                      <a16:creationId xmlns:a16="http://schemas.microsoft.com/office/drawing/2014/main" id="{281273CA-EA75-EC1A-C112-57CDD6778985}"/>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9835911" y="2807662"/>
                  <a:ext cx="1796250" cy="1796250"/>
                </a:xfrm>
                <a:prstGeom prst="rect">
                  <a:avLst/>
                </a:prstGeom>
              </p:spPr>
            </p:pic>
            <p:sp>
              <p:nvSpPr>
                <p:cNvPr id="124" name="Rectangle 50">
                  <a:extLst>
                    <a:ext uri="{FF2B5EF4-FFF2-40B4-BE49-F238E27FC236}">
                      <a16:creationId xmlns:a16="http://schemas.microsoft.com/office/drawing/2014/main" id="{90A92B48-E224-3E5B-A6DE-1EE904C7C2F5}"/>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5" name="Rectangle 51">
                  <a:extLst>
                    <a:ext uri="{FF2B5EF4-FFF2-40B4-BE49-F238E27FC236}">
                      <a16:creationId xmlns:a16="http://schemas.microsoft.com/office/drawing/2014/main" id="{E9856C4D-E556-8255-BFBF-6EE868F4C7E6}"/>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6" name="Rectangle 52">
                  <a:extLst>
                    <a:ext uri="{FF2B5EF4-FFF2-40B4-BE49-F238E27FC236}">
                      <a16:creationId xmlns:a16="http://schemas.microsoft.com/office/drawing/2014/main" id="{911DF3B5-679D-2E4E-1255-A54E28B772E0}"/>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7" name="Rectangle 53">
                  <a:extLst>
                    <a:ext uri="{FF2B5EF4-FFF2-40B4-BE49-F238E27FC236}">
                      <a16:creationId xmlns:a16="http://schemas.microsoft.com/office/drawing/2014/main" id="{222C09EF-BCD3-C30A-84B0-50898A19A9CD}"/>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8" name="Rectangle 54">
                  <a:extLst>
                    <a:ext uri="{FF2B5EF4-FFF2-40B4-BE49-F238E27FC236}">
                      <a16:creationId xmlns:a16="http://schemas.microsoft.com/office/drawing/2014/main" id="{898FDF63-0A06-F006-81FB-00DFA272F94F}"/>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9" name="Rectangle 55">
                  <a:extLst>
                    <a:ext uri="{FF2B5EF4-FFF2-40B4-BE49-F238E27FC236}">
                      <a16:creationId xmlns:a16="http://schemas.microsoft.com/office/drawing/2014/main" id="{C20390D8-ACBC-3971-16DF-BA9E2AF7DA16}"/>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0" name="Rectangle 56">
                  <a:extLst>
                    <a:ext uri="{FF2B5EF4-FFF2-40B4-BE49-F238E27FC236}">
                      <a16:creationId xmlns:a16="http://schemas.microsoft.com/office/drawing/2014/main" id="{14FB90F9-4D31-5EFD-76A4-648E13840CE5}"/>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1" name="Rectangle 57">
                  <a:extLst>
                    <a:ext uri="{FF2B5EF4-FFF2-40B4-BE49-F238E27FC236}">
                      <a16:creationId xmlns:a16="http://schemas.microsoft.com/office/drawing/2014/main" id="{30DF13E9-6698-687C-8003-452DF494360E}"/>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2" name="Rectangle 58">
                  <a:extLst>
                    <a:ext uri="{FF2B5EF4-FFF2-40B4-BE49-F238E27FC236}">
                      <a16:creationId xmlns:a16="http://schemas.microsoft.com/office/drawing/2014/main" id="{CE5389C9-83AB-AE77-0D4F-C6E5EB800A62}"/>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3" name="Rectangle 59">
                  <a:extLst>
                    <a:ext uri="{FF2B5EF4-FFF2-40B4-BE49-F238E27FC236}">
                      <a16:creationId xmlns:a16="http://schemas.microsoft.com/office/drawing/2014/main" id="{28006357-9938-3D98-D8A9-B41D316DE867}"/>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4" name="Rectangle 60">
                  <a:extLst>
                    <a:ext uri="{FF2B5EF4-FFF2-40B4-BE49-F238E27FC236}">
                      <a16:creationId xmlns:a16="http://schemas.microsoft.com/office/drawing/2014/main" id="{0C2E720F-BC79-C7BD-FE44-F2290AF70E9E}"/>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5" name="Rectangle 61">
                  <a:extLst>
                    <a:ext uri="{FF2B5EF4-FFF2-40B4-BE49-F238E27FC236}">
                      <a16:creationId xmlns:a16="http://schemas.microsoft.com/office/drawing/2014/main" id="{5707C5F8-093A-5851-1389-D0F5A384BB4F}"/>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6" name="Rectangle 62">
                  <a:extLst>
                    <a:ext uri="{FF2B5EF4-FFF2-40B4-BE49-F238E27FC236}">
                      <a16:creationId xmlns:a16="http://schemas.microsoft.com/office/drawing/2014/main" id="{110D254F-DE66-D6A5-FCEE-410B83E652D3}"/>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7" name="Rectangle 63">
                  <a:extLst>
                    <a:ext uri="{FF2B5EF4-FFF2-40B4-BE49-F238E27FC236}">
                      <a16:creationId xmlns:a16="http://schemas.microsoft.com/office/drawing/2014/main" id="{961D7E4E-BB5B-1C55-5127-D49DF7CDCE8B}"/>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8" name="Rectangle 64">
                  <a:extLst>
                    <a:ext uri="{FF2B5EF4-FFF2-40B4-BE49-F238E27FC236}">
                      <a16:creationId xmlns:a16="http://schemas.microsoft.com/office/drawing/2014/main" id="{202B6014-35A4-F8E8-E23D-103EF3FC293B}"/>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9" name="Rectangle 65">
                  <a:extLst>
                    <a:ext uri="{FF2B5EF4-FFF2-40B4-BE49-F238E27FC236}">
                      <a16:creationId xmlns:a16="http://schemas.microsoft.com/office/drawing/2014/main" id="{141AF5CA-C7BC-B73B-2B48-FFAE9F720E5C}"/>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0" name="Rectangle 66">
                  <a:extLst>
                    <a:ext uri="{FF2B5EF4-FFF2-40B4-BE49-F238E27FC236}">
                      <a16:creationId xmlns:a16="http://schemas.microsoft.com/office/drawing/2014/main" id="{1F057D92-7E85-23AC-5F19-8D5E6ADC0EE9}"/>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1" name="Rectangle 67">
                  <a:extLst>
                    <a:ext uri="{FF2B5EF4-FFF2-40B4-BE49-F238E27FC236}">
                      <a16:creationId xmlns:a16="http://schemas.microsoft.com/office/drawing/2014/main" id="{154BE86C-545D-E684-661F-74713334C380}"/>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2" name="Rectangle 68">
                  <a:extLst>
                    <a:ext uri="{FF2B5EF4-FFF2-40B4-BE49-F238E27FC236}">
                      <a16:creationId xmlns:a16="http://schemas.microsoft.com/office/drawing/2014/main" id="{148EF210-B784-7066-4B5F-162C727B6B10}"/>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3" name="Rectangle 69">
                  <a:extLst>
                    <a:ext uri="{FF2B5EF4-FFF2-40B4-BE49-F238E27FC236}">
                      <a16:creationId xmlns:a16="http://schemas.microsoft.com/office/drawing/2014/main" id="{56FF2336-4ED6-6444-CE0A-8AF9882FFFB9}"/>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4" name="Rectangle 70">
                  <a:extLst>
                    <a:ext uri="{FF2B5EF4-FFF2-40B4-BE49-F238E27FC236}">
                      <a16:creationId xmlns:a16="http://schemas.microsoft.com/office/drawing/2014/main" id="{5486D617-CDF4-B569-3003-8E01A9753672}"/>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5" name="Rectangle 71">
                  <a:extLst>
                    <a:ext uri="{FF2B5EF4-FFF2-40B4-BE49-F238E27FC236}">
                      <a16:creationId xmlns:a16="http://schemas.microsoft.com/office/drawing/2014/main" id="{179ABB14-39ED-E818-93B8-6F23731E04E8}"/>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6" name="Rectangle 72">
                  <a:extLst>
                    <a:ext uri="{FF2B5EF4-FFF2-40B4-BE49-F238E27FC236}">
                      <a16:creationId xmlns:a16="http://schemas.microsoft.com/office/drawing/2014/main" id="{CFF6D0F9-BFE4-3D2E-F09A-20BC8F4538C7}"/>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7" name="Rectangle 73">
                  <a:extLst>
                    <a:ext uri="{FF2B5EF4-FFF2-40B4-BE49-F238E27FC236}">
                      <a16:creationId xmlns:a16="http://schemas.microsoft.com/office/drawing/2014/main" id="{D63B0E10-E78B-C73F-903D-C11FB259C349}"/>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8" name="Rectangle 74">
                  <a:extLst>
                    <a:ext uri="{FF2B5EF4-FFF2-40B4-BE49-F238E27FC236}">
                      <a16:creationId xmlns:a16="http://schemas.microsoft.com/office/drawing/2014/main" id="{F0D15B12-DF4F-0DB7-1EC0-458BEF4C03E3}"/>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9" name="Rectangle 75">
                  <a:extLst>
                    <a:ext uri="{FF2B5EF4-FFF2-40B4-BE49-F238E27FC236}">
                      <a16:creationId xmlns:a16="http://schemas.microsoft.com/office/drawing/2014/main" id="{5C9CCEF5-01EB-BAE0-6CC8-DC23F9EC7C43}"/>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0" name="Rectangle 76">
                  <a:extLst>
                    <a:ext uri="{FF2B5EF4-FFF2-40B4-BE49-F238E27FC236}">
                      <a16:creationId xmlns:a16="http://schemas.microsoft.com/office/drawing/2014/main" id="{E0E48D4B-A632-B412-547A-DE068FA1088B}"/>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1" name="Rectangle 77">
                  <a:extLst>
                    <a:ext uri="{FF2B5EF4-FFF2-40B4-BE49-F238E27FC236}">
                      <a16:creationId xmlns:a16="http://schemas.microsoft.com/office/drawing/2014/main" id="{3063BF8E-63D1-3DE7-A420-CEF0DB306BBA}"/>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2" name="Rectangle 78">
                  <a:extLst>
                    <a:ext uri="{FF2B5EF4-FFF2-40B4-BE49-F238E27FC236}">
                      <a16:creationId xmlns:a16="http://schemas.microsoft.com/office/drawing/2014/main" id="{BABE2F9B-2985-72B9-D479-86BCC85E271B}"/>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3" name="Rectangle 79">
                  <a:extLst>
                    <a:ext uri="{FF2B5EF4-FFF2-40B4-BE49-F238E27FC236}">
                      <a16:creationId xmlns:a16="http://schemas.microsoft.com/office/drawing/2014/main" id="{CEC4467C-DC43-61BF-2FEE-4D51DCC84AEA}"/>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4" name="Rectangle 80">
                  <a:extLst>
                    <a:ext uri="{FF2B5EF4-FFF2-40B4-BE49-F238E27FC236}">
                      <a16:creationId xmlns:a16="http://schemas.microsoft.com/office/drawing/2014/main" id="{30F32056-777B-967F-1138-53D5B2917112}"/>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5" name="Rectangle 81">
                  <a:extLst>
                    <a:ext uri="{FF2B5EF4-FFF2-40B4-BE49-F238E27FC236}">
                      <a16:creationId xmlns:a16="http://schemas.microsoft.com/office/drawing/2014/main" id="{022684BB-2E08-FD21-B8F2-F30EE79DDA14}"/>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6" name="Rectangle 82">
                  <a:extLst>
                    <a:ext uri="{FF2B5EF4-FFF2-40B4-BE49-F238E27FC236}">
                      <a16:creationId xmlns:a16="http://schemas.microsoft.com/office/drawing/2014/main" id="{571AC531-BC95-28E4-44D8-C2AE65AFD2BB}"/>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7" name="Rectangle 83">
                  <a:extLst>
                    <a:ext uri="{FF2B5EF4-FFF2-40B4-BE49-F238E27FC236}">
                      <a16:creationId xmlns:a16="http://schemas.microsoft.com/office/drawing/2014/main" id="{C6830530-4777-86D7-5652-0E97C9605582}"/>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8" name="Rectangle 84">
                  <a:extLst>
                    <a:ext uri="{FF2B5EF4-FFF2-40B4-BE49-F238E27FC236}">
                      <a16:creationId xmlns:a16="http://schemas.microsoft.com/office/drawing/2014/main" id="{22228C69-AE7F-2FDD-F105-A51B4A510A44}"/>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9" name="Rectangle 85">
                  <a:extLst>
                    <a:ext uri="{FF2B5EF4-FFF2-40B4-BE49-F238E27FC236}">
                      <a16:creationId xmlns:a16="http://schemas.microsoft.com/office/drawing/2014/main" id="{45349C3D-DED3-F3E8-8D0B-B76531FA840F}"/>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0" name="Rectangle 86">
                  <a:extLst>
                    <a:ext uri="{FF2B5EF4-FFF2-40B4-BE49-F238E27FC236}">
                      <a16:creationId xmlns:a16="http://schemas.microsoft.com/office/drawing/2014/main" id="{A72E0918-C108-6EFF-D473-E86FBCCF19AE}"/>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1" name="Rectangle 87">
                  <a:extLst>
                    <a:ext uri="{FF2B5EF4-FFF2-40B4-BE49-F238E27FC236}">
                      <a16:creationId xmlns:a16="http://schemas.microsoft.com/office/drawing/2014/main" id="{4592BAC9-2866-8EB7-03E0-834C1AC28681}"/>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2" name="Rectangle 88">
                  <a:extLst>
                    <a:ext uri="{FF2B5EF4-FFF2-40B4-BE49-F238E27FC236}">
                      <a16:creationId xmlns:a16="http://schemas.microsoft.com/office/drawing/2014/main" id="{907DE8AA-731E-583B-0E80-B106932BBDD1}"/>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3" name="Rectangle 89">
                  <a:extLst>
                    <a:ext uri="{FF2B5EF4-FFF2-40B4-BE49-F238E27FC236}">
                      <a16:creationId xmlns:a16="http://schemas.microsoft.com/office/drawing/2014/main" id="{EFBFC518-622C-6701-1296-3FD72D62A89A}"/>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4" name="Rectangle 90">
                  <a:extLst>
                    <a:ext uri="{FF2B5EF4-FFF2-40B4-BE49-F238E27FC236}">
                      <a16:creationId xmlns:a16="http://schemas.microsoft.com/office/drawing/2014/main" id="{89A47469-B998-CADE-37AC-8B105C590628}"/>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5" name="Rectangle 91">
                  <a:extLst>
                    <a:ext uri="{FF2B5EF4-FFF2-40B4-BE49-F238E27FC236}">
                      <a16:creationId xmlns:a16="http://schemas.microsoft.com/office/drawing/2014/main" id="{19012FDE-8A82-B650-7EC3-C7623C4639E6}"/>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6" name="Rectangle 92">
                  <a:extLst>
                    <a:ext uri="{FF2B5EF4-FFF2-40B4-BE49-F238E27FC236}">
                      <a16:creationId xmlns:a16="http://schemas.microsoft.com/office/drawing/2014/main" id="{61380DD6-7D97-A6D8-84C5-701B3947C5B6}"/>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7" name="Rectangle 93">
                  <a:extLst>
                    <a:ext uri="{FF2B5EF4-FFF2-40B4-BE49-F238E27FC236}">
                      <a16:creationId xmlns:a16="http://schemas.microsoft.com/office/drawing/2014/main" id="{DCA4C616-9F33-24F1-DBCF-04719812C5A4}"/>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8" name="Rectangle 94">
                  <a:extLst>
                    <a:ext uri="{FF2B5EF4-FFF2-40B4-BE49-F238E27FC236}">
                      <a16:creationId xmlns:a16="http://schemas.microsoft.com/office/drawing/2014/main" id="{C68DCEFA-DD2A-BC5D-6453-22EB25BBBE2D}"/>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9" name="Rectangle 95">
                  <a:extLst>
                    <a:ext uri="{FF2B5EF4-FFF2-40B4-BE49-F238E27FC236}">
                      <a16:creationId xmlns:a16="http://schemas.microsoft.com/office/drawing/2014/main" id="{DE2B90EF-7165-8684-A71E-D7E5B3194D1C}"/>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0" name="Rectangle 96">
                  <a:extLst>
                    <a:ext uri="{FF2B5EF4-FFF2-40B4-BE49-F238E27FC236}">
                      <a16:creationId xmlns:a16="http://schemas.microsoft.com/office/drawing/2014/main" id="{E22DE5D8-EB47-4663-00B1-C46EA8C7D82C}"/>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1" name="Rectangle 97">
                  <a:extLst>
                    <a:ext uri="{FF2B5EF4-FFF2-40B4-BE49-F238E27FC236}">
                      <a16:creationId xmlns:a16="http://schemas.microsoft.com/office/drawing/2014/main" id="{74E6471E-4D46-E6E9-97F9-6B97F16EE242}"/>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2" name="Rectangle 98">
                  <a:extLst>
                    <a:ext uri="{FF2B5EF4-FFF2-40B4-BE49-F238E27FC236}">
                      <a16:creationId xmlns:a16="http://schemas.microsoft.com/office/drawing/2014/main" id="{096FDF8B-F75E-3794-9C75-12D95A3A7EBC}"/>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3" name="Rectangle 99">
                  <a:extLst>
                    <a:ext uri="{FF2B5EF4-FFF2-40B4-BE49-F238E27FC236}">
                      <a16:creationId xmlns:a16="http://schemas.microsoft.com/office/drawing/2014/main" id="{C8B6E837-FCDD-1417-13DC-8FA120D06662}"/>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4" name="Rectangle 100">
                  <a:extLst>
                    <a:ext uri="{FF2B5EF4-FFF2-40B4-BE49-F238E27FC236}">
                      <a16:creationId xmlns:a16="http://schemas.microsoft.com/office/drawing/2014/main" id="{BB4AED4A-5539-715A-F91C-86C42E1DCA9A}"/>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5" name="Rectangle 101">
                  <a:extLst>
                    <a:ext uri="{FF2B5EF4-FFF2-40B4-BE49-F238E27FC236}">
                      <a16:creationId xmlns:a16="http://schemas.microsoft.com/office/drawing/2014/main" id="{343A56E9-240B-4451-3FA8-88C4F9F1845A}"/>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6" name="Rectangle 102">
                  <a:extLst>
                    <a:ext uri="{FF2B5EF4-FFF2-40B4-BE49-F238E27FC236}">
                      <a16:creationId xmlns:a16="http://schemas.microsoft.com/office/drawing/2014/main" id="{88283EAD-F870-FD80-AACC-3BD2A0E13053}"/>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7" name="Rectangle 103">
                  <a:extLst>
                    <a:ext uri="{FF2B5EF4-FFF2-40B4-BE49-F238E27FC236}">
                      <a16:creationId xmlns:a16="http://schemas.microsoft.com/office/drawing/2014/main" id="{2DC32918-CA0B-9150-5477-4D50E9418093}"/>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8" name="Rectangle 104">
                  <a:extLst>
                    <a:ext uri="{FF2B5EF4-FFF2-40B4-BE49-F238E27FC236}">
                      <a16:creationId xmlns:a16="http://schemas.microsoft.com/office/drawing/2014/main" id="{86CAF6CC-8263-B765-F837-B223F36C6878}"/>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9" name="Rectangle 105">
                  <a:extLst>
                    <a:ext uri="{FF2B5EF4-FFF2-40B4-BE49-F238E27FC236}">
                      <a16:creationId xmlns:a16="http://schemas.microsoft.com/office/drawing/2014/main" id="{4380AC07-8034-12E3-2359-5D0B34F27811}"/>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0" name="Rectangle 106">
                  <a:extLst>
                    <a:ext uri="{FF2B5EF4-FFF2-40B4-BE49-F238E27FC236}">
                      <a16:creationId xmlns:a16="http://schemas.microsoft.com/office/drawing/2014/main" id="{2DE5751A-985C-C056-2FFF-1CC2F28424F0}"/>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1" name="Rectangle 107">
                  <a:extLst>
                    <a:ext uri="{FF2B5EF4-FFF2-40B4-BE49-F238E27FC236}">
                      <a16:creationId xmlns:a16="http://schemas.microsoft.com/office/drawing/2014/main" id="{8582CB4F-AC44-5ACE-EB67-7AF5A76FF219}"/>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2" name="Rectangle 108">
                  <a:extLst>
                    <a:ext uri="{FF2B5EF4-FFF2-40B4-BE49-F238E27FC236}">
                      <a16:creationId xmlns:a16="http://schemas.microsoft.com/office/drawing/2014/main" id="{64246A8B-69F6-32A3-91D7-2BA88198BF77}"/>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3" name="Rectangle 109">
                  <a:extLst>
                    <a:ext uri="{FF2B5EF4-FFF2-40B4-BE49-F238E27FC236}">
                      <a16:creationId xmlns:a16="http://schemas.microsoft.com/office/drawing/2014/main" id="{BF455617-1E6C-C5B1-FE5A-63AA4214DD44}"/>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4" name="Rectangle 110">
                  <a:extLst>
                    <a:ext uri="{FF2B5EF4-FFF2-40B4-BE49-F238E27FC236}">
                      <a16:creationId xmlns:a16="http://schemas.microsoft.com/office/drawing/2014/main" id="{3B91FC9C-34F1-C396-BCBF-E226883F3D2C}"/>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5" name="Rectangle 111">
                  <a:extLst>
                    <a:ext uri="{FF2B5EF4-FFF2-40B4-BE49-F238E27FC236}">
                      <a16:creationId xmlns:a16="http://schemas.microsoft.com/office/drawing/2014/main" id="{9915AD50-5F13-5C66-E0A0-C823A6909D4A}"/>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grpSp>
          <p:grpSp>
            <p:nvGrpSpPr>
              <p:cNvPr id="103" name="Groupe 152">
                <a:extLst>
                  <a:ext uri="{FF2B5EF4-FFF2-40B4-BE49-F238E27FC236}">
                    <a16:creationId xmlns:a16="http://schemas.microsoft.com/office/drawing/2014/main" id="{F8C0BA32-36C5-C696-E5AF-F4DD10DA003B}"/>
                  </a:ext>
                </a:extLst>
              </p:cNvPr>
              <p:cNvGrpSpPr/>
              <p:nvPr/>
            </p:nvGrpSpPr>
            <p:grpSpPr>
              <a:xfrm>
                <a:off x="7527020" y="2174293"/>
                <a:ext cx="1467257" cy="1169474"/>
                <a:chOff x="2609577" y="1563591"/>
                <a:chExt cx="1467257" cy="1169474"/>
              </a:xfrm>
            </p:grpSpPr>
            <p:grpSp>
              <p:nvGrpSpPr>
                <p:cNvPr id="118" name="Groupe 153">
                  <a:extLst>
                    <a:ext uri="{FF2B5EF4-FFF2-40B4-BE49-F238E27FC236}">
                      <a16:creationId xmlns:a16="http://schemas.microsoft.com/office/drawing/2014/main" id="{82669844-F047-3388-4CC2-D7890812900E}"/>
                    </a:ext>
                  </a:extLst>
                </p:cNvPr>
                <p:cNvGrpSpPr/>
                <p:nvPr/>
              </p:nvGrpSpPr>
              <p:grpSpPr>
                <a:xfrm>
                  <a:off x="2609577" y="1563591"/>
                  <a:ext cx="1412109" cy="1169474"/>
                  <a:chOff x="2645545" y="3994190"/>
                  <a:chExt cx="1412109" cy="1169474"/>
                </a:xfrm>
              </p:grpSpPr>
              <p:pic>
                <p:nvPicPr>
                  <p:cNvPr id="120" name="Graphique 155" descr="Diable avec un remplissage uni">
                    <a:extLst>
                      <a:ext uri="{FF2B5EF4-FFF2-40B4-BE49-F238E27FC236}">
                        <a16:creationId xmlns:a16="http://schemas.microsoft.com/office/drawing/2014/main" id="{A2B4973D-7FE9-0247-2586-D9AE2EEBC246}"/>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3037365" y="4143375"/>
                    <a:ext cx="1020289" cy="1020289"/>
                  </a:xfrm>
                  <a:prstGeom prst="rect">
                    <a:avLst/>
                  </a:prstGeom>
                </p:spPr>
              </p:pic>
              <p:pic>
                <p:nvPicPr>
                  <p:cNvPr id="121" name="Graphique 156" descr="Base-ball avec un remplissage uni">
                    <a:extLst>
                      <a:ext uri="{FF2B5EF4-FFF2-40B4-BE49-F238E27FC236}">
                        <a16:creationId xmlns:a16="http://schemas.microsoft.com/office/drawing/2014/main" id="{A53B1A58-04EA-EB90-F26A-5B6B15595325}"/>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flipH="1">
                    <a:off x="2645545" y="4030462"/>
                    <a:ext cx="993713" cy="1133202"/>
                  </a:xfrm>
                  <a:prstGeom prst="rect">
                    <a:avLst/>
                  </a:prstGeom>
                </p:spPr>
              </p:pic>
              <p:sp>
                <p:nvSpPr>
                  <p:cNvPr id="122" name="Rectangle 157">
                    <a:extLst>
                      <a:ext uri="{FF2B5EF4-FFF2-40B4-BE49-F238E27FC236}">
                        <a16:creationId xmlns:a16="http://schemas.microsoft.com/office/drawing/2014/main" id="{C7A74F37-F4F1-79FC-0645-C41AF35367D2}"/>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grpSp>
            <p:pic>
              <p:nvPicPr>
                <p:cNvPr id="119" name="Graphique 154" descr="Boîte à archives avec un remplissage uni">
                  <a:extLst>
                    <a:ext uri="{FF2B5EF4-FFF2-40B4-BE49-F238E27FC236}">
                      <a16:creationId xmlns:a16="http://schemas.microsoft.com/office/drawing/2014/main" id="{B73BEDED-5C55-4932-9FA2-280F5B331A3F}"/>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rot="20255485">
                  <a:off x="3419733" y="1863768"/>
                  <a:ext cx="657101" cy="657101"/>
                </a:xfrm>
                <a:prstGeom prst="rect">
                  <a:avLst/>
                </a:prstGeom>
              </p:spPr>
            </p:pic>
          </p:grpSp>
          <p:grpSp>
            <p:nvGrpSpPr>
              <p:cNvPr id="104" name="Groupe 158">
                <a:extLst>
                  <a:ext uri="{FF2B5EF4-FFF2-40B4-BE49-F238E27FC236}">
                    <a16:creationId xmlns:a16="http://schemas.microsoft.com/office/drawing/2014/main" id="{A590082D-C739-961B-F330-00D8067D7576}"/>
                  </a:ext>
                </a:extLst>
              </p:cNvPr>
              <p:cNvGrpSpPr/>
              <p:nvPr/>
            </p:nvGrpSpPr>
            <p:grpSpPr>
              <a:xfrm flipH="1">
                <a:off x="8944157" y="2297704"/>
                <a:ext cx="1093937" cy="1165158"/>
                <a:chOff x="1680627" y="1783722"/>
                <a:chExt cx="1331514" cy="1331514"/>
              </a:xfrm>
            </p:grpSpPr>
            <p:pic>
              <p:nvPicPr>
                <p:cNvPr id="105" name="Graphique 159" descr="Mur de briques en construction avec un remplissage uni">
                  <a:extLst>
                    <a:ext uri="{FF2B5EF4-FFF2-40B4-BE49-F238E27FC236}">
                      <a16:creationId xmlns:a16="http://schemas.microsoft.com/office/drawing/2014/main" id="{C4B6C0C6-7F31-E3C2-919C-3FF387EA15AE}"/>
                    </a:ext>
                  </a:extLst>
                </p:cNvPr>
                <p:cNvPicPr>
                  <a:picLocks noChangeAspect="1"/>
                </p:cNvPicPr>
                <p:nvPr/>
              </p:nvPicPr>
              <p:blipFill>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1680627" y="1783722"/>
                  <a:ext cx="1331514" cy="1331514"/>
                </a:xfrm>
                <a:prstGeom prst="rect">
                  <a:avLst/>
                </a:prstGeom>
              </p:spPr>
            </p:pic>
            <p:sp>
              <p:nvSpPr>
                <p:cNvPr id="106" name="Rectangle 160">
                  <a:extLst>
                    <a:ext uri="{FF2B5EF4-FFF2-40B4-BE49-F238E27FC236}">
                      <a16:creationId xmlns:a16="http://schemas.microsoft.com/office/drawing/2014/main" id="{5568DC13-89DD-23E2-29E4-3F892AB395B6}"/>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7" name="Rectangle 161">
                  <a:extLst>
                    <a:ext uri="{FF2B5EF4-FFF2-40B4-BE49-F238E27FC236}">
                      <a16:creationId xmlns:a16="http://schemas.microsoft.com/office/drawing/2014/main" id="{D987DAC4-17DC-2A97-1EB0-0AD81CC703D9}"/>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8" name="Rectangle 162">
                  <a:extLst>
                    <a:ext uri="{FF2B5EF4-FFF2-40B4-BE49-F238E27FC236}">
                      <a16:creationId xmlns:a16="http://schemas.microsoft.com/office/drawing/2014/main" id="{50E3BAFC-EA6F-1F79-924D-C943D6A86BC2}"/>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9" name="Rectangle 163">
                  <a:extLst>
                    <a:ext uri="{FF2B5EF4-FFF2-40B4-BE49-F238E27FC236}">
                      <a16:creationId xmlns:a16="http://schemas.microsoft.com/office/drawing/2014/main" id="{2F45CCA6-8183-5E49-A102-C29DF61EE2E8}"/>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0" name="Rectangle 164">
                  <a:extLst>
                    <a:ext uri="{FF2B5EF4-FFF2-40B4-BE49-F238E27FC236}">
                      <a16:creationId xmlns:a16="http://schemas.microsoft.com/office/drawing/2014/main" id="{82688194-AEDC-8346-D9E1-80BEFFE4F10F}"/>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1" name="Rectangle 165">
                  <a:extLst>
                    <a:ext uri="{FF2B5EF4-FFF2-40B4-BE49-F238E27FC236}">
                      <a16:creationId xmlns:a16="http://schemas.microsoft.com/office/drawing/2014/main" id="{DB5AC6EC-FC5A-F5CF-C446-A941A53FEBCC}"/>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2" name="Rectangle 166">
                  <a:extLst>
                    <a:ext uri="{FF2B5EF4-FFF2-40B4-BE49-F238E27FC236}">
                      <a16:creationId xmlns:a16="http://schemas.microsoft.com/office/drawing/2014/main" id="{A643A349-0FA7-59BC-85BE-551D646F0BF2}"/>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3" name="Rectangle 167">
                  <a:extLst>
                    <a:ext uri="{FF2B5EF4-FFF2-40B4-BE49-F238E27FC236}">
                      <a16:creationId xmlns:a16="http://schemas.microsoft.com/office/drawing/2014/main" id="{40382D84-2B9B-FD6B-A3D3-1057EDCFF96E}"/>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4" name="Rectangle 168">
                  <a:extLst>
                    <a:ext uri="{FF2B5EF4-FFF2-40B4-BE49-F238E27FC236}">
                      <a16:creationId xmlns:a16="http://schemas.microsoft.com/office/drawing/2014/main" id="{BDE6414A-EB2A-FB70-58A4-DFCA0495051B}"/>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5" name="Rectangle 169">
                  <a:extLst>
                    <a:ext uri="{FF2B5EF4-FFF2-40B4-BE49-F238E27FC236}">
                      <a16:creationId xmlns:a16="http://schemas.microsoft.com/office/drawing/2014/main" id="{C93432A5-4383-6122-DD64-5B8F152D5A97}"/>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6" name="Rectangle 170">
                  <a:extLst>
                    <a:ext uri="{FF2B5EF4-FFF2-40B4-BE49-F238E27FC236}">
                      <a16:creationId xmlns:a16="http://schemas.microsoft.com/office/drawing/2014/main" id="{55DBB62E-D152-4F15-103A-D8F768C40756}"/>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7" name="Rectangle 171">
                  <a:extLst>
                    <a:ext uri="{FF2B5EF4-FFF2-40B4-BE49-F238E27FC236}">
                      <a16:creationId xmlns:a16="http://schemas.microsoft.com/office/drawing/2014/main" id="{BD72CAC1-D1B6-2F11-1301-A7634D157C38}"/>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grpSp>
        </p:grpSp>
        <p:grpSp>
          <p:nvGrpSpPr>
            <p:cNvPr id="18" name="Groupe 173">
              <a:extLst>
                <a:ext uri="{FF2B5EF4-FFF2-40B4-BE49-F238E27FC236}">
                  <a16:creationId xmlns:a16="http://schemas.microsoft.com/office/drawing/2014/main" id="{19094837-F50C-9D72-A775-C1C74315609E}"/>
                </a:ext>
              </a:extLst>
            </p:cNvPr>
            <p:cNvGrpSpPr/>
            <p:nvPr/>
          </p:nvGrpSpPr>
          <p:grpSpPr>
            <a:xfrm>
              <a:off x="8811398" y="1671748"/>
              <a:ext cx="2449701" cy="1195165"/>
              <a:chOff x="127000" y="915986"/>
              <a:chExt cx="12052300" cy="5880100"/>
            </a:xfrm>
          </p:grpSpPr>
          <p:sp>
            <p:nvSpPr>
              <p:cNvPr id="97" name="Flèche : droite 174">
                <a:extLst>
                  <a:ext uri="{FF2B5EF4-FFF2-40B4-BE49-F238E27FC236}">
                    <a16:creationId xmlns:a16="http://schemas.microsoft.com/office/drawing/2014/main" id="{58F3A8A7-F21B-0BD4-40A5-3C378983C254}"/>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solidFill>
                    <a:schemeClr val="tx1"/>
                  </a:solidFill>
                </a:endParaRPr>
              </a:p>
            </p:txBody>
          </p:sp>
          <p:sp>
            <p:nvSpPr>
              <p:cNvPr id="98" name="Rectangle 175">
                <a:extLst>
                  <a:ext uri="{FF2B5EF4-FFF2-40B4-BE49-F238E27FC236}">
                    <a16:creationId xmlns:a16="http://schemas.microsoft.com/office/drawing/2014/main" id="{59B46300-35A8-3CC4-7453-BA85EE774A93}"/>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p>
            </p:txBody>
          </p:sp>
          <p:sp>
            <p:nvSpPr>
              <p:cNvPr id="99" name="Rectangle 176">
                <a:extLst>
                  <a:ext uri="{FF2B5EF4-FFF2-40B4-BE49-F238E27FC236}">
                    <a16:creationId xmlns:a16="http://schemas.microsoft.com/office/drawing/2014/main" id="{3D46261A-2CB3-A5CE-95DA-3C7026D04F08}"/>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solidFill>
                    <a:schemeClr val="tx1"/>
                  </a:solidFill>
                </a:endParaRPr>
              </a:p>
            </p:txBody>
          </p:sp>
          <p:sp>
            <p:nvSpPr>
              <p:cNvPr id="100" name="Rectangle 177">
                <a:extLst>
                  <a:ext uri="{FF2B5EF4-FFF2-40B4-BE49-F238E27FC236}">
                    <a16:creationId xmlns:a16="http://schemas.microsoft.com/office/drawing/2014/main" id="{0B43B686-19DA-8F06-71CA-398BC88A6C98}"/>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p>
            </p:txBody>
          </p:sp>
          <p:sp>
            <p:nvSpPr>
              <p:cNvPr id="101" name="Rectangle 178">
                <a:extLst>
                  <a:ext uri="{FF2B5EF4-FFF2-40B4-BE49-F238E27FC236}">
                    <a16:creationId xmlns:a16="http://schemas.microsoft.com/office/drawing/2014/main" id="{5E0E590A-96EF-13AF-024D-4A99A8C0D5F5}"/>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p>
            </p:txBody>
          </p:sp>
        </p:grpSp>
        <p:grpSp>
          <p:nvGrpSpPr>
            <p:cNvPr id="19" name="Groupe 1">
              <a:extLst>
                <a:ext uri="{FF2B5EF4-FFF2-40B4-BE49-F238E27FC236}">
                  <a16:creationId xmlns:a16="http://schemas.microsoft.com/office/drawing/2014/main" id="{BC71554C-1C3C-1EB9-A9BE-4F3BFA980C12}"/>
                </a:ext>
              </a:extLst>
            </p:cNvPr>
            <p:cNvGrpSpPr/>
            <p:nvPr/>
          </p:nvGrpSpPr>
          <p:grpSpPr>
            <a:xfrm>
              <a:off x="5655037" y="3889628"/>
              <a:ext cx="1471902" cy="1550016"/>
              <a:chOff x="6119047" y="342948"/>
              <a:chExt cx="5553478" cy="5848201"/>
            </a:xfrm>
          </p:grpSpPr>
          <p:pic>
            <p:nvPicPr>
              <p:cNvPr id="87" name="Graphique 112" descr="Balance de la justice avec un remplissage uni">
                <a:extLst>
                  <a:ext uri="{FF2B5EF4-FFF2-40B4-BE49-F238E27FC236}">
                    <a16:creationId xmlns:a16="http://schemas.microsoft.com/office/drawing/2014/main" id="{FF231F67-29B6-9B24-9119-F9DFDB1DD8AA}"/>
                  </a:ext>
                </a:extLst>
              </p:cNvPr>
              <p:cNvPicPr>
                <a:picLocks noChangeAspect="1"/>
              </p:cNvPicPr>
              <p:nvPr/>
            </p:nvPicPr>
            <p:blipFill rotWithShape="1">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rcRect l="6972" t="7530" r="8041" b="7105"/>
              <a:stretch/>
            </p:blipFill>
            <p:spPr>
              <a:xfrm>
                <a:off x="6521388" y="342948"/>
                <a:ext cx="4441794" cy="4461491"/>
              </a:xfrm>
              <a:prstGeom prst="rect">
                <a:avLst/>
              </a:prstGeom>
            </p:spPr>
          </p:pic>
          <p:sp>
            <p:nvSpPr>
              <p:cNvPr id="88" name="Rectangle 116">
                <a:extLst>
                  <a:ext uri="{FF2B5EF4-FFF2-40B4-BE49-F238E27FC236}">
                    <a16:creationId xmlns:a16="http://schemas.microsoft.com/office/drawing/2014/main" id="{9DDC0731-4AA3-026E-3C05-365AA9D6AB7F}"/>
                  </a:ext>
                </a:extLst>
              </p:cNvPr>
              <p:cNvSpPr/>
              <p:nvPr/>
            </p:nvSpPr>
            <p:spPr>
              <a:xfrm>
                <a:off x="6119047" y="220098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89" name="Rectangle 117">
                <a:extLst>
                  <a:ext uri="{FF2B5EF4-FFF2-40B4-BE49-F238E27FC236}">
                    <a16:creationId xmlns:a16="http://schemas.microsoft.com/office/drawing/2014/main" id="{CC4F7EB7-95CE-F887-9D36-390FAA994E33}"/>
                  </a:ext>
                </a:extLst>
              </p:cNvPr>
              <p:cNvSpPr/>
              <p:nvPr/>
            </p:nvSpPr>
            <p:spPr>
              <a:xfrm>
                <a:off x="7279062" y="2219854"/>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0" name="Rectangle 118">
                <a:extLst>
                  <a:ext uri="{FF2B5EF4-FFF2-40B4-BE49-F238E27FC236}">
                    <a16:creationId xmlns:a16="http://schemas.microsoft.com/office/drawing/2014/main" id="{81CFA7E1-E988-18AB-2A4F-1AD79F6BB0A6}"/>
                  </a:ext>
                </a:extLst>
              </p:cNvPr>
              <p:cNvSpPr/>
              <p:nvPr/>
            </p:nvSpPr>
            <p:spPr>
              <a:xfrm>
                <a:off x="10494151"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1" name="Rectangle 119">
                <a:extLst>
                  <a:ext uri="{FF2B5EF4-FFF2-40B4-BE49-F238E27FC236}">
                    <a16:creationId xmlns:a16="http://schemas.microsoft.com/office/drawing/2014/main" id="{D9D473F7-06F5-BCF4-8702-930C5A2B0A3E}"/>
                  </a:ext>
                </a:extLst>
              </p:cNvPr>
              <p:cNvSpPr/>
              <p:nvPr/>
            </p:nvSpPr>
            <p:spPr>
              <a:xfrm>
                <a:off x="7021611" y="144880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2" name="Rectangle 120">
                <a:extLst>
                  <a:ext uri="{FF2B5EF4-FFF2-40B4-BE49-F238E27FC236}">
                    <a16:creationId xmlns:a16="http://schemas.microsoft.com/office/drawing/2014/main" id="{C7125F3B-B3D8-9C4E-3986-0F3FF0D5E57D}"/>
                  </a:ext>
                </a:extLst>
              </p:cNvPr>
              <p:cNvSpPr/>
              <p:nvPr/>
            </p:nvSpPr>
            <p:spPr>
              <a:xfrm>
                <a:off x="9694763" y="1481023"/>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3" name="Rectangle 121">
                <a:extLst>
                  <a:ext uri="{FF2B5EF4-FFF2-40B4-BE49-F238E27FC236}">
                    <a16:creationId xmlns:a16="http://schemas.microsoft.com/office/drawing/2014/main" id="{84E9BB60-67E1-AC63-F59A-75EA8607618F}"/>
                  </a:ext>
                </a:extLst>
              </p:cNvPr>
              <p:cNvSpPr/>
              <p:nvPr/>
            </p:nvSpPr>
            <p:spPr>
              <a:xfrm>
                <a:off x="9243916"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4" name="Rectangle 122">
                <a:extLst>
                  <a:ext uri="{FF2B5EF4-FFF2-40B4-BE49-F238E27FC236}">
                    <a16:creationId xmlns:a16="http://schemas.microsoft.com/office/drawing/2014/main" id="{160DB20E-F108-0D2B-873E-6F03CA9D8ABA}"/>
                  </a:ext>
                </a:extLst>
              </p:cNvPr>
              <p:cNvSpPr/>
              <p:nvPr/>
            </p:nvSpPr>
            <p:spPr>
              <a:xfrm>
                <a:off x="8741625"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5" name="Rectangle 123">
                <a:extLst>
                  <a:ext uri="{FF2B5EF4-FFF2-40B4-BE49-F238E27FC236}">
                    <a16:creationId xmlns:a16="http://schemas.microsoft.com/office/drawing/2014/main" id="{FA43A4A0-6621-059D-2BBB-B184865DF46E}"/>
                  </a:ext>
                </a:extLst>
              </p:cNvPr>
              <p:cNvSpPr/>
              <p:nvPr/>
            </p:nvSpPr>
            <p:spPr>
              <a:xfrm>
                <a:off x="7491387"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6" name="Rectangle 124">
                <a:extLst>
                  <a:ext uri="{FF2B5EF4-FFF2-40B4-BE49-F238E27FC236}">
                    <a16:creationId xmlns:a16="http://schemas.microsoft.com/office/drawing/2014/main" id="{8EBB89BC-5E3C-8043-6684-510D3439001D}"/>
                  </a:ext>
                </a:extLst>
              </p:cNvPr>
              <p:cNvSpPr/>
              <p:nvPr/>
            </p:nvSpPr>
            <p:spPr>
              <a:xfrm>
                <a:off x="8152438" y="5533037"/>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grpSp>
        <p:grpSp>
          <p:nvGrpSpPr>
            <p:cNvPr id="20" name="Groupe 125">
              <a:extLst>
                <a:ext uri="{FF2B5EF4-FFF2-40B4-BE49-F238E27FC236}">
                  <a16:creationId xmlns:a16="http://schemas.microsoft.com/office/drawing/2014/main" id="{C98570DF-09C1-5688-369D-DDFF908D558B}"/>
                </a:ext>
              </a:extLst>
            </p:cNvPr>
            <p:cNvGrpSpPr/>
            <p:nvPr/>
          </p:nvGrpSpPr>
          <p:grpSpPr>
            <a:xfrm>
              <a:off x="1420529" y="4111588"/>
              <a:ext cx="1618049" cy="1201642"/>
              <a:chOff x="4856111" y="1739195"/>
              <a:chExt cx="6696567" cy="4973195"/>
            </a:xfrm>
          </p:grpSpPr>
          <p:pic>
            <p:nvPicPr>
              <p:cNvPr id="54" name="Graphique 126" descr="Sphères de Harvey 100% avec un remplissage uni">
                <a:extLst>
                  <a:ext uri="{FF2B5EF4-FFF2-40B4-BE49-F238E27FC236}">
                    <a16:creationId xmlns:a16="http://schemas.microsoft.com/office/drawing/2014/main" id="{4894D05E-9F4B-A54E-6B37-03AB8AB58C96}"/>
                  </a:ext>
                </a:extLst>
              </p:cNvPr>
              <p:cNvPicPr>
                <a:picLocks noChangeAspect="1"/>
              </p:cNvPicPr>
              <p:nvPr/>
            </p:nvPicPr>
            <p:blipFill rotWithShape="1">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rcRect l="10326" t="10344" r="10326" b="10240"/>
              <a:stretch/>
            </p:blipFill>
            <p:spPr>
              <a:xfrm>
                <a:off x="4856111" y="3574539"/>
                <a:ext cx="1792339" cy="1793874"/>
              </a:xfrm>
              <a:prstGeom prst="rect">
                <a:avLst/>
              </a:prstGeom>
            </p:spPr>
          </p:pic>
          <p:grpSp>
            <p:nvGrpSpPr>
              <p:cNvPr id="55" name="Groupe 128">
                <a:extLst>
                  <a:ext uri="{FF2B5EF4-FFF2-40B4-BE49-F238E27FC236}">
                    <a16:creationId xmlns:a16="http://schemas.microsoft.com/office/drawing/2014/main" id="{6C15521F-7DD8-0321-341D-421BE2311027}"/>
                  </a:ext>
                </a:extLst>
              </p:cNvPr>
              <p:cNvGrpSpPr/>
              <p:nvPr/>
            </p:nvGrpSpPr>
            <p:grpSpPr>
              <a:xfrm>
                <a:off x="8201266" y="2889716"/>
                <a:ext cx="1203959" cy="1114429"/>
                <a:chOff x="495541" y="3991241"/>
                <a:chExt cx="1203959" cy="1114429"/>
              </a:xfrm>
            </p:grpSpPr>
            <p:sp>
              <p:nvSpPr>
                <p:cNvPr id="85" name="Rectangle 195">
                  <a:extLst>
                    <a:ext uri="{FF2B5EF4-FFF2-40B4-BE49-F238E27FC236}">
                      <a16:creationId xmlns:a16="http://schemas.microsoft.com/office/drawing/2014/main" id="{06E968CC-C07B-35A5-1270-831B18E5A105}"/>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pic>
              <p:nvPicPr>
                <p:cNvPr id="86" name="Graphique 196" descr="Utilisateurs avec un remplissage uni">
                  <a:extLst>
                    <a:ext uri="{FF2B5EF4-FFF2-40B4-BE49-F238E27FC236}">
                      <a16:creationId xmlns:a16="http://schemas.microsoft.com/office/drawing/2014/main" id="{5E01893A-557F-EA13-F9F5-DE0795CCAB8D}"/>
                    </a:ext>
                  </a:extLst>
                </p:cNvPr>
                <p:cNvPicPr>
                  <a:picLocks noChangeAspect="1"/>
                </p:cNvPicPr>
                <p:nvPr/>
              </p:nvPicPr>
              <p:blipFill>
                <a:blip r:embed="rId26" cstate="screen">
                  <a:extLst>
                    <a:ext uri="{28A0092B-C50C-407E-A947-70E740481C1C}">
                      <a14:useLocalDpi xmlns:a14="http://schemas.microsoft.com/office/drawing/2010/main"/>
                    </a:ext>
                    <a:ext uri="{96DAC541-7B7A-43D3-8B79-37D633B846F1}">
                      <asvg:svgBlip xmlns:asvg="http://schemas.microsoft.com/office/drawing/2016/SVG/main" r:embed="rId27"/>
                    </a:ext>
                  </a:extLst>
                </a:blip>
                <a:stretch>
                  <a:fillRect/>
                </a:stretch>
              </p:blipFill>
              <p:spPr>
                <a:xfrm>
                  <a:off x="783195" y="3991241"/>
                  <a:ext cx="710146" cy="710146"/>
                </a:xfrm>
                <a:prstGeom prst="rect">
                  <a:avLst/>
                </a:prstGeom>
              </p:spPr>
            </p:pic>
          </p:grpSp>
          <p:grpSp>
            <p:nvGrpSpPr>
              <p:cNvPr id="56" name="Groupe 129">
                <a:extLst>
                  <a:ext uri="{FF2B5EF4-FFF2-40B4-BE49-F238E27FC236}">
                    <a16:creationId xmlns:a16="http://schemas.microsoft.com/office/drawing/2014/main" id="{E76D0006-922E-9872-2DA1-24356E01E99E}"/>
                  </a:ext>
                </a:extLst>
              </p:cNvPr>
              <p:cNvGrpSpPr/>
              <p:nvPr/>
            </p:nvGrpSpPr>
            <p:grpSpPr>
              <a:xfrm>
                <a:off x="8144116" y="4080387"/>
                <a:ext cx="1203959" cy="1114429"/>
                <a:chOff x="495541" y="3991241"/>
                <a:chExt cx="1203959" cy="1114429"/>
              </a:xfrm>
              <a:solidFill>
                <a:srgbClr val="0683AA"/>
              </a:solidFill>
            </p:grpSpPr>
            <p:sp>
              <p:nvSpPr>
                <p:cNvPr id="83" name="Rectangle 193">
                  <a:extLst>
                    <a:ext uri="{FF2B5EF4-FFF2-40B4-BE49-F238E27FC236}">
                      <a16:creationId xmlns:a16="http://schemas.microsoft.com/office/drawing/2014/main" id="{843A3528-BA36-C290-3ED3-DD5DE92E2886}"/>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pic>
              <p:nvPicPr>
                <p:cNvPr id="84" name="Graphique 194" descr="Utilisateurs avec un remplissage uni">
                  <a:extLst>
                    <a:ext uri="{FF2B5EF4-FFF2-40B4-BE49-F238E27FC236}">
                      <a16:creationId xmlns:a16="http://schemas.microsoft.com/office/drawing/2014/main" id="{572DC5EC-40C3-48C6-D0FF-5AA0B1F91C1F}"/>
                    </a:ext>
                  </a:extLst>
                </p:cNvPr>
                <p:cNvPicPr>
                  <a:picLocks noChangeAspect="1"/>
                </p:cNvPicPr>
                <p:nvPr/>
              </p:nvPicPr>
              <p:blipFill>
                <a:blip r:embed="rId26" cstate="screen">
                  <a:extLst>
                    <a:ext uri="{28A0092B-C50C-407E-A947-70E740481C1C}">
                      <a14:useLocalDpi xmlns:a14="http://schemas.microsoft.com/office/drawing/2010/main"/>
                    </a:ext>
                    <a:ext uri="{96DAC541-7B7A-43D3-8B79-37D633B846F1}">
                      <asvg:svgBlip xmlns:asvg="http://schemas.microsoft.com/office/drawing/2016/SVG/main" r:embed="rId27"/>
                    </a:ext>
                  </a:extLst>
                </a:blip>
                <a:stretch>
                  <a:fillRect/>
                </a:stretch>
              </p:blipFill>
              <p:spPr>
                <a:xfrm>
                  <a:off x="783195" y="3991241"/>
                  <a:ext cx="710146" cy="710146"/>
                </a:xfrm>
                <a:prstGeom prst="rect">
                  <a:avLst/>
                </a:prstGeom>
              </p:spPr>
            </p:pic>
          </p:grpSp>
          <p:grpSp>
            <p:nvGrpSpPr>
              <p:cNvPr id="57" name="Groupe 130">
                <a:extLst>
                  <a:ext uri="{FF2B5EF4-FFF2-40B4-BE49-F238E27FC236}">
                    <a16:creationId xmlns:a16="http://schemas.microsoft.com/office/drawing/2014/main" id="{8B352FE5-CC80-D05A-B69B-547C858E540E}"/>
                  </a:ext>
                </a:extLst>
              </p:cNvPr>
              <p:cNvGrpSpPr/>
              <p:nvPr/>
            </p:nvGrpSpPr>
            <p:grpSpPr>
              <a:xfrm>
                <a:off x="7765182" y="5459500"/>
                <a:ext cx="1203959" cy="1114429"/>
                <a:chOff x="495541" y="3991241"/>
                <a:chExt cx="1203959" cy="1114429"/>
              </a:xfrm>
            </p:grpSpPr>
            <p:sp>
              <p:nvSpPr>
                <p:cNvPr id="81" name="Rectangle 191">
                  <a:extLst>
                    <a:ext uri="{FF2B5EF4-FFF2-40B4-BE49-F238E27FC236}">
                      <a16:creationId xmlns:a16="http://schemas.microsoft.com/office/drawing/2014/main" id="{FA58D5D1-0690-1A0D-5FAB-6F0E5FEE9BC8}"/>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pic>
              <p:nvPicPr>
                <p:cNvPr id="82" name="Graphique 192" descr="Utilisateurs avec un remplissage uni">
                  <a:extLst>
                    <a:ext uri="{FF2B5EF4-FFF2-40B4-BE49-F238E27FC236}">
                      <a16:creationId xmlns:a16="http://schemas.microsoft.com/office/drawing/2014/main" id="{C7B25758-B273-7807-E388-36D07F8F0DA3}"/>
                    </a:ext>
                  </a:extLst>
                </p:cNvPr>
                <p:cNvPicPr>
                  <a:picLocks noChangeAspect="1"/>
                </p:cNvPicPr>
                <p:nvPr/>
              </p:nvPicPr>
              <p:blipFill>
                <a:blip r:embed="rId26" cstate="screen">
                  <a:extLst>
                    <a:ext uri="{28A0092B-C50C-407E-A947-70E740481C1C}">
                      <a14:useLocalDpi xmlns:a14="http://schemas.microsoft.com/office/drawing/2010/main"/>
                    </a:ext>
                    <a:ext uri="{96DAC541-7B7A-43D3-8B79-37D633B846F1}">
                      <asvg:svgBlip xmlns:asvg="http://schemas.microsoft.com/office/drawing/2016/SVG/main" r:embed="rId27"/>
                    </a:ext>
                  </a:extLst>
                </a:blip>
                <a:stretch>
                  <a:fillRect/>
                </a:stretch>
              </p:blipFill>
              <p:spPr>
                <a:xfrm>
                  <a:off x="783195" y="3991241"/>
                  <a:ext cx="710146" cy="710146"/>
                </a:xfrm>
                <a:prstGeom prst="rect">
                  <a:avLst/>
                </a:prstGeom>
              </p:spPr>
            </p:pic>
          </p:grpSp>
          <p:grpSp>
            <p:nvGrpSpPr>
              <p:cNvPr id="58" name="Groupe 131">
                <a:extLst>
                  <a:ext uri="{FF2B5EF4-FFF2-40B4-BE49-F238E27FC236}">
                    <a16:creationId xmlns:a16="http://schemas.microsoft.com/office/drawing/2014/main" id="{9E199F05-1DC9-6F4F-9083-8D4447A2CCD7}"/>
                  </a:ext>
                </a:extLst>
              </p:cNvPr>
              <p:cNvGrpSpPr/>
              <p:nvPr/>
            </p:nvGrpSpPr>
            <p:grpSpPr>
              <a:xfrm>
                <a:off x="10040031" y="5626122"/>
                <a:ext cx="1203959" cy="1086268"/>
                <a:chOff x="1844480" y="4004145"/>
                <a:chExt cx="1203959" cy="1086268"/>
              </a:xfrm>
            </p:grpSpPr>
            <p:sp>
              <p:nvSpPr>
                <p:cNvPr id="79" name="Rectangle 189">
                  <a:extLst>
                    <a:ext uri="{FF2B5EF4-FFF2-40B4-BE49-F238E27FC236}">
                      <a16:creationId xmlns:a16="http://schemas.microsoft.com/office/drawing/2014/main" id="{7E3AC5CA-C6FF-BCB8-0BD6-3CCEA9EA8E76}"/>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80" name="Graphique 190" descr="Utilisateurs avec un remplissage uni">
                  <a:extLst>
                    <a:ext uri="{FF2B5EF4-FFF2-40B4-BE49-F238E27FC236}">
                      <a16:creationId xmlns:a16="http://schemas.microsoft.com/office/drawing/2014/main" id="{8AC0E092-9D9F-F975-6CAA-3A72B547E873}"/>
                    </a:ext>
                  </a:extLst>
                </p:cNvPr>
                <p:cNvPicPr>
                  <a:picLocks noChangeAspect="1"/>
                </p:cNvPicPr>
                <p:nvPr/>
              </p:nvPicPr>
              <p:blipFill>
                <a:blip r:embed="rId28" cstate="screen">
                  <a:extLst>
                    <a:ext uri="{28A0092B-C50C-407E-A947-70E740481C1C}">
                      <a14:useLocalDpi xmlns:a14="http://schemas.microsoft.com/office/drawing/2010/main"/>
                    </a:ext>
                    <a:ext uri="{96DAC541-7B7A-43D3-8B79-37D633B846F1}">
                      <asvg:svgBlip xmlns:asvg="http://schemas.microsoft.com/office/drawing/2016/SVG/main" r:embed="rId29"/>
                    </a:ext>
                  </a:extLst>
                </a:blip>
                <a:stretch>
                  <a:fillRect/>
                </a:stretch>
              </p:blipFill>
              <p:spPr>
                <a:xfrm>
                  <a:off x="2091386" y="4004145"/>
                  <a:ext cx="710146" cy="710146"/>
                </a:xfrm>
                <a:prstGeom prst="rect">
                  <a:avLst/>
                </a:prstGeom>
              </p:spPr>
            </p:pic>
          </p:grpSp>
          <p:grpSp>
            <p:nvGrpSpPr>
              <p:cNvPr id="59" name="Groupe 132">
                <a:extLst>
                  <a:ext uri="{FF2B5EF4-FFF2-40B4-BE49-F238E27FC236}">
                    <a16:creationId xmlns:a16="http://schemas.microsoft.com/office/drawing/2014/main" id="{78D258C7-35BD-8509-1A3B-09DC397C888A}"/>
                  </a:ext>
                </a:extLst>
              </p:cNvPr>
              <p:cNvGrpSpPr/>
              <p:nvPr/>
            </p:nvGrpSpPr>
            <p:grpSpPr>
              <a:xfrm>
                <a:off x="10348719" y="4140742"/>
                <a:ext cx="1203959" cy="1086268"/>
                <a:chOff x="1844480" y="4004145"/>
                <a:chExt cx="1203959" cy="1086268"/>
              </a:xfrm>
            </p:grpSpPr>
            <p:sp>
              <p:nvSpPr>
                <p:cNvPr id="77" name="Rectangle 187">
                  <a:extLst>
                    <a:ext uri="{FF2B5EF4-FFF2-40B4-BE49-F238E27FC236}">
                      <a16:creationId xmlns:a16="http://schemas.microsoft.com/office/drawing/2014/main" id="{D80BD476-9AF1-C8A8-14F8-8EE9CD63C6BC}"/>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78" name="Graphique 188" descr="Utilisateurs avec un remplissage uni">
                  <a:extLst>
                    <a:ext uri="{FF2B5EF4-FFF2-40B4-BE49-F238E27FC236}">
                      <a16:creationId xmlns:a16="http://schemas.microsoft.com/office/drawing/2014/main" id="{C6603226-90EA-9A4A-CDE7-B5D8FD55DB2E}"/>
                    </a:ext>
                  </a:extLst>
                </p:cNvPr>
                <p:cNvPicPr>
                  <a:picLocks noChangeAspect="1"/>
                </p:cNvPicPr>
                <p:nvPr/>
              </p:nvPicPr>
              <p:blipFill>
                <a:blip r:embed="rId28" cstate="screen">
                  <a:extLst>
                    <a:ext uri="{28A0092B-C50C-407E-A947-70E740481C1C}">
                      <a14:useLocalDpi xmlns:a14="http://schemas.microsoft.com/office/drawing/2010/main"/>
                    </a:ext>
                    <a:ext uri="{96DAC541-7B7A-43D3-8B79-37D633B846F1}">
                      <asvg:svgBlip xmlns:asvg="http://schemas.microsoft.com/office/drawing/2016/SVG/main" r:embed="rId29"/>
                    </a:ext>
                  </a:extLst>
                </a:blip>
                <a:stretch>
                  <a:fillRect/>
                </a:stretch>
              </p:blipFill>
              <p:spPr>
                <a:xfrm>
                  <a:off x="2091386" y="4004145"/>
                  <a:ext cx="710146" cy="710146"/>
                </a:xfrm>
                <a:prstGeom prst="rect">
                  <a:avLst/>
                </a:prstGeom>
              </p:spPr>
            </p:pic>
          </p:grpSp>
          <p:pic>
            <p:nvPicPr>
              <p:cNvPr id="60" name="Graphique 185" descr="Utilisateur avec un remplissage uni">
                <a:extLst>
                  <a:ext uri="{FF2B5EF4-FFF2-40B4-BE49-F238E27FC236}">
                    <a16:creationId xmlns:a16="http://schemas.microsoft.com/office/drawing/2014/main" id="{F8FF99FD-30C1-CF12-7654-7DE7FF788845}"/>
                  </a:ext>
                </a:extLst>
              </p:cNvPr>
              <p:cNvPicPr>
                <a:picLocks noChangeAspect="1"/>
              </p:cNvPicPr>
              <p:nvPr/>
            </p:nvPicPr>
            <p:blipFill>
              <a:blip r:embed="rId30" cstate="screen">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7451137" y="1940358"/>
                <a:ext cx="634194" cy="634194"/>
              </a:xfrm>
              <a:prstGeom prst="rect">
                <a:avLst/>
              </a:prstGeom>
            </p:spPr>
          </p:pic>
          <p:grpSp>
            <p:nvGrpSpPr>
              <p:cNvPr id="61" name="Groupe 134">
                <a:extLst>
                  <a:ext uri="{FF2B5EF4-FFF2-40B4-BE49-F238E27FC236}">
                    <a16:creationId xmlns:a16="http://schemas.microsoft.com/office/drawing/2014/main" id="{BF853D9E-32C0-CA29-41A0-61CA36B6DD6A}"/>
                  </a:ext>
                </a:extLst>
              </p:cNvPr>
              <p:cNvGrpSpPr/>
              <p:nvPr/>
            </p:nvGrpSpPr>
            <p:grpSpPr>
              <a:xfrm>
                <a:off x="10058713" y="1739195"/>
                <a:ext cx="1203959" cy="1086268"/>
                <a:chOff x="1844480" y="4004145"/>
                <a:chExt cx="1203959" cy="1086268"/>
              </a:xfrm>
            </p:grpSpPr>
            <p:sp>
              <p:nvSpPr>
                <p:cNvPr id="75" name="Rectangle 150">
                  <a:extLst>
                    <a:ext uri="{FF2B5EF4-FFF2-40B4-BE49-F238E27FC236}">
                      <a16:creationId xmlns:a16="http://schemas.microsoft.com/office/drawing/2014/main" id="{E7951357-2784-9D4C-B986-CAE00975A9A3}"/>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76" name="Graphique 151" descr="Utilisateurs avec un remplissage uni">
                  <a:extLst>
                    <a:ext uri="{FF2B5EF4-FFF2-40B4-BE49-F238E27FC236}">
                      <a16:creationId xmlns:a16="http://schemas.microsoft.com/office/drawing/2014/main" id="{F9965EDF-6EC9-EAF6-FBD7-56302C8D3688}"/>
                    </a:ext>
                  </a:extLst>
                </p:cNvPr>
                <p:cNvPicPr>
                  <a:picLocks noChangeAspect="1"/>
                </p:cNvPicPr>
                <p:nvPr/>
              </p:nvPicPr>
              <p:blipFill>
                <a:blip r:embed="rId28" cstate="screen">
                  <a:extLst>
                    <a:ext uri="{28A0092B-C50C-407E-A947-70E740481C1C}">
                      <a14:useLocalDpi xmlns:a14="http://schemas.microsoft.com/office/drawing/2010/main"/>
                    </a:ext>
                    <a:ext uri="{96DAC541-7B7A-43D3-8B79-37D633B846F1}">
                      <asvg:svgBlip xmlns:asvg="http://schemas.microsoft.com/office/drawing/2016/SVG/main" r:embed="rId29"/>
                    </a:ext>
                  </a:extLst>
                </a:blip>
                <a:stretch>
                  <a:fillRect/>
                </a:stretch>
              </p:blipFill>
              <p:spPr>
                <a:xfrm>
                  <a:off x="2091386" y="4004145"/>
                  <a:ext cx="710146" cy="710146"/>
                </a:xfrm>
                <a:prstGeom prst="rect">
                  <a:avLst/>
                </a:prstGeom>
              </p:spPr>
            </p:pic>
          </p:grpSp>
          <p:pic>
            <p:nvPicPr>
              <p:cNvPr id="62" name="Graphique 148" descr="Utilisateur avec un remplissage uni">
                <a:extLst>
                  <a:ext uri="{FF2B5EF4-FFF2-40B4-BE49-F238E27FC236}">
                    <a16:creationId xmlns:a16="http://schemas.microsoft.com/office/drawing/2014/main" id="{65DEE276-5D4C-8B22-0EA1-B7350EE2607D}"/>
                  </a:ext>
                </a:extLst>
              </p:cNvPr>
              <p:cNvPicPr>
                <a:picLocks noChangeAspect="1"/>
              </p:cNvPicPr>
              <p:nvPr/>
            </p:nvPicPr>
            <p:blipFill>
              <a:blip r:embed="rId32" cstate="screen">
                <a:extLst>
                  <a:ext uri="{28A0092B-C50C-407E-A947-70E740481C1C}">
                    <a14:useLocalDpi xmlns:a14="http://schemas.microsoft.com/office/drawing/2010/main"/>
                  </a:ext>
                  <a:ext uri="{96DAC541-7B7A-43D3-8B79-37D633B846F1}">
                    <asvg:svgBlip xmlns:asvg="http://schemas.microsoft.com/office/drawing/2016/SVG/main" r:embed="rId33"/>
                  </a:ext>
                </a:extLst>
              </a:blip>
              <a:stretch>
                <a:fillRect/>
              </a:stretch>
            </p:blipFill>
            <p:spPr>
              <a:xfrm>
                <a:off x="10324912" y="3254927"/>
                <a:ext cx="634194" cy="634194"/>
              </a:xfrm>
              <a:prstGeom prst="rect">
                <a:avLst/>
              </a:prstGeom>
            </p:spPr>
          </p:pic>
          <p:sp>
            <p:nvSpPr>
              <p:cNvPr id="63" name="Flèche : droite 136">
                <a:extLst>
                  <a:ext uri="{FF2B5EF4-FFF2-40B4-BE49-F238E27FC236}">
                    <a16:creationId xmlns:a16="http://schemas.microsoft.com/office/drawing/2014/main" id="{D97947B1-5E74-6C21-D555-7C658D6879F7}"/>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4" name="Flèche : droite 137">
                <a:extLst>
                  <a:ext uri="{FF2B5EF4-FFF2-40B4-BE49-F238E27FC236}">
                    <a16:creationId xmlns:a16="http://schemas.microsoft.com/office/drawing/2014/main" id="{F80893CB-6CA2-3AFE-8CCC-B2E67670CC6E}"/>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5" name="Flèche : droite 138">
                <a:extLst>
                  <a:ext uri="{FF2B5EF4-FFF2-40B4-BE49-F238E27FC236}">
                    <a16:creationId xmlns:a16="http://schemas.microsoft.com/office/drawing/2014/main" id="{C6B38C8F-B507-A4A2-2CFC-B626D26212F4}"/>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6" name="Flèche : droite 139">
                <a:extLst>
                  <a:ext uri="{FF2B5EF4-FFF2-40B4-BE49-F238E27FC236}">
                    <a16:creationId xmlns:a16="http://schemas.microsoft.com/office/drawing/2014/main" id="{59D21F67-FE45-6D58-A167-1CE57B4E9F71}"/>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7" name="Flèche : droite 140">
                <a:extLst>
                  <a:ext uri="{FF2B5EF4-FFF2-40B4-BE49-F238E27FC236}">
                    <a16:creationId xmlns:a16="http://schemas.microsoft.com/office/drawing/2014/main" id="{522A4D3A-9AD5-CFC1-A830-7C9612E0E8B4}"/>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8" name="Flèche : droite 141">
                <a:extLst>
                  <a:ext uri="{FF2B5EF4-FFF2-40B4-BE49-F238E27FC236}">
                    <a16:creationId xmlns:a16="http://schemas.microsoft.com/office/drawing/2014/main" id="{F5FBD1B9-6E49-5454-3BA7-BC3A67DD63FE}"/>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9" name="Flèche : droite 142">
                <a:extLst>
                  <a:ext uri="{FF2B5EF4-FFF2-40B4-BE49-F238E27FC236}">
                    <a16:creationId xmlns:a16="http://schemas.microsoft.com/office/drawing/2014/main" id="{6B95A4AA-5577-AFDC-8BCF-A666E33CF2DC}"/>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70" name="Flèche : droite 143">
                <a:extLst>
                  <a:ext uri="{FF2B5EF4-FFF2-40B4-BE49-F238E27FC236}">
                    <a16:creationId xmlns:a16="http://schemas.microsoft.com/office/drawing/2014/main" id="{D19A6837-95F7-DBE1-3A34-011FAE6DE729}"/>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71" name="Flèche : droite 144">
                <a:extLst>
                  <a:ext uri="{FF2B5EF4-FFF2-40B4-BE49-F238E27FC236}">
                    <a16:creationId xmlns:a16="http://schemas.microsoft.com/office/drawing/2014/main" id="{F27ED784-7D8D-06A2-D8B2-2049D1E47AB1}"/>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72" name="Graphique 145" descr="Utilisateur avec un remplissage uni">
                <a:extLst>
                  <a:ext uri="{FF2B5EF4-FFF2-40B4-BE49-F238E27FC236}">
                    <a16:creationId xmlns:a16="http://schemas.microsoft.com/office/drawing/2014/main" id="{1B259A42-AFB6-CD8A-E8DA-71964DC443A7}"/>
                  </a:ext>
                </a:extLst>
              </p:cNvPr>
              <p:cNvPicPr>
                <a:picLocks noChangeAspect="1"/>
              </p:cNvPicPr>
              <p:nvPr/>
            </p:nvPicPr>
            <p:blipFill>
              <a:blip r:embed="rId34" cstate="screen">
                <a:extLst>
                  <a:ext uri="{28A0092B-C50C-407E-A947-70E740481C1C}">
                    <a14:useLocalDpi xmlns:a14="http://schemas.microsoft.com/office/drawing/2010/main"/>
                  </a:ext>
                  <a:ext uri="{96DAC541-7B7A-43D3-8B79-37D633B846F1}">
                    <asvg:svgBlip xmlns:asvg="http://schemas.microsoft.com/office/drawing/2016/SVG/main" r:embed="rId35"/>
                  </a:ext>
                </a:extLst>
              </a:blip>
              <a:stretch>
                <a:fillRect/>
              </a:stretch>
            </p:blipFill>
            <p:spPr>
              <a:xfrm>
                <a:off x="9199066" y="3752255"/>
                <a:ext cx="410445" cy="410445"/>
              </a:xfrm>
              <a:prstGeom prst="rect">
                <a:avLst/>
              </a:prstGeom>
            </p:spPr>
          </p:pic>
          <p:pic>
            <p:nvPicPr>
              <p:cNvPr id="73" name="Graphique 146" descr="Utilisateur avec un remplissage uni">
                <a:extLst>
                  <a:ext uri="{FF2B5EF4-FFF2-40B4-BE49-F238E27FC236}">
                    <a16:creationId xmlns:a16="http://schemas.microsoft.com/office/drawing/2014/main" id="{B049423F-968B-E9AD-F7D3-F10D7DBC2B87}"/>
                  </a:ext>
                </a:extLst>
              </p:cNvPr>
              <p:cNvPicPr>
                <a:picLocks noChangeAspect="1"/>
              </p:cNvPicPr>
              <p:nvPr/>
            </p:nvPicPr>
            <p:blipFill>
              <a:blip r:embed="rId34" cstate="screen">
                <a:extLst>
                  <a:ext uri="{28A0092B-C50C-407E-A947-70E740481C1C}">
                    <a14:useLocalDpi xmlns:a14="http://schemas.microsoft.com/office/drawing/2010/main"/>
                  </a:ext>
                  <a:ext uri="{96DAC541-7B7A-43D3-8B79-37D633B846F1}">
                    <asvg:svgBlip xmlns:asvg="http://schemas.microsoft.com/office/drawing/2016/SVG/main" r:embed="rId35"/>
                  </a:ext>
                </a:extLst>
              </a:blip>
              <a:stretch>
                <a:fillRect/>
              </a:stretch>
            </p:blipFill>
            <p:spPr>
              <a:xfrm>
                <a:off x="7997464" y="4944818"/>
                <a:ext cx="410445" cy="410445"/>
              </a:xfrm>
              <a:prstGeom prst="rect">
                <a:avLst/>
              </a:prstGeom>
            </p:spPr>
          </p:pic>
          <p:pic>
            <p:nvPicPr>
              <p:cNvPr id="74" name="Graphique 147" descr="Utilisateur avec un remplissage uni">
                <a:extLst>
                  <a:ext uri="{FF2B5EF4-FFF2-40B4-BE49-F238E27FC236}">
                    <a16:creationId xmlns:a16="http://schemas.microsoft.com/office/drawing/2014/main" id="{AFFE7B2C-8ABD-89B4-D9AF-F2835945D495}"/>
                  </a:ext>
                </a:extLst>
              </p:cNvPr>
              <p:cNvPicPr>
                <a:picLocks noChangeAspect="1"/>
              </p:cNvPicPr>
              <p:nvPr/>
            </p:nvPicPr>
            <p:blipFill>
              <a:blip r:embed="rId34" cstate="screen">
                <a:extLst>
                  <a:ext uri="{28A0092B-C50C-407E-A947-70E740481C1C}">
                    <a14:useLocalDpi xmlns:a14="http://schemas.microsoft.com/office/drawing/2010/main"/>
                  </a:ext>
                  <a:ext uri="{96DAC541-7B7A-43D3-8B79-37D633B846F1}">
                    <asvg:svgBlip xmlns:asvg="http://schemas.microsoft.com/office/drawing/2016/SVG/main" r:embed="rId35"/>
                  </a:ext>
                </a:extLst>
              </a:blip>
              <a:stretch>
                <a:fillRect/>
              </a:stretch>
            </p:blipFill>
            <p:spPr>
              <a:xfrm>
                <a:off x="10985327" y="2533953"/>
                <a:ext cx="410445" cy="410445"/>
              </a:xfrm>
              <a:prstGeom prst="rect">
                <a:avLst/>
              </a:prstGeom>
            </p:spPr>
          </p:pic>
        </p:grpSp>
        <p:grpSp>
          <p:nvGrpSpPr>
            <p:cNvPr id="21" name="Groupe 2">
              <a:extLst>
                <a:ext uri="{FF2B5EF4-FFF2-40B4-BE49-F238E27FC236}">
                  <a16:creationId xmlns:a16="http://schemas.microsoft.com/office/drawing/2014/main" id="{7F96A8D2-138A-001F-EE91-7B9306DE4307}"/>
                </a:ext>
              </a:extLst>
            </p:cNvPr>
            <p:cNvGrpSpPr/>
            <p:nvPr/>
          </p:nvGrpSpPr>
          <p:grpSpPr>
            <a:xfrm>
              <a:off x="9351431" y="3918129"/>
              <a:ext cx="1423632" cy="1509929"/>
              <a:chOff x="6900539" y="986484"/>
              <a:chExt cx="5204718" cy="5520217"/>
            </a:xfrm>
          </p:grpSpPr>
          <p:sp>
            <p:nvSpPr>
              <p:cNvPr id="23" name="Rectangle 186">
                <a:extLst>
                  <a:ext uri="{FF2B5EF4-FFF2-40B4-BE49-F238E27FC236}">
                    <a16:creationId xmlns:a16="http://schemas.microsoft.com/office/drawing/2014/main" id="{E15CD3D5-130C-36FD-107C-AB5787A569BF}"/>
                  </a:ext>
                </a:extLst>
              </p:cNvPr>
              <p:cNvSpPr/>
              <p:nvPr/>
            </p:nvSpPr>
            <p:spPr>
              <a:xfrm>
                <a:off x="8686430" y="604113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Root Motivation</a:t>
                </a:r>
              </a:p>
            </p:txBody>
          </p:sp>
          <p:sp>
            <p:nvSpPr>
              <p:cNvPr id="24" name="Rectangle 197">
                <a:extLst>
                  <a:ext uri="{FF2B5EF4-FFF2-40B4-BE49-F238E27FC236}">
                    <a16:creationId xmlns:a16="http://schemas.microsoft.com/office/drawing/2014/main" id="{AAEF99BD-27DC-0DA7-FAB9-CA6EB16092CC}"/>
                  </a:ext>
                </a:extLst>
              </p:cNvPr>
              <p:cNvSpPr/>
              <p:nvPr/>
            </p:nvSpPr>
            <p:spPr>
              <a:xfrm>
                <a:off x="7576723" y="532267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Concretization</a:t>
                </a:r>
              </a:p>
            </p:txBody>
          </p:sp>
          <p:sp>
            <p:nvSpPr>
              <p:cNvPr id="25" name="Rectangle 198">
                <a:extLst>
                  <a:ext uri="{FF2B5EF4-FFF2-40B4-BE49-F238E27FC236}">
                    <a16:creationId xmlns:a16="http://schemas.microsoft.com/office/drawing/2014/main" id="{69E76BE8-277A-83A9-3FFD-14ACFD8531C1}"/>
                  </a:ext>
                </a:extLst>
              </p:cNvPr>
              <p:cNvSpPr/>
              <p:nvPr/>
            </p:nvSpPr>
            <p:spPr>
              <a:xfrm>
                <a:off x="8840957" y="4255411"/>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Positive Consequence</a:t>
                </a:r>
              </a:p>
            </p:txBody>
          </p:sp>
          <p:sp>
            <p:nvSpPr>
              <p:cNvPr id="26" name="Rectangle 199">
                <a:extLst>
                  <a:ext uri="{FF2B5EF4-FFF2-40B4-BE49-F238E27FC236}">
                    <a16:creationId xmlns:a16="http://schemas.microsoft.com/office/drawing/2014/main" id="{29D156EA-79B1-01A7-D395-7EB40025D181}"/>
                  </a:ext>
                </a:extLst>
              </p:cNvPr>
              <p:cNvSpPr/>
              <p:nvPr/>
            </p:nvSpPr>
            <p:spPr>
              <a:xfrm>
                <a:off x="9103684" y="3585812"/>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sp>
            <p:nvSpPr>
              <p:cNvPr id="27" name="Rectangle 200">
                <a:extLst>
                  <a:ext uri="{FF2B5EF4-FFF2-40B4-BE49-F238E27FC236}">
                    <a16:creationId xmlns:a16="http://schemas.microsoft.com/office/drawing/2014/main" id="{2EF4006C-93D3-ADD5-535E-95A0044A1765}"/>
                  </a:ext>
                </a:extLst>
              </p:cNvPr>
              <p:cNvSpPr/>
              <p:nvPr/>
            </p:nvSpPr>
            <p:spPr>
              <a:xfrm>
                <a:off x="8995485" y="4898509"/>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Concretization</a:t>
                </a:r>
              </a:p>
            </p:txBody>
          </p:sp>
          <p:sp>
            <p:nvSpPr>
              <p:cNvPr id="28" name="Rectangle 201">
                <a:extLst>
                  <a:ext uri="{FF2B5EF4-FFF2-40B4-BE49-F238E27FC236}">
                    <a16:creationId xmlns:a16="http://schemas.microsoft.com/office/drawing/2014/main" id="{58AB1FAF-9482-59F9-FD0E-7804E6ACD96A}"/>
                  </a:ext>
                </a:extLst>
              </p:cNvPr>
              <p:cNvSpPr/>
              <p:nvPr/>
            </p:nvSpPr>
            <p:spPr>
              <a:xfrm>
                <a:off x="10354694" y="543415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Concretization</a:t>
                </a:r>
              </a:p>
            </p:txBody>
          </p:sp>
          <p:sp>
            <p:nvSpPr>
              <p:cNvPr id="29" name="Rectangle 202">
                <a:extLst>
                  <a:ext uri="{FF2B5EF4-FFF2-40B4-BE49-F238E27FC236}">
                    <a16:creationId xmlns:a16="http://schemas.microsoft.com/office/drawing/2014/main" id="{7B84E1C9-4895-C975-6D35-3FE97E1BE6FD}"/>
                  </a:ext>
                </a:extLst>
              </p:cNvPr>
              <p:cNvSpPr/>
              <p:nvPr/>
            </p:nvSpPr>
            <p:spPr>
              <a:xfrm>
                <a:off x="10077075" y="288412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Concretization</a:t>
                </a:r>
              </a:p>
            </p:txBody>
          </p:sp>
          <p:sp>
            <p:nvSpPr>
              <p:cNvPr id="30" name="Rectangle 203">
                <a:extLst>
                  <a:ext uri="{FF2B5EF4-FFF2-40B4-BE49-F238E27FC236}">
                    <a16:creationId xmlns:a16="http://schemas.microsoft.com/office/drawing/2014/main" id="{143B90FE-867C-6C4B-BAE0-A80A548FA53D}"/>
                  </a:ext>
                </a:extLst>
              </p:cNvPr>
              <p:cNvSpPr/>
              <p:nvPr/>
            </p:nvSpPr>
            <p:spPr>
              <a:xfrm>
                <a:off x="10186758" y="2235049"/>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sp>
            <p:nvSpPr>
              <p:cNvPr id="31" name="Rectangle 204">
                <a:extLst>
                  <a:ext uri="{FF2B5EF4-FFF2-40B4-BE49-F238E27FC236}">
                    <a16:creationId xmlns:a16="http://schemas.microsoft.com/office/drawing/2014/main" id="{43E9E799-E68C-96AA-B126-593FAAC29030}"/>
                  </a:ext>
                </a:extLst>
              </p:cNvPr>
              <p:cNvSpPr/>
              <p:nvPr/>
            </p:nvSpPr>
            <p:spPr>
              <a:xfrm>
                <a:off x="8532365" y="291343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Concretization</a:t>
                </a:r>
              </a:p>
            </p:txBody>
          </p:sp>
          <p:sp>
            <p:nvSpPr>
              <p:cNvPr id="32" name="Rectangle 205">
                <a:extLst>
                  <a:ext uri="{FF2B5EF4-FFF2-40B4-BE49-F238E27FC236}">
                    <a16:creationId xmlns:a16="http://schemas.microsoft.com/office/drawing/2014/main" id="{2A00F674-393E-07CD-5B5C-B368AE94E271}"/>
                  </a:ext>
                </a:extLst>
              </p:cNvPr>
              <p:cNvSpPr/>
              <p:nvPr/>
            </p:nvSpPr>
            <p:spPr>
              <a:xfrm>
                <a:off x="7549346" y="234968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Positive Consequence</a:t>
                </a:r>
              </a:p>
            </p:txBody>
          </p:sp>
          <p:sp>
            <p:nvSpPr>
              <p:cNvPr id="33" name="Rectangle 206">
                <a:extLst>
                  <a:ext uri="{FF2B5EF4-FFF2-40B4-BE49-F238E27FC236}">
                    <a16:creationId xmlns:a16="http://schemas.microsoft.com/office/drawing/2014/main" id="{E284691F-6B10-38CD-C1AA-FC3A6A34E861}"/>
                  </a:ext>
                </a:extLst>
              </p:cNvPr>
              <p:cNvSpPr/>
              <p:nvPr/>
            </p:nvSpPr>
            <p:spPr>
              <a:xfrm>
                <a:off x="6993202" y="1730083"/>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Positive Consequence</a:t>
                </a:r>
              </a:p>
            </p:txBody>
          </p:sp>
          <p:sp>
            <p:nvSpPr>
              <p:cNvPr id="34" name="Rectangle 207">
                <a:extLst>
                  <a:ext uri="{FF2B5EF4-FFF2-40B4-BE49-F238E27FC236}">
                    <a16:creationId xmlns:a16="http://schemas.microsoft.com/office/drawing/2014/main" id="{F2905034-360C-3276-3C22-6B94E0ED4D8C}"/>
                  </a:ext>
                </a:extLst>
              </p:cNvPr>
              <p:cNvSpPr/>
              <p:nvPr/>
            </p:nvSpPr>
            <p:spPr>
              <a:xfrm>
                <a:off x="6900539" y="986484"/>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sp>
            <p:nvSpPr>
              <p:cNvPr id="35" name="Rectangle 208">
                <a:extLst>
                  <a:ext uri="{FF2B5EF4-FFF2-40B4-BE49-F238E27FC236}">
                    <a16:creationId xmlns:a16="http://schemas.microsoft.com/office/drawing/2014/main" id="{BE9534BA-25FB-5128-B9C2-E6DA7CD7DE77}"/>
                  </a:ext>
                </a:extLst>
              </p:cNvPr>
              <p:cNvSpPr/>
              <p:nvPr/>
            </p:nvSpPr>
            <p:spPr>
              <a:xfrm>
                <a:off x="10938215" y="4665724"/>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Positive Consequence</a:t>
                </a:r>
              </a:p>
            </p:txBody>
          </p:sp>
          <p:cxnSp>
            <p:nvCxnSpPr>
              <p:cNvPr id="36" name="Connecteur droit avec flèche 209">
                <a:extLst>
                  <a:ext uri="{FF2B5EF4-FFF2-40B4-BE49-F238E27FC236}">
                    <a16:creationId xmlns:a16="http://schemas.microsoft.com/office/drawing/2014/main" id="{3C37CDBD-8D46-1CB9-74C5-E08786649472}"/>
                  </a:ext>
                </a:extLst>
              </p:cNvPr>
              <p:cNvCxnSpPr>
                <a:cxnSpLocks/>
                <a:endCxn id="25" idx="2"/>
              </p:cNvCxnSpPr>
              <p:nvPr/>
            </p:nvCxnSpPr>
            <p:spPr>
              <a:xfrm flipH="1" flipV="1">
                <a:off x="9424478" y="4720981"/>
                <a:ext cx="85452" cy="200546"/>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7" name="Connecteur droit avec flèche 210">
                <a:extLst>
                  <a:ext uri="{FF2B5EF4-FFF2-40B4-BE49-F238E27FC236}">
                    <a16:creationId xmlns:a16="http://schemas.microsoft.com/office/drawing/2014/main" id="{16FB4F05-12DA-551E-47B9-0F3BE3F367B3}"/>
                  </a:ext>
                </a:extLst>
              </p:cNvPr>
              <p:cNvCxnSpPr>
                <a:cxnSpLocks/>
                <a:stCxn id="23" idx="0"/>
              </p:cNvCxnSpPr>
              <p:nvPr/>
            </p:nvCxnSpPr>
            <p:spPr>
              <a:xfrm flipH="1" flipV="1">
                <a:off x="8224420" y="5814414"/>
                <a:ext cx="1045531" cy="2267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211">
                <a:extLst>
                  <a:ext uri="{FF2B5EF4-FFF2-40B4-BE49-F238E27FC236}">
                    <a16:creationId xmlns:a16="http://schemas.microsoft.com/office/drawing/2014/main" id="{711DA04C-E627-8EF8-512D-59D5338F3078}"/>
                  </a:ext>
                </a:extLst>
              </p:cNvPr>
              <p:cNvCxnSpPr>
                <a:cxnSpLocks/>
                <a:stCxn id="23" idx="0"/>
                <a:endCxn id="27" idx="2"/>
              </p:cNvCxnSpPr>
              <p:nvPr/>
            </p:nvCxnSpPr>
            <p:spPr>
              <a:xfrm flipV="1">
                <a:off x="9269951" y="5364079"/>
                <a:ext cx="309055" cy="67705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9" name="Connecteur droit avec flèche 212">
                <a:extLst>
                  <a:ext uri="{FF2B5EF4-FFF2-40B4-BE49-F238E27FC236}">
                    <a16:creationId xmlns:a16="http://schemas.microsoft.com/office/drawing/2014/main" id="{049D74A2-34B2-1342-CC94-C61C40909A0E}"/>
                  </a:ext>
                </a:extLst>
              </p:cNvPr>
              <p:cNvCxnSpPr>
                <a:cxnSpLocks/>
                <a:stCxn id="23" idx="0"/>
                <a:endCxn id="28" idx="1"/>
              </p:cNvCxnSpPr>
              <p:nvPr/>
            </p:nvCxnSpPr>
            <p:spPr>
              <a:xfrm flipV="1">
                <a:off x="9269951" y="5666937"/>
                <a:ext cx="1084743" cy="374194"/>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0" name="Connecteur droit avec flèche 213">
                <a:extLst>
                  <a:ext uri="{FF2B5EF4-FFF2-40B4-BE49-F238E27FC236}">
                    <a16:creationId xmlns:a16="http://schemas.microsoft.com/office/drawing/2014/main" id="{83381481-EF81-FD8D-7B70-F3ABB922B303}"/>
                  </a:ext>
                </a:extLst>
              </p:cNvPr>
              <p:cNvCxnSpPr>
                <a:cxnSpLocks/>
                <a:stCxn id="28" idx="0"/>
                <a:endCxn id="35" idx="2"/>
              </p:cNvCxnSpPr>
              <p:nvPr/>
            </p:nvCxnSpPr>
            <p:spPr>
              <a:xfrm flipV="1">
                <a:off x="10938215" y="5131294"/>
                <a:ext cx="583521" cy="302858"/>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214">
                <a:extLst>
                  <a:ext uri="{FF2B5EF4-FFF2-40B4-BE49-F238E27FC236}">
                    <a16:creationId xmlns:a16="http://schemas.microsoft.com/office/drawing/2014/main" id="{139FB840-E622-A927-B05A-0C25F7117E56}"/>
                  </a:ext>
                </a:extLst>
              </p:cNvPr>
              <p:cNvCxnSpPr>
                <a:cxnSpLocks/>
                <a:stCxn id="25" idx="0"/>
                <a:endCxn id="26" idx="2"/>
              </p:cNvCxnSpPr>
              <p:nvPr/>
            </p:nvCxnSpPr>
            <p:spPr>
              <a:xfrm flipV="1">
                <a:off x="9424478" y="4051382"/>
                <a:ext cx="262727" cy="204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2" name="Connecteur droit avec flèche 215">
                <a:extLst>
                  <a:ext uri="{FF2B5EF4-FFF2-40B4-BE49-F238E27FC236}">
                    <a16:creationId xmlns:a16="http://schemas.microsoft.com/office/drawing/2014/main" id="{A94F91F2-2890-87E7-D8C3-E81230B7F854}"/>
                  </a:ext>
                </a:extLst>
              </p:cNvPr>
              <p:cNvCxnSpPr>
                <a:cxnSpLocks/>
                <a:stCxn id="26" idx="0"/>
                <a:endCxn id="29" idx="2"/>
              </p:cNvCxnSpPr>
              <p:nvPr/>
            </p:nvCxnSpPr>
            <p:spPr>
              <a:xfrm flipV="1">
                <a:off x="9687205" y="3349692"/>
                <a:ext cx="973391" cy="2361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3" name="Connecteur droit avec flèche 216">
                <a:extLst>
                  <a:ext uri="{FF2B5EF4-FFF2-40B4-BE49-F238E27FC236}">
                    <a16:creationId xmlns:a16="http://schemas.microsoft.com/office/drawing/2014/main" id="{2FB9FBB2-2D5A-FF0C-5DB8-4CB0CB12CA01}"/>
                  </a:ext>
                </a:extLst>
              </p:cNvPr>
              <p:cNvCxnSpPr>
                <a:cxnSpLocks/>
                <a:stCxn id="29" idx="0"/>
                <a:endCxn id="30" idx="2"/>
              </p:cNvCxnSpPr>
              <p:nvPr/>
            </p:nvCxnSpPr>
            <p:spPr>
              <a:xfrm flipV="1">
                <a:off x="10660596" y="2700619"/>
                <a:ext cx="109683" cy="18350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217">
                <a:extLst>
                  <a:ext uri="{FF2B5EF4-FFF2-40B4-BE49-F238E27FC236}">
                    <a16:creationId xmlns:a16="http://schemas.microsoft.com/office/drawing/2014/main" id="{3ED4AA10-8330-3920-E745-2C4E011EDB8D}"/>
                  </a:ext>
                </a:extLst>
              </p:cNvPr>
              <p:cNvCxnSpPr>
                <a:cxnSpLocks/>
                <a:stCxn id="30" idx="0"/>
                <a:endCxn id="53" idx="2"/>
              </p:cNvCxnSpPr>
              <p:nvPr/>
            </p:nvCxnSpPr>
            <p:spPr>
              <a:xfrm flipV="1">
                <a:off x="10770279" y="2020186"/>
                <a:ext cx="215422" cy="21486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5" name="Connecteur droit avec flèche 218">
                <a:extLst>
                  <a:ext uri="{FF2B5EF4-FFF2-40B4-BE49-F238E27FC236}">
                    <a16:creationId xmlns:a16="http://schemas.microsoft.com/office/drawing/2014/main" id="{F9CFCC97-CD87-06DD-C8E0-620783EED9DA}"/>
                  </a:ext>
                </a:extLst>
              </p:cNvPr>
              <p:cNvCxnSpPr>
                <a:cxnSpLocks/>
                <a:stCxn id="26" idx="0"/>
                <a:endCxn id="31" idx="2"/>
              </p:cNvCxnSpPr>
              <p:nvPr/>
            </p:nvCxnSpPr>
            <p:spPr>
              <a:xfrm flipH="1" flipV="1">
                <a:off x="9115886" y="3379002"/>
                <a:ext cx="571319" cy="20681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6" name="Connecteur droit avec flèche 219">
                <a:extLst>
                  <a:ext uri="{FF2B5EF4-FFF2-40B4-BE49-F238E27FC236}">
                    <a16:creationId xmlns:a16="http://schemas.microsoft.com/office/drawing/2014/main" id="{CBEB98C7-4601-A493-14F1-A271C932B2B3}"/>
                  </a:ext>
                </a:extLst>
              </p:cNvPr>
              <p:cNvCxnSpPr>
                <a:cxnSpLocks/>
                <a:stCxn id="31" idx="0"/>
                <a:endCxn id="32" idx="2"/>
              </p:cNvCxnSpPr>
              <p:nvPr/>
            </p:nvCxnSpPr>
            <p:spPr>
              <a:xfrm flipH="1" flipV="1">
                <a:off x="8132867" y="2815255"/>
                <a:ext cx="983019" cy="9817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7" name="Connecteur droit avec flèche 220">
                <a:extLst>
                  <a:ext uri="{FF2B5EF4-FFF2-40B4-BE49-F238E27FC236}">
                    <a16:creationId xmlns:a16="http://schemas.microsoft.com/office/drawing/2014/main" id="{7AFE7F43-732D-390C-2A59-3C912EF27F88}"/>
                  </a:ext>
                </a:extLst>
              </p:cNvPr>
              <p:cNvCxnSpPr>
                <a:cxnSpLocks/>
                <a:stCxn id="32" idx="0"/>
                <a:endCxn id="33" idx="2"/>
              </p:cNvCxnSpPr>
              <p:nvPr/>
            </p:nvCxnSpPr>
            <p:spPr>
              <a:xfrm flipH="1" flipV="1">
                <a:off x="7576723" y="2195653"/>
                <a:ext cx="556144" cy="15403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221">
                <a:extLst>
                  <a:ext uri="{FF2B5EF4-FFF2-40B4-BE49-F238E27FC236}">
                    <a16:creationId xmlns:a16="http://schemas.microsoft.com/office/drawing/2014/main" id="{F00E1BE4-C1D8-2545-FFC7-4594B36FF04D}"/>
                  </a:ext>
                </a:extLst>
              </p:cNvPr>
              <p:cNvCxnSpPr>
                <a:cxnSpLocks/>
                <a:stCxn id="33" idx="0"/>
                <a:endCxn id="34" idx="2"/>
              </p:cNvCxnSpPr>
              <p:nvPr/>
            </p:nvCxnSpPr>
            <p:spPr>
              <a:xfrm flipH="1" flipV="1">
                <a:off x="7484060" y="1452054"/>
                <a:ext cx="92663" cy="278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49" name="Rectangle 222">
                <a:extLst>
                  <a:ext uri="{FF2B5EF4-FFF2-40B4-BE49-F238E27FC236}">
                    <a16:creationId xmlns:a16="http://schemas.microsoft.com/office/drawing/2014/main" id="{E91540D4-EF0F-595D-4B9B-22D53A9F9F0A}"/>
                  </a:ext>
                </a:extLst>
              </p:cNvPr>
              <p:cNvSpPr/>
              <p:nvPr/>
            </p:nvSpPr>
            <p:spPr>
              <a:xfrm>
                <a:off x="8840957" y="207634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Positive Consequence</a:t>
                </a:r>
              </a:p>
            </p:txBody>
          </p:sp>
          <p:cxnSp>
            <p:nvCxnSpPr>
              <p:cNvPr id="50" name="Connecteur droit avec flèche 223">
                <a:extLst>
                  <a:ext uri="{FF2B5EF4-FFF2-40B4-BE49-F238E27FC236}">
                    <a16:creationId xmlns:a16="http://schemas.microsoft.com/office/drawing/2014/main" id="{CE76E052-650D-69C3-79E1-2D5FE769F96C}"/>
                  </a:ext>
                </a:extLst>
              </p:cNvPr>
              <p:cNvCxnSpPr>
                <a:cxnSpLocks/>
                <a:stCxn id="31" idx="0"/>
                <a:endCxn id="49" idx="2"/>
              </p:cNvCxnSpPr>
              <p:nvPr/>
            </p:nvCxnSpPr>
            <p:spPr>
              <a:xfrm flipV="1">
                <a:off x="9115886" y="2541915"/>
                <a:ext cx="308592" cy="3715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51" name="Rectangle 224">
                <a:extLst>
                  <a:ext uri="{FF2B5EF4-FFF2-40B4-BE49-F238E27FC236}">
                    <a16:creationId xmlns:a16="http://schemas.microsoft.com/office/drawing/2014/main" id="{34079C5A-0B09-1B41-CE48-10687CEAB109}"/>
                  </a:ext>
                </a:extLst>
              </p:cNvPr>
              <p:cNvSpPr/>
              <p:nvPr/>
            </p:nvSpPr>
            <p:spPr>
              <a:xfrm>
                <a:off x="7517445" y="358442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cxnSp>
            <p:nvCxnSpPr>
              <p:cNvPr id="52" name="Connecteur droit avec flèche 225">
                <a:extLst>
                  <a:ext uri="{FF2B5EF4-FFF2-40B4-BE49-F238E27FC236}">
                    <a16:creationId xmlns:a16="http://schemas.microsoft.com/office/drawing/2014/main" id="{3ACE002B-FAC1-FDBE-CD8E-4E77E57B7A4C}"/>
                  </a:ext>
                </a:extLst>
              </p:cNvPr>
              <p:cNvCxnSpPr>
                <a:cxnSpLocks/>
                <a:stCxn id="25" idx="0"/>
                <a:endCxn id="51" idx="2"/>
              </p:cNvCxnSpPr>
              <p:nvPr/>
            </p:nvCxnSpPr>
            <p:spPr>
              <a:xfrm flipH="1" flipV="1">
                <a:off x="8100966" y="4049991"/>
                <a:ext cx="1323512" cy="2054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53" name="Rectangle 226">
                <a:extLst>
                  <a:ext uri="{FF2B5EF4-FFF2-40B4-BE49-F238E27FC236}">
                    <a16:creationId xmlns:a16="http://schemas.microsoft.com/office/drawing/2014/main" id="{FF189B93-2546-BC35-66CA-27CE235F8121}"/>
                  </a:ext>
                </a:extLst>
              </p:cNvPr>
              <p:cNvSpPr/>
              <p:nvPr/>
            </p:nvSpPr>
            <p:spPr>
              <a:xfrm>
                <a:off x="10402180" y="1554616"/>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Concretization</a:t>
                </a:r>
              </a:p>
            </p:txBody>
          </p:sp>
        </p:grpSp>
        <p:pic>
          <p:nvPicPr>
            <p:cNvPr id="22" name="Graphique 227" descr="Poumons avec un remplissage uni">
              <a:extLst>
                <a:ext uri="{FF2B5EF4-FFF2-40B4-BE49-F238E27FC236}">
                  <a16:creationId xmlns:a16="http://schemas.microsoft.com/office/drawing/2014/main" id="{694F4AF3-2F6C-C649-1A21-904E7501F7B3}"/>
                </a:ext>
              </a:extLst>
            </p:cNvPr>
            <p:cNvPicPr>
              <a:picLocks noChangeAspect="1"/>
            </p:cNvPicPr>
            <p:nvPr/>
          </p:nvPicPr>
          <p:blipFill rotWithShape="1">
            <a:blip r:embed="rId36" cstate="screen">
              <a:extLst>
                <a:ext uri="{28A0092B-C50C-407E-A947-70E740481C1C}">
                  <a14:useLocalDpi xmlns:a14="http://schemas.microsoft.com/office/drawing/2010/main"/>
                </a:ext>
                <a:ext uri="{96DAC541-7B7A-43D3-8B79-37D633B846F1}">
                  <asvg:svgBlip xmlns:asvg="http://schemas.microsoft.com/office/drawing/2016/SVG/main" r:embed="rId37"/>
                </a:ext>
              </a:extLst>
            </a:blip>
            <a:srcRect t="16884"/>
            <a:stretch/>
          </p:blipFill>
          <p:spPr>
            <a:xfrm>
              <a:off x="6001627" y="3514405"/>
              <a:ext cx="730448" cy="607118"/>
            </a:xfrm>
            <a:prstGeom prst="rect">
              <a:avLst/>
            </a:prstGeom>
          </p:spPr>
        </p:pic>
      </p:grpSp>
      <p:sp>
        <p:nvSpPr>
          <p:cNvPr id="195" name="Triangolo isoscele 194">
            <a:extLst>
              <a:ext uri="{FF2B5EF4-FFF2-40B4-BE49-F238E27FC236}">
                <a16:creationId xmlns:a16="http://schemas.microsoft.com/office/drawing/2014/main" id="{BB956D1A-95D1-7761-39BE-9C2CE674336A}"/>
              </a:ext>
            </a:extLst>
          </p:cNvPr>
          <p:cNvSpPr/>
          <p:nvPr/>
        </p:nvSpPr>
        <p:spPr>
          <a:xfrm rot="5400000">
            <a:off x="7954958" y="5009277"/>
            <a:ext cx="594695" cy="723769"/>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3">
            <a:extLst>
              <a:ext uri="{FF2B5EF4-FFF2-40B4-BE49-F238E27FC236}">
                <a16:creationId xmlns:a16="http://schemas.microsoft.com/office/drawing/2014/main" id="{B802B026-D9C1-5588-6AC9-3F5B099FC871}"/>
              </a:ext>
            </a:extLst>
          </p:cNvPr>
          <p:cNvSpPr/>
          <p:nvPr/>
        </p:nvSpPr>
        <p:spPr>
          <a:xfrm>
            <a:off x="491924" y="4796772"/>
            <a:ext cx="2927969" cy="1184436"/>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1</a:t>
            </a:r>
          </a:p>
          <a:p>
            <a:pPr algn="ctr"/>
            <a:r>
              <a:rPr lang="en-US" sz="1400" dirty="0">
                <a:solidFill>
                  <a:schemeClr val="bg1"/>
                </a:solidFill>
              </a:rPr>
              <a:t>Project Leader identifies potential misalignment within stakeholders</a:t>
            </a:r>
          </a:p>
        </p:txBody>
      </p:sp>
      <p:pic>
        <p:nvPicPr>
          <p:cNvPr id="198" name="Graphique 23" descr="Femme avec bras prothétique">
            <a:extLst>
              <a:ext uri="{FF2B5EF4-FFF2-40B4-BE49-F238E27FC236}">
                <a16:creationId xmlns:a16="http://schemas.microsoft.com/office/drawing/2014/main" id="{41EC9CC0-7DD7-E366-2CA9-2D9636E53E7D}"/>
              </a:ext>
            </a:extLst>
          </p:cNvPr>
          <p:cNvPicPr>
            <a:picLocks noChangeAspect="1"/>
          </p:cNvPicPr>
          <p:nvPr/>
        </p:nvPicPr>
        <p:blipFill>
          <a:blip r:embed="rId38">
            <a:extLst>
              <a:ext uri="{28A0092B-C50C-407E-A947-70E740481C1C}">
                <a14:useLocalDpi xmlns:a14="http://schemas.microsoft.com/office/drawing/2010/main"/>
              </a:ext>
              <a:ext uri="{96DAC541-7B7A-43D3-8B79-37D633B846F1}">
                <asvg:svgBlip xmlns:asvg="http://schemas.microsoft.com/office/drawing/2016/SVG/main" r:embed="rId39"/>
              </a:ext>
            </a:extLst>
          </a:blip>
          <a:stretch>
            <a:fillRect/>
          </a:stretch>
        </p:blipFill>
        <p:spPr>
          <a:xfrm>
            <a:off x="668260" y="3639633"/>
            <a:ext cx="1128034" cy="1184436"/>
          </a:xfrm>
          <a:prstGeom prst="rect">
            <a:avLst/>
          </a:prstGeom>
        </p:spPr>
      </p:pic>
      <p:pic>
        <p:nvPicPr>
          <p:cNvPr id="200" name="Graphique 23" descr="Femme avec bras prothétique">
            <a:extLst>
              <a:ext uri="{FF2B5EF4-FFF2-40B4-BE49-F238E27FC236}">
                <a16:creationId xmlns:a16="http://schemas.microsoft.com/office/drawing/2014/main" id="{6ACF140D-DD30-E0A5-B349-3871C68937B5}"/>
              </a:ext>
            </a:extLst>
          </p:cNvPr>
          <p:cNvPicPr>
            <a:picLocks noChangeAspect="1"/>
          </p:cNvPicPr>
          <p:nvPr/>
        </p:nvPicPr>
        <p:blipFill>
          <a:blip r:embed="rId38">
            <a:extLst>
              <a:ext uri="{28A0092B-C50C-407E-A947-70E740481C1C}">
                <a14:useLocalDpi xmlns:a14="http://schemas.microsoft.com/office/drawing/2010/main"/>
              </a:ext>
              <a:ext uri="{96DAC541-7B7A-43D3-8B79-37D633B846F1}">
                <asvg:svgBlip xmlns:asvg="http://schemas.microsoft.com/office/drawing/2016/SVG/main" r:embed="rId39"/>
              </a:ext>
            </a:extLst>
          </a:blip>
          <a:stretch>
            <a:fillRect/>
          </a:stretch>
        </p:blipFill>
        <p:spPr>
          <a:xfrm>
            <a:off x="8603690" y="3032084"/>
            <a:ext cx="1601733" cy="1671400"/>
          </a:xfrm>
          <a:prstGeom prst="rect">
            <a:avLst/>
          </a:prstGeom>
        </p:spPr>
      </p:pic>
      <p:pic>
        <p:nvPicPr>
          <p:cNvPr id="203" name="Graphique 34" descr="Homme à lunettes portant un col roulé">
            <a:extLst>
              <a:ext uri="{FF2B5EF4-FFF2-40B4-BE49-F238E27FC236}">
                <a16:creationId xmlns:a16="http://schemas.microsoft.com/office/drawing/2014/main" id="{9E2CB3F7-21D5-46ED-4428-2930B10B687A}"/>
              </a:ext>
            </a:extLst>
          </p:cNvPr>
          <p:cNvPicPr>
            <a:picLocks noChangeAspect="1"/>
          </p:cNvPicPr>
          <p:nvPr/>
        </p:nvPicPr>
        <p:blipFill>
          <a:blip r:embed="rId40" cstate="screen">
            <a:extLst>
              <a:ext uri="{28A0092B-C50C-407E-A947-70E740481C1C}">
                <a14:useLocalDpi xmlns:a14="http://schemas.microsoft.com/office/drawing/2010/main"/>
              </a:ext>
              <a:ext uri="{96DAC541-7B7A-43D3-8B79-37D633B846F1}">
                <asvg:svgBlip xmlns:asvg="http://schemas.microsoft.com/office/drawing/2016/SVG/main" r:embed="rId41"/>
              </a:ext>
            </a:extLst>
          </a:blip>
          <a:stretch>
            <a:fillRect/>
          </a:stretch>
        </p:blipFill>
        <p:spPr>
          <a:xfrm>
            <a:off x="1232277" y="2432848"/>
            <a:ext cx="599748" cy="785945"/>
          </a:xfrm>
          <a:prstGeom prst="rect">
            <a:avLst/>
          </a:prstGeom>
        </p:spPr>
      </p:pic>
      <p:pic>
        <p:nvPicPr>
          <p:cNvPr id="205" name="Graphique 30" descr="Homme portant une veste">
            <a:extLst>
              <a:ext uri="{FF2B5EF4-FFF2-40B4-BE49-F238E27FC236}">
                <a16:creationId xmlns:a16="http://schemas.microsoft.com/office/drawing/2014/main" id="{D0A6DCA1-5BE0-AA91-B2AF-CB56B0E4C8E9}"/>
              </a:ext>
            </a:extLst>
          </p:cNvPr>
          <p:cNvPicPr>
            <a:picLocks noChangeAspect="1"/>
          </p:cNvPicPr>
          <p:nvPr/>
        </p:nvPicPr>
        <p:blipFill>
          <a:blip r:embed="rId42" cstate="screen">
            <a:extLst>
              <a:ext uri="{28A0092B-C50C-407E-A947-70E740481C1C}">
                <a14:useLocalDpi xmlns:a14="http://schemas.microsoft.com/office/drawing/2010/main"/>
              </a:ext>
              <a:ext uri="{96DAC541-7B7A-43D3-8B79-37D633B846F1}">
                <asvg:svgBlip xmlns:asvg="http://schemas.microsoft.com/office/drawing/2016/SVG/main" r:embed="rId43"/>
              </a:ext>
            </a:extLst>
          </a:blip>
          <a:stretch>
            <a:fillRect/>
          </a:stretch>
        </p:blipFill>
        <p:spPr>
          <a:xfrm flipH="1">
            <a:off x="11245377" y="3875638"/>
            <a:ext cx="691793" cy="921134"/>
          </a:xfrm>
          <a:prstGeom prst="rect">
            <a:avLst/>
          </a:prstGeom>
        </p:spPr>
      </p:pic>
      <p:sp>
        <p:nvSpPr>
          <p:cNvPr id="2" name="Rectangle 3">
            <a:extLst>
              <a:ext uri="{FF2B5EF4-FFF2-40B4-BE49-F238E27FC236}">
                <a16:creationId xmlns:a16="http://schemas.microsoft.com/office/drawing/2014/main" id="{56AE752B-2981-590A-A16B-0F8BED422510}"/>
              </a:ext>
            </a:extLst>
          </p:cNvPr>
          <p:cNvSpPr/>
          <p:nvPr/>
        </p:nvSpPr>
        <p:spPr>
          <a:xfrm>
            <a:off x="4689522" y="4778945"/>
            <a:ext cx="2927969" cy="1184436"/>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2</a:t>
            </a:r>
          </a:p>
          <a:p>
            <a:pPr algn="ctr"/>
            <a:r>
              <a:rPr lang="en-US" sz="1400" dirty="0">
                <a:solidFill>
                  <a:schemeClr val="bg1"/>
                </a:solidFill>
              </a:rPr>
              <a:t>Project Leader uses 6 Whys Canvases to clarify for him/herself various aspects of the project, using it personally as a reflective tool</a:t>
            </a:r>
          </a:p>
        </p:txBody>
      </p:sp>
      <p:pic>
        <p:nvPicPr>
          <p:cNvPr id="3" name="Graphique 23" descr="Femme avec bras prothétique">
            <a:extLst>
              <a:ext uri="{FF2B5EF4-FFF2-40B4-BE49-F238E27FC236}">
                <a16:creationId xmlns:a16="http://schemas.microsoft.com/office/drawing/2014/main" id="{3B8FEA1A-64B7-F222-33EB-6E5A36434C92}"/>
              </a:ext>
            </a:extLst>
          </p:cNvPr>
          <p:cNvPicPr>
            <a:picLocks noChangeAspect="1"/>
          </p:cNvPicPr>
          <p:nvPr/>
        </p:nvPicPr>
        <p:blipFill>
          <a:blip r:embed="rId38">
            <a:extLst>
              <a:ext uri="{28A0092B-C50C-407E-A947-70E740481C1C}">
                <a14:useLocalDpi xmlns:a14="http://schemas.microsoft.com/office/drawing/2010/main"/>
              </a:ext>
              <a:ext uri="{96DAC541-7B7A-43D3-8B79-37D633B846F1}">
                <asvg:svgBlip xmlns:asvg="http://schemas.microsoft.com/office/drawing/2016/SVG/main" r:embed="rId39"/>
              </a:ext>
            </a:extLst>
          </a:blip>
          <a:stretch>
            <a:fillRect/>
          </a:stretch>
        </p:blipFill>
        <p:spPr>
          <a:xfrm>
            <a:off x="5104128" y="3562947"/>
            <a:ext cx="1128034" cy="1184436"/>
          </a:xfrm>
          <a:prstGeom prst="rect">
            <a:avLst/>
          </a:prstGeom>
        </p:spPr>
      </p:pic>
      <p:sp>
        <p:nvSpPr>
          <p:cNvPr id="5" name="Rectangle 3">
            <a:extLst>
              <a:ext uri="{FF2B5EF4-FFF2-40B4-BE49-F238E27FC236}">
                <a16:creationId xmlns:a16="http://schemas.microsoft.com/office/drawing/2014/main" id="{1651AE65-76DF-02F6-4D62-542725377DE7}"/>
              </a:ext>
            </a:extLst>
          </p:cNvPr>
          <p:cNvSpPr/>
          <p:nvPr/>
        </p:nvSpPr>
        <p:spPr>
          <a:xfrm>
            <a:off x="8887120" y="4778945"/>
            <a:ext cx="3050050" cy="1184436"/>
          </a:xfrm>
          <a:prstGeom prst="rect">
            <a:avLst/>
          </a:prstGeom>
          <a:solidFill>
            <a:srgbClr val="ED7D3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3</a:t>
            </a:r>
          </a:p>
          <a:p>
            <a:pPr algn="ctr"/>
            <a:r>
              <a:rPr lang="en-US" sz="1400" dirty="0">
                <a:solidFill>
                  <a:schemeClr val="tx1"/>
                </a:solidFill>
              </a:rPr>
              <a:t>Project Leader performs usual presentation (without canvases, with more complete elements and more answered questions)</a:t>
            </a:r>
          </a:p>
        </p:txBody>
      </p:sp>
    </p:spTree>
    <p:extLst>
      <p:ext uri="{BB962C8B-B14F-4D97-AF65-F5344CB8AC3E}">
        <p14:creationId xmlns:p14="http://schemas.microsoft.com/office/powerpoint/2010/main" val="21141591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C2D1E894-0AE1-B3BB-A60E-48D8B1BBA5C3}"/>
              </a:ext>
            </a:extLst>
          </p:cNvPr>
          <p:cNvSpPr>
            <a:spLocks noGrp="1"/>
          </p:cNvSpPr>
          <p:nvPr>
            <p:ph type="title"/>
          </p:nvPr>
        </p:nvSpPr>
        <p:spPr>
          <a:xfrm>
            <a:off x="838200" y="365125"/>
            <a:ext cx="10515600" cy="1218990"/>
          </a:xfrm>
        </p:spPr>
        <p:txBody>
          <a:bodyPr>
            <a:normAutofit fontScale="90000"/>
          </a:bodyPr>
          <a:lstStyle/>
          <a:p>
            <a:r>
              <a:rPr lang="en-US" dirty="0"/>
              <a:t>Use Case 3 : Using 6 WHYS as canvases in onboarding</a:t>
            </a:r>
          </a:p>
        </p:txBody>
      </p:sp>
      <p:sp>
        <p:nvSpPr>
          <p:cNvPr id="14" name="Triangolo isoscele 13">
            <a:extLst>
              <a:ext uri="{FF2B5EF4-FFF2-40B4-BE49-F238E27FC236}">
                <a16:creationId xmlns:a16="http://schemas.microsoft.com/office/drawing/2014/main" id="{B8C35B7A-8C56-057A-63DA-A653EA33D0AF}"/>
              </a:ext>
            </a:extLst>
          </p:cNvPr>
          <p:cNvSpPr/>
          <p:nvPr/>
        </p:nvSpPr>
        <p:spPr>
          <a:xfrm rot="5400000">
            <a:off x="3757359" y="5003308"/>
            <a:ext cx="594694" cy="72376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uppo 14">
            <a:extLst>
              <a:ext uri="{FF2B5EF4-FFF2-40B4-BE49-F238E27FC236}">
                <a16:creationId xmlns:a16="http://schemas.microsoft.com/office/drawing/2014/main" id="{42EA5C92-6B23-F779-ED1A-DF88291AFD61}"/>
              </a:ext>
            </a:extLst>
          </p:cNvPr>
          <p:cNvGrpSpPr/>
          <p:nvPr/>
        </p:nvGrpSpPr>
        <p:grpSpPr>
          <a:xfrm>
            <a:off x="5492812" y="2649558"/>
            <a:ext cx="2485478" cy="963765"/>
            <a:chOff x="1127051" y="1510081"/>
            <a:chExt cx="10134048" cy="3929563"/>
          </a:xfrm>
        </p:grpSpPr>
        <p:grpSp>
          <p:nvGrpSpPr>
            <p:cNvPr id="16" name="Groupe 5">
              <a:extLst>
                <a:ext uri="{FF2B5EF4-FFF2-40B4-BE49-F238E27FC236}">
                  <a16:creationId xmlns:a16="http://schemas.microsoft.com/office/drawing/2014/main" id="{4D52221D-8193-0C84-B42A-4612DFD07982}"/>
                </a:ext>
              </a:extLst>
            </p:cNvPr>
            <p:cNvGrpSpPr/>
            <p:nvPr/>
          </p:nvGrpSpPr>
          <p:grpSpPr>
            <a:xfrm>
              <a:off x="1127051" y="1528302"/>
              <a:ext cx="2328941" cy="1339670"/>
              <a:chOff x="463550" y="1420160"/>
              <a:chExt cx="11264900" cy="6479877"/>
            </a:xfrm>
          </p:grpSpPr>
          <p:sp>
            <p:nvSpPr>
              <p:cNvPr id="186" name="Trapèze 6">
                <a:extLst>
                  <a:ext uri="{FF2B5EF4-FFF2-40B4-BE49-F238E27FC236}">
                    <a16:creationId xmlns:a16="http://schemas.microsoft.com/office/drawing/2014/main" id="{B66C9F48-96FF-7461-4F35-39694BB0F0D9}"/>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b="1"/>
                  <a:t>CAUSE</a:t>
                </a:r>
              </a:p>
            </p:txBody>
          </p:sp>
          <p:sp>
            <p:nvSpPr>
              <p:cNvPr id="187" name="Triangle isocèle 7">
                <a:extLst>
                  <a:ext uri="{FF2B5EF4-FFF2-40B4-BE49-F238E27FC236}">
                    <a16:creationId xmlns:a16="http://schemas.microsoft.com/office/drawing/2014/main" id="{1F51B1EE-9AC7-C192-50E0-8000769AFFA2}"/>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GREAT GOAL</a:t>
                </a:r>
              </a:p>
              <a:p>
                <a:pPr algn="ctr"/>
                <a:endParaRPr lang="en-US" sz="100"/>
              </a:p>
            </p:txBody>
          </p:sp>
          <p:grpSp>
            <p:nvGrpSpPr>
              <p:cNvPr id="188" name="Groupe 8">
                <a:extLst>
                  <a:ext uri="{FF2B5EF4-FFF2-40B4-BE49-F238E27FC236}">
                    <a16:creationId xmlns:a16="http://schemas.microsoft.com/office/drawing/2014/main" id="{3B17FA52-ECE8-874F-4824-2BB3B4529402}"/>
                  </a:ext>
                </a:extLst>
              </p:cNvPr>
              <p:cNvGrpSpPr/>
              <p:nvPr/>
            </p:nvGrpSpPr>
            <p:grpSpPr>
              <a:xfrm>
                <a:off x="1527175" y="3040767"/>
                <a:ext cx="9137650" cy="1969383"/>
                <a:chOff x="1644650" y="3040767"/>
                <a:chExt cx="9137650" cy="1907219"/>
              </a:xfrm>
            </p:grpSpPr>
            <p:sp>
              <p:nvSpPr>
                <p:cNvPr id="191" name="Trapèze 11">
                  <a:extLst>
                    <a:ext uri="{FF2B5EF4-FFF2-40B4-BE49-F238E27FC236}">
                      <a16:creationId xmlns:a16="http://schemas.microsoft.com/office/drawing/2014/main" id="{27436411-82DE-7B37-F36B-F2592AEBDFB4}"/>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a:t>BAD MEMORIES</a:t>
                  </a:r>
                  <a:endParaRPr lang="en-US" sz="100"/>
                </a:p>
              </p:txBody>
            </p:sp>
            <p:sp>
              <p:nvSpPr>
                <p:cNvPr id="192" name="Trapèze 12">
                  <a:extLst>
                    <a:ext uri="{FF2B5EF4-FFF2-40B4-BE49-F238E27FC236}">
                      <a16:creationId xmlns:a16="http://schemas.microsoft.com/office/drawing/2014/main" id="{A8B7DDE6-CE4E-36BF-0E02-D64E19B119B5}"/>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dirty="0"/>
                    <a:t>WRONG FICTIVE STORIES - RISKS</a:t>
                  </a:r>
                </a:p>
              </p:txBody>
            </p:sp>
            <p:sp>
              <p:nvSpPr>
                <p:cNvPr id="193" name="Trapèze 13">
                  <a:extLst>
                    <a:ext uri="{FF2B5EF4-FFF2-40B4-BE49-F238E27FC236}">
                      <a16:creationId xmlns:a16="http://schemas.microsoft.com/office/drawing/2014/main" id="{021CB16C-1848-2875-AA15-951A41AFF347}"/>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a:t>GOOD MEMORIES</a:t>
                  </a:r>
                  <a:endParaRPr lang="en-US" sz="100"/>
                </a:p>
              </p:txBody>
            </p:sp>
            <p:sp>
              <p:nvSpPr>
                <p:cNvPr id="194" name="Trapèze 14">
                  <a:extLst>
                    <a:ext uri="{FF2B5EF4-FFF2-40B4-BE49-F238E27FC236}">
                      <a16:creationId xmlns:a16="http://schemas.microsoft.com/office/drawing/2014/main" id="{5F7C03F5-5EF3-84D1-7A7A-B2C4C5019870}"/>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a:t>IDEAL STORIES</a:t>
                  </a:r>
                </a:p>
              </p:txBody>
            </p:sp>
          </p:grpSp>
          <p:sp>
            <p:nvSpPr>
              <p:cNvPr id="189" name="Triangle isocèle 9">
                <a:extLst>
                  <a:ext uri="{FF2B5EF4-FFF2-40B4-BE49-F238E27FC236}">
                    <a16:creationId xmlns:a16="http://schemas.microsoft.com/office/drawing/2014/main" id="{89AFB1CD-C39D-FC31-30E6-E40CC3F54015}"/>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sp>
            <p:nvSpPr>
              <p:cNvPr id="190" name="ZoneTexte 10">
                <a:extLst>
                  <a:ext uri="{FF2B5EF4-FFF2-40B4-BE49-F238E27FC236}">
                    <a16:creationId xmlns:a16="http://schemas.microsoft.com/office/drawing/2014/main" id="{FB881D89-2C5D-8661-F2D2-3E9F4748AA4F}"/>
                  </a:ext>
                </a:extLst>
              </p:cNvPr>
              <p:cNvSpPr txBox="1"/>
              <p:nvPr/>
            </p:nvSpPr>
            <p:spPr>
              <a:xfrm>
                <a:off x="4952502" y="3044172"/>
                <a:ext cx="2287016" cy="4855865"/>
              </a:xfrm>
              <a:prstGeom prst="rect">
                <a:avLst/>
              </a:prstGeom>
              <a:noFill/>
            </p:spPr>
            <p:txBody>
              <a:bodyPr wrap="square">
                <a:spAutoFit/>
              </a:bodyPr>
              <a:lstStyle/>
              <a:p>
                <a:pPr algn="ctr"/>
                <a:r>
                  <a:rPr lang="en-US" sz="100" b="1"/>
                  <a:t>CONDITIONS</a:t>
                </a:r>
              </a:p>
            </p:txBody>
          </p:sp>
        </p:grpSp>
        <p:grpSp>
          <p:nvGrpSpPr>
            <p:cNvPr id="17" name="Groupe 172">
              <a:extLst>
                <a:ext uri="{FF2B5EF4-FFF2-40B4-BE49-F238E27FC236}">
                  <a16:creationId xmlns:a16="http://schemas.microsoft.com/office/drawing/2014/main" id="{4727AA4F-4A73-401B-83A3-6DD0F51CC4DC}"/>
                </a:ext>
              </a:extLst>
            </p:cNvPr>
            <p:cNvGrpSpPr/>
            <p:nvPr/>
          </p:nvGrpSpPr>
          <p:grpSpPr>
            <a:xfrm>
              <a:off x="4719990" y="1510081"/>
              <a:ext cx="3001901" cy="1119025"/>
              <a:chOff x="7527020" y="2036345"/>
              <a:chExt cx="3826780" cy="1426517"/>
            </a:xfrm>
          </p:grpSpPr>
          <p:grpSp>
            <p:nvGrpSpPr>
              <p:cNvPr id="102" name="Groupe 32">
                <a:extLst>
                  <a:ext uri="{FF2B5EF4-FFF2-40B4-BE49-F238E27FC236}">
                    <a16:creationId xmlns:a16="http://schemas.microsoft.com/office/drawing/2014/main" id="{5EDE653C-F56A-38B0-EAEF-01A6AA9E09A7}"/>
                  </a:ext>
                </a:extLst>
              </p:cNvPr>
              <p:cNvGrpSpPr/>
              <p:nvPr/>
            </p:nvGrpSpPr>
            <p:grpSpPr>
              <a:xfrm>
                <a:off x="10055197" y="2036345"/>
                <a:ext cx="1298603" cy="1298603"/>
                <a:chOff x="9835911" y="2807662"/>
                <a:chExt cx="1796250" cy="1796250"/>
              </a:xfrm>
            </p:grpSpPr>
            <p:pic>
              <p:nvPicPr>
                <p:cNvPr id="123" name="Graphique 49" descr="Cathédrale avec un remplissage uni">
                  <a:extLst>
                    <a:ext uri="{FF2B5EF4-FFF2-40B4-BE49-F238E27FC236}">
                      <a16:creationId xmlns:a16="http://schemas.microsoft.com/office/drawing/2014/main" id="{281273CA-EA75-EC1A-C112-57CDD6778985}"/>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835911" y="2807662"/>
                  <a:ext cx="1796250" cy="1796250"/>
                </a:xfrm>
                <a:prstGeom prst="rect">
                  <a:avLst/>
                </a:prstGeom>
              </p:spPr>
            </p:pic>
            <p:sp>
              <p:nvSpPr>
                <p:cNvPr id="124" name="Rectangle 50">
                  <a:extLst>
                    <a:ext uri="{FF2B5EF4-FFF2-40B4-BE49-F238E27FC236}">
                      <a16:creationId xmlns:a16="http://schemas.microsoft.com/office/drawing/2014/main" id="{90A92B48-E224-3E5B-A6DE-1EE904C7C2F5}"/>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5" name="Rectangle 51">
                  <a:extLst>
                    <a:ext uri="{FF2B5EF4-FFF2-40B4-BE49-F238E27FC236}">
                      <a16:creationId xmlns:a16="http://schemas.microsoft.com/office/drawing/2014/main" id="{E9856C4D-E556-8255-BFBF-6EE868F4C7E6}"/>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6" name="Rectangle 52">
                  <a:extLst>
                    <a:ext uri="{FF2B5EF4-FFF2-40B4-BE49-F238E27FC236}">
                      <a16:creationId xmlns:a16="http://schemas.microsoft.com/office/drawing/2014/main" id="{911DF3B5-679D-2E4E-1255-A54E28B772E0}"/>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7" name="Rectangle 53">
                  <a:extLst>
                    <a:ext uri="{FF2B5EF4-FFF2-40B4-BE49-F238E27FC236}">
                      <a16:creationId xmlns:a16="http://schemas.microsoft.com/office/drawing/2014/main" id="{222C09EF-BCD3-C30A-84B0-50898A19A9CD}"/>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8" name="Rectangle 54">
                  <a:extLst>
                    <a:ext uri="{FF2B5EF4-FFF2-40B4-BE49-F238E27FC236}">
                      <a16:creationId xmlns:a16="http://schemas.microsoft.com/office/drawing/2014/main" id="{898FDF63-0A06-F006-81FB-00DFA272F94F}"/>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9" name="Rectangle 55">
                  <a:extLst>
                    <a:ext uri="{FF2B5EF4-FFF2-40B4-BE49-F238E27FC236}">
                      <a16:creationId xmlns:a16="http://schemas.microsoft.com/office/drawing/2014/main" id="{C20390D8-ACBC-3971-16DF-BA9E2AF7DA16}"/>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0" name="Rectangle 56">
                  <a:extLst>
                    <a:ext uri="{FF2B5EF4-FFF2-40B4-BE49-F238E27FC236}">
                      <a16:creationId xmlns:a16="http://schemas.microsoft.com/office/drawing/2014/main" id="{14FB90F9-4D31-5EFD-76A4-648E13840CE5}"/>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1" name="Rectangle 57">
                  <a:extLst>
                    <a:ext uri="{FF2B5EF4-FFF2-40B4-BE49-F238E27FC236}">
                      <a16:creationId xmlns:a16="http://schemas.microsoft.com/office/drawing/2014/main" id="{30DF13E9-6698-687C-8003-452DF494360E}"/>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2" name="Rectangle 58">
                  <a:extLst>
                    <a:ext uri="{FF2B5EF4-FFF2-40B4-BE49-F238E27FC236}">
                      <a16:creationId xmlns:a16="http://schemas.microsoft.com/office/drawing/2014/main" id="{CE5389C9-83AB-AE77-0D4F-C6E5EB800A62}"/>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3" name="Rectangle 59">
                  <a:extLst>
                    <a:ext uri="{FF2B5EF4-FFF2-40B4-BE49-F238E27FC236}">
                      <a16:creationId xmlns:a16="http://schemas.microsoft.com/office/drawing/2014/main" id="{28006357-9938-3D98-D8A9-B41D316DE867}"/>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4" name="Rectangle 60">
                  <a:extLst>
                    <a:ext uri="{FF2B5EF4-FFF2-40B4-BE49-F238E27FC236}">
                      <a16:creationId xmlns:a16="http://schemas.microsoft.com/office/drawing/2014/main" id="{0C2E720F-BC79-C7BD-FE44-F2290AF70E9E}"/>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5" name="Rectangle 61">
                  <a:extLst>
                    <a:ext uri="{FF2B5EF4-FFF2-40B4-BE49-F238E27FC236}">
                      <a16:creationId xmlns:a16="http://schemas.microsoft.com/office/drawing/2014/main" id="{5707C5F8-093A-5851-1389-D0F5A384BB4F}"/>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6" name="Rectangle 62">
                  <a:extLst>
                    <a:ext uri="{FF2B5EF4-FFF2-40B4-BE49-F238E27FC236}">
                      <a16:creationId xmlns:a16="http://schemas.microsoft.com/office/drawing/2014/main" id="{110D254F-DE66-D6A5-FCEE-410B83E652D3}"/>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7" name="Rectangle 63">
                  <a:extLst>
                    <a:ext uri="{FF2B5EF4-FFF2-40B4-BE49-F238E27FC236}">
                      <a16:creationId xmlns:a16="http://schemas.microsoft.com/office/drawing/2014/main" id="{961D7E4E-BB5B-1C55-5127-D49DF7CDCE8B}"/>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8" name="Rectangle 64">
                  <a:extLst>
                    <a:ext uri="{FF2B5EF4-FFF2-40B4-BE49-F238E27FC236}">
                      <a16:creationId xmlns:a16="http://schemas.microsoft.com/office/drawing/2014/main" id="{202B6014-35A4-F8E8-E23D-103EF3FC293B}"/>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9" name="Rectangle 65">
                  <a:extLst>
                    <a:ext uri="{FF2B5EF4-FFF2-40B4-BE49-F238E27FC236}">
                      <a16:creationId xmlns:a16="http://schemas.microsoft.com/office/drawing/2014/main" id="{141AF5CA-C7BC-B73B-2B48-FFAE9F720E5C}"/>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0" name="Rectangle 66">
                  <a:extLst>
                    <a:ext uri="{FF2B5EF4-FFF2-40B4-BE49-F238E27FC236}">
                      <a16:creationId xmlns:a16="http://schemas.microsoft.com/office/drawing/2014/main" id="{1F057D92-7E85-23AC-5F19-8D5E6ADC0EE9}"/>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1" name="Rectangle 67">
                  <a:extLst>
                    <a:ext uri="{FF2B5EF4-FFF2-40B4-BE49-F238E27FC236}">
                      <a16:creationId xmlns:a16="http://schemas.microsoft.com/office/drawing/2014/main" id="{154BE86C-545D-E684-661F-74713334C380}"/>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2" name="Rectangle 68">
                  <a:extLst>
                    <a:ext uri="{FF2B5EF4-FFF2-40B4-BE49-F238E27FC236}">
                      <a16:creationId xmlns:a16="http://schemas.microsoft.com/office/drawing/2014/main" id="{148EF210-B784-7066-4B5F-162C727B6B10}"/>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3" name="Rectangle 69">
                  <a:extLst>
                    <a:ext uri="{FF2B5EF4-FFF2-40B4-BE49-F238E27FC236}">
                      <a16:creationId xmlns:a16="http://schemas.microsoft.com/office/drawing/2014/main" id="{56FF2336-4ED6-6444-CE0A-8AF9882FFFB9}"/>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4" name="Rectangle 70">
                  <a:extLst>
                    <a:ext uri="{FF2B5EF4-FFF2-40B4-BE49-F238E27FC236}">
                      <a16:creationId xmlns:a16="http://schemas.microsoft.com/office/drawing/2014/main" id="{5486D617-CDF4-B569-3003-8E01A9753672}"/>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5" name="Rectangle 71">
                  <a:extLst>
                    <a:ext uri="{FF2B5EF4-FFF2-40B4-BE49-F238E27FC236}">
                      <a16:creationId xmlns:a16="http://schemas.microsoft.com/office/drawing/2014/main" id="{179ABB14-39ED-E818-93B8-6F23731E04E8}"/>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6" name="Rectangle 72">
                  <a:extLst>
                    <a:ext uri="{FF2B5EF4-FFF2-40B4-BE49-F238E27FC236}">
                      <a16:creationId xmlns:a16="http://schemas.microsoft.com/office/drawing/2014/main" id="{CFF6D0F9-BFE4-3D2E-F09A-20BC8F4538C7}"/>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7" name="Rectangle 73">
                  <a:extLst>
                    <a:ext uri="{FF2B5EF4-FFF2-40B4-BE49-F238E27FC236}">
                      <a16:creationId xmlns:a16="http://schemas.microsoft.com/office/drawing/2014/main" id="{D63B0E10-E78B-C73F-903D-C11FB259C349}"/>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8" name="Rectangle 74">
                  <a:extLst>
                    <a:ext uri="{FF2B5EF4-FFF2-40B4-BE49-F238E27FC236}">
                      <a16:creationId xmlns:a16="http://schemas.microsoft.com/office/drawing/2014/main" id="{F0D15B12-DF4F-0DB7-1EC0-458BEF4C03E3}"/>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9" name="Rectangle 75">
                  <a:extLst>
                    <a:ext uri="{FF2B5EF4-FFF2-40B4-BE49-F238E27FC236}">
                      <a16:creationId xmlns:a16="http://schemas.microsoft.com/office/drawing/2014/main" id="{5C9CCEF5-01EB-BAE0-6CC8-DC23F9EC7C43}"/>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0" name="Rectangle 76">
                  <a:extLst>
                    <a:ext uri="{FF2B5EF4-FFF2-40B4-BE49-F238E27FC236}">
                      <a16:creationId xmlns:a16="http://schemas.microsoft.com/office/drawing/2014/main" id="{E0E48D4B-A632-B412-547A-DE068FA1088B}"/>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1" name="Rectangle 77">
                  <a:extLst>
                    <a:ext uri="{FF2B5EF4-FFF2-40B4-BE49-F238E27FC236}">
                      <a16:creationId xmlns:a16="http://schemas.microsoft.com/office/drawing/2014/main" id="{3063BF8E-63D1-3DE7-A420-CEF0DB306BBA}"/>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2" name="Rectangle 78">
                  <a:extLst>
                    <a:ext uri="{FF2B5EF4-FFF2-40B4-BE49-F238E27FC236}">
                      <a16:creationId xmlns:a16="http://schemas.microsoft.com/office/drawing/2014/main" id="{BABE2F9B-2985-72B9-D479-86BCC85E271B}"/>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3" name="Rectangle 79">
                  <a:extLst>
                    <a:ext uri="{FF2B5EF4-FFF2-40B4-BE49-F238E27FC236}">
                      <a16:creationId xmlns:a16="http://schemas.microsoft.com/office/drawing/2014/main" id="{CEC4467C-DC43-61BF-2FEE-4D51DCC84AEA}"/>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4" name="Rectangle 80">
                  <a:extLst>
                    <a:ext uri="{FF2B5EF4-FFF2-40B4-BE49-F238E27FC236}">
                      <a16:creationId xmlns:a16="http://schemas.microsoft.com/office/drawing/2014/main" id="{30F32056-777B-967F-1138-53D5B2917112}"/>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5" name="Rectangle 81">
                  <a:extLst>
                    <a:ext uri="{FF2B5EF4-FFF2-40B4-BE49-F238E27FC236}">
                      <a16:creationId xmlns:a16="http://schemas.microsoft.com/office/drawing/2014/main" id="{022684BB-2E08-FD21-B8F2-F30EE79DDA14}"/>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6" name="Rectangle 82">
                  <a:extLst>
                    <a:ext uri="{FF2B5EF4-FFF2-40B4-BE49-F238E27FC236}">
                      <a16:creationId xmlns:a16="http://schemas.microsoft.com/office/drawing/2014/main" id="{571AC531-BC95-28E4-44D8-C2AE65AFD2BB}"/>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7" name="Rectangle 83">
                  <a:extLst>
                    <a:ext uri="{FF2B5EF4-FFF2-40B4-BE49-F238E27FC236}">
                      <a16:creationId xmlns:a16="http://schemas.microsoft.com/office/drawing/2014/main" id="{C6830530-4777-86D7-5652-0E97C9605582}"/>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8" name="Rectangle 84">
                  <a:extLst>
                    <a:ext uri="{FF2B5EF4-FFF2-40B4-BE49-F238E27FC236}">
                      <a16:creationId xmlns:a16="http://schemas.microsoft.com/office/drawing/2014/main" id="{22228C69-AE7F-2FDD-F105-A51B4A510A44}"/>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9" name="Rectangle 85">
                  <a:extLst>
                    <a:ext uri="{FF2B5EF4-FFF2-40B4-BE49-F238E27FC236}">
                      <a16:creationId xmlns:a16="http://schemas.microsoft.com/office/drawing/2014/main" id="{45349C3D-DED3-F3E8-8D0B-B76531FA840F}"/>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0" name="Rectangle 86">
                  <a:extLst>
                    <a:ext uri="{FF2B5EF4-FFF2-40B4-BE49-F238E27FC236}">
                      <a16:creationId xmlns:a16="http://schemas.microsoft.com/office/drawing/2014/main" id="{A72E0918-C108-6EFF-D473-E86FBCCF19AE}"/>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1" name="Rectangle 87">
                  <a:extLst>
                    <a:ext uri="{FF2B5EF4-FFF2-40B4-BE49-F238E27FC236}">
                      <a16:creationId xmlns:a16="http://schemas.microsoft.com/office/drawing/2014/main" id="{4592BAC9-2866-8EB7-03E0-834C1AC28681}"/>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2" name="Rectangle 88">
                  <a:extLst>
                    <a:ext uri="{FF2B5EF4-FFF2-40B4-BE49-F238E27FC236}">
                      <a16:creationId xmlns:a16="http://schemas.microsoft.com/office/drawing/2014/main" id="{907DE8AA-731E-583B-0E80-B106932BBDD1}"/>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3" name="Rectangle 89">
                  <a:extLst>
                    <a:ext uri="{FF2B5EF4-FFF2-40B4-BE49-F238E27FC236}">
                      <a16:creationId xmlns:a16="http://schemas.microsoft.com/office/drawing/2014/main" id="{EFBFC518-622C-6701-1296-3FD72D62A89A}"/>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4" name="Rectangle 90">
                  <a:extLst>
                    <a:ext uri="{FF2B5EF4-FFF2-40B4-BE49-F238E27FC236}">
                      <a16:creationId xmlns:a16="http://schemas.microsoft.com/office/drawing/2014/main" id="{89A47469-B998-CADE-37AC-8B105C590628}"/>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5" name="Rectangle 91">
                  <a:extLst>
                    <a:ext uri="{FF2B5EF4-FFF2-40B4-BE49-F238E27FC236}">
                      <a16:creationId xmlns:a16="http://schemas.microsoft.com/office/drawing/2014/main" id="{19012FDE-8A82-B650-7EC3-C7623C4639E6}"/>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6" name="Rectangle 92">
                  <a:extLst>
                    <a:ext uri="{FF2B5EF4-FFF2-40B4-BE49-F238E27FC236}">
                      <a16:creationId xmlns:a16="http://schemas.microsoft.com/office/drawing/2014/main" id="{61380DD6-7D97-A6D8-84C5-701B3947C5B6}"/>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7" name="Rectangle 93">
                  <a:extLst>
                    <a:ext uri="{FF2B5EF4-FFF2-40B4-BE49-F238E27FC236}">
                      <a16:creationId xmlns:a16="http://schemas.microsoft.com/office/drawing/2014/main" id="{DCA4C616-9F33-24F1-DBCF-04719812C5A4}"/>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8" name="Rectangle 94">
                  <a:extLst>
                    <a:ext uri="{FF2B5EF4-FFF2-40B4-BE49-F238E27FC236}">
                      <a16:creationId xmlns:a16="http://schemas.microsoft.com/office/drawing/2014/main" id="{C68DCEFA-DD2A-BC5D-6453-22EB25BBBE2D}"/>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9" name="Rectangle 95">
                  <a:extLst>
                    <a:ext uri="{FF2B5EF4-FFF2-40B4-BE49-F238E27FC236}">
                      <a16:creationId xmlns:a16="http://schemas.microsoft.com/office/drawing/2014/main" id="{DE2B90EF-7165-8684-A71E-D7E5B3194D1C}"/>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0" name="Rectangle 96">
                  <a:extLst>
                    <a:ext uri="{FF2B5EF4-FFF2-40B4-BE49-F238E27FC236}">
                      <a16:creationId xmlns:a16="http://schemas.microsoft.com/office/drawing/2014/main" id="{E22DE5D8-EB47-4663-00B1-C46EA8C7D82C}"/>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1" name="Rectangle 97">
                  <a:extLst>
                    <a:ext uri="{FF2B5EF4-FFF2-40B4-BE49-F238E27FC236}">
                      <a16:creationId xmlns:a16="http://schemas.microsoft.com/office/drawing/2014/main" id="{74E6471E-4D46-E6E9-97F9-6B97F16EE242}"/>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2" name="Rectangle 98">
                  <a:extLst>
                    <a:ext uri="{FF2B5EF4-FFF2-40B4-BE49-F238E27FC236}">
                      <a16:creationId xmlns:a16="http://schemas.microsoft.com/office/drawing/2014/main" id="{096FDF8B-F75E-3794-9C75-12D95A3A7EBC}"/>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3" name="Rectangle 99">
                  <a:extLst>
                    <a:ext uri="{FF2B5EF4-FFF2-40B4-BE49-F238E27FC236}">
                      <a16:creationId xmlns:a16="http://schemas.microsoft.com/office/drawing/2014/main" id="{C8B6E837-FCDD-1417-13DC-8FA120D06662}"/>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4" name="Rectangle 100">
                  <a:extLst>
                    <a:ext uri="{FF2B5EF4-FFF2-40B4-BE49-F238E27FC236}">
                      <a16:creationId xmlns:a16="http://schemas.microsoft.com/office/drawing/2014/main" id="{BB4AED4A-5539-715A-F91C-86C42E1DCA9A}"/>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5" name="Rectangle 101">
                  <a:extLst>
                    <a:ext uri="{FF2B5EF4-FFF2-40B4-BE49-F238E27FC236}">
                      <a16:creationId xmlns:a16="http://schemas.microsoft.com/office/drawing/2014/main" id="{343A56E9-240B-4451-3FA8-88C4F9F1845A}"/>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6" name="Rectangle 102">
                  <a:extLst>
                    <a:ext uri="{FF2B5EF4-FFF2-40B4-BE49-F238E27FC236}">
                      <a16:creationId xmlns:a16="http://schemas.microsoft.com/office/drawing/2014/main" id="{88283EAD-F870-FD80-AACC-3BD2A0E13053}"/>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7" name="Rectangle 103">
                  <a:extLst>
                    <a:ext uri="{FF2B5EF4-FFF2-40B4-BE49-F238E27FC236}">
                      <a16:creationId xmlns:a16="http://schemas.microsoft.com/office/drawing/2014/main" id="{2DC32918-CA0B-9150-5477-4D50E9418093}"/>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8" name="Rectangle 104">
                  <a:extLst>
                    <a:ext uri="{FF2B5EF4-FFF2-40B4-BE49-F238E27FC236}">
                      <a16:creationId xmlns:a16="http://schemas.microsoft.com/office/drawing/2014/main" id="{86CAF6CC-8263-B765-F837-B223F36C6878}"/>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9" name="Rectangle 105">
                  <a:extLst>
                    <a:ext uri="{FF2B5EF4-FFF2-40B4-BE49-F238E27FC236}">
                      <a16:creationId xmlns:a16="http://schemas.microsoft.com/office/drawing/2014/main" id="{4380AC07-8034-12E3-2359-5D0B34F27811}"/>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0" name="Rectangle 106">
                  <a:extLst>
                    <a:ext uri="{FF2B5EF4-FFF2-40B4-BE49-F238E27FC236}">
                      <a16:creationId xmlns:a16="http://schemas.microsoft.com/office/drawing/2014/main" id="{2DE5751A-985C-C056-2FFF-1CC2F28424F0}"/>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1" name="Rectangle 107">
                  <a:extLst>
                    <a:ext uri="{FF2B5EF4-FFF2-40B4-BE49-F238E27FC236}">
                      <a16:creationId xmlns:a16="http://schemas.microsoft.com/office/drawing/2014/main" id="{8582CB4F-AC44-5ACE-EB67-7AF5A76FF219}"/>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2" name="Rectangle 108">
                  <a:extLst>
                    <a:ext uri="{FF2B5EF4-FFF2-40B4-BE49-F238E27FC236}">
                      <a16:creationId xmlns:a16="http://schemas.microsoft.com/office/drawing/2014/main" id="{64246A8B-69F6-32A3-91D7-2BA88198BF77}"/>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3" name="Rectangle 109">
                  <a:extLst>
                    <a:ext uri="{FF2B5EF4-FFF2-40B4-BE49-F238E27FC236}">
                      <a16:creationId xmlns:a16="http://schemas.microsoft.com/office/drawing/2014/main" id="{BF455617-1E6C-C5B1-FE5A-63AA4214DD44}"/>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4" name="Rectangle 110">
                  <a:extLst>
                    <a:ext uri="{FF2B5EF4-FFF2-40B4-BE49-F238E27FC236}">
                      <a16:creationId xmlns:a16="http://schemas.microsoft.com/office/drawing/2014/main" id="{3B91FC9C-34F1-C396-BCBF-E226883F3D2C}"/>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85" name="Rectangle 111">
                  <a:extLst>
                    <a:ext uri="{FF2B5EF4-FFF2-40B4-BE49-F238E27FC236}">
                      <a16:creationId xmlns:a16="http://schemas.microsoft.com/office/drawing/2014/main" id="{9915AD50-5F13-5C66-E0A0-C823A6909D4A}"/>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grpSp>
          <p:grpSp>
            <p:nvGrpSpPr>
              <p:cNvPr id="103" name="Groupe 152">
                <a:extLst>
                  <a:ext uri="{FF2B5EF4-FFF2-40B4-BE49-F238E27FC236}">
                    <a16:creationId xmlns:a16="http://schemas.microsoft.com/office/drawing/2014/main" id="{F8C0BA32-36C5-C696-E5AF-F4DD10DA003B}"/>
                  </a:ext>
                </a:extLst>
              </p:cNvPr>
              <p:cNvGrpSpPr/>
              <p:nvPr/>
            </p:nvGrpSpPr>
            <p:grpSpPr>
              <a:xfrm>
                <a:off x="7527020" y="2174293"/>
                <a:ext cx="1467257" cy="1169474"/>
                <a:chOff x="2609577" y="1563591"/>
                <a:chExt cx="1467257" cy="1169474"/>
              </a:xfrm>
            </p:grpSpPr>
            <p:grpSp>
              <p:nvGrpSpPr>
                <p:cNvPr id="118" name="Groupe 153">
                  <a:extLst>
                    <a:ext uri="{FF2B5EF4-FFF2-40B4-BE49-F238E27FC236}">
                      <a16:creationId xmlns:a16="http://schemas.microsoft.com/office/drawing/2014/main" id="{82669844-F047-3388-4CC2-D7890812900E}"/>
                    </a:ext>
                  </a:extLst>
                </p:cNvPr>
                <p:cNvGrpSpPr/>
                <p:nvPr/>
              </p:nvGrpSpPr>
              <p:grpSpPr>
                <a:xfrm>
                  <a:off x="2609577" y="1563591"/>
                  <a:ext cx="1412109" cy="1169474"/>
                  <a:chOff x="2645545" y="3994190"/>
                  <a:chExt cx="1412109" cy="1169474"/>
                </a:xfrm>
              </p:grpSpPr>
              <p:pic>
                <p:nvPicPr>
                  <p:cNvPr id="120" name="Graphique 155" descr="Diable avec un remplissage uni">
                    <a:extLst>
                      <a:ext uri="{FF2B5EF4-FFF2-40B4-BE49-F238E27FC236}">
                        <a16:creationId xmlns:a16="http://schemas.microsoft.com/office/drawing/2014/main" id="{A2B4973D-7FE9-0247-2586-D9AE2EEBC246}"/>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037365" y="4143375"/>
                    <a:ext cx="1020289" cy="1020289"/>
                  </a:xfrm>
                  <a:prstGeom prst="rect">
                    <a:avLst/>
                  </a:prstGeom>
                </p:spPr>
              </p:pic>
              <p:pic>
                <p:nvPicPr>
                  <p:cNvPr id="121" name="Graphique 156" descr="Base-ball avec un remplissage uni">
                    <a:extLst>
                      <a:ext uri="{FF2B5EF4-FFF2-40B4-BE49-F238E27FC236}">
                        <a16:creationId xmlns:a16="http://schemas.microsoft.com/office/drawing/2014/main" id="{A53B1A58-04EA-EB90-F26A-5B6B15595325}"/>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flipH="1">
                    <a:off x="2645545" y="4030462"/>
                    <a:ext cx="993713" cy="1133202"/>
                  </a:xfrm>
                  <a:prstGeom prst="rect">
                    <a:avLst/>
                  </a:prstGeom>
                </p:spPr>
              </p:pic>
              <p:sp>
                <p:nvSpPr>
                  <p:cNvPr id="122" name="Rectangle 157">
                    <a:extLst>
                      <a:ext uri="{FF2B5EF4-FFF2-40B4-BE49-F238E27FC236}">
                        <a16:creationId xmlns:a16="http://schemas.microsoft.com/office/drawing/2014/main" id="{C7A74F37-F4F1-79FC-0645-C41AF35367D2}"/>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grpSp>
            <p:pic>
              <p:nvPicPr>
                <p:cNvPr id="119" name="Graphique 154" descr="Boîte à archives avec un remplissage uni">
                  <a:extLst>
                    <a:ext uri="{FF2B5EF4-FFF2-40B4-BE49-F238E27FC236}">
                      <a16:creationId xmlns:a16="http://schemas.microsoft.com/office/drawing/2014/main" id="{B73BEDED-5C55-4932-9FA2-280F5B331A3F}"/>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rot="20255485">
                  <a:off x="3419733" y="1863768"/>
                  <a:ext cx="657101" cy="657101"/>
                </a:xfrm>
                <a:prstGeom prst="rect">
                  <a:avLst/>
                </a:prstGeom>
              </p:spPr>
            </p:pic>
          </p:grpSp>
          <p:grpSp>
            <p:nvGrpSpPr>
              <p:cNvPr id="104" name="Groupe 158">
                <a:extLst>
                  <a:ext uri="{FF2B5EF4-FFF2-40B4-BE49-F238E27FC236}">
                    <a16:creationId xmlns:a16="http://schemas.microsoft.com/office/drawing/2014/main" id="{A590082D-C739-961B-F330-00D8067D7576}"/>
                  </a:ext>
                </a:extLst>
              </p:cNvPr>
              <p:cNvGrpSpPr/>
              <p:nvPr/>
            </p:nvGrpSpPr>
            <p:grpSpPr>
              <a:xfrm flipH="1">
                <a:off x="8944157" y="2297704"/>
                <a:ext cx="1093937" cy="1165158"/>
                <a:chOff x="1680627" y="1783722"/>
                <a:chExt cx="1331514" cy="1331514"/>
              </a:xfrm>
            </p:grpSpPr>
            <p:pic>
              <p:nvPicPr>
                <p:cNvPr id="105" name="Graphique 159" descr="Mur de briques en construction avec un remplissage uni">
                  <a:extLst>
                    <a:ext uri="{FF2B5EF4-FFF2-40B4-BE49-F238E27FC236}">
                      <a16:creationId xmlns:a16="http://schemas.microsoft.com/office/drawing/2014/main" id="{C4B6C0C6-7F31-E3C2-919C-3FF387EA15AE}"/>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680627" y="1783722"/>
                  <a:ext cx="1331514" cy="1331514"/>
                </a:xfrm>
                <a:prstGeom prst="rect">
                  <a:avLst/>
                </a:prstGeom>
              </p:spPr>
            </p:pic>
            <p:sp>
              <p:nvSpPr>
                <p:cNvPr id="106" name="Rectangle 160">
                  <a:extLst>
                    <a:ext uri="{FF2B5EF4-FFF2-40B4-BE49-F238E27FC236}">
                      <a16:creationId xmlns:a16="http://schemas.microsoft.com/office/drawing/2014/main" id="{5568DC13-89DD-23E2-29E4-3F892AB395B6}"/>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7" name="Rectangle 161">
                  <a:extLst>
                    <a:ext uri="{FF2B5EF4-FFF2-40B4-BE49-F238E27FC236}">
                      <a16:creationId xmlns:a16="http://schemas.microsoft.com/office/drawing/2014/main" id="{D987DAC4-17DC-2A97-1EB0-0AD81CC703D9}"/>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8" name="Rectangle 162">
                  <a:extLst>
                    <a:ext uri="{FF2B5EF4-FFF2-40B4-BE49-F238E27FC236}">
                      <a16:creationId xmlns:a16="http://schemas.microsoft.com/office/drawing/2014/main" id="{50E3BAFC-EA6F-1F79-924D-C943D6A86BC2}"/>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9" name="Rectangle 163">
                  <a:extLst>
                    <a:ext uri="{FF2B5EF4-FFF2-40B4-BE49-F238E27FC236}">
                      <a16:creationId xmlns:a16="http://schemas.microsoft.com/office/drawing/2014/main" id="{2F45CCA6-8183-5E49-A102-C29DF61EE2E8}"/>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0" name="Rectangle 164">
                  <a:extLst>
                    <a:ext uri="{FF2B5EF4-FFF2-40B4-BE49-F238E27FC236}">
                      <a16:creationId xmlns:a16="http://schemas.microsoft.com/office/drawing/2014/main" id="{82688194-AEDC-8346-D9E1-80BEFFE4F10F}"/>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1" name="Rectangle 165">
                  <a:extLst>
                    <a:ext uri="{FF2B5EF4-FFF2-40B4-BE49-F238E27FC236}">
                      <a16:creationId xmlns:a16="http://schemas.microsoft.com/office/drawing/2014/main" id="{DB5AC6EC-FC5A-F5CF-C446-A941A53FEBCC}"/>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2" name="Rectangle 166">
                  <a:extLst>
                    <a:ext uri="{FF2B5EF4-FFF2-40B4-BE49-F238E27FC236}">
                      <a16:creationId xmlns:a16="http://schemas.microsoft.com/office/drawing/2014/main" id="{A643A349-0FA7-59BC-85BE-551D646F0BF2}"/>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3" name="Rectangle 167">
                  <a:extLst>
                    <a:ext uri="{FF2B5EF4-FFF2-40B4-BE49-F238E27FC236}">
                      <a16:creationId xmlns:a16="http://schemas.microsoft.com/office/drawing/2014/main" id="{40382D84-2B9B-FD6B-A3D3-1057EDCFF96E}"/>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4" name="Rectangle 168">
                  <a:extLst>
                    <a:ext uri="{FF2B5EF4-FFF2-40B4-BE49-F238E27FC236}">
                      <a16:creationId xmlns:a16="http://schemas.microsoft.com/office/drawing/2014/main" id="{BDE6414A-EB2A-FB70-58A4-DFCA0495051B}"/>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5" name="Rectangle 169">
                  <a:extLst>
                    <a:ext uri="{FF2B5EF4-FFF2-40B4-BE49-F238E27FC236}">
                      <a16:creationId xmlns:a16="http://schemas.microsoft.com/office/drawing/2014/main" id="{C93432A5-4383-6122-DD64-5B8F152D5A97}"/>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6" name="Rectangle 170">
                  <a:extLst>
                    <a:ext uri="{FF2B5EF4-FFF2-40B4-BE49-F238E27FC236}">
                      <a16:creationId xmlns:a16="http://schemas.microsoft.com/office/drawing/2014/main" id="{55DBB62E-D152-4F15-103A-D8F768C40756}"/>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7" name="Rectangle 171">
                  <a:extLst>
                    <a:ext uri="{FF2B5EF4-FFF2-40B4-BE49-F238E27FC236}">
                      <a16:creationId xmlns:a16="http://schemas.microsoft.com/office/drawing/2014/main" id="{BD72CAC1-D1B6-2F11-1301-A7634D157C38}"/>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grpSp>
        </p:grpSp>
        <p:grpSp>
          <p:nvGrpSpPr>
            <p:cNvPr id="18" name="Groupe 173">
              <a:extLst>
                <a:ext uri="{FF2B5EF4-FFF2-40B4-BE49-F238E27FC236}">
                  <a16:creationId xmlns:a16="http://schemas.microsoft.com/office/drawing/2014/main" id="{19094837-F50C-9D72-A775-C1C74315609E}"/>
                </a:ext>
              </a:extLst>
            </p:cNvPr>
            <p:cNvGrpSpPr/>
            <p:nvPr/>
          </p:nvGrpSpPr>
          <p:grpSpPr>
            <a:xfrm>
              <a:off x="8811398" y="1671748"/>
              <a:ext cx="2449701" cy="1195165"/>
              <a:chOff x="127000" y="915986"/>
              <a:chExt cx="12052300" cy="5880100"/>
            </a:xfrm>
          </p:grpSpPr>
          <p:sp>
            <p:nvSpPr>
              <p:cNvPr id="97" name="Flèche : droite 174">
                <a:extLst>
                  <a:ext uri="{FF2B5EF4-FFF2-40B4-BE49-F238E27FC236}">
                    <a16:creationId xmlns:a16="http://schemas.microsoft.com/office/drawing/2014/main" id="{58F3A8A7-F21B-0BD4-40A5-3C378983C254}"/>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solidFill>
                    <a:schemeClr val="tx1"/>
                  </a:solidFill>
                </a:endParaRPr>
              </a:p>
            </p:txBody>
          </p:sp>
          <p:sp>
            <p:nvSpPr>
              <p:cNvPr id="98" name="Rectangle 175">
                <a:extLst>
                  <a:ext uri="{FF2B5EF4-FFF2-40B4-BE49-F238E27FC236}">
                    <a16:creationId xmlns:a16="http://schemas.microsoft.com/office/drawing/2014/main" id="{59B46300-35A8-3CC4-7453-BA85EE774A93}"/>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p>
            </p:txBody>
          </p:sp>
          <p:sp>
            <p:nvSpPr>
              <p:cNvPr id="99" name="Rectangle 176">
                <a:extLst>
                  <a:ext uri="{FF2B5EF4-FFF2-40B4-BE49-F238E27FC236}">
                    <a16:creationId xmlns:a16="http://schemas.microsoft.com/office/drawing/2014/main" id="{3D46261A-2CB3-A5CE-95DA-3C7026D04F08}"/>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solidFill>
                    <a:schemeClr val="tx1"/>
                  </a:solidFill>
                </a:endParaRPr>
              </a:p>
            </p:txBody>
          </p:sp>
          <p:sp>
            <p:nvSpPr>
              <p:cNvPr id="100" name="Rectangle 177">
                <a:extLst>
                  <a:ext uri="{FF2B5EF4-FFF2-40B4-BE49-F238E27FC236}">
                    <a16:creationId xmlns:a16="http://schemas.microsoft.com/office/drawing/2014/main" id="{0B43B686-19DA-8F06-71CA-398BC88A6C98}"/>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p>
            </p:txBody>
          </p:sp>
          <p:sp>
            <p:nvSpPr>
              <p:cNvPr id="101" name="Rectangle 178">
                <a:extLst>
                  <a:ext uri="{FF2B5EF4-FFF2-40B4-BE49-F238E27FC236}">
                    <a16:creationId xmlns:a16="http://schemas.microsoft.com/office/drawing/2014/main" id="{5E0E590A-96EF-13AF-024D-4A99A8C0D5F5}"/>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p>
            </p:txBody>
          </p:sp>
        </p:grpSp>
        <p:grpSp>
          <p:nvGrpSpPr>
            <p:cNvPr id="19" name="Groupe 1">
              <a:extLst>
                <a:ext uri="{FF2B5EF4-FFF2-40B4-BE49-F238E27FC236}">
                  <a16:creationId xmlns:a16="http://schemas.microsoft.com/office/drawing/2014/main" id="{BC71554C-1C3C-1EB9-A9BE-4F3BFA980C12}"/>
                </a:ext>
              </a:extLst>
            </p:cNvPr>
            <p:cNvGrpSpPr/>
            <p:nvPr/>
          </p:nvGrpSpPr>
          <p:grpSpPr>
            <a:xfrm>
              <a:off x="5655037" y="3889628"/>
              <a:ext cx="1471902" cy="1550016"/>
              <a:chOff x="6119047" y="342948"/>
              <a:chExt cx="5553478" cy="5848201"/>
            </a:xfrm>
          </p:grpSpPr>
          <p:pic>
            <p:nvPicPr>
              <p:cNvPr id="87" name="Graphique 112" descr="Balance de la justice avec un remplissage uni">
                <a:extLst>
                  <a:ext uri="{FF2B5EF4-FFF2-40B4-BE49-F238E27FC236}">
                    <a16:creationId xmlns:a16="http://schemas.microsoft.com/office/drawing/2014/main" id="{FF231F67-29B6-9B24-9119-F9DFDB1DD8AA}"/>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72" t="7530" r="8041" b="7105"/>
              <a:stretch/>
            </p:blipFill>
            <p:spPr>
              <a:xfrm>
                <a:off x="6521388" y="342948"/>
                <a:ext cx="4441794" cy="4461491"/>
              </a:xfrm>
              <a:prstGeom prst="rect">
                <a:avLst/>
              </a:prstGeom>
            </p:spPr>
          </p:pic>
          <p:sp>
            <p:nvSpPr>
              <p:cNvPr id="88" name="Rectangle 116">
                <a:extLst>
                  <a:ext uri="{FF2B5EF4-FFF2-40B4-BE49-F238E27FC236}">
                    <a16:creationId xmlns:a16="http://schemas.microsoft.com/office/drawing/2014/main" id="{9DDC0731-4AA3-026E-3C05-365AA9D6AB7F}"/>
                  </a:ext>
                </a:extLst>
              </p:cNvPr>
              <p:cNvSpPr/>
              <p:nvPr/>
            </p:nvSpPr>
            <p:spPr>
              <a:xfrm>
                <a:off x="6119047" y="220098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89" name="Rectangle 117">
                <a:extLst>
                  <a:ext uri="{FF2B5EF4-FFF2-40B4-BE49-F238E27FC236}">
                    <a16:creationId xmlns:a16="http://schemas.microsoft.com/office/drawing/2014/main" id="{CC4F7EB7-95CE-F887-9D36-390FAA994E33}"/>
                  </a:ext>
                </a:extLst>
              </p:cNvPr>
              <p:cNvSpPr/>
              <p:nvPr/>
            </p:nvSpPr>
            <p:spPr>
              <a:xfrm>
                <a:off x="7279062" y="2219854"/>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0" name="Rectangle 118">
                <a:extLst>
                  <a:ext uri="{FF2B5EF4-FFF2-40B4-BE49-F238E27FC236}">
                    <a16:creationId xmlns:a16="http://schemas.microsoft.com/office/drawing/2014/main" id="{81CFA7E1-E988-18AB-2A4F-1AD79F6BB0A6}"/>
                  </a:ext>
                </a:extLst>
              </p:cNvPr>
              <p:cNvSpPr/>
              <p:nvPr/>
            </p:nvSpPr>
            <p:spPr>
              <a:xfrm>
                <a:off x="10494151"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1" name="Rectangle 119">
                <a:extLst>
                  <a:ext uri="{FF2B5EF4-FFF2-40B4-BE49-F238E27FC236}">
                    <a16:creationId xmlns:a16="http://schemas.microsoft.com/office/drawing/2014/main" id="{D9D473F7-06F5-BCF4-8702-930C5A2B0A3E}"/>
                  </a:ext>
                </a:extLst>
              </p:cNvPr>
              <p:cNvSpPr/>
              <p:nvPr/>
            </p:nvSpPr>
            <p:spPr>
              <a:xfrm>
                <a:off x="7021611" y="144880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2" name="Rectangle 120">
                <a:extLst>
                  <a:ext uri="{FF2B5EF4-FFF2-40B4-BE49-F238E27FC236}">
                    <a16:creationId xmlns:a16="http://schemas.microsoft.com/office/drawing/2014/main" id="{C7125F3B-B3D8-9C4E-3986-0F3FF0D5E57D}"/>
                  </a:ext>
                </a:extLst>
              </p:cNvPr>
              <p:cNvSpPr/>
              <p:nvPr/>
            </p:nvSpPr>
            <p:spPr>
              <a:xfrm>
                <a:off x="9694763" y="1481023"/>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3" name="Rectangle 121">
                <a:extLst>
                  <a:ext uri="{FF2B5EF4-FFF2-40B4-BE49-F238E27FC236}">
                    <a16:creationId xmlns:a16="http://schemas.microsoft.com/office/drawing/2014/main" id="{84E9BB60-67E1-AC63-F59A-75EA8607618F}"/>
                  </a:ext>
                </a:extLst>
              </p:cNvPr>
              <p:cNvSpPr/>
              <p:nvPr/>
            </p:nvSpPr>
            <p:spPr>
              <a:xfrm>
                <a:off x="9243916"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4" name="Rectangle 122">
                <a:extLst>
                  <a:ext uri="{FF2B5EF4-FFF2-40B4-BE49-F238E27FC236}">
                    <a16:creationId xmlns:a16="http://schemas.microsoft.com/office/drawing/2014/main" id="{160DB20E-F108-0D2B-873E-6F03CA9D8ABA}"/>
                  </a:ext>
                </a:extLst>
              </p:cNvPr>
              <p:cNvSpPr/>
              <p:nvPr/>
            </p:nvSpPr>
            <p:spPr>
              <a:xfrm>
                <a:off x="8741625"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5" name="Rectangle 123">
                <a:extLst>
                  <a:ext uri="{FF2B5EF4-FFF2-40B4-BE49-F238E27FC236}">
                    <a16:creationId xmlns:a16="http://schemas.microsoft.com/office/drawing/2014/main" id="{FA43A4A0-6621-059D-2BBB-B184865DF46E}"/>
                  </a:ext>
                </a:extLst>
              </p:cNvPr>
              <p:cNvSpPr/>
              <p:nvPr/>
            </p:nvSpPr>
            <p:spPr>
              <a:xfrm>
                <a:off x="7491387"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96" name="Rectangle 124">
                <a:extLst>
                  <a:ext uri="{FF2B5EF4-FFF2-40B4-BE49-F238E27FC236}">
                    <a16:creationId xmlns:a16="http://schemas.microsoft.com/office/drawing/2014/main" id="{8EBB89BC-5E3C-8043-6684-510D3439001D}"/>
                  </a:ext>
                </a:extLst>
              </p:cNvPr>
              <p:cNvSpPr/>
              <p:nvPr/>
            </p:nvSpPr>
            <p:spPr>
              <a:xfrm>
                <a:off x="8152438" y="5533037"/>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grpSp>
        <p:grpSp>
          <p:nvGrpSpPr>
            <p:cNvPr id="20" name="Groupe 125">
              <a:extLst>
                <a:ext uri="{FF2B5EF4-FFF2-40B4-BE49-F238E27FC236}">
                  <a16:creationId xmlns:a16="http://schemas.microsoft.com/office/drawing/2014/main" id="{C98570DF-09C1-5688-369D-DDFF908D558B}"/>
                </a:ext>
              </a:extLst>
            </p:cNvPr>
            <p:cNvGrpSpPr/>
            <p:nvPr/>
          </p:nvGrpSpPr>
          <p:grpSpPr>
            <a:xfrm>
              <a:off x="1420529" y="4111588"/>
              <a:ext cx="1618049" cy="1201642"/>
              <a:chOff x="4856111" y="1739195"/>
              <a:chExt cx="6696567" cy="4973195"/>
            </a:xfrm>
          </p:grpSpPr>
          <p:pic>
            <p:nvPicPr>
              <p:cNvPr id="54" name="Graphique 126" descr="Sphères de Harvey 100% avec un remplissage uni">
                <a:extLst>
                  <a:ext uri="{FF2B5EF4-FFF2-40B4-BE49-F238E27FC236}">
                    <a16:creationId xmlns:a16="http://schemas.microsoft.com/office/drawing/2014/main" id="{4894D05E-9F4B-A54E-6B37-03AB8AB58C96}"/>
                  </a:ext>
                </a:extLst>
              </p:cNvPr>
              <p:cNvPicPr>
                <a:picLocks noChangeAspect="1"/>
              </p:cNvPicPr>
              <p:nvPr/>
            </p:nvPicPr>
            <p:blipFill rotWithShape="1">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rcRect l="10326" t="10344" r="10326" b="10240"/>
              <a:stretch/>
            </p:blipFill>
            <p:spPr>
              <a:xfrm>
                <a:off x="4856111" y="3574539"/>
                <a:ext cx="1792339" cy="1793874"/>
              </a:xfrm>
              <a:prstGeom prst="rect">
                <a:avLst/>
              </a:prstGeom>
            </p:spPr>
          </p:pic>
          <p:grpSp>
            <p:nvGrpSpPr>
              <p:cNvPr id="55" name="Groupe 128">
                <a:extLst>
                  <a:ext uri="{FF2B5EF4-FFF2-40B4-BE49-F238E27FC236}">
                    <a16:creationId xmlns:a16="http://schemas.microsoft.com/office/drawing/2014/main" id="{6C15521F-7DD8-0321-341D-421BE2311027}"/>
                  </a:ext>
                </a:extLst>
              </p:cNvPr>
              <p:cNvGrpSpPr/>
              <p:nvPr/>
            </p:nvGrpSpPr>
            <p:grpSpPr>
              <a:xfrm>
                <a:off x="8201266" y="2889716"/>
                <a:ext cx="1203959" cy="1114429"/>
                <a:chOff x="495541" y="3991241"/>
                <a:chExt cx="1203959" cy="1114429"/>
              </a:xfrm>
            </p:grpSpPr>
            <p:sp>
              <p:nvSpPr>
                <p:cNvPr id="85" name="Rectangle 195">
                  <a:extLst>
                    <a:ext uri="{FF2B5EF4-FFF2-40B4-BE49-F238E27FC236}">
                      <a16:creationId xmlns:a16="http://schemas.microsoft.com/office/drawing/2014/main" id="{06E968CC-C07B-35A5-1270-831B18E5A105}"/>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pic>
              <p:nvPicPr>
                <p:cNvPr id="86" name="Graphique 196" descr="Utilisateurs avec un remplissage uni">
                  <a:extLst>
                    <a:ext uri="{FF2B5EF4-FFF2-40B4-BE49-F238E27FC236}">
                      <a16:creationId xmlns:a16="http://schemas.microsoft.com/office/drawing/2014/main" id="{5E01893A-557F-EA13-F9F5-DE0795CCAB8D}"/>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783195" y="3991241"/>
                  <a:ext cx="710146" cy="710146"/>
                </a:xfrm>
                <a:prstGeom prst="rect">
                  <a:avLst/>
                </a:prstGeom>
              </p:spPr>
            </p:pic>
          </p:grpSp>
          <p:grpSp>
            <p:nvGrpSpPr>
              <p:cNvPr id="56" name="Groupe 129">
                <a:extLst>
                  <a:ext uri="{FF2B5EF4-FFF2-40B4-BE49-F238E27FC236}">
                    <a16:creationId xmlns:a16="http://schemas.microsoft.com/office/drawing/2014/main" id="{E76D0006-922E-9872-2DA1-24356E01E99E}"/>
                  </a:ext>
                </a:extLst>
              </p:cNvPr>
              <p:cNvGrpSpPr/>
              <p:nvPr/>
            </p:nvGrpSpPr>
            <p:grpSpPr>
              <a:xfrm>
                <a:off x="8144116" y="4080387"/>
                <a:ext cx="1203959" cy="1114429"/>
                <a:chOff x="495541" y="3991241"/>
                <a:chExt cx="1203959" cy="1114429"/>
              </a:xfrm>
              <a:solidFill>
                <a:srgbClr val="0683AA"/>
              </a:solidFill>
            </p:grpSpPr>
            <p:sp>
              <p:nvSpPr>
                <p:cNvPr id="83" name="Rectangle 193">
                  <a:extLst>
                    <a:ext uri="{FF2B5EF4-FFF2-40B4-BE49-F238E27FC236}">
                      <a16:creationId xmlns:a16="http://schemas.microsoft.com/office/drawing/2014/main" id="{843A3528-BA36-C290-3ED3-DD5DE92E2886}"/>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pic>
              <p:nvPicPr>
                <p:cNvPr id="84" name="Graphique 194" descr="Utilisateurs avec un remplissage uni">
                  <a:extLst>
                    <a:ext uri="{FF2B5EF4-FFF2-40B4-BE49-F238E27FC236}">
                      <a16:creationId xmlns:a16="http://schemas.microsoft.com/office/drawing/2014/main" id="{572DC5EC-40C3-48C6-D0FF-5AA0B1F91C1F}"/>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783195" y="3991241"/>
                  <a:ext cx="710146" cy="710146"/>
                </a:xfrm>
                <a:prstGeom prst="rect">
                  <a:avLst/>
                </a:prstGeom>
              </p:spPr>
            </p:pic>
          </p:grpSp>
          <p:grpSp>
            <p:nvGrpSpPr>
              <p:cNvPr id="57" name="Groupe 130">
                <a:extLst>
                  <a:ext uri="{FF2B5EF4-FFF2-40B4-BE49-F238E27FC236}">
                    <a16:creationId xmlns:a16="http://schemas.microsoft.com/office/drawing/2014/main" id="{8B352FE5-CC80-D05A-B69B-547C858E540E}"/>
                  </a:ext>
                </a:extLst>
              </p:cNvPr>
              <p:cNvGrpSpPr/>
              <p:nvPr/>
            </p:nvGrpSpPr>
            <p:grpSpPr>
              <a:xfrm>
                <a:off x="7765182" y="5459500"/>
                <a:ext cx="1203959" cy="1114429"/>
                <a:chOff x="495541" y="3991241"/>
                <a:chExt cx="1203959" cy="1114429"/>
              </a:xfrm>
            </p:grpSpPr>
            <p:sp>
              <p:nvSpPr>
                <p:cNvPr id="81" name="Rectangle 191">
                  <a:extLst>
                    <a:ext uri="{FF2B5EF4-FFF2-40B4-BE49-F238E27FC236}">
                      <a16:creationId xmlns:a16="http://schemas.microsoft.com/office/drawing/2014/main" id="{FA58D5D1-0690-1A0D-5FAB-6F0E5FEE9BC8}"/>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pic>
              <p:nvPicPr>
                <p:cNvPr id="82" name="Graphique 192" descr="Utilisateurs avec un remplissage uni">
                  <a:extLst>
                    <a:ext uri="{FF2B5EF4-FFF2-40B4-BE49-F238E27FC236}">
                      <a16:creationId xmlns:a16="http://schemas.microsoft.com/office/drawing/2014/main" id="{C7B25758-B273-7807-E388-36D07F8F0DA3}"/>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783195" y="3991241"/>
                  <a:ext cx="710146" cy="710146"/>
                </a:xfrm>
                <a:prstGeom prst="rect">
                  <a:avLst/>
                </a:prstGeom>
              </p:spPr>
            </p:pic>
          </p:grpSp>
          <p:grpSp>
            <p:nvGrpSpPr>
              <p:cNvPr id="58" name="Groupe 131">
                <a:extLst>
                  <a:ext uri="{FF2B5EF4-FFF2-40B4-BE49-F238E27FC236}">
                    <a16:creationId xmlns:a16="http://schemas.microsoft.com/office/drawing/2014/main" id="{9E199F05-1DC9-6F4F-9083-8D4447A2CCD7}"/>
                  </a:ext>
                </a:extLst>
              </p:cNvPr>
              <p:cNvGrpSpPr/>
              <p:nvPr/>
            </p:nvGrpSpPr>
            <p:grpSpPr>
              <a:xfrm>
                <a:off x="10040031" y="5626122"/>
                <a:ext cx="1203959" cy="1086268"/>
                <a:chOff x="1844480" y="4004145"/>
                <a:chExt cx="1203959" cy="1086268"/>
              </a:xfrm>
            </p:grpSpPr>
            <p:sp>
              <p:nvSpPr>
                <p:cNvPr id="79" name="Rectangle 189">
                  <a:extLst>
                    <a:ext uri="{FF2B5EF4-FFF2-40B4-BE49-F238E27FC236}">
                      <a16:creationId xmlns:a16="http://schemas.microsoft.com/office/drawing/2014/main" id="{7E3AC5CA-C6FF-BCB8-0BD6-3CCEA9EA8E76}"/>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80" name="Graphique 190" descr="Utilisateurs avec un remplissage uni">
                  <a:extLst>
                    <a:ext uri="{FF2B5EF4-FFF2-40B4-BE49-F238E27FC236}">
                      <a16:creationId xmlns:a16="http://schemas.microsoft.com/office/drawing/2014/main" id="{8AC0E092-9D9F-F975-6CAA-3A72B547E873}"/>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2091386" y="4004145"/>
                  <a:ext cx="710146" cy="710146"/>
                </a:xfrm>
                <a:prstGeom prst="rect">
                  <a:avLst/>
                </a:prstGeom>
              </p:spPr>
            </p:pic>
          </p:grpSp>
          <p:grpSp>
            <p:nvGrpSpPr>
              <p:cNvPr id="59" name="Groupe 132">
                <a:extLst>
                  <a:ext uri="{FF2B5EF4-FFF2-40B4-BE49-F238E27FC236}">
                    <a16:creationId xmlns:a16="http://schemas.microsoft.com/office/drawing/2014/main" id="{78D258C7-35BD-8509-1A3B-09DC397C888A}"/>
                  </a:ext>
                </a:extLst>
              </p:cNvPr>
              <p:cNvGrpSpPr/>
              <p:nvPr/>
            </p:nvGrpSpPr>
            <p:grpSpPr>
              <a:xfrm>
                <a:off x="10348719" y="4140742"/>
                <a:ext cx="1203959" cy="1086268"/>
                <a:chOff x="1844480" y="4004145"/>
                <a:chExt cx="1203959" cy="1086268"/>
              </a:xfrm>
            </p:grpSpPr>
            <p:sp>
              <p:nvSpPr>
                <p:cNvPr id="77" name="Rectangle 187">
                  <a:extLst>
                    <a:ext uri="{FF2B5EF4-FFF2-40B4-BE49-F238E27FC236}">
                      <a16:creationId xmlns:a16="http://schemas.microsoft.com/office/drawing/2014/main" id="{D80BD476-9AF1-C8A8-14F8-8EE9CD63C6BC}"/>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78" name="Graphique 188" descr="Utilisateurs avec un remplissage uni">
                  <a:extLst>
                    <a:ext uri="{FF2B5EF4-FFF2-40B4-BE49-F238E27FC236}">
                      <a16:creationId xmlns:a16="http://schemas.microsoft.com/office/drawing/2014/main" id="{C6603226-90EA-9A4A-CDE7-B5D8FD55DB2E}"/>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2091386" y="4004145"/>
                  <a:ext cx="710146" cy="710146"/>
                </a:xfrm>
                <a:prstGeom prst="rect">
                  <a:avLst/>
                </a:prstGeom>
              </p:spPr>
            </p:pic>
          </p:grpSp>
          <p:pic>
            <p:nvPicPr>
              <p:cNvPr id="60" name="Graphique 185" descr="Utilisateur avec un remplissage uni">
                <a:extLst>
                  <a:ext uri="{FF2B5EF4-FFF2-40B4-BE49-F238E27FC236}">
                    <a16:creationId xmlns:a16="http://schemas.microsoft.com/office/drawing/2014/main" id="{F8FF99FD-30C1-CF12-7654-7DE7FF788845}"/>
                  </a:ext>
                </a:extLst>
              </p:cNvPr>
              <p:cNvPicPr>
                <a:picLocks noChangeAspect="1"/>
              </p:cNvPicPr>
              <p:nvPr/>
            </p:nvPicPr>
            <p:blipFill>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7451137" y="1940358"/>
                <a:ext cx="634194" cy="634194"/>
              </a:xfrm>
              <a:prstGeom prst="rect">
                <a:avLst/>
              </a:prstGeom>
            </p:spPr>
          </p:pic>
          <p:grpSp>
            <p:nvGrpSpPr>
              <p:cNvPr id="61" name="Groupe 134">
                <a:extLst>
                  <a:ext uri="{FF2B5EF4-FFF2-40B4-BE49-F238E27FC236}">
                    <a16:creationId xmlns:a16="http://schemas.microsoft.com/office/drawing/2014/main" id="{BF853D9E-32C0-CA29-41A0-61CA36B6DD6A}"/>
                  </a:ext>
                </a:extLst>
              </p:cNvPr>
              <p:cNvGrpSpPr/>
              <p:nvPr/>
            </p:nvGrpSpPr>
            <p:grpSpPr>
              <a:xfrm>
                <a:off x="10058713" y="1739195"/>
                <a:ext cx="1203959" cy="1086268"/>
                <a:chOff x="1844480" y="4004145"/>
                <a:chExt cx="1203959" cy="1086268"/>
              </a:xfrm>
            </p:grpSpPr>
            <p:sp>
              <p:nvSpPr>
                <p:cNvPr id="75" name="Rectangle 150">
                  <a:extLst>
                    <a:ext uri="{FF2B5EF4-FFF2-40B4-BE49-F238E27FC236}">
                      <a16:creationId xmlns:a16="http://schemas.microsoft.com/office/drawing/2014/main" id="{E7951357-2784-9D4C-B986-CAE00975A9A3}"/>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76" name="Graphique 151" descr="Utilisateurs avec un remplissage uni">
                  <a:extLst>
                    <a:ext uri="{FF2B5EF4-FFF2-40B4-BE49-F238E27FC236}">
                      <a16:creationId xmlns:a16="http://schemas.microsoft.com/office/drawing/2014/main" id="{F9965EDF-6EC9-EAF6-FBD7-56302C8D3688}"/>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2091386" y="4004145"/>
                  <a:ext cx="710146" cy="710146"/>
                </a:xfrm>
                <a:prstGeom prst="rect">
                  <a:avLst/>
                </a:prstGeom>
              </p:spPr>
            </p:pic>
          </p:grpSp>
          <p:pic>
            <p:nvPicPr>
              <p:cNvPr id="62" name="Graphique 148" descr="Utilisateur avec un remplissage uni">
                <a:extLst>
                  <a:ext uri="{FF2B5EF4-FFF2-40B4-BE49-F238E27FC236}">
                    <a16:creationId xmlns:a16="http://schemas.microsoft.com/office/drawing/2014/main" id="{65DEE276-5D4C-8B22-0EA1-B7350EE2607D}"/>
                  </a:ext>
                </a:extLst>
              </p:cNvPr>
              <p:cNvPicPr>
                <a:picLocks noChangeAspect="1"/>
              </p:cNvPicPr>
              <p:nvPr/>
            </p:nvPicPr>
            <p:blipFill>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10324912" y="3254927"/>
                <a:ext cx="634194" cy="634194"/>
              </a:xfrm>
              <a:prstGeom prst="rect">
                <a:avLst/>
              </a:prstGeom>
            </p:spPr>
          </p:pic>
          <p:sp>
            <p:nvSpPr>
              <p:cNvPr id="63" name="Flèche : droite 136">
                <a:extLst>
                  <a:ext uri="{FF2B5EF4-FFF2-40B4-BE49-F238E27FC236}">
                    <a16:creationId xmlns:a16="http://schemas.microsoft.com/office/drawing/2014/main" id="{D97947B1-5E74-6C21-D555-7C658D6879F7}"/>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4" name="Flèche : droite 137">
                <a:extLst>
                  <a:ext uri="{FF2B5EF4-FFF2-40B4-BE49-F238E27FC236}">
                    <a16:creationId xmlns:a16="http://schemas.microsoft.com/office/drawing/2014/main" id="{F80893CB-6CA2-3AFE-8CCC-B2E67670CC6E}"/>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5" name="Flèche : droite 138">
                <a:extLst>
                  <a:ext uri="{FF2B5EF4-FFF2-40B4-BE49-F238E27FC236}">
                    <a16:creationId xmlns:a16="http://schemas.microsoft.com/office/drawing/2014/main" id="{C6B38C8F-B507-A4A2-2CFC-B626D26212F4}"/>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6" name="Flèche : droite 139">
                <a:extLst>
                  <a:ext uri="{FF2B5EF4-FFF2-40B4-BE49-F238E27FC236}">
                    <a16:creationId xmlns:a16="http://schemas.microsoft.com/office/drawing/2014/main" id="{59D21F67-FE45-6D58-A167-1CE57B4E9F71}"/>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7" name="Flèche : droite 140">
                <a:extLst>
                  <a:ext uri="{FF2B5EF4-FFF2-40B4-BE49-F238E27FC236}">
                    <a16:creationId xmlns:a16="http://schemas.microsoft.com/office/drawing/2014/main" id="{522A4D3A-9AD5-CFC1-A830-7C9612E0E8B4}"/>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8" name="Flèche : droite 141">
                <a:extLst>
                  <a:ext uri="{FF2B5EF4-FFF2-40B4-BE49-F238E27FC236}">
                    <a16:creationId xmlns:a16="http://schemas.microsoft.com/office/drawing/2014/main" id="{F5FBD1B9-6E49-5454-3BA7-BC3A67DD63FE}"/>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9" name="Flèche : droite 142">
                <a:extLst>
                  <a:ext uri="{FF2B5EF4-FFF2-40B4-BE49-F238E27FC236}">
                    <a16:creationId xmlns:a16="http://schemas.microsoft.com/office/drawing/2014/main" id="{6B95A4AA-5577-AFDC-8BCF-A666E33CF2DC}"/>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70" name="Flèche : droite 143">
                <a:extLst>
                  <a:ext uri="{FF2B5EF4-FFF2-40B4-BE49-F238E27FC236}">
                    <a16:creationId xmlns:a16="http://schemas.microsoft.com/office/drawing/2014/main" id="{D19A6837-95F7-DBE1-3A34-011FAE6DE729}"/>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71" name="Flèche : droite 144">
                <a:extLst>
                  <a:ext uri="{FF2B5EF4-FFF2-40B4-BE49-F238E27FC236}">
                    <a16:creationId xmlns:a16="http://schemas.microsoft.com/office/drawing/2014/main" id="{F27ED784-7D8D-06A2-D8B2-2049D1E47AB1}"/>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72" name="Graphique 145" descr="Utilisateur avec un remplissage uni">
                <a:extLst>
                  <a:ext uri="{FF2B5EF4-FFF2-40B4-BE49-F238E27FC236}">
                    <a16:creationId xmlns:a16="http://schemas.microsoft.com/office/drawing/2014/main" id="{1B259A42-AFB6-CD8A-E8DA-71964DC443A7}"/>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9199066" y="3752255"/>
                <a:ext cx="410445" cy="410445"/>
              </a:xfrm>
              <a:prstGeom prst="rect">
                <a:avLst/>
              </a:prstGeom>
            </p:spPr>
          </p:pic>
          <p:pic>
            <p:nvPicPr>
              <p:cNvPr id="73" name="Graphique 146" descr="Utilisateur avec un remplissage uni">
                <a:extLst>
                  <a:ext uri="{FF2B5EF4-FFF2-40B4-BE49-F238E27FC236}">
                    <a16:creationId xmlns:a16="http://schemas.microsoft.com/office/drawing/2014/main" id="{B049423F-968B-E9AD-F7D3-F10D7DBC2B87}"/>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7997464" y="4944818"/>
                <a:ext cx="410445" cy="410445"/>
              </a:xfrm>
              <a:prstGeom prst="rect">
                <a:avLst/>
              </a:prstGeom>
            </p:spPr>
          </p:pic>
          <p:pic>
            <p:nvPicPr>
              <p:cNvPr id="74" name="Graphique 147" descr="Utilisateur avec un remplissage uni">
                <a:extLst>
                  <a:ext uri="{FF2B5EF4-FFF2-40B4-BE49-F238E27FC236}">
                    <a16:creationId xmlns:a16="http://schemas.microsoft.com/office/drawing/2014/main" id="{AFFE7B2C-8ABD-89B4-D9AF-F2835945D495}"/>
                  </a:ext>
                </a:extLst>
              </p:cNvPr>
              <p:cNvPicPr>
                <a:picLocks noChangeAspect="1"/>
              </p:cNvPicPr>
              <p:nvPr/>
            </p:nvPicPr>
            <p:blipFill>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10985327" y="2533953"/>
                <a:ext cx="410445" cy="410445"/>
              </a:xfrm>
              <a:prstGeom prst="rect">
                <a:avLst/>
              </a:prstGeom>
            </p:spPr>
          </p:pic>
        </p:grpSp>
        <p:grpSp>
          <p:nvGrpSpPr>
            <p:cNvPr id="21" name="Groupe 2">
              <a:extLst>
                <a:ext uri="{FF2B5EF4-FFF2-40B4-BE49-F238E27FC236}">
                  <a16:creationId xmlns:a16="http://schemas.microsoft.com/office/drawing/2014/main" id="{7F96A8D2-138A-001F-EE91-7B9306DE4307}"/>
                </a:ext>
              </a:extLst>
            </p:cNvPr>
            <p:cNvGrpSpPr/>
            <p:nvPr/>
          </p:nvGrpSpPr>
          <p:grpSpPr>
            <a:xfrm>
              <a:off x="9351431" y="3918129"/>
              <a:ext cx="1423632" cy="1509929"/>
              <a:chOff x="6900539" y="986484"/>
              <a:chExt cx="5204718" cy="5520217"/>
            </a:xfrm>
          </p:grpSpPr>
          <p:sp>
            <p:nvSpPr>
              <p:cNvPr id="23" name="Rectangle 186">
                <a:extLst>
                  <a:ext uri="{FF2B5EF4-FFF2-40B4-BE49-F238E27FC236}">
                    <a16:creationId xmlns:a16="http://schemas.microsoft.com/office/drawing/2014/main" id="{E15CD3D5-130C-36FD-107C-AB5787A569BF}"/>
                  </a:ext>
                </a:extLst>
              </p:cNvPr>
              <p:cNvSpPr/>
              <p:nvPr/>
            </p:nvSpPr>
            <p:spPr>
              <a:xfrm>
                <a:off x="8686430" y="604113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Root Motivation</a:t>
                </a:r>
              </a:p>
            </p:txBody>
          </p:sp>
          <p:sp>
            <p:nvSpPr>
              <p:cNvPr id="24" name="Rectangle 197">
                <a:extLst>
                  <a:ext uri="{FF2B5EF4-FFF2-40B4-BE49-F238E27FC236}">
                    <a16:creationId xmlns:a16="http://schemas.microsoft.com/office/drawing/2014/main" id="{AAEF99BD-27DC-0DA7-FAB9-CA6EB16092CC}"/>
                  </a:ext>
                </a:extLst>
              </p:cNvPr>
              <p:cNvSpPr/>
              <p:nvPr/>
            </p:nvSpPr>
            <p:spPr>
              <a:xfrm>
                <a:off x="7576723" y="532267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Concretization</a:t>
                </a:r>
              </a:p>
            </p:txBody>
          </p:sp>
          <p:sp>
            <p:nvSpPr>
              <p:cNvPr id="25" name="Rectangle 198">
                <a:extLst>
                  <a:ext uri="{FF2B5EF4-FFF2-40B4-BE49-F238E27FC236}">
                    <a16:creationId xmlns:a16="http://schemas.microsoft.com/office/drawing/2014/main" id="{69E76BE8-277A-83A9-3FFD-14ACFD8531C1}"/>
                  </a:ext>
                </a:extLst>
              </p:cNvPr>
              <p:cNvSpPr/>
              <p:nvPr/>
            </p:nvSpPr>
            <p:spPr>
              <a:xfrm>
                <a:off x="8840957" y="4255411"/>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Positive Consequence</a:t>
                </a:r>
              </a:p>
            </p:txBody>
          </p:sp>
          <p:sp>
            <p:nvSpPr>
              <p:cNvPr id="26" name="Rectangle 199">
                <a:extLst>
                  <a:ext uri="{FF2B5EF4-FFF2-40B4-BE49-F238E27FC236}">
                    <a16:creationId xmlns:a16="http://schemas.microsoft.com/office/drawing/2014/main" id="{29D156EA-79B1-01A7-D395-7EB40025D181}"/>
                  </a:ext>
                </a:extLst>
              </p:cNvPr>
              <p:cNvSpPr/>
              <p:nvPr/>
            </p:nvSpPr>
            <p:spPr>
              <a:xfrm>
                <a:off x="9103684" y="3585812"/>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sp>
            <p:nvSpPr>
              <p:cNvPr id="27" name="Rectangle 200">
                <a:extLst>
                  <a:ext uri="{FF2B5EF4-FFF2-40B4-BE49-F238E27FC236}">
                    <a16:creationId xmlns:a16="http://schemas.microsoft.com/office/drawing/2014/main" id="{2EF4006C-93D3-ADD5-535E-95A0044A1765}"/>
                  </a:ext>
                </a:extLst>
              </p:cNvPr>
              <p:cNvSpPr/>
              <p:nvPr/>
            </p:nvSpPr>
            <p:spPr>
              <a:xfrm>
                <a:off x="8995485" y="4898509"/>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Concretization</a:t>
                </a:r>
              </a:p>
            </p:txBody>
          </p:sp>
          <p:sp>
            <p:nvSpPr>
              <p:cNvPr id="28" name="Rectangle 201">
                <a:extLst>
                  <a:ext uri="{FF2B5EF4-FFF2-40B4-BE49-F238E27FC236}">
                    <a16:creationId xmlns:a16="http://schemas.microsoft.com/office/drawing/2014/main" id="{58AB1FAF-9482-59F9-FD0E-7804E6ACD96A}"/>
                  </a:ext>
                </a:extLst>
              </p:cNvPr>
              <p:cNvSpPr/>
              <p:nvPr/>
            </p:nvSpPr>
            <p:spPr>
              <a:xfrm>
                <a:off x="10354694" y="543415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Concretization</a:t>
                </a:r>
              </a:p>
            </p:txBody>
          </p:sp>
          <p:sp>
            <p:nvSpPr>
              <p:cNvPr id="29" name="Rectangle 202">
                <a:extLst>
                  <a:ext uri="{FF2B5EF4-FFF2-40B4-BE49-F238E27FC236}">
                    <a16:creationId xmlns:a16="http://schemas.microsoft.com/office/drawing/2014/main" id="{7B84E1C9-4895-C975-6D35-3FE97E1BE6FD}"/>
                  </a:ext>
                </a:extLst>
              </p:cNvPr>
              <p:cNvSpPr/>
              <p:nvPr/>
            </p:nvSpPr>
            <p:spPr>
              <a:xfrm>
                <a:off x="10077075" y="288412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Concretization</a:t>
                </a:r>
              </a:p>
            </p:txBody>
          </p:sp>
          <p:sp>
            <p:nvSpPr>
              <p:cNvPr id="30" name="Rectangle 203">
                <a:extLst>
                  <a:ext uri="{FF2B5EF4-FFF2-40B4-BE49-F238E27FC236}">
                    <a16:creationId xmlns:a16="http://schemas.microsoft.com/office/drawing/2014/main" id="{143B90FE-867C-6C4B-BAE0-A80A548FA53D}"/>
                  </a:ext>
                </a:extLst>
              </p:cNvPr>
              <p:cNvSpPr/>
              <p:nvPr/>
            </p:nvSpPr>
            <p:spPr>
              <a:xfrm>
                <a:off x="10186758" y="2235049"/>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sp>
            <p:nvSpPr>
              <p:cNvPr id="31" name="Rectangle 204">
                <a:extLst>
                  <a:ext uri="{FF2B5EF4-FFF2-40B4-BE49-F238E27FC236}">
                    <a16:creationId xmlns:a16="http://schemas.microsoft.com/office/drawing/2014/main" id="{43E9E799-E68C-96AA-B126-593FAAC29030}"/>
                  </a:ext>
                </a:extLst>
              </p:cNvPr>
              <p:cNvSpPr/>
              <p:nvPr/>
            </p:nvSpPr>
            <p:spPr>
              <a:xfrm>
                <a:off x="8532365" y="291343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Concretization</a:t>
                </a:r>
              </a:p>
            </p:txBody>
          </p:sp>
          <p:sp>
            <p:nvSpPr>
              <p:cNvPr id="32" name="Rectangle 205">
                <a:extLst>
                  <a:ext uri="{FF2B5EF4-FFF2-40B4-BE49-F238E27FC236}">
                    <a16:creationId xmlns:a16="http://schemas.microsoft.com/office/drawing/2014/main" id="{2A00F674-393E-07CD-5B5C-B368AE94E271}"/>
                  </a:ext>
                </a:extLst>
              </p:cNvPr>
              <p:cNvSpPr/>
              <p:nvPr/>
            </p:nvSpPr>
            <p:spPr>
              <a:xfrm>
                <a:off x="7549346" y="234968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Positive Consequence</a:t>
                </a:r>
              </a:p>
            </p:txBody>
          </p:sp>
          <p:sp>
            <p:nvSpPr>
              <p:cNvPr id="33" name="Rectangle 206">
                <a:extLst>
                  <a:ext uri="{FF2B5EF4-FFF2-40B4-BE49-F238E27FC236}">
                    <a16:creationId xmlns:a16="http://schemas.microsoft.com/office/drawing/2014/main" id="{E284691F-6B10-38CD-C1AA-FC3A6A34E861}"/>
                  </a:ext>
                </a:extLst>
              </p:cNvPr>
              <p:cNvSpPr/>
              <p:nvPr/>
            </p:nvSpPr>
            <p:spPr>
              <a:xfrm>
                <a:off x="6993202" y="1730083"/>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Positive Consequence</a:t>
                </a:r>
              </a:p>
            </p:txBody>
          </p:sp>
          <p:sp>
            <p:nvSpPr>
              <p:cNvPr id="34" name="Rectangle 207">
                <a:extLst>
                  <a:ext uri="{FF2B5EF4-FFF2-40B4-BE49-F238E27FC236}">
                    <a16:creationId xmlns:a16="http://schemas.microsoft.com/office/drawing/2014/main" id="{F2905034-360C-3276-3C22-6B94E0ED4D8C}"/>
                  </a:ext>
                </a:extLst>
              </p:cNvPr>
              <p:cNvSpPr/>
              <p:nvPr/>
            </p:nvSpPr>
            <p:spPr>
              <a:xfrm>
                <a:off x="6900539" y="986484"/>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sp>
            <p:nvSpPr>
              <p:cNvPr id="35" name="Rectangle 208">
                <a:extLst>
                  <a:ext uri="{FF2B5EF4-FFF2-40B4-BE49-F238E27FC236}">
                    <a16:creationId xmlns:a16="http://schemas.microsoft.com/office/drawing/2014/main" id="{BE9534BA-25FB-5128-B9C2-E6DA7CD7DE77}"/>
                  </a:ext>
                </a:extLst>
              </p:cNvPr>
              <p:cNvSpPr/>
              <p:nvPr/>
            </p:nvSpPr>
            <p:spPr>
              <a:xfrm>
                <a:off x="10938215" y="4665724"/>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Positive Consequence</a:t>
                </a:r>
              </a:p>
            </p:txBody>
          </p:sp>
          <p:cxnSp>
            <p:nvCxnSpPr>
              <p:cNvPr id="36" name="Connecteur droit avec flèche 209">
                <a:extLst>
                  <a:ext uri="{FF2B5EF4-FFF2-40B4-BE49-F238E27FC236}">
                    <a16:creationId xmlns:a16="http://schemas.microsoft.com/office/drawing/2014/main" id="{3C37CDBD-8D46-1CB9-74C5-E08786649472}"/>
                  </a:ext>
                </a:extLst>
              </p:cNvPr>
              <p:cNvCxnSpPr>
                <a:cxnSpLocks/>
                <a:endCxn id="25" idx="2"/>
              </p:cNvCxnSpPr>
              <p:nvPr/>
            </p:nvCxnSpPr>
            <p:spPr>
              <a:xfrm flipH="1" flipV="1">
                <a:off x="9424478" y="4720981"/>
                <a:ext cx="85452" cy="200546"/>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7" name="Connecteur droit avec flèche 210">
                <a:extLst>
                  <a:ext uri="{FF2B5EF4-FFF2-40B4-BE49-F238E27FC236}">
                    <a16:creationId xmlns:a16="http://schemas.microsoft.com/office/drawing/2014/main" id="{16FB4F05-12DA-551E-47B9-0F3BE3F367B3}"/>
                  </a:ext>
                </a:extLst>
              </p:cNvPr>
              <p:cNvCxnSpPr>
                <a:cxnSpLocks/>
                <a:stCxn id="23" idx="0"/>
              </p:cNvCxnSpPr>
              <p:nvPr/>
            </p:nvCxnSpPr>
            <p:spPr>
              <a:xfrm flipH="1" flipV="1">
                <a:off x="8224420" y="5814414"/>
                <a:ext cx="1045531" cy="2267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211">
                <a:extLst>
                  <a:ext uri="{FF2B5EF4-FFF2-40B4-BE49-F238E27FC236}">
                    <a16:creationId xmlns:a16="http://schemas.microsoft.com/office/drawing/2014/main" id="{711DA04C-E627-8EF8-512D-59D5338F3078}"/>
                  </a:ext>
                </a:extLst>
              </p:cNvPr>
              <p:cNvCxnSpPr>
                <a:cxnSpLocks/>
                <a:stCxn id="23" idx="0"/>
                <a:endCxn id="27" idx="2"/>
              </p:cNvCxnSpPr>
              <p:nvPr/>
            </p:nvCxnSpPr>
            <p:spPr>
              <a:xfrm flipV="1">
                <a:off x="9269951" y="5364079"/>
                <a:ext cx="309055" cy="67705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9" name="Connecteur droit avec flèche 212">
                <a:extLst>
                  <a:ext uri="{FF2B5EF4-FFF2-40B4-BE49-F238E27FC236}">
                    <a16:creationId xmlns:a16="http://schemas.microsoft.com/office/drawing/2014/main" id="{049D74A2-34B2-1342-CC94-C61C40909A0E}"/>
                  </a:ext>
                </a:extLst>
              </p:cNvPr>
              <p:cNvCxnSpPr>
                <a:cxnSpLocks/>
                <a:stCxn id="23" idx="0"/>
                <a:endCxn id="28" idx="1"/>
              </p:cNvCxnSpPr>
              <p:nvPr/>
            </p:nvCxnSpPr>
            <p:spPr>
              <a:xfrm flipV="1">
                <a:off x="9269951" y="5666937"/>
                <a:ext cx="1084743" cy="374194"/>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0" name="Connecteur droit avec flèche 213">
                <a:extLst>
                  <a:ext uri="{FF2B5EF4-FFF2-40B4-BE49-F238E27FC236}">
                    <a16:creationId xmlns:a16="http://schemas.microsoft.com/office/drawing/2014/main" id="{83381481-EF81-FD8D-7B70-F3ABB922B303}"/>
                  </a:ext>
                </a:extLst>
              </p:cNvPr>
              <p:cNvCxnSpPr>
                <a:cxnSpLocks/>
                <a:stCxn id="28" idx="0"/>
                <a:endCxn id="35" idx="2"/>
              </p:cNvCxnSpPr>
              <p:nvPr/>
            </p:nvCxnSpPr>
            <p:spPr>
              <a:xfrm flipV="1">
                <a:off x="10938215" y="5131294"/>
                <a:ext cx="583521" cy="302858"/>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214">
                <a:extLst>
                  <a:ext uri="{FF2B5EF4-FFF2-40B4-BE49-F238E27FC236}">
                    <a16:creationId xmlns:a16="http://schemas.microsoft.com/office/drawing/2014/main" id="{139FB840-E622-A927-B05A-0C25F7117E56}"/>
                  </a:ext>
                </a:extLst>
              </p:cNvPr>
              <p:cNvCxnSpPr>
                <a:cxnSpLocks/>
                <a:stCxn id="25" idx="0"/>
                <a:endCxn id="26" idx="2"/>
              </p:cNvCxnSpPr>
              <p:nvPr/>
            </p:nvCxnSpPr>
            <p:spPr>
              <a:xfrm flipV="1">
                <a:off x="9424478" y="4051382"/>
                <a:ext cx="262727" cy="204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2" name="Connecteur droit avec flèche 215">
                <a:extLst>
                  <a:ext uri="{FF2B5EF4-FFF2-40B4-BE49-F238E27FC236}">
                    <a16:creationId xmlns:a16="http://schemas.microsoft.com/office/drawing/2014/main" id="{A94F91F2-2890-87E7-D8C3-E81230B7F854}"/>
                  </a:ext>
                </a:extLst>
              </p:cNvPr>
              <p:cNvCxnSpPr>
                <a:cxnSpLocks/>
                <a:stCxn id="26" idx="0"/>
                <a:endCxn id="29" idx="2"/>
              </p:cNvCxnSpPr>
              <p:nvPr/>
            </p:nvCxnSpPr>
            <p:spPr>
              <a:xfrm flipV="1">
                <a:off x="9687205" y="3349692"/>
                <a:ext cx="973391" cy="2361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3" name="Connecteur droit avec flèche 216">
                <a:extLst>
                  <a:ext uri="{FF2B5EF4-FFF2-40B4-BE49-F238E27FC236}">
                    <a16:creationId xmlns:a16="http://schemas.microsoft.com/office/drawing/2014/main" id="{2FB9FBB2-2D5A-FF0C-5DB8-4CB0CB12CA01}"/>
                  </a:ext>
                </a:extLst>
              </p:cNvPr>
              <p:cNvCxnSpPr>
                <a:cxnSpLocks/>
                <a:stCxn id="29" idx="0"/>
                <a:endCxn id="30" idx="2"/>
              </p:cNvCxnSpPr>
              <p:nvPr/>
            </p:nvCxnSpPr>
            <p:spPr>
              <a:xfrm flipV="1">
                <a:off x="10660596" y="2700619"/>
                <a:ext cx="109683" cy="18350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217">
                <a:extLst>
                  <a:ext uri="{FF2B5EF4-FFF2-40B4-BE49-F238E27FC236}">
                    <a16:creationId xmlns:a16="http://schemas.microsoft.com/office/drawing/2014/main" id="{3ED4AA10-8330-3920-E745-2C4E011EDB8D}"/>
                  </a:ext>
                </a:extLst>
              </p:cNvPr>
              <p:cNvCxnSpPr>
                <a:cxnSpLocks/>
                <a:stCxn id="30" idx="0"/>
                <a:endCxn id="53" idx="2"/>
              </p:cNvCxnSpPr>
              <p:nvPr/>
            </p:nvCxnSpPr>
            <p:spPr>
              <a:xfrm flipV="1">
                <a:off x="10770279" y="2020186"/>
                <a:ext cx="215422" cy="21486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5" name="Connecteur droit avec flèche 218">
                <a:extLst>
                  <a:ext uri="{FF2B5EF4-FFF2-40B4-BE49-F238E27FC236}">
                    <a16:creationId xmlns:a16="http://schemas.microsoft.com/office/drawing/2014/main" id="{F9CFCC97-CD87-06DD-C8E0-620783EED9DA}"/>
                  </a:ext>
                </a:extLst>
              </p:cNvPr>
              <p:cNvCxnSpPr>
                <a:cxnSpLocks/>
                <a:stCxn id="26" idx="0"/>
                <a:endCxn id="31" idx="2"/>
              </p:cNvCxnSpPr>
              <p:nvPr/>
            </p:nvCxnSpPr>
            <p:spPr>
              <a:xfrm flipH="1" flipV="1">
                <a:off x="9115886" y="3379002"/>
                <a:ext cx="571319" cy="20681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6" name="Connecteur droit avec flèche 219">
                <a:extLst>
                  <a:ext uri="{FF2B5EF4-FFF2-40B4-BE49-F238E27FC236}">
                    <a16:creationId xmlns:a16="http://schemas.microsoft.com/office/drawing/2014/main" id="{CBEB98C7-4601-A493-14F1-A271C932B2B3}"/>
                  </a:ext>
                </a:extLst>
              </p:cNvPr>
              <p:cNvCxnSpPr>
                <a:cxnSpLocks/>
                <a:stCxn id="31" idx="0"/>
                <a:endCxn id="32" idx="2"/>
              </p:cNvCxnSpPr>
              <p:nvPr/>
            </p:nvCxnSpPr>
            <p:spPr>
              <a:xfrm flipH="1" flipV="1">
                <a:off x="8132867" y="2815255"/>
                <a:ext cx="983019" cy="9817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7" name="Connecteur droit avec flèche 220">
                <a:extLst>
                  <a:ext uri="{FF2B5EF4-FFF2-40B4-BE49-F238E27FC236}">
                    <a16:creationId xmlns:a16="http://schemas.microsoft.com/office/drawing/2014/main" id="{7AFE7F43-732D-390C-2A59-3C912EF27F88}"/>
                  </a:ext>
                </a:extLst>
              </p:cNvPr>
              <p:cNvCxnSpPr>
                <a:cxnSpLocks/>
                <a:stCxn id="32" idx="0"/>
                <a:endCxn id="33" idx="2"/>
              </p:cNvCxnSpPr>
              <p:nvPr/>
            </p:nvCxnSpPr>
            <p:spPr>
              <a:xfrm flipH="1" flipV="1">
                <a:off x="7576723" y="2195653"/>
                <a:ext cx="556144" cy="15403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221">
                <a:extLst>
                  <a:ext uri="{FF2B5EF4-FFF2-40B4-BE49-F238E27FC236}">
                    <a16:creationId xmlns:a16="http://schemas.microsoft.com/office/drawing/2014/main" id="{F00E1BE4-C1D8-2545-FFC7-4594B36FF04D}"/>
                  </a:ext>
                </a:extLst>
              </p:cNvPr>
              <p:cNvCxnSpPr>
                <a:cxnSpLocks/>
                <a:stCxn id="33" idx="0"/>
                <a:endCxn id="34" idx="2"/>
              </p:cNvCxnSpPr>
              <p:nvPr/>
            </p:nvCxnSpPr>
            <p:spPr>
              <a:xfrm flipH="1" flipV="1">
                <a:off x="7484060" y="1452054"/>
                <a:ext cx="92663" cy="278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49" name="Rectangle 222">
                <a:extLst>
                  <a:ext uri="{FF2B5EF4-FFF2-40B4-BE49-F238E27FC236}">
                    <a16:creationId xmlns:a16="http://schemas.microsoft.com/office/drawing/2014/main" id="{E91540D4-EF0F-595D-4B9B-22D53A9F9F0A}"/>
                  </a:ext>
                </a:extLst>
              </p:cNvPr>
              <p:cNvSpPr/>
              <p:nvPr/>
            </p:nvSpPr>
            <p:spPr>
              <a:xfrm>
                <a:off x="8840957" y="207634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Positive Consequence</a:t>
                </a:r>
              </a:p>
            </p:txBody>
          </p:sp>
          <p:cxnSp>
            <p:nvCxnSpPr>
              <p:cNvPr id="50" name="Connecteur droit avec flèche 223">
                <a:extLst>
                  <a:ext uri="{FF2B5EF4-FFF2-40B4-BE49-F238E27FC236}">
                    <a16:creationId xmlns:a16="http://schemas.microsoft.com/office/drawing/2014/main" id="{CE76E052-650D-69C3-79E1-2D5FE769F96C}"/>
                  </a:ext>
                </a:extLst>
              </p:cNvPr>
              <p:cNvCxnSpPr>
                <a:cxnSpLocks/>
                <a:stCxn id="31" idx="0"/>
                <a:endCxn id="49" idx="2"/>
              </p:cNvCxnSpPr>
              <p:nvPr/>
            </p:nvCxnSpPr>
            <p:spPr>
              <a:xfrm flipV="1">
                <a:off x="9115886" y="2541915"/>
                <a:ext cx="308592" cy="3715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51" name="Rectangle 224">
                <a:extLst>
                  <a:ext uri="{FF2B5EF4-FFF2-40B4-BE49-F238E27FC236}">
                    <a16:creationId xmlns:a16="http://schemas.microsoft.com/office/drawing/2014/main" id="{34079C5A-0B09-1B41-CE48-10687CEAB109}"/>
                  </a:ext>
                </a:extLst>
              </p:cNvPr>
              <p:cNvSpPr/>
              <p:nvPr/>
            </p:nvSpPr>
            <p:spPr>
              <a:xfrm>
                <a:off x="7517445" y="358442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cxnSp>
            <p:nvCxnSpPr>
              <p:cNvPr id="52" name="Connecteur droit avec flèche 225">
                <a:extLst>
                  <a:ext uri="{FF2B5EF4-FFF2-40B4-BE49-F238E27FC236}">
                    <a16:creationId xmlns:a16="http://schemas.microsoft.com/office/drawing/2014/main" id="{3ACE002B-FAC1-FDBE-CD8E-4E77E57B7A4C}"/>
                  </a:ext>
                </a:extLst>
              </p:cNvPr>
              <p:cNvCxnSpPr>
                <a:cxnSpLocks/>
                <a:stCxn id="25" idx="0"/>
                <a:endCxn id="51" idx="2"/>
              </p:cNvCxnSpPr>
              <p:nvPr/>
            </p:nvCxnSpPr>
            <p:spPr>
              <a:xfrm flipH="1" flipV="1">
                <a:off x="8100966" y="4049991"/>
                <a:ext cx="1323512" cy="2054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53" name="Rectangle 226">
                <a:extLst>
                  <a:ext uri="{FF2B5EF4-FFF2-40B4-BE49-F238E27FC236}">
                    <a16:creationId xmlns:a16="http://schemas.microsoft.com/office/drawing/2014/main" id="{FF189B93-2546-BC35-66CA-27CE235F8121}"/>
                  </a:ext>
                </a:extLst>
              </p:cNvPr>
              <p:cNvSpPr/>
              <p:nvPr/>
            </p:nvSpPr>
            <p:spPr>
              <a:xfrm>
                <a:off x="10402180" y="1554616"/>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Concretization</a:t>
                </a:r>
              </a:p>
            </p:txBody>
          </p:sp>
        </p:grpSp>
        <p:pic>
          <p:nvPicPr>
            <p:cNvPr id="22" name="Graphique 227" descr="Poumons avec un remplissage uni">
              <a:extLst>
                <a:ext uri="{FF2B5EF4-FFF2-40B4-BE49-F238E27FC236}">
                  <a16:creationId xmlns:a16="http://schemas.microsoft.com/office/drawing/2014/main" id="{694F4AF3-2F6C-C649-1A21-904E7501F7B3}"/>
                </a:ext>
              </a:extLst>
            </p:cNvPr>
            <p:cNvPicPr>
              <a:picLocks noChangeAspect="1"/>
            </p:cNvPicPr>
            <p:nvPr/>
          </p:nvPicPr>
          <p:blipFill rotWithShape="1">
            <a:blip r:embed="rId26" cstate="screen">
              <a:extLst>
                <a:ext uri="{28A0092B-C50C-407E-A947-70E740481C1C}">
                  <a14:useLocalDpi xmlns:a14="http://schemas.microsoft.com/office/drawing/2010/main"/>
                </a:ext>
                <a:ext uri="{96DAC541-7B7A-43D3-8B79-37D633B846F1}">
                  <asvg:svgBlip xmlns:asvg="http://schemas.microsoft.com/office/drawing/2016/SVG/main" r:embed="rId27"/>
                </a:ext>
              </a:extLst>
            </a:blip>
            <a:srcRect t="16884"/>
            <a:stretch/>
          </p:blipFill>
          <p:spPr>
            <a:xfrm>
              <a:off x="6001627" y="3514405"/>
              <a:ext cx="730448" cy="607118"/>
            </a:xfrm>
            <a:prstGeom prst="rect">
              <a:avLst/>
            </a:prstGeom>
          </p:spPr>
        </p:pic>
      </p:grpSp>
      <p:sp>
        <p:nvSpPr>
          <p:cNvPr id="196" name="Rectangle 3">
            <a:extLst>
              <a:ext uri="{FF2B5EF4-FFF2-40B4-BE49-F238E27FC236}">
                <a16:creationId xmlns:a16="http://schemas.microsoft.com/office/drawing/2014/main" id="{B802B026-D9C1-5588-6AC9-3F5B099FC871}"/>
              </a:ext>
            </a:extLst>
          </p:cNvPr>
          <p:cNvSpPr/>
          <p:nvPr/>
        </p:nvSpPr>
        <p:spPr>
          <a:xfrm>
            <a:off x="491924" y="4796772"/>
            <a:ext cx="2927969" cy="1184436"/>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1</a:t>
            </a:r>
          </a:p>
          <a:p>
            <a:pPr algn="ctr"/>
            <a:r>
              <a:rPr lang="en-US" sz="1400" dirty="0">
                <a:solidFill>
                  <a:schemeClr val="bg1"/>
                </a:solidFill>
              </a:rPr>
              <a:t>A newcomer arrives in the project / product team, he/she needs to better understand the environment he/she has just integrated</a:t>
            </a:r>
          </a:p>
        </p:txBody>
      </p:sp>
      <p:sp>
        <p:nvSpPr>
          <p:cNvPr id="2" name="Rectangle 3">
            <a:extLst>
              <a:ext uri="{FF2B5EF4-FFF2-40B4-BE49-F238E27FC236}">
                <a16:creationId xmlns:a16="http://schemas.microsoft.com/office/drawing/2014/main" id="{56AE752B-2981-590A-A16B-0F8BED422510}"/>
              </a:ext>
            </a:extLst>
          </p:cNvPr>
          <p:cNvSpPr/>
          <p:nvPr/>
        </p:nvSpPr>
        <p:spPr>
          <a:xfrm>
            <a:off x="4689522" y="4778945"/>
            <a:ext cx="2927969" cy="1184436"/>
          </a:xfrm>
          <a:prstGeom prst="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2</a:t>
            </a:r>
          </a:p>
          <a:p>
            <a:pPr algn="ctr"/>
            <a:r>
              <a:rPr lang="en-US" sz="1400" dirty="0">
                <a:solidFill>
                  <a:schemeClr val="bg1"/>
                </a:solidFill>
              </a:rPr>
              <a:t>Project Leader uses 6 Whys Canvases to explain the various aspects of Project / Product purpose, instead of flat presentation</a:t>
            </a:r>
          </a:p>
        </p:txBody>
      </p:sp>
      <p:pic>
        <p:nvPicPr>
          <p:cNvPr id="3" name="Graphique 23" descr="Femme avec bras prothétique">
            <a:extLst>
              <a:ext uri="{FF2B5EF4-FFF2-40B4-BE49-F238E27FC236}">
                <a16:creationId xmlns:a16="http://schemas.microsoft.com/office/drawing/2014/main" id="{3B8FEA1A-64B7-F222-33EB-6E5A36434C92}"/>
              </a:ext>
            </a:extLst>
          </p:cNvPr>
          <p:cNvPicPr>
            <a:picLocks noChangeAspect="1"/>
          </p:cNvPicPr>
          <p:nvPr/>
        </p:nvPicPr>
        <p:blipFill>
          <a:blip r:embed="rId28">
            <a:extLst>
              <a:ext uri="{28A0092B-C50C-407E-A947-70E740481C1C}">
                <a14:useLocalDpi xmlns:a14="http://schemas.microsoft.com/office/drawing/2010/main"/>
              </a:ext>
              <a:ext uri="{96DAC541-7B7A-43D3-8B79-37D633B846F1}">
                <asvg:svgBlip xmlns:asvg="http://schemas.microsoft.com/office/drawing/2016/SVG/main" r:embed="rId29"/>
              </a:ext>
            </a:extLst>
          </a:blip>
          <a:stretch>
            <a:fillRect/>
          </a:stretch>
        </p:blipFill>
        <p:spPr>
          <a:xfrm flipH="1">
            <a:off x="6258884" y="3562228"/>
            <a:ext cx="1094006" cy="1184436"/>
          </a:xfrm>
          <a:prstGeom prst="rect">
            <a:avLst/>
          </a:prstGeom>
        </p:spPr>
      </p:pic>
      <p:pic>
        <p:nvPicPr>
          <p:cNvPr id="7" name="Elemento grafico 6" descr="Donna che regge un laptop">
            <a:extLst>
              <a:ext uri="{FF2B5EF4-FFF2-40B4-BE49-F238E27FC236}">
                <a16:creationId xmlns:a16="http://schemas.microsoft.com/office/drawing/2014/main" id="{C18FC892-D06E-0B91-FEBE-FE5521964D7F}"/>
              </a:ext>
            </a:extLst>
          </p:cNvPr>
          <p:cNvPicPr>
            <a:picLocks noChangeAspect="1"/>
          </p:cNvPicPr>
          <p:nvPr/>
        </p:nvPicPr>
        <p:blipFill>
          <a:blip r:embed="rId30">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1165448" y="3008692"/>
            <a:ext cx="1781175" cy="1809750"/>
          </a:xfrm>
          <a:prstGeom prst="rect">
            <a:avLst/>
          </a:prstGeom>
        </p:spPr>
      </p:pic>
    </p:spTree>
    <p:extLst>
      <p:ext uri="{BB962C8B-B14F-4D97-AF65-F5344CB8AC3E}">
        <p14:creationId xmlns:p14="http://schemas.microsoft.com/office/powerpoint/2010/main" val="13469722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E53F30-6E31-2C8B-22D8-53E2835AD693}"/>
              </a:ext>
            </a:extLst>
          </p:cNvPr>
          <p:cNvSpPr>
            <a:spLocks noGrp="1"/>
          </p:cNvSpPr>
          <p:nvPr>
            <p:ph type="title"/>
          </p:nvPr>
        </p:nvSpPr>
        <p:spPr/>
        <p:txBody>
          <a:bodyPr/>
          <a:lstStyle/>
          <a:p>
            <a:r>
              <a:rPr lang="en-US" dirty="0"/>
              <a:t>Operational situations that can lead to using the 6 WHYS</a:t>
            </a:r>
          </a:p>
        </p:txBody>
      </p:sp>
      <p:sp>
        <p:nvSpPr>
          <p:cNvPr id="4" name="Rectangle 3">
            <a:extLst>
              <a:ext uri="{FF2B5EF4-FFF2-40B4-BE49-F238E27FC236}">
                <a16:creationId xmlns:a16="http://schemas.microsoft.com/office/drawing/2014/main" id="{B223EC42-8C97-A462-2ADB-A65A7489F8C3}"/>
              </a:ext>
            </a:extLst>
          </p:cNvPr>
          <p:cNvSpPr/>
          <p:nvPr/>
        </p:nvSpPr>
        <p:spPr>
          <a:xfrm>
            <a:off x="1672124" y="2342526"/>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Lack of concrete storytelling around a Project / Product</a:t>
            </a:r>
          </a:p>
        </p:txBody>
      </p:sp>
      <p:sp>
        <p:nvSpPr>
          <p:cNvPr id="5" name="Rectangle 3">
            <a:extLst>
              <a:ext uri="{FF2B5EF4-FFF2-40B4-BE49-F238E27FC236}">
                <a16:creationId xmlns:a16="http://schemas.microsoft.com/office/drawing/2014/main" id="{77DF738C-E369-FF94-B1C7-BF06AA28B0C7}"/>
              </a:ext>
            </a:extLst>
          </p:cNvPr>
          <p:cNvSpPr/>
          <p:nvPr/>
        </p:nvSpPr>
        <p:spPr>
          <a:xfrm>
            <a:off x="1255077" y="3642385"/>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No common version for a vision among members of a Project / Product teams</a:t>
            </a:r>
          </a:p>
        </p:txBody>
      </p:sp>
      <p:sp>
        <p:nvSpPr>
          <p:cNvPr id="6" name="Rectangle 3">
            <a:extLst>
              <a:ext uri="{FF2B5EF4-FFF2-40B4-BE49-F238E27FC236}">
                <a16:creationId xmlns:a16="http://schemas.microsoft.com/office/drawing/2014/main" id="{7D8E76D7-CAD1-E6FD-B53C-FA166BBB9FEC}"/>
              </a:ext>
            </a:extLst>
          </p:cNvPr>
          <p:cNvSpPr/>
          <p:nvPr/>
        </p:nvSpPr>
        <p:spPr>
          <a:xfrm>
            <a:off x="1672124" y="4942244"/>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No easy way to discuss about the goal without strong digressions</a:t>
            </a:r>
          </a:p>
        </p:txBody>
      </p:sp>
      <p:grpSp>
        <p:nvGrpSpPr>
          <p:cNvPr id="10" name="Groupe 5">
            <a:extLst>
              <a:ext uri="{FF2B5EF4-FFF2-40B4-BE49-F238E27FC236}">
                <a16:creationId xmlns:a16="http://schemas.microsoft.com/office/drawing/2014/main" id="{D6AD1152-317B-F620-B9D5-ACD2CDD0D710}"/>
              </a:ext>
            </a:extLst>
          </p:cNvPr>
          <p:cNvGrpSpPr/>
          <p:nvPr/>
        </p:nvGrpSpPr>
        <p:grpSpPr>
          <a:xfrm>
            <a:off x="5997148" y="2495302"/>
            <a:ext cx="5589097" cy="2616078"/>
            <a:chOff x="463550" y="1420160"/>
            <a:chExt cx="11264900" cy="5272740"/>
          </a:xfrm>
        </p:grpSpPr>
        <p:sp>
          <p:nvSpPr>
            <p:cNvPr id="11" name="Trapèze 6">
              <a:extLst>
                <a:ext uri="{FF2B5EF4-FFF2-40B4-BE49-F238E27FC236}">
                  <a16:creationId xmlns:a16="http://schemas.microsoft.com/office/drawing/2014/main" id="{E077BCF0-D570-FCA5-A5AD-CCE12403CFBB}"/>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a:t>CAUSE</a:t>
              </a:r>
            </a:p>
          </p:txBody>
        </p:sp>
        <p:sp>
          <p:nvSpPr>
            <p:cNvPr id="12" name="Triangle isocèle 7">
              <a:extLst>
                <a:ext uri="{FF2B5EF4-FFF2-40B4-BE49-F238E27FC236}">
                  <a16:creationId xmlns:a16="http://schemas.microsoft.com/office/drawing/2014/main" id="{E9984EBB-7F63-0F18-6AC8-2A6C23A33CE2}"/>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GREAT GOAL</a:t>
              </a:r>
            </a:p>
            <a:p>
              <a:pPr algn="ctr"/>
              <a:endParaRPr lang="en-US" sz="1100"/>
            </a:p>
          </p:txBody>
        </p:sp>
        <p:grpSp>
          <p:nvGrpSpPr>
            <p:cNvPr id="13" name="Groupe 8">
              <a:extLst>
                <a:ext uri="{FF2B5EF4-FFF2-40B4-BE49-F238E27FC236}">
                  <a16:creationId xmlns:a16="http://schemas.microsoft.com/office/drawing/2014/main" id="{29E434F5-278E-9E9D-DA52-20C521831E64}"/>
                </a:ext>
              </a:extLst>
            </p:cNvPr>
            <p:cNvGrpSpPr/>
            <p:nvPr/>
          </p:nvGrpSpPr>
          <p:grpSpPr>
            <a:xfrm>
              <a:off x="1527175" y="3040767"/>
              <a:ext cx="9137650" cy="1969383"/>
              <a:chOff x="1644650" y="3040767"/>
              <a:chExt cx="9137650" cy="1907219"/>
            </a:xfrm>
          </p:grpSpPr>
          <p:sp>
            <p:nvSpPr>
              <p:cNvPr id="16" name="Trapèze 11">
                <a:extLst>
                  <a:ext uri="{FF2B5EF4-FFF2-40B4-BE49-F238E27FC236}">
                    <a16:creationId xmlns:a16="http://schemas.microsoft.com/office/drawing/2014/main" id="{B19EDD7C-4106-E1D6-BDBC-B44C1D3F19E4}"/>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900" b="1"/>
                  <a:t>BAD MEMORIES</a:t>
                </a:r>
                <a:endParaRPr lang="en-US" sz="900"/>
              </a:p>
            </p:txBody>
          </p:sp>
          <p:sp>
            <p:nvSpPr>
              <p:cNvPr id="17" name="Trapèze 12">
                <a:extLst>
                  <a:ext uri="{FF2B5EF4-FFF2-40B4-BE49-F238E27FC236}">
                    <a16:creationId xmlns:a16="http://schemas.microsoft.com/office/drawing/2014/main" id="{C5BF0917-F31A-239E-E46E-EBA129A34D04}"/>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900" b="1" dirty="0"/>
                  <a:t>WRONG FICTIVE STORIES - RISKS</a:t>
                </a:r>
              </a:p>
            </p:txBody>
          </p:sp>
          <p:sp>
            <p:nvSpPr>
              <p:cNvPr id="18" name="Trapèze 13">
                <a:extLst>
                  <a:ext uri="{FF2B5EF4-FFF2-40B4-BE49-F238E27FC236}">
                    <a16:creationId xmlns:a16="http://schemas.microsoft.com/office/drawing/2014/main" id="{E3D39A8D-FE26-8552-3885-2D627553CA5B}"/>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900" b="1"/>
                  <a:t>GOOD MEMORIES</a:t>
                </a:r>
                <a:endParaRPr lang="en-US" sz="900"/>
              </a:p>
            </p:txBody>
          </p:sp>
          <p:sp>
            <p:nvSpPr>
              <p:cNvPr id="19" name="Trapèze 14">
                <a:extLst>
                  <a:ext uri="{FF2B5EF4-FFF2-40B4-BE49-F238E27FC236}">
                    <a16:creationId xmlns:a16="http://schemas.microsoft.com/office/drawing/2014/main" id="{58CD14C6-EA17-F0EB-F500-26DAF4EF2DDC}"/>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900" b="1"/>
                  <a:t>IDEAL STORIES</a:t>
                </a:r>
              </a:p>
            </p:txBody>
          </p:sp>
        </p:grpSp>
        <p:sp>
          <p:nvSpPr>
            <p:cNvPr id="14" name="Triangle isocèle 9">
              <a:extLst>
                <a:ext uri="{FF2B5EF4-FFF2-40B4-BE49-F238E27FC236}">
                  <a16:creationId xmlns:a16="http://schemas.microsoft.com/office/drawing/2014/main" id="{3E3931A7-869D-99D2-2422-878BDC04D9CC}"/>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5" name="ZoneTexte 10">
              <a:extLst>
                <a:ext uri="{FF2B5EF4-FFF2-40B4-BE49-F238E27FC236}">
                  <a16:creationId xmlns:a16="http://schemas.microsoft.com/office/drawing/2014/main" id="{45A5A6E5-8668-6F28-E039-0C35E28C5977}"/>
                </a:ext>
              </a:extLst>
            </p:cNvPr>
            <p:cNvSpPr txBox="1"/>
            <p:nvPr/>
          </p:nvSpPr>
          <p:spPr>
            <a:xfrm>
              <a:off x="4952497" y="3044170"/>
              <a:ext cx="2287007" cy="496262"/>
            </a:xfrm>
            <a:prstGeom prst="rect">
              <a:avLst/>
            </a:prstGeom>
            <a:noFill/>
          </p:spPr>
          <p:txBody>
            <a:bodyPr wrap="square">
              <a:spAutoFit/>
            </a:bodyPr>
            <a:lstStyle/>
            <a:p>
              <a:pPr algn="ctr"/>
              <a:r>
                <a:rPr lang="en-US" sz="1000" b="1"/>
                <a:t>CONDITIONS</a:t>
              </a:r>
            </a:p>
          </p:txBody>
        </p:sp>
      </p:grpSp>
      <p:sp>
        <p:nvSpPr>
          <p:cNvPr id="20" name="Freccia a destra 19">
            <a:extLst>
              <a:ext uri="{FF2B5EF4-FFF2-40B4-BE49-F238E27FC236}">
                <a16:creationId xmlns:a16="http://schemas.microsoft.com/office/drawing/2014/main" id="{F672227A-7471-7FC6-FBBA-8626E894BBE9}"/>
              </a:ext>
            </a:extLst>
          </p:cNvPr>
          <p:cNvSpPr/>
          <p:nvPr/>
        </p:nvSpPr>
        <p:spPr>
          <a:xfrm rot="829418">
            <a:off x="4062521" y="2645941"/>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ccia a destra 20">
            <a:extLst>
              <a:ext uri="{FF2B5EF4-FFF2-40B4-BE49-F238E27FC236}">
                <a16:creationId xmlns:a16="http://schemas.microsoft.com/office/drawing/2014/main" id="{5A33C7E8-B6A3-B1C9-C156-6543831D714E}"/>
              </a:ext>
            </a:extLst>
          </p:cNvPr>
          <p:cNvSpPr/>
          <p:nvPr/>
        </p:nvSpPr>
        <p:spPr>
          <a:xfrm>
            <a:off x="4009764" y="3866334"/>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ccia a destra 21">
            <a:extLst>
              <a:ext uri="{FF2B5EF4-FFF2-40B4-BE49-F238E27FC236}">
                <a16:creationId xmlns:a16="http://schemas.microsoft.com/office/drawing/2014/main" id="{2D888098-0AC5-6A99-1645-BB39E35659D3}"/>
              </a:ext>
            </a:extLst>
          </p:cNvPr>
          <p:cNvSpPr/>
          <p:nvPr/>
        </p:nvSpPr>
        <p:spPr>
          <a:xfrm rot="20947031">
            <a:off x="4070165" y="5075660"/>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
            <a:extLst>
              <a:ext uri="{FF2B5EF4-FFF2-40B4-BE49-F238E27FC236}">
                <a16:creationId xmlns:a16="http://schemas.microsoft.com/office/drawing/2014/main" id="{9B29D6D7-5AC6-C1F8-72E5-E7D7A65AA165}"/>
              </a:ext>
            </a:extLst>
          </p:cNvPr>
          <p:cNvSpPr/>
          <p:nvPr/>
        </p:nvSpPr>
        <p:spPr>
          <a:xfrm>
            <a:off x="6539764" y="5441632"/>
            <a:ext cx="4661636" cy="998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Use PYRAMID OF PURPOSE</a:t>
            </a:r>
          </a:p>
        </p:txBody>
      </p:sp>
    </p:spTree>
    <p:extLst>
      <p:ext uri="{BB962C8B-B14F-4D97-AF65-F5344CB8AC3E}">
        <p14:creationId xmlns:p14="http://schemas.microsoft.com/office/powerpoint/2010/main" val="35178429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E53F30-6E31-2C8B-22D8-53E2835AD693}"/>
              </a:ext>
            </a:extLst>
          </p:cNvPr>
          <p:cNvSpPr>
            <a:spLocks noGrp="1"/>
          </p:cNvSpPr>
          <p:nvPr>
            <p:ph type="title"/>
          </p:nvPr>
        </p:nvSpPr>
        <p:spPr/>
        <p:txBody>
          <a:bodyPr/>
          <a:lstStyle/>
          <a:p>
            <a:r>
              <a:rPr lang="en-US" dirty="0"/>
              <a:t>Operational situations that can lead to using the 6 WHYS</a:t>
            </a:r>
          </a:p>
        </p:txBody>
      </p:sp>
      <p:sp>
        <p:nvSpPr>
          <p:cNvPr id="4" name="Rectangle 3">
            <a:extLst>
              <a:ext uri="{FF2B5EF4-FFF2-40B4-BE49-F238E27FC236}">
                <a16:creationId xmlns:a16="http://schemas.microsoft.com/office/drawing/2014/main" id="{B223EC42-8C97-A462-2ADB-A65A7489F8C3}"/>
              </a:ext>
            </a:extLst>
          </p:cNvPr>
          <p:cNvSpPr/>
          <p:nvPr/>
        </p:nvSpPr>
        <p:spPr>
          <a:xfrm>
            <a:off x="1672124" y="2342526"/>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Lack of self-vision of members of the project  / product team</a:t>
            </a:r>
          </a:p>
        </p:txBody>
      </p:sp>
      <p:sp>
        <p:nvSpPr>
          <p:cNvPr id="5" name="Rectangle 3">
            <a:extLst>
              <a:ext uri="{FF2B5EF4-FFF2-40B4-BE49-F238E27FC236}">
                <a16:creationId xmlns:a16="http://schemas.microsoft.com/office/drawing/2014/main" id="{77DF738C-E369-FF94-B1C7-BF06AA28B0C7}"/>
              </a:ext>
            </a:extLst>
          </p:cNvPr>
          <p:cNvSpPr/>
          <p:nvPr/>
        </p:nvSpPr>
        <p:spPr>
          <a:xfrm>
            <a:off x="1255077" y="3642385"/>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Lack of cooperation between members of a same Project / product</a:t>
            </a:r>
          </a:p>
        </p:txBody>
      </p:sp>
      <p:sp>
        <p:nvSpPr>
          <p:cNvPr id="6" name="Rectangle 3">
            <a:extLst>
              <a:ext uri="{FF2B5EF4-FFF2-40B4-BE49-F238E27FC236}">
                <a16:creationId xmlns:a16="http://schemas.microsoft.com/office/drawing/2014/main" id="{7D8E76D7-CAD1-E6FD-B53C-FA166BBB9FEC}"/>
              </a:ext>
            </a:extLst>
          </p:cNvPr>
          <p:cNvSpPr/>
          <p:nvPr/>
        </p:nvSpPr>
        <p:spPr>
          <a:xfrm>
            <a:off x="1672124" y="4942244"/>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Too much focus on small individual goals instead of collective Project / Product goals</a:t>
            </a:r>
          </a:p>
        </p:txBody>
      </p:sp>
      <p:sp>
        <p:nvSpPr>
          <p:cNvPr id="20" name="Freccia a destra 19">
            <a:extLst>
              <a:ext uri="{FF2B5EF4-FFF2-40B4-BE49-F238E27FC236}">
                <a16:creationId xmlns:a16="http://schemas.microsoft.com/office/drawing/2014/main" id="{F672227A-7471-7FC6-FBBA-8626E894BBE9}"/>
              </a:ext>
            </a:extLst>
          </p:cNvPr>
          <p:cNvSpPr/>
          <p:nvPr/>
        </p:nvSpPr>
        <p:spPr>
          <a:xfrm rot="829418">
            <a:off x="4062521" y="2645941"/>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ccia a destra 20">
            <a:extLst>
              <a:ext uri="{FF2B5EF4-FFF2-40B4-BE49-F238E27FC236}">
                <a16:creationId xmlns:a16="http://schemas.microsoft.com/office/drawing/2014/main" id="{5A33C7E8-B6A3-B1C9-C156-6543831D714E}"/>
              </a:ext>
            </a:extLst>
          </p:cNvPr>
          <p:cNvSpPr/>
          <p:nvPr/>
        </p:nvSpPr>
        <p:spPr>
          <a:xfrm>
            <a:off x="4009764" y="3866334"/>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ccia a destra 21">
            <a:extLst>
              <a:ext uri="{FF2B5EF4-FFF2-40B4-BE49-F238E27FC236}">
                <a16:creationId xmlns:a16="http://schemas.microsoft.com/office/drawing/2014/main" id="{2D888098-0AC5-6A99-1645-BB39E35659D3}"/>
              </a:ext>
            </a:extLst>
          </p:cNvPr>
          <p:cNvSpPr/>
          <p:nvPr/>
        </p:nvSpPr>
        <p:spPr>
          <a:xfrm rot="20947031">
            <a:off x="4070165" y="5075660"/>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
            <a:extLst>
              <a:ext uri="{FF2B5EF4-FFF2-40B4-BE49-F238E27FC236}">
                <a16:creationId xmlns:a16="http://schemas.microsoft.com/office/drawing/2014/main" id="{9B29D6D7-5AC6-C1F8-72E5-E7D7A65AA165}"/>
              </a:ext>
            </a:extLst>
          </p:cNvPr>
          <p:cNvSpPr/>
          <p:nvPr/>
        </p:nvSpPr>
        <p:spPr>
          <a:xfrm>
            <a:off x="6225593" y="5441632"/>
            <a:ext cx="4975807" cy="998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Use HOUSE OF CONTRIBUTION</a:t>
            </a:r>
          </a:p>
        </p:txBody>
      </p:sp>
      <p:grpSp>
        <p:nvGrpSpPr>
          <p:cNvPr id="3" name="Groupe 9">
            <a:extLst>
              <a:ext uri="{FF2B5EF4-FFF2-40B4-BE49-F238E27FC236}">
                <a16:creationId xmlns:a16="http://schemas.microsoft.com/office/drawing/2014/main" id="{14D8EA71-7406-C920-B9F5-6FD332D255CA}"/>
              </a:ext>
            </a:extLst>
          </p:cNvPr>
          <p:cNvGrpSpPr/>
          <p:nvPr/>
        </p:nvGrpSpPr>
        <p:grpSpPr>
          <a:xfrm>
            <a:off x="6059249" y="2880360"/>
            <a:ext cx="5151474" cy="2289272"/>
            <a:chOff x="262080" y="1563591"/>
            <a:chExt cx="11723435" cy="5209797"/>
          </a:xfrm>
        </p:grpSpPr>
        <p:grpSp>
          <p:nvGrpSpPr>
            <p:cNvPr id="7" name="Groupe 54">
              <a:extLst>
                <a:ext uri="{FF2B5EF4-FFF2-40B4-BE49-F238E27FC236}">
                  <a16:creationId xmlns:a16="http://schemas.microsoft.com/office/drawing/2014/main" id="{ED50CF14-2511-4EE6-87FA-B5440E4E93A6}"/>
                </a:ext>
              </a:extLst>
            </p:cNvPr>
            <p:cNvGrpSpPr/>
            <p:nvPr/>
          </p:nvGrpSpPr>
          <p:grpSpPr>
            <a:xfrm>
              <a:off x="2609577" y="1563591"/>
              <a:ext cx="1467257" cy="1169474"/>
              <a:chOff x="2609577" y="1563591"/>
              <a:chExt cx="1467257" cy="1169474"/>
            </a:xfrm>
          </p:grpSpPr>
          <p:grpSp>
            <p:nvGrpSpPr>
              <p:cNvPr id="143" name="Groupe 41">
                <a:extLst>
                  <a:ext uri="{FF2B5EF4-FFF2-40B4-BE49-F238E27FC236}">
                    <a16:creationId xmlns:a16="http://schemas.microsoft.com/office/drawing/2014/main" id="{8CD81A1E-9A35-EA47-0409-BE824AA3A68E}"/>
                  </a:ext>
                </a:extLst>
              </p:cNvPr>
              <p:cNvGrpSpPr/>
              <p:nvPr/>
            </p:nvGrpSpPr>
            <p:grpSpPr>
              <a:xfrm>
                <a:off x="2609577" y="1563591"/>
                <a:ext cx="1412109" cy="1169474"/>
                <a:chOff x="2645545" y="3994190"/>
                <a:chExt cx="1412109" cy="1169474"/>
              </a:xfrm>
            </p:grpSpPr>
            <p:pic>
              <p:nvPicPr>
                <p:cNvPr id="145" name="Graphique 42" descr="Diable avec un remplissage uni">
                  <a:extLst>
                    <a:ext uri="{FF2B5EF4-FFF2-40B4-BE49-F238E27FC236}">
                      <a16:creationId xmlns:a16="http://schemas.microsoft.com/office/drawing/2014/main" id="{C65B66D1-1323-1E5E-B860-465E9618C6A7}"/>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146" name="Graphique 43" descr="Base-ball avec un remplissage uni">
                  <a:extLst>
                    <a:ext uri="{FF2B5EF4-FFF2-40B4-BE49-F238E27FC236}">
                      <a16:creationId xmlns:a16="http://schemas.microsoft.com/office/drawing/2014/main" id="{41894558-50C7-F036-8F0F-CDE6AA4DDD14}"/>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147" name="Rectangle 44">
                  <a:extLst>
                    <a:ext uri="{FF2B5EF4-FFF2-40B4-BE49-F238E27FC236}">
                      <a16:creationId xmlns:a16="http://schemas.microsoft.com/office/drawing/2014/main" id="{C44695DF-60BA-A7F7-560A-72C322816A88}"/>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44" name="Graphique 53" descr="Boîte à archives avec un remplissage uni">
                <a:extLst>
                  <a:ext uri="{FF2B5EF4-FFF2-40B4-BE49-F238E27FC236}">
                    <a16:creationId xmlns:a16="http://schemas.microsoft.com/office/drawing/2014/main" id="{948C9A0B-E808-0608-C198-1B2B60439324}"/>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8" name="Groupe 79">
              <a:extLst>
                <a:ext uri="{FF2B5EF4-FFF2-40B4-BE49-F238E27FC236}">
                  <a16:creationId xmlns:a16="http://schemas.microsoft.com/office/drawing/2014/main" id="{F62DDEE6-0939-AE1E-D9B4-00163D8C2C15}"/>
                </a:ext>
              </a:extLst>
            </p:cNvPr>
            <p:cNvGrpSpPr/>
            <p:nvPr/>
          </p:nvGrpSpPr>
          <p:grpSpPr>
            <a:xfrm>
              <a:off x="2907742" y="4287731"/>
              <a:ext cx="1467257" cy="1169474"/>
              <a:chOff x="2609577" y="1563591"/>
              <a:chExt cx="1467257" cy="1169474"/>
            </a:xfrm>
          </p:grpSpPr>
          <p:grpSp>
            <p:nvGrpSpPr>
              <p:cNvPr id="138" name="Groupe 80">
                <a:extLst>
                  <a:ext uri="{FF2B5EF4-FFF2-40B4-BE49-F238E27FC236}">
                    <a16:creationId xmlns:a16="http://schemas.microsoft.com/office/drawing/2014/main" id="{0BBC8606-BA1B-033D-74AF-15188FA08A10}"/>
                  </a:ext>
                </a:extLst>
              </p:cNvPr>
              <p:cNvGrpSpPr/>
              <p:nvPr/>
            </p:nvGrpSpPr>
            <p:grpSpPr>
              <a:xfrm>
                <a:off x="2609577" y="1563591"/>
                <a:ext cx="1412109" cy="1169474"/>
                <a:chOff x="2645545" y="3994190"/>
                <a:chExt cx="1412109" cy="1169474"/>
              </a:xfrm>
            </p:grpSpPr>
            <p:pic>
              <p:nvPicPr>
                <p:cNvPr id="140" name="Graphique 82" descr="Diable avec un remplissage uni">
                  <a:extLst>
                    <a:ext uri="{FF2B5EF4-FFF2-40B4-BE49-F238E27FC236}">
                      <a16:creationId xmlns:a16="http://schemas.microsoft.com/office/drawing/2014/main" id="{EAF8E11C-1141-6233-ED11-7C3880B6E454}"/>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141" name="Graphique 83" descr="Base-ball avec un remplissage uni">
                  <a:extLst>
                    <a:ext uri="{FF2B5EF4-FFF2-40B4-BE49-F238E27FC236}">
                      <a16:creationId xmlns:a16="http://schemas.microsoft.com/office/drawing/2014/main" id="{599E660B-2B73-7E47-F6C7-529BDF1F5050}"/>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142" name="Rectangle 84">
                  <a:extLst>
                    <a:ext uri="{FF2B5EF4-FFF2-40B4-BE49-F238E27FC236}">
                      <a16:creationId xmlns:a16="http://schemas.microsoft.com/office/drawing/2014/main" id="{F3FBB84E-2A83-17A0-9F54-484CE18194A4}"/>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39" name="Graphique 81" descr="Boîte à archives avec un remplissage uni">
                <a:extLst>
                  <a:ext uri="{FF2B5EF4-FFF2-40B4-BE49-F238E27FC236}">
                    <a16:creationId xmlns:a16="http://schemas.microsoft.com/office/drawing/2014/main" id="{19D1E5E5-28F9-D176-4145-3B4EE8D17CDA}"/>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9" name="Groupe 85">
              <a:extLst>
                <a:ext uri="{FF2B5EF4-FFF2-40B4-BE49-F238E27FC236}">
                  <a16:creationId xmlns:a16="http://schemas.microsoft.com/office/drawing/2014/main" id="{261709F2-A5FE-DA64-E984-1B24001D37CF}"/>
                </a:ext>
              </a:extLst>
            </p:cNvPr>
            <p:cNvGrpSpPr/>
            <p:nvPr/>
          </p:nvGrpSpPr>
          <p:grpSpPr>
            <a:xfrm>
              <a:off x="2547542" y="5603914"/>
              <a:ext cx="1467257" cy="1169474"/>
              <a:chOff x="2609577" y="1563591"/>
              <a:chExt cx="1467257" cy="1169474"/>
            </a:xfrm>
          </p:grpSpPr>
          <p:grpSp>
            <p:nvGrpSpPr>
              <p:cNvPr id="133" name="Groupe 86">
                <a:extLst>
                  <a:ext uri="{FF2B5EF4-FFF2-40B4-BE49-F238E27FC236}">
                    <a16:creationId xmlns:a16="http://schemas.microsoft.com/office/drawing/2014/main" id="{E1E8DE9B-7FCA-DF8A-8B6C-8EB53F7DDF24}"/>
                  </a:ext>
                </a:extLst>
              </p:cNvPr>
              <p:cNvGrpSpPr/>
              <p:nvPr/>
            </p:nvGrpSpPr>
            <p:grpSpPr>
              <a:xfrm>
                <a:off x="2609577" y="1563591"/>
                <a:ext cx="1412109" cy="1169474"/>
                <a:chOff x="2645545" y="3994190"/>
                <a:chExt cx="1412109" cy="1169474"/>
              </a:xfrm>
            </p:grpSpPr>
            <p:pic>
              <p:nvPicPr>
                <p:cNvPr id="135" name="Graphique 88" descr="Diable avec un remplissage uni">
                  <a:extLst>
                    <a:ext uri="{FF2B5EF4-FFF2-40B4-BE49-F238E27FC236}">
                      <a16:creationId xmlns:a16="http://schemas.microsoft.com/office/drawing/2014/main" id="{A72C1EE7-0231-F86A-3BEC-271FBC703E16}"/>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136" name="Graphique 89" descr="Base-ball avec un remplissage uni">
                  <a:extLst>
                    <a:ext uri="{FF2B5EF4-FFF2-40B4-BE49-F238E27FC236}">
                      <a16:creationId xmlns:a16="http://schemas.microsoft.com/office/drawing/2014/main" id="{8B91DC40-1DBF-9405-0F30-91DF0BCAD1EE}"/>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137" name="Rectangle 90">
                  <a:extLst>
                    <a:ext uri="{FF2B5EF4-FFF2-40B4-BE49-F238E27FC236}">
                      <a16:creationId xmlns:a16="http://schemas.microsoft.com/office/drawing/2014/main" id="{7F3A1E1D-EFB2-17FF-17EA-7BC34C68E80D}"/>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34" name="Graphique 87" descr="Boîte à archives avec un remplissage uni">
                <a:extLst>
                  <a:ext uri="{FF2B5EF4-FFF2-40B4-BE49-F238E27FC236}">
                    <a16:creationId xmlns:a16="http://schemas.microsoft.com/office/drawing/2014/main" id="{DAF85BA4-A4D2-9F4D-77C6-61A0EA41AF64}"/>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24" name="Groupe 91">
              <a:extLst>
                <a:ext uri="{FF2B5EF4-FFF2-40B4-BE49-F238E27FC236}">
                  <a16:creationId xmlns:a16="http://schemas.microsoft.com/office/drawing/2014/main" id="{982B1FE9-4020-E224-1437-430850A33A96}"/>
                </a:ext>
              </a:extLst>
            </p:cNvPr>
            <p:cNvGrpSpPr/>
            <p:nvPr/>
          </p:nvGrpSpPr>
          <p:grpSpPr>
            <a:xfrm>
              <a:off x="1098866" y="4806407"/>
              <a:ext cx="1467257" cy="1169474"/>
              <a:chOff x="2609577" y="1563591"/>
              <a:chExt cx="1467257" cy="1169474"/>
            </a:xfrm>
          </p:grpSpPr>
          <p:grpSp>
            <p:nvGrpSpPr>
              <p:cNvPr id="128" name="Groupe 92">
                <a:extLst>
                  <a:ext uri="{FF2B5EF4-FFF2-40B4-BE49-F238E27FC236}">
                    <a16:creationId xmlns:a16="http://schemas.microsoft.com/office/drawing/2014/main" id="{63E2E683-786B-178E-2034-FDE6CAC6B2DF}"/>
                  </a:ext>
                </a:extLst>
              </p:cNvPr>
              <p:cNvGrpSpPr/>
              <p:nvPr/>
            </p:nvGrpSpPr>
            <p:grpSpPr>
              <a:xfrm>
                <a:off x="2609577" y="1563591"/>
                <a:ext cx="1412109" cy="1169474"/>
                <a:chOff x="2645545" y="3994190"/>
                <a:chExt cx="1412109" cy="1169474"/>
              </a:xfrm>
            </p:grpSpPr>
            <p:pic>
              <p:nvPicPr>
                <p:cNvPr id="130" name="Graphique 94" descr="Diable avec un remplissage uni">
                  <a:extLst>
                    <a:ext uri="{FF2B5EF4-FFF2-40B4-BE49-F238E27FC236}">
                      <a16:creationId xmlns:a16="http://schemas.microsoft.com/office/drawing/2014/main" id="{9C4B3583-9354-4A3C-B566-A4AA7434617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131" name="Graphique 95" descr="Base-ball avec un remplissage uni">
                  <a:extLst>
                    <a:ext uri="{FF2B5EF4-FFF2-40B4-BE49-F238E27FC236}">
                      <a16:creationId xmlns:a16="http://schemas.microsoft.com/office/drawing/2014/main" id="{071108BB-AACF-1A06-4B79-D3426176D7A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132" name="Rectangle 96">
                  <a:extLst>
                    <a:ext uri="{FF2B5EF4-FFF2-40B4-BE49-F238E27FC236}">
                      <a16:creationId xmlns:a16="http://schemas.microsoft.com/office/drawing/2014/main" id="{9E1FD413-DF62-E732-CD09-322849A2CF64}"/>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9" name="Graphique 93" descr="Boîte à archives avec un remplissage uni">
                <a:extLst>
                  <a:ext uri="{FF2B5EF4-FFF2-40B4-BE49-F238E27FC236}">
                    <a16:creationId xmlns:a16="http://schemas.microsoft.com/office/drawing/2014/main" id="{396E4989-C07B-6B79-32E3-20E25B81356B}"/>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25" name="Groupe 105">
              <a:extLst>
                <a:ext uri="{FF2B5EF4-FFF2-40B4-BE49-F238E27FC236}">
                  <a16:creationId xmlns:a16="http://schemas.microsoft.com/office/drawing/2014/main" id="{6336A537-53F8-6BAF-2448-784BEB9CDAFD}"/>
                </a:ext>
              </a:extLst>
            </p:cNvPr>
            <p:cNvGrpSpPr/>
            <p:nvPr/>
          </p:nvGrpSpPr>
          <p:grpSpPr>
            <a:xfrm flipH="1">
              <a:off x="5650743" y="2263842"/>
              <a:ext cx="1093937" cy="1165158"/>
              <a:chOff x="1680627" y="1783722"/>
              <a:chExt cx="1331514" cy="1331514"/>
            </a:xfrm>
          </p:grpSpPr>
          <p:pic>
            <p:nvPicPr>
              <p:cNvPr id="115" name="Graphique 178" descr="Mur de briques en construction avec un remplissage uni">
                <a:extLst>
                  <a:ext uri="{FF2B5EF4-FFF2-40B4-BE49-F238E27FC236}">
                    <a16:creationId xmlns:a16="http://schemas.microsoft.com/office/drawing/2014/main" id="{3823C919-FE56-954E-59E4-A4B47786918C}"/>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680627" y="1783722"/>
                <a:ext cx="1331514" cy="1331514"/>
              </a:xfrm>
              <a:prstGeom prst="rect">
                <a:avLst/>
              </a:prstGeom>
            </p:spPr>
          </p:pic>
          <p:sp>
            <p:nvSpPr>
              <p:cNvPr id="116" name="Rectangle 179">
                <a:extLst>
                  <a:ext uri="{FF2B5EF4-FFF2-40B4-BE49-F238E27FC236}">
                    <a16:creationId xmlns:a16="http://schemas.microsoft.com/office/drawing/2014/main" id="{69274787-A25A-B391-7D56-F34A829703C0}"/>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80">
                <a:extLst>
                  <a:ext uri="{FF2B5EF4-FFF2-40B4-BE49-F238E27FC236}">
                    <a16:creationId xmlns:a16="http://schemas.microsoft.com/office/drawing/2014/main" id="{EA24813C-B9CD-6655-1227-42F4598190DD}"/>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8" name="Rectangle 181">
                <a:extLst>
                  <a:ext uri="{FF2B5EF4-FFF2-40B4-BE49-F238E27FC236}">
                    <a16:creationId xmlns:a16="http://schemas.microsoft.com/office/drawing/2014/main" id="{ADFAECC4-FA51-59A7-2222-9298137A8C61}"/>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182">
                <a:extLst>
                  <a:ext uri="{FF2B5EF4-FFF2-40B4-BE49-F238E27FC236}">
                    <a16:creationId xmlns:a16="http://schemas.microsoft.com/office/drawing/2014/main" id="{2BF4580C-5F37-C3CB-EFFF-DBBF996BFF61}"/>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Rectangle 183">
                <a:extLst>
                  <a:ext uri="{FF2B5EF4-FFF2-40B4-BE49-F238E27FC236}">
                    <a16:creationId xmlns:a16="http://schemas.microsoft.com/office/drawing/2014/main" id="{CBA2ABF0-9741-C424-4606-255F0EE6C26B}"/>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184">
                <a:extLst>
                  <a:ext uri="{FF2B5EF4-FFF2-40B4-BE49-F238E27FC236}">
                    <a16:creationId xmlns:a16="http://schemas.microsoft.com/office/drawing/2014/main" id="{832C05A8-7DF6-4617-7614-1DE4577164B7}"/>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Rectangle 185">
                <a:extLst>
                  <a:ext uri="{FF2B5EF4-FFF2-40B4-BE49-F238E27FC236}">
                    <a16:creationId xmlns:a16="http://schemas.microsoft.com/office/drawing/2014/main" id="{9C24B088-6B18-5319-D599-D7C8AEF61C44}"/>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186">
                <a:extLst>
                  <a:ext uri="{FF2B5EF4-FFF2-40B4-BE49-F238E27FC236}">
                    <a16:creationId xmlns:a16="http://schemas.microsoft.com/office/drawing/2014/main" id="{DA38FDAB-71D1-4516-B940-A84CE1B150C9}"/>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Rectangle 187">
                <a:extLst>
                  <a:ext uri="{FF2B5EF4-FFF2-40B4-BE49-F238E27FC236}">
                    <a16:creationId xmlns:a16="http://schemas.microsoft.com/office/drawing/2014/main" id="{77868739-C01A-5C1C-884F-A652B7FD10EC}"/>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188">
                <a:extLst>
                  <a:ext uri="{FF2B5EF4-FFF2-40B4-BE49-F238E27FC236}">
                    <a16:creationId xmlns:a16="http://schemas.microsoft.com/office/drawing/2014/main" id="{B616EDBF-80CF-09EF-45D4-DEE6CBC28CD7}"/>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Rectangle 189">
                <a:extLst>
                  <a:ext uri="{FF2B5EF4-FFF2-40B4-BE49-F238E27FC236}">
                    <a16:creationId xmlns:a16="http://schemas.microsoft.com/office/drawing/2014/main" id="{26AB0C56-82F3-DD55-13AC-F2BF1EE8C357}"/>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190">
                <a:extLst>
                  <a:ext uri="{FF2B5EF4-FFF2-40B4-BE49-F238E27FC236}">
                    <a16:creationId xmlns:a16="http://schemas.microsoft.com/office/drawing/2014/main" id="{54A076E2-F85E-2424-128C-4DBC6195A0E4}"/>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6" name="Groupe 5">
              <a:extLst>
                <a:ext uri="{FF2B5EF4-FFF2-40B4-BE49-F238E27FC236}">
                  <a16:creationId xmlns:a16="http://schemas.microsoft.com/office/drawing/2014/main" id="{201C6DFB-2AB1-8C8E-C491-30DB02089289}"/>
                </a:ext>
              </a:extLst>
            </p:cNvPr>
            <p:cNvGrpSpPr/>
            <p:nvPr/>
          </p:nvGrpSpPr>
          <p:grpSpPr>
            <a:xfrm>
              <a:off x="875862" y="1893808"/>
              <a:ext cx="1383385" cy="1242096"/>
              <a:chOff x="5247267" y="8072371"/>
              <a:chExt cx="817082" cy="733631"/>
            </a:xfrm>
          </p:grpSpPr>
          <p:grpSp>
            <p:nvGrpSpPr>
              <p:cNvPr id="110" name="Groupe 104">
                <a:extLst>
                  <a:ext uri="{FF2B5EF4-FFF2-40B4-BE49-F238E27FC236}">
                    <a16:creationId xmlns:a16="http://schemas.microsoft.com/office/drawing/2014/main" id="{6D726D7F-BBCD-EEFB-1C36-A1DB24F5D836}"/>
                  </a:ext>
                </a:extLst>
              </p:cNvPr>
              <p:cNvGrpSpPr/>
              <p:nvPr/>
            </p:nvGrpSpPr>
            <p:grpSpPr>
              <a:xfrm>
                <a:off x="5247267" y="8117813"/>
                <a:ext cx="817082" cy="688189"/>
                <a:chOff x="3890963" y="2438774"/>
                <a:chExt cx="1085661" cy="914400"/>
              </a:xfrm>
            </p:grpSpPr>
            <p:pic>
              <p:nvPicPr>
                <p:cNvPr id="112" name="Graphique 191" descr="Culturiste avec un remplissage uni">
                  <a:extLst>
                    <a:ext uri="{FF2B5EF4-FFF2-40B4-BE49-F238E27FC236}">
                      <a16:creationId xmlns:a16="http://schemas.microsoft.com/office/drawing/2014/main" id="{A1A7C027-E9E3-F164-9BD9-D8FE9547E6F1}"/>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13" name="Rectangle 192">
                  <a:extLst>
                    <a:ext uri="{FF2B5EF4-FFF2-40B4-BE49-F238E27FC236}">
                      <a16:creationId xmlns:a16="http://schemas.microsoft.com/office/drawing/2014/main" id="{9D352B08-6B77-41D4-9E8C-ECE089773792}"/>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4" name="Rectangle 193">
                  <a:extLst>
                    <a:ext uri="{FF2B5EF4-FFF2-40B4-BE49-F238E27FC236}">
                      <a16:creationId xmlns:a16="http://schemas.microsoft.com/office/drawing/2014/main" id="{E34E601D-F156-8F4C-4152-3EEA5DC45CED}"/>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11" name="Rectangle 106">
                <a:extLst>
                  <a:ext uri="{FF2B5EF4-FFF2-40B4-BE49-F238E27FC236}">
                    <a16:creationId xmlns:a16="http://schemas.microsoft.com/office/drawing/2014/main" id="{56515792-3979-80A7-B305-C4D2B8E10B04}"/>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7" name="Groupe 108">
              <a:extLst>
                <a:ext uri="{FF2B5EF4-FFF2-40B4-BE49-F238E27FC236}">
                  <a16:creationId xmlns:a16="http://schemas.microsoft.com/office/drawing/2014/main" id="{7D9AD502-461A-6A02-3AF0-06913851FBBB}"/>
                </a:ext>
              </a:extLst>
            </p:cNvPr>
            <p:cNvGrpSpPr/>
            <p:nvPr/>
          </p:nvGrpSpPr>
          <p:grpSpPr>
            <a:xfrm flipH="1">
              <a:off x="648773" y="3490364"/>
              <a:ext cx="627050" cy="1144490"/>
              <a:chOff x="5134003" y="2196472"/>
              <a:chExt cx="563254" cy="1156702"/>
            </a:xfrm>
          </p:grpSpPr>
          <p:pic>
            <p:nvPicPr>
              <p:cNvPr id="108" name="Graphique 174" descr="Réussite du groupe avec un remplissage uni">
                <a:extLst>
                  <a:ext uri="{FF2B5EF4-FFF2-40B4-BE49-F238E27FC236}">
                    <a16:creationId xmlns:a16="http://schemas.microsoft.com/office/drawing/2014/main" id="{11B0EAFC-3C80-228A-BBB5-6785F85593D4}"/>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109" name="Rectangle 175">
                <a:extLst>
                  <a:ext uri="{FF2B5EF4-FFF2-40B4-BE49-F238E27FC236}">
                    <a16:creationId xmlns:a16="http://schemas.microsoft.com/office/drawing/2014/main" id="{23641741-E185-B405-16E7-D4C882256370}"/>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8" name="Groupe 6">
              <a:extLst>
                <a:ext uri="{FF2B5EF4-FFF2-40B4-BE49-F238E27FC236}">
                  <a16:creationId xmlns:a16="http://schemas.microsoft.com/office/drawing/2014/main" id="{31FF4BF6-43E7-6FA6-FD17-3DD9B3501558}"/>
                </a:ext>
              </a:extLst>
            </p:cNvPr>
            <p:cNvGrpSpPr/>
            <p:nvPr/>
          </p:nvGrpSpPr>
          <p:grpSpPr>
            <a:xfrm>
              <a:off x="9653107" y="2807835"/>
              <a:ext cx="2332408" cy="2332408"/>
              <a:chOff x="9835911" y="2807662"/>
              <a:chExt cx="1796250" cy="1796250"/>
            </a:xfrm>
          </p:grpSpPr>
          <p:pic>
            <p:nvPicPr>
              <p:cNvPr id="45" name="Graphique 103" descr="Cathédrale avec un remplissage uni">
                <a:extLst>
                  <a:ext uri="{FF2B5EF4-FFF2-40B4-BE49-F238E27FC236}">
                    <a16:creationId xmlns:a16="http://schemas.microsoft.com/office/drawing/2014/main" id="{CC7806F3-2698-421F-2AD0-EC9CFC29D5AF}"/>
                  </a:ext>
                </a:extLst>
              </p:cNvPr>
              <p:cNvPicPr>
                <a:picLocks noChangeAspect="1"/>
              </p:cNvPicPr>
              <p:nvPr/>
            </p:nvPicPr>
            <p:blipFill>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835911" y="2807662"/>
                <a:ext cx="1796250" cy="1796250"/>
              </a:xfrm>
              <a:prstGeom prst="rect">
                <a:avLst/>
              </a:prstGeom>
            </p:spPr>
          </p:pic>
          <p:sp>
            <p:nvSpPr>
              <p:cNvPr id="46" name="Rectangle 112">
                <a:extLst>
                  <a:ext uri="{FF2B5EF4-FFF2-40B4-BE49-F238E27FC236}">
                    <a16:creationId xmlns:a16="http://schemas.microsoft.com/office/drawing/2014/main" id="{AB910A7F-63A0-4303-54D2-9E2BA0BF1C9D}"/>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Rectangle 113">
                <a:extLst>
                  <a:ext uri="{FF2B5EF4-FFF2-40B4-BE49-F238E27FC236}">
                    <a16:creationId xmlns:a16="http://schemas.microsoft.com/office/drawing/2014/main" id="{2D8AAF99-F047-A78C-0131-9E58DFDE46F1}"/>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Rectangle 114">
                <a:extLst>
                  <a:ext uri="{FF2B5EF4-FFF2-40B4-BE49-F238E27FC236}">
                    <a16:creationId xmlns:a16="http://schemas.microsoft.com/office/drawing/2014/main" id="{0C43D21A-5865-9F65-8F7D-5EC6DE8F17A0}"/>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Rectangle 115">
                <a:extLst>
                  <a:ext uri="{FF2B5EF4-FFF2-40B4-BE49-F238E27FC236}">
                    <a16:creationId xmlns:a16="http://schemas.microsoft.com/office/drawing/2014/main" id="{E8E4BD1B-D6D6-468E-EA31-3F48080F0156}"/>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Rectangle 116">
                <a:extLst>
                  <a:ext uri="{FF2B5EF4-FFF2-40B4-BE49-F238E27FC236}">
                    <a16:creationId xmlns:a16="http://schemas.microsoft.com/office/drawing/2014/main" id="{48CCC73C-29C8-07DC-31BA-574919653EB9}"/>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Rectangle 117">
                <a:extLst>
                  <a:ext uri="{FF2B5EF4-FFF2-40B4-BE49-F238E27FC236}">
                    <a16:creationId xmlns:a16="http://schemas.microsoft.com/office/drawing/2014/main" id="{0F4AE004-E4E4-EA6C-AA6F-A30AB558A91B}"/>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118">
                <a:extLst>
                  <a:ext uri="{FF2B5EF4-FFF2-40B4-BE49-F238E27FC236}">
                    <a16:creationId xmlns:a16="http://schemas.microsoft.com/office/drawing/2014/main" id="{94DDAF38-E53E-847E-3556-25CA5833308B}"/>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119">
                <a:extLst>
                  <a:ext uri="{FF2B5EF4-FFF2-40B4-BE49-F238E27FC236}">
                    <a16:creationId xmlns:a16="http://schemas.microsoft.com/office/drawing/2014/main" id="{A3E9E5CD-B160-C157-8CDD-81911E78BBA8}"/>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120">
                <a:extLst>
                  <a:ext uri="{FF2B5EF4-FFF2-40B4-BE49-F238E27FC236}">
                    <a16:creationId xmlns:a16="http://schemas.microsoft.com/office/drawing/2014/main" id="{857F7614-F364-F697-6AF8-2AEF083FC360}"/>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121">
                <a:extLst>
                  <a:ext uri="{FF2B5EF4-FFF2-40B4-BE49-F238E27FC236}">
                    <a16:creationId xmlns:a16="http://schemas.microsoft.com/office/drawing/2014/main" id="{C497A613-0FE7-3649-2CFB-3C9B9D706D4D}"/>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122">
                <a:extLst>
                  <a:ext uri="{FF2B5EF4-FFF2-40B4-BE49-F238E27FC236}">
                    <a16:creationId xmlns:a16="http://schemas.microsoft.com/office/drawing/2014/main" id="{359BF43A-BBBA-64F3-1937-2D4EB095A97C}"/>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Rectangle 123">
                <a:extLst>
                  <a:ext uri="{FF2B5EF4-FFF2-40B4-BE49-F238E27FC236}">
                    <a16:creationId xmlns:a16="http://schemas.microsoft.com/office/drawing/2014/main" id="{43530104-A40C-F07A-1A0D-116F2A5DB8C0}"/>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Rectangle 124">
                <a:extLst>
                  <a:ext uri="{FF2B5EF4-FFF2-40B4-BE49-F238E27FC236}">
                    <a16:creationId xmlns:a16="http://schemas.microsoft.com/office/drawing/2014/main" id="{B794F5FC-C70C-3261-A2D1-2705365A4735}"/>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Rectangle 125">
                <a:extLst>
                  <a:ext uri="{FF2B5EF4-FFF2-40B4-BE49-F238E27FC236}">
                    <a16:creationId xmlns:a16="http://schemas.microsoft.com/office/drawing/2014/main" id="{EA46A63B-635B-CA46-86E3-93EE9C68F704}"/>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126">
                <a:extLst>
                  <a:ext uri="{FF2B5EF4-FFF2-40B4-BE49-F238E27FC236}">
                    <a16:creationId xmlns:a16="http://schemas.microsoft.com/office/drawing/2014/main" id="{D5917442-C1CE-E3F8-E6F6-9AF2AFC664F6}"/>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Rectangle 127">
                <a:extLst>
                  <a:ext uri="{FF2B5EF4-FFF2-40B4-BE49-F238E27FC236}">
                    <a16:creationId xmlns:a16="http://schemas.microsoft.com/office/drawing/2014/main" id="{8DBD9677-1905-7E75-B80F-79225843D24B}"/>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128">
                <a:extLst>
                  <a:ext uri="{FF2B5EF4-FFF2-40B4-BE49-F238E27FC236}">
                    <a16:creationId xmlns:a16="http://schemas.microsoft.com/office/drawing/2014/main" id="{5349DA2D-A98E-7FEA-2DB5-33A919AD1A5E}"/>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Rectangle 129">
                <a:extLst>
                  <a:ext uri="{FF2B5EF4-FFF2-40B4-BE49-F238E27FC236}">
                    <a16:creationId xmlns:a16="http://schemas.microsoft.com/office/drawing/2014/main" id="{1C4473CF-C367-244F-7416-532F3D99A62E}"/>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Rectangle 130">
                <a:extLst>
                  <a:ext uri="{FF2B5EF4-FFF2-40B4-BE49-F238E27FC236}">
                    <a16:creationId xmlns:a16="http://schemas.microsoft.com/office/drawing/2014/main" id="{ECCB44D8-9B9C-5CA0-A7F5-6D7004CAF533}"/>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Rectangle 131">
                <a:extLst>
                  <a:ext uri="{FF2B5EF4-FFF2-40B4-BE49-F238E27FC236}">
                    <a16:creationId xmlns:a16="http://schemas.microsoft.com/office/drawing/2014/main" id="{B29AB229-56CF-ECE4-1808-2DD43C5A9981}"/>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132">
                <a:extLst>
                  <a:ext uri="{FF2B5EF4-FFF2-40B4-BE49-F238E27FC236}">
                    <a16:creationId xmlns:a16="http://schemas.microsoft.com/office/drawing/2014/main" id="{11227B7F-2C4C-DEBA-A27A-5FA0DB8B7609}"/>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Rectangle 133">
                <a:extLst>
                  <a:ext uri="{FF2B5EF4-FFF2-40B4-BE49-F238E27FC236}">
                    <a16:creationId xmlns:a16="http://schemas.microsoft.com/office/drawing/2014/main" id="{88386E8C-5025-D779-F221-1488570CC522}"/>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Rectangle 134">
                <a:extLst>
                  <a:ext uri="{FF2B5EF4-FFF2-40B4-BE49-F238E27FC236}">
                    <a16:creationId xmlns:a16="http://schemas.microsoft.com/office/drawing/2014/main" id="{B3D718E7-C6AE-754F-26D8-62D8C2C006CE}"/>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135">
                <a:extLst>
                  <a:ext uri="{FF2B5EF4-FFF2-40B4-BE49-F238E27FC236}">
                    <a16:creationId xmlns:a16="http://schemas.microsoft.com/office/drawing/2014/main" id="{F1CAC58C-AFF0-83C6-C06D-1AA172584DB3}"/>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136">
                <a:extLst>
                  <a:ext uri="{FF2B5EF4-FFF2-40B4-BE49-F238E27FC236}">
                    <a16:creationId xmlns:a16="http://schemas.microsoft.com/office/drawing/2014/main" id="{6ADDB73A-19CF-91A3-0BAE-EB560A752FDA}"/>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137">
                <a:extLst>
                  <a:ext uri="{FF2B5EF4-FFF2-40B4-BE49-F238E27FC236}">
                    <a16:creationId xmlns:a16="http://schemas.microsoft.com/office/drawing/2014/main" id="{4B916DCE-38C1-2857-29E0-DC1D56C1E47F}"/>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138">
                <a:extLst>
                  <a:ext uri="{FF2B5EF4-FFF2-40B4-BE49-F238E27FC236}">
                    <a16:creationId xmlns:a16="http://schemas.microsoft.com/office/drawing/2014/main" id="{634F38D0-4BFD-B959-CA59-DB4ADD5CFF92}"/>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139">
                <a:extLst>
                  <a:ext uri="{FF2B5EF4-FFF2-40B4-BE49-F238E27FC236}">
                    <a16:creationId xmlns:a16="http://schemas.microsoft.com/office/drawing/2014/main" id="{192880A2-E094-3FC8-BA26-02E72A6D2905}"/>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140">
                <a:extLst>
                  <a:ext uri="{FF2B5EF4-FFF2-40B4-BE49-F238E27FC236}">
                    <a16:creationId xmlns:a16="http://schemas.microsoft.com/office/drawing/2014/main" id="{77D6E2DD-15E2-0DDA-4EEF-964679A1AEFA}"/>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141">
                <a:extLst>
                  <a:ext uri="{FF2B5EF4-FFF2-40B4-BE49-F238E27FC236}">
                    <a16:creationId xmlns:a16="http://schemas.microsoft.com/office/drawing/2014/main" id="{476816E2-9233-53C4-0661-919AA188825D}"/>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142">
                <a:extLst>
                  <a:ext uri="{FF2B5EF4-FFF2-40B4-BE49-F238E27FC236}">
                    <a16:creationId xmlns:a16="http://schemas.microsoft.com/office/drawing/2014/main" id="{9E5588FD-7C84-D331-A8A8-D6A998E4C16C}"/>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143">
                <a:extLst>
                  <a:ext uri="{FF2B5EF4-FFF2-40B4-BE49-F238E27FC236}">
                    <a16:creationId xmlns:a16="http://schemas.microsoft.com/office/drawing/2014/main" id="{9674522F-4682-139E-9251-83DAEA8E47A1}"/>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Rectangle 144">
                <a:extLst>
                  <a:ext uri="{FF2B5EF4-FFF2-40B4-BE49-F238E27FC236}">
                    <a16:creationId xmlns:a16="http://schemas.microsoft.com/office/drawing/2014/main" id="{24F37633-FD09-3ECF-1692-68795953FD4E}"/>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145">
                <a:extLst>
                  <a:ext uri="{FF2B5EF4-FFF2-40B4-BE49-F238E27FC236}">
                    <a16:creationId xmlns:a16="http://schemas.microsoft.com/office/drawing/2014/main" id="{057A2C19-0563-EBFC-5243-75F5A6325E25}"/>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146">
                <a:extLst>
                  <a:ext uri="{FF2B5EF4-FFF2-40B4-BE49-F238E27FC236}">
                    <a16:creationId xmlns:a16="http://schemas.microsoft.com/office/drawing/2014/main" id="{1708717F-EEE2-2DC0-B79B-691CD6B0A147}"/>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147">
                <a:extLst>
                  <a:ext uri="{FF2B5EF4-FFF2-40B4-BE49-F238E27FC236}">
                    <a16:creationId xmlns:a16="http://schemas.microsoft.com/office/drawing/2014/main" id="{A2FA310E-387C-BCDB-41EB-EA8F9862293F}"/>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148">
                <a:extLst>
                  <a:ext uri="{FF2B5EF4-FFF2-40B4-BE49-F238E27FC236}">
                    <a16:creationId xmlns:a16="http://schemas.microsoft.com/office/drawing/2014/main" id="{D921EA68-3564-22D8-5619-3E6E1F82F6F8}"/>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149">
                <a:extLst>
                  <a:ext uri="{FF2B5EF4-FFF2-40B4-BE49-F238E27FC236}">
                    <a16:creationId xmlns:a16="http://schemas.microsoft.com/office/drawing/2014/main" id="{6EB82D9F-F0AB-6134-3DA6-E9385A65F4ED}"/>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150">
                <a:extLst>
                  <a:ext uri="{FF2B5EF4-FFF2-40B4-BE49-F238E27FC236}">
                    <a16:creationId xmlns:a16="http://schemas.microsoft.com/office/drawing/2014/main" id="{27282F5D-EA44-289C-8D7B-217D6BA11692}"/>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Rectangle 151">
                <a:extLst>
                  <a:ext uri="{FF2B5EF4-FFF2-40B4-BE49-F238E27FC236}">
                    <a16:creationId xmlns:a16="http://schemas.microsoft.com/office/drawing/2014/main" id="{02C42B6C-3064-D40B-9289-53149FF4D341}"/>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152">
                <a:extLst>
                  <a:ext uri="{FF2B5EF4-FFF2-40B4-BE49-F238E27FC236}">
                    <a16:creationId xmlns:a16="http://schemas.microsoft.com/office/drawing/2014/main" id="{3490EA70-031C-62C3-4E1C-44DB3C445065}"/>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153">
                <a:extLst>
                  <a:ext uri="{FF2B5EF4-FFF2-40B4-BE49-F238E27FC236}">
                    <a16:creationId xmlns:a16="http://schemas.microsoft.com/office/drawing/2014/main" id="{AE01700B-1099-0D0E-05EE-887C612D0192}"/>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154">
                <a:extLst>
                  <a:ext uri="{FF2B5EF4-FFF2-40B4-BE49-F238E27FC236}">
                    <a16:creationId xmlns:a16="http://schemas.microsoft.com/office/drawing/2014/main" id="{3A973013-FB0F-E8B1-B3B5-58732006932F}"/>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155">
                <a:extLst>
                  <a:ext uri="{FF2B5EF4-FFF2-40B4-BE49-F238E27FC236}">
                    <a16:creationId xmlns:a16="http://schemas.microsoft.com/office/drawing/2014/main" id="{393C3283-2A79-74DF-4A53-E9D538939C3B}"/>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156">
                <a:extLst>
                  <a:ext uri="{FF2B5EF4-FFF2-40B4-BE49-F238E27FC236}">
                    <a16:creationId xmlns:a16="http://schemas.microsoft.com/office/drawing/2014/main" id="{41760583-743D-2744-9503-8873717342B1}"/>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157">
                <a:extLst>
                  <a:ext uri="{FF2B5EF4-FFF2-40B4-BE49-F238E27FC236}">
                    <a16:creationId xmlns:a16="http://schemas.microsoft.com/office/drawing/2014/main" id="{72E175E5-CB2C-D407-777E-B116DF0961D3}"/>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158">
                <a:extLst>
                  <a:ext uri="{FF2B5EF4-FFF2-40B4-BE49-F238E27FC236}">
                    <a16:creationId xmlns:a16="http://schemas.microsoft.com/office/drawing/2014/main" id="{E8A6047E-ACEE-7FC6-AB0F-105D6994860E}"/>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159">
                <a:extLst>
                  <a:ext uri="{FF2B5EF4-FFF2-40B4-BE49-F238E27FC236}">
                    <a16:creationId xmlns:a16="http://schemas.microsoft.com/office/drawing/2014/main" id="{601D671C-C9A5-7F24-93A9-CC1033AFF35B}"/>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160">
                <a:extLst>
                  <a:ext uri="{FF2B5EF4-FFF2-40B4-BE49-F238E27FC236}">
                    <a16:creationId xmlns:a16="http://schemas.microsoft.com/office/drawing/2014/main" id="{B294A7A7-D4A3-EF52-4C69-D4ECCA2C2A20}"/>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161">
                <a:extLst>
                  <a:ext uri="{FF2B5EF4-FFF2-40B4-BE49-F238E27FC236}">
                    <a16:creationId xmlns:a16="http://schemas.microsoft.com/office/drawing/2014/main" id="{746BEF3B-5D0D-7196-E5AB-FACC1F22F436}"/>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162">
                <a:extLst>
                  <a:ext uri="{FF2B5EF4-FFF2-40B4-BE49-F238E27FC236}">
                    <a16:creationId xmlns:a16="http://schemas.microsoft.com/office/drawing/2014/main" id="{153FD898-D75D-E5B2-1BB5-83CF7088F1B7}"/>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163">
                <a:extLst>
                  <a:ext uri="{FF2B5EF4-FFF2-40B4-BE49-F238E27FC236}">
                    <a16:creationId xmlns:a16="http://schemas.microsoft.com/office/drawing/2014/main" id="{97D3808A-C065-3AE8-5FBC-50E2E934AF7F}"/>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164">
                <a:extLst>
                  <a:ext uri="{FF2B5EF4-FFF2-40B4-BE49-F238E27FC236}">
                    <a16:creationId xmlns:a16="http://schemas.microsoft.com/office/drawing/2014/main" id="{6543BB40-A02D-53A9-91B3-98D52F5EF4A0}"/>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165">
                <a:extLst>
                  <a:ext uri="{FF2B5EF4-FFF2-40B4-BE49-F238E27FC236}">
                    <a16:creationId xmlns:a16="http://schemas.microsoft.com/office/drawing/2014/main" id="{39C4C798-C881-3208-9919-F8DB0EEE4829}"/>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166">
                <a:extLst>
                  <a:ext uri="{FF2B5EF4-FFF2-40B4-BE49-F238E27FC236}">
                    <a16:creationId xmlns:a16="http://schemas.microsoft.com/office/drawing/2014/main" id="{8B18317B-7C61-3A5A-612C-C2A100DB5525}"/>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67">
                <a:extLst>
                  <a:ext uri="{FF2B5EF4-FFF2-40B4-BE49-F238E27FC236}">
                    <a16:creationId xmlns:a16="http://schemas.microsoft.com/office/drawing/2014/main" id="{354ECFED-E2C9-FEF9-1DBA-C3486EF86754}"/>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68">
                <a:extLst>
                  <a:ext uri="{FF2B5EF4-FFF2-40B4-BE49-F238E27FC236}">
                    <a16:creationId xmlns:a16="http://schemas.microsoft.com/office/drawing/2014/main" id="{801828BB-4006-BA7E-78BE-FC9D6C362CF3}"/>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169">
                <a:extLst>
                  <a:ext uri="{FF2B5EF4-FFF2-40B4-BE49-F238E27FC236}">
                    <a16:creationId xmlns:a16="http://schemas.microsoft.com/office/drawing/2014/main" id="{530FD69B-C0AD-4BAE-ECED-25E96C41335F}"/>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Rectangle 170">
                <a:extLst>
                  <a:ext uri="{FF2B5EF4-FFF2-40B4-BE49-F238E27FC236}">
                    <a16:creationId xmlns:a16="http://schemas.microsoft.com/office/drawing/2014/main" id="{F2C27864-F4DE-EC38-391A-3E9B0A99AD24}"/>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Rectangle 171">
                <a:extLst>
                  <a:ext uri="{FF2B5EF4-FFF2-40B4-BE49-F238E27FC236}">
                    <a16:creationId xmlns:a16="http://schemas.microsoft.com/office/drawing/2014/main" id="{F3065754-EA1D-1CEE-865C-0D48EE07BCB4}"/>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Rectangle 172">
                <a:extLst>
                  <a:ext uri="{FF2B5EF4-FFF2-40B4-BE49-F238E27FC236}">
                    <a16:creationId xmlns:a16="http://schemas.microsoft.com/office/drawing/2014/main" id="{237927C3-FC80-31A4-D64B-C3410E7C6DDE}"/>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73">
                <a:extLst>
                  <a:ext uri="{FF2B5EF4-FFF2-40B4-BE49-F238E27FC236}">
                    <a16:creationId xmlns:a16="http://schemas.microsoft.com/office/drawing/2014/main" id="{9B3B5335-6AC6-06A1-136E-E32286C0B46D}"/>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9" name="Groupe 194">
              <a:extLst>
                <a:ext uri="{FF2B5EF4-FFF2-40B4-BE49-F238E27FC236}">
                  <a16:creationId xmlns:a16="http://schemas.microsoft.com/office/drawing/2014/main" id="{1BC67384-26F7-E23E-28B0-AF7F403E2068}"/>
                </a:ext>
              </a:extLst>
            </p:cNvPr>
            <p:cNvGrpSpPr/>
            <p:nvPr/>
          </p:nvGrpSpPr>
          <p:grpSpPr>
            <a:xfrm>
              <a:off x="1586592" y="3400064"/>
              <a:ext cx="1383385" cy="1242096"/>
              <a:chOff x="5247267" y="8072371"/>
              <a:chExt cx="817082" cy="733631"/>
            </a:xfrm>
          </p:grpSpPr>
          <p:grpSp>
            <p:nvGrpSpPr>
              <p:cNvPr id="40" name="Groupe 195">
                <a:extLst>
                  <a:ext uri="{FF2B5EF4-FFF2-40B4-BE49-F238E27FC236}">
                    <a16:creationId xmlns:a16="http://schemas.microsoft.com/office/drawing/2014/main" id="{5B582997-861E-7238-CF02-31F71EE420F5}"/>
                  </a:ext>
                </a:extLst>
              </p:cNvPr>
              <p:cNvGrpSpPr/>
              <p:nvPr/>
            </p:nvGrpSpPr>
            <p:grpSpPr>
              <a:xfrm>
                <a:off x="5247267" y="8117813"/>
                <a:ext cx="817082" cy="688189"/>
                <a:chOff x="3890963" y="2438774"/>
                <a:chExt cx="1085661" cy="914400"/>
              </a:xfrm>
            </p:grpSpPr>
            <p:pic>
              <p:nvPicPr>
                <p:cNvPr id="42" name="Graphique 197" descr="Culturiste avec un remplissage uni">
                  <a:extLst>
                    <a:ext uri="{FF2B5EF4-FFF2-40B4-BE49-F238E27FC236}">
                      <a16:creationId xmlns:a16="http://schemas.microsoft.com/office/drawing/2014/main" id="{2822698B-C8C7-2AD1-B019-DE06888DA554}"/>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43" name="Rectangle 198">
                  <a:extLst>
                    <a:ext uri="{FF2B5EF4-FFF2-40B4-BE49-F238E27FC236}">
                      <a16:creationId xmlns:a16="http://schemas.microsoft.com/office/drawing/2014/main" id="{692C1349-70FF-6CD5-5B1D-C8F1BFA8CF66}"/>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Rectangle 199">
                  <a:extLst>
                    <a:ext uri="{FF2B5EF4-FFF2-40B4-BE49-F238E27FC236}">
                      <a16:creationId xmlns:a16="http://schemas.microsoft.com/office/drawing/2014/main" id="{A4162283-D1AD-409C-FBD0-68BE805BFBC6}"/>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41" name="Rectangle 196">
                <a:extLst>
                  <a:ext uri="{FF2B5EF4-FFF2-40B4-BE49-F238E27FC236}">
                    <a16:creationId xmlns:a16="http://schemas.microsoft.com/office/drawing/2014/main" id="{8B9CB6B7-F465-D594-5223-5986DF48C7C2}"/>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0" name="Groupe 200">
              <a:extLst>
                <a:ext uri="{FF2B5EF4-FFF2-40B4-BE49-F238E27FC236}">
                  <a16:creationId xmlns:a16="http://schemas.microsoft.com/office/drawing/2014/main" id="{DDA4DA8F-9B9B-3D63-27FA-78326FAC4D3A}"/>
                </a:ext>
              </a:extLst>
            </p:cNvPr>
            <p:cNvGrpSpPr/>
            <p:nvPr/>
          </p:nvGrpSpPr>
          <p:grpSpPr>
            <a:xfrm flipH="1">
              <a:off x="262080" y="5046378"/>
              <a:ext cx="635480" cy="1274252"/>
              <a:chOff x="5134003" y="2196472"/>
              <a:chExt cx="563254" cy="1156702"/>
            </a:xfrm>
          </p:grpSpPr>
          <p:pic>
            <p:nvPicPr>
              <p:cNvPr id="38" name="Graphique 201" descr="Réussite du groupe avec un remplissage uni">
                <a:extLst>
                  <a:ext uri="{FF2B5EF4-FFF2-40B4-BE49-F238E27FC236}">
                    <a16:creationId xmlns:a16="http://schemas.microsoft.com/office/drawing/2014/main" id="{E594696F-DFE0-A66B-5FB1-127E97FD8501}"/>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39" name="Rectangle 202">
                <a:extLst>
                  <a:ext uri="{FF2B5EF4-FFF2-40B4-BE49-F238E27FC236}">
                    <a16:creationId xmlns:a16="http://schemas.microsoft.com/office/drawing/2014/main" id="{7415F432-8B44-6E63-4A22-5FEB4C399370}"/>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31" name="Groupe 203">
              <a:extLst>
                <a:ext uri="{FF2B5EF4-FFF2-40B4-BE49-F238E27FC236}">
                  <a16:creationId xmlns:a16="http://schemas.microsoft.com/office/drawing/2014/main" id="{72DEC351-F1A7-37FD-6BA2-39A3DEA76EE0}"/>
                </a:ext>
              </a:extLst>
            </p:cNvPr>
            <p:cNvGrpSpPr/>
            <p:nvPr/>
          </p:nvGrpSpPr>
          <p:grpSpPr>
            <a:xfrm flipH="1">
              <a:off x="3424466" y="3197940"/>
              <a:ext cx="544643" cy="1109212"/>
              <a:chOff x="5134003" y="2196472"/>
              <a:chExt cx="563254" cy="1156702"/>
            </a:xfrm>
          </p:grpSpPr>
          <p:pic>
            <p:nvPicPr>
              <p:cNvPr id="36" name="Graphique 204" descr="Réussite du groupe avec un remplissage uni">
                <a:extLst>
                  <a:ext uri="{FF2B5EF4-FFF2-40B4-BE49-F238E27FC236}">
                    <a16:creationId xmlns:a16="http://schemas.microsoft.com/office/drawing/2014/main" id="{23050EE3-88A9-FD10-4A1A-F394F470ACDA}"/>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37" name="Rectangle 205">
                <a:extLst>
                  <a:ext uri="{FF2B5EF4-FFF2-40B4-BE49-F238E27FC236}">
                    <a16:creationId xmlns:a16="http://schemas.microsoft.com/office/drawing/2014/main" id="{908BE6FF-674F-0A60-4AFE-6E8A6334F173}"/>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32" name="Graphique 8" descr="Mur de briques en construction avec un remplissage uni">
              <a:extLst>
                <a:ext uri="{FF2B5EF4-FFF2-40B4-BE49-F238E27FC236}">
                  <a16:creationId xmlns:a16="http://schemas.microsoft.com/office/drawing/2014/main" id="{503214B5-98A6-4BBB-DFBF-2F338675A5F0}"/>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flipH="1">
              <a:off x="7209724" y="2927004"/>
              <a:ext cx="993712" cy="1005521"/>
            </a:xfrm>
            <a:prstGeom prst="rect">
              <a:avLst/>
            </a:prstGeom>
          </p:spPr>
        </p:pic>
        <p:pic>
          <p:nvPicPr>
            <p:cNvPr id="33" name="Graphique 248" descr="Mur de briques en construction avec un remplissage uni">
              <a:extLst>
                <a:ext uri="{FF2B5EF4-FFF2-40B4-BE49-F238E27FC236}">
                  <a16:creationId xmlns:a16="http://schemas.microsoft.com/office/drawing/2014/main" id="{B8B6BD38-0576-24A5-986F-EF07DF9EE60E}"/>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flipH="1">
              <a:off x="5736911" y="3981151"/>
              <a:ext cx="993712" cy="1005521"/>
            </a:xfrm>
            <a:prstGeom prst="rect">
              <a:avLst/>
            </a:prstGeom>
          </p:spPr>
        </p:pic>
        <p:pic>
          <p:nvPicPr>
            <p:cNvPr id="34" name="Graphique 249" descr="Mur de briques en construction avec un remplissage uni">
              <a:extLst>
                <a:ext uri="{FF2B5EF4-FFF2-40B4-BE49-F238E27FC236}">
                  <a16:creationId xmlns:a16="http://schemas.microsoft.com/office/drawing/2014/main" id="{E005DDF4-8595-393E-1B61-297224D6AD47}"/>
                </a:ext>
              </a:extLst>
            </p:cNvPr>
            <p:cNvPicPr>
              <a:picLocks noChangeAspect="1"/>
            </p:cNvPicPr>
            <p:nvPr/>
          </p:nvPicPr>
          <p:blipFill>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flipH="1">
              <a:off x="7150179" y="4248794"/>
              <a:ext cx="993712" cy="1005521"/>
            </a:xfrm>
            <a:prstGeom prst="rect">
              <a:avLst/>
            </a:prstGeom>
          </p:spPr>
        </p:pic>
        <p:pic>
          <p:nvPicPr>
            <p:cNvPr id="35" name="Graphique 250" descr="Mur de briques en construction avec un remplissage uni">
              <a:extLst>
                <a:ext uri="{FF2B5EF4-FFF2-40B4-BE49-F238E27FC236}">
                  <a16:creationId xmlns:a16="http://schemas.microsoft.com/office/drawing/2014/main" id="{CEA92E6A-30DA-53B2-842E-EC8517B4B0D6}"/>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flipH="1">
              <a:off x="6192810" y="5310114"/>
              <a:ext cx="993712" cy="1005521"/>
            </a:xfrm>
            <a:prstGeom prst="rect">
              <a:avLst/>
            </a:prstGeom>
          </p:spPr>
        </p:pic>
      </p:grpSp>
    </p:spTree>
    <p:extLst>
      <p:ext uri="{BB962C8B-B14F-4D97-AF65-F5344CB8AC3E}">
        <p14:creationId xmlns:p14="http://schemas.microsoft.com/office/powerpoint/2010/main" val="37944747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E53F30-6E31-2C8B-22D8-53E2835AD693}"/>
              </a:ext>
            </a:extLst>
          </p:cNvPr>
          <p:cNvSpPr>
            <a:spLocks noGrp="1"/>
          </p:cNvSpPr>
          <p:nvPr>
            <p:ph type="title"/>
          </p:nvPr>
        </p:nvSpPr>
        <p:spPr/>
        <p:txBody>
          <a:bodyPr/>
          <a:lstStyle/>
          <a:p>
            <a:r>
              <a:rPr lang="en-US" dirty="0"/>
              <a:t>Operational situations that can lead to using the 6 WHYS</a:t>
            </a:r>
          </a:p>
        </p:txBody>
      </p:sp>
      <p:sp>
        <p:nvSpPr>
          <p:cNvPr id="4" name="Rectangle 3">
            <a:extLst>
              <a:ext uri="{FF2B5EF4-FFF2-40B4-BE49-F238E27FC236}">
                <a16:creationId xmlns:a16="http://schemas.microsoft.com/office/drawing/2014/main" id="{B223EC42-8C97-A462-2ADB-A65A7489F8C3}"/>
              </a:ext>
            </a:extLst>
          </p:cNvPr>
          <p:cNvSpPr/>
          <p:nvPr/>
        </p:nvSpPr>
        <p:spPr>
          <a:xfrm>
            <a:off x="1672124" y="2342526"/>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Project / Product team members lacking contextual knowledge that justifies timing and emergency</a:t>
            </a:r>
          </a:p>
        </p:txBody>
      </p:sp>
      <p:sp>
        <p:nvSpPr>
          <p:cNvPr id="5" name="Rectangle 3">
            <a:extLst>
              <a:ext uri="{FF2B5EF4-FFF2-40B4-BE49-F238E27FC236}">
                <a16:creationId xmlns:a16="http://schemas.microsoft.com/office/drawing/2014/main" id="{77DF738C-E369-FF94-B1C7-BF06AA28B0C7}"/>
              </a:ext>
            </a:extLst>
          </p:cNvPr>
          <p:cNvSpPr/>
          <p:nvPr/>
        </p:nvSpPr>
        <p:spPr>
          <a:xfrm>
            <a:off x="1255077" y="3642385"/>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Difficulty to request simultaneous availabilities of resources to seize an opportunity</a:t>
            </a:r>
          </a:p>
        </p:txBody>
      </p:sp>
      <p:sp>
        <p:nvSpPr>
          <p:cNvPr id="6" name="Rectangle 3">
            <a:extLst>
              <a:ext uri="{FF2B5EF4-FFF2-40B4-BE49-F238E27FC236}">
                <a16:creationId xmlns:a16="http://schemas.microsoft.com/office/drawing/2014/main" id="{7D8E76D7-CAD1-E6FD-B53C-FA166BBB9FEC}"/>
              </a:ext>
            </a:extLst>
          </p:cNvPr>
          <p:cNvSpPr/>
          <p:nvPr/>
        </p:nvSpPr>
        <p:spPr>
          <a:xfrm>
            <a:off x="1672124" y="4942244"/>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Not understanding the pace of a Project / Product and its stakes</a:t>
            </a:r>
          </a:p>
        </p:txBody>
      </p:sp>
      <p:sp>
        <p:nvSpPr>
          <p:cNvPr id="20" name="Freccia a destra 19">
            <a:extLst>
              <a:ext uri="{FF2B5EF4-FFF2-40B4-BE49-F238E27FC236}">
                <a16:creationId xmlns:a16="http://schemas.microsoft.com/office/drawing/2014/main" id="{F672227A-7471-7FC6-FBBA-8626E894BBE9}"/>
              </a:ext>
            </a:extLst>
          </p:cNvPr>
          <p:cNvSpPr/>
          <p:nvPr/>
        </p:nvSpPr>
        <p:spPr>
          <a:xfrm rot="829418">
            <a:off x="4062521" y="2645941"/>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ccia a destra 20">
            <a:extLst>
              <a:ext uri="{FF2B5EF4-FFF2-40B4-BE49-F238E27FC236}">
                <a16:creationId xmlns:a16="http://schemas.microsoft.com/office/drawing/2014/main" id="{5A33C7E8-B6A3-B1C9-C156-6543831D714E}"/>
              </a:ext>
            </a:extLst>
          </p:cNvPr>
          <p:cNvSpPr/>
          <p:nvPr/>
        </p:nvSpPr>
        <p:spPr>
          <a:xfrm>
            <a:off x="4009764" y="3866334"/>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ccia a destra 21">
            <a:extLst>
              <a:ext uri="{FF2B5EF4-FFF2-40B4-BE49-F238E27FC236}">
                <a16:creationId xmlns:a16="http://schemas.microsoft.com/office/drawing/2014/main" id="{2D888098-0AC5-6A99-1645-BB39E35659D3}"/>
              </a:ext>
            </a:extLst>
          </p:cNvPr>
          <p:cNvSpPr/>
          <p:nvPr/>
        </p:nvSpPr>
        <p:spPr>
          <a:xfrm rot="20947031">
            <a:off x="4070165" y="5075660"/>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
            <a:extLst>
              <a:ext uri="{FF2B5EF4-FFF2-40B4-BE49-F238E27FC236}">
                <a16:creationId xmlns:a16="http://schemas.microsoft.com/office/drawing/2014/main" id="{9B29D6D7-5AC6-C1F8-72E5-E7D7A65AA165}"/>
              </a:ext>
            </a:extLst>
          </p:cNvPr>
          <p:cNvSpPr/>
          <p:nvPr/>
        </p:nvSpPr>
        <p:spPr>
          <a:xfrm>
            <a:off x="6225593" y="5441632"/>
            <a:ext cx="4975807" cy="998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Use TIMELINE OF OPPORTUNITY</a:t>
            </a:r>
          </a:p>
        </p:txBody>
      </p:sp>
      <p:grpSp>
        <p:nvGrpSpPr>
          <p:cNvPr id="10" name="Groupe 173">
            <a:extLst>
              <a:ext uri="{FF2B5EF4-FFF2-40B4-BE49-F238E27FC236}">
                <a16:creationId xmlns:a16="http://schemas.microsoft.com/office/drawing/2014/main" id="{A80F73CD-F23E-34B7-5521-FBC61BB0B24A}"/>
              </a:ext>
            </a:extLst>
          </p:cNvPr>
          <p:cNvGrpSpPr/>
          <p:nvPr/>
        </p:nvGrpSpPr>
        <p:grpSpPr>
          <a:xfrm>
            <a:off x="6398348" y="2935954"/>
            <a:ext cx="4473276" cy="2182431"/>
            <a:chOff x="127000" y="915986"/>
            <a:chExt cx="12052300" cy="5880100"/>
          </a:xfrm>
        </p:grpSpPr>
        <p:sp>
          <p:nvSpPr>
            <p:cNvPr id="11" name="Flèche : droite 174">
              <a:extLst>
                <a:ext uri="{FF2B5EF4-FFF2-40B4-BE49-F238E27FC236}">
                  <a16:creationId xmlns:a16="http://schemas.microsoft.com/office/drawing/2014/main" id="{A064AE33-97A5-B2FF-0C86-20F98220E3C3}"/>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endParaRPr>
            </a:p>
          </p:txBody>
        </p:sp>
        <p:sp>
          <p:nvSpPr>
            <p:cNvPr id="12" name="Rectangle 175">
              <a:extLst>
                <a:ext uri="{FF2B5EF4-FFF2-40B4-BE49-F238E27FC236}">
                  <a16:creationId xmlns:a16="http://schemas.microsoft.com/office/drawing/2014/main" id="{04ADD5A0-1868-5664-007C-562D7C65D6CB}"/>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sp>
          <p:nvSpPr>
            <p:cNvPr id="13" name="Rectangle 176">
              <a:extLst>
                <a:ext uri="{FF2B5EF4-FFF2-40B4-BE49-F238E27FC236}">
                  <a16:creationId xmlns:a16="http://schemas.microsoft.com/office/drawing/2014/main" id="{60DD683C-D456-4A80-C332-4E959715BE83}"/>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solidFill>
                  <a:schemeClr val="tx1"/>
                </a:solidFill>
              </a:endParaRPr>
            </a:p>
          </p:txBody>
        </p:sp>
        <p:sp>
          <p:nvSpPr>
            <p:cNvPr id="14" name="Rectangle 177">
              <a:extLst>
                <a:ext uri="{FF2B5EF4-FFF2-40B4-BE49-F238E27FC236}">
                  <a16:creationId xmlns:a16="http://schemas.microsoft.com/office/drawing/2014/main" id="{FE61DD07-56ED-5978-15D0-52FFB3E56B7D}"/>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sp>
          <p:nvSpPr>
            <p:cNvPr id="15" name="Rectangle 178">
              <a:extLst>
                <a:ext uri="{FF2B5EF4-FFF2-40B4-BE49-F238E27FC236}">
                  <a16:creationId xmlns:a16="http://schemas.microsoft.com/office/drawing/2014/main" id="{AB19552B-E5C0-6934-9375-1F4D55300B65}"/>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200"/>
            </a:p>
          </p:txBody>
        </p:sp>
      </p:grpSp>
    </p:spTree>
    <p:extLst>
      <p:ext uri="{BB962C8B-B14F-4D97-AF65-F5344CB8AC3E}">
        <p14:creationId xmlns:p14="http://schemas.microsoft.com/office/powerpoint/2010/main" val="18168364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E53F30-6E31-2C8B-22D8-53E2835AD693}"/>
              </a:ext>
            </a:extLst>
          </p:cNvPr>
          <p:cNvSpPr>
            <a:spLocks noGrp="1"/>
          </p:cNvSpPr>
          <p:nvPr>
            <p:ph type="title"/>
          </p:nvPr>
        </p:nvSpPr>
        <p:spPr/>
        <p:txBody>
          <a:bodyPr/>
          <a:lstStyle/>
          <a:p>
            <a:r>
              <a:rPr lang="en-US" dirty="0"/>
              <a:t>Operational situations that can lead to using the 6 WHYS</a:t>
            </a:r>
          </a:p>
        </p:txBody>
      </p:sp>
      <p:sp>
        <p:nvSpPr>
          <p:cNvPr id="4" name="Rectangle 3">
            <a:extLst>
              <a:ext uri="{FF2B5EF4-FFF2-40B4-BE49-F238E27FC236}">
                <a16:creationId xmlns:a16="http://schemas.microsoft.com/office/drawing/2014/main" id="{B223EC42-8C97-A462-2ADB-A65A7489F8C3}"/>
              </a:ext>
            </a:extLst>
          </p:cNvPr>
          <p:cNvSpPr/>
          <p:nvPr/>
        </p:nvSpPr>
        <p:spPr>
          <a:xfrm>
            <a:off x="1672124" y="2342526"/>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Lack of contextual knowledge of the project / product stakeholders (especially internal)</a:t>
            </a:r>
          </a:p>
        </p:txBody>
      </p:sp>
      <p:sp>
        <p:nvSpPr>
          <p:cNvPr id="5" name="Rectangle 3">
            <a:extLst>
              <a:ext uri="{FF2B5EF4-FFF2-40B4-BE49-F238E27FC236}">
                <a16:creationId xmlns:a16="http://schemas.microsoft.com/office/drawing/2014/main" id="{77DF738C-E369-FF94-B1C7-BF06AA28B0C7}"/>
              </a:ext>
            </a:extLst>
          </p:cNvPr>
          <p:cNvSpPr/>
          <p:nvPr/>
        </p:nvSpPr>
        <p:spPr>
          <a:xfrm>
            <a:off x="1255077" y="3642385"/>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Lack of understanding of the target / sales / influence priorities, or misalignment in the Project  / product team</a:t>
            </a:r>
          </a:p>
        </p:txBody>
      </p:sp>
      <p:sp>
        <p:nvSpPr>
          <p:cNvPr id="6" name="Rectangle 3">
            <a:extLst>
              <a:ext uri="{FF2B5EF4-FFF2-40B4-BE49-F238E27FC236}">
                <a16:creationId xmlns:a16="http://schemas.microsoft.com/office/drawing/2014/main" id="{7D8E76D7-CAD1-E6FD-B53C-FA166BBB9FEC}"/>
              </a:ext>
            </a:extLst>
          </p:cNvPr>
          <p:cNvSpPr/>
          <p:nvPr/>
        </p:nvSpPr>
        <p:spPr>
          <a:xfrm>
            <a:off x="1672124" y="4942244"/>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Lack of understanding of “political” efforts of team leaders</a:t>
            </a:r>
          </a:p>
        </p:txBody>
      </p:sp>
      <p:sp>
        <p:nvSpPr>
          <p:cNvPr id="20" name="Freccia a destra 19">
            <a:extLst>
              <a:ext uri="{FF2B5EF4-FFF2-40B4-BE49-F238E27FC236}">
                <a16:creationId xmlns:a16="http://schemas.microsoft.com/office/drawing/2014/main" id="{F672227A-7471-7FC6-FBBA-8626E894BBE9}"/>
              </a:ext>
            </a:extLst>
          </p:cNvPr>
          <p:cNvSpPr/>
          <p:nvPr/>
        </p:nvSpPr>
        <p:spPr>
          <a:xfrm rot="829418">
            <a:off x="4062521" y="2645941"/>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ccia a destra 20">
            <a:extLst>
              <a:ext uri="{FF2B5EF4-FFF2-40B4-BE49-F238E27FC236}">
                <a16:creationId xmlns:a16="http://schemas.microsoft.com/office/drawing/2014/main" id="{5A33C7E8-B6A3-B1C9-C156-6543831D714E}"/>
              </a:ext>
            </a:extLst>
          </p:cNvPr>
          <p:cNvSpPr/>
          <p:nvPr/>
        </p:nvSpPr>
        <p:spPr>
          <a:xfrm>
            <a:off x="4009764" y="3866334"/>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ccia a destra 21">
            <a:extLst>
              <a:ext uri="{FF2B5EF4-FFF2-40B4-BE49-F238E27FC236}">
                <a16:creationId xmlns:a16="http://schemas.microsoft.com/office/drawing/2014/main" id="{2D888098-0AC5-6A99-1645-BB39E35659D3}"/>
              </a:ext>
            </a:extLst>
          </p:cNvPr>
          <p:cNvSpPr/>
          <p:nvPr/>
        </p:nvSpPr>
        <p:spPr>
          <a:xfrm rot="20947031">
            <a:off x="4070165" y="5075660"/>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
            <a:extLst>
              <a:ext uri="{FF2B5EF4-FFF2-40B4-BE49-F238E27FC236}">
                <a16:creationId xmlns:a16="http://schemas.microsoft.com/office/drawing/2014/main" id="{9B29D6D7-5AC6-C1F8-72E5-E7D7A65AA165}"/>
              </a:ext>
            </a:extLst>
          </p:cNvPr>
          <p:cNvSpPr/>
          <p:nvPr/>
        </p:nvSpPr>
        <p:spPr>
          <a:xfrm>
            <a:off x="6225593" y="5441632"/>
            <a:ext cx="4975807" cy="998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Use MAP OF INFLUENCE</a:t>
            </a:r>
          </a:p>
        </p:txBody>
      </p:sp>
      <p:grpSp>
        <p:nvGrpSpPr>
          <p:cNvPr id="3" name="Groupe 125">
            <a:extLst>
              <a:ext uri="{FF2B5EF4-FFF2-40B4-BE49-F238E27FC236}">
                <a16:creationId xmlns:a16="http://schemas.microsoft.com/office/drawing/2014/main" id="{1CF51C54-C32D-9D6A-523B-6B0AD5860F25}"/>
              </a:ext>
            </a:extLst>
          </p:cNvPr>
          <p:cNvGrpSpPr/>
          <p:nvPr/>
        </p:nvGrpSpPr>
        <p:grpSpPr>
          <a:xfrm>
            <a:off x="6605177" y="2275123"/>
            <a:ext cx="4139023" cy="3073840"/>
            <a:chOff x="4856111" y="1739195"/>
            <a:chExt cx="6696567" cy="4973195"/>
          </a:xfrm>
        </p:grpSpPr>
        <p:pic>
          <p:nvPicPr>
            <p:cNvPr id="7" name="Graphique 126" descr="Sphères de Harvey 100% avec un remplissage uni">
              <a:extLst>
                <a:ext uri="{FF2B5EF4-FFF2-40B4-BE49-F238E27FC236}">
                  <a16:creationId xmlns:a16="http://schemas.microsoft.com/office/drawing/2014/main" id="{1B2AFF6B-4E3A-A565-04F6-99EC32309DB8}"/>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0326" t="10344" r="10326" b="10240"/>
            <a:stretch/>
          </p:blipFill>
          <p:spPr>
            <a:xfrm>
              <a:off x="4856111" y="3574539"/>
              <a:ext cx="1792339" cy="1793874"/>
            </a:xfrm>
            <a:prstGeom prst="rect">
              <a:avLst/>
            </a:prstGeom>
          </p:spPr>
        </p:pic>
        <p:grpSp>
          <p:nvGrpSpPr>
            <p:cNvPr id="8" name="Groupe 128">
              <a:extLst>
                <a:ext uri="{FF2B5EF4-FFF2-40B4-BE49-F238E27FC236}">
                  <a16:creationId xmlns:a16="http://schemas.microsoft.com/office/drawing/2014/main" id="{5D00ABD5-692A-1F90-B2B8-81C9087F7D32}"/>
                </a:ext>
              </a:extLst>
            </p:cNvPr>
            <p:cNvGrpSpPr/>
            <p:nvPr/>
          </p:nvGrpSpPr>
          <p:grpSpPr>
            <a:xfrm>
              <a:off x="8201266" y="2889716"/>
              <a:ext cx="1203959" cy="1114429"/>
              <a:chOff x="495541" y="3991241"/>
              <a:chExt cx="1203959" cy="1114429"/>
            </a:xfrm>
          </p:grpSpPr>
          <p:sp>
            <p:nvSpPr>
              <p:cNvPr id="48" name="Rectangle 195">
                <a:extLst>
                  <a:ext uri="{FF2B5EF4-FFF2-40B4-BE49-F238E27FC236}">
                    <a16:creationId xmlns:a16="http://schemas.microsoft.com/office/drawing/2014/main" id="{5EE5CD0F-E293-1864-F190-E6D9DD79E987}"/>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49" name="Graphique 196" descr="Utilisateurs avec un remplissage uni">
                <a:extLst>
                  <a:ext uri="{FF2B5EF4-FFF2-40B4-BE49-F238E27FC236}">
                    <a16:creationId xmlns:a16="http://schemas.microsoft.com/office/drawing/2014/main" id="{EA654837-0E55-3D3D-2110-D7790482986A}"/>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9" name="Groupe 129">
              <a:extLst>
                <a:ext uri="{FF2B5EF4-FFF2-40B4-BE49-F238E27FC236}">
                  <a16:creationId xmlns:a16="http://schemas.microsoft.com/office/drawing/2014/main" id="{60B2E7B3-BE0F-B519-90AC-00C04138F498}"/>
                </a:ext>
              </a:extLst>
            </p:cNvPr>
            <p:cNvGrpSpPr/>
            <p:nvPr/>
          </p:nvGrpSpPr>
          <p:grpSpPr>
            <a:xfrm>
              <a:off x="8144116" y="4080387"/>
              <a:ext cx="1203959" cy="1114429"/>
              <a:chOff x="495541" y="3991241"/>
              <a:chExt cx="1203959" cy="1114429"/>
            </a:xfrm>
            <a:solidFill>
              <a:srgbClr val="0683AA"/>
            </a:solidFill>
          </p:grpSpPr>
          <p:sp>
            <p:nvSpPr>
              <p:cNvPr id="46" name="Rectangle 193">
                <a:extLst>
                  <a:ext uri="{FF2B5EF4-FFF2-40B4-BE49-F238E27FC236}">
                    <a16:creationId xmlns:a16="http://schemas.microsoft.com/office/drawing/2014/main" id="{364A0D27-EE90-3C4B-CE90-2623C7DB2BF6}"/>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47" name="Graphique 194" descr="Utilisateurs avec un remplissage uni">
                <a:extLst>
                  <a:ext uri="{FF2B5EF4-FFF2-40B4-BE49-F238E27FC236}">
                    <a16:creationId xmlns:a16="http://schemas.microsoft.com/office/drawing/2014/main" id="{6057DE58-2102-99EB-DF11-ADBBA9DBE96E}"/>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16" name="Groupe 130">
              <a:extLst>
                <a:ext uri="{FF2B5EF4-FFF2-40B4-BE49-F238E27FC236}">
                  <a16:creationId xmlns:a16="http://schemas.microsoft.com/office/drawing/2014/main" id="{334874EF-28ED-37BE-C8CA-AF746F160BE2}"/>
                </a:ext>
              </a:extLst>
            </p:cNvPr>
            <p:cNvGrpSpPr/>
            <p:nvPr/>
          </p:nvGrpSpPr>
          <p:grpSpPr>
            <a:xfrm>
              <a:off x="7765182" y="5459500"/>
              <a:ext cx="1203959" cy="1114429"/>
              <a:chOff x="495541" y="3991241"/>
              <a:chExt cx="1203959" cy="1114429"/>
            </a:xfrm>
          </p:grpSpPr>
          <p:sp>
            <p:nvSpPr>
              <p:cNvPr id="44" name="Rectangle 191">
                <a:extLst>
                  <a:ext uri="{FF2B5EF4-FFF2-40B4-BE49-F238E27FC236}">
                    <a16:creationId xmlns:a16="http://schemas.microsoft.com/office/drawing/2014/main" id="{466A9651-33D4-2A6E-3F72-6C8EA8D019E9}"/>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pic>
            <p:nvPicPr>
              <p:cNvPr id="45" name="Graphique 192" descr="Utilisateurs avec un remplissage uni">
                <a:extLst>
                  <a:ext uri="{FF2B5EF4-FFF2-40B4-BE49-F238E27FC236}">
                    <a16:creationId xmlns:a16="http://schemas.microsoft.com/office/drawing/2014/main" id="{641D6705-0F58-89F5-97AF-11EDC82CF118}"/>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17" name="Groupe 131">
              <a:extLst>
                <a:ext uri="{FF2B5EF4-FFF2-40B4-BE49-F238E27FC236}">
                  <a16:creationId xmlns:a16="http://schemas.microsoft.com/office/drawing/2014/main" id="{31DEAECF-A143-CDAA-A1AE-49BDF48F01A6}"/>
                </a:ext>
              </a:extLst>
            </p:cNvPr>
            <p:cNvGrpSpPr/>
            <p:nvPr/>
          </p:nvGrpSpPr>
          <p:grpSpPr>
            <a:xfrm>
              <a:off x="10040031" y="5626122"/>
              <a:ext cx="1203959" cy="1086268"/>
              <a:chOff x="1844480" y="4004145"/>
              <a:chExt cx="1203959" cy="1086268"/>
            </a:xfrm>
          </p:grpSpPr>
          <p:sp>
            <p:nvSpPr>
              <p:cNvPr id="42" name="Rectangle 189">
                <a:extLst>
                  <a:ext uri="{FF2B5EF4-FFF2-40B4-BE49-F238E27FC236}">
                    <a16:creationId xmlns:a16="http://schemas.microsoft.com/office/drawing/2014/main" id="{26993126-EE84-2E41-5A30-A667A4E18DFA}"/>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43" name="Graphique 190" descr="Utilisateurs avec un remplissage uni">
                <a:extLst>
                  <a:ext uri="{FF2B5EF4-FFF2-40B4-BE49-F238E27FC236}">
                    <a16:creationId xmlns:a16="http://schemas.microsoft.com/office/drawing/2014/main" id="{A4E80B15-98E3-9DBA-8248-6CAC6D65ACAD}"/>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grpSp>
          <p:nvGrpSpPr>
            <p:cNvPr id="18" name="Groupe 132">
              <a:extLst>
                <a:ext uri="{FF2B5EF4-FFF2-40B4-BE49-F238E27FC236}">
                  <a16:creationId xmlns:a16="http://schemas.microsoft.com/office/drawing/2014/main" id="{0AC48AB9-78AB-B214-182A-907699BA0DA6}"/>
                </a:ext>
              </a:extLst>
            </p:cNvPr>
            <p:cNvGrpSpPr/>
            <p:nvPr/>
          </p:nvGrpSpPr>
          <p:grpSpPr>
            <a:xfrm>
              <a:off x="10348719" y="4140742"/>
              <a:ext cx="1203959" cy="1086268"/>
              <a:chOff x="1844480" y="4004145"/>
              <a:chExt cx="1203959" cy="1086268"/>
            </a:xfrm>
          </p:grpSpPr>
          <p:sp>
            <p:nvSpPr>
              <p:cNvPr id="40" name="Rectangle 187">
                <a:extLst>
                  <a:ext uri="{FF2B5EF4-FFF2-40B4-BE49-F238E27FC236}">
                    <a16:creationId xmlns:a16="http://schemas.microsoft.com/office/drawing/2014/main" id="{E15F09FD-6A10-0252-824D-456B1DFD80BF}"/>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41" name="Graphique 188" descr="Utilisateurs avec un remplissage uni">
                <a:extLst>
                  <a:ext uri="{FF2B5EF4-FFF2-40B4-BE49-F238E27FC236}">
                    <a16:creationId xmlns:a16="http://schemas.microsoft.com/office/drawing/2014/main" id="{653F1AC7-895A-F953-1506-DBF443A69B11}"/>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pic>
          <p:nvPicPr>
            <p:cNvPr id="19" name="Graphique 185" descr="Utilisateur avec un remplissage uni">
              <a:extLst>
                <a:ext uri="{FF2B5EF4-FFF2-40B4-BE49-F238E27FC236}">
                  <a16:creationId xmlns:a16="http://schemas.microsoft.com/office/drawing/2014/main" id="{1D1DCB2B-A2FC-D5ED-4D2D-D02362A15B43}"/>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451137" y="1940358"/>
              <a:ext cx="634194" cy="634194"/>
            </a:xfrm>
            <a:prstGeom prst="rect">
              <a:avLst/>
            </a:prstGeom>
          </p:spPr>
        </p:pic>
        <p:grpSp>
          <p:nvGrpSpPr>
            <p:cNvPr id="24" name="Groupe 134">
              <a:extLst>
                <a:ext uri="{FF2B5EF4-FFF2-40B4-BE49-F238E27FC236}">
                  <a16:creationId xmlns:a16="http://schemas.microsoft.com/office/drawing/2014/main" id="{C96FFABE-2EF4-23E0-1CA6-BF9D10D6B4A3}"/>
                </a:ext>
              </a:extLst>
            </p:cNvPr>
            <p:cNvGrpSpPr/>
            <p:nvPr/>
          </p:nvGrpSpPr>
          <p:grpSpPr>
            <a:xfrm>
              <a:off x="10058713" y="1739195"/>
              <a:ext cx="1203959" cy="1086268"/>
              <a:chOff x="1844480" y="4004145"/>
              <a:chExt cx="1203959" cy="1086268"/>
            </a:xfrm>
          </p:grpSpPr>
          <p:sp>
            <p:nvSpPr>
              <p:cNvPr id="38" name="Rectangle 150">
                <a:extLst>
                  <a:ext uri="{FF2B5EF4-FFF2-40B4-BE49-F238E27FC236}">
                    <a16:creationId xmlns:a16="http://schemas.microsoft.com/office/drawing/2014/main" id="{9E25F3F9-0B37-9DAC-4895-2E844DB9AB55}"/>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solidFill>
                    <a:schemeClr val="tx1"/>
                  </a:solidFill>
                </a:endParaRPr>
              </a:p>
            </p:txBody>
          </p:sp>
          <p:pic>
            <p:nvPicPr>
              <p:cNvPr id="39" name="Graphique 151" descr="Utilisateurs avec un remplissage uni">
                <a:extLst>
                  <a:ext uri="{FF2B5EF4-FFF2-40B4-BE49-F238E27FC236}">
                    <a16:creationId xmlns:a16="http://schemas.microsoft.com/office/drawing/2014/main" id="{67CA247D-FB5C-81F3-5216-7E42BD7D2910}"/>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pic>
          <p:nvPicPr>
            <p:cNvPr id="25" name="Graphique 148" descr="Utilisateur avec un remplissage uni">
              <a:extLst>
                <a:ext uri="{FF2B5EF4-FFF2-40B4-BE49-F238E27FC236}">
                  <a16:creationId xmlns:a16="http://schemas.microsoft.com/office/drawing/2014/main" id="{B55A5BD9-679F-5CCF-EE02-0B609DC052D4}"/>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0324912" y="3254927"/>
              <a:ext cx="634194" cy="634194"/>
            </a:xfrm>
            <a:prstGeom prst="rect">
              <a:avLst/>
            </a:prstGeom>
          </p:spPr>
        </p:pic>
        <p:sp>
          <p:nvSpPr>
            <p:cNvPr id="26" name="Flèche : droite 136">
              <a:extLst>
                <a:ext uri="{FF2B5EF4-FFF2-40B4-BE49-F238E27FC236}">
                  <a16:creationId xmlns:a16="http://schemas.microsoft.com/office/drawing/2014/main" id="{9FDB9FD6-AA36-3F16-1187-9F1B1D1F806A}"/>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27" name="Flèche : droite 137">
              <a:extLst>
                <a:ext uri="{FF2B5EF4-FFF2-40B4-BE49-F238E27FC236}">
                  <a16:creationId xmlns:a16="http://schemas.microsoft.com/office/drawing/2014/main" id="{165F4C1C-C88B-732A-84DC-C0677874A038}"/>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28" name="Flèche : droite 138">
              <a:extLst>
                <a:ext uri="{FF2B5EF4-FFF2-40B4-BE49-F238E27FC236}">
                  <a16:creationId xmlns:a16="http://schemas.microsoft.com/office/drawing/2014/main" id="{3984E5FA-E7CA-705B-3C17-DA46BB5E0649}"/>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29" name="Flèche : droite 139">
              <a:extLst>
                <a:ext uri="{FF2B5EF4-FFF2-40B4-BE49-F238E27FC236}">
                  <a16:creationId xmlns:a16="http://schemas.microsoft.com/office/drawing/2014/main" id="{16DEEECA-0734-724F-99B3-E3DEBBDF35FB}"/>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30" name="Flèche : droite 140">
              <a:extLst>
                <a:ext uri="{FF2B5EF4-FFF2-40B4-BE49-F238E27FC236}">
                  <a16:creationId xmlns:a16="http://schemas.microsoft.com/office/drawing/2014/main" id="{6083E3B7-D5C7-6FCA-B892-591C172DA0FB}"/>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
          <p:nvSpPr>
            <p:cNvPr id="31" name="Flèche : droite 141">
              <a:extLst>
                <a:ext uri="{FF2B5EF4-FFF2-40B4-BE49-F238E27FC236}">
                  <a16:creationId xmlns:a16="http://schemas.microsoft.com/office/drawing/2014/main" id="{1780FE84-270A-5F48-6912-7528148583EC}"/>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32" name="Flèche : droite 142">
              <a:extLst>
                <a:ext uri="{FF2B5EF4-FFF2-40B4-BE49-F238E27FC236}">
                  <a16:creationId xmlns:a16="http://schemas.microsoft.com/office/drawing/2014/main" id="{7BDB9A14-0781-863F-9F61-FAAB602D2AF9}"/>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33" name="Flèche : droite 143">
              <a:extLst>
                <a:ext uri="{FF2B5EF4-FFF2-40B4-BE49-F238E27FC236}">
                  <a16:creationId xmlns:a16="http://schemas.microsoft.com/office/drawing/2014/main" id="{9487D16F-694A-2898-A589-95F267787333}"/>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sp>
          <p:nvSpPr>
            <p:cNvPr id="34" name="Flèche : droite 144">
              <a:extLst>
                <a:ext uri="{FF2B5EF4-FFF2-40B4-BE49-F238E27FC236}">
                  <a16:creationId xmlns:a16="http://schemas.microsoft.com/office/drawing/2014/main" id="{B4352B1D-6FCD-C9DC-39A9-2B77953A8A92}"/>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00">
                <a:solidFill>
                  <a:schemeClr val="tx1"/>
                </a:solidFill>
              </a:endParaRPr>
            </a:p>
          </p:txBody>
        </p:sp>
        <p:pic>
          <p:nvPicPr>
            <p:cNvPr id="35" name="Graphique 145" descr="Utilisateur avec un remplissage uni">
              <a:extLst>
                <a:ext uri="{FF2B5EF4-FFF2-40B4-BE49-F238E27FC236}">
                  <a16:creationId xmlns:a16="http://schemas.microsoft.com/office/drawing/2014/main" id="{71328B5C-DEE4-F0A1-1E63-C41CBFC4C46D}"/>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9199066" y="3752255"/>
              <a:ext cx="410445" cy="410445"/>
            </a:xfrm>
            <a:prstGeom prst="rect">
              <a:avLst/>
            </a:prstGeom>
          </p:spPr>
        </p:pic>
        <p:pic>
          <p:nvPicPr>
            <p:cNvPr id="36" name="Graphique 146" descr="Utilisateur avec un remplissage uni">
              <a:extLst>
                <a:ext uri="{FF2B5EF4-FFF2-40B4-BE49-F238E27FC236}">
                  <a16:creationId xmlns:a16="http://schemas.microsoft.com/office/drawing/2014/main" id="{05EA37C6-E949-C446-6CEA-7A42E0795675}"/>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7997464" y="4944818"/>
              <a:ext cx="410445" cy="410445"/>
            </a:xfrm>
            <a:prstGeom prst="rect">
              <a:avLst/>
            </a:prstGeom>
          </p:spPr>
        </p:pic>
        <p:pic>
          <p:nvPicPr>
            <p:cNvPr id="37" name="Graphique 147" descr="Utilisateur avec un remplissage uni">
              <a:extLst>
                <a:ext uri="{FF2B5EF4-FFF2-40B4-BE49-F238E27FC236}">
                  <a16:creationId xmlns:a16="http://schemas.microsoft.com/office/drawing/2014/main" id="{D70CD783-F8E2-EECB-E3A1-8B7CD0BBB195}"/>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10985327" y="2533953"/>
              <a:ext cx="410445" cy="410445"/>
            </a:xfrm>
            <a:prstGeom prst="rect">
              <a:avLst/>
            </a:prstGeom>
          </p:spPr>
        </p:pic>
      </p:grpSp>
    </p:spTree>
    <p:extLst>
      <p:ext uri="{BB962C8B-B14F-4D97-AF65-F5344CB8AC3E}">
        <p14:creationId xmlns:p14="http://schemas.microsoft.com/office/powerpoint/2010/main" val="10225177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E53F30-6E31-2C8B-22D8-53E2835AD693}"/>
              </a:ext>
            </a:extLst>
          </p:cNvPr>
          <p:cNvSpPr>
            <a:spLocks noGrp="1"/>
          </p:cNvSpPr>
          <p:nvPr>
            <p:ph type="title"/>
          </p:nvPr>
        </p:nvSpPr>
        <p:spPr/>
        <p:txBody>
          <a:bodyPr/>
          <a:lstStyle/>
          <a:p>
            <a:r>
              <a:rPr lang="en-US" dirty="0"/>
              <a:t>Operational situations that can lead to using the 6 WHYS</a:t>
            </a:r>
          </a:p>
        </p:txBody>
      </p:sp>
      <p:sp>
        <p:nvSpPr>
          <p:cNvPr id="4" name="Rectangle 3">
            <a:extLst>
              <a:ext uri="{FF2B5EF4-FFF2-40B4-BE49-F238E27FC236}">
                <a16:creationId xmlns:a16="http://schemas.microsoft.com/office/drawing/2014/main" id="{B223EC42-8C97-A462-2ADB-A65A7489F8C3}"/>
              </a:ext>
            </a:extLst>
          </p:cNvPr>
          <p:cNvSpPr/>
          <p:nvPr/>
        </p:nvSpPr>
        <p:spPr>
          <a:xfrm>
            <a:off x="1672124" y="2342526"/>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Doubt on how to adapt project/product to willingness or reluctance to change of stakeholders</a:t>
            </a:r>
          </a:p>
        </p:txBody>
      </p:sp>
      <p:sp>
        <p:nvSpPr>
          <p:cNvPr id="5" name="Rectangle 3">
            <a:extLst>
              <a:ext uri="{FF2B5EF4-FFF2-40B4-BE49-F238E27FC236}">
                <a16:creationId xmlns:a16="http://schemas.microsoft.com/office/drawing/2014/main" id="{77DF738C-E369-FF94-B1C7-BF06AA28B0C7}"/>
              </a:ext>
            </a:extLst>
          </p:cNvPr>
          <p:cNvSpPr/>
          <p:nvPr/>
        </p:nvSpPr>
        <p:spPr>
          <a:xfrm>
            <a:off x="1255077" y="3642385"/>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Misestimating the cost of changing habits when launching a new project / product</a:t>
            </a:r>
          </a:p>
        </p:txBody>
      </p:sp>
      <p:sp>
        <p:nvSpPr>
          <p:cNvPr id="6" name="Rectangle 3">
            <a:extLst>
              <a:ext uri="{FF2B5EF4-FFF2-40B4-BE49-F238E27FC236}">
                <a16:creationId xmlns:a16="http://schemas.microsoft.com/office/drawing/2014/main" id="{7D8E76D7-CAD1-E6FD-B53C-FA166BBB9FEC}"/>
              </a:ext>
            </a:extLst>
          </p:cNvPr>
          <p:cNvSpPr/>
          <p:nvPr/>
        </p:nvSpPr>
        <p:spPr>
          <a:xfrm>
            <a:off x="1672124" y="4942244"/>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Lack of empathy with a given stakeholder of a project / product that brings change</a:t>
            </a:r>
          </a:p>
        </p:txBody>
      </p:sp>
      <p:sp>
        <p:nvSpPr>
          <p:cNvPr id="20" name="Freccia a destra 19">
            <a:extLst>
              <a:ext uri="{FF2B5EF4-FFF2-40B4-BE49-F238E27FC236}">
                <a16:creationId xmlns:a16="http://schemas.microsoft.com/office/drawing/2014/main" id="{F672227A-7471-7FC6-FBBA-8626E894BBE9}"/>
              </a:ext>
            </a:extLst>
          </p:cNvPr>
          <p:cNvSpPr/>
          <p:nvPr/>
        </p:nvSpPr>
        <p:spPr>
          <a:xfrm rot="829418">
            <a:off x="4062521" y="2645941"/>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ccia a destra 20">
            <a:extLst>
              <a:ext uri="{FF2B5EF4-FFF2-40B4-BE49-F238E27FC236}">
                <a16:creationId xmlns:a16="http://schemas.microsoft.com/office/drawing/2014/main" id="{5A33C7E8-B6A3-B1C9-C156-6543831D714E}"/>
              </a:ext>
            </a:extLst>
          </p:cNvPr>
          <p:cNvSpPr/>
          <p:nvPr/>
        </p:nvSpPr>
        <p:spPr>
          <a:xfrm>
            <a:off x="4009764" y="3866334"/>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ccia a destra 21">
            <a:extLst>
              <a:ext uri="{FF2B5EF4-FFF2-40B4-BE49-F238E27FC236}">
                <a16:creationId xmlns:a16="http://schemas.microsoft.com/office/drawing/2014/main" id="{2D888098-0AC5-6A99-1645-BB39E35659D3}"/>
              </a:ext>
            </a:extLst>
          </p:cNvPr>
          <p:cNvSpPr/>
          <p:nvPr/>
        </p:nvSpPr>
        <p:spPr>
          <a:xfrm rot="20947031">
            <a:off x="4070165" y="5075660"/>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
            <a:extLst>
              <a:ext uri="{FF2B5EF4-FFF2-40B4-BE49-F238E27FC236}">
                <a16:creationId xmlns:a16="http://schemas.microsoft.com/office/drawing/2014/main" id="{9B29D6D7-5AC6-C1F8-72E5-E7D7A65AA165}"/>
              </a:ext>
            </a:extLst>
          </p:cNvPr>
          <p:cNvSpPr/>
          <p:nvPr/>
        </p:nvSpPr>
        <p:spPr>
          <a:xfrm>
            <a:off x="6225593" y="5441632"/>
            <a:ext cx="4975807" cy="998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Use Balance of Differentiation</a:t>
            </a:r>
          </a:p>
        </p:txBody>
      </p:sp>
      <p:grpSp>
        <p:nvGrpSpPr>
          <p:cNvPr id="10" name="Gruppo 9">
            <a:extLst>
              <a:ext uri="{FF2B5EF4-FFF2-40B4-BE49-F238E27FC236}">
                <a16:creationId xmlns:a16="http://schemas.microsoft.com/office/drawing/2014/main" id="{E715A7FA-2C5A-DABB-C4F0-B788B55FCCDE}"/>
              </a:ext>
            </a:extLst>
          </p:cNvPr>
          <p:cNvGrpSpPr/>
          <p:nvPr/>
        </p:nvGrpSpPr>
        <p:grpSpPr>
          <a:xfrm>
            <a:off x="7261862" y="1973301"/>
            <a:ext cx="2746248" cy="3592076"/>
            <a:chOff x="6096000" y="2268537"/>
            <a:chExt cx="1471902" cy="1925239"/>
          </a:xfrm>
        </p:grpSpPr>
        <p:grpSp>
          <p:nvGrpSpPr>
            <p:cNvPr id="11" name="Groupe 1">
              <a:extLst>
                <a:ext uri="{FF2B5EF4-FFF2-40B4-BE49-F238E27FC236}">
                  <a16:creationId xmlns:a16="http://schemas.microsoft.com/office/drawing/2014/main" id="{11FC1CFC-B449-4E76-CA8A-1149E4F318EB}"/>
                </a:ext>
              </a:extLst>
            </p:cNvPr>
            <p:cNvGrpSpPr/>
            <p:nvPr/>
          </p:nvGrpSpPr>
          <p:grpSpPr>
            <a:xfrm>
              <a:off x="6096000" y="2643760"/>
              <a:ext cx="1471902" cy="1550016"/>
              <a:chOff x="6119047" y="342948"/>
              <a:chExt cx="5553478" cy="5848201"/>
            </a:xfrm>
          </p:grpSpPr>
          <p:pic>
            <p:nvPicPr>
              <p:cNvPr id="13" name="Graphique 112" descr="Balance de la justice avec un remplissage uni">
                <a:extLst>
                  <a:ext uri="{FF2B5EF4-FFF2-40B4-BE49-F238E27FC236}">
                    <a16:creationId xmlns:a16="http://schemas.microsoft.com/office/drawing/2014/main" id="{65392E28-B40D-F889-20BF-EE4AF8505A79}"/>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6972" t="7530" r="8041" b="7105"/>
              <a:stretch/>
            </p:blipFill>
            <p:spPr>
              <a:xfrm>
                <a:off x="6521388" y="342948"/>
                <a:ext cx="4441794" cy="4461491"/>
              </a:xfrm>
              <a:prstGeom prst="rect">
                <a:avLst/>
              </a:prstGeom>
            </p:spPr>
          </p:pic>
          <p:sp>
            <p:nvSpPr>
              <p:cNvPr id="14" name="Rectangle 116">
                <a:extLst>
                  <a:ext uri="{FF2B5EF4-FFF2-40B4-BE49-F238E27FC236}">
                    <a16:creationId xmlns:a16="http://schemas.microsoft.com/office/drawing/2014/main" id="{00B63E04-8A2D-877D-4065-F0C3365FF0AA}"/>
                  </a:ext>
                </a:extLst>
              </p:cNvPr>
              <p:cNvSpPr/>
              <p:nvPr/>
            </p:nvSpPr>
            <p:spPr>
              <a:xfrm>
                <a:off x="6119047" y="2200989"/>
                <a:ext cx="1035728"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5" name="Rectangle 117">
                <a:extLst>
                  <a:ext uri="{FF2B5EF4-FFF2-40B4-BE49-F238E27FC236}">
                    <a16:creationId xmlns:a16="http://schemas.microsoft.com/office/drawing/2014/main" id="{B59E7623-2314-D03E-1A81-D91A11880A7E}"/>
                  </a:ext>
                </a:extLst>
              </p:cNvPr>
              <p:cNvSpPr/>
              <p:nvPr/>
            </p:nvSpPr>
            <p:spPr>
              <a:xfrm>
                <a:off x="7279062" y="2219854"/>
                <a:ext cx="1035728"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0" name="Rectangle 118">
                <a:extLst>
                  <a:ext uri="{FF2B5EF4-FFF2-40B4-BE49-F238E27FC236}">
                    <a16:creationId xmlns:a16="http://schemas.microsoft.com/office/drawing/2014/main" id="{48103BCB-5659-5FEE-F84B-0C80EE4AB284}"/>
                  </a:ext>
                </a:extLst>
              </p:cNvPr>
              <p:cNvSpPr/>
              <p:nvPr/>
            </p:nvSpPr>
            <p:spPr>
              <a:xfrm>
                <a:off x="10494151" y="2232554"/>
                <a:ext cx="1178374"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1" name="Rectangle 119">
                <a:extLst>
                  <a:ext uri="{FF2B5EF4-FFF2-40B4-BE49-F238E27FC236}">
                    <a16:creationId xmlns:a16="http://schemas.microsoft.com/office/drawing/2014/main" id="{9EDFBF6A-A41A-C478-A369-64BF6612FEC9}"/>
                  </a:ext>
                </a:extLst>
              </p:cNvPr>
              <p:cNvSpPr/>
              <p:nvPr/>
            </p:nvSpPr>
            <p:spPr>
              <a:xfrm>
                <a:off x="7021611" y="1448809"/>
                <a:ext cx="1035728"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2" name="Rectangle 120">
                <a:extLst>
                  <a:ext uri="{FF2B5EF4-FFF2-40B4-BE49-F238E27FC236}">
                    <a16:creationId xmlns:a16="http://schemas.microsoft.com/office/drawing/2014/main" id="{2DEB8D7D-8FD0-1DAF-B05D-15FF97CF37FA}"/>
                  </a:ext>
                </a:extLst>
              </p:cNvPr>
              <p:cNvSpPr/>
              <p:nvPr/>
            </p:nvSpPr>
            <p:spPr>
              <a:xfrm>
                <a:off x="9694763" y="1481023"/>
                <a:ext cx="1178374"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3" name="Rectangle 121">
                <a:extLst>
                  <a:ext uri="{FF2B5EF4-FFF2-40B4-BE49-F238E27FC236}">
                    <a16:creationId xmlns:a16="http://schemas.microsoft.com/office/drawing/2014/main" id="{C55429CF-932C-8FC2-329F-A10C8729A8A2}"/>
                  </a:ext>
                </a:extLst>
              </p:cNvPr>
              <p:cNvSpPr/>
              <p:nvPr/>
            </p:nvSpPr>
            <p:spPr>
              <a:xfrm>
                <a:off x="9243916" y="2232554"/>
                <a:ext cx="1178374"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4" name="Rectangle 122">
                <a:extLst>
                  <a:ext uri="{FF2B5EF4-FFF2-40B4-BE49-F238E27FC236}">
                    <a16:creationId xmlns:a16="http://schemas.microsoft.com/office/drawing/2014/main" id="{3139C496-33FD-AA79-E305-E9E2AED8D865}"/>
                  </a:ext>
                </a:extLst>
              </p:cNvPr>
              <p:cNvSpPr/>
              <p:nvPr/>
            </p:nvSpPr>
            <p:spPr>
              <a:xfrm>
                <a:off x="8741625"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5" name="Rectangle 123">
                <a:extLst>
                  <a:ext uri="{FF2B5EF4-FFF2-40B4-BE49-F238E27FC236}">
                    <a16:creationId xmlns:a16="http://schemas.microsoft.com/office/drawing/2014/main" id="{834ED2F8-8491-460F-93DF-C490ED93CBD6}"/>
                  </a:ext>
                </a:extLst>
              </p:cNvPr>
              <p:cNvSpPr/>
              <p:nvPr/>
            </p:nvSpPr>
            <p:spPr>
              <a:xfrm>
                <a:off x="7491387"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56" name="Rectangle 124">
                <a:extLst>
                  <a:ext uri="{FF2B5EF4-FFF2-40B4-BE49-F238E27FC236}">
                    <a16:creationId xmlns:a16="http://schemas.microsoft.com/office/drawing/2014/main" id="{6A363BE0-622D-4B3B-CFD8-4287A9B274FB}"/>
                  </a:ext>
                </a:extLst>
              </p:cNvPr>
              <p:cNvSpPr/>
              <p:nvPr/>
            </p:nvSpPr>
            <p:spPr>
              <a:xfrm>
                <a:off x="8152438" y="5533037"/>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grpSp>
        <p:pic>
          <p:nvPicPr>
            <p:cNvPr id="12" name="Graphique 227" descr="Poumons avec un remplissage uni">
              <a:extLst>
                <a:ext uri="{FF2B5EF4-FFF2-40B4-BE49-F238E27FC236}">
                  <a16:creationId xmlns:a16="http://schemas.microsoft.com/office/drawing/2014/main" id="{06E9A443-F31B-7F26-8B12-FC346E160C12}"/>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6884"/>
            <a:stretch/>
          </p:blipFill>
          <p:spPr>
            <a:xfrm>
              <a:off x="6442590" y="2268537"/>
              <a:ext cx="730448" cy="607118"/>
            </a:xfrm>
            <a:prstGeom prst="rect">
              <a:avLst/>
            </a:prstGeom>
          </p:spPr>
        </p:pic>
      </p:grpSp>
    </p:spTree>
    <p:extLst>
      <p:ext uri="{BB962C8B-B14F-4D97-AF65-F5344CB8AC3E}">
        <p14:creationId xmlns:p14="http://schemas.microsoft.com/office/powerpoint/2010/main" val="31371249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E53F30-6E31-2C8B-22D8-53E2835AD693}"/>
              </a:ext>
            </a:extLst>
          </p:cNvPr>
          <p:cNvSpPr>
            <a:spLocks noGrp="1"/>
          </p:cNvSpPr>
          <p:nvPr>
            <p:ph type="title"/>
          </p:nvPr>
        </p:nvSpPr>
        <p:spPr/>
        <p:txBody>
          <a:bodyPr/>
          <a:lstStyle/>
          <a:p>
            <a:r>
              <a:rPr lang="en-US" dirty="0"/>
              <a:t>Operational situations that can lead to using the 6 WHYS</a:t>
            </a:r>
          </a:p>
        </p:txBody>
      </p:sp>
      <p:sp>
        <p:nvSpPr>
          <p:cNvPr id="4" name="Rectangle 3">
            <a:extLst>
              <a:ext uri="{FF2B5EF4-FFF2-40B4-BE49-F238E27FC236}">
                <a16:creationId xmlns:a16="http://schemas.microsoft.com/office/drawing/2014/main" id="{B223EC42-8C97-A462-2ADB-A65A7489F8C3}"/>
              </a:ext>
            </a:extLst>
          </p:cNvPr>
          <p:cNvSpPr/>
          <p:nvPr/>
        </p:nvSpPr>
        <p:spPr>
          <a:xfrm>
            <a:off x="1672124" y="2342526"/>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Lack of willingness to try</a:t>
            </a:r>
          </a:p>
        </p:txBody>
      </p:sp>
      <p:sp>
        <p:nvSpPr>
          <p:cNvPr id="5" name="Rectangle 3">
            <a:extLst>
              <a:ext uri="{FF2B5EF4-FFF2-40B4-BE49-F238E27FC236}">
                <a16:creationId xmlns:a16="http://schemas.microsoft.com/office/drawing/2014/main" id="{77DF738C-E369-FF94-B1C7-BF06AA28B0C7}"/>
              </a:ext>
            </a:extLst>
          </p:cNvPr>
          <p:cNvSpPr/>
          <p:nvPr/>
        </p:nvSpPr>
        <p:spPr>
          <a:xfrm>
            <a:off x="1255077" y="3642385"/>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Rigid thinking, lack of situational creativity or lack of realistic situational creativity</a:t>
            </a:r>
          </a:p>
        </p:txBody>
      </p:sp>
      <p:sp>
        <p:nvSpPr>
          <p:cNvPr id="6" name="Rectangle 3">
            <a:extLst>
              <a:ext uri="{FF2B5EF4-FFF2-40B4-BE49-F238E27FC236}">
                <a16:creationId xmlns:a16="http://schemas.microsoft.com/office/drawing/2014/main" id="{7D8E76D7-CAD1-E6FD-B53C-FA166BBB9FEC}"/>
              </a:ext>
            </a:extLst>
          </p:cNvPr>
          <p:cNvSpPr/>
          <p:nvPr/>
        </p:nvSpPr>
        <p:spPr>
          <a:xfrm>
            <a:off x="1672124" y="4942244"/>
            <a:ext cx="1884892" cy="998777"/>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Inability to pivot or to accept the idea of pivoting a project / product</a:t>
            </a:r>
          </a:p>
        </p:txBody>
      </p:sp>
      <p:sp>
        <p:nvSpPr>
          <p:cNvPr id="20" name="Freccia a destra 19">
            <a:extLst>
              <a:ext uri="{FF2B5EF4-FFF2-40B4-BE49-F238E27FC236}">
                <a16:creationId xmlns:a16="http://schemas.microsoft.com/office/drawing/2014/main" id="{F672227A-7471-7FC6-FBBA-8626E894BBE9}"/>
              </a:ext>
            </a:extLst>
          </p:cNvPr>
          <p:cNvSpPr/>
          <p:nvPr/>
        </p:nvSpPr>
        <p:spPr>
          <a:xfrm rot="829418">
            <a:off x="4062521" y="2645941"/>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ccia a destra 20">
            <a:extLst>
              <a:ext uri="{FF2B5EF4-FFF2-40B4-BE49-F238E27FC236}">
                <a16:creationId xmlns:a16="http://schemas.microsoft.com/office/drawing/2014/main" id="{5A33C7E8-B6A3-B1C9-C156-6543831D714E}"/>
              </a:ext>
            </a:extLst>
          </p:cNvPr>
          <p:cNvSpPr/>
          <p:nvPr/>
        </p:nvSpPr>
        <p:spPr>
          <a:xfrm>
            <a:off x="4009764" y="3866334"/>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ccia a destra 21">
            <a:extLst>
              <a:ext uri="{FF2B5EF4-FFF2-40B4-BE49-F238E27FC236}">
                <a16:creationId xmlns:a16="http://schemas.microsoft.com/office/drawing/2014/main" id="{2D888098-0AC5-6A99-1645-BB39E35659D3}"/>
              </a:ext>
            </a:extLst>
          </p:cNvPr>
          <p:cNvSpPr/>
          <p:nvPr/>
        </p:nvSpPr>
        <p:spPr>
          <a:xfrm rot="20947031">
            <a:off x="4070165" y="5075660"/>
            <a:ext cx="1103526" cy="5466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
            <a:extLst>
              <a:ext uri="{FF2B5EF4-FFF2-40B4-BE49-F238E27FC236}">
                <a16:creationId xmlns:a16="http://schemas.microsoft.com/office/drawing/2014/main" id="{9B29D6D7-5AC6-C1F8-72E5-E7D7A65AA165}"/>
              </a:ext>
            </a:extLst>
          </p:cNvPr>
          <p:cNvSpPr/>
          <p:nvPr/>
        </p:nvSpPr>
        <p:spPr>
          <a:xfrm>
            <a:off x="6225593" y="5441632"/>
            <a:ext cx="4975807" cy="998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Use TREE OF SERENDIPITY</a:t>
            </a:r>
          </a:p>
        </p:txBody>
      </p:sp>
      <p:grpSp>
        <p:nvGrpSpPr>
          <p:cNvPr id="48" name="Gruppo 47">
            <a:extLst>
              <a:ext uri="{FF2B5EF4-FFF2-40B4-BE49-F238E27FC236}">
                <a16:creationId xmlns:a16="http://schemas.microsoft.com/office/drawing/2014/main" id="{574D81D8-6020-71A9-8082-D335EE1F6ED5}"/>
              </a:ext>
            </a:extLst>
          </p:cNvPr>
          <p:cNvGrpSpPr/>
          <p:nvPr/>
        </p:nvGrpSpPr>
        <p:grpSpPr>
          <a:xfrm>
            <a:off x="6825988" y="1314989"/>
            <a:ext cx="3775016" cy="4228022"/>
            <a:chOff x="6900539" y="986484"/>
            <a:chExt cx="5204718" cy="5829290"/>
          </a:xfrm>
        </p:grpSpPr>
        <p:pic>
          <p:nvPicPr>
            <p:cNvPr id="3" name="Graphique 35" descr="Arbre avec racines avec un remplissage uni">
              <a:extLst>
                <a:ext uri="{FF2B5EF4-FFF2-40B4-BE49-F238E27FC236}">
                  <a16:creationId xmlns:a16="http://schemas.microsoft.com/office/drawing/2014/main" id="{84A9EBE3-5377-F294-8003-CADA182506F5}"/>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b="4039"/>
            <a:stretch/>
          </p:blipFill>
          <p:spPr>
            <a:xfrm>
              <a:off x="7060892" y="2416731"/>
              <a:ext cx="4584208" cy="4399043"/>
            </a:xfrm>
            <a:prstGeom prst="rect">
              <a:avLst/>
            </a:prstGeom>
          </p:spPr>
        </p:pic>
        <p:sp>
          <p:nvSpPr>
            <p:cNvPr id="7" name="Rectangle 6">
              <a:extLst>
                <a:ext uri="{FF2B5EF4-FFF2-40B4-BE49-F238E27FC236}">
                  <a16:creationId xmlns:a16="http://schemas.microsoft.com/office/drawing/2014/main" id="{EFBB3DA2-BC3A-AC0B-2570-63444F838E89}"/>
                </a:ext>
              </a:extLst>
            </p:cNvPr>
            <p:cNvSpPr/>
            <p:nvPr/>
          </p:nvSpPr>
          <p:spPr>
            <a:xfrm>
              <a:off x="8686430" y="6041131"/>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Root Motivation</a:t>
              </a:r>
            </a:p>
          </p:txBody>
        </p:sp>
        <p:sp>
          <p:nvSpPr>
            <p:cNvPr id="8" name="Rectangle 7">
              <a:extLst>
                <a:ext uri="{FF2B5EF4-FFF2-40B4-BE49-F238E27FC236}">
                  <a16:creationId xmlns:a16="http://schemas.microsoft.com/office/drawing/2014/main" id="{942F271D-DFFF-BA11-AF72-9EF05962A7E9}"/>
                </a:ext>
              </a:extLst>
            </p:cNvPr>
            <p:cNvSpPr/>
            <p:nvPr/>
          </p:nvSpPr>
          <p:spPr>
            <a:xfrm>
              <a:off x="7576723" y="532267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Concretization</a:t>
              </a:r>
            </a:p>
          </p:txBody>
        </p:sp>
        <p:sp>
          <p:nvSpPr>
            <p:cNvPr id="9" name="Rectangle 8">
              <a:extLst>
                <a:ext uri="{FF2B5EF4-FFF2-40B4-BE49-F238E27FC236}">
                  <a16:creationId xmlns:a16="http://schemas.microsoft.com/office/drawing/2014/main" id="{BCD28951-49F8-B1BC-D103-A4CDB317CE65}"/>
                </a:ext>
              </a:extLst>
            </p:cNvPr>
            <p:cNvSpPr/>
            <p:nvPr/>
          </p:nvSpPr>
          <p:spPr>
            <a:xfrm>
              <a:off x="8840957" y="4255411"/>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Positive Consequence</a:t>
              </a:r>
            </a:p>
          </p:txBody>
        </p:sp>
        <p:sp>
          <p:nvSpPr>
            <p:cNvPr id="16" name="Rectangle 9">
              <a:extLst>
                <a:ext uri="{FF2B5EF4-FFF2-40B4-BE49-F238E27FC236}">
                  <a16:creationId xmlns:a16="http://schemas.microsoft.com/office/drawing/2014/main" id="{3A09B870-EDFE-2103-6BFF-D26CC40FC67E}"/>
                </a:ext>
              </a:extLst>
            </p:cNvPr>
            <p:cNvSpPr/>
            <p:nvPr/>
          </p:nvSpPr>
          <p:spPr>
            <a:xfrm>
              <a:off x="9103684" y="3585812"/>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Motivation</a:t>
              </a:r>
            </a:p>
          </p:txBody>
        </p:sp>
        <p:sp>
          <p:nvSpPr>
            <p:cNvPr id="17" name="Rectangle 11">
              <a:extLst>
                <a:ext uri="{FF2B5EF4-FFF2-40B4-BE49-F238E27FC236}">
                  <a16:creationId xmlns:a16="http://schemas.microsoft.com/office/drawing/2014/main" id="{22B3FC16-CBD0-047C-62F6-C2ED21325761}"/>
                </a:ext>
              </a:extLst>
            </p:cNvPr>
            <p:cNvSpPr/>
            <p:nvPr/>
          </p:nvSpPr>
          <p:spPr>
            <a:xfrm>
              <a:off x="8995485" y="4898509"/>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Concretization</a:t>
              </a:r>
            </a:p>
          </p:txBody>
        </p:sp>
        <p:sp>
          <p:nvSpPr>
            <p:cNvPr id="18" name="Rectangle 12">
              <a:extLst>
                <a:ext uri="{FF2B5EF4-FFF2-40B4-BE49-F238E27FC236}">
                  <a16:creationId xmlns:a16="http://schemas.microsoft.com/office/drawing/2014/main" id="{351EC580-D272-1F3F-66E2-630095C5AA89}"/>
                </a:ext>
              </a:extLst>
            </p:cNvPr>
            <p:cNvSpPr/>
            <p:nvPr/>
          </p:nvSpPr>
          <p:spPr>
            <a:xfrm>
              <a:off x="10354694" y="543415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Concretization</a:t>
              </a:r>
            </a:p>
          </p:txBody>
        </p:sp>
        <p:sp>
          <p:nvSpPr>
            <p:cNvPr id="19" name="Rectangle 13">
              <a:extLst>
                <a:ext uri="{FF2B5EF4-FFF2-40B4-BE49-F238E27FC236}">
                  <a16:creationId xmlns:a16="http://schemas.microsoft.com/office/drawing/2014/main" id="{8F9A33DD-B3DA-269E-DF33-AED3519CDEBD}"/>
                </a:ext>
              </a:extLst>
            </p:cNvPr>
            <p:cNvSpPr/>
            <p:nvPr/>
          </p:nvSpPr>
          <p:spPr>
            <a:xfrm>
              <a:off x="10077075" y="288412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Concretization</a:t>
              </a:r>
            </a:p>
          </p:txBody>
        </p:sp>
        <p:sp>
          <p:nvSpPr>
            <p:cNvPr id="24" name="Rectangle 14">
              <a:extLst>
                <a:ext uri="{FF2B5EF4-FFF2-40B4-BE49-F238E27FC236}">
                  <a16:creationId xmlns:a16="http://schemas.microsoft.com/office/drawing/2014/main" id="{B08AA967-B485-1C9E-B164-1F135C4AA70D}"/>
                </a:ext>
              </a:extLst>
            </p:cNvPr>
            <p:cNvSpPr/>
            <p:nvPr/>
          </p:nvSpPr>
          <p:spPr>
            <a:xfrm>
              <a:off x="10186758" y="2235049"/>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Motivation</a:t>
              </a:r>
            </a:p>
          </p:txBody>
        </p:sp>
        <p:sp>
          <p:nvSpPr>
            <p:cNvPr id="25" name="Rectangle 19">
              <a:extLst>
                <a:ext uri="{FF2B5EF4-FFF2-40B4-BE49-F238E27FC236}">
                  <a16:creationId xmlns:a16="http://schemas.microsoft.com/office/drawing/2014/main" id="{029E6830-49E0-1BF8-0259-4A6E630848CE}"/>
                </a:ext>
              </a:extLst>
            </p:cNvPr>
            <p:cNvSpPr/>
            <p:nvPr/>
          </p:nvSpPr>
          <p:spPr>
            <a:xfrm>
              <a:off x="8532365" y="2913432"/>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Concretization</a:t>
              </a:r>
            </a:p>
          </p:txBody>
        </p:sp>
        <p:sp>
          <p:nvSpPr>
            <p:cNvPr id="26" name="Rectangle 20">
              <a:extLst>
                <a:ext uri="{FF2B5EF4-FFF2-40B4-BE49-F238E27FC236}">
                  <a16:creationId xmlns:a16="http://schemas.microsoft.com/office/drawing/2014/main" id="{A96DB2B8-1BA0-8A23-64CC-419F61A61F5A}"/>
                </a:ext>
              </a:extLst>
            </p:cNvPr>
            <p:cNvSpPr/>
            <p:nvPr/>
          </p:nvSpPr>
          <p:spPr>
            <a:xfrm>
              <a:off x="7549346" y="2349685"/>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Positive Consequence</a:t>
              </a:r>
            </a:p>
          </p:txBody>
        </p:sp>
        <p:sp>
          <p:nvSpPr>
            <p:cNvPr id="27" name="Rectangle 21">
              <a:extLst>
                <a:ext uri="{FF2B5EF4-FFF2-40B4-BE49-F238E27FC236}">
                  <a16:creationId xmlns:a16="http://schemas.microsoft.com/office/drawing/2014/main" id="{3EF3F567-B21C-EDB8-1D1F-FCA53F291338}"/>
                </a:ext>
              </a:extLst>
            </p:cNvPr>
            <p:cNvSpPr/>
            <p:nvPr/>
          </p:nvSpPr>
          <p:spPr>
            <a:xfrm>
              <a:off x="6993202" y="1730083"/>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Positive Consequence</a:t>
              </a:r>
            </a:p>
          </p:txBody>
        </p:sp>
        <p:sp>
          <p:nvSpPr>
            <p:cNvPr id="28" name="Rectangle 22">
              <a:extLst>
                <a:ext uri="{FF2B5EF4-FFF2-40B4-BE49-F238E27FC236}">
                  <a16:creationId xmlns:a16="http://schemas.microsoft.com/office/drawing/2014/main" id="{6564B53A-6B68-7AFF-31C7-A4CF58375124}"/>
                </a:ext>
              </a:extLst>
            </p:cNvPr>
            <p:cNvSpPr/>
            <p:nvPr/>
          </p:nvSpPr>
          <p:spPr>
            <a:xfrm>
              <a:off x="6900539" y="986484"/>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Motivation</a:t>
              </a:r>
            </a:p>
          </p:txBody>
        </p:sp>
        <p:sp>
          <p:nvSpPr>
            <p:cNvPr id="29" name="Rectangle 24">
              <a:extLst>
                <a:ext uri="{FF2B5EF4-FFF2-40B4-BE49-F238E27FC236}">
                  <a16:creationId xmlns:a16="http://schemas.microsoft.com/office/drawing/2014/main" id="{77ABD477-7CBD-0EDF-4A43-0E69599D85B3}"/>
                </a:ext>
              </a:extLst>
            </p:cNvPr>
            <p:cNvSpPr/>
            <p:nvPr/>
          </p:nvSpPr>
          <p:spPr>
            <a:xfrm>
              <a:off x="10938215" y="4665724"/>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Positive Consequence</a:t>
              </a:r>
            </a:p>
          </p:txBody>
        </p:sp>
        <p:cxnSp>
          <p:nvCxnSpPr>
            <p:cNvPr id="30" name="Connecteur droit avec flèche 26">
              <a:extLst>
                <a:ext uri="{FF2B5EF4-FFF2-40B4-BE49-F238E27FC236}">
                  <a16:creationId xmlns:a16="http://schemas.microsoft.com/office/drawing/2014/main" id="{5F9EF16C-9502-FEF9-EBE7-CEAF950BA2B6}"/>
                </a:ext>
              </a:extLst>
            </p:cNvPr>
            <p:cNvCxnSpPr>
              <a:cxnSpLocks/>
              <a:endCxn id="9" idx="2"/>
            </p:cNvCxnSpPr>
            <p:nvPr/>
          </p:nvCxnSpPr>
          <p:spPr>
            <a:xfrm flipH="1" flipV="1">
              <a:off x="9424478" y="4720981"/>
              <a:ext cx="85452" cy="20054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1" name="Connecteur droit avec flèche 28">
              <a:extLst>
                <a:ext uri="{FF2B5EF4-FFF2-40B4-BE49-F238E27FC236}">
                  <a16:creationId xmlns:a16="http://schemas.microsoft.com/office/drawing/2014/main" id="{67049F62-F376-D583-39EC-35719B8EA703}"/>
                </a:ext>
              </a:extLst>
            </p:cNvPr>
            <p:cNvCxnSpPr>
              <a:cxnSpLocks/>
              <a:stCxn id="7" idx="0"/>
            </p:cNvCxnSpPr>
            <p:nvPr/>
          </p:nvCxnSpPr>
          <p:spPr>
            <a:xfrm flipH="1" flipV="1">
              <a:off x="8224420" y="5814414"/>
              <a:ext cx="1045531" cy="2267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A3895EB1-A453-C0A4-0000-9C169DBB7DC5}"/>
                </a:ext>
              </a:extLst>
            </p:cNvPr>
            <p:cNvCxnSpPr>
              <a:cxnSpLocks/>
              <a:stCxn id="7" idx="0"/>
              <a:endCxn id="17" idx="2"/>
            </p:cNvCxnSpPr>
            <p:nvPr/>
          </p:nvCxnSpPr>
          <p:spPr>
            <a:xfrm flipV="1">
              <a:off x="9269951" y="5364079"/>
              <a:ext cx="309055" cy="67705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3" name="Connecteur droit avec flèche 34">
              <a:extLst>
                <a:ext uri="{FF2B5EF4-FFF2-40B4-BE49-F238E27FC236}">
                  <a16:creationId xmlns:a16="http://schemas.microsoft.com/office/drawing/2014/main" id="{CB34C016-D4C1-C797-5D73-A78649374030}"/>
                </a:ext>
              </a:extLst>
            </p:cNvPr>
            <p:cNvCxnSpPr>
              <a:cxnSpLocks/>
              <a:stCxn id="7" idx="0"/>
              <a:endCxn id="18" idx="1"/>
            </p:cNvCxnSpPr>
            <p:nvPr/>
          </p:nvCxnSpPr>
          <p:spPr>
            <a:xfrm flipV="1">
              <a:off x="9269951" y="5666937"/>
              <a:ext cx="1084743" cy="37419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4" name="Connecteur droit avec flèche 37">
              <a:extLst>
                <a:ext uri="{FF2B5EF4-FFF2-40B4-BE49-F238E27FC236}">
                  <a16:creationId xmlns:a16="http://schemas.microsoft.com/office/drawing/2014/main" id="{6F9A1B41-656F-C61A-59FB-F81701C304BF}"/>
                </a:ext>
              </a:extLst>
            </p:cNvPr>
            <p:cNvCxnSpPr>
              <a:cxnSpLocks/>
              <a:stCxn id="18" idx="0"/>
              <a:endCxn id="29" idx="2"/>
            </p:cNvCxnSpPr>
            <p:nvPr/>
          </p:nvCxnSpPr>
          <p:spPr>
            <a:xfrm flipV="1">
              <a:off x="10938215" y="5131294"/>
              <a:ext cx="583521" cy="30285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Connecteur droit avec flèche 40">
              <a:extLst>
                <a:ext uri="{FF2B5EF4-FFF2-40B4-BE49-F238E27FC236}">
                  <a16:creationId xmlns:a16="http://schemas.microsoft.com/office/drawing/2014/main" id="{781267C3-5ABA-25BD-AA75-2185D43A9D61}"/>
                </a:ext>
              </a:extLst>
            </p:cNvPr>
            <p:cNvCxnSpPr>
              <a:cxnSpLocks/>
              <a:stCxn id="9" idx="0"/>
              <a:endCxn id="16" idx="2"/>
            </p:cNvCxnSpPr>
            <p:nvPr/>
          </p:nvCxnSpPr>
          <p:spPr>
            <a:xfrm flipV="1">
              <a:off x="9424478" y="4051382"/>
              <a:ext cx="262727" cy="2040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6" name="Connecteur droit avec flèche 43">
              <a:extLst>
                <a:ext uri="{FF2B5EF4-FFF2-40B4-BE49-F238E27FC236}">
                  <a16:creationId xmlns:a16="http://schemas.microsoft.com/office/drawing/2014/main" id="{961BB934-EEAF-EE5A-9724-D44C3A238446}"/>
                </a:ext>
              </a:extLst>
            </p:cNvPr>
            <p:cNvCxnSpPr>
              <a:cxnSpLocks/>
              <a:stCxn id="16" idx="0"/>
              <a:endCxn id="19" idx="2"/>
            </p:cNvCxnSpPr>
            <p:nvPr/>
          </p:nvCxnSpPr>
          <p:spPr>
            <a:xfrm flipV="1">
              <a:off x="9687205" y="3349692"/>
              <a:ext cx="973391" cy="2361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7" name="Connecteur droit avec flèche 47">
              <a:extLst>
                <a:ext uri="{FF2B5EF4-FFF2-40B4-BE49-F238E27FC236}">
                  <a16:creationId xmlns:a16="http://schemas.microsoft.com/office/drawing/2014/main" id="{F283595B-EEC6-9F16-5F58-F02BC3C6F191}"/>
                </a:ext>
              </a:extLst>
            </p:cNvPr>
            <p:cNvCxnSpPr>
              <a:cxnSpLocks/>
              <a:stCxn id="19" idx="0"/>
              <a:endCxn id="24" idx="2"/>
            </p:cNvCxnSpPr>
            <p:nvPr/>
          </p:nvCxnSpPr>
          <p:spPr>
            <a:xfrm flipV="1">
              <a:off x="10660596" y="2700619"/>
              <a:ext cx="109683" cy="18350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50">
              <a:extLst>
                <a:ext uri="{FF2B5EF4-FFF2-40B4-BE49-F238E27FC236}">
                  <a16:creationId xmlns:a16="http://schemas.microsoft.com/office/drawing/2014/main" id="{2FBB5F97-76D6-3495-3F6F-A0570A7FBF46}"/>
                </a:ext>
              </a:extLst>
            </p:cNvPr>
            <p:cNvCxnSpPr>
              <a:cxnSpLocks/>
              <a:stCxn id="24" idx="0"/>
              <a:endCxn id="47" idx="2"/>
            </p:cNvCxnSpPr>
            <p:nvPr/>
          </p:nvCxnSpPr>
          <p:spPr>
            <a:xfrm flipV="1">
              <a:off x="10770279" y="2020186"/>
              <a:ext cx="215422" cy="21486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9" name="Connecteur droit avec flèche 54">
              <a:extLst>
                <a:ext uri="{FF2B5EF4-FFF2-40B4-BE49-F238E27FC236}">
                  <a16:creationId xmlns:a16="http://schemas.microsoft.com/office/drawing/2014/main" id="{CE2CCA55-4DB7-D364-A2C4-FF32B6371CC3}"/>
                </a:ext>
              </a:extLst>
            </p:cNvPr>
            <p:cNvCxnSpPr>
              <a:cxnSpLocks/>
              <a:stCxn id="16" idx="0"/>
              <a:endCxn id="25" idx="2"/>
            </p:cNvCxnSpPr>
            <p:nvPr/>
          </p:nvCxnSpPr>
          <p:spPr>
            <a:xfrm flipH="1" flipV="1">
              <a:off x="9115886" y="3379002"/>
              <a:ext cx="571319" cy="20681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0" name="Connecteur droit avec flèche 57">
              <a:extLst>
                <a:ext uri="{FF2B5EF4-FFF2-40B4-BE49-F238E27FC236}">
                  <a16:creationId xmlns:a16="http://schemas.microsoft.com/office/drawing/2014/main" id="{40F7E2CB-04C6-A74E-3A1E-ACDF59189198}"/>
                </a:ext>
              </a:extLst>
            </p:cNvPr>
            <p:cNvCxnSpPr>
              <a:cxnSpLocks/>
              <a:stCxn id="25" idx="0"/>
              <a:endCxn id="26" idx="2"/>
            </p:cNvCxnSpPr>
            <p:nvPr/>
          </p:nvCxnSpPr>
          <p:spPr>
            <a:xfrm flipH="1" flipV="1">
              <a:off x="8132867" y="2815255"/>
              <a:ext cx="983019" cy="9817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60">
              <a:extLst>
                <a:ext uri="{FF2B5EF4-FFF2-40B4-BE49-F238E27FC236}">
                  <a16:creationId xmlns:a16="http://schemas.microsoft.com/office/drawing/2014/main" id="{F6D42B30-CAC6-403C-0373-62B4D3A45A69}"/>
                </a:ext>
              </a:extLst>
            </p:cNvPr>
            <p:cNvCxnSpPr>
              <a:cxnSpLocks/>
              <a:stCxn id="26" idx="0"/>
              <a:endCxn id="27" idx="2"/>
            </p:cNvCxnSpPr>
            <p:nvPr/>
          </p:nvCxnSpPr>
          <p:spPr>
            <a:xfrm flipH="1" flipV="1">
              <a:off x="7576723" y="2195653"/>
              <a:ext cx="556144" cy="15403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2" name="Connecteur droit avec flèche 63">
              <a:extLst>
                <a:ext uri="{FF2B5EF4-FFF2-40B4-BE49-F238E27FC236}">
                  <a16:creationId xmlns:a16="http://schemas.microsoft.com/office/drawing/2014/main" id="{7C524A17-0B2C-5DAC-D82E-18F44B66A4B3}"/>
                </a:ext>
              </a:extLst>
            </p:cNvPr>
            <p:cNvCxnSpPr>
              <a:cxnSpLocks/>
              <a:stCxn id="27" idx="0"/>
              <a:endCxn id="28" idx="2"/>
            </p:cNvCxnSpPr>
            <p:nvPr/>
          </p:nvCxnSpPr>
          <p:spPr>
            <a:xfrm flipH="1" flipV="1">
              <a:off x="7484060" y="1452054"/>
              <a:ext cx="92663" cy="2780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43" name="Rectangle 67">
              <a:extLst>
                <a:ext uri="{FF2B5EF4-FFF2-40B4-BE49-F238E27FC236}">
                  <a16:creationId xmlns:a16="http://schemas.microsoft.com/office/drawing/2014/main" id="{3C9ECDA4-D25B-9F93-96C7-CD21B3702C84}"/>
                </a:ext>
              </a:extLst>
            </p:cNvPr>
            <p:cNvSpPr/>
            <p:nvPr/>
          </p:nvSpPr>
          <p:spPr>
            <a:xfrm>
              <a:off x="8840957" y="2076345"/>
              <a:ext cx="1167042" cy="465570"/>
            </a:xfrm>
            <a:prstGeom prst="rect">
              <a:avLst/>
            </a:prstGeom>
            <a:solidFill>
              <a:srgbClr val="0683A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Positive Consequence</a:t>
              </a:r>
            </a:p>
          </p:txBody>
        </p:sp>
        <p:cxnSp>
          <p:nvCxnSpPr>
            <p:cNvPr id="44" name="Connecteur droit avec flèche 68">
              <a:extLst>
                <a:ext uri="{FF2B5EF4-FFF2-40B4-BE49-F238E27FC236}">
                  <a16:creationId xmlns:a16="http://schemas.microsoft.com/office/drawing/2014/main" id="{0FFF9126-D9B4-4C28-5E10-DDB2C5D49BF1}"/>
                </a:ext>
              </a:extLst>
            </p:cNvPr>
            <p:cNvCxnSpPr>
              <a:cxnSpLocks/>
              <a:stCxn id="25" idx="0"/>
              <a:endCxn id="43" idx="2"/>
            </p:cNvCxnSpPr>
            <p:nvPr/>
          </p:nvCxnSpPr>
          <p:spPr>
            <a:xfrm flipV="1">
              <a:off x="9115886" y="2541915"/>
              <a:ext cx="308592" cy="3715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45" name="Rectangle 73">
              <a:extLst>
                <a:ext uri="{FF2B5EF4-FFF2-40B4-BE49-F238E27FC236}">
                  <a16:creationId xmlns:a16="http://schemas.microsoft.com/office/drawing/2014/main" id="{1B95B4D3-FD3C-3266-0DBC-0DF049B2E6F5}"/>
                </a:ext>
              </a:extLst>
            </p:cNvPr>
            <p:cNvSpPr/>
            <p:nvPr/>
          </p:nvSpPr>
          <p:spPr>
            <a:xfrm>
              <a:off x="7517445" y="3584421"/>
              <a:ext cx="1167042" cy="465570"/>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Motivation</a:t>
              </a:r>
            </a:p>
          </p:txBody>
        </p:sp>
        <p:cxnSp>
          <p:nvCxnSpPr>
            <p:cNvPr id="46" name="Connecteur droit avec flèche 75">
              <a:extLst>
                <a:ext uri="{FF2B5EF4-FFF2-40B4-BE49-F238E27FC236}">
                  <a16:creationId xmlns:a16="http://schemas.microsoft.com/office/drawing/2014/main" id="{D1B89117-5E9E-1C7D-339F-DC62C839FAF4}"/>
                </a:ext>
              </a:extLst>
            </p:cNvPr>
            <p:cNvCxnSpPr>
              <a:cxnSpLocks/>
              <a:stCxn id="9" idx="0"/>
              <a:endCxn id="45" idx="2"/>
            </p:cNvCxnSpPr>
            <p:nvPr/>
          </p:nvCxnSpPr>
          <p:spPr>
            <a:xfrm flipH="1" flipV="1">
              <a:off x="8100966" y="4049991"/>
              <a:ext cx="1323512" cy="2054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47" name="Rectangle 81">
              <a:extLst>
                <a:ext uri="{FF2B5EF4-FFF2-40B4-BE49-F238E27FC236}">
                  <a16:creationId xmlns:a16="http://schemas.microsoft.com/office/drawing/2014/main" id="{E493172A-92B3-80B0-9CD9-8091AE12E37A}"/>
                </a:ext>
              </a:extLst>
            </p:cNvPr>
            <p:cNvSpPr/>
            <p:nvPr/>
          </p:nvSpPr>
          <p:spPr>
            <a:xfrm>
              <a:off x="10402180" y="1554616"/>
              <a:ext cx="1167042" cy="46557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Concretization</a:t>
              </a:r>
            </a:p>
          </p:txBody>
        </p:sp>
      </p:grpSp>
    </p:spTree>
    <p:extLst>
      <p:ext uri="{BB962C8B-B14F-4D97-AF65-F5344CB8AC3E}">
        <p14:creationId xmlns:p14="http://schemas.microsoft.com/office/powerpoint/2010/main" val="21319426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5930277-35BD-E498-F19A-B42E2CB590A6}"/>
              </a:ext>
            </a:extLst>
          </p:cNvPr>
          <p:cNvSpPr>
            <a:spLocks noGrp="1"/>
          </p:cNvSpPr>
          <p:nvPr>
            <p:ph type="title"/>
          </p:nvPr>
        </p:nvSpPr>
        <p:spPr/>
        <p:txBody>
          <a:bodyPr/>
          <a:lstStyle/>
          <a:p>
            <a:r>
              <a:rPr lang="en-US" dirty="0"/>
              <a:t>Summary of various use cases</a:t>
            </a:r>
          </a:p>
        </p:txBody>
      </p:sp>
      <p:sp>
        <p:nvSpPr>
          <p:cNvPr id="3" name="Segnaposto contenuto 2">
            <a:extLst>
              <a:ext uri="{FF2B5EF4-FFF2-40B4-BE49-F238E27FC236}">
                <a16:creationId xmlns:a16="http://schemas.microsoft.com/office/drawing/2014/main" id="{D81A357A-8294-4862-4E12-157AA7D9BBED}"/>
              </a:ext>
            </a:extLst>
          </p:cNvPr>
          <p:cNvSpPr>
            <a:spLocks noGrp="1"/>
          </p:cNvSpPr>
          <p:nvPr>
            <p:ph idx="1"/>
          </p:nvPr>
        </p:nvSpPr>
        <p:spPr>
          <a:xfrm>
            <a:off x="2834640" y="1825625"/>
            <a:ext cx="8519160" cy="4667250"/>
          </a:xfrm>
        </p:spPr>
        <p:txBody>
          <a:bodyPr>
            <a:normAutofit lnSpcReduction="10000"/>
          </a:bodyPr>
          <a:lstStyle/>
          <a:p>
            <a:r>
              <a:rPr lang="en-US" sz="1800" dirty="0"/>
              <a:t>Onboarding a new Project / Product team member</a:t>
            </a:r>
          </a:p>
          <a:p>
            <a:endParaRPr lang="en-US" sz="1800" dirty="0"/>
          </a:p>
          <a:p>
            <a:endParaRPr lang="en-US" sz="1800" dirty="0"/>
          </a:p>
          <a:p>
            <a:endParaRPr lang="en-US" sz="1800" dirty="0"/>
          </a:p>
          <a:p>
            <a:r>
              <a:rPr lang="en-US" sz="1800" dirty="0"/>
              <a:t>Workshop between teammates for better alignment</a:t>
            </a:r>
          </a:p>
          <a:p>
            <a:endParaRPr lang="en-US" sz="1800" dirty="0"/>
          </a:p>
          <a:p>
            <a:endParaRPr lang="en-US" sz="1800" dirty="0"/>
          </a:p>
          <a:p>
            <a:endParaRPr lang="en-US" sz="1800" dirty="0"/>
          </a:p>
          <a:p>
            <a:r>
              <a:rPr lang="en-US" sz="1800" dirty="0"/>
              <a:t>Individual use of visual Canvases for clarifying thoughts and intentions</a:t>
            </a:r>
          </a:p>
          <a:p>
            <a:endParaRPr lang="en-US" sz="1800" dirty="0"/>
          </a:p>
          <a:p>
            <a:endParaRPr lang="en-US" sz="1800" dirty="0"/>
          </a:p>
          <a:p>
            <a:endParaRPr lang="en-US" sz="1800" dirty="0"/>
          </a:p>
          <a:p>
            <a:r>
              <a:rPr lang="en-US" sz="1800" dirty="0"/>
              <a:t>Starting a bottom-up Corporate Community </a:t>
            </a:r>
          </a:p>
          <a:p>
            <a:endParaRPr lang="en-US" sz="1800" dirty="0"/>
          </a:p>
        </p:txBody>
      </p:sp>
      <p:grpSp>
        <p:nvGrpSpPr>
          <p:cNvPr id="10" name="Gruppo 9">
            <a:extLst>
              <a:ext uri="{FF2B5EF4-FFF2-40B4-BE49-F238E27FC236}">
                <a16:creationId xmlns:a16="http://schemas.microsoft.com/office/drawing/2014/main" id="{630E4310-4856-AFB0-F1D3-EA821D02A097}"/>
              </a:ext>
            </a:extLst>
          </p:cNvPr>
          <p:cNvGrpSpPr/>
          <p:nvPr/>
        </p:nvGrpSpPr>
        <p:grpSpPr>
          <a:xfrm flipH="1">
            <a:off x="877883" y="2611093"/>
            <a:ext cx="2155430" cy="1002012"/>
            <a:chOff x="0" y="2133809"/>
            <a:chExt cx="3231704" cy="1565683"/>
          </a:xfrm>
        </p:grpSpPr>
        <p:pic>
          <p:nvPicPr>
            <p:cNvPr id="4" name="Graphique 28" descr="Homme en tenue professionnelle">
              <a:extLst>
                <a:ext uri="{FF2B5EF4-FFF2-40B4-BE49-F238E27FC236}">
                  <a16:creationId xmlns:a16="http://schemas.microsoft.com/office/drawing/2014/main" id="{8A8E6D63-3AD2-A16E-807A-F488AA484FFA}"/>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flipH="1">
              <a:off x="2173198" y="2250593"/>
              <a:ext cx="811293" cy="1059810"/>
            </a:xfrm>
            <a:prstGeom prst="rect">
              <a:avLst/>
            </a:prstGeom>
          </p:spPr>
        </p:pic>
        <p:pic>
          <p:nvPicPr>
            <p:cNvPr id="5" name="Graphique 34" descr="Homme à lunettes portant un col roulé">
              <a:extLst>
                <a:ext uri="{FF2B5EF4-FFF2-40B4-BE49-F238E27FC236}">
                  <a16:creationId xmlns:a16="http://schemas.microsoft.com/office/drawing/2014/main" id="{84EA26C3-ABFD-9C40-13EF-570BE4D46D90}"/>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0" y="2667775"/>
              <a:ext cx="723253" cy="933592"/>
            </a:xfrm>
            <a:prstGeom prst="rect">
              <a:avLst/>
            </a:prstGeom>
          </p:spPr>
        </p:pic>
        <p:pic>
          <p:nvPicPr>
            <p:cNvPr id="6" name="Graphique 23" descr="Femme avec bras prothétique">
              <a:extLst>
                <a:ext uri="{FF2B5EF4-FFF2-40B4-BE49-F238E27FC236}">
                  <a16:creationId xmlns:a16="http://schemas.microsoft.com/office/drawing/2014/main" id="{EC26B560-07FE-90E0-2AA2-828DD02F05DF}"/>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flipH="1">
              <a:off x="2348877" y="2619423"/>
              <a:ext cx="882827" cy="924927"/>
            </a:xfrm>
            <a:prstGeom prst="rect">
              <a:avLst/>
            </a:prstGeom>
          </p:spPr>
        </p:pic>
        <p:sp>
          <p:nvSpPr>
            <p:cNvPr id="7" name="Rectangle 27">
              <a:extLst>
                <a:ext uri="{FF2B5EF4-FFF2-40B4-BE49-F238E27FC236}">
                  <a16:creationId xmlns:a16="http://schemas.microsoft.com/office/drawing/2014/main" id="{D5C45B68-6290-8011-80F6-314464B89A4C}"/>
                </a:ext>
              </a:extLst>
            </p:cNvPr>
            <p:cNvSpPr/>
            <p:nvPr/>
          </p:nvSpPr>
          <p:spPr>
            <a:xfrm>
              <a:off x="1004904" y="2250593"/>
              <a:ext cx="618191" cy="52685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 dirty="0">
                  <a:solidFill>
                    <a:schemeClr val="tx1"/>
                  </a:solidFill>
                </a:rPr>
                <a:t>Lorem Ipsum</a:t>
              </a:r>
            </a:p>
          </p:txBody>
        </p:sp>
        <p:sp>
          <p:nvSpPr>
            <p:cNvPr id="8" name="Bulle narrative : ronde 6">
              <a:extLst>
                <a:ext uri="{FF2B5EF4-FFF2-40B4-BE49-F238E27FC236}">
                  <a16:creationId xmlns:a16="http://schemas.microsoft.com/office/drawing/2014/main" id="{82D51DD7-469E-C9CD-1AC9-4988F034CABC}"/>
                </a:ext>
              </a:extLst>
            </p:cNvPr>
            <p:cNvSpPr/>
            <p:nvPr/>
          </p:nvSpPr>
          <p:spPr>
            <a:xfrm>
              <a:off x="603673" y="2133809"/>
              <a:ext cx="1636515" cy="724055"/>
            </a:xfrm>
            <a:prstGeom prst="wedgeEllipseCallout">
              <a:avLst>
                <a:gd name="adj1" fmla="val -53830"/>
                <a:gd name="adj2" fmla="val 28469"/>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
                <a:solidFill>
                  <a:schemeClr val="tx1"/>
                </a:solidFill>
              </a:endParaRPr>
            </a:p>
          </p:txBody>
        </p:sp>
        <p:pic>
          <p:nvPicPr>
            <p:cNvPr id="9" name="Graphique 30" descr="Homme portant une veste">
              <a:extLst>
                <a:ext uri="{FF2B5EF4-FFF2-40B4-BE49-F238E27FC236}">
                  <a16:creationId xmlns:a16="http://schemas.microsoft.com/office/drawing/2014/main" id="{24744C11-7E89-1421-B0B7-59AE9835F364}"/>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flipH="1">
              <a:off x="2173198" y="2778358"/>
              <a:ext cx="691793" cy="921134"/>
            </a:xfrm>
            <a:prstGeom prst="rect">
              <a:avLst/>
            </a:prstGeom>
          </p:spPr>
        </p:pic>
      </p:grpSp>
      <p:pic>
        <p:nvPicPr>
          <p:cNvPr id="11" name="Elemento grafico 10" descr="Donna che regge un laptop">
            <a:extLst>
              <a:ext uri="{FF2B5EF4-FFF2-40B4-BE49-F238E27FC236}">
                <a16:creationId xmlns:a16="http://schemas.microsoft.com/office/drawing/2014/main" id="{4E600687-A7B2-223E-D69D-7509022C2099}"/>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2349861" y="1582104"/>
            <a:ext cx="748153" cy="683711"/>
          </a:xfrm>
          <a:prstGeom prst="rect">
            <a:avLst/>
          </a:prstGeom>
        </p:spPr>
      </p:pic>
      <p:pic>
        <p:nvPicPr>
          <p:cNvPr id="13" name="Graphique 23" descr="Femme avec bras prothétique">
            <a:extLst>
              <a:ext uri="{FF2B5EF4-FFF2-40B4-BE49-F238E27FC236}">
                <a16:creationId xmlns:a16="http://schemas.microsoft.com/office/drawing/2014/main" id="{B27B4F4B-DCBF-7D15-6675-531D43EF5648}"/>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251975" y="4211583"/>
            <a:ext cx="834239" cy="838666"/>
          </a:xfrm>
          <a:prstGeom prst="rect">
            <a:avLst/>
          </a:prstGeom>
        </p:spPr>
      </p:pic>
      <p:grpSp>
        <p:nvGrpSpPr>
          <p:cNvPr id="14" name="Gruppo 13">
            <a:extLst>
              <a:ext uri="{FF2B5EF4-FFF2-40B4-BE49-F238E27FC236}">
                <a16:creationId xmlns:a16="http://schemas.microsoft.com/office/drawing/2014/main" id="{A639AD8A-60D1-2AFC-30A5-E47ED4E85240}"/>
              </a:ext>
            </a:extLst>
          </p:cNvPr>
          <p:cNvGrpSpPr/>
          <p:nvPr/>
        </p:nvGrpSpPr>
        <p:grpSpPr>
          <a:xfrm flipH="1">
            <a:off x="1745014" y="5538050"/>
            <a:ext cx="936746" cy="927272"/>
            <a:chOff x="1600444" y="2250593"/>
            <a:chExt cx="1631260" cy="1448899"/>
          </a:xfrm>
        </p:grpSpPr>
        <p:pic>
          <p:nvPicPr>
            <p:cNvPr id="15" name="Graphique 28" descr="Homme en tenue professionnelle">
              <a:extLst>
                <a:ext uri="{FF2B5EF4-FFF2-40B4-BE49-F238E27FC236}">
                  <a16:creationId xmlns:a16="http://schemas.microsoft.com/office/drawing/2014/main" id="{0880423A-C821-74B6-06BA-DC5EB820920A}"/>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flipH="1">
              <a:off x="2173198" y="2250593"/>
              <a:ext cx="811293" cy="1059810"/>
            </a:xfrm>
            <a:prstGeom prst="rect">
              <a:avLst/>
            </a:prstGeom>
          </p:spPr>
        </p:pic>
        <p:pic>
          <p:nvPicPr>
            <p:cNvPr id="16" name="Graphique 34" descr="Homme à lunettes portant un col roulé">
              <a:extLst>
                <a:ext uri="{FF2B5EF4-FFF2-40B4-BE49-F238E27FC236}">
                  <a16:creationId xmlns:a16="http://schemas.microsoft.com/office/drawing/2014/main" id="{F50035C7-CAC0-D2A1-17A0-3843A9C8148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1600444" y="2615090"/>
              <a:ext cx="748433" cy="933592"/>
            </a:xfrm>
            <a:prstGeom prst="rect">
              <a:avLst/>
            </a:prstGeom>
          </p:spPr>
        </p:pic>
        <p:pic>
          <p:nvPicPr>
            <p:cNvPr id="17" name="Graphique 23" descr="Femme avec bras prothétique">
              <a:extLst>
                <a:ext uri="{FF2B5EF4-FFF2-40B4-BE49-F238E27FC236}">
                  <a16:creationId xmlns:a16="http://schemas.microsoft.com/office/drawing/2014/main" id="{9BE1716E-61E5-59CD-5DC9-569E4649E3EC}"/>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flipH="1">
              <a:off x="2348877" y="2619423"/>
              <a:ext cx="882827" cy="924927"/>
            </a:xfrm>
            <a:prstGeom prst="rect">
              <a:avLst/>
            </a:prstGeom>
          </p:spPr>
        </p:pic>
        <p:pic>
          <p:nvPicPr>
            <p:cNvPr id="20" name="Graphique 30" descr="Homme portant une veste">
              <a:extLst>
                <a:ext uri="{FF2B5EF4-FFF2-40B4-BE49-F238E27FC236}">
                  <a16:creationId xmlns:a16="http://schemas.microsoft.com/office/drawing/2014/main" id="{9883E288-0493-AE19-4A2A-02B0978EB140}"/>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flipH="1">
              <a:off x="2173198" y="2778358"/>
              <a:ext cx="691793" cy="921134"/>
            </a:xfrm>
            <a:prstGeom prst="rect">
              <a:avLst/>
            </a:prstGeom>
          </p:spPr>
        </p:pic>
      </p:grpSp>
      <p:pic>
        <p:nvPicPr>
          <p:cNvPr id="22" name="Elemento grafico 21" descr="Uomo che indossa una felpa">
            <a:extLst>
              <a:ext uri="{FF2B5EF4-FFF2-40B4-BE49-F238E27FC236}">
                <a16:creationId xmlns:a16="http://schemas.microsoft.com/office/drawing/2014/main" id="{8E59EE95-0216-7279-A9FF-12399E655974}"/>
              </a:ext>
            </a:extLst>
          </p:cNvPr>
          <p:cNvPicPr>
            <a:picLocks noChangeAspect="1"/>
          </p:cNvPicPr>
          <p:nvPr/>
        </p:nvPicPr>
        <p:blipFill>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2599507" y="5577547"/>
            <a:ext cx="470266" cy="633988"/>
          </a:xfrm>
          <a:prstGeom prst="rect">
            <a:avLst/>
          </a:prstGeom>
        </p:spPr>
      </p:pic>
      <p:pic>
        <p:nvPicPr>
          <p:cNvPr id="24" name="Elemento grafico 23" descr="Donna che piange con una tazza tra le mani">
            <a:extLst>
              <a:ext uri="{FF2B5EF4-FFF2-40B4-BE49-F238E27FC236}">
                <a16:creationId xmlns:a16="http://schemas.microsoft.com/office/drawing/2014/main" id="{CEB48780-5F02-7824-CABA-7518F1C75E9C}"/>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1360065" y="5601534"/>
            <a:ext cx="494650" cy="675790"/>
          </a:xfrm>
          <a:prstGeom prst="rect">
            <a:avLst/>
          </a:prstGeom>
        </p:spPr>
      </p:pic>
      <p:pic>
        <p:nvPicPr>
          <p:cNvPr id="26" name="Elemento grafico 25" descr="Donna con capelli lunghi mossi">
            <a:extLst>
              <a:ext uri="{FF2B5EF4-FFF2-40B4-BE49-F238E27FC236}">
                <a16:creationId xmlns:a16="http://schemas.microsoft.com/office/drawing/2014/main" id="{FEC67DE8-AEC6-87B6-4BD1-0840997B3AFD}"/>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2510036" y="6070064"/>
            <a:ext cx="459815" cy="644438"/>
          </a:xfrm>
          <a:prstGeom prst="rect">
            <a:avLst/>
          </a:prstGeom>
        </p:spPr>
      </p:pic>
      <p:pic>
        <p:nvPicPr>
          <p:cNvPr id="28" name="Elemento grafico 27" descr="Donna con coda di cavallo">
            <a:extLst>
              <a:ext uri="{FF2B5EF4-FFF2-40B4-BE49-F238E27FC236}">
                <a16:creationId xmlns:a16="http://schemas.microsoft.com/office/drawing/2014/main" id="{F541224D-C11C-7440-9AD7-D81BCD92D97D}"/>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2007066" y="6091573"/>
            <a:ext cx="438915" cy="661856"/>
          </a:xfrm>
          <a:prstGeom prst="rect">
            <a:avLst/>
          </a:prstGeom>
        </p:spPr>
      </p:pic>
      <p:pic>
        <p:nvPicPr>
          <p:cNvPr id="30" name="Elemento grafico 29" descr="Donna che indossa un cardigan">
            <a:extLst>
              <a:ext uri="{FF2B5EF4-FFF2-40B4-BE49-F238E27FC236}">
                <a16:creationId xmlns:a16="http://schemas.microsoft.com/office/drawing/2014/main" id="{28870216-15D8-52CD-8135-C391F98C50AB}"/>
              </a:ext>
            </a:extLst>
          </p:cNvPr>
          <p:cNvPicPr>
            <a:picLocks noChangeAspect="1"/>
          </p:cNvPicPr>
          <p:nvPr/>
        </p:nvPicPr>
        <p:blipFill>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1405878" y="5969039"/>
            <a:ext cx="442398" cy="616570"/>
          </a:xfrm>
          <a:prstGeom prst="rect">
            <a:avLst/>
          </a:prstGeom>
        </p:spPr>
      </p:pic>
    </p:spTree>
    <p:extLst>
      <p:ext uri="{BB962C8B-B14F-4D97-AF65-F5344CB8AC3E}">
        <p14:creationId xmlns:p14="http://schemas.microsoft.com/office/powerpoint/2010/main" val="26526501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79243726-82BA-3A75-5E48-950689BED291}"/>
              </a:ext>
            </a:extLst>
          </p:cNvPr>
          <p:cNvSpPr>
            <a:spLocks noGrp="1"/>
          </p:cNvSpPr>
          <p:nvPr>
            <p:ph type="title"/>
          </p:nvPr>
        </p:nvSpPr>
        <p:spPr/>
        <p:txBody>
          <a:bodyPr/>
          <a:lstStyle/>
          <a:p>
            <a:r>
              <a:rPr lang="en-US" dirty="0"/>
              <a:t>Using other formats of display</a:t>
            </a:r>
          </a:p>
        </p:txBody>
      </p:sp>
      <p:sp>
        <p:nvSpPr>
          <p:cNvPr id="10" name="Segnaposto testo 9">
            <a:extLst>
              <a:ext uri="{FF2B5EF4-FFF2-40B4-BE49-F238E27FC236}">
                <a16:creationId xmlns:a16="http://schemas.microsoft.com/office/drawing/2014/main" id="{ED8FE550-07D6-0E8E-AFE5-3330474E420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196781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ttangolo 47">
            <a:extLst>
              <a:ext uri="{FF2B5EF4-FFF2-40B4-BE49-F238E27FC236}">
                <a16:creationId xmlns:a16="http://schemas.microsoft.com/office/drawing/2014/main" id="{C6A73ADB-5E5F-2F4A-D708-144CAC83AC9E}"/>
              </a:ext>
            </a:extLst>
          </p:cNvPr>
          <p:cNvSpPr/>
          <p:nvPr/>
        </p:nvSpPr>
        <p:spPr>
          <a:xfrm>
            <a:off x="10381130" y="2016983"/>
            <a:ext cx="1357474" cy="15400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3">
            <a:extLst>
              <a:ext uri="{FF2B5EF4-FFF2-40B4-BE49-F238E27FC236}">
                <a16:creationId xmlns:a16="http://schemas.microsoft.com/office/drawing/2014/main" id="{D570E261-B709-0378-3599-EF921D7A580B}"/>
              </a:ext>
            </a:extLst>
          </p:cNvPr>
          <p:cNvSpPr>
            <a:spLocks noGrp="1"/>
          </p:cNvSpPr>
          <p:nvPr>
            <p:ph type="title"/>
          </p:nvPr>
        </p:nvSpPr>
        <p:spPr/>
        <p:txBody>
          <a:bodyPr/>
          <a:lstStyle/>
          <a:p>
            <a:r>
              <a:rPr lang="en-US" dirty="0"/>
              <a:t>Keep the substance, adapt the form</a:t>
            </a:r>
          </a:p>
        </p:txBody>
      </p:sp>
      <p:sp>
        <p:nvSpPr>
          <p:cNvPr id="5" name="Segnaposto contenuto 4">
            <a:extLst>
              <a:ext uri="{FF2B5EF4-FFF2-40B4-BE49-F238E27FC236}">
                <a16:creationId xmlns:a16="http://schemas.microsoft.com/office/drawing/2014/main" id="{D0773DA2-481E-39FC-A750-2ABF11BBE50F}"/>
              </a:ext>
            </a:extLst>
          </p:cNvPr>
          <p:cNvSpPr>
            <a:spLocks noGrp="1"/>
          </p:cNvSpPr>
          <p:nvPr>
            <p:ph idx="1"/>
          </p:nvPr>
        </p:nvSpPr>
        <p:spPr>
          <a:xfrm>
            <a:off x="838200" y="1825625"/>
            <a:ext cx="4026408" cy="4351338"/>
          </a:xfrm>
        </p:spPr>
        <p:txBody>
          <a:bodyPr>
            <a:normAutofit fontScale="92500" lnSpcReduction="20000"/>
          </a:bodyPr>
          <a:lstStyle/>
          <a:p>
            <a:pPr marL="0" indent="0">
              <a:buNone/>
            </a:pPr>
            <a:r>
              <a:rPr lang="en-US" sz="2000" dirty="0"/>
              <a:t>The 6 whys canvases are made (and named) to easily remember key aspects of project / product purposes.</a:t>
            </a:r>
          </a:p>
          <a:p>
            <a:pPr marL="0" indent="0">
              <a:buNone/>
            </a:pPr>
            <a:endParaRPr lang="en-US" sz="2000" dirty="0"/>
          </a:p>
          <a:p>
            <a:pPr marL="0" indent="0">
              <a:buNone/>
            </a:pPr>
            <a:r>
              <a:rPr lang="en-US" sz="2000" dirty="0"/>
              <a:t>The canvases are made to simplify expression, complete information and discuss more easily.</a:t>
            </a:r>
          </a:p>
          <a:p>
            <a:pPr marL="0" indent="0">
              <a:buNone/>
            </a:pPr>
            <a:endParaRPr lang="en-US" sz="2000" dirty="0"/>
          </a:p>
          <a:p>
            <a:pPr marL="0" indent="0">
              <a:buNone/>
            </a:pPr>
            <a:r>
              <a:rPr lang="en-US" sz="2000" dirty="0"/>
              <a:t>If a particular form is uncomfortable, unfamiliar, or uneasy to use, the same information can be dealt with other display formats than visual canvases like pyramid, timeline, or tree.</a:t>
            </a:r>
          </a:p>
          <a:p>
            <a:pPr marL="0" indent="0">
              <a:buNone/>
            </a:pPr>
            <a:endParaRPr lang="en-US" sz="2000" dirty="0"/>
          </a:p>
          <a:p>
            <a:pPr marL="0" indent="0">
              <a:buNone/>
            </a:pPr>
            <a:r>
              <a:rPr lang="en-US" sz="2000" dirty="0"/>
              <a:t>The following slides show the 6 WHYS canvases in spreadsheet formats, but there are many more that you can use.</a:t>
            </a:r>
          </a:p>
        </p:txBody>
      </p:sp>
      <p:grpSp>
        <p:nvGrpSpPr>
          <p:cNvPr id="6" name="Groupe 2">
            <a:extLst>
              <a:ext uri="{FF2B5EF4-FFF2-40B4-BE49-F238E27FC236}">
                <a16:creationId xmlns:a16="http://schemas.microsoft.com/office/drawing/2014/main" id="{6E55E173-5DCE-DB03-7D89-1345E36C0974}"/>
              </a:ext>
            </a:extLst>
          </p:cNvPr>
          <p:cNvGrpSpPr/>
          <p:nvPr/>
        </p:nvGrpSpPr>
        <p:grpSpPr>
          <a:xfrm>
            <a:off x="5977294" y="1859291"/>
            <a:ext cx="1444635" cy="1532205"/>
            <a:chOff x="6900539" y="986484"/>
            <a:chExt cx="5204718" cy="5520217"/>
          </a:xfrm>
        </p:grpSpPr>
        <p:sp>
          <p:nvSpPr>
            <p:cNvPr id="7" name="Rectangle 186">
              <a:extLst>
                <a:ext uri="{FF2B5EF4-FFF2-40B4-BE49-F238E27FC236}">
                  <a16:creationId xmlns:a16="http://schemas.microsoft.com/office/drawing/2014/main" id="{8C4A59D4-2354-0CD0-7FAA-43BE548638A9}"/>
                </a:ext>
              </a:extLst>
            </p:cNvPr>
            <p:cNvSpPr/>
            <p:nvPr/>
          </p:nvSpPr>
          <p:spPr>
            <a:xfrm>
              <a:off x="8686430" y="604113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Root Motivation</a:t>
              </a:r>
            </a:p>
          </p:txBody>
        </p:sp>
        <p:sp>
          <p:nvSpPr>
            <p:cNvPr id="8" name="Rectangle 197">
              <a:extLst>
                <a:ext uri="{FF2B5EF4-FFF2-40B4-BE49-F238E27FC236}">
                  <a16:creationId xmlns:a16="http://schemas.microsoft.com/office/drawing/2014/main" id="{DE7E3FF4-C2F0-F8AB-C735-93FDCA902041}"/>
                </a:ext>
              </a:extLst>
            </p:cNvPr>
            <p:cNvSpPr/>
            <p:nvPr/>
          </p:nvSpPr>
          <p:spPr>
            <a:xfrm>
              <a:off x="7576723" y="532267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sp>
          <p:nvSpPr>
            <p:cNvPr id="9" name="Rectangle 198">
              <a:extLst>
                <a:ext uri="{FF2B5EF4-FFF2-40B4-BE49-F238E27FC236}">
                  <a16:creationId xmlns:a16="http://schemas.microsoft.com/office/drawing/2014/main" id="{94F1FF0D-7F9A-09C8-A47C-ADB2E652EA6F}"/>
                </a:ext>
              </a:extLst>
            </p:cNvPr>
            <p:cNvSpPr/>
            <p:nvPr/>
          </p:nvSpPr>
          <p:spPr>
            <a:xfrm>
              <a:off x="8840957" y="4255411"/>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Positive Consequence</a:t>
              </a:r>
            </a:p>
          </p:txBody>
        </p:sp>
        <p:sp>
          <p:nvSpPr>
            <p:cNvPr id="10" name="Rectangle 199">
              <a:extLst>
                <a:ext uri="{FF2B5EF4-FFF2-40B4-BE49-F238E27FC236}">
                  <a16:creationId xmlns:a16="http://schemas.microsoft.com/office/drawing/2014/main" id="{007F4B43-396D-9BF4-87BF-E22BD0B1004C}"/>
                </a:ext>
              </a:extLst>
            </p:cNvPr>
            <p:cNvSpPr/>
            <p:nvPr/>
          </p:nvSpPr>
          <p:spPr>
            <a:xfrm>
              <a:off x="9103684" y="3585812"/>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11" name="Rectangle 200">
              <a:extLst>
                <a:ext uri="{FF2B5EF4-FFF2-40B4-BE49-F238E27FC236}">
                  <a16:creationId xmlns:a16="http://schemas.microsoft.com/office/drawing/2014/main" id="{A4844AE6-169E-28B1-C675-0F9D373E7C69}"/>
                </a:ext>
              </a:extLst>
            </p:cNvPr>
            <p:cNvSpPr/>
            <p:nvPr/>
          </p:nvSpPr>
          <p:spPr>
            <a:xfrm>
              <a:off x="8995485" y="4898509"/>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sp>
          <p:nvSpPr>
            <p:cNvPr id="12" name="Rectangle 201">
              <a:extLst>
                <a:ext uri="{FF2B5EF4-FFF2-40B4-BE49-F238E27FC236}">
                  <a16:creationId xmlns:a16="http://schemas.microsoft.com/office/drawing/2014/main" id="{230196F5-A8A8-229C-70BE-582B1287E684}"/>
                </a:ext>
              </a:extLst>
            </p:cNvPr>
            <p:cNvSpPr/>
            <p:nvPr/>
          </p:nvSpPr>
          <p:spPr>
            <a:xfrm>
              <a:off x="10354694" y="543415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sp>
          <p:nvSpPr>
            <p:cNvPr id="13" name="Rectangle 202">
              <a:extLst>
                <a:ext uri="{FF2B5EF4-FFF2-40B4-BE49-F238E27FC236}">
                  <a16:creationId xmlns:a16="http://schemas.microsoft.com/office/drawing/2014/main" id="{0C06E5D0-1280-30B3-D24D-52CACFE8A28C}"/>
                </a:ext>
              </a:extLst>
            </p:cNvPr>
            <p:cNvSpPr/>
            <p:nvPr/>
          </p:nvSpPr>
          <p:spPr>
            <a:xfrm>
              <a:off x="10077075" y="288412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sp>
          <p:nvSpPr>
            <p:cNvPr id="14" name="Rectangle 203">
              <a:extLst>
                <a:ext uri="{FF2B5EF4-FFF2-40B4-BE49-F238E27FC236}">
                  <a16:creationId xmlns:a16="http://schemas.microsoft.com/office/drawing/2014/main" id="{8B092454-C562-52F5-04D8-48FC9C8CA4C7}"/>
                </a:ext>
              </a:extLst>
            </p:cNvPr>
            <p:cNvSpPr/>
            <p:nvPr/>
          </p:nvSpPr>
          <p:spPr>
            <a:xfrm>
              <a:off x="10186758" y="2235049"/>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15" name="Rectangle 204">
              <a:extLst>
                <a:ext uri="{FF2B5EF4-FFF2-40B4-BE49-F238E27FC236}">
                  <a16:creationId xmlns:a16="http://schemas.microsoft.com/office/drawing/2014/main" id="{E57A82CE-CEA0-6492-C375-FAFBF6CEDA05}"/>
                </a:ext>
              </a:extLst>
            </p:cNvPr>
            <p:cNvSpPr/>
            <p:nvPr/>
          </p:nvSpPr>
          <p:spPr>
            <a:xfrm>
              <a:off x="8532365" y="291343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dirty="0"/>
                <a:t>Concretization</a:t>
              </a:r>
            </a:p>
          </p:txBody>
        </p:sp>
        <p:sp>
          <p:nvSpPr>
            <p:cNvPr id="16" name="Rectangle 205">
              <a:extLst>
                <a:ext uri="{FF2B5EF4-FFF2-40B4-BE49-F238E27FC236}">
                  <a16:creationId xmlns:a16="http://schemas.microsoft.com/office/drawing/2014/main" id="{AB1B7CA8-FF19-D56B-8404-5D19ACFBE2B8}"/>
                </a:ext>
              </a:extLst>
            </p:cNvPr>
            <p:cNvSpPr/>
            <p:nvPr/>
          </p:nvSpPr>
          <p:spPr>
            <a:xfrm>
              <a:off x="7549346" y="234968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Positive Consequence</a:t>
              </a:r>
            </a:p>
          </p:txBody>
        </p:sp>
        <p:sp>
          <p:nvSpPr>
            <p:cNvPr id="17" name="Rectangle 206">
              <a:extLst>
                <a:ext uri="{FF2B5EF4-FFF2-40B4-BE49-F238E27FC236}">
                  <a16:creationId xmlns:a16="http://schemas.microsoft.com/office/drawing/2014/main" id="{1A049B48-E5B5-5589-8B18-770035E4F64C}"/>
                </a:ext>
              </a:extLst>
            </p:cNvPr>
            <p:cNvSpPr/>
            <p:nvPr/>
          </p:nvSpPr>
          <p:spPr>
            <a:xfrm>
              <a:off x="6993202" y="1730083"/>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Positive Consequence</a:t>
              </a:r>
            </a:p>
          </p:txBody>
        </p:sp>
        <p:sp>
          <p:nvSpPr>
            <p:cNvPr id="18" name="Rectangle 207">
              <a:extLst>
                <a:ext uri="{FF2B5EF4-FFF2-40B4-BE49-F238E27FC236}">
                  <a16:creationId xmlns:a16="http://schemas.microsoft.com/office/drawing/2014/main" id="{7C9A5AF3-62ED-C118-ED75-EE40E84D39C7}"/>
                </a:ext>
              </a:extLst>
            </p:cNvPr>
            <p:cNvSpPr/>
            <p:nvPr/>
          </p:nvSpPr>
          <p:spPr>
            <a:xfrm>
              <a:off x="6900539" y="986484"/>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sp>
          <p:nvSpPr>
            <p:cNvPr id="19" name="Rectangle 208">
              <a:extLst>
                <a:ext uri="{FF2B5EF4-FFF2-40B4-BE49-F238E27FC236}">
                  <a16:creationId xmlns:a16="http://schemas.microsoft.com/office/drawing/2014/main" id="{3DDA7CB3-449B-1695-F7AF-8E344A11E43E}"/>
                </a:ext>
              </a:extLst>
            </p:cNvPr>
            <p:cNvSpPr/>
            <p:nvPr/>
          </p:nvSpPr>
          <p:spPr>
            <a:xfrm>
              <a:off x="10938215" y="4665724"/>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Positive Consequence</a:t>
              </a:r>
            </a:p>
          </p:txBody>
        </p:sp>
        <p:cxnSp>
          <p:nvCxnSpPr>
            <p:cNvPr id="20" name="Connecteur droit avec flèche 209">
              <a:extLst>
                <a:ext uri="{FF2B5EF4-FFF2-40B4-BE49-F238E27FC236}">
                  <a16:creationId xmlns:a16="http://schemas.microsoft.com/office/drawing/2014/main" id="{4809D367-C566-DE26-EFF5-CFBF9D15C804}"/>
                </a:ext>
              </a:extLst>
            </p:cNvPr>
            <p:cNvCxnSpPr>
              <a:cxnSpLocks/>
              <a:endCxn id="9" idx="2"/>
            </p:cNvCxnSpPr>
            <p:nvPr/>
          </p:nvCxnSpPr>
          <p:spPr>
            <a:xfrm flipH="1" flipV="1">
              <a:off x="9424478" y="4720981"/>
              <a:ext cx="85452" cy="200546"/>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1" name="Connecteur droit avec flèche 210">
              <a:extLst>
                <a:ext uri="{FF2B5EF4-FFF2-40B4-BE49-F238E27FC236}">
                  <a16:creationId xmlns:a16="http://schemas.microsoft.com/office/drawing/2014/main" id="{E34313DE-35D8-1B49-49DA-DA2761DFDC9A}"/>
                </a:ext>
              </a:extLst>
            </p:cNvPr>
            <p:cNvCxnSpPr>
              <a:cxnSpLocks/>
              <a:stCxn id="7" idx="0"/>
            </p:cNvCxnSpPr>
            <p:nvPr/>
          </p:nvCxnSpPr>
          <p:spPr>
            <a:xfrm flipH="1" flipV="1">
              <a:off x="8224420" y="5814414"/>
              <a:ext cx="1045531" cy="2267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1">
              <a:extLst>
                <a:ext uri="{FF2B5EF4-FFF2-40B4-BE49-F238E27FC236}">
                  <a16:creationId xmlns:a16="http://schemas.microsoft.com/office/drawing/2014/main" id="{AE11DB7D-1B9B-03B8-36F8-2A48DCBFCD47}"/>
                </a:ext>
              </a:extLst>
            </p:cNvPr>
            <p:cNvCxnSpPr>
              <a:cxnSpLocks/>
              <a:stCxn id="7" idx="0"/>
              <a:endCxn id="11" idx="2"/>
            </p:cNvCxnSpPr>
            <p:nvPr/>
          </p:nvCxnSpPr>
          <p:spPr>
            <a:xfrm flipV="1">
              <a:off x="9269951" y="5364079"/>
              <a:ext cx="309055" cy="67705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3" name="Connecteur droit avec flèche 212">
              <a:extLst>
                <a:ext uri="{FF2B5EF4-FFF2-40B4-BE49-F238E27FC236}">
                  <a16:creationId xmlns:a16="http://schemas.microsoft.com/office/drawing/2014/main" id="{5B7EE3E1-A2F8-2127-7728-054625A8BFA2}"/>
                </a:ext>
              </a:extLst>
            </p:cNvPr>
            <p:cNvCxnSpPr>
              <a:cxnSpLocks/>
              <a:stCxn id="7" idx="0"/>
              <a:endCxn id="12" idx="1"/>
            </p:cNvCxnSpPr>
            <p:nvPr/>
          </p:nvCxnSpPr>
          <p:spPr>
            <a:xfrm flipV="1">
              <a:off x="9269951" y="5666937"/>
              <a:ext cx="1084743" cy="374194"/>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4" name="Connecteur droit avec flèche 213">
              <a:extLst>
                <a:ext uri="{FF2B5EF4-FFF2-40B4-BE49-F238E27FC236}">
                  <a16:creationId xmlns:a16="http://schemas.microsoft.com/office/drawing/2014/main" id="{7AFE3602-944F-551F-3F93-58B5C72BFFD6}"/>
                </a:ext>
              </a:extLst>
            </p:cNvPr>
            <p:cNvCxnSpPr>
              <a:cxnSpLocks/>
              <a:stCxn id="12" idx="0"/>
              <a:endCxn id="19" idx="2"/>
            </p:cNvCxnSpPr>
            <p:nvPr/>
          </p:nvCxnSpPr>
          <p:spPr>
            <a:xfrm flipV="1">
              <a:off x="10938215" y="5131294"/>
              <a:ext cx="583521" cy="302858"/>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5" name="Connecteur droit avec flèche 214">
              <a:extLst>
                <a:ext uri="{FF2B5EF4-FFF2-40B4-BE49-F238E27FC236}">
                  <a16:creationId xmlns:a16="http://schemas.microsoft.com/office/drawing/2014/main" id="{83D08B4A-0B15-9216-D599-7639BBE069B6}"/>
                </a:ext>
              </a:extLst>
            </p:cNvPr>
            <p:cNvCxnSpPr>
              <a:cxnSpLocks/>
              <a:stCxn id="9" idx="0"/>
              <a:endCxn id="10" idx="2"/>
            </p:cNvCxnSpPr>
            <p:nvPr/>
          </p:nvCxnSpPr>
          <p:spPr>
            <a:xfrm flipV="1">
              <a:off x="9424478" y="4051382"/>
              <a:ext cx="262727" cy="204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6" name="Connecteur droit avec flèche 215">
              <a:extLst>
                <a:ext uri="{FF2B5EF4-FFF2-40B4-BE49-F238E27FC236}">
                  <a16:creationId xmlns:a16="http://schemas.microsoft.com/office/drawing/2014/main" id="{77D34E9D-66C6-9C77-8ECE-4D66F20A9A24}"/>
                </a:ext>
              </a:extLst>
            </p:cNvPr>
            <p:cNvCxnSpPr>
              <a:cxnSpLocks/>
              <a:stCxn id="10" idx="0"/>
              <a:endCxn id="13" idx="2"/>
            </p:cNvCxnSpPr>
            <p:nvPr/>
          </p:nvCxnSpPr>
          <p:spPr>
            <a:xfrm flipV="1">
              <a:off x="9687205" y="3349692"/>
              <a:ext cx="973391" cy="2361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7" name="Connecteur droit avec flèche 216">
              <a:extLst>
                <a:ext uri="{FF2B5EF4-FFF2-40B4-BE49-F238E27FC236}">
                  <a16:creationId xmlns:a16="http://schemas.microsoft.com/office/drawing/2014/main" id="{231D99BB-7C7F-7EC0-4958-10BF773A4E8F}"/>
                </a:ext>
              </a:extLst>
            </p:cNvPr>
            <p:cNvCxnSpPr>
              <a:cxnSpLocks/>
              <a:stCxn id="13" idx="0"/>
              <a:endCxn id="14" idx="2"/>
            </p:cNvCxnSpPr>
            <p:nvPr/>
          </p:nvCxnSpPr>
          <p:spPr>
            <a:xfrm flipV="1">
              <a:off x="10660596" y="2700619"/>
              <a:ext cx="109683" cy="18350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8" name="Connecteur droit avec flèche 217">
              <a:extLst>
                <a:ext uri="{FF2B5EF4-FFF2-40B4-BE49-F238E27FC236}">
                  <a16:creationId xmlns:a16="http://schemas.microsoft.com/office/drawing/2014/main" id="{1DB0F8CA-9426-3FB7-16CB-D6A67F15CAC1}"/>
                </a:ext>
              </a:extLst>
            </p:cNvPr>
            <p:cNvCxnSpPr>
              <a:cxnSpLocks/>
              <a:stCxn id="14" idx="0"/>
              <a:endCxn id="37" idx="2"/>
            </p:cNvCxnSpPr>
            <p:nvPr/>
          </p:nvCxnSpPr>
          <p:spPr>
            <a:xfrm flipV="1">
              <a:off x="10770279" y="2020186"/>
              <a:ext cx="215422" cy="21486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18">
              <a:extLst>
                <a:ext uri="{FF2B5EF4-FFF2-40B4-BE49-F238E27FC236}">
                  <a16:creationId xmlns:a16="http://schemas.microsoft.com/office/drawing/2014/main" id="{951F66A9-F900-5D9A-8166-46C5A8F10ED7}"/>
                </a:ext>
              </a:extLst>
            </p:cNvPr>
            <p:cNvCxnSpPr>
              <a:cxnSpLocks/>
              <a:stCxn id="10" idx="0"/>
              <a:endCxn id="15" idx="2"/>
            </p:cNvCxnSpPr>
            <p:nvPr/>
          </p:nvCxnSpPr>
          <p:spPr>
            <a:xfrm flipH="1" flipV="1">
              <a:off x="9115886" y="3379002"/>
              <a:ext cx="571319" cy="20681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0" name="Connecteur droit avec flèche 219">
              <a:extLst>
                <a:ext uri="{FF2B5EF4-FFF2-40B4-BE49-F238E27FC236}">
                  <a16:creationId xmlns:a16="http://schemas.microsoft.com/office/drawing/2014/main" id="{A60D8FD6-4682-75EF-7936-6B04FC77B928}"/>
                </a:ext>
              </a:extLst>
            </p:cNvPr>
            <p:cNvCxnSpPr>
              <a:cxnSpLocks/>
              <a:stCxn id="15" idx="0"/>
              <a:endCxn id="16" idx="2"/>
            </p:cNvCxnSpPr>
            <p:nvPr/>
          </p:nvCxnSpPr>
          <p:spPr>
            <a:xfrm flipH="1" flipV="1">
              <a:off x="8132867" y="2815255"/>
              <a:ext cx="983019" cy="9817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1" name="Connecteur droit avec flèche 220">
              <a:extLst>
                <a:ext uri="{FF2B5EF4-FFF2-40B4-BE49-F238E27FC236}">
                  <a16:creationId xmlns:a16="http://schemas.microsoft.com/office/drawing/2014/main" id="{F3412D28-95DE-8817-0DA4-041C16BC7A80}"/>
                </a:ext>
              </a:extLst>
            </p:cNvPr>
            <p:cNvCxnSpPr>
              <a:cxnSpLocks/>
              <a:stCxn id="16" idx="0"/>
              <a:endCxn id="17" idx="2"/>
            </p:cNvCxnSpPr>
            <p:nvPr/>
          </p:nvCxnSpPr>
          <p:spPr>
            <a:xfrm flipH="1" flipV="1">
              <a:off x="7576723" y="2195653"/>
              <a:ext cx="556144" cy="15403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221">
              <a:extLst>
                <a:ext uri="{FF2B5EF4-FFF2-40B4-BE49-F238E27FC236}">
                  <a16:creationId xmlns:a16="http://schemas.microsoft.com/office/drawing/2014/main" id="{7E267327-5B8C-1217-A03F-FFCC00861F3A}"/>
                </a:ext>
              </a:extLst>
            </p:cNvPr>
            <p:cNvCxnSpPr>
              <a:cxnSpLocks/>
              <a:stCxn id="17" idx="0"/>
              <a:endCxn id="18" idx="2"/>
            </p:cNvCxnSpPr>
            <p:nvPr/>
          </p:nvCxnSpPr>
          <p:spPr>
            <a:xfrm flipH="1" flipV="1">
              <a:off x="7484060" y="1452054"/>
              <a:ext cx="92663" cy="278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33" name="Rectangle 222">
              <a:extLst>
                <a:ext uri="{FF2B5EF4-FFF2-40B4-BE49-F238E27FC236}">
                  <a16:creationId xmlns:a16="http://schemas.microsoft.com/office/drawing/2014/main" id="{76C9B45B-4940-9624-2B0D-A22A3931E014}"/>
                </a:ext>
              </a:extLst>
            </p:cNvPr>
            <p:cNvSpPr/>
            <p:nvPr/>
          </p:nvSpPr>
          <p:spPr>
            <a:xfrm>
              <a:off x="8840957" y="207634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Positive Consequence</a:t>
              </a:r>
            </a:p>
          </p:txBody>
        </p:sp>
        <p:cxnSp>
          <p:nvCxnSpPr>
            <p:cNvPr id="34" name="Connecteur droit avec flèche 223">
              <a:extLst>
                <a:ext uri="{FF2B5EF4-FFF2-40B4-BE49-F238E27FC236}">
                  <a16:creationId xmlns:a16="http://schemas.microsoft.com/office/drawing/2014/main" id="{DDE72B24-FF8C-A943-7F40-FC6CC5A1B01F}"/>
                </a:ext>
              </a:extLst>
            </p:cNvPr>
            <p:cNvCxnSpPr>
              <a:cxnSpLocks/>
              <a:stCxn id="15" idx="0"/>
              <a:endCxn id="33" idx="2"/>
            </p:cNvCxnSpPr>
            <p:nvPr/>
          </p:nvCxnSpPr>
          <p:spPr>
            <a:xfrm flipV="1">
              <a:off x="9115886" y="2541915"/>
              <a:ext cx="308592" cy="3715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35" name="Rectangle 224">
              <a:extLst>
                <a:ext uri="{FF2B5EF4-FFF2-40B4-BE49-F238E27FC236}">
                  <a16:creationId xmlns:a16="http://schemas.microsoft.com/office/drawing/2014/main" id="{86DD72F4-8E16-2BE6-94FC-CD6198AB5F40}"/>
                </a:ext>
              </a:extLst>
            </p:cNvPr>
            <p:cNvSpPr/>
            <p:nvPr/>
          </p:nvSpPr>
          <p:spPr>
            <a:xfrm>
              <a:off x="7517445" y="358442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Motivation</a:t>
              </a:r>
            </a:p>
          </p:txBody>
        </p:sp>
        <p:cxnSp>
          <p:nvCxnSpPr>
            <p:cNvPr id="36" name="Connecteur droit avec flèche 225">
              <a:extLst>
                <a:ext uri="{FF2B5EF4-FFF2-40B4-BE49-F238E27FC236}">
                  <a16:creationId xmlns:a16="http://schemas.microsoft.com/office/drawing/2014/main" id="{C35E004D-A07A-4745-B352-6020A44113E3}"/>
                </a:ext>
              </a:extLst>
            </p:cNvPr>
            <p:cNvCxnSpPr>
              <a:cxnSpLocks/>
              <a:stCxn id="9" idx="0"/>
              <a:endCxn id="35" idx="2"/>
            </p:cNvCxnSpPr>
            <p:nvPr/>
          </p:nvCxnSpPr>
          <p:spPr>
            <a:xfrm flipH="1" flipV="1">
              <a:off x="8100966" y="4049991"/>
              <a:ext cx="1323512" cy="2054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37" name="Rectangle 226">
              <a:extLst>
                <a:ext uri="{FF2B5EF4-FFF2-40B4-BE49-F238E27FC236}">
                  <a16:creationId xmlns:a16="http://schemas.microsoft.com/office/drawing/2014/main" id="{3EDD27DF-FBA5-6FA0-02BD-AE2A79CDDE76}"/>
                </a:ext>
              </a:extLst>
            </p:cNvPr>
            <p:cNvSpPr/>
            <p:nvPr/>
          </p:nvSpPr>
          <p:spPr>
            <a:xfrm>
              <a:off x="10402180" y="1554616"/>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
                <a:t>Concretization</a:t>
              </a:r>
            </a:p>
          </p:txBody>
        </p:sp>
      </p:grpSp>
      <p:sp>
        <p:nvSpPr>
          <p:cNvPr id="38" name="ZoneTexte 179">
            <a:extLst>
              <a:ext uri="{FF2B5EF4-FFF2-40B4-BE49-F238E27FC236}">
                <a16:creationId xmlns:a16="http://schemas.microsoft.com/office/drawing/2014/main" id="{68D39C0C-81BA-2950-2334-6CDC7E8930A9}"/>
              </a:ext>
            </a:extLst>
          </p:cNvPr>
          <p:cNvSpPr txBox="1"/>
          <p:nvPr/>
        </p:nvSpPr>
        <p:spPr>
          <a:xfrm>
            <a:off x="5619225" y="3625175"/>
            <a:ext cx="2031457" cy="954107"/>
          </a:xfrm>
          <a:prstGeom prst="rect">
            <a:avLst/>
          </a:prstGeom>
          <a:noFill/>
        </p:spPr>
        <p:txBody>
          <a:bodyPr wrap="square" rtlCol="0">
            <a:spAutoFit/>
          </a:bodyPr>
          <a:lstStyle/>
          <a:p>
            <a:pPr algn="ctr"/>
            <a:r>
              <a:rPr lang="en-US" sz="1400" b="1" dirty="0"/>
              <a:t>VISUAL FORMAT : </a:t>
            </a:r>
          </a:p>
          <a:p>
            <a:pPr algn="ctr"/>
            <a:r>
              <a:rPr lang="en-US" sz="1400" dirty="0"/>
              <a:t>Better for visual Workshops on virtual or real whiteboards</a:t>
            </a:r>
          </a:p>
        </p:txBody>
      </p:sp>
      <p:sp>
        <p:nvSpPr>
          <p:cNvPr id="39" name="ZoneTexte 179">
            <a:extLst>
              <a:ext uri="{FF2B5EF4-FFF2-40B4-BE49-F238E27FC236}">
                <a16:creationId xmlns:a16="http://schemas.microsoft.com/office/drawing/2014/main" id="{408FD2F8-8BF8-7395-AE22-990D6A2676AE}"/>
              </a:ext>
            </a:extLst>
          </p:cNvPr>
          <p:cNvSpPr txBox="1"/>
          <p:nvPr/>
        </p:nvSpPr>
        <p:spPr>
          <a:xfrm>
            <a:off x="8156448" y="3625174"/>
            <a:ext cx="1560778" cy="954107"/>
          </a:xfrm>
          <a:prstGeom prst="rect">
            <a:avLst/>
          </a:prstGeom>
          <a:noFill/>
        </p:spPr>
        <p:txBody>
          <a:bodyPr wrap="square" rtlCol="0">
            <a:spAutoFit/>
          </a:bodyPr>
          <a:lstStyle/>
          <a:p>
            <a:pPr algn="ctr"/>
            <a:r>
              <a:rPr lang="en-US" sz="1400" b="1" dirty="0"/>
              <a:t>SPREADSHEET FORMAT : </a:t>
            </a:r>
          </a:p>
          <a:p>
            <a:pPr algn="ctr"/>
            <a:r>
              <a:rPr lang="en-US" sz="1400" dirty="0"/>
              <a:t>Better for data processing</a:t>
            </a:r>
          </a:p>
        </p:txBody>
      </p:sp>
      <p:sp>
        <p:nvSpPr>
          <p:cNvPr id="40" name="ZoneTexte 179">
            <a:extLst>
              <a:ext uri="{FF2B5EF4-FFF2-40B4-BE49-F238E27FC236}">
                <a16:creationId xmlns:a16="http://schemas.microsoft.com/office/drawing/2014/main" id="{9B90D028-36D7-D49F-4560-AA6E4BC026B2}"/>
              </a:ext>
            </a:extLst>
          </p:cNvPr>
          <p:cNvSpPr txBox="1"/>
          <p:nvPr/>
        </p:nvSpPr>
        <p:spPr>
          <a:xfrm>
            <a:off x="10305288" y="3625173"/>
            <a:ext cx="1560778" cy="738664"/>
          </a:xfrm>
          <a:prstGeom prst="rect">
            <a:avLst/>
          </a:prstGeom>
          <a:noFill/>
        </p:spPr>
        <p:txBody>
          <a:bodyPr wrap="square" rtlCol="0">
            <a:spAutoFit/>
          </a:bodyPr>
          <a:lstStyle/>
          <a:p>
            <a:pPr algn="ctr"/>
            <a:r>
              <a:rPr lang="en-US" sz="1400" b="1" dirty="0"/>
              <a:t>FORMS FORMAT : </a:t>
            </a:r>
          </a:p>
          <a:p>
            <a:pPr algn="ctr"/>
            <a:r>
              <a:rPr lang="en-US" sz="1400" dirty="0"/>
              <a:t>Better for data collection</a:t>
            </a:r>
          </a:p>
        </p:txBody>
      </p:sp>
      <p:sp>
        <p:nvSpPr>
          <p:cNvPr id="41" name="ZoneTexte 179">
            <a:extLst>
              <a:ext uri="{FF2B5EF4-FFF2-40B4-BE49-F238E27FC236}">
                <a16:creationId xmlns:a16="http://schemas.microsoft.com/office/drawing/2014/main" id="{CEF4F6A5-7CED-895A-DF50-8386E17FFCD9}"/>
              </a:ext>
            </a:extLst>
          </p:cNvPr>
          <p:cNvSpPr txBox="1"/>
          <p:nvPr/>
        </p:nvSpPr>
        <p:spPr>
          <a:xfrm>
            <a:off x="7151552" y="5914533"/>
            <a:ext cx="1560778" cy="738664"/>
          </a:xfrm>
          <a:prstGeom prst="rect">
            <a:avLst/>
          </a:prstGeom>
          <a:noFill/>
        </p:spPr>
        <p:txBody>
          <a:bodyPr wrap="square" rtlCol="0">
            <a:spAutoFit/>
          </a:bodyPr>
          <a:lstStyle/>
          <a:p>
            <a:pPr algn="ctr"/>
            <a:r>
              <a:rPr lang="en-US" sz="1400" b="1" dirty="0"/>
              <a:t>TEXT FORMAT : </a:t>
            </a:r>
          </a:p>
          <a:p>
            <a:pPr algn="ctr"/>
            <a:r>
              <a:rPr lang="en-US" sz="1400" dirty="0"/>
              <a:t>Simpler for recording</a:t>
            </a:r>
          </a:p>
        </p:txBody>
      </p:sp>
      <p:sp>
        <p:nvSpPr>
          <p:cNvPr id="42" name="ZoneTexte 179">
            <a:extLst>
              <a:ext uri="{FF2B5EF4-FFF2-40B4-BE49-F238E27FC236}">
                <a16:creationId xmlns:a16="http://schemas.microsoft.com/office/drawing/2014/main" id="{06B0EB1A-074B-59B0-F276-6DD84F9767BB}"/>
              </a:ext>
            </a:extLst>
          </p:cNvPr>
          <p:cNvSpPr txBox="1"/>
          <p:nvPr/>
        </p:nvSpPr>
        <p:spPr>
          <a:xfrm>
            <a:off x="9783878" y="5914533"/>
            <a:ext cx="1560778" cy="738664"/>
          </a:xfrm>
          <a:prstGeom prst="rect">
            <a:avLst/>
          </a:prstGeom>
          <a:noFill/>
        </p:spPr>
        <p:txBody>
          <a:bodyPr wrap="square" rtlCol="0">
            <a:spAutoFit/>
          </a:bodyPr>
          <a:lstStyle/>
          <a:p>
            <a:pPr algn="ctr"/>
            <a:r>
              <a:rPr lang="en-US" sz="1400" b="1" dirty="0"/>
              <a:t>TALK FORMAT : </a:t>
            </a:r>
          </a:p>
          <a:p>
            <a:pPr algn="ctr"/>
            <a:r>
              <a:rPr lang="en-US" sz="1400" dirty="0"/>
              <a:t>Simpler for expressing</a:t>
            </a:r>
          </a:p>
        </p:txBody>
      </p:sp>
      <p:graphicFrame>
        <p:nvGraphicFramePr>
          <p:cNvPr id="43" name="Tabella 43">
            <a:extLst>
              <a:ext uri="{FF2B5EF4-FFF2-40B4-BE49-F238E27FC236}">
                <a16:creationId xmlns:a16="http://schemas.microsoft.com/office/drawing/2014/main" id="{807204ED-04EA-8592-602B-36FC6BA93575}"/>
              </a:ext>
            </a:extLst>
          </p:cNvPr>
          <p:cNvGraphicFramePr>
            <a:graphicFrameLocks noGrp="1"/>
          </p:cNvGraphicFramePr>
          <p:nvPr>
            <p:extLst>
              <p:ext uri="{D42A27DB-BD31-4B8C-83A1-F6EECF244321}">
                <p14:modId xmlns:p14="http://schemas.microsoft.com/office/powerpoint/2010/main" val="1673467225"/>
              </p:ext>
            </p:extLst>
          </p:nvPr>
        </p:nvGraphicFramePr>
        <p:xfrm>
          <a:off x="8405930" y="2366889"/>
          <a:ext cx="1166580" cy="1097280"/>
        </p:xfrm>
        <a:graphic>
          <a:graphicData uri="http://schemas.openxmlformats.org/drawingml/2006/table">
            <a:tbl>
              <a:tblPr firstRow="1" bandRow="1">
                <a:tableStyleId>{5C22544A-7EE6-4342-B048-85BDC9FD1C3A}</a:tableStyleId>
              </a:tblPr>
              <a:tblGrid>
                <a:gridCol w="583290">
                  <a:extLst>
                    <a:ext uri="{9D8B030D-6E8A-4147-A177-3AD203B41FA5}">
                      <a16:colId xmlns:a16="http://schemas.microsoft.com/office/drawing/2014/main" val="2499756692"/>
                    </a:ext>
                  </a:extLst>
                </a:gridCol>
                <a:gridCol w="583290">
                  <a:extLst>
                    <a:ext uri="{9D8B030D-6E8A-4147-A177-3AD203B41FA5}">
                      <a16:colId xmlns:a16="http://schemas.microsoft.com/office/drawing/2014/main" val="3427052145"/>
                    </a:ext>
                  </a:extLst>
                </a:gridCol>
              </a:tblGrid>
              <a:tr h="297311">
                <a:tc>
                  <a:txBody>
                    <a:bodyPr/>
                    <a:lstStyle/>
                    <a:p>
                      <a:endParaRPr lang="en-US" dirty="0"/>
                    </a:p>
                  </a:txBody>
                  <a:tcPr>
                    <a:solidFill>
                      <a:schemeClr val="tx1"/>
                    </a:solidFill>
                  </a:tcPr>
                </a:tc>
                <a:tc>
                  <a:txBody>
                    <a:bodyPr/>
                    <a:lstStyle/>
                    <a:p>
                      <a:endParaRPr lang="en-US"/>
                    </a:p>
                  </a:txBody>
                  <a:tcPr>
                    <a:solidFill>
                      <a:schemeClr val="tx1"/>
                    </a:solidFill>
                  </a:tcPr>
                </a:tc>
                <a:extLst>
                  <a:ext uri="{0D108BD9-81ED-4DB2-BD59-A6C34878D82A}">
                    <a16:rowId xmlns:a16="http://schemas.microsoft.com/office/drawing/2014/main" val="2417356727"/>
                  </a:ext>
                </a:extLst>
              </a:tr>
              <a:tr h="297311">
                <a:tc>
                  <a:txBody>
                    <a:bodyPr/>
                    <a:lstStyle/>
                    <a:p>
                      <a:endParaRPr lang="en-US"/>
                    </a:p>
                  </a:txBody>
                  <a:tcPr>
                    <a:solidFill>
                      <a:schemeClr val="tx1"/>
                    </a:solidFill>
                  </a:tcPr>
                </a:tc>
                <a:tc>
                  <a:txBody>
                    <a:bodyPr/>
                    <a:lstStyle/>
                    <a:p>
                      <a:endParaRPr lang="en-US"/>
                    </a:p>
                  </a:txBody>
                  <a:tcPr>
                    <a:solidFill>
                      <a:schemeClr val="tx1"/>
                    </a:solidFill>
                  </a:tcPr>
                </a:tc>
                <a:extLst>
                  <a:ext uri="{0D108BD9-81ED-4DB2-BD59-A6C34878D82A}">
                    <a16:rowId xmlns:a16="http://schemas.microsoft.com/office/drawing/2014/main" val="533508022"/>
                  </a:ext>
                </a:extLst>
              </a:tr>
              <a:tr h="297311">
                <a:tc>
                  <a:txBody>
                    <a:bodyPr/>
                    <a:lstStyle/>
                    <a:p>
                      <a:endParaRPr lang="en-US"/>
                    </a:p>
                  </a:txBody>
                  <a:tcPr>
                    <a:solidFill>
                      <a:schemeClr val="tx1"/>
                    </a:solidFill>
                  </a:tcPr>
                </a:tc>
                <a:tc>
                  <a:txBody>
                    <a:bodyPr/>
                    <a:lstStyle/>
                    <a:p>
                      <a:endParaRPr lang="en-US" dirty="0"/>
                    </a:p>
                  </a:txBody>
                  <a:tcPr>
                    <a:solidFill>
                      <a:schemeClr val="tx1"/>
                    </a:solidFill>
                  </a:tcPr>
                </a:tc>
                <a:extLst>
                  <a:ext uri="{0D108BD9-81ED-4DB2-BD59-A6C34878D82A}">
                    <a16:rowId xmlns:a16="http://schemas.microsoft.com/office/drawing/2014/main" val="3437958282"/>
                  </a:ext>
                </a:extLst>
              </a:tr>
            </a:tbl>
          </a:graphicData>
        </a:graphic>
      </p:graphicFrame>
      <p:sp>
        <p:nvSpPr>
          <p:cNvPr id="44" name="Ovale 43">
            <a:extLst>
              <a:ext uri="{FF2B5EF4-FFF2-40B4-BE49-F238E27FC236}">
                <a16:creationId xmlns:a16="http://schemas.microsoft.com/office/drawing/2014/main" id="{5DE51792-4A0A-BFD1-5A73-9CF333533AD8}"/>
              </a:ext>
            </a:extLst>
          </p:cNvPr>
          <p:cNvSpPr/>
          <p:nvPr/>
        </p:nvSpPr>
        <p:spPr>
          <a:xfrm>
            <a:off x="10497312" y="2237664"/>
            <a:ext cx="156475" cy="15647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e 44">
            <a:extLst>
              <a:ext uri="{FF2B5EF4-FFF2-40B4-BE49-F238E27FC236}">
                <a16:creationId xmlns:a16="http://schemas.microsoft.com/office/drawing/2014/main" id="{DAE21D2A-9A6B-6F42-8AA5-65D04989A8C2}"/>
              </a:ext>
            </a:extLst>
          </p:cNvPr>
          <p:cNvSpPr/>
          <p:nvPr/>
        </p:nvSpPr>
        <p:spPr>
          <a:xfrm>
            <a:off x="10497312" y="2556666"/>
            <a:ext cx="156475" cy="15647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e 45">
            <a:extLst>
              <a:ext uri="{FF2B5EF4-FFF2-40B4-BE49-F238E27FC236}">
                <a16:creationId xmlns:a16="http://schemas.microsoft.com/office/drawing/2014/main" id="{FC4A5F3C-BF8D-801F-8E7A-EBE5005A9DF9}"/>
              </a:ext>
            </a:extLst>
          </p:cNvPr>
          <p:cNvSpPr/>
          <p:nvPr/>
        </p:nvSpPr>
        <p:spPr>
          <a:xfrm>
            <a:off x="10497312" y="2875668"/>
            <a:ext cx="156475" cy="15647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e 46">
            <a:extLst>
              <a:ext uri="{FF2B5EF4-FFF2-40B4-BE49-F238E27FC236}">
                <a16:creationId xmlns:a16="http://schemas.microsoft.com/office/drawing/2014/main" id="{F3305FAD-B2F3-A26F-0855-93AD6BAF4942}"/>
              </a:ext>
            </a:extLst>
          </p:cNvPr>
          <p:cNvSpPr/>
          <p:nvPr/>
        </p:nvSpPr>
        <p:spPr>
          <a:xfrm>
            <a:off x="10497312" y="3194669"/>
            <a:ext cx="156475" cy="15647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Elemento grafico 49" descr="Segno di spunta con riempimento a tinta unita">
            <a:extLst>
              <a:ext uri="{FF2B5EF4-FFF2-40B4-BE49-F238E27FC236}">
                <a16:creationId xmlns:a16="http://schemas.microsoft.com/office/drawing/2014/main" id="{8FA90640-3B7A-E9A5-873F-25E96E9049C7}"/>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480416" y="2047398"/>
            <a:ext cx="346741" cy="346741"/>
          </a:xfrm>
          <a:prstGeom prst="rect">
            <a:avLst/>
          </a:prstGeom>
        </p:spPr>
      </p:pic>
      <p:pic>
        <p:nvPicPr>
          <p:cNvPr id="51" name="Elemento grafico 50" descr="Segno di spunta con riempimento a tinta unita">
            <a:extLst>
              <a:ext uri="{FF2B5EF4-FFF2-40B4-BE49-F238E27FC236}">
                <a16:creationId xmlns:a16="http://schemas.microsoft.com/office/drawing/2014/main" id="{2895584C-77C9-79AD-767C-B7ED5C30A40B}"/>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497312" y="2722476"/>
            <a:ext cx="346741" cy="346741"/>
          </a:xfrm>
          <a:prstGeom prst="rect">
            <a:avLst/>
          </a:prstGeom>
        </p:spPr>
      </p:pic>
      <p:sp>
        <p:nvSpPr>
          <p:cNvPr id="52" name="ZoneTexte 179">
            <a:extLst>
              <a:ext uri="{FF2B5EF4-FFF2-40B4-BE49-F238E27FC236}">
                <a16:creationId xmlns:a16="http://schemas.microsoft.com/office/drawing/2014/main" id="{8528BE5A-B3AC-61C0-633B-72ED423F985A}"/>
              </a:ext>
            </a:extLst>
          </p:cNvPr>
          <p:cNvSpPr txBox="1"/>
          <p:nvPr/>
        </p:nvSpPr>
        <p:spPr>
          <a:xfrm>
            <a:off x="7273146" y="4976715"/>
            <a:ext cx="1192578" cy="738664"/>
          </a:xfrm>
          <a:prstGeom prst="rect">
            <a:avLst/>
          </a:prstGeom>
          <a:noFill/>
          <a:ln>
            <a:solidFill>
              <a:schemeClr val="tx1"/>
            </a:solidFill>
          </a:ln>
        </p:spPr>
        <p:txBody>
          <a:bodyPr wrap="square" rtlCol="0">
            <a:spAutoFit/>
          </a:bodyPr>
          <a:lstStyle/>
          <a:p>
            <a:pPr algn="ctr"/>
            <a:r>
              <a:rPr lang="en-US" sz="1400" i="1" dirty="0"/>
              <a:t>Lorem Ipsum</a:t>
            </a:r>
          </a:p>
          <a:p>
            <a:pPr algn="ctr"/>
            <a:r>
              <a:rPr lang="en-US" sz="1400" i="1" dirty="0"/>
              <a:t>Lorem Ipsum</a:t>
            </a:r>
          </a:p>
          <a:p>
            <a:pPr algn="ctr"/>
            <a:endParaRPr lang="en-US" sz="1400" i="1" dirty="0"/>
          </a:p>
        </p:txBody>
      </p:sp>
      <p:sp>
        <p:nvSpPr>
          <p:cNvPr id="53" name="Bulle narrative : ronde 11">
            <a:extLst>
              <a:ext uri="{FF2B5EF4-FFF2-40B4-BE49-F238E27FC236}">
                <a16:creationId xmlns:a16="http://schemas.microsoft.com/office/drawing/2014/main" id="{3A6F9C31-919E-7118-115A-176FF7283821}"/>
              </a:ext>
            </a:extLst>
          </p:cNvPr>
          <p:cNvSpPr/>
          <p:nvPr/>
        </p:nvSpPr>
        <p:spPr>
          <a:xfrm>
            <a:off x="9567102" y="5003702"/>
            <a:ext cx="1994329" cy="751215"/>
          </a:xfrm>
          <a:prstGeom prst="wedgeEllipseCallout">
            <a:avLst>
              <a:gd name="adj1" fmla="val 6771"/>
              <a:gd name="adj2" fmla="val 625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Tree>
    <p:extLst>
      <p:ext uri="{BB962C8B-B14F-4D97-AF65-F5344CB8AC3E}">
        <p14:creationId xmlns:p14="http://schemas.microsoft.com/office/powerpoint/2010/main" val="37545324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B0323F-D267-4C75-906C-E32C71BBED5C}"/>
              </a:ext>
            </a:extLst>
          </p:cNvPr>
          <p:cNvSpPr>
            <a:spLocks noGrp="1"/>
          </p:cNvSpPr>
          <p:nvPr>
            <p:ph type="title"/>
          </p:nvPr>
        </p:nvSpPr>
        <p:spPr/>
        <p:txBody>
          <a:bodyPr>
            <a:normAutofit fontScale="90000"/>
          </a:bodyPr>
          <a:lstStyle/>
          <a:p>
            <a:r>
              <a:rPr lang="en-US" dirty="0"/>
              <a:t>Simplified version of the Project / Product WHYS</a:t>
            </a:r>
            <a:br>
              <a:rPr lang="en-US" dirty="0"/>
            </a:br>
            <a:r>
              <a:rPr lang="en-US" dirty="0"/>
              <a:t>The </a:t>
            </a:r>
            <a:r>
              <a:rPr lang="en-US" b="1" dirty="0"/>
              <a:t>WHYS Canvas</a:t>
            </a:r>
          </a:p>
        </p:txBody>
      </p:sp>
      <p:sp>
        <p:nvSpPr>
          <p:cNvPr id="3" name="Espace réservé du contenu 2">
            <a:extLst>
              <a:ext uri="{FF2B5EF4-FFF2-40B4-BE49-F238E27FC236}">
                <a16:creationId xmlns:a16="http://schemas.microsoft.com/office/drawing/2014/main" id="{754F3EAC-1436-438D-8F6E-925CC75E2260}"/>
              </a:ext>
            </a:extLst>
          </p:cNvPr>
          <p:cNvSpPr>
            <a:spLocks noGrp="1"/>
          </p:cNvSpPr>
          <p:nvPr>
            <p:ph idx="1"/>
          </p:nvPr>
        </p:nvSpPr>
        <p:spPr>
          <a:xfrm>
            <a:off x="838200" y="1825625"/>
            <a:ext cx="10515600" cy="704511"/>
          </a:xfrm>
        </p:spPr>
        <p:txBody>
          <a:bodyPr>
            <a:normAutofit fontScale="85000" lnSpcReduction="20000"/>
          </a:bodyPr>
          <a:lstStyle/>
          <a:p>
            <a:pPr marL="0" indent="0">
              <a:buNone/>
            </a:pPr>
            <a:r>
              <a:rPr lang="en-US" sz="2000"/>
              <a:t>This is a very simplified version of the Project / Product WHYS, without the visual workshop metaphors, and with less level of details. It can be used like a starting Canvas or when time is short. If needed, one can go to the sub-workshops for further details.</a:t>
            </a:r>
          </a:p>
        </p:txBody>
      </p:sp>
      <p:graphicFrame>
        <p:nvGraphicFramePr>
          <p:cNvPr id="4" name="Tableau 4">
            <a:extLst>
              <a:ext uri="{FF2B5EF4-FFF2-40B4-BE49-F238E27FC236}">
                <a16:creationId xmlns:a16="http://schemas.microsoft.com/office/drawing/2014/main" id="{A26FED53-CE8B-4A5C-AD4F-4FB3B0A64553}"/>
              </a:ext>
            </a:extLst>
          </p:cNvPr>
          <p:cNvGraphicFramePr>
            <a:graphicFrameLocks noGrp="1"/>
          </p:cNvGraphicFramePr>
          <p:nvPr/>
        </p:nvGraphicFramePr>
        <p:xfrm>
          <a:off x="593817" y="2739663"/>
          <a:ext cx="11195730" cy="3753212"/>
        </p:xfrm>
        <a:graphic>
          <a:graphicData uri="http://schemas.openxmlformats.org/drawingml/2006/table">
            <a:tbl>
              <a:tblPr firstRow="1" bandRow="1">
                <a:tableStyleId>{5C22544A-7EE6-4342-B048-85BDC9FD1C3A}</a:tableStyleId>
              </a:tblPr>
              <a:tblGrid>
                <a:gridCol w="3731910">
                  <a:extLst>
                    <a:ext uri="{9D8B030D-6E8A-4147-A177-3AD203B41FA5}">
                      <a16:colId xmlns:a16="http://schemas.microsoft.com/office/drawing/2014/main" val="4026071118"/>
                    </a:ext>
                  </a:extLst>
                </a:gridCol>
                <a:gridCol w="3731910">
                  <a:extLst>
                    <a:ext uri="{9D8B030D-6E8A-4147-A177-3AD203B41FA5}">
                      <a16:colId xmlns:a16="http://schemas.microsoft.com/office/drawing/2014/main" val="624515629"/>
                    </a:ext>
                  </a:extLst>
                </a:gridCol>
                <a:gridCol w="3731910">
                  <a:extLst>
                    <a:ext uri="{9D8B030D-6E8A-4147-A177-3AD203B41FA5}">
                      <a16:colId xmlns:a16="http://schemas.microsoft.com/office/drawing/2014/main" val="3925909638"/>
                    </a:ext>
                  </a:extLst>
                </a:gridCol>
              </a:tblGrid>
              <a:tr h="0">
                <a:tc>
                  <a:txBody>
                    <a:bodyPr/>
                    <a:lstStyle/>
                    <a:p>
                      <a:r>
                        <a:rPr lang="en-US"/>
                        <a:t>WHY this Project / Product ?</a:t>
                      </a:r>
                    </a:p>
                  </a:txBody>
                  <a:tcPr/>
                </a:tc>
                <a:tc>
                  <a:txBody>
                    <a:bodyPr/>
                    <a:lstStyle/>
                    <a:p>
                      <a:r>
                        <a:rPr lang="en-US"/>
                        <a:t>Why US ?</a:t>
                      </a:r>
                    </a:p>
                  </a:txBody>
                  <a:tcPr/>
                </a:tc>
                <a:tc>
                  <a:txBody>
                    <a:bodyPr/>
                    <a:lstStyle/>
                    <a:p>
                      <a:r>
                        <a:rPr lang="en-US"/>
                        <a:t>Why NOW ?</a:t>
                      </a:r>
                    </a:p>
                  </a:txBody>
                  <a:tcPr/>
                </a:tc>
                <a:extLst>
                  <a:ext uri="{0D108BD9-81ED-4DB2-BD59-A6C34878D82A}">
                    <a16:rowId xmlns:a16="http://schemas.microsoft.com/office/drawing/2014/main" val="2565916048"/>
                  </a:ext>
                </a:extLst>
              </a:tr>
              <a:tr h="1510846">
                <a:tc>
                  <a:txBody>
                    <a:bodyPr/>
                    <a:lstStyle/>
                    <a:p>
                      <a:r>
                        <a:rPr lang="en-US" sz="1200" i="1"/>
                        <a:t>What is our cause ? Our goal ? What story do we want to tell ?</a:t>
                      </a:r>
                    </a:p>
                  </a:txBody>
                  <a:tcPr/>
                </a:tc>
                <a:tc>
                  <a:txBody>
                    <a:bodyPr/>
                    <a:lstStyle/>
                    <a:p>
                      <a:r>
                        <a:rPr lang="en-US" sz="1200" i="1"/>
                        <a:t>What does everyone think they can bring to the Project / Product ? What can we start building together ? What are the challenges we cannot reach as individuals ?</a:t>
                      </a:r>
                    </a:p>
                  </a:txBody>
                  <a:tcPr/>
                </a:tc>
                <a:tc>
                  <a:txBody>
                    <a:bodyPr/>
                    <a:lstStyle/>
                    <a:p>
                      <a:r>
                        <a:rPr lang="en-US" sz="1200" i="1"/>
                        <a:t>Why didn’t we launch earlier ? Why shouldn’t we wait for too long ? How to make the most of our window of opportunity ?</a:t>
                      </a:r>
                    </a:p>
                  </a:txBody>
                  <a:tcPr/>
                </a:tc>
                <a:extLst>
                  <a:ext uri="{0D108BD9-81ED-4DB2-BD59-A6C34878D82A}">
                    <a16:rowId xmlns:a16="http://schemas.microsoft.com/office/drawing/2014/main" val="1510266931"/>
                  </a:ext>
                </a:extLst>
              </a:tr>
              <a:tr h="0">
                <a:tc>
                  <a:txBody>
                    <a:bodyPr/>
                    <a:lstStyle/>
                    <a:p>
                      <a:r>
                        <a:rPr lang="en-US" b="1"/>
                        <a:t>Why HERE ? </a:t>
                      </a:r>
                    </a:p>
                  </a:txBody>
                  <a:tcPr>
                    <a:solidFill>
                      <a:schemeClr val="accent2"/>
                    </a:solidFill>
                  </a:tcPr>
                </a:tc>
                <a:tc>
                  <a:txBody>
                    <a:bodyPr/>
                    <a:lstStyle/>
                    <a:p>
                      <a:r>
                        <a:rPr lang="en-US" b="1"/>
                        <a:t>Why THIS ?</a:t>
                      </a:r>
                    </a:p>
                  </a:txBody>
                  <a:tcPr>
                    <a:solidFill>
                      <a:schemeClr val="accent2"/>
                    </a:solidFill>
                  </a:tcPr>
                </a:tc>
                <a:tc>
                  <a:txBody>
                    <a:bodyPr/>
                    <a:lstStyle/>
                    <a:p>
                      <a:r>
                        <a:rPr lang="en-US" b="1"/>
                        <a:t>Why NOT trying ? </a:t>
                      </a:r>
                    </a:p>
                  </a:txBody>
                  <a:tcPr>
                    <a:solidFill>
                      <a:schemeClr val="accent2"/>
                    </a:solidFill>
                  </a:tcPr>
                </a:tc>
                <a:extLst>
                  <a:ext uri="{0D108BD9-81ED-4DB2-BD59-A6C34878D82A}">
                    <a16:rowId xmlns:a16="http://schemas.microsoft.com/office/drawing/2014/main" val="3486925273"/>
                  </a:ext>
                </a:extLst>
              </a:tr>
              <a:tr h="1510846">
                <a:tc>
                  <a:txBody>
                    <a:bodyPr/>
                    <a:lstStyle/>
                    <a:p>
                      <a:r>
                        <a:rPr lang="en-US" sz="1200" i="1"/>
                        <a:t>Who do we target with the Project / Product ? Why are they good targets ? What will be the direct and indirect impacts of our Project / Product ?</a:t>
                      </a:r>
                    </a:p>
                  </a:txBody>
                  <a:tcPr>
                    <a:solidFill>
                      <a:schemeClr val="accent2">
                        <a:lumMod val="20000"/>
                        <a:lumOff val="80000"/>
                      </a:schemeClr>
                    </a:solidFill>
                  </a:tcPr>
                </a:tc>
                <a:tc>
                  <a:txBody>
                    <a:bodyPr/>
                    <a:lstStyle/>
                    <a:p>
                      <a:r>
                        <a:rPr lang="en-US" sz="1200" i="1"/>
                        <a:t>Why should the Project / Product be different from the day-to-day activities outside of the Project / Product ? What would be the differences ? The similarities ?</a:t>
                      </a:r>
                    </a:p>
                  </a:txBody>
                  <a:tcPr>
                    <a:solidFill>
                      <a:schemeClr val="accent2">
                        <a:lumMod val="20000"/>
                        <a:lumOff val="80000"/>
                      </a:schemeClr>
                    </a:solidFill>
                  </a:tcPr>
                </a:tc>
                <a:tc>
                  <a:txBody>
                    <a:bodyPr/>
                    <a:lstStyle/>
                    <a:p>
                      <a:r>
                        <a:rPr lang="en-US" sz="1200" i="1"/>
                        <a:t>What is our ROOT motivation ? What stories can we imagine from a small starting Project / Product that is really motivated  ? What stories can we imagine from these stories ?</a:t>
                      </a:r>
                    </a:p>
                  </a:txBody>
                  <a:tcPr>
                    <a:solidFill>
                      <a:schemeClr val="accent2">
                        <a:lumMod val="20000"/>
                        <a:lumOff val="80000"/>
                      </a:schemeClr>
                    </a:solidFill>
                  </a:tcPr>
                </a:tc>
                <a:extLst>
                  <a:ext uri="{0D108BD9-81ED-4DB2-BD59-A6C34878D82A}">
                    <a16:rowId xmlns:a16="http://schemas.microsoft.com/office/drawing/2014/main" val="2354464328"/>
                  </a:ext>
                </a:extLst>
              </a:tr>
            </a:tbl>
          </a:graphicData>
        </a:graphic>
      </p:graphicFrame>
    </p:spTree>
    <p:extLst>
      <p:ext uri="{BB962C8B-B14F-4D97-AF65-F5344CB8AC3E}">
        <p14:creationId xmlns:p14="http://schemas.microsoft.com/office/powerpoint/2010/main" val="25571968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B40900-59F3-4B76-9D7B-14F8489569E4}"/>
              </a:ext>
            </a:extLst>
          </p:cNvPr>
          <p:cNvSpPr>
            <a:spLocks noGrp="1"/>
          </p:cNvSpPr>
          <p:nvPr>
            <p:ph type="title"/>
          </p:nvPr>
        </p:nvSpPr>
        <p:spPr>
          <a:xfrm>
            <a:off x="419099" y="365125"/>
            <a:ext cx="11363324" cy="811486"/>
          </a:xfrm>
        </p:spPr>
        <p:txBody>
          <a:bodyPr>
            <a:normAutofit fontScale="90000"/>
          </a:bodyPr>
          <a:lstStyle/>
          <a:p>
            <a:r>
              <a:rPr lang="en-US" dirty="0"/>
              <a:t>WHY</a:t>
            </a:r>
            <a:br>
              <a:rPr lang="en-US" dirty="0"/>
            </a:br>
            <a:r>
              <a:rPr lang="en-US" dirty="0"/>
              <a:t>Spreadsheet version</a:t>
            </a:r>
          </a:p>
        </p:txBody>
      </p:sp>
      <p:graphicFrame>
        <p:nvGraphicFramePr>
          <p:cNvPr id="4" name="Tableau 4">
            <a:extLst>
              <a:ext uri="{FF2B5EF4-FFF2-40B4-BE49-F238E27FC236}">
                <a16:creationId xmlns:a16="http://schemas.microsoft.com/office/drawing/2014/main" id="{1E9BD25C-FBC0-4B3D-A8A8-D9AFBCB8D293}"/>
              </a:ext>
            </a:extLst>
          </p:cNvPr>
          <p:cNvGraphicFramePr>
            <a:graphicFrameLocks noGrp="1"/>
          </p:cNvGraphicFramePr>
          <p:nvPr>
            <p:ph idx="1"/>
            <p:extLst>
              <p:ext uri="{D42A27DB-BD31-4B8C-83A1-F6EECF244321}">
                <p14:modId xmlns:p14="http://schemas.microsoft.com/office/powerpoint/2010/main" val="2454161798"/>
              </p:ext>
            </p:extLst>
          </p:nvPr>
        </p:nvGraphicFramePr>
        <p:xfrm>
          <a:off x="419099" y="1786943"/>
          <a:ext cx="11363324" cy="4553175"/>
        </p:xfrm>
        <a:graphic>
          <a:graphicData uri="http://schemas.openxmlformats.org/drawingml/2006/table">
            <a:tbl>
              <a:tblPr firstRow="1" bandRow="1">
                <a:tableStyleId>{5C22544A-7EE6-4342-B048-85BDC9FD1C3A}</a:tableStyleId>
              </a:tblPr>
              <a:tblGrid>
                <a:gridCol w="1623332">
                  <a:extLst>
                    <a:ext uri="{9D8B030D-6E8A-4147-A177-3AD203B41FA5}">
                      <a16:colId xmlns:a16="http://schemas.microsoft.com/office/drawing/2014/main" val="1566518169"/>
                    </a:ext>
                  </a:extLst>
                </a:gridCol>
                <a:gridCol w="1623332">
                  <a:extLst>
                    <a:ext uri="{9D8B030D-6E8A-4147-A177-3AD203B41FA5}">
                      <a16:colId xmlns:a16="http://schemas.microsoft.com/office/drawing/2014/main" val="2322797741"/>
                    </a:ext>
                  </a:extLst>
                </a:gridCol>
                <a:gridCol w="1623332">
                  <a:extLst>
                    <a:ext uri="{9D8B030D-6E8A-4147-A177-3AD203B41FA5}">
                      <a16:colId xmlns:a16="http://schemas.microsoft.com/office/drawing/2014/main" val="622285905"/>
                    </a:ext>
                  </a:extLst>
                </a:gridCol>
                <a:gridCol w="1623332">
                  <a:extLst>
                    <a:ext uri="{9D8B030D-6E8A-4147-A177-3AD203B41FA5}">
                      <a16:colId xmlns:a16="http://schemas.microsoft.com/office/drawing/2014/main" val="3043492688"/>
                    </a:ext>
                  </a:extLst>
                </a:gridCol>
                <a:gridCol w="1623332">
                  <a:extLst>
                    <a:ext uri="{9D8B030D-6E8A-4147-A177-3AD203B41FA5}">
                      <a16:colId xmlns:a16="http://schemas.microsoft.com/office/drawing/2014/main" val="262395946"/>
                    </a:ext>
                  </a:extLst>
                </a:gridCol>
                <a:gridCol w="1623332">
                  <a:extLst>
                    <a:ext uri="{9D8B030D-6E8A-4147-A177-3AD203B41FA5}">
                      <a16:colId xmlns:a16="http://schemas.microsoft.com/office/drawing/2014/main" val="4089803428"/>
                    </a:ext>
                  </a:extLst>
                </a:gridCol>
                <a:gridCol w="1623332">
                  <a:extLst>
                    <a:ext uri="{9D8B030D-6E8A-4147-A177-3AD203B41FA5}">
                      <a16:colId xmlns:a16="http://schemas.microsoft.com/office/drawing/2014/main" val="2784887812"/>
                    </a:ext>
                  </a:extLst>
                </a:gridCol>
              </a:tblGrid>
              <a:tr h="1565857">
                <a:tc>
                  <a:txBody>
                    <a:bodyPr/>
                    <a:lstStyle/>
                    <a:p>
                      <a:r>
                        <a:rPr lang="en-US"/>
                        <a:t>Our CAUSE</a:t>
                      </a:r>
                    </a:p>
                  </a:txBody>
                  <a:tcPr/>
                </a:tc>
                <a:tc>
                  <a:txBody>
                    <a:bodyPr/>
                    <a:lstStyle/>
                    <a:p>
                      <a:r>
                        <a:rPr lang="en-US"/>
                        <a:t>Real past situations we never want to witness again</a:t>
                      </a:r>
                    </a:p>
                  </a:txBody>
                  <a:tcPr/>
                </a:tc>
                <a:tc>
                  <a:txBody>
                    <a:bodyPr/>
                    <a:lstStyle/>
                    <a:p>
                      <a:r>
                        <a:rPr lang="en-US"/>
                        <a:t>Real past situations we want to witness again</a:t>
                      </a:r>
                    </a:p>
                  </a:txBody>
                  <a:tcPr/>
                </a:tc>
                <a:tc>
                  <a:txBody>
                    <a:bodyPr/>
                    <a:lstStyle/>
                    <a:p>
                      <a:r>
                        <a:rPr lang="en-US"/>
                        <a:t>Fictional Situations we want to avoid</a:t>
                      </a:r>
                    </a:p>
                  </a:txBody>
                  <a:tcPr/>
                </a:tc>
                <a:tc>
                  <a:txBody>
                    <a:bodyPr/>
                    <a:lstStyle/>
                    <a:p>
                      <a:r>
                        <a:rPr lang="en-US"/>
                        <a:t>Fictional situations we want to happen</a:t>
                      </a:r>
                    </a:p>
                  </a:txBody>
                  <a:tcPr/>
                </a:tc>
                <a:tc>
                  <a:txBody>
                    <a:bodyPr/>
                    <a:lstStyle/>
                    <a:p>
                      <a:pPr algn="ctr"/>
                      <a:r>
                        <a:rPr lang="en-US" sz="1800" b="1"/>
                        <a:t>CONDITIONS</a:t>
                      </a:r>
                    </a:p>
                    <a:p>
                      <a:pPr algn="ctr"/>
                      <a:r>
                        <a:rPr lang="en-US" sz="1800" b="1"/>
                        <a:t>The conditions in which we want to reach our goal</a:t>
                      </a:r>
                    </a:p>
                  </a:txBody>
                  <a:tcPr/>
                </a:tc>
                <a:tc>
                  <a:txBody>
                    <a:bodyPr/>
                    <a:lstStyle/>
                    <a:p>
                      <a:r>
                        <a:rPr lang="en-US"/>
                        <a:t>Our ONE Great Goal</a:t>
                      </a:r>
                    </a:p>
                  </a:txBody>
                  <a:tcPr/>
                </a:tc>
                <a:extLst>
                  <a:ext uri="{0D108BD9-81ED-4DB2-BD59-A6C34878D82A}">
                    <a16:rowId xmlns:a16="http://schemas.microsoft.com/office/drawing/2014/main" val="2906519638"/>
                  </a:ext>
                </a:extLst>
              </a:tr>
              <a:tr h="1493659">
                <a:tc rowSpan="2">
                  <a:txBody>
                    <a:bodyPr/>
                    <a:lstStyle/>
                    <a:p>
                      <a:endParaRPr lang="en-US"/>
                    </a:p>
                  </a:txBody>
                  <a:tcPr/>
                </a:tc>
                <a:tc>
                  <a:txBody>
                    <a:bodyPr/>
                    <a:lstStyle/>
                    <a:p>
                      <a:r>
                        <a:rPr lang="en-US" dirty="0"/>
                        <a:t>Top 3</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Top 3</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Top 3</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Top 3</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txBody>
                  <a:tcPr/>
                </a:tc>
                <a:tc rowSpan="2">
                  <a:txBody>
                    <a:bodyPr/>
                    <a:lstStyle/>
                    <a:p>
                      <a:endParaRPr lang="en-US"/>
                    </a:p>
                  </a:txBody>
                  <a:tcPr/>
                </a:tc>
                <a:tc rowSpan="2">
                  <a:txBody>
                    <a:bodyPr/>
                    <a:lstStyle/>
                    <a:p>
                      <a:endParaRPr lang="en-US"/>
                    </a:p>
                  </a:txBody>
                  <a:tcPr/>
                </a:tc>
                <a:extLst>
                  <a:ext uri="{0D108BD9-81ED-4DB2-BD59-A6C34878D82A}">
                    <a16:rowId xmlns:a16="http://schemas.microsoft.com/office/drawing/2014/main" val="4083776639"/>
                  </a:ext>
                </a:extLst>
              </a:tr>
              <a:tr h="1493659">
                <a:tc vMerge="1">
                  <a:txBody>
                    <a:bodyPr/>
                    <a:lstStyle/>
                    <a:p>
                      <a:endParaRPr lang="en-US"/>
                    </a:p>
                  </a:txBody>
                  <a:tcPr/>
                </a:tc>
                <a:tc>
                  <a:txBody>
                    <a:bodyPr/>
                    <a:lstStyle/>
                    <a:p>
                      <a:r>
                        <a:rPr lang="en-US"/>
                        <a:t>Others</a:t>
                      </a:r>
                    </a:p>
                  </a:txBody>
                  <a:tcPr/>
                </a:tc>
                <a:tc>
                  <a:txBody>
                    <a:bodyPr/>
                    <a:lstStyle/>
                    <a:p>
                      <a:r>
                        <a:rPr lang="en-US"/>
                        <a:t>Others</a:t>
                      </a:r>
                    </a:p>
                  </a:txBody>
                  <a:tcPr/>
                </a:tc>
                <a:tc>
                  <a:txBody>
                    <a:bodyPr/>
                    <a:lstStyle/>
                    <a:p>
                      <a:r>
                        <a:rPr lang="en-US"/>
                        <a:t>Others</a:t>
                      </a:r>
                    </a:p>
                  </a:txBody>
                  <a:tcPr/>
                </a:tc>
                <a:tc>
                  <a:txBody>
                    <a:bodyPr/>
                    <a:lstStyle/>
                    <a:p>
                      <a:r>
                        <a:rPr lang="en-US" dirty="0"/>
                        <a:t>Others</a:t>
                      </a:r>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482631526"/>
                  </a:ext>
                </a:extLst>
              </a:tr>
            </a:tbl>
          </a:graphicData>
        </a:graphic>
      </p:graphicFrame>
    </p:spTree>
    <p:extLst>
      <p:ext uri="{BB962C8B-B14F-4D97-AF65-F5344CB8AC3E}">
        <p14:creationId xmlns:p14="http://schemas.microsoft.com/office/powerpoint/2010/main" val="41876479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F05CEA-B376-4336-AAA7-38ABCF09E831}"/>
              </a:ext>
            </a:extLst>
          </p:cNvPr>
          <p:cNvSpPr>
            <a:spLocks noGrp="1"/>
          </p:cNvSpPr>
          <p:nvPr>
            <p:ph type="title"/>
          </p:nvPr>
        </p:nvSpPr>
        <p:spPr>
          <a:xfrm>
            <a:off x="838200" y="365125"/>
            <a:ext cx="10515600" cy="1054100"/>
          </a:xfrm>
        </p:spPr>
        <p:txBody>
          <a:bodyPr>
            <a:normAutofit fontScale="90000"/>
          </a:bodyPr>
          <a:lstStyle/>
          <a:p>
            <a:r>
              <a:rPr lang="en-US" dirty="0"/>
              <a:t>WHY US ?</a:t>
            </a:r>
            <a:br>
              <a:rPr lang="en-US" dirty="0"/>
            </a:br>
            <a:r>
              <a:rPr lang="en-US" dirty="0"/>
              <a:t>Spreadsheet version</a:t>
            </a:r>
          </a:p>
        </p:txBody>
      </p:sp>
      <p:graphicFrame>
        <p:nvGraphicFramePr>
          <p:cNvPr id="4" name="Tableau 4">
            <a:extLst>
              <a:ext uri="{FF2B5EF4-FFF2-40B4-BE49-F238E27FC236}">
                <a16:creationId xmlns:a16="http://schemas.microsoft.com/office/drawing/2014/main" id="{8CB26B71-16D4-4641-8D3D-72A903D9F48D}"/>
              </a:ext>
            </a:extLst>
          </p:cNvPr>
          <p:cNvGraphicFramePr>
            <a:graphicFrameLocks noGrp="1"/>
          </p:cNvGraphicFramePr>
          <p:nvPr>
            <p:ph idx="1"/>
            <p:extLst>
              <p:ext uri="{D42A27DB-BD31-4B8C-83A1-F6EECF244321}">
                <p14:modId xmlns:p14="http://schemas.microsoft.com/office/powerpoint/2010/main" val="3872641105"/>
              </p:ext>
            </p:extLst>
          </p:nvPr>
        </p:nvGraphicFramePr>
        <p:xfrm>
          <a:off x="749300" y="1612900"/>
          <a:ext cx="11010900" cy="4826000"/>
        </p:xfrm>
        <a:graphic>
          <a:graphicData uri="http://schemas.openxmlformats.org/drawingml/2006/table">
            <a:tbl>
              <a:tblPr firstRow="1" bandRow="1">
                <a:tableStyleId>{5C22544A-7EE6-4342-B048-85BDC9FD1C3A}</a:tableStyleId>
              </a:tblPr>
              <a:tblGrid>
                <a:gridCol w="3670300">
                  <a:extLst>
                    <a:ext uri="{9D8B030D-6E8A-4147-A177-3AD203B41FA5}">
                      <a16:colId xmlns:a16="http://schemas.microsoft.com/office/drawing/2014/main" val="1299617564"/>
                    </a:ext>
                  </a:extLst>
                </a:gridCol>
                <a:gridCol w="3670300">
                  <a:extLst>
                    <a:ext uri="{9D8B030D-6E8A-4147-A177-3AD203B41FA5}">
                      <a16:colId xmlns:a16="http://schemas.microsoft.com/office/drawing/2014/main" val="1472474364"/>
                    </a:ext>
                  </a:extLst>
                </a:gridCol>
                <a:gridCol w="3670300">
                  <a:extLst>
                    <a:ext uri="{9D8B030D-6E8A-4147-A177-3AD203B41FA5}">
                      <a16:colId xmlns:a16="http://schemas.microsoft.com/office/drawing/2014/main" val="3867335779"/>
                    </a:ext>
                  </a:extLst>
                </a:gridCol>
              </a:tblGrid>
              <a:tr h="988285">
                <a:tc>
                  <a:txBody>
                    <a:bodyPr/>
                    <a:lstStyle/>
                    <a:p>
                      <a:r>
                        <a:rPr lang="en-US"/>
                        <a:t>What everyone can bring for the cause</a:t>
                      </a:r>
                    </a:p>
                  </a:txBody>
                  <a:tcPr/>
                </a:tc>
                <a:tc>
                  <a:txBody>
                    <a:bodyPr/>
                    <a:lstStyle/>
                    <a:p>
                      <a:r>
                        <a:rPr lang="en-US" sz="1800"/>
                        <a:t>First Ideas of grouped contributions</a:t>
                      </a:r>
                    </a:p>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Successes that we could not reach as scattered individuals</a:t>
                      </a:r>
                    </a:p>
                    <a:p>
                      <a:endParaRPr lang="en-US"/>
                    </a:p>
                  </a:txBody>
                  <a:tcPr/>
                </a:tc>
                <a:extLst>
                  <a:ext uri="{0D108BD9-81ED-4DB2-BD59-A6C34878D82A}">
                    <a16:rowId xmlns:a16="http://schemas.microsoft.com/office/drawing/2014/main" val="1306687535"/>
                  </a:ext>
                </a:extLst>
              </a:tr>
              <a:tr h="1485253">
                <a:tc rowSpan="2">
                  <a:txBody>
                    <a:bodyPr/>
                    <a:lstStyle/>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txBody>
                  <a:tcPr/>
                </a:tc>
                <a:tc>
                  <a:txBody>
                    <a:bodyPr/>
                    <a:lstStyle/>
                    <a:p>
                      <a:r>
                        <a:rPr lang="en-US"/>
                        <a:t>Top 3 of the list</a:t>
                      </a:r>
                    </a:p>
                    <a:p>
                      <a:pPr marL="342900" indent="-342900">
                        <a:buFont typeface="+mj-lt"/>
                        <a:buAutoNum type="arabicPeriod"/>
                      </a:pPr>
                      <a:r>
                        <a:rPr lang="en-US"/>
                        <a:t> </a:t>
                      </a:r>
                    </a:p>
                    <a:p>
                      <a:pPr marL="342900" indent="-342900">
                        <a:buFont typeface="+mj-lt"/>
                        <a:buAutoNum type="arabicPeriod"/>
                      </a:pPr>
                      <a:r>
                        <a:rPr lang="en-US"/>
                        <a:t> </a:t>
                      </a:r>
                    </a:p>
                    <a:p>
                      <a:pPr marL="342900" indent="-342900">
                        <a:buFont typeface="+mj-lt"/>
                        <a:buAutoNum type="arabicPeriod"/>
                      </a:pPr>
                      <a:r>
                        <a:rPr lang="en-US"/>
                        <a:t> </a:t>
                      </a:r>
                    </a:p>
                  </a:txBody>
                  <a:tcPr/>
                </a:tc>
                <a:tc>
                  <a:txBody>
                    <a:bodyPr/>
                    <a:lstStyle/>
                    <a:p>
                      <a:r>
                        <a:rPr lang="en-US"/>
                        <a:t>Top 3 of the list</a:t>
                      </a:r>
                    </a:p>
                    <a:p>
                      <a:pPr marL="342900" indent="-342900">
                        <a:buFont typeface="+mj-lt"/>
                        <a:buAutoNum type="arabicPeriod"/>
                      </a:pPr>
                      <a:r>
                        <a:rPr lang="en-US"/>
                        <a:t> </a:t>
                      </a:r>
                    </a:p>
                    <a:p>
                      <a:pPr marL="342900" indent="-342900">
                        <a:buFont typeface="+mj-lt"/>
                        <a:buAutoNum type="arabicPeriod"/>
                      </a:pPr>
                      <a:r>
                        <a:rPr lang="en-US"/>
                        <a:t> </a:t>
                      </a:r>
                    </a:p>
                    <a:p>
                      <a:pPr marL="342900" indent="-342900">
                        <a:buFont typeface="+mj-lt"/>
                        <a:buAutoNum type="arabicPeriod"/>
                      </a:pPr>
                      <a:r>
                        <a:rPr lang="en-US"/>
                        <a:t> </a:t>
                      </a:r>
                    </a:p>
                    <a:p>
                      <a:endParaRPr lang="en-US"/>
                    </a:p>
                  </a:txBody>
                  <a:tcPr/>
                </a:tc>
                <a:extLst>
                  <a:ext uri="{0D108BD9-81ED-4DB2-BD59-A6C34878D82A}">
                    <a16:rowId xmlns:a16="http://schemas.microsoft.com/office/drawing/2014/main" val="1962790182"/>
                  </a:ext>
                </a:extLst>
              </a:tr>
              <a:tr h="2352462">
                <a:tc vMerge="1">
                  <a:txBody>
                    <a:bodyPr/>
                    <a:lstStyle/>
                    <a:p>
                      <a:endParaRPr lang="en-US"/>
                    </a:p>
                  </a:txBody>
                  <a:tcPr/>
                </a:tc>
                <a:tc>
                  <a:txBody>
                    <a:bodyPr/>
                    <a:lstStyle/>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txBody>
                  <a:tcPr/>
                </a:tc>
                <a:tc>
                  <a:txBody>
                    <a:bodyPr/>
                    <a:lstStyle/>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txBody>
                  <a:tcPr/>
                </a:tc>
                <a:extLst>
                  <a:ext uri="{0D108BD9-81ED-4DB2-BD59-A6C34878D82A}">
                    <a16:rowId xmlns:a16="http://schemas.microsoft.com/office/drawing/2014/main" val="2901536998"/>
                  </a:ext>
                </a:extLst>
              </a:tr>
            </a:tbl>
          </a:graphicData>
        </a:graphic>
      </p:graphicFrame>
    </p:spTree>
    <p:extLst>
      <p:ext uri="{BB962C8B-B14F-4D97-AF65-F5344CB8AC3E}">
        <p14:creationId xmlns:p14="http://schemas.microsoft.com/office/powerpoint/2010/main" val="23940285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4BD078-F1CD-4462-B4D0-729FBF27E68E}"/>
              </a:ext>
            </a:extLst>
          </p:cNvPr>
          <p:cNvSpPr>
            <a:spLocks noGrp="1"/>
          </p:cNvSpPr>
          <p:nvPr>
            <p:ph type="title"/>
          </p:nvPr>
        </p:nvSpPr>
        <p:spPr/>
        <p:txBody>
          <a:bodyPr/>
          <a:lstStyle/>
          <a:p>
            <a:r>
              <a:rPr lang="en-US" dirty="0"/>
              <a:t>Why NOW ? </a:t>
            </a:r>
            <a:br>
              <a:rPr lang="en-US" dirty="0"/>
            </a:br>
            <a:r>
              <a:rPr lang="en-US" dirty="0"/>
              <a:t>Spreadsheet version</a:t>
            </a:r>
          </a:p>
        </p:txBody>
      </p:sp>
      <p:graphicFrame>
        <p:nvGraphicFramePr>
          <p:cNvPr id="3" name="Tableau 3">
            <a:extLst>
              <a:ext uri="{FF2B5EF4-FFF2-40B4-BE49-F238E27FC236}">
                <a16:creationId xmlns:a16="http://schemas.microsoft.com/office/drawing/2014/main" id="{1E0E2344-7D11-4E6C-B32D-15364A794CE6}"/>
              </a:ext>
            </a:extLst>
          </p:cNvPr>
          <p:cNvGraphicFramePr>
            <a:graphicFrameLocks noGrp="1"/>
          </p:cNvGraphicFramePr>
          <p:nvPr>
            <p:extLst>
              <p:ext uri="{D42A27DB-BD31-4B8C-83A1-F6EECF244321}">
                <p14:modId xmlns:p14="http://schemas.microsoft.com/office/powerpoint/2010/main" val="132850449"/>
              </p:ext>
            </p:extLst>
          </p:nvPr>
        </p:nvGraphicFramePr>
        <p:xfrm>
          <a:off x="571500" y="2316480"/>
          <a:ext cx="11074400" cy="4150751"/>
        </p:xfrm>
        <a:graphic>
          <a:graphicData uri="http://schemas.openxmlformats.org/drawingml/2006/table">
            <a:tbl>
              <a:tblPr firstRow="1" bandRow="1">
                <a:tableStyleId>{5C22544A-7EE6-4342-B048-85BDC9FD1C3A}</a:tableStyleId>
              </a:tblPr>
              <a:tblGrid>
                <a:gridCol w="2214880">
                  <a:extLst>
                    <a:ext uri="{9D8B030D-6E8A-4147-A177-3AD203B41FA5}">
                      <a16:colId xmlns:a16="http://schemas.microsoft.com/office/drawing/2014/main" val="2431529625"/>
                    </a:ext>
                  </a:extLst>
                </a:gridCol>
                <a:gridCol w="2214880">
                  <a:extLst>
                    <a:ext uri="{9D8B030D-6E8A-4147-A177-3AD203B41FA5}">
                      <a16:colId xmlns:a16="http://schemas.microsoft.com/office/drawing/2014/main" val="547416600"/>
                    </a:ext>
                  </a:extLst>
                </a:gridCol>
                <a:gridCol w="2214880">
                  <a:extLst>
                    <a:ext uri="{9D8B030D-6E8A-4147-A177-3AD203B41FA5}">
                      <a16:colId xmlns:a16="http://schemas.microsoft.com/office/drawing/2014/main" val="373471762"/>
                    </a:ext>
                  </a:extLst>
                </a:gridCol>
                <a:gridCol w="2214880">
                  <a:extLst>
                    <a:ext uri="{9D8B030D-6E8A-4147-A177-3AD203B41FA5}">
                      <a16:colId xmlns:a16="http://schemas.microsoft.com/office/drawing/2014/main" val="1455552081"/>
                    </a:ext>
                  </a:extLst>
                </a:gridCol>
                <a:gridCol w="2214880">
                  <a:extLst>
                    <a:ext uri="{9D8B030D-6E8A-4147-A177-3AD203B41FA5}">
                      <a16:colId xmlns:a16="http://schemas.microsoft.com/office/drawing/2014/main" val="4277235255"/>
                    </a:ext>
                  </a:extLst>
                </a:gridCol>
              </a:tblGrid>
              <a:tr h="8024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chemeClr val="tx1"/>
                          </a:solidFill>
                        </a:rPr>
                        <a:t>TOO EARLY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LAUNCH TRIGGERS</a:t>
                      </a:r>
                    </a:p>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OUR WINDOW OF OPPORTUNITY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PIVOT TRIGGERS</a:t>
                      </a:r>
                    </a:p>
                  </a:txBody>
                  <a:tcPr/>
                </a:tc>
                <a:tc>
                  <a:txBody>
                    <a:bodyPr/>
                    <a:lstStyle/>
                    <a:p>
                      <a:pPr algn="ctr"/>
                      <a:r>
                        <a:rPr lang="en-US">
                          <a:solidFill>
                            <a:schemeClr val="tx1"/>
                          </a:solidFill>
                        </a:rPr>
                        <a:t>TOO LATE</a:t>
                      </a:r>
                    </a:p>
                  </a:txBody>
                  <a:tcPr/>
                </a:tc>
                <a:extLst>
                  <a:ext uri="{0D108BD9-81ED-4DB2-BD59-A6C34878D82A}">
                    <a16:rowId xmlns:a16="http://schemas.microsoft.com/office/drawing/2014/main" val="3589057550"/>
                  </a:ext>
                </a:extLst>
              </a:tr>
              <a:tr h="4942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chemeClr val="tx1"/>
                          </a:solidFill>
                        </a:rPr>
                        <a:t>Describe examples of times / moments that were too early for the Project / Product to launch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Noticeable events that lead us to launch soon or now</a:t>
                      </a:r>
                    </a:p>
                    <a:p>
                      <a:endParaRPr lang="en-US" sz="11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Duration of window of opportunity to launch and how Project / Product will intercept this window (first actions)</a:t>
                      </a:r>
                    </a:p>
                    <a:p>
                      <a:endParaRPr lang="en-US" sz="11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Noticeable events or dates that can lead us to pivot our launch conditions before it is too late</a:t>
                      </a:r>
                    </a:p>
                    <a:p>
                      <a:endParaRPr lang="en-US" sz="1100"/>
                    </a:p>
                  </a:txBody>
                  <a:tcPr/>
                </a:tc>
                <a:tc>
                  <a:txBody>
                    <a:bodyPr/>
                    <a:lstStyle/>
                    <a:p>
                      <a:pPr algn="ctr"/>
                      <a:r>
                        <a:rPr lang="en-US" sz="1100">
                          <a:solidFill>
                            <a:schemeClr val="tx1"/>
                          </a:solidFill>
                        </a:rPr>
                        <a:t>Describe examples of times that would be too late to launch the Project / Product</a:t>
                      </a:r>
                    </a:p>
                    <a:p>
                      <a:endParaRPr lang="en-US" sz="1100"/>
                    </a:p>
                  </a:txBody>
                  <a:tcPr/>
                </a:tc>
                <a:extLst>
                  <a:ext uri="{0D108BD9-81ED-4DB2-BD59-A6C34878D82A}">
                    <a16:rowId xmlns:a16="http://schemas.microsoft.com/office/drawing/2014/main" val="516993019"/>
                  </a:ext>
                </a:extLst>
              </a:tr>
              <a:tr h="2418672">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953400854"/>
                  </a:ext>
                </a:extLst>
              </a:tr>
            </a:tbl>
          </a:graphicData>
        </a:graphic>
      </p:graphicFrame>
    </p:spTree>
    <p:extLst>
      <p:ext uri="{BB962C8B-B14F-4D97-AF65-F5344CB8AC3E}">
        <p14:creationId xmlns:p14="http://schemas.microsoft.com/office/powerpoint/2010/main" val="20240414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F29DD9-7FBE-4C30-8913-504F2A004106}"/>
              </a:ext>
            </a:extLst>
          </p:cNvPr>
          <p:cNvSpPr>
            <a:spLocks noGrp="1"/>
          </p:cNvSpPr>
          <p:nvPr>
            <p:ph type="title"/>
          </p:nvPr>
        </p:nvSpPr>
        <p:spPr/>
        <p:txBody>
          <a:bodyPr>
            <a:normAutofit/>
          </a:bodyPr>
          <a:lstStyle/>
          <a:p>
            <a:r>
              <a:rPr lang="en-US" sz="4400" dirty="0"/>
              <a:t>WHY HERE ?</a:t>
            </a:r>
            <a:br>
              <a:rPr lang="en-US" sz="4400" dirty="0"/>
            </a:br>
            <a:r>
              <a:rPr lang="en-US" sz="4400" dirty="0"/>
              <a:t>Spreadsheet version</a:t>
            </a:r>
            <a:endParaRPr lang="en-US" dirty="0"/>
          </a:p>
        </p:txBody>
      </p:sp>
      <p:graphicFrame>
        <p:nvGraphicFramePr>
          <p:cNvPr id="4" name="Tableau 4">
            <a:extLst>
              <a:ext uri="{FF2B5EF4-FFF2-40B4-BE49-F238E27FC236}">
                <a16:creationId xmlns:a16="http://schemas.microsoft.com/office/drawing/2014/main" id="{23A74072-D9F0-4488-892D-BD11F8F76D0E}"/>
              </a:ext>
            </a:extLst>
          </p:cNvPr>
          <p:cNvGraphicFramePr>
            <a:graphicFrameLocks noGrp="1"/>
          </p:cNvGraphicFramePr>
          <p:nvPr>
            <p:ph idx="1"/>
            <p:extLst>
              <p:ext uri="{D42A27DB-BD31-4B8C-83A1-F6EECF244321}">
                <p14:modId xmlns:p14="http://schemas.microsoft.com/office/powerpoint/2010/main" val="153972119"/>
              </p:ext>
            </p:extLst>
          </p:nvPr>
        </p:nvGraphicFramePr>
        <p:xfrm>
          <a:off x="278511" y="2202752"/>
          <a:ext cx="6858000" cy="4449126"/>
        </p:xfrm>
        <a:graphic>
          <a:graphicData uri="http://schemas.openxmlformats.org/drawingml/2006/table">
            <a:tbl>
              <a:tblPr firstRow="1" firstCol="1" bandRow="1">
                <a:tableStyleId>{5C22544A-7EE6-4342-B048-85BDC9FD1C3A}</a:tableStyleId>
              </a:tblPr>
              <a:tblGrid>
                <a:gridCol w="1143000">
                  <a:extLst>
                    <a:ext uri="{9D8B030D-6E8A-4147-A177-3AD203B41FA5}">
                      <a16:colId xmlns:a16="http://schemas.microsoft.com/office/drawing/2014/main" val="2661784749"/>
                    </a:ext>
                  </a:extLst>
                </a:gridCol>
                <a:gridCol w="1143000">
                  <a:extLst>
                    <a:ext uri="{9D8B030D-6E8A-4147-A177-3AD203B41FA5}">
                      <a16:colId xmlns:a16="http://schemas.microsoft.com/office/drawing/2014/main" val="3014210136"/>
                    </a:ext>
                  </a:extLst>
                </a:gridCol>
                <a:gridCol w="1143000">
                  <a:extLst>
                    <a:ext uri="{9D8B030D-6E8A-4147-A177-3AD203B41FA5}">
                      <a16:colId xmlns:a16="http://schemas.microsoft.com/office/drawing/2014/main" val="2101393841"/>
                    </a:ext>
                  </a:extLst>
                </a:gridCol>
                <a:gridCol w="1143000">
                  <a:extLst>
                    <a:ext uri="{9D8B030D-6E8A-4147-A177-3AD203B41FA5}">
                      <a16:colId xmlns:a16="http://schemas.microsoft.com/office/drawing/2014/main" val="796008192"/>
                    </a:ext>
                  </a:extLst>
                </a:gridCol>
                <a:gridCol w="1143000">
                  <a:extLst>
                    <a:ext uri="{9D8B030D-6E8A-4147-A177-3AD203B41FA5}">
                      <a16:colId xmlns:a16="http://schemas.microsoft.com/office/drawing/2014/main" val="4152095670"/>
                    </a:ext>
                  </a:extLst>
                </a:gridCol>
                <a:gridCol w="1143000">
                  <a:extLst>
                    <a:ext uri="{9D8B030D-6E8A-4147-A177-3AD203B41FA5}">
                      <a16:colId xmlns:a16="http://schemas.microsoft.com/office/drawing/2014/main" val="1983373690"/>
                    </a:ext>
                  </a:extLst>
                </a:gridCol>
              </a:tblGrid>
              <a:tr h="452437">
                <a:tc>
                  <a:txBody>
                    <a:bodyPr/>
                    <a:lstStyle/>
                    <a:p>
                      <a:r>
                        <a:rPr lang="en-US" sz="1200"/>
                        <a:t>Direct  Target groups (or individual)</a:t>
                      </a:r>
                    </a:p>
                  </a:txBody>
                  <a:tcPr/>
                </a:tc>
                <a:tc>
                  <a:txBody>
                    <a:bodyPr/>
                    <a:lstStyle/>
                    <a:p>
                      <a:endParaRPr lang="en-US" sz="1200" dirty="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891111011"/>
                  </a:ext>
                </a:extLst>
              </a:tr>
              <a:tr h="814387">
                <a:tc>
                  <a:txBody>
                    <a:bodyPr/>
                    <a:lstStyle/>
                    <a:p>
                      <a:r>
                        <a:rPr lang="en-US" sz="1200"/>
                        <a:t>Why is it a Target group for the Project / Product</a:t>
                      </a:r>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2537498861"/>
                  </a:ext>
                </a:extLst>
              </a:tr>
              <a:tr h="995362">
                <a:tc>
                  <a:txBody>
                    <a:bodyPr/>
                    <a:lstStyle/>
                    <a:p>
                      <a:r>
                        <a:rPr lang="en-US" sz="1200"/>
                        <a:t>Members that are already in these groups</a:t>
                      </a:r>
                    </a:p>
                  </a:txBody>
                  <a:tcPr/>
                </a:tc>
                <a:tc>
                  <a:txBody>
                    <a:bodyPr/>
                    <a:lstStyle/>
                    <a:p>
                      <a:endParaRPr lang="en-US" sz="1200" dirty="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1819936513"/>
                  </a:ext>
                </a:extLst>
              </a:tr>
              <a:tr h="995362">
                <a:tc>
                  <a:txBody>
                    <a:bodyPr/>
                    <a:lstStyle/>
                    <a:p>
                      <a:pPr algn="ctr"/>
                      <a:r>
                        <a:rPr lang="en-US" sz="1200">
                          <a:solidFill>
                            <a:schemeClr val="bg1"/>
                          </a:solidFill>
                        </a:rPr>
                        <a:t>Related Indirect Target groups</a:t>
                      </a:r>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extLst>
                  <a:ext uri="{0D108BD9-81ED-4DB2-BD59-A6C34878D82A}">
                    <a16:rowId xmlns:a16="http://schemas.microsoft.com/office/drawing/2014/main" val="2173676233"/>
                  </a:ext>
                </a:extLst>
              </a:tr>
              <a:tr h="995362">
                <a:tc>
                  <a:txBody>
                    <a:bodyPr/>
                    <a:lstStyle/>
                    <a:p>
                      <a:pPr algn="ctr"/>
                      <a:r>
                        <a:rPr lang="en-US" sz="1200">
                          <a:solidFill>
                            <a:schemeClr val="bg1"/>
                          </a:solidFill>
                        </a:rPr>
                        <a:t>Related Indirect target individual</a:t>
                      </a:r>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endParaRPr lang="en-US" sz="1200" dirty="0"/>
                    </a:p>
                  </a:txBody>
                  <a:tcPr/>
                </a:tc>
                <a:extLst>
                  <a:ext uri="{0D108BD9-81ED-4DB2-BD59-A6C34878D82A}">
                    <a16:rowId xmlns:a16="http://schemas.microsoft.com/office/drawing/2014/main" val="2860979478"/>
                  </a:ext>
                </a:extLst>
              </a:tr>
            </a:tbl>
          </a:graphicData>
        </a:graphic>
      </p:graphicFrame>
    </p:spTree>
    <p:extLst>
      <p:ext uri="{BB962C8B-B14F-4D97-AF65-F5344CB8AC3E}">
        <p14:creationId xmlns:p14="http://schemas.microsoft.com/office/powerpoint/2010/main" val="23576217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9F9CEA-111B-46CA-92B5-8B7CE9D54702}"/>
              </a:ext>
            </a:extLst>
          </p:cNvPr>
          <p:cNvSpPr>
            <a:spLocks noGrp="1"/>
          </p:cNvSpPr>
          <p:nvPr>
            <p:ph type="title"/>
          </p:nvPr>
        </p:nvSpPr>
        <p:spPr/>
        <p:txBody>
          <a:bodyPr>
            <a:normAutofit/>
          </a:bodyPr>
          <a:lstStyle/>
          <a:p>
            <a:r>
              <a:rPr lang="en-US" sz="4400" dirty="0"/>
              <a:t>Why THIS ? </a:t>
            </a:r>
            <a:br>
              <a:rPr lang="en-US" sz="4400" dirty="0"/>
            </a:br>
            <a:r>
              <a:rPr lang="en-US" sz="4400" dirty="0"/>
              <a:t>Spreadsheet version</a:t>
            </a:r>
            <a:endParaRPr lang="en-US" dirty="0"/>
          </a:p>
        </p:txBody>
      </p:sp>
      <p:graphicFrame>
        <p:nvGraphicFramePr>
          <p:cNvPr id="4" name="Tableau 4">
            <a:extLst>
              <a:ext uri="{FF2B5EF4-FFF2-40B4-BE49-F238E27FC236}">
                <a16:creationId xmlns:a16="http://schemas.microsoft.com/office/drawing/2014/main" id="{3CCBA50E-CE70-4BAE-B841-81479971DA91}"/>
              </a:ext>
            </a:extLst>
          </p:cNvPr>
          <p:cNvGraphicFramePr>
            <a:graphicFrameLocks noGrp="1"/>
          </p:cNvGraphicFramePr>
          <p:nvPr>
            <p:ph idx="1"/>
            <p:extLst>
              <p:ext uri="{D42A27DB-BD31-4B8C-83A1-F6EECF244321}">
                <p14:modId xmlns:p14="http://schemas.microsoft.com/office/powerpoint/2010/main" val="2869846930"/>
              </p:ext>
            </p:extLst>
          </p:nvPr>
        </p:nvGraphicFramePr>
        <p:xfrm>
          <a:off x="654050" y="1927223"/>
          <a:ext cx="10883900" cy="4513521"/>
        </p:xfrm>
        <a:graphic>
          <a:graphicData uri="http://schemas.openxmlformats.org/drawingml/2006/table">
            <a:tbl>
              <a:tblPr firstRow="1" bandRow="1">
                <a:tableStyleId>{5C22544A-7EE6-4342-B048-85BDC9FD1C3A}</a:tableStyleId>
              </a:tblPr>
              <a:tblGrid>
                <a:gridCol w="5441950">
                  <a:extLst>
                    <a:ext uri="{9D8B030D-6E8A-4147-A177-3AD203B41FA5}">
                      <a16:colId xmlns:a16="http://schemas.microsoft.com/office/drawing/2014/main" val="1430108019"/>
                    </a:ext>
                  </a:extLst>
                </a:gridCol>
                <a:gridCol w="5441950">
                  <a:extLst>
                    <a:ext uri="{9D8B030D-6E8A-4147-A177-3AD203B41FA5}">
                      <a16:colId xmlns:a16="http://schemas.microsoft.com/office/drawing/2014/main" val="3015373069"/>
                    </a:ext>
                  </a:extLst>
                </a:gridCol>
              </a:tblGrid>
              <a:tr h="105305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rPr>
                        <a:t>Stakeholders current experience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rPr>
                        <a:t>(different from Project / Product experience)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rPr>
                        <a:t>Project / Product experience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rPr>
                        <a:t>(different from daily experience)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5284678"/>
                  </a:ext>
                </a:extLst>
              </a:tr>
              <a:tr h="1296067">
                <a:tc>
                  <a:txBody>
                    <a:bodyPr/>
                    <a:lstStyle/>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p>
                      <a:pPr marL="285750" indent="-285750">
                        <a:buFont typeface="Arial" panose="020B0604020202020204" pitchFamily="34" charset="0"/>
                        <a:buChar char="•"/>
                      </a:pPr>
                      <a:r>
                        <a:rPr lang="en-US"/>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2443852"/>
                  </a:ext>
                </a:extLst>
              </a:tr>
              <a:tr h="729038">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solidFill>
                            <a:schemeClr val="bg1"/>
                          </a:solidFill>
                        </a:rPr>
                        <a:t>Common points between Project / Product Experience and Stakeholder current experience</a:t>
                      </a:r>
                    </a:p>
                  </a:txBody>
                  <a:tcPr>
                    <a:lnT w="12700" cap="flat" cmpd="sng" algn="ctr">
                      <a:solidFill>
                        <a:schemeClr val="tx1"/>
                      </a:solidFill>
                      <a:prstDash val="solid"/>
                      <a:round/>
                      <a:headEnd type="none" w="med" len="med"/>
                      <a:tailEnd type="none" w="med" len="med"/>
                    </a:lnT>
                    <a:solidFill>
                      <a:srgbClr val="0683AA"/>
                    </a:solidFill>
                  </a:tcPr>
                </a:tc>
                <a:tc hMerge="1">
                  <a:txBody>
                    <a:bodyPr/>
                    <a:lstStyle/>
                    <a:p>
                      <a:endParaRPr lang="en-US"/>
                    </a:p>
                  </a:txBody>
                  <a:tcPr>
                    <a:solidFill>
                      <a:srgbClr val="0683AA"/>
                    </a:solidFill>
                  </a:tcPr>
                </a:tc>
                <a:extLst>
                  <a:ext uri="{0D108BD9-81ED-4DB2-BD59-A6C34878D82A}">
                    <a16:rowId xmlns:a16="http://schemas.microsoft.com/office/drawing/2014/main" val="3603062988"/>
                  </a:ext>
                </a:extLst>
              </a:tr>
              <a:tr h="1038801">
                <a:tc gridSpan="2">
                  <a:txBody>
                    <a:bodyPr/>
                    <a:lstStyle/>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  </a:t>
                      </a:r>
                    </a:p>
                  </a:txBody>
                  <a:tcPr/>
                </a:tc>
                <a:tc hMerge="1">
                  <a:txBody>
                    <a:bodyPr/>
                    <a:lstStyle/>
                    <a:p>
                      <a:endParaRPr lang="en-US"/>
                    </a:p>
                  </a:txBody>
                  <a:tcPr/>
                </a:tc>
                <a:extLst>
                  <a:ext uri="{0D108BD9-81ED-4DB2-BD59-A6C34878D82A}">
                    <a16:rowId xmlns:a16="http://schemas.microsoft.com/office/drawing/2014/main" val="2844400956"/>
                  </a:ext>
                </a:extLst>
              </a:tr>
            </a:tbl>
          </a:graphicData>
        </a:graphic>
      </p:graphicFrame>
    </p:spTree>
    <p:extLst>
      <p:ext uri="{BB962C8B-B14F-4D97-AF65-F5344CB8AC3E}">
        <p14:creationId xmlns:p14="http://schemas.microsoft.com/office/powerpoint/2010/main" val="9142780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A9F8A1-9178-4444-8BA7-D32DCBFAEF9E}"/>
              </a:ext>
            </a:extLst>
          </p:cNvPr>
          <p:cNvSpPr>
            <a:spLocks noGrp="1"/>
          </p:cNvSpPr>
          <p:nvPr>
            <p:ph type="title"/>
          </p:nvPr>
        </p:nvSpPr>
        <p:spPr/>
        <p:txBody>
          <a:bodyPr/>
          <a:lstStyle/>
          <a:p>
            <a:r>
              <a:rPr lang="en-US"/>
              <a:t>  </a:t>
            </a:r>
          </a:p>
        </p:txBody>
      </p:sp>
      <p:sp>
        <p:nvSpPr>
          <p:cNvPr id="54" name="Titre 1">
            <a:extLst>
              <a:ext uri="{FF2B5EF4-FFF2-40B4-BE49-F238E27FC236}">
                <a16:creationId xmlns:a16="http://schemas.microsoft.com/office/drawing/2014/main" id="{3A5C2EB8-77CE-47CC-A392-E0B0C6D07634}"/>
              </a:ext>
            </a:extLst>
          </p:cNvPr>
          <p:cNvSpPr txBox="1">
            <a:spLocks/>
          </p:cNvSpPr>
          <p:nvPr/>
        </p:nvSpPr>
        <p:spPr>
          <a:xfrm>
            <a:off x="838200" y="538861"/>
            <a:ext cx="10515600" cy="5835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Why NOT ?</a:t>
            </a:r>
            <a:br>
              <a:rPr lang="en-US" sz="3200" dirty="0"/>
            </a:br>
            <a:r>
              <a:rPr lang="en-US" sz="3200" dirty="0"/>
              <a:t>Spreadsheet version</a:t>
            </a:r>
          </a:p>
        </p:txBody>
      </p:sp>
      <p:graphicFrame>
        <p:nvGraphicFramePr>
          <p:cNvPr id="6" name="Tableau 10">
            <a:extLst>
              <a:ext uri="{FF2B5EF4-FFF2-40B4-BE49-F238E27FC236}">
                <a16:creationId xmlns:a16="http://schemas.microsoft.com/office/drawing/2014/main" id="{3BADB43A-47E0-4C9E-8813-BB99B1BA22EA}"/>
              </a:ext>
            </a:extLst>
          </p:cNvPr>
          <p:cNvGraphicFramePr>
            <a:graphicFrameLocks noGrp="1"/>
          </p:cNvGraphicFramePr>
          <p:nvPr>
            <p:ph idx="1"/>
            <p:extLst>
              <p:ext uri="{D42A27DB-BD31-4B8C-83A1-F6EECF244321}">
                <p14:modId xmlns:p14="http://schemas.microsoft.com/office/powerpoint/2010/main" val="3406709647"/>
              </p:ext>
            </p:extLst>
          </p:nvPr>
        </p:nvGraphicFramePr>
        <p:xfrm>
          <a:off x="838200" y="1559295"/>
          <a:ext cx="10515597" cy="4354153"/>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521199282"/>
                    </a:ext>
                  </a:extLst>
                </a:gridCol>
                <a:gridCol w="3505199">
                  <a:extLst>
                    <a:ext uri="{9D8B030D-6E8A-4147-A177-3AD203B41FA5}">
                      <a16:colId xmlns:a16="http://schemas.microsoft.com/office/drawing/2014/main" val="766052494"/>
                    </a:ext>
                  </a:extLst>
                </a:gridCol>
                <a:gridCol w="3505199">
                  <a:extLst>
                    <a:ext uri="{9D8B030D-6E8A-4147-A177-3AD203B41FA5}">
                      <a16:colId xmlns:a16="http://schemas.microsoft.com/office/drawing/2014/main" val="3191954954"/>
                    </a:ext>
                  </a:extLst>
                </a:gridCol>
              </a:tblGrid>
              <a:tr h="0">
                <a:tc gridSpan="3">
                  <a:txBody>
                    <a:bodyPr/>
                    <a:lstStyle/>
                    <a:p>
                      <a:pPr algn="ctr"/>
                      <a:r>
                        <a:rPr lang="en-US"/>
                        <a:t>Root motivation</a:t>
                      </a:r>
                    </a:p>
                  </a:txBody>
                  <a:tcPr>
                    <a:solidFill>
                      <a:srgbClr val="ED7D31"/>
                    </a:solidFill>
                  </a:tcPr>
                </a:tc>
                <a:tc hMerge="1">
                  <a:txBody>
                    <a:bodyPr/>
                    <a:lstStyle/>
                    <a:p>
                      <a:endParaRPr lang="en-US"/>
                    </a:p>
                  </a:txBody>
                  <a:tcPr>
                    <a:solidFill>
                      <a:srgbClr val="ED7D31"/>
                    </a:solidFill>
                  </a:tcPr>
                </a:tc>
                <a:tc hMerge="1">
                  <a:txBody>
                    <a:bodyPr/>
                    <a:lstStyle/>
                    <a:p>
                      <a:endParaRPr lang="en-US"/>
                    </a:p>
                  </a:txBody>
                  <a:tcPr>
                    <a:solidFill>
                      <a:srgbClr val="ED7D31"/>
                    </a:solidFill>
                  </a:tcPr>
                </a:tc>
                <a:extLst>
                  <a:ext uri="{0D108BD9-81ED-4DB2-BD59-A6C34878D82A}">
                    <a16:rowId xmlns:a16="http://schemas.microsoft.com/office/drawing/2014/main" val="4195550654"/>
                  </a:ext>
                </a:extLst>
              </a:tr>
              <a:tr h="1045266">
                <a:tc gridSpan="3">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95436474"/>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rPr>
                        <a:t>Motivations</a:t>
                      </a:r>
                    </a:p>
                  </a:txBody>
                  <a:tcPr>
                    <a:solidFill>
                      <a:srgbClr val="ED7D31"/>
                    </a:solidFill>
                  </a:tcPr>
                </a:tc>
                <a:tc>
                  <a:txBody>
                    <a:bodyPr/>
                    <a:lstStyle/>
                    <a:p>
                      <a:r>
                        <a:rPr lang="en-US" b="1">
                          <a:solidFill>
                            <a:schemeClr val="bg1"/>
                          </a:solidFill>
                        </a:rPr>
                        <a:t>Concretization</a:t>
                      </a:r>
                    </a:p>
                  </a:txBody>
                  <a:tcPr>
                    <a:solidFill>
                      <a:schemeClr val="tx1"/>
                    </a:solidFill>
                  </a:tcPr>
                </a:tc>
                <a:tc>
                  <a:txBody>
                    <a:bodyPr/>
                    <a:lstStyle/>
                    <a:p>
                      <a:r>
                        <a:rPr lang="en-US" b="1">
                          <a:solidFill>
                            <a:schemeClr val="bg1"/>
                          </a:solidFill>
                        </a:rPr>
                        <a:t>Positive Consequence</a:t>
                      </a:r>
                    </a:p>
                  </a:txBody>
                  <a:tcPr>
                    <a:solidFill>
                      <a:srgbClr val="0683AA"/>
                    </a:solidFill>
                  </a:tcPr>
                </a:tc>
                <a:extLst>
                  <a:ext uri="{0D108BD9-81ED-4DB2-BD59-A6C34878D82A}">
                    <a16:rowId xmlns:a16="http://schemas.microsoft.com/office/drawing/2014/main" val="36969767"/>
                  </a:ext>
                </a:extLst>
              </a:tr>
              <a:tr h="2577367">
                <a:tc>
                  <a:txBody>
                    <a:bodyPr/>
                    <a:lstStyle/>
                    <a:p>
                      <a:pPr marL="342900" indent="-342900">
                        <a:buFont typeface="+mj-lt"/>
                        <a:buAutoNum type="arabicPeriod"/>
                      </a:pPr>
                      <a:r>
                        <a:rPr lang="en-US"/>
                        <a:t> Lorem Ipsum (causes positive consequence 1)</a:t>
                      </a:r>
                    </a:p>
                    <a:p>
                      <a:pPr marL="342900" indent="-342900">
                        <a:buFont typeface="+mj-lt"/>
                        <a:buAutoNum type="arabicPeriod"/>
                      </a:pPr>
                      <a:r>
                        <a:rPr lang="en-US"/>
                        <a:t>Lorem Ipsum</a:t>
                      </a:r>
                    </a:p>
                  </a:txBody>
                  <a:tcPr/>
                </a:tc>
                <a:tc>
                  <a:txBody>
                    <a:bodyPr/>
                    <a:lstStyle/>
                    <a:p>
                      <a:pPr marL="342900" indent="-342900">
                        <a:buFont typeface="+mj-lt"/>
                        <a:buAutoNum type="arabicPeriod"/>
                      </a:pPr>
                      <a:r>
                        <a:rPr lang="en-US"/>
                        <a:t>Lorem Ipsum (Causes motivation number 1) </a:t>
                      </a:r>
                    </a:p>
                  </a:txBody>
                  <a:tcPr/>
                </a:tc>
                <a:tc>
                  <a:txBody>
                    <a:bodyPr/>
                    <a:lstStyle/>
                    <a:p>
                      <a:pPr marL="342900" indent="-342900">
                        <a:buFont typeface="+mj-lt"/>
                        <a:buAutoNum type="arabicPeriod"/>
                      </a:pPr>
                      <a:r>
                        <a:rPr lang="en-US"/>
                        <a:t>Lorem Ipsum (causes motivation 2)</a:t>
                      </a:r>
                    </a:p>
                  </a:txBody>
                  <a:tcPr/>
                </a:tc>
                <a:extLst>
                  <a:ext uri="{0D108BD9-81ED-4DB2-BD59-A6C34878D82A}">
                    <a16:rowId xmlns:a16="http://schemas.microsoft.com/office/drawing/2014/main" val="462133832"/>
                  </a:ext>
                </a:extLst>
              </a:tr>
            </a:tbl>
          </a:graphicData>
        </a:graphic>
      </p:graphicFrame>
    </p:spTree>
    <p:extLst>
      <p:ext uri="{BB962C8B-B14F-4D97-AF65-F5344CB8AC3E}">
        <p14:creationId xmlns:p14="http://schemas.microsoft.com/office/powerpoint/2010/main" val="27503057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A0A74CB2-CFB2-92E2-FC53-0A69D7F5FD84}"/>
              </a:ext>
            </a:extLst>
          </p:cNvPr>
          <p:cNvSpPr>
            <a:spLocks noGrp="1"/>
          </p:cNvSpPr>
          <p:nvPr>
            <p:ph type="title"/>
          </p:nvPr>
        </p:nvSpPr>
        <p:spPr/>
        <p:txBody>
          <a:bodyPr/>
          <a:lstStyle/>
          <a:p>
            <a:r>
              <a:rPr lang="en-US" dirty="0"/>
              <a:t>Example End-to-end 6 WHYS </a:t>
            </a:r>
            <a:br>
              <a:rPr lang="en-US" dirty="0"/>
            </a:br>
            <a:r>
              <a:rPr lang="en-US" dirty="0"/>
              <a:t>Use Cases</a:t>
            </a:r>
          </a:p>
        </p:txBody>
      </p:sp>
      <p:sp>
        <p:nvSpPr>
          <p:cNvPr id="5" name="Segnaposto testo 4">
            <a:extLst>
              <a:ext uri="{FF2B5EF4-FFF2-40B4-BE49-F238E27FC236}">
                <a16:creationId xmlns:a16="http://schemas.microsoft.com/office/drawing/2014/main" id="{D9BF1BF4-A16B-5C1B-A71D-A07FB1819D3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39056361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BADC61EC-212B-2093-1242-9D2D3F678DDF}"/>
              </a:ext>
            </a:extLst>
          </p:cNvPr>
          <p:cNvSpPr>
            <a:spLocks noGrp="1"/>
          </p:cNvSpPr>
          <p:nvPr>
            <p:ph type="title"/>
          </p:nvPr>
        </p:nvSpPr>
        <p:spPr/>
        <p:txBody>
          <a:bodyPr/>
          <a:lstStyle/>
          <a:p>
            <a:r>
              <a:rPr lang="en-US" dirty="0"/>
              <a:t>Example Use Cases</a:t>
            </a:r>
          </a:p>
        </p:txBody>
      </p:sp>
      <p:sp>
        <p:nvSpPr>
          <p:cNvPr id="5" name="Segnaposto contenuto 4">
            <a:extLst>
              <a:ext uri="{FF2B5EF4-FFF2-40B4-BE49-F238E27FC236}">
                <a16:creationId xmlns:a16="http://schemas.microsoft.com/office/drawing/2014/main" id="{88E9EC13-37B9-231F-A7D5-D558D25989ED}"/>
              </a:ext>
            </a:extLst>
          </p:cNvPr>
          <p:cNvSpPr>
            <a:spLocks noGrp="1"/>
          </p:cNvSpPr>
          <p:nvPr>
            <p:ph idx="1"/>
          </p:nvPr>
        </p:nvSpPr>
        <p:spPr>
          <a:xfrm>
            <a:off x="838200" y="1825625"/>
            <a:ext cx="4447032" cy="4351338"/>
          </a:xfrm>
        </p:spPr>
        <p:txBody>
          <a:bodyPr>
            <a:normAutofit/>
          </a:bodyPr>
          <a:lstStyle/>
          <a:p>
            <a:r>
              <a:rPr lang="en-US" sz="1800" dirty="0"/>
              <a:t>This part shows a full example of 6 WHYS Canvases applied to the same examples</a:t>
            </a:r>
          </a:p>
          <a:p>
            <a:endParaRPr lang="en-US" sz="1800" dirty="0"/>
          </a:p>
          <a:p>
            <a:r>
              <a:rPr lang="en-US" sz="1800" dirty="0"/>
              <a:t>It is here to show a consistent use of the 6 WHYS for the same situation, instead of various examples</a:t>
            </a:r>
          </a:p>
          <a:p>
            <a:endParaRPr lang="en-US" sz="1800" dirty="0"/>
          </a:p>
          <a:p>
            <a:r>
              <a:rPr lang="en-US" sz="1800" dirty="0"/>
              <a:t>You can use these use case for training purpose, or to understand the differences between the 6 WHYS</a:t>
            </a:r>
          </a:p>
          <a:p>
            <a:endParaRPr lang="en-US" sz="1800" dirty="0"/>
          </a:p>
          <a:p>
            <a:endParaRPr lang="en-US" sz="1800" dirty="0"/>
          </a:p>
        </p:txBody>
      </p:sp>
      <p:grpSp>
        <p:nvGrpSpPr>
          <p:cNvPr id="7" name="Groupe 5">
            <a:extLst>
              <a:ext uri="{FF2B5EF4-FFF2-40B4-BE49-F238E27FC236}">
                <a16:creationId xmlns:a16="http://schemas.microsoft.com/office/drawing/2014/main" id="{815077E3-E1DF-2016-3B96-621594A70FA0}"/>
              </a:ext>
            </a:extLst>
          </p:cNvPr>
          <p:cNvGrpSpPr/>
          <p:nvPr/>
        </p:nvGrpSpPr>
        <p:grpSpPr>
          <a:xfrm>
            <a:off x="6330062" y="1990902"/>
            <a:ext cx="1191652" cy="557774"/>
            <a:chOff x="463550" y="1420160"/>
            <a:chExt cx="11264900" cy="5272740"/>
          </a:xfrm>
        </p:grpSpPr>
        <p:sp>
          <p:nvSpPr>
            <p:cNvPr id="177" name="Trapèze 6">
              <a:extLst>
                <a:ext uri="{FF2B5EF4-FFF2-40B4-BE49-F238E27FC236}">
                  <a16:creationId xmlns:a16="http://schemas.microsoft.com/office/drawing/2014/main" id="{F1F4CE17-C4A8-EB58-B242-E833612D8886}"/>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b="1" dirty="0"/>
                <a:t>CAUSE</a:t>
              </a:r>
            </a:p>
          </p:txBody>
        </p:sp>
        <p:sp>
          <p:nvSpPr>
            <p:cNvPr id="178" name="Triangle isocèle 7">
              <a:extLst>
                <a:ext uri="{FF2B5EF4-FFF2-40B4-BE49-F238E27FC236}">
                  <a16:creationId xmlns:a16="http://schemas.microsoft.com/office/drawing/2014/main" id="{CAE57C21-8FE4-BF7F-59D9-3448D07556AA}"/>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GREAT GOAL</a:t>
              </a:r>
            </a:p>
            <a:p>
              <a:pPr algn="ctr"/>
              <a:endParaRPr lang="en-US" sz="100"/>
            </a:p>
          </p:txBody>
        </p:sp>
        <p:grpSp>
          <p:nvGrpSpPr>
            <p:cNvPr id="179" name="Groupe 8">
              <a:extLst>
                <a:ext uri="{FF2B5EF4-FFF2-40B4-BE49-F238E27FC236}">
                  <a16:creationId xmlns:a16="http://schemas.microsoft.com/office/drawing/2014/main" id="{B5CE879D-84C2-14FA-AF30-518919E74D93}"/>
                </a:ext>
              </a:extLst>
            </p:cNvPr>
            <p:cNvGrpSpPr/>
            <p:nvPr/>
          </p:nvGrpSpPr>
          <p:grpSpPr>
            <a:xfrm>
              <a:off x="1527175" y="3040767"/>
              <a:ext cx="9137650" cy="1969383"/>
              <a:chOff x="1644650" y="3040767"/>
              <a:chExt cx="9137650" cy="1907219"/>
            </a:xfrm>
          </p:grpSpPr>
          <p:sp>
            <p:nvSpPr>
              <p:cNvPr id="182" name="Trapèze 11">
                <a:extLst>
                  <a:ext uri="{FF2B5EF4-FFF2-40B4-BE49-F238E27FC236}">
                    <a16:creationId xmlns:a16="http://schemas.microsoft.com/office/drawing/2014/main" id="{C0DAF3DD-D606-B221-02DD-27C37E6D63E6}"/>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a:t>BAD MEMORIES</a:t>
                </a:r>
                <a:endParaRPr lang="en-US" sz="100"/>
              </a:p>
            </p:txBody>
          </p:sp>
          <p:sp>
            <p:nvSpPr>
              <p:cNvPr id="183" name="Trapèze 12">
                <a:extLst>
                  <a:ext uri="{FF2B5EF4-FFF2-40B4-BE49-F238E27FC236}">
                    <a16:creationId xmlns:a16="http://schemas.microsoft.com/office/drawing/2014/main" id="{2B311238-81B7-8D5F-B645-FF0C2CA1AE44}"/>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dirty="0"/>
                  <a:t>WRONG FICTIVE STORIES - RISKS</a:t>
                </a:r>
              </a:p>
            </p:txBody>
          </p:sp>
          <p:sp>
            <p:nvSpPr>
              <p:cNvPr id="184" name="Trapèze 13">
                <a:extLst>
                  <a:ext uri="{FF2B5EF4-FFF2-40B4-BE49-F238E27FC236}">
                    <a16:creationId xmlns:a16="http://schemas.microsoft.com/office/drawing/2014/main" id="{5E5F951F-6422-3A07-07FA-9F6D37EE6F79}"/>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a:t>GOOD MEMORIES</a:t>
                </a:r>
                <a:endParaRPr lang="en-US" sz="100"/>
              </a:p>
            </p:txBody>
          </p:sp>
          <p:sp>
            <p:nvSpPr>
              <p:cNvPr id="185" name="Trapèze 14">
                <a:extLst>
                  <a:ext uri="{FF2B5EF4-FFF2-40B4-BE49-F238E27FC236}">
                    <a16:creationId xmlns:a16="http://schemas.microsoft.com/office/drawing/2014/main" id="{E05B65FB-7883-D46B-3F95-43A259D645A8}"/>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 b="1"/>
                  <a:t>IDEAL STORIES</a:t>
                </a:r>
              </a:p>
            </p:txBody>
          </p:sp>
        </p:grpSp>
        <p:sp>
          <p:nvSpPr>
            <p:cNvPr id="180" name="Triangle isocèle 9">
              <a:extLst>
                <a:ext uri="{FF2B5EF4-FFF2-40B4-BE49-F238E27FC236}">
                  <a16:creationId xmlns:a16="http://schemas.microsoft.com/office/drawing/2014/main" id="{3DF7BCD7-9197-D6A7-F691-D1B76926EA4D}"/>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sp>
          <p:nvSpPr>
            <p:cNvPr id="181" name="ZoneTexte 10">
              <a:extLst>
                <a:ext uri="{FF2B5EF4-FFF2-40B4-BE49-F238E27FC236}">
                  <a16:creationId xmlns:a16="http://schemas.microsoft.com/office/drawing/2014/main" id="{0231CA8A-9E45-5650-4602-E1B567EFEC26}"/>
                </a:ext>
              </a:extLst>
            </p:cNvPr>
            <p:cNvSpPr txBox="1"/>
            <p:nvPr/>
          </p:nvSpPr>
          <p:spPr>
            <a:xfrm>
              <a:off x="4952496" y="3044170"/>
              <a:ext cx="2287008" cy="1163791"/>
            </a:xfrm>
            <a:prstGeom prst="rect">
              <a:avLst/>
            </a:prstGeom>
            <a:noFill/>
          </p:spPr>
          <p:txBody>
            <a:bodyPr wrap="square">
              <a:spAutoFit/>
            </a:bodyPr>
            <a:lstStyle/>
            <a:p>
              <a:pPr algn="ctr"/>
              <a:r>
                <a:rPr lang="en-US" sz="100" b="1"/>
                <a:t>CONDITIONS</a:t>
              </a:r>
            </a:p>
          </p:txBody>
        </p:sp>
      </p:grpSp>
      <p:grpSp>
        <p:nvGrpSpPr>
          <p:cNvPr id="8" name="Groupe 172">
            <a:extLst>
              <a:ext uri="{FF2B5EF4-FFF2-40B4-BE49-F238E27FC236}">
                <a16:creationId xmlns:a16="http://schemas.microsoft.com/office/drawing/2014/main" id="{858931DB-C987-9CBB-FAAE-1BD0B0DB4649}"/>
              </a:ext>
            </a:extLst>
          </p:cNvPr>
          <p:cNvGrpSpPr/>
          <p:nvPr/>
        </p:nvGrpSpPr>
        <p:grpSpPr>
          <a:xfrm>
            <a:off x="8173393" y="1235772"/>
            <a:ext cx="1535986" cy="572573"/>
            <a:chOff x="7527020" y="2036345"/>
            <a:chExt cx="3826780" cy="1426517"/>
          </a:xfrm>
        </p:grpSpPr>
        <p:grpSp>
          <p:nvGrpSpPr>
            <p:cNvPr id="93" name="Groupe 32">
              <a:extLst>
                <a:ext uri="{FF2B5EF4-FFF2-40B4-BE49-F238E27FC236}">
                  <a16:creationId xmlns:a16="http://schemas.microsoft.com/office/drawing/2014/main" id="{3EB17446-EE85-BE6C-854A-A378B5E5D964}"/>
                </a:ext>
              </a:extLst>
            </p:cNvPr>
            <p:cNvGrpSpPr/>
            <p:nvPr/>
          </p:nvGrpSpPr>
          <p:grpSpPr>
            <a:xfrm>
              <a:off x="10055197" y="2036345"/>
              <a:ext cx="1298603" cy="1298603"/>
              <a:chOff x="9835911" y="2807662"/>
              <a:chExt cx="1796250" cy="1796250"/>
            </a:xfrm>
          </p:grpSpPr>
          <p:pic>
            <p:nvPicPr>
              <p:cNvPr id="114" name="Graphique 49" descr="Cathédrale avec un remplissage uni">
                <a:extLst>
                  <a:ext uri="{FF2B5EF4-FFF2-40B4-BE49-F238E27FC236}">
                    <a16:creationId xmlns:a16="http://schemas.microsoft.com/office/drawing/2014/main" id="{8A0348E7-9A50-9ACD-B4A6-F3078E80FD9E}"/>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835911" y="2807662"/>
                <a:ext cx="1796250" cy="1796250"/>
              </a:xfrm>
              <a:prstGeom prst="rect">
                <a:avLst/>
              </a:prstGeom>
            </p:spPr>
          </p:pic>
          <p:sp>
            <p:nvSpPr>
              <p:cNvPr id="115" name="Rectangle 50">
                <a:extLst>
                  <a:ext uri="{FF2B5EF4-FFF2-40B4-BE49-F238E27FC236}">
                    <a16:creationId xmlns:a16="http://schemas.microsoft.com/office/drawing/2014/main" id="{7C48572C-9CAF-1560-ED22-90BF18158EA8}"/>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6" name="Rectangle 51">
                <a:extLst>
                  <a:ext uri="{FF2B5EF4-FFF2-40B4-BE49-F238E27FC236}">
                    <a16:creationId xmlns:a16="http://schemas.microsoft.com/office/drawing/2014/main" id="{DA945DDD-018E-E932-5884-477C32BE8D9B}"/>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7" name="Rectangle 52">
                <a:extLst>
                  <a:ext uri="{FF2B5EF4-FFF2-40B4-BE49-F238E27FC236}">
                    <a16:creationId xmlns:a16="http://schemas.microsoft.com/office/drawing/2014/main" id="{4F034BC1-1AB9-A97F-3DD2-25A7C1C6B995}"/>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8" name="Rectangle 53">
                <a:extLst>
                  <a:ext uri="{FF2B5EF4-FFF2-40B4-BE49-F238E27FC236}">
                    <a16:creationId xmlns:a16="http://schemas.microsoft.com/office/drawing/2014/main" id="{D5751390-B8BA-EF07-B655-D9C9643A6EC9}"/>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19" name="Rectangle 54">
                <a:extLst>
                  <a:ext uri="{FF2B5EF4-FFF2-40B4-BE49-F238E27FC236}">
                    <a16:creationId xmlns:a16="http://schemas.microsoft.com/office/drawing/2014/main" id="{F2429A60-2317-4A05-7285-8B0E5505140F}"/>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0" name="Rectangle 55">
                <a:extLst>
                  <a:ext uri="{FF2B5EF4-FFF2-40B4-BE49-F238E27FC236}">
                    <a16:creationId xmlns:a16="http://schemas.microsoft.com/office/drawing/2014/main" id="{F6C94A2B-48A2-31DC-0A84-F9C8D4003E7A}"/>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1" name="Rectangle 56">
                <a:extLst>
                  <a:ext uri="{FF2B5EF4-FFF2-40B4-BE49-F238E27FC236}">
                    <a16:creationId xmlns:a16="http://schemas.microsoft.com/office/drawing/2014/main" id="{7BA19648-E721-1E77-9B39-31ACD5C20AC0}"/>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2" name="Rectangle 57">
                <a:extLst>
                  <a:ext uri="{FF2B5EF4-FFF2-40B4-BE49-F238E27FC236}">
                    <a16:creationId xmlns:a16="http://schemas.microsoft.com/office/drawing/2014/main" id="{0859220F-5E40-5A05-7D5C-D277A928AE63}"/>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3" name="Rectangle 58">
                <a:extLst>
                  <a:ext uri="{FF2B5EF4-FFF2-40B4-BE49-F238E27FC236}">
                    <a16:creationId xmlns:a16="http://schemas.microsoft.com/office/drawing/2014/main" id="{5488E2DB-6F07-40E5-297A-5194C62E128D}"/>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4" name="Rectangle 59">
                <a:extLst>
                  <a:ext uri="{FF2B5EF4-FFF2-40B4-BE49-F238E27FC236}">
                    <a16:creationId xmlns:a16="http://schemas.microsoft.com/office/drawing/2014/main" id="{C54F7A18-AB9B-299A-1B5B-AF4DDA1A63FE}"/>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5" name="Rectangle 60">
                <a:extLst>
                  <a:ext uri="{FF2B5EF4-FFF2-40B4-BE49-F238E27FC236}">
                    <a16:creationId xmlns:a16="http://schemas.microsoft.com/office/drawing/2014/main" id="{F6914660-28BA-032D-9BE3-4979A9122752}"/>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6" name="Rectangle 61">
                <a:extLst>
                  <a:ext uri="{FF2B5EF4-FFF2-40B4-BE49-F238E27FC236}">
                    <a16:creationId xmlns:a16="http://schemas.microsoft.com/office/drawing/2014/main" id="{22264A75-CC39-9D97-2579-26D3BEEF61E3}"/>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7" name="Rectangle 62">
                <a:extLst>
                  <a:ext uri="{FF2B5EF4-FFF2-40B4-BE49-F238E27FC236}">
                    <a16:creationId xmlns:a16="http://schemas.microsoft.com/office/drawing/2014/main" id="{07DE1619-B660-BC4A-18D8-E75DB4D56679}"/>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8" name="Rectangle 63">
                <a:extLst>
                  <a:ext uri="{FF2B5EF4-FFF2-40B4-BE49-F238E27FC236}">
                    <a16:creationId xmlns:a16="http://schemas.microsoft.com/office/drawing/2014/main" id="{675E2516-43C9-33EC-74E7-737471D25DD5}"/>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29" name="Rectangle 64">
                <a:extLst>
                  <a:ext uri="{FF2B5EF4-FFF2-40B4-BE49-F238E27FC236}">
                    <a16:creationId xmlns:a16="http://schemas.microsoft.com/office/drawing/2014/main" id="{9E43FAC5-9594-AD62-DFD6-9A30BF65E692}"/>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0" name="Rectangle 65">
                <a:extLst>
                  <a:ext uri="{FF2B5EF4-FFF2-40B4-BE49-F238E27FC236}">
                    <a16:creationId xmlns:a16="http://schemas.microsoft.com/office/drawing/2014/main" id="{13B3D5AD-27AC-5F01-1AFD-6992F325EFF3}"/>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1" name="Rectangle 66">
                <a:extLst>
                  <a:ext uri="{FF2B5EF4-FFF2-40B4-BE49-F238E27FC236}">
                    <a16:creationId xmlns:a16="http://schemas.microsoft.com/office/drawing/2014/main" id="{C6C4166D-665D-1674-9C57-63914FFCA7A4}"/>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2" name="Rectangle 67">
                <a:extLst>
                  <a:ext uri="{FF2B5EF4-FFF2-40B4-BE49-F238E27FC236}">
                    <a16:creationId xmlns:a16="http://schemas.microsoft.com/office/drawing/2014/main" id="{A43A62D6-1928-C8B0-7081-9A0C2A689D3F}"/>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3" name="Rectangle 68">
                <a:extLst>
                  <a:ext uri="{FF2B5EF4-FFF2-40B4-BE49-F238E27FC236}">
                    <a16:creationId xmlns:a16="http://schemas.microsoft.com/office/drawing/2014/main" id="{A1C0F19F-8E5D-1C20-203F-C38CEAF75908}"/>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4" name="Rectangle 69">
                <a:extLst>
                  <a:ext uri="{FF2B5EF4-FFF2-40B4-BE49-F238E27FC236}">
                    <a16:creationId xmlns:a16="http://schemas.microsoft.com/office/drawing/2014/main" id="{C0BDCA01-B4BD-CB39-3593-7A14A2A96D8A}"/>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5" name="Rectangle 70">
                <a:extLst>
                  <a:ext uri="{FF2B5EF4-FFF2-40B4-BE49-F238E27FC236}">
                    <a16:creationId xmlns:a16="http://schemas.microsoft.com/office/drawing/2014/main" id="{29D5FA55-CDC0-C4D7-4329-6630F8F168AC}"/>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6" name="Rectangle 71">
                <a:extLst>
                  <a:ext uri="{FF2B5EF4-FFF2-40B4-BE49-F238E27FC236}">
                    <a16:creationId xmlns:a16="http://schemas.microsoft.com/office/drawing/2014/main" id="{020345A7-6BE8-CBE3-6326-D2D9C2E1D6FF}"/>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7" name="Rectangle 72">
                <a:extLst>
                  <a:ext uri="{FF2B5EF4-FFF2-40B4-BE49-F238E27FC236}">
                    <a16:creationId xmlns:a16="http://schemas.microsoft.com/office/drawing/2014/main" id="{602A306B-08B4-A6EE-1D62-2E451305A043}"/>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8" name="Rectangle 73">
                <a:extLst>
                  <a:ext uri="{FF2B5EF4-FFF2-40B4-BE49-F238E27FC236}">
                    <a16:creationId xmlns:a16="http://schemas.microsoft.com/office/drawing/2014/main" id="{61C59499-6710-D203-7EC7-15F7603D0F93}"/>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39" name="Rectangle 74">
                <a:extLst>
                  <a:ext uri="{FF2B5EF4-FFF2-40B4-BE49-F238E27FC236}">
                    <a16:creationId xmlns:a16="http://schemas.microsoft.com/office/drawing/2014/main" id="{55E70132-11C8-1488-A03D-0625EC61D52E}"/>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0" name="Rectangle 75">
                <a:extLst>
                  <a:ext uri="{FF2B5EF4-FFF2-40B4-BE49-F238E27FC236}">
                    <a16:creationId xmlns:a16="http://schemas.microsoft.com/office/drawing/2014/main" id="{E0D0FCAE-67DF-642A-3BBC-53783E61FF7C}"/>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1" name="Rectangle 76">
                <a:extLst>
                  <a:ext uri="{FF2B5EF4-FFF2-40B4-BE49-F238E27FC236}">
                    <a16:creationId xmlns:a16="http://schemas.microsoft.com/office/drawing/2014/main" id="{73BB38A3-9985-3C99-4358-76E70F54C3D0}"/>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2" name="Rectangle 77">
                <a:extLst>
                  <a:ext uri="{FF2B5EF4-FFF2-40B4-BE49-F238E27FC236}">
                    <a16:creationId xmlns:a16="http://schemas.microsoft.com/office/drawing/2014/main" id="{E67BAE9C-D63F-9963-4146-364DE1EE4D4D}"/>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3" name="Rectangle 78">
                <a:extLst>
                  <a:ext uri="{FF2B5EF4-FFF2-40B4-BE49-F238E27FC236}">
                    <a16:creationId xmlns:a16="http://schemas.microsoft.com/office/drawing/2014/main" id="{D5793431-C172-B793-ADAC-430858195287}"/>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4" name="Rectangle 79">
                <a:extLst>
                  <a:ext uri="{FF2B5EF4-FFF2-40B4-BE49-F238E27FC236}">
                    <a16:creationId xmlns:a16="http://schemas.microsoft.com/office/drawing/2014/main" id="{F50843C8-E1DE-3EF0-0F1F-86129C599393}"/>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5" name="Rectangle 80">
                <a:extLst>
                  <a:ext uri="{FF2B5EF4-FFF2-40B4-BE49-F238E27FC236}">
                    <a16:creationId xmlns:a16="http://schemas.microsoft.com/office/drawing/2014/main" id="{A492C74E-9C24-1027-1008-6F1DBD5BD0A2}"/>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6" name="Rectangle 81">
                <a:extLst>
                  <a:ext uri="{FF2B5EF4-FFF2-40B4-BE49-F238E27FC236}">
                    <a16:creationId xmlns:a16="http://schemas.microsoft.com/office/drawing/2014/main" id="{E2249ED2-DA62-BE14-978B-E1903B6A5138}"/>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7" name="Rectangle 82">
                <a:extLst>
                  <a:ext uri="{FF2B5EF4-FFF2-40B4-BE49-F238E27FC236}">
                    <a16:creationId xmlns:a16="http://schemas.microsoft.com/office/drawing/2014/main" id="{B2EB9EF7-4ED7-5524-11E3-74852774DE47}"/>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8" name="Rectangle 83">
                <a:extLst>
                  <a:ext uri="{FF2B5EF4-FFF2-40B4-BE49-F238E27FC236}">
                    <a16:creationId xmlns:a16="http://schemas.microsoft.com/office/drawing/2014/main" id="{A2C92947-9C82-ACAB-CF3E-E9BC4B843CF0}"/>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49" name="Rectangle 84">
                <a:extLst>
                  <a:ext uri="{FF2B5EF4-FFF2-40B4-BE49-F238E27FC236}">
                    <a16:creationId xmlns:a16="http://schemas.microsoft.com/office/drawing/2014/main" id="{5B468197-6271-5AE4-514D-2FF6562F191F}"/>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0" name="Rectangle 85">
                <a:extLst>
                  <a:ext uri="{FF2B5EF4-FFF2-40B4-BE49-F238E27FC236}">
                    <a16:creationId xmlns:a16="http://schemas.microsoft.com/office/drawing/2014/main" id="{7466CB75-1C74-6D25-EFB4-6ADD05B64F9B}"/>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1" name="Rectangle 86">
                <a:extLst>
                  <a:ext uri="{FF2B5EF4-FFF2-40B4-BE49-F238E27FC236}">
                    <a16:creationId xmlns:a16="http://schemas.microsoft.com/office/drawing/2014/main" id="{BBB29CEA-30B1-8738-75B1-8C6625A6D561}"/>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2" name="Rectangle 87">
                <a:extLst>
                  <a:ext uri="{FF2B5EF4-FFF2-40B4-BE49-F238E27FC236}">
                    <a16:creationId xmlns:a16="http://schemas.microsoft.com/office/drawing/2014/main" id="{D0AB0F16-4641-4DB6-E79E-C9AA5498CB5E}"/>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3" name="Rectangle 88">
                <a:extLst>
                  <a:ext uri="{FF2B5EF4-FFF2-40B4-BE49-F238E27FC236}">
                    <a16:creationId xmlns:a16="http://schemas.microsoft.com/office/drawing/2014/main" id="{5F8BEDB2-48BF-9133-69B0-E8A3B44453A5}"/>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4" name="Rectangle 89">
                <a:extLst>
                  <a:ext uri="{FF2B5EF4-FFF2-40B4-BE49-F238E27FC236}">
                    <a16:creationId xmlns:a16="http://schemas.microsoft.com/office/drawing/2014/main" id="{2C088098-B29C-14DC-0FE9-9F426D88A773}"/>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5" name="Rectangle 90">
                <a:extLst>
                  <a:ext uri="{FF2B5EF4-FFF2-40B4-BE49-F238E27FC236}">
                    <a16:creationId xmlns:a16="http://schemas.microsoft.com/office/drawing/2014/main" id="{000E6B64-6F76-54E7-9EA9-3E3A920020E0}"/>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6" name="Rectangle 91">
                <a:extLst>
                  <a:ext uri="{FF2B5EF4-FFF2-40B4-BE49-F238E27FC236}">
                    <a16:creationId xmlns:a16="http://schemas.microsoft.com/office/drawing/2014/main" id="{68EFB387-F09F-9F4D-2C15-DF3BB2742D07}"/>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7" name="Rectangle 92">
                <a:extLst>
                  <a:ext uri="{FF2B5EF4-FFF2-40B4-BE49-F238E27FC236}">
                    <a16:creationId xmlns:a16="http://schemas.microsoft.com/office/drawing/2014/main" id="{5683483A-E5BA-E25C-C995-D16E5C30A46F}"/>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8" name="Rectangle 93">
                <a:extLst>
                  <a:ext uri="{FF2B5EF4-FFF2-40B4-BE49-F238E27FC236}">
                    <a16:creationId xmlns:a16="http://schemas.microsoft.com/office/drawing/2014/main" id="{263E18A7-1882-DFF3-5332-5D21201773BE}"/>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59" name="Rectangle 94">
                <a:extLst>
                  <a:ext uri="{FF2B5EF4-FFF2-40B4-BE49-F238E27FC236}">
                    <a16:creationId xmlns:a16="http://schemas.microsoft.com/office/drawing/2014/main" id="{D08DF1E9-1B41-407A-458A-ED35223AA72A}"/>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0" name="Rectangle 95">
                <a:extLst>
                  <a:ext uri="{FF2B5EF4-FFF2-40B4-BE49-F238E27FC236}">
                    <a16:creationId xmlns:a16="http://schemas.microsoft.com/office/drawing/2014/main" id="{7FDF6D41-68BE-044C-E4B4-5276C6C189CB}"/>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1" name="Rectangle 96">
                <a:extLst>
                  <a:ext uri="{FF2B5EF4-FFF2-40B4-BE49-F238E27FC236}">
                    <a16:creationId xmlns:a16="http://schemas.microsoft.com/office/drawing/2014/main" id="{329F3329-C840-131A-9D27-40B778E316F5}"/>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2" name="Rectangle 97">
                <a:extLst>
                  <a:ext uri="{FF2B5EF4-FFF2-40B4-BE49-F238E27FC236}">
                    <a16:creationId xmlns:a16="http://schemas.microsoft.com/office/drawing/2014/main" id="{9021859D-E394-D0A3-CF77-C2BE628824E2}"/>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3" name="Rectangle 98">
                <a:extLst>
                  <a:ext uri="{FF2B5EF4-FFF2-40B4-BE49-F238E27FC236}">
                    <a16:creationId xmlns:a16="http://schemas.microsoft.com/office/drawing/2014/main" id="{F7D7E9B8-2DB8-E69B-F2E5-B3CF2DB72255}"/>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4" name="Rectangle 99">
                <a:extLst>
                  <a:ext uri="{FF2B5EF4-FFF2-40B4-BE49-F238E27FC236}">
                    <a16:creationId xmlns:a16="http://schemas.microsoft.com/office/drawing/2014/main" id="{8A2CED77-8635-5AAC-A77D-4F6EC36D1B20}"/>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5" name="Rectangle 100">
                <a:extLst>
                  <a:ext uri="{FF2B5EF4-FFF2-40B4-BE49-F238E27FC236}">
                    <a16:creationId xmlns:a16="http://schemas.microsoft.com/office/drawing/2014/main" id="{EFB1DD98-4749-B8E4-CBCC-08CF05AEC178}"/>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6" name="Rectangle 101">
                <a:extLst>
                  <a:ext uri="{FF2B5EF4-FFF2-40B4-BE49-F238E27FC236}">
                    <a16:creationId xmlns:a16="http://schemas.microsoft.com/office/drawing/2014/main" id="{8DC55F49-0A68-EBDA-FD16-AE74603CC485}"/>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7" name="Rectangle 102">
                <a:extLst>
                  <a:ext uri="{FF2B5EF4-FFF2-40B4-BE49-F238E27FC236}">
                    <a16:creationId xmlns:a16="http://schemas.microsoft.com/office/drawing/2014/main" id="{5376B664-F47C-A7CE-1EAA-2EF7495641CF}"/>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8" name="Rectangle 103">
                <a:extLst>
                  <a:ext uri="{FF2B5EF4-FFF2-40B4-BE49-F238E27FC236}">
                    <a16:creationId xmlns:a16="http://schemas.microsoft.com/office/drawing/2014/main" id="{ED0DD9A9-4C0A-F066-F71B-A0D4428004B7}"/>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69" name="Rectangle 104">
                <a:extLst>
                  <a:ext uri="{FF2B5EF4-FFF2-40B4-BE49-F238E27FC236}">
                    <a16:creationId xmlns:a16="http://schemas.microsoft.com/office/drawing/2014/main" id="{E67202E3-7C19-86E3-ADC6-7A993F04410D}"/>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0" name="Rectangle 105">
                <a:extLst>
                  <a:ext uri="{FF2B5EF4-FFF2-40B4-BE49-F238E27FC236}">
                    <a16:creationId xmlns:a16="http://schemas.microsoft.com/office/drawing/2014/main" id="{2EBDC157-7B3F-CEA7-BF9B-4766D0E96B9D}"/>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1" name="Rectangle 106">
                <a:extLst>
                  <a:ext uri="{FF2B5EF4-FFF2-40B4-BE49-F238E27FC236}">
                    <a16:creationId xmlns:a16="http://schemas.microsoft.com/office/drawing/2014/main" id="{8E524E20-EDC8-0729-E737-92CC25C55B89}"/>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2" name="Rectangle 107">
                <a:extLst>
                  <a:ext uri="{FF2B5EF4-FFF2-40B4-BE49-F238E27FC236}">
                    <a16:creationId xmlns:a16="http://schemas.microsoft.com/office/drawing/2014/main" id="{4A6E163C-041B-230B-D3A0-AEEA8EFB2F72}"/>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3" name="Rectangle 108">
                <a:extLst>
                  <a:ext uri="{FF2B5EF4-FFF2-40B4-BE49-F238E27FC236}">
                    <a16:creationId xmlns:a16="http://schemas.microsoft.com/office/drawing/2014/main" id="{7F14C486-F44D-418D-E1B2-24DE8C2734FF}"/>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4" name="Rectangle 109">
                <a:extLst>
                  <a:ext uri="{FF2B5EF4-FFF2-40B4-BE49-F238E27FC236}">
                    <a16:creationId xmlns:a16="http://schemas.microsoft.com/office/drawing/2014/main" id="{1CC242E0-7262-46F2-2301-A467633FF040}"/>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5" name="Rectangle 110">
                <a:extLst>
                  <a:ext uri="{FF2B5EF4-FFF2-40B4-BE49-F238E27FC236}">
                    <a16:creationId xmlns:a16="http://schemas.microsoft.com/office/drawing/2014/main" id="{44B356ED-DCC6-B594-79B4-7B4D1233A549}"/>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76" name="Rectangle 111">
                <a:extLst>
                  <a:ext uri="{FF2B5EF4-FFF2-40B4-BE49-F238E27FC236}">
                    <a16:creationId xmlns:a16="http://schemas.microsoft.com/office/drawing/2014/main" id="{D6354C14-F376-18B8-EE76-32DE10365ECE}"/>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grpSp>
        <p:grpSp>
          <p:nvGrpSpPr>
            <p:cNvPr id="94" name="Groupe 152">
              <a:extLst>
                <a:ext uri="{FF2B5EF4-FFF2-40B4-BE49-F238E27FC236}">
                  <a16:creationId xmlns:a16="http://schemas.microsoft.com/office/drawing/2014/main" id="{73B394DA-2682-C932-ACBB-3D53AD354892}"/>
                </a:ext>
              </a:extLst>
            </p:cNvPr>
            <p:cNvGrpSpPr/>
            <p:nvPr/>
          </p:nvGrpSpPr>
          <p:grpSpPr>
            <a:xfrm>
              <a:off x="7527020" y="2174293"/>
              <a:ext cx="1467257" cy="1169474"/>
              <a:chOff x="2609577" y="1563591"/>
              <a:chExt cx="1467257" cy="1169474"/>
            </a:xfrm>
          </p:grpSpPr>
          <p:grpSp>
            <p:nvGrpSpPr>
              <p:cNvPr id="109" name="Groupe 153">
                <a:extLst>
                  <a:ext uri="{FF2B5EF4-FFF2-40B4-BE49-F238E27FC236}">
                    <a16:creationId xmlns:a16="http://schemas.microsoft.com/office/drawing/2014/main" id="{3422A40B-73ED-84D9-A425-8FFAFF8C808D}"/>
                  </a:ext>
                </a:extLst>
              </p:cNvPr>
              <p:cNvGrpSpPr/>
              <p:nvPr/>
            </p:nvGrpSpPr>
            <p:grpSpPr>
              <a:xfrm>
                <a:off x="2609577" y="1563591"/>
                <a:ext cx="1412109" cy="1169474"/>
                <a:chOff x="2645545" y="3994190"/>
                <a:chExt cx="1412109" cy="1169474"/>
              </a:xfrm>
            </p:grpSpPr>
            <p:pic>
              <p:nvPicPr>
                <p:cNvPr id="111" name="Graphique 155" descr="Diable avec un remplissage uni">
                  <a:extLst>
                    <a:ext uri="{FF2B5EF4-FFF2-40B4-BE49-F238E27FC236}">
                      <a16:creationId xmlns:a16="http://schemas.microsoft.com/office/drawing/2014/main" id="{CC3B78BA-45D6-AC35-87C7-F61DD0D2BEAE}"/>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037365" y="4143375"/>
                  <a:ext cx="1020289" cy="1020289"/>
                </a:xfrm>
                <a:prstGeom prst="rect">
                  <a:avLst/>
                </a:prstGeom>
              </p:spPr>
            </p:pic>
            <p:pic>
              <p:nvPicPr>
                <p:cNvPr id="112" name="Graphique 156" descr="Base-ball avec un remplissage uni">
                  <a:extLst>
                    <a:ext uri="{FF2B5EF4-FFF2-40B4-BE49-F238E27FC236}">
                      <a16:creationId xmlns:a16="http://schemas.microsoft.com/office/drawing/2014/main" id="{14571399-2C84-7EFF-86AF-1C58408797EE}"/>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flipH="1">
                  <a:off x="2645545" y="4030462"/>
                  <a:ext cx="993713" cy="1133202"/>
                </a:xfrm>
                <a:prstGeom prst="rect">
                  <a:avLst/>
                </a:prstGeom>
              </p:spPr>
            </p:pic>
            <p:sp>
              <p:nvSpPr>
                <p:cNvPr id="113" name="Rectangle 157">
                  <a:extLst>
                    <a:ext uri="{FF2B5EF4-FFF2-40B4-BE49-F238E27FC236}">
                      <a16:creationId xmlns:a16="http://schemas.microsoft.com/office/drawing/2014/main" id="{DF2E9A44-01A9-A7AF-62A8-0EABC0766E54}"/>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grpSp>
          <p:pic>
            <p:nvPicPr>
              <p:cNvPr id="110" name="Graphique 154" descr="Boîte à archives avec un remplissage uni">
                <a:extLst>
                  <a:ext uri="{FF2B5EF4-FFF2-40B4-BE49-F238E27FC236}">
                    <a16:creationId xmlns:a16="http://schemas.microsoft.com/office/drawing/2014/main" id="{C8309C4D-40C4-D047-DE88-792D20D84967}"/>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rot="20255485">
                <a:off x="3419733" y="1863768"/>
                <a:ext cx="657101" cy="657101"/>
              </a:xfrm>
              <a:prstGeom prst="rect">
                <a:avLst/>
              </a:prstGeom>
            </p:spPr>
          </p:pic>
        </p:grpSp>
        <p:grpSp>
          <p:nvGrpSpPr>
            <p:cNvPr id="95" name="Groupe 158">
              <a:extLst>
                <a:ext uri="{FF2B5EF4-FFF2-40B4-BE49-F238E27FC236}">
                  <a16:creationId xmlns:a16="http://schemas.microsoft.com/office/drawing/2014/main" id="{0F69309C-76A9-ED90-3D60-3E5CEC61E129}"/>
                </a:ext>
              </a:extLst>
            </p:cNvPr>
            <p:cNvGrpSpPr/>
            <p:nvPr/>
          </p:nvGrpSpPr>
          <p:grpSpPr>
            <a:xfrm flipH="1">
              <a:off x="8944157" y="2297704"/>
              <a:ext cx="1093937" cy="1165158"/>
              <a:chOff x="1680627" y="1783722"/>
              <a:chExt cx="1331514" cy="1331514"/>
            </a:xfrm>
          </p:grpSpPr>
          <p:pic>
            <p:nvPicPr>
              <p:cNvPr id="96" name="Graphique 159" descr="Mur de briques en construction avec un remplissage uni">
                <a:extLst>
                  <a:ext uri="{FF2B5EF4-FFF2-40B4-BE49-F238E27FC236}">
                    <a16:creationId xmlns:a16="http://schemas.microsoft.com/office/drawing/2014/main" id="{2FBF453D-7764-F7A1-B316-4703C5974356}"/>
                  </a:ext>
                </a:extLst>
              </p:cNvPr>
              <p:cNvPicPr>
                <a:picLocks noChangeAspect="1"/>
              </p:cNvPicPr>
              <p:nvPr/>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680627" y="1783722"/>
                <a:ext cx="1331514" cy="1331514"/>
              </a:xfrm>
              <a:prstGeom prst="rect">
                <a:avLst/>
              </a:prstGeom>
            </p:spPr>
          </p:pic>
          <p:sp>
            <p:nvSpPr>
              <p:cNvPr id="97" name="Rectangle 160">
                <a:extLst>
                  <a:ext uri="{FF2B5EF4-FFF2-40B4-BE49-F238E27FC236}">
                    <a16:creationId xmlns:a16="http://schemas.microsoft.com/office/drawing/2014/main" id="{8F1514D7-476B-5E57-ACCD-B4E51AB8A1C1}"/>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98" name="Rectangle 161">
                <a:extLst>
                  <a:ext uri="{FF2B5EF4-FFF2-40B4-BE49-F238E27FC236}">
                    <a16:creationId xmlns:a16="http://schemas.microsoft.com/office/drawing/2014/main" id="{7AB9D655-F52D-33DA-54CC-A1A5075C37B2}"/>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99" name="Rectangle 162">
                <a:extLst>
                  <a:ext uri="{FF2B5EF4-FFF2-40B4-BE49-F238E27FC236}">
                    <a16:creationId xmlns:a16="http://schemas.microsoft.com/office/drawing/2014/main" id="{75E05FFD-8F32-84D1-11AA-98AFB1D4AD7A}"/>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0" name="Rectangle 163">
                <a:extLst>
                  <a:ext uri="{FF2B5EF4-FFF2-40B4-BE49-F238E27FC236}">
                    <a16:creationId xmlns:a16="http://schemas.microsoft.com/office/drawing/2014/main" id="{049A5C62-BCC3-BA64-231B-63142B4E8104}"/>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1" name="Rectangle 164">
                <a:extLst>
                  <a:ext uri="{FF2B5EF4-FFF2-40B4-BE49-F238E27FC236}">
                    <a16:creationId xmlns:a16="http://schemas.microsoft.com/office/drawing/2014/main" id="{6515A7A2-EE33-628B-3B60-91DADA51FB36}"/>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2" name="Rectangle 165">
                <a:extLst>
                  <a:ext uri="{FF2B5EF4-FFF2-40B4-BE49-F238E27FC236}">
                    <a16:creationId xmlns:a16="http://schemas.microsoft.com/office/drawing/2014/main" id="{036BDC89-2603-1A33-94FF-3E8EE7C4FA7E}"/>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3" name="Rectangle 166">
                <a:extLst>
                  <a:ext uri="{FF2B5EF4-FFF2-40B4-BE49-F238E27FC236}">
                    <a16:creationId xmlns:a16="http://schemas.microsoft.com/office/drawing/2014/main" id="{BD066098-FB3C-60C0-1EEF-527628A3A8D6}"/>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4" name="Rectangle 167">
                <a:extLst>
                  <a:ext uri="{FF2B5EF4-FFF2-40B4-BE49-F238E27FC236}">
                    <a16:creationId xmlns:a16="http://schemas.microsoft.com/office/drawing/2014/main" id="{802911AA-ACBC-8AE2-17A1-D29D0A43AE55}"/>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5" name="Rectangle 168">
                <a:extLst>
                  <a:ext uri="{FF2B5EF4-FFF2-40B4-BE49-F238E27FC236}">
                    <a16:creationId xmlns:a16="http://schemas.microsoft.com/office/drawing/2014/main" id="{3FB9FBA5-A9E2-B00E-FE28-1E580719C8A8}"/>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6" name="Rectangle 169">
                <a:extLst>
                  <a:ext uri="{FF2B5EF4-FFF2-40B4-BE49-F238E27FC236}">
                    <a16:creationId xmlns:a16="http://schemas.microsoft.com/office/drawing/2014/main" id="{C0BBFB0A-A618-6371-DE36-2E784D55A3AE}"/>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7" name="Rectangle 170">
                <a:extLst>
                  <a:ext uri="{FF2B5EF4-FFF2-40B4-BE49-F238E27FC236}">
                    <a16:creationId xmlns:a16="http://schemas.microsoft.com/office/drawing/2014/main" id="{722F63F9-E5C7-DCEE-5A2E-8FDF6F424B00}"/>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108" name="Rectangle 171">
                <a:extLst>
                  <a:ext uri="{FF2B5EF4-FFF2-40B4-BE49-F238E27FC236}">
                    <a16:creationId xmlns:a16="http://schemas.microsoft.com/office/drawing/2014/main" id="{EAE0D8F8-DE7E-9291-A675-DE9678FFF837}"/>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grpSp>
      </p:grpSp>
      <p:grpSp>
        <p:nvGrpSpPr>
          <p:cNvPr id="9" name="Groupe 173">
            <a:extLst>
              <a:ext uri="{FF2B5EF4-FFF2-40B4-BE49-F238E27FC236}">
                <a16:creationId xmlns:a16="http://schemas.microsoft.com/office/drawing/2014/main" id="{699A6067-C673-86EA-9D6A-839A813E2AB8}"/>
              </a:ext>
            </a:extLst>
          </p:cNvPr>
          <p:cNvGrpSpPr/>
          <p:nvPr/>
        </p:nvGrpSpPr>
        <p:grpSpPr>
          <a:xfrm>
            <a:off x="10561963" y="2058655"/>
            <a:ext cx="1253441" cy="611531"/>
            <a:chOff x="127000" y="915986"/>
            <a:chExt cx="12052300" cy="5880100"/>
          </a:xfrm>
        </p:grpSpPr>
        <p:sp>
          <p:nvSpPr>
            <p:cNvPr id="88" name="Flèche : droite 174">
              <a:extLst>
                <a:ext uri="{FF2B5EF4-FFF2-40B4-BE49-F238E27FC236}">
                  <a16:creationId xmlns:a16="http://schemas.microsoft.com/office/drawing/2014/main" id="{AA36520E-0827-BF4E-974F-D47AB074C379}"/>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solidFill>
                  <a:schemeClr val="tx1"/>
                </a:solidFill>
              </a:endParaRPr>
            </a:p>
          </p:txBody>
        </p:sp>
        <p:sp>
          <p:nvSpPr>
            <p:cNvPr id="89" name="Rectangle 175">
              <a:extLst>
                <a:ext uri="{FF2B5EF4-FFF2-40B4-BE49-F238E27FC236}">
                  <a16:creationId xmlns:a16="http://schemas.microsoft.com/office/drawing/2014/main" id="{9A9F8484-3A4D-5A00-9ABF-100ADFD39A14}"/>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p>
          </p:txBody>
        </p:sp>
        <p:sp>
          <p:nvSpPr>
            <p:cNvPr id="90" name="Rectangle 176">
              <a:extLst>
                <a:ext uri="{FF2B5EF4-FFF2-40B4-BE49-F238E27FC236}">
                  <a16:creationId xmlns:a16="http://schemas.microsoft.com/office/drawing/2014/main" id="{B22396F2-2026-7A9F-0BF5-32571FD2D11D}"/>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solidFill>
                  <a:schemeClr val="tx1"/>
                </a:solidFill>
              </a:endParaRPr>
            </a:p>
          </p:txBody>
        </p:sp>
        <p:sp>
          <p:nvSpPr>
            <p:cNvPr id="91" name="Rectangle 177">
              <a:extLst>
                <a:ext uri="{FF2B5EF4-FFF2-40B4-BE49-F238E27FC236}">
                  <a16:creationId xmlns:a16="http://schemas.microsoft.com/office/drawing/2014/main" id="{3B268C7A-9932-8394-616D-D070411CD95D}"/>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p>
          </p:txBody>
        </p:sp>
        <p:sp>
          <p:nvSpPr>
            <p:cNvPr id="92" name="Rectangle 178">
              <a:extLst>
                <a:ext uri="{FF2B5EF4-FFF2-40B4-BE49-F238E27FC236}">
                  <a16:creationId xmlns:a16="http://schemas.microsoft.com/office/drawing/2014/main" id="{FEFDEAA4-84ED-6BB2-1D15-B7D38FBA4784}"/>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00"/>
            </a:p>
          </p:txBody>
        </p:sp>
      </p:grpSp>
      <p:grpSp>
        <p:nvGrpSpPr>
          <p:cNvPr id="11" name="Groupe 125">
            <a:extLst>
              <a:ext uri="{FF2B5EF4-FFF2-40B4-BE49-F238E27FC236}">
                <a16:creationId xmlns:a16="http://schemas.microsoft.com/office/drawing/2014/main" id="{FF2E7AC5-AAC2-0288-CEBA-264B4B210725}"/>
              </a:ext>
            </a:extLst>
          </p:cNvPr>
          <p:cNvGrpSpPr/>
          <p:nvPr/>
        </p:nvGrpSpPr>
        <p:grpSpPr>
          <a:xfrm>
            <a:off x="6646950" y="4349156"/>
            <a:ext cx="827909" cy="614846"/>
            <a:chOff x="4856111" y="1739195"/>
            <a:chExt cx="6696567" cy="4973195"/>
          </a:xfrm>
        </p:grpSpPr>
        <p:pic>
          <p:nvPicPr>
            <p:cNvPr id="45" name="Graphique 126" descr="Sphères de Harvey 100% avec un remplissage uni">
              <a:extLst>
                <a:ext uri="{FF2B5EF4-FFF2-40B4-BE49-F238E27FC236}">
                  <a16:creationId xmlns:a16="http://schemas.microsoft.com/office/drawing/2014/main" id="{B7DC740B-A0DB-B85F-D420-B98EA70E3D25}"/>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10326" t="10344" r="10326" b="10240"/>
            <a:stretch/>
          </p:blipFill>
          <p:spPr>
            <a:xfrm>
              <a:off x="4856111" y="3574539"/>
              <a:ext cx="1792339" cy="1793874"/>
            </a:xfrm>
            <a:prstGeom prst="rect">
              <a:avLst/>
            </a:prstGeom>
          </p:spPr>
        </p:pic>
        <p:grpSp>
          <p:nvGrpSpPr>
            <p:cNvPr id="46" name="Groupe 128">
              <a:extLst>
                <a:ext uri="{FF2B5EF4-FFF2-40B4-BE49-F238E27FC236}">
                  <a16:creationId xmlns:a16="http://schemas.microsoft.com/office/drawing/2014/main" id="{11AECB0C-2BF8-89A3-3524-7BAB7815DBEB}"/>
                </a:ext>
              </a:extLst>
            </p:cNvPr>
            <p:cNvGrpSpPr/>
            <p:nvPr/>
          </p:nvGrpSpPr>
          <p:grpSpPr>
            <a:xfrm>
              <a:off x="8201266" y="2889716"/>
              <a:ext cx="1203959" cy="1114429"/>
              <a:chOff x="495541" y="3991241"/>
              <a:chExt cx="1203959" cy="1114429"/>
            </a:xfrm>
          </p:grpSpPr>
          <p:sp>
            <p:nvSpPr>
              <p:cNvPr id="76" name="Rectangle 195">
                <a:extLst>
                  <a:ext uri="{FF2B5EF4-FFF2-40B4-BE49-F238E27FC236}">
                    <a16:creationId xmlns:a16="http://schemas.microsoft.com/office/drawing/2014/main" id="{B52D7DBE-1600-B5EC-7700-BC818492F3EE}"/>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pic>
            <p:nvPicPr>
              <p:cNvPr id="77" name="Graphique 196" descr="Utilisateurs avec un remplissage uni">
                <a:extLst>
                  <a:ext uri="{FF2B5EF4-FFF2-40B4-BE49-F238E27FC236}">
                    <a16:creationId xmlns:a16="http://schemas.microsoft.com/office/drawing/2014/main" id="{2B9A738F-43D8-D64F-CB5B-B4CBAC6CB475}"/>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783195" y="3991241"/>
                <a:ext cx="710146" cy="710146"/>
              </a:xfrm>
              <a:prstGeom prst="rect">
                <a:avLst/>
              </a:prstGeom>
            </p:spPr>
          </p:pic>
        </p:grpSp>
        <p:grpSp>
          <p:nvGrpSpPr>
            <p:cNvPr id="47" name="Groupe 129">
              <a:extLst>
                <a:ext uri="{FF2B5EF4-FFF2-40B4-BE49-F238E27FC236}">
                  <a16:creationId xmlns:a16="http://schemas.microsoft.com/office/drawing/2014/main" id="{3FF2DCF0-B777-42A7-362A-6D1DEB1E3577}"/>
                </a:ext>
              </a:extLst>
            </p:cNvPr>
            <p:cNvGrpSpPr/>
            <p:nvPr/>
          </p:nvGrpSpPr>
          <p:grpSpPr>
            <a:xfrm>
              <a:off x="8144116" y="4080387"/>
              <a:ext cx="1203959" cy="1114429"/>
              <a:chOff x="495541" y="3991241"/>
              <a:chExt cx="1203959" cy="1114429"/>
            </a:xfrm>
            <a:solidFill>
              <a:srgbClr val="0683AA"/>
            </a:solidFill>
          </p:grpSpPr>
          <p:sp>
            <p:nvSpPr>
              <p:cNvPr id="74" name="Rectangle 193">
                <a:extLst>
                  <a:ext uri="{FF2B5EF4-FFF2-40B4-BE49-F238E27FC236}">
                    <a16:creationId xmlns:a16="http://schemas.microsoft.com/office/drawing/2014/main" id="{E47A4865-8DDB-93F6-B181-FB8A7071678B}"/>
                  </a:ext>
                </a:extLst>
              </p:cNvPr>
              <p:cNvSpPr/>
              <p:nvPr/>
            </p:nvSpPr>
            <p:spPr>
              <a:xfrm>
                <a:off x="495541" y="4471476"/>
                <a:ext cx="1203959" cy="634194"/>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pic>
            <p:nvPicPr>
              <p:cNvPr id="75" name="Graphique 194" descr="Utilisateurs avec un remplissage uni">
                <a:extLst>
                  <a:ext uri="{FF2B5EF4-FFF2-40B4-BE49-F238E27FC236}">
                    <a16:creationId xmlns:a16="http://schemas.microsoft.com/office/drawing/2014/main" id="{5BE0CF1A-049C-F1BE-FA2B-AEE063724FD2}"/>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783195" y="3991241"/>
                <a:ext cx="710146" cy="710146"/>
              </a:xfrm>
              <a:prstGeom prst="rect">
                <a:avLst/>
              </a:prstGeom>
            </p:spPr>
          </p:pic>
        </p:grpSp>
        <p:grpSp>
          <p:nvGrpSpPr>
            <p:cNvPr id="48" name="Groupe 130">
              <a:extLst>
                <a:ext uri="{FF2B5EF4-FFF2-40B4-BE49-F238E27FC236}">
                  <a16:creationId xmlns:a16="http://schemas.microsoft.com/office/drawing/2014/main" id="{81EDB24C-9145-2281-6783-9C9279A77B7D}"/>
                </a:ext>
              </a:extLst>
            </p:cNvPr>
            <p:cNvGrpSpPr/>
            <p:nvPr/>
          </p:nvGrpSpPr>
          <p:grpSpPr>
            <a:xfrm>
              <a:off x="7765182" y="5459500"/>
              <a:ext cx="1203959" cy="1114429"/>
              <a:chOff x="495541" y="3991241"/>
              <a:chExt cx="1203959" cy="1114429"/>
            </a:xfrm>
          </p:grpSpPr>
          <p:sp>
            <p:nvSpPr>
              <p:cNvPr id="72" name="Rectangle 191">
                <a:extLst>
                  <a:ext uri="{FF2B5EF4-FFF2-40B4-BE49-F238E27FC236}">
                    <a16:creationId xmlns:a16="http://schemas.microsoft.com/office/drawing/2014/main" id="{212BB4EB-61E3-D068-CDCD-415C87EC052A}"/>
                  </a:ext>
                </a:extLst>
              </p:cNvPr>
              <p:cNvSpPr/>
              <p:nvPr/>
            </p:nvSpPr>
            <p:spPr>
              <a:xfrm>
                <a:off x="495541" y="4471476"/>
                <a:ext cx="1203959" cy="634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p>
            </p:txBody>
          </p:sp>
          <p:pic>
            <p:nvPicPr>
              <p:cNvPr id="73" name="Graphique 192" descr="Utilisateurs avec un remplissage uni">
                <a:extLst>
                  <a:ext uri="{FF2B5EF4-FFF2-40B4-BE49-F238E27FC236}">
                    <a16:creationId xmlns:a16="http://schemas.microsoft.com/office/drawing/2014/main" id="{E7CC2C81-95D1-A751-F395-79D35D77E2AD}"/>
                  </a:ext>
                </a:extLst>
              </p:cNvPr>
              <p:cNvPicPr>
                <a:picLocks noChangeAspect="1"/>
              </p:cNvPicPr>
              <p:nvPr/>
            </p:nvPicPr>
            <p:blipFill>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783195" y="3991241"/>
                <a:ext cx="710146" cy="710146"/>
              </a:xfrm>
              <a:prstGeom prst="rect">
                <a:avLst/>
              </a:prstGeom>
            </p:spPr>
          </p:pic>
        </p:grpSp>
        <p:grpSp>
          <p:nvGrpSpPr>
            <p:cNvPr id="49" name="Groupe 131">
              <a:extLst>
                <a:ext uri="{FF2B5EF4-FFF2-40B4-BE49-F238E27FC236}">
                  <a16:creationId xmlns:a16="http://schemas.microsoft.com/office/drawing/2014/main" id="{E59621C5-94F9-742C-6651-623E5DCD17D1}"/>
                </a:ext>
              </a:extLst>
            </p:cNvPr>
            <p:cNvGrpSpPr/>
            <p:nvPr/>
          </p:nvGrpSpPr>
          <p:grpSpPr>
            <a:xfrm>
              <a:off x="10040031" y="5626122"/>
              <a:ext cx="1203959" cy="1086268"/>
              <a:chOff x="1844480" y="4004145"/>
              <a:chExt cx="1203959" cy="1086268"/>
            </a:xfrm>
          </p:grpSpPr>
          <p:sp>
            <p:nvSpPr>
              <p:cNvPr id="70" name="Rectangle 189">
                <a:extLst>
                  <a:ext uri="{FF2B5EF4-FFF2-40B4-BE49-F238E27FC236}">
                    <a16:creationId xmlns:a16="http://schemas.microsoft.com/office/drawing/2014/main" id="{58BEE4CB-F8F0-F280-799A-588807501158}"/>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71" name="Graphique 190" descr="Utilisateurs avec un remplissage uni">
                <a:extLst>
                  <a:ext uri="{FF2B5EF4-FFF2-40B4-BE49-F238E27FC236}">
                    <a16:creationId xmlns:a16="http://schemas.microsoft.com/office/drawing/2014/main" id="{9EEC9DFB-6A43-DFF4-F3FE-364847A0598D}"/>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2091386" y="4004145"/>
                <a:ext cx="710146" cy="710146"/>
              </a:xfrm>
              <a:prstGeom prst="rect">
                <a:avLst/>
              </a:prstGeom>
            </p:spPr>
          </p:pic>
        </p:grpSp>
        <p:grpSp>
          <p:nvGrpSpPr>
            <p:cNvPr id="50" name="Groupe 132">
              <a:extLst>
                <a:ext uri="{FF2B5EF4-FFF2-40B4-BE49-F238E27FC236}">
                  <a16:creationId xmlns:a16="http://schemas.microsoft.com/office/drawing/2014/main" id="{9C2A1B00-0FB1-760B-593C-F1D3177F1596}"/>
                </a:ext>
              </a:extLst>
            </p:cNvPr>
            <p:cNvGrpSpPr/>
            <p:nvPr/>
          </p:nvGrpSpPr>
          <p:grpSpPr>
            <a:xfrm>
              <a:off x="10348719" y="4140742"/>
              <a:ext cx="1203959" cy="1086268"/>
              <a:chOff x="1844480" y="4004145"/>
              <a:chExt cx="1203959" cy="1086268"/>
            </a:xfrm>
          </p:grpSpPr>
          <p:sp>
            <p:nvSpPr>
              <p:cNvPr id="68" name="Rectangle 187">
                <a:extLst>
                  <a:ext uri="{FF2B5EF4-FFF2-40B4-BE49-F238E27FC236}">
                    <a16:creationId xmlns:a16="http://schemas.microsoft.com/office/drawing/2014/main" id="{1699116B-379C-677A-7317-12AC804D80A1}"/>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69" name="Graphique 188" descr="Utilisateurs avec un remplissage uni">
                <a:extLst>
                  <a:ext uri="{FF2B5EF4-FFF2-40B4-BE49-F238E27FC236}">
                    <a16:creationId xmlns:a16="http://schemas.microsoft.com/office/drawing/2014/main" id="{3FEAB8DB-D82D-2433-F888-63109FDDD558}"/>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2091386" y="4004145"/>
                <a:ext cx="710146" cy="710146"/>
              </a:xfrm>
              <a:prstGeom prst="rect">
                <a:avLst/>
              </a:prstGeom>
            </p:spPr>
          </p:pic>
        </p:grpSp>
        <p:pic>
          <p:nvPicPr>
            <p:cNvPr id="51" name="Graphique 185" descr="Utilisateur avec un remplissage uni">
              <a:extLst>
                <a:ext uri="{FF2B5EF4-FFF2-40B4-BE49-F238E27FC236}">
                  <a16:creationId xmlns:a16="http://schemas.microsoft.com/office/drawing/2014/main" id="{7A9F08E0-2F57-C88F-96DE-EE0944D1E412}"/>
                </a:ext>
              </a:extLst>
            </p:cNvPr>
            <p:cNvPicPr>
              <a:picLocks noChangeAspect="1"/>
            </p:cNvPicPr>
            <p:nvPr/>
          </p:nvPicPr>
          <p:blipFill>
            <a:blip r:embed="rId18" cstate="screen">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7451137" y="1940358"/>
              <a:ext cx="634194" cy="634194"/>
            </a:xfrm>
            <a:prstGeom prst="rect">
              <a:avLst/>
            </a:prstGeom>
          </p:spPr>
        </p:pic>
        <p:grpSp>
          <p:nvGrpSpPr>
            <p:cNvPr id="52" name="Groupe 134">
              <a:extLst>
                <a:ext uri="{FF2B5EF4-FFF2-40B4-BE49-F238E27FC236}">
                  <a16:creationId xmlns:a16="http://schemas.microsoft.com/office/drawing/2014/main" id="{261F7FBA-E08B-C2B3-2A65-46CD8C04BCA4}"/>
                </a:ext>
              </a:extLst>
            </p:cNvPr>
            <p:cNvGrpSpPr/>
            <p:nvPr/>
          </p:nvGrpSpPr>
          <p:grpSpPr>
            <a:xfrm>
              <a:off x="10058713" y="1739195"/>
              <a:ext cx="1203959" cy="1086268"/>
              <a:chOff x="1844480" y="4004145"/>
              <a:chExt cx="1203959" cy="1086268"/>
            </a:xfrm>
          </p:grpSpPr>
          <p:sp>
            <p:nvSpPr>
              <p:cNvPr id="66" name="Rectangle 150">
                <a:extLst>
                  <a:ext uri="{FF2B5EF4-FFF2-40B4-BE49-F238E27FC236}">
                    <a16:creationId xmlns:a16="http://schemas.microsoft.com/office/drawing/2014/main" id="{FD744241-8B74-A086-69D0-FE3BDB0DDF47}"/>
                  </a:ext>
                </a:extLst>
              </p:cNvPr>
              <p:cNvSpPr/>
              <p:nvPr/>
            </p:nvSpPr>
            <p:spPr>
              <a:xfrm>
                <a:off x="1844480" y="4456219"/>
                <a:ext cx="1203959" cy="63419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67" name="Graphique 151" descr="Utilisateurs avec un remplissage uni">
                <a:extLst>
                  <a:ext uri="{FF2B5EF4-FFF2-40B4-BE49-F238E27FC236}">
                    <a16:creationId xmlns:a16="http://schemas.microsoft.com/office/drawing/2014/main" id="{D5BF63AD-D311-BDEA-311B-BFAEC6768284}"/>
                  </a:ext>
                </a:extLst>
              </p:cNvPr>
              <p:cNvPicPr>
                <a:picLocks noChangeAspect="1"/>
              </p:cNvPicPr>
              <p:nvPr/>
            </p:nvPicPr>
            <p:blipFill>
              <a:blip r:embed="rId16"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2091386" y="4004145"/>
                <a:ext cx="710146" cy="710146"/>
              </a:xfrm>
              <a:prstGeom prst="rect">
                <a:avLst/>
              </a:prstGeom>
            </p:spPr>
          </p:pic>
        </p:grpSp>
        <p:pic>
          <p:nvPicPr>
            <p:cNvPr id="53" name="Graphique 148" descr="Utilisateur avec un remplissage uni">
              <a:extLst>
                <a:ext uri="{FF2B5EF4-FFF2-40B4-BE49-F238E27FC236}">
                  <a16:creationId xmlns:a16="http://schemas.microsoft.com/office/drawing/2014/main" id="{83F77C4E-B4F4-CFBE-82D4-79A319832148}"/>
                </a:ext>
              </a:extLst>
            </p:cNvPr>
            <p:cNvPicPr>
              <a:picLocks noChangeAspect="1"/>
            </p:cNvPicPr>
            <p:nvPr/>
          </p:nvPicPr>
          <p:blipFill>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10324912" y="3254927"/>
              <a:ext cx="634194" cy="634194"/>
            </a:xfrm>
            <a:prstGeom prst="rect">
              <a:avLst/>
            </a:prstGeom>
          </p:spPr>
        </p:pic>
        <p:sp>
          <p:nvSpPr>
            <p:cNvPr id="54" name="Flèche : droite 136">
              <a:extLst>
                <a:ext uri="{FF2B5EF4-FFF2-40B4-BE49-F238E27FC236}">
                  <a16:creationId xmlns:a16="http://schemas.microsoft.com/office/drawing/2014/main" id="{13A347DE-3645-ECF7-BDB0-BD24BA9554A4}"/>
                </a:ext>
              </a:extLst>
            </p:cNvPr>
            <p:cNvSpPr/>
            <p:nvPr/>
          </p:nvSpPr>
          <p:spPr>
            <a:xfrm rot="18762860">
              <a:off x="9142068" y="2803101"/>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55" name="Flèche : droite 137">
              <a:extLst>
                <a:ext uri="{FF2B5EF4-FFF2-40B4-BE49-F238E27FC236}">
                  <a16:creationId xmlns:a16="http://schemas.microsoft.com/office/drawing/2014/main" id="{49946D40-A5E8-2B3D-7B44-2C88E29653FA}"/>
                </a:ext>
              </a:extLst>
            </p:cNvPr>
            <p:cNvSpPr/>
            <p:nvPr/>
          </p:nvSpPr>
          <p:spPr>
            <a:xfrm>
              <a:off x="9199066" y="46578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56" name="Flèche : droite 138">
              <a:extLst>
                <a:ext uri="{FF2B5EF4-FFF2-40B4-BE49-F238E27FC236}">
                  <a16:creationId xmlns:a16="http://schemas.microsoft.com/office/drawing/2014/main" id="{ECC9BA0A-1D55-6AF6-2DE7-E02364FA2DD9}"/>
                </a:ext>
              </a:extLst>
            </p:cNvPr>
            <p:cNvSpPr/>
            <p:nvPr/>
          </p:nvSpPr>
          <p:spPr>
            <a:xfrm>
              <a:off x="9348075" y="3497995"/>
              <a:ext cx="866821"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57" name="Flèche : droite 139">
              <a:extLst>
                <a:ext uri="{FF2B5EF4-FFF2-40B4-BE49-F238E27FC236}">
                  <a16:creationId xmlns:a16="http://schemas.microsoft.com/office/drawing/2014/main" id="{97D63BEC-8AF9-D9A3-A058-355028CE7ADD}"/>
                </a:ext>
              </a:extLst>
            </p:cNvPr>
            <p:cNvSpPr/>
            <p:nvPr/>
          </p:nvSpPr>
          <p:spPr>
            <a:xfrm rot="539252">
              <a:off x="8914240" y="6299489"/>
              <a:ext cx="1238580"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58" name="Flèche : droite 140">
              <a:extLst>
                <a:ext uri="{FF2B5EF4-FFF2-40B4-BE49-F238E27FC236}">
                  <a16:creationId xmlns:a16="http://schemas.microsoft.com/office/drawing/2014/main" id="{6246BCFA-840D-924B-0F34-9BE5BFD6C6A3}"/>
                </a:ext>
              </a:extLst>
            </p:cNvPr>
            <p:cNvSpPr/>
            <p:nvPr/>
          </p:nvSpPr>
          <p:spPr>
            <a:xfrm rot="2827990">
              <a:off x="8982436" y="5495706"/>
              <a:ext cx="1514895" cy="337995"/>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59" name="Flèche : droite 141">
              <a:extLst>
                <a:ext uri="{FF2B5EF4-FFF2-40B4-BE49-F238E27FC236}">
                  <a16:creationId xmlns:a16="http://schemas.microsoft.com/office/drawing/2014/main" id="{5E50E7D0-FA29-BF9D-95C6-CAF1B4449AC6}"/>
                </a:ext>
              </a:extLst>
            </p:cNvPr>
            <p:cNvSpPr/>
            <p:nvPr/>
          </p:nvSpPr>
          <p:spPr>
            <a:xfrm rot="18822725">
              <a:off x="5791544" y="31104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0" name="Flèche : droite 142">
              <a:extLst>
                <a:ext uri="{FF2B5EF4-FFF2-40B4-BE49-F238E27FC236}">
                  <a16:creationId xmlns:a16="http://schemas.microsoft.com/office/drawing/2014/main" id="{DCA62305-F452-6FAF-C874-07EB0A8E852D}"/>
                </a:ext>
              </a:extLst>
            </p:cNvPr>
            <p:cNvSpPr/>
            <p:nvPr/>
          </p:nvSpPr>
          <p:spPr>
            <a:xfrm rot="20649285">
              <a:off x="6415298" y="3768956"/>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1" name="Flèche : droite 143">
              <a:extLst>
                <a:ext uri="{FF2B5EF4-FFF2-40B4-BE49-F238E27FC236}">
                  <a16:creationId xmlns:a16="http://schemas.microsoft.com/office/drawing/2014/main" id="{65D661DD-0837-D31E-3EE3-F9153260D040}"/>
                </a:ext>
              </a:extLst>
            </p:cNvPr>
            <p:cNvSpPr/>
            <p:nvPr/>
          </p:nvSpPr>
          <p:spPr>
            <a:xfrm rot="331303">
              <a:off x="6237760" y="4563598"/>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sp>
          <p:nvSpPr>
            <p:cNvPr id="62" name="Flèche : droite 144">
              <a:extLst>
                <a:ext uri="{FF2B5EF4-FFF2-40B4-BE49-F238E27FC236}">
                  <a16:creationId xmlns:a16="http://schemas.microsoft.com/office/drawing/2014/main" id="{D824C178-D089-7091-A46D-D7C461A15CDB}"/>
                </a:ext>
              </a:extLst>
            </p:cNvPr>
            <p:cNvSpPr/>
            <p:nvPr/>
          </p:nvSpPr>
          <p:spPr>
            <a:xfrm rot="1944891">
              <a:off x="6062925" y="536704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tx1"/>
                </a:solidFill>
              </a:endParaRPr>
            </a:p>
          </p:txBody>
        </p:sp>
        <p:pic>
          <p:nvPicPr>
            <p:cNvPr id="63" name="Graphique 145" descr="Utilisateur avec un remplissage uni">
              <a:extLst>
                <a:ext uri="{FF2B5EF4-FFF2-40B4-BE49-F238E27FC236}">
                  <a16:creationId xmlns:a16="http://schemas.microsoft.com/office/drawing/2014/main" id="{2EBEC772-F8ED-20EE-387C-3A6136A123BA}"/>
                </a:ext>
              </a:extLst>
            </p:cNvPr>
            <p:cNvPicPr>
              <a:picLocks noChangeAspect="1"/>
            </p:cNvPicPr>
            <p:nvPr/>
          </p:nvPicPr>
          <p:blipFill>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9199066" y="3752255"/>
              <a:ext cx="410445" cy="410445"/>
            </a:xfrm>
            <a:prstGeom prst="rect">
              <a:avLst/>
            </a:prstGeom>
          </p:spPr>
        </p:pic>
        <p:pic>
          <p:nvPicPr>
            <p:cNvPr id="64" name="Graphique 146" descr="Utilisateur avec un remplissage uni">
              <a:extLst>
                <a:ext uri="{FF2B5EF4-FFF2-40B4-BE49-F238E27FC236}">
                  <a16:creationId xmlns:a16="http://schemas.microsoft.com/office/drawing/2014/main" id="{7BDFF3E4-F1B4-A480-4C85-202C539B555E}"/>
                </a:ext>
              </a:extLst>
            </p:cNvPr>
            <p:cNvPicPr>
              <a:picLocks noChangeAspect="1"/>
            </p:cNvPicPr>
            <p:nvPr/>
          </p:nvPicPr>
          <p:blipFill>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7997464" y="4944818"/>
              <a:ext cx="410445" cy="410445"/>
            </a:xfrm>
            <a:prstGeom prst="rect">
              <a:avLst/>
            </a:prstGeom>
          </p:spPr>
        </p:pic>
        <p:pic>
          <p:nvPicPr>
            <p:cNvPr id="65" name="Graphique 147" descr="Utilisateur avec un remplissage uni">
              <a:extLst>
                <a:ext uri="{FF2B5EF4-FFF2-40B4-BE49-F238E27FC236}">
                  <a16:creationId xmlns:a16="http://schemas.microsoft.com/office/drawing/2014/main" id="{72D86DDE-8EDB-2441-8088-4AA6A5631503}"/>
                </a:ext>
              </a:extLst>
            </p:cNvPr>
            <p:cNvPicPr>
              <a:picLocks noChangeAspect="1"/>
            </p:cNvPicPr>
            <p:nvPr/>
          </p:nvPicPr>
          <p:blipFill>
            <a:blip r:embed="rId22" cstate="screen">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10985327" y="2533953"/>
              <a:ext cx="410445" cy="410445"/>
            </a:xfrm>
            <a:prstGeom prst="rect">
              <a:avLst/>
            </a:prstGeom>
          </p:spPr>
        </p:pic>
      </p:grpSp>
      <p:grpSp>
        <p:nvGrpSpPr>
          <p:cNvPr id="12" name="Groupe 2">
            <a:extLst>
              <a:ext uri="{FF2B5EF4-FFF2-40B4-BE49-F238E27FC236}">
                <a16:creationId xmlns:a16="http://schemas.microsoft.com/office/drawing/2014/main" id="{4E7869D1-A364-16B1-B648-733E3E558CF6}"/>
              </a:ext>
            </a:extLst>
          </p:cNvPr>
          <p:cNvGrpSpPr/>
          <p:nvPr/>
        </p:nvGrpSpPr>
        <p:grpSpPr>
          <a:xfrm>
            <a:off x="10626211" y="4212506"/>
            <a:ext cx="728431" cy="772587"/>
            <a:chOff x="6900539" y="986484"/>
            <a:chExt cx="5204718" cy="5520217"/>
          </a:xfrm>
        </p:grpSpPr>
        <p:sp>
          <p:nvSpPr>
            <p:cNvPr id="14" name="Rectangle 186">
              <a:extLst>
                <a:ext uri="{FF2B5EF4-FFF2-40B4-BE49-F238E27FC236}">
                  <a16:creationId xmlns:a16="http://schemas.microsoft.com/office/drawing/2014/main" id="{6F94D7B7-EB1B-8E5C-0BAC-E91AE30A1215}"/>
                </a:ext>
              </a:extLst>
            </p:cNvPr>
            <p:cNvSpPr/>
            <p:nvPr/>
          </p:nvSpPr>
          <p:spPr>
            <a:xfrm>
              <a:off x="8686430" y="604113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Root Motivation</a:t>
              </a:r>
            </a:p>
          </p:txBody>
        </p:sp>
        <p:sp>
          <p:nvSpPr>
            <p:cNvPr id="15" name="Rectangle 197">
              <a:extLst>
                <a:ext uri="{FF2B5EF4-FFF2-40B4-BE49-F238E27FC236}">
                  <a16:creationId xmlns:a16="http://schemas.microsoft.com/office/drawing/2014/main" id="{7B12F3B6-6880-B404-F93D-ABD5D065E7FD}"/>
                </a:ext>
              </a:extLst>
            </p:cNvPr>
            <p:cNvSpPr/>
            <p:nvPr/>
          </p:nvSpPr>
          <p:spPr>
            <a:xfrm>
              <a:off x="7576723" y="532267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Concretization</a:t>
              </a:r>
            </a:p>
          </p:txBody>
        </p:sp>
        <p:sp>
          <p:nvSpPr>
            <p:cNvPr id="16" name="Rectangle 198">
              <a:extLst>
                <a:ext uri="{FF2B5EF4-FFF2-40B4-BE49-F238E27FC236}">
                  <a16:creationId xmlns:a16="http://schemas.microsoft.com/office/drawing/2014/main" id="{DE69D61E-3DF9-EC07-C8E2-AAA475958F17}"/>
                </a:ext>
              </a:extLst>
            </p:cNvPr>
            <p:cNvSpPr/>
            <p:nvPr/>
          </p:nvSpPr>
          <p:spPr>
            <a:xfrm>
              <a:off x="8840957" y="4255411"/>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Positive Consequence</a:t>
              </a:r>
            </a:p>
          </p:txBody>
        </p:sp>
        <p:sp>
          <p:nvSpPr>
            <p:cNvPr id="17" name="Rectangle 199">
              <a:extLst>
                <a:ext uri="{FF2B5EF4-FFF2-40B4-BE49-F238E27FC236}">
                  <a16:creationId xmlns:a16="http://schemas.microsoft.com/office/drawing/2014/main" id="{DB349EFB-67CF-5661-C76E-8BC58364B7C2}"/>
                </a:ext>
              </a:extLst>
            </p:cNvPr>
            <p:cNvSpPr/>
            <p:nvPr/>
          </p:nvSpPr>
          <p:spPr>
            <a:xfrm>
              <a:off x="9103684" y="3585812"/>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sp>
          <p:nvSpPr>
            <p:cNvPr id="18" name="Rectangle 200">
              <a:extLst>
                <a:ext uri="{FF2B5EF4-FFF2-40B4-BE49-F238E27FC236}">
                  <a16:creationId xmlns:a16="http://schemas.microsoft.com/office/drawing/2014/main" id="{FD48DFD6-1522-ED6D-C01C-C2274454C1E0}"/>
                </a:ext>
              </a:extLst>
            </p:cNvPr>
            <p:cNvSpPr/>
            <p:nvPr/>
          </p:nvSpPr>
          <p:spPr>
            <a:xfrm>
              <a:off x="8995485" y="4898509"/>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Concretization</a:t>
              </a:r>
            </a:p>
          </p:txBody>
        </p:sp>
        <p:sp>
          <p:nvSpPr>
            <p:cNvPr id="19" name="Rectangle 201">
              <a:extLst>
                <a:ext uri="{FF2B5EF4-FFF2-40B4-BE49-F238E27FC236}">
                  <a16:creationId xmlns:a16="http://schemas.microsoft.com/office/drawing/2014/main" id="{6CBC673B-0B93-739C-AE44-7C92359CD772}"/>
                </a:ext>
              </a:extLst>
            </p:cNvPr>
            <p:cNvSpPr/>
            <p:nvPr/>
          </p:nvSpPr>
          <p:spPr>
            <a:xfrm>
              <a:off x="10354694" y="543415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Concretization</a:t>
              </a:r>
            </a:p>
          </p:txBody>
        </p:sp>
        <p:sp>
          <p:nvSpPr>
            <p:cNvPr id="20" name="Rectangle 202">
              <a:extLst>
                <a:ext uri="{FF2B5EF4-FFF2-40B4-BE49-F238E27FC236}">
                  <a16:creationId xmlns:a16="http://schemas.microsoft.com/office/drawing/2014/main" id="{C1B5706F-491D-23C5-69A0-194163387758}"/>
                </a:ext>
              </a:extLst>
            </p:cNvPr>
            <p:cNvSpPr/>
            <p:nvPr/>
          </p:nvSpPr>
          <p:spPr>
            <a:xfrm>
              <a:off x="10077075" y="288412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Concretization</a:t>
              </a:r>
            </a:p>
          </p:txBody>
        </p:sp>
        <p:sp>
          <p:nvSpPr>
            <p:cNvPr id="21" name="Rectangle 203">
              <a:extLst>
                <a:ext uri="{FF2B5EF4-FFF2-40B4-BE49-F238E27FC236}">
                  <a16:creationId xmlns:a16="http://schemas.microsoft.com/office/drawing/2014/main" id="{DC034185-5114-A373-4DB9-F270D23A36F4}"/>
                </a:ext>
              </a:extLst>
            </p:cNvPr>
            <p:cNvSpPr/>
            <p:nvPr/>
          </p:nvSpPr>
          <p:spPr>
            <a:xfrm>
              <a:off x="10186758" y="2235049"/>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sp>
          <p:nvSpPr>
            <p:cNvPr id="22" name="Rectangle 204">
              <a:extLst>
                <a:ext uri="{FF2B5EF4-FFF2-40B4-BE49-F238E27FC236}">
                  <a16:creationId xmlns:a16="http://schemas.microsoft.com/office/drawing/2014/main" id="{048CFA22-7D2E-C5AF-7A27-04D28EFE26B3}"/>
                </a:ext>
              </a:extLst>
            </p:cNvPr>
            <p:cNvSpPr/>
            <p:nvPr/>
          </p:nvSpPr>
          <p:spPr>
            <a:xfrm>
              <a:off x="8532365" y="2913432"/>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Concretization</a:t>
              </a:r>
            </a:p>
          </p:txBody>
        </p:sp>
        <p:sp>
          <p:nvSpPr>
            <p:cNvPr id="23" name="Rectangle 205">
              <a:extLst>
                <a:ext uri="{FF2B5EF4-FFF2-40B4-BE49-F238E27FC236}">
                  <a16:creationId xmlns:a16="http://schemas.microsoft.com/office/drawing/2014/main" id="{E3F3EED5-BA37-5ED8-B4F4-624BA2759878}"/>
                </a:ext>
              </a:extLst>
            </p:cNvPr>
            <p:cNvSpPr/>
            <p:nvPr/>
          </p:nvSpPr>
          <p:spPr>
            <a:xfrm>
              <a:off x="7549346" y="234968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Positive Consequence</a:t>
              </a:r>
            </a:p>
          </p:txBody>
        </p:sp>
        <p:sp>
          <p:nvSpPr>
            <p:cNvPr id="24" name="Rectangle 206">
              <a:extLst>
                <a:ext uri="{FF2B5EF4-FFF2-40B4-BE49-F238E27FC236}">
                  <a16:creationId xmlns:a16="http://schemas.microsoft.com/office/drawing/2014/main" id="{5B50B3E0-5A7D-F07A-4D02-ED4C22AE5809}"/>
                </a:ext>
              </a:extLst>
            </p:cNvPr>
            <p:cNvSpPr/>
            <p:nvPr/>
          </p:nvSpPr>
          <p:spPr>
            <a:xfrm>
              <a:off x="6993202" y="1730083"/>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Positive Consequence</a:t>
              </a:r>
            </a:p>
          </p:txBody>
        </p:sp>
        <p:sp>
          <p:nvSpPr>
            <p:cNvPr id="25" name="Rectangle 207">
              <a:extLst>
                <a:ext uri="{FF2B5EF4-FFF2-40B4-BE49-F238E27FC236}">
                  <a16:creationId xmlns:a16="http://schemas.microsoft.com/office/drawing/2014/main" id="{BB335722-8E65-BCCA-CEF7-E8DF82D53A5B}"/>
                </a:ext>
              </a:extLst>
            </p:cNvPr>
            <p:cNvSpPr/>
            <p:nvPr/>
          </p:nvSpPr>
          <p:spPr>
            <a:xfrm>
              <a:off x="6900539" y="986484"/>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sp>
          <p:nvSpPr>
            <p:cNvPr id="26" name="Rectangle 208">
              <a:extLst>
                <a:ext uri="{FF2B5EF4-FFF2-40B4-BE49-F238E27FC236}">
                  <a16:creationId xmlns:a16="http://schemas.microsoft.com/office/drawing/2014/main" id="{7E86499D-722E-37A7-1DB2-1C733434C07D}"/>
                </a:ext>
              </a:extLst>
            </p:cNvPr>
            <p:cNvSpPr/>
            <p:nvPr/>
          </p:nvSpPr>
          <p:spPr>
            <a:xfrm>
              <a:off x="10938215" y="4665724"/>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Positive Consequence</a:t>
              </a:r>
            </a:p>
          </p:txBody>
        </p:sp>
        <p:cxnSp>
          <p:nvCxnSpPr>
            <p:cNvPr id="27" name="Connecteur droit avec flèche 209">
              <a:extLst>
                <a:ext uri="{FF2B5EF4-FFF2-40B4-BE49-F238E27FC236}">
                  <a16:creationId xmlns:a16="http://schemas.microsoft.com/office/drawing/2014/main" id="{F216049D-C36E-DDD9-568E-6A211BCBF0EC}"/>
                </a:ext>
              </a:extLst>
            </p:cNvPr>
            <p:cNvCxnSpPr>
              <a:cxnSpLocks/>
              <a:endCxn id="16" idx="2"/>
            </p:cNvCxnSpPr>
            <p:nvPr/>
          </p:nvCxnSpPr>
          <p:spPr>
            <a:xfrm flipH="1" flipV="1">
              <a:off x="9424478" y="4720981"/>
              <a:ext cx="85452" cy="200546"/>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8" name="Connecteur droit avec flèche 210">
              <a:extLst>
                <a:ext uri="{FF2B5EF4-FFF2-40B4-BE49-F238E27FC236}">
                  <a16:creationId xmlns:a16="http://schemas.microsoft.com/office/drawing/2014/main" id="{AF4B5EFD-CE08-02F9-D59B-FA4BF2C2208E}"/>
                </a:ext>
              </a:extLst>
            </p:cNvPr>
            <p:cNvCxnSpPr>
              <a:cxnSpLocks/>
              <a:stCxn id="14" idx="0"/>
            </p:cNvCxnSpPr>
            <p:nvPr/>
          </p:nvCxnSpPr>
          <p:spPr>
            <a:xfrm flipH="1" flipV="1">
              <a:off x="8224420" y="5814414"/>
              <a:ext cx="1045531" cy="2267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11">
              <a:extLst>
                <a:ext uri="{FF2B5EF4-FFF2-40B4-BE49-F238E27FC236}">
                  <a16:creationId xmlns:a16="http://schemas.microsoft.com/office/drawing/2014/main" id="{CDFB967C-A39C-D8C9-FC7C-CD3723DF122F}"/>
                </a:ext>
              </a:extLst>
            </p:cNvPr>
            <p:cNvCxnSpPr>
              <a:cxnSpLocks/>
              <a:stCxn id="14" idx="0"/>
              <a:endCxn id="18" idx="2"/>
            </p:cNvCxnSpPr>
            <p:nvPr/>
          </p:nvCxnSpPr>
          <p:spPr>
            <a:xfrm flipV="1">
              <a:off x="9269951" y="5364079"/>
              <a:ext cx="309055" cy="67705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0" name="Connecteur droit avec flèche 212">
              <a:extLst>
                <a:ext uri="{FF2B5EF4-FFF2-40B4-BE49-F238E27FC236}">
                  <a16:creationId xmlns:a16="http://schemas.microsoft.com/office/drawing/2014/main" id="{4D1433E2-9AA6-455B-879A-14B6C27441C5}"/>
                </a:ext>
              </a:extLst>
            </p:cNvPr>
            <p:cNvCxnSpPr>
              <a:cxnSpLocks/>
              <a:stCxn id="14" idx="0"/>
              <a:endCxn id="19" idx="1"/>
            </p:cNvCxnSpPr>
            <p:nvPr/>
          </p:nvCxnSpPr>
          <p:spPr>
            <a:xfrm flipV="1">
              <a:off x="9269951" y="5666937"/>
              <a:ext cx="1084743" cy="374194"/>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1" name="Connecteur droit avec flèche 213">
              <a:extLst>
                <a:ext uri="{FF2B5EF4-FFF2-40B4-BE49-F238E27FC236}">
                  <a16:creationId xmlns:a16="http://schemas.microsoft.com/office/drawing/2014/main" id="{D96547C5-6272-5905-3FD8-8D918D83934D}"/>
                </a:ext>
              </a:extLst>
            </p:cNvPr>
            <p:cNvCxnSpPr>
              <a:cxnSpLocks/>
              <a:stCxn id="19" idx="0"/>
              <a:endCxn id="26" idx="2"/>
            </p:cNvCxnSpPr>
            <p:nvPr/>
          </p:nvCxnSpPr>
          <p:spPr>
            <a:xfrm flipV="1">
              <a:off x="10938215" y="5131294"/>
              <a:ext cx="583521" cy="302858"/>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214">
              <a:extLst>
                <a:ext uri="{FF2B5EF4-FFF2-40B4-BE49-F238E27FC236}">
                  <a16:creationId xmlns:a16="http://schemas.microsoft.com/office/drawing/2014/main" id="{7635B9E2-B5E9-42AE-700C-4F3AE4C78CE8}"/>
                </a:ext>
              </a:extLst>
            </p:cNvPr>
            <p:cNvCxnSpPr>
              <a:cxnSpLocks/>
              <a:stCxn id="16" idx="0"/>
              <a:endCxn id="17" idx="2"/>
            </p:cNvCxnSpPr>
            <p:nvPr/>
          </p:nvCxnSpPr>
          <p:spPr>
            <a:xfrm flipV="1">
              <a:off x="9424478" y="4051382"/>
              <a:ext cx="262727" cy="204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3" name="Connecteur droit avec flèche 215">
              <a:extLst>
                <a:ext uri="{FF2B5EF4-FFF2-40B4-BE49-F238E27FC236}">
                  <a16:creationId xmlns:a16="http://schemas.microsoft.com/office/drawing/2014/main" id="{C941DDE9-4E4B-D0CA-C186-70B71F700CF0}"/>
                </a:ext>
              </a:extLst>
            </p:cNvPr>
            <p:cNvCxnSpPr>
              <a:cxnSpLocks/>
              <a:stCxn id="17" idx="0"/>
              <a:endCxn id="20" idx="2"/>
            </p:cNvCxnSpPr>
            <p:nvPr/>
          </p:nvCxnSpPr>
          <p:spPr>
            <a:xfrm flipV="1">
              <a:off x="9687205" y="3349692"/>
              <a:ext cx="973391" cy="2361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4" name="Connecteur droit avec flèche 216">
              <a:extLst>
                <a:ext uri="{FF2B5EF4-FFF2-40B4-BE49-F238E27FC236}">
                  <a16:creationId xmlns:a16="http://schemas.microsoft.com/office/drawing/2014/main" id="{C79A5233-84AF-66F7-EF15-3D28336BCC0D}"/>
                </a:ext>
              </a:extLst>
            </p:cNvPr>
            <p:cNvCxnSpPr>
              <a:cxnSpLocks/>
              <a:stCxn id="20" idx="0"/>
              <a:endCxn id="21" idx="2"/>
            </p:cNvCxnSpPr>
            <p:nvPr/>
          </p:nvCxnSpPr>
          <p:spPr>
            <a:xfrm flipV="1">
              <a:off x="10660596" y="2700619"/>
              <a:ext cx="109683" cy="18350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5" name="Connecteur droit avec flèche 217">
              <a:extLst>
                <a:ext uri="{FF2B5EF4-FFF2-40B4-BE49-F238E27FC236}">
                  <a16:creationId xmlns:a16="http://schemas.microsoft.com/office/drawing/2014/main" id="{31286BDD-3F31-C8E9-B9D7-F2A5DB118755}"/>
                </a:ext>
              </a:extLst>
            </p:cNvPr>
            <p:cNvCxnSpPr>
              <a:cxnSpLocks/>
              <a:stCxn id="21" idx="0"/>
              <a:endCxn id="44" idx="2"/>
            </p:cNvCxnSpPr>
            <p:nvPr/>
          </p:nvCxnSpPr>
          <p:spPr>
            <a:xfrm flipV="1">
              <a:off x="10770279" y="2020186"/>
              <a:ext cx="215422" cy="214863"/>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6" name="Connecteur droit avec flèche 218">
              <a:extLst>
                <a:ext uri="{FF2B5EF4-FFF2-40B4-BE49-F238E27FC236}">
                  <a16:creationId xmlns:a16="http://schemas.microsoft.com/office/drawing/2014/main" id="{67D82B50-FBA6-3D0D-5BA4-9765A002FB58}"/>
                </a:ext>
              </a:extLst>
            </p:cNvPr>
            <p:cNvCxnSpPr>
              <a:cxnSpLocks/>
              <a:stCxn id="17" idx="0"/>
              <a:endCxn id="22" idx="2"/>
            </p:cNvCxnSpPr>
            <p:nvPr/>
          </p:nvCxnSpPr>
          <p:spPr>
            <a:xfrm flipH="1" flipV="1">
              <a:off x="9115886" y="3379002"/>
              <a:ext cx="571319" cy="20681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7" name="Connecteur droit avec flèche 219">
              <a:extLst>
                <a:ext uri="{FF2B5EF4-FFF2-40B4-BE49-F238E27FC236}">
                  <a16:creationId xmlns:a16="http://schemas.microsoft.com/office/drawing/2014/main" id="{DCD06038-9CED-734B-4FAC-ABC0E4DEEC45}"/>
                </a:ext>
              </a:extLst>
            </p:cNvPr>
            <p:cNvCxnSpPr>
              <a:cxnSpLocks/>
              <a:stCxn id="22" idx="0"/>
              <a:endCxn id="23" idx="2"/>
            </p:cNvCxnSpPr>
            <p:nvPr/>
          </p:nvCxnSpPr>
          <p:spPr>
            <a:xfrm flipH="1" flipV="1">
              <a:off x="8132867" y="2815255"/>
              <a:ext cx="983019" cy="9817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220">
              <a:extLst>
                <a:ext uri="{FF2B5EF4-FFF2-40B4-BE49-F238E27FC236}">
                  <a16:creationId xmlns:a16="http://schemas.microsoft.com/office/drawing/2014/main" id="{D5209C58-F082-7C9D-D87A-807E1BFE3633}"/>
                </a:ext>
              </a:extLst>
            </p:cNvPr>
            <p:cNvCxnSpPr>
              <a:cxnSpLocks/>
              <a:stCxn id="23" idx="0"/>
              <a:endCxn id="24" idx="2"/>
            </p:cNvCxnSpPr>
            <p:nvPr/>
          </p:nvCxnSpPr>
          <p:spPr>
            <a:xfrm flipH="1" flipV="1">
              <a:off x="7576723" y="2195653"/>
              <a:ext cx="556144" cy="154032"/>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cxnSp>
          <p:nvCxnSpPr>
            <p:cNvPr id="39" name="Connecteur droit avec flèche 221">
              <a:extLst>
                <a:ext uri="{FF2B5EF4-FFF2-40B4-BE49-F238E27FC236}">
                  <a16:creationId xmlns:a16="http://schemas.microsoft.com/office/drawing/2014/main" id="{D0D9296D-39C9-012E-687C-1B7D1710CE98}"/>
                </a:ext>
              </a:extLst>
            </p:cNvPr>
            <p:cNvCxnSpPr>
              <a:cxnSpLocks/>
              <a:stCxn id="24" idx="0"/>
              <a:endCxn id="25" idx="2"/>
            </p:cNvCxnSpPr>
            <p:nvPr/>
          </p:nvCxnSpPr>
          <p:spPr>
            <a:xfrm flipH="1" flipV="1">
              <a:off x="7484060" y="1452054"/>
              <a:ext cx="92663" cy="278029"/>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40" name="Rectangle 222">
              <a:extLst>
                <a:ext uri="{FF2B5EF4-FFF2-40B4-BE49-F238E27FC236}">
                  <a16:creationId xmlns:a16="http://schemas.microsoft.com/office/drawing/2014/main" id="{E041478C-DD62-2B1D-CED2-38A3C5B95E06}"/>
                </a:ext>
              </a:extLst>
            </p:cNvPr>
            <p:cNvSpPr/>
            <p:nvPr/>
          </p:nvSpPr>
          <p:spPr>
            <a:xfrm>
              <a:off x="8840957" y="2076345"/>
              <a:ext cx="1167042" cy="465570"/>
            </a:xfrm>
            <a:prstGeom prst="rect">
              <a:avLst/>
            </a:prstGeom>
            <a:solidFill>
              <a:srgbClr val="0683AA"/>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Positive Consequence</a:t>
              </a:r>
            </a:p>
          </p:txBody>
        </p:sp>
        <p:cxnSp>
          <p:nvCxnSpPr>
            <p:cNvPr id="41" name="Connecteur droit avec flèche 223">
              <a:extLst>
                <a:ext uri="{FF2B5EF4-FFF2-40B4-BE49-F238E27FC236}">
                  <a16:creationId xmlns:a16="http://schemas.microsoft.com/office/drawing/2014/main" id="{004BF82B-72C7-5F8F-CDDE-C91DB17E6211}"/>
                </a:ext>
              </a:extLst>
            </p:cNvPr>
            <p:cNvCxnSpPr>
              <a:cxnSpLocks/>
              <a:stCxn id="22" idx="0"/>
              <a:endCxn id="40" idx="2"/>
            </p:cNvCxnSpPr>
            <p:nvPr/>
          </p:nvCxnSpPr>
          <p:spPr>
            <a:xfrm flipV="1">
              <a:off x="9115886" y="2541915"/>
              <a:ext cx="308592" cy="371517"/>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42" name="Rectangle 224">
              <a:extLst>
                <a:ext uri="{FF2B5EF4-FFF2-40B4-BE49-F238E27FC236}">
                  <a16:creationId xmlns:a16="http://schemas.microsoft.com/office/drawing/2014/main" id="{E3307D15-86C0-B154-2F82-F075C62DCCA4}"/>
                </a:ext>
              </a:extLst>
            </p:cNvPr>
            <p:cNvSpPr/>
            <p:nvPr/>
          </p:nvSpPr>
          <p:spPr>
            <a:xfrm>
              <a:off x="7517445" y="3584421"/>
              <a:ext cx="1167042" cy="465570"/>
            </a:xfrm>
            <a:prstGeom prst="rect">
              <a:avLst/>
            </a:prstGeom>
            <a:solidFill>
              <a:srgbClr val="ED7D3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Motivation</a:t>
              </a:r>
            </a:p>
          </p:txBody>
        </p:sp>
        <p:cxnSp>
          <p:nvCxnSpPr>
            <p:cNvPr id="43" name="Connecteur droit avec flèche 225">
              <a:extLst>
                <a:ext uri="{FF2B5EF4-FFF2-40B4-BE49-F238E27FC236}">
                  <a16:creationId xmlns:a16="http://schemas.microsoft.com/office/drawing/2014/main" id="{642CF687-FE91-51EC-D196-25F8665F6CB6}"/>
                </a:ext>
              </a:extLst>
            </p:cNvPr>
            <p:cNvCxnSpPr>
              <a:cxnSpLocks/>
              <a:stCxn id="16" idx="0"/>
              <a:endCxn id="42" idx="2"/>
            </p:cNvCxnSpPr>
            <p:nvPr/>
          </p:nvCxnSpPr>
          <p:spPr>
            <a:xfrm flipH="1" flipV="1">
              <a:off x="8100966" y="4049991"/>
              <a:ext cx="1323512" cy="205420"/>
            </a:xfrm>
            <a:prstGeom prst="straightConnector1">
              <a:avLst/>
            </a:prstGeom>
            <a:ln w="3175">
              <a:tailEnd type="triangle"/>
            </a:ln>
          </p:spPr>
          <p:style>
            <a:lnRef idx="1">
              <a:schemeClr val="accent1"/>
            </a:lnRef>
            <a:fillRef idx="0">
              <a:schemeClr val="accent1"/>
            </a:fillRef>
            <a:effectRef idx="0">
              <a:schemeClr val="accent1"/>
            </a:effectRef>
            <a:fontRef idx="minor">
              <a:schemeClr val="tx1"/>
            </a:fontRef>
          </p:style>
        </p:cxnSp>
        <p:sp>
          <p:nvSpPr>
            <p:cNvPr id="44" name="Rectangle 226">
              <a:extLst>
                <a:ext uri="{FF2B5EF4-FFF2-40B4-BE49-F238E27FC236}">
                  <a16:creationId xmlns:a16="http://schemas.microsoft.com/office/drawing/2014/main" id="{F8FB8F43-0C3E-EEC5-D50F-67025FC3F46A}"/>
                </a:ext>
              </a:extLst>
            </p:cNvPr>
            <p:cNvSpPr/>
            <p:nvPr/>
          </p:nvSpPr>
          <p:spPr>
            <a:xfrm>
              <a:off x="10402180" y="1554616"/>
              <a:ext cx="1167042" cy="465570"/>
            </a:xfrm>
            <a:prstGeom prst="rect">
              <a:avLst/>
            </a:prstGeom>
            <a:solidFill>
              <a:schemeClr val="tx1"/>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a:t>Concretization</a:t>
              </a:r>
            </a:p>
          </p:txBody>
        </p:sp>
      </p:grpSp>
      <p:grpSp>
        <p:nvGrpSpPr>
          <p:cNvPr id="10" name="Groupe 1">
            <a:extLst>
              <a:ext uri="{FF2B5EF4-FFF2-40B4-BE49-F238E27FC236}">
                <a16:creationId xmlns:a16="http://schemas.microsoft.com/office/drawing/2014/main" id="{4DF99F02-2F02-290C-3E76-DEE411871C35}"/>
              </a:ext>
            </a:extLst>
          </p:cNvPr>
          <p:cNvGrpSpPr/>
          <p:nvPr/>
        </p:nvGrpSpPr>
        <p:grpSpPr>
          <a:xfrm>
            <a:off x="8643613" y="5247680"/>
            <a:ext cx="753130" cy="793098"/>
            <a:chOff x="6119047" y="342948"/>
            <a:chExt cx="5553478" cy="5848201"/>
          </a:xfrm>
        </p:grpSpPr>
        <p:pic>
          <p:nvPicPr>
            <p:cNvPr id="78" name="Graphique 112" descr="Balance de la justice avec un remplissage uni">
              <a:extLst>
                <a:ext uri="{FF2B5EF4-FFF2-40B4-BE49-F238E27FC236}">
                  <a16:creationId xmlns:a16="http://schemas.microsoft.com/office/drawing/2014/main" id="{A708396F-35E5-9326-645D-349B058AB7A1}"/>
                </a:ext>
              </a:extLst>
            </p:cNvPr>
            <p:cNvPicPr>
              <a:picLocks noChangeAspect="1"/>
            </p:cNvPicPr>
            <p:nvPr/>
          </p:nvPicPr>
          <p:blipFill rotWithShape="1">
            <a:blip r:embed="rId24" cstate="screen">
              <a:extLst>
                <a:ext uri="{28A0092B-C50C-407E-A947-70E740481C1C}">
                  <a14:useLocalDpi xmlns:a14="http://schemas.microsoft.com/office/drawing/2010/main"/>
                </a:ext>
                <a:ext uri="{96DAC541-7B7A-43D3-8B79-37D633B846F1}">
                  <asvg:svgBlip xmlns:asvg="http://schemas.microsoft.com/office/drawing/2016/SVG/main" r:embed="rId25"/>
                </a:ext>
              </a:extLst>
            </a:blip>
            <a:srcRect l="6972" t="7530" r="8041" b="7105"/>
            <a:stretch/>
          </p:blipFill>
          <p:spPr>
            <a:xfrm>
              <a:off x="6521388" y="342948"/>
              <a:ext cx="4441794" cy="4461491"/>
            </a:xfrm>
            <a:prstGeom prst="rect">
              <a:avLst/>
            </a:prstGeom>
          </p:spPr>
        </p:pic>
        <p:sp>
          <p:nvSpPr>
            <p:cNvPr id="79" name="Rectangle 116">
              <a:extLst>
                <a:ext uri="{FF2B5EF4-FFF2-40B4-BE49-F238E27FC236}">
                  <a16:creationId xmlns:a16="http://schemas.microsoft.com/office/drawing/2014/main" id="{E2FCF575-0AE6-D59E-B419-8092DC7CE17E}"/>
                </a:ext>
              </a:extLst>
            </p:cNvPr>
            <p:cNvSpPr/>
            <p:nvPr/>
          </p:nvSpPr>
          <p:spPr>
            <a:xfrm>
              <a:off x="6119047" y="220098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80" name="Rectangle 117">
              <a:extLst>
                <a:ext uri="{FF2B5EF4-FFF2-40B4-BE49-F238E27FC236}">
                  <a16:creationId xmlns:a16="http://schemas.microsoft.com/office/drawing/2014/main" id="{03205061-8312-0310-311A-4FFB1C99C426}"/>
                </a:ext>
              </a:extLst>
            </p:cNvPr>
            <p:cNvSpPr/>
            <p:nvPr/>
          </p:nvSpPr>
          <p:spPr>
            <a:xfrm>
              <a:off x="7279062" y="2219854"/>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81" name="Rectangle 118">
              <a:extLst>
                <a:ext uri="{FF2B5EF4-FFF2-40B4-BE49-F238E27FC236}">
                  <a16:creationId xmlns:a16="http://schemas.microsoft.com/office/drawing/2014/main" id="{7640B906-5810-E9DF-BC3B-2256D213B922}"/>
                </a:ext>
              </a:extLst>
            </p:cNvPr>
            <p:cNvSpPr/>
            <p:nvPr/>
          </p:nvSpPr>
          <p:spPr>
            <a:xfrm>
              <a:off x="10494151"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82" name="Rectangle 119">
              <a:extLst>
                <a:ext uri="{FF2B5EF4-FFF2-40B4-BE49-F238E27FC236}">
                  <a16:creationId xmlns:a16="http://schemas.microsoft.com/office/drawing/2014/main" id="{1FB4187C-B6ED-76E0-95BE-7554F187773F}"/>
                </a:ext>
              </a:extLst>
            </p:cNvPr>
            <p:cNvSpPr/>
            <p:nvPr/>
          </p:nvSpPr>
          <p:spPr>
            <a:xfrm>
              <a:off x="7021611" y="1448809"/>
              <a:ext cx="1035728" cy="65811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83" name="Rectangle 120">
              <a:extLst>
                <a:ext uri="{FF2B5EF4-FFF2-40B4-BE49-F238E27FC236}">
                  <a16:creationId xmlns:a16="http://schemas.microsoft.com/office/drawing/2014/main" id="{130D783B-8D35-AE40-0E56-5311B9BE7805}"/>
                </a:ext>
              </a:extLst>
            </p:cNvPr>
            <p:cNvSpPr/>
            <p:nvPr/>
          </p:nvSpPr>
          <p:spPr>
            <a:xfrm>
              <a:off x="9694763" y="1481023"/>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84" name="Rectangle 121">
              <a:extLst>
                <a:ext uri="{FF2B5EF4-FFF2-40B4-BE49-F238E27FC236}">
                  <a16:creationId xmlns:a16="http://schemas.microsoft.com/office/drawing/2014/main" id="{76AE1C70-ADE6-5BE1-E22F-1AB84498E03F}"/>
                </a:ext>
              </a:extLst>
            </p:cNvPr>
            <p:cNvSpPr/>
            <p:nvPr/>
          </p:nvSpPr>
          <p:spPr>
            <a:xfrm>
              <a:off x="9243916" y="2232554"/>
              <a:ext cx="1178374" cy="658112"/>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85" name="Rectangle 122">
              <a:extLst>
                <a:ext uri="{FF2B5EF4-FFF2-40B4-BE49-F238E27FC236}">
                  <a16:creationId xmlns:a16="http://schemas.microsoft.com/office/drawing/2014/main" id="{4B823B02-8342-9BDA-D7CD-B382A2495263}"/>
                </a:ext>
              </a:extLst>
            </p:cNvPr>
            <p:cNvSpPr/>
            <p:nvPr/>
          </p:nvSpPr>
          <p:spPr>
            <a:xfrm>
              <a:off x="8741625"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86" name="Rectangle 123">
              <a:extLst>
                <a:ext uri="{FF2B5EF4-FFF2-40B4-BE49-F238E27FC236}">
                  <a16:creationId xmlns:a16="http://schemas.microsoft.com/office/drawing/2014/main" id="{073183F5-22CF-A38A-2D1E-BDB20A611764}"/>
                </a:ext>
              </a:extLst>
            </p:cNvPr>
            <p:cNvSpPr/>
            <p:nvPr/>
          </p:nvSpPr>
          <p:spPr>
            <a:xfrm>
              <a:off x="7491387" y="4821783"/>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sp>
          <p:nvSpPr>
            <p:cNvPr id="87" name="Rectangle 124">
              <a:extLst>
                <a:ext uri="{FF2B5EF4-FFF2-40B4-BE49-F238E27FC236}">
                  <a16:creationId xmlns:a16="http://schemas.microsoft.com/office/drawing/2014/main" id="{B1603004-E666-1A2A-DF53-052429791EBA}"/>
                </a:ext>
              </a:extLst>
            </p:cNvPr>
            <p:cNvSpPr/>
            <p:nvPr/>
          </p:nvSpPr>
          <p:spPr>
            <a:xfrm>
              <a:off x="8152438" y="5533037"/>
              <a:ext cx="1178374" cy="658112"/>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
                <a:solidFill>
                  <a:schemeClr val="bg1"/>
                </a:solidFill>
              </a:endParaRPr>
            </a:p>
          </p:txBody>
        </p:sp>
      </p:grpSp>
      <p:pic>
        <p:nvPicPr>
          <p:cNvPr id="188" name="Immagine 187" descr="Immagine che contiene persona, gruppo, persone, folla&#10;&#10;Descrizione generata automaticamente">
            <a:extLst>
              <a:ext uri="{FF2B5EF4-FFF2-40B4-BE49-F238E27FC236}">
                <a16:creationId xmlns:a16="http://schemas.microsoft.com/office/drawing/2014/main" id="{8A0ED382-9159-47BC-DEB6-74ADF46952E2}"/>
              </a:ext>
            </a:extLst>
          </p:cNvPr>
          <p:cNvPicPr>
            <a:picLocks noChangeAspect="1"/>
          </p:cNvPicPr>
          <p:nvPr/>
        </p:nvPicPr>
        <p:blipFill>
          <a:blip r:embed="rId26" cstate="screen">
            <a:extLst>
              <a:ext uri="{28A0092B-C50C-407E-A947-70E740481C1C}">
                <a14:useLocalDpi xmlns:a14="http://schemas.microsoft.com/office/drawing/2010/main"/>
              </a:ext>
              <a:ext uri="{837473B0-CC2E-450A-ABE3-18F120FF3D39}">
                <a1611:picAttrSrcUrl xmlns:a1611="http://schemas.microsoft.com/office/drawing/2016/11/main" r:id="rId27"/>
              </a:ext>
            </a:extLst>
          </a:blip>
          <a:stretch>
            <a:fillRect/>
          </a:stretch>
        </p:blipFill>
        <p:spPr>
          <a:xfrm>
            <a:off x="7979024" y="2733867"/>
            <a:ext cx="2175841" cy="1451694"/>
          </a:xfrm>
          <a:prstGeom prst="rect">
            <a:avLst/>
          </a:prstGeom>
        </p:spPr>
      </p:pic>
      <p:sp>
        <p:nvSpPr>
          <p:cNvPr id="189" name="Freccia a destra 188">
            <a:extLst>
              <a:ext uri="{FF2B5EF4-FFF2-40B4-BE49-F238E27FC236}">
                <a16:creationId xmlns:a16="http://schemas.microsoft.com/office/drawing/2014/main" id="{DA1ADEA3-5A3F-B373-164A-48047F8A4D82}"/>
              </a:ext>
            </a:extLst>
          </p:cNvPr>
          <p:cNvSpPr/>
          <p:nvPr/>
        </p:nvSpPr>
        <p:spPr>
          <a:xfrm rot="1488003">
            <a:off x="7586406" y="2594460"/>
            <a:ext cx="679162" cy="3364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Freccia a destra 189">
            <a:extLst>
              <a:ext uri="{FF2B5EF4-FFF2-40B4-BE49-F238E27FC236}">
                <a16:creationId xmlns:a16="http://schemas.microsoft.com/office/drawing/2014/main" id="{F11AFF33-B25B-B349-D251-44838B5FD1FA}"/>
              </a:ext>
            </a:extLst>
          </p:cNvPr>
          <p:cNvSpPr/>
          <p:nvPr/>
        </p:nvSpPr>
        <p:spPr>
          <a:xfrm rot="5400000">
            <a:off x="8719408" y="2245412"/>
            <a:ext cx="679162" cy="3364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Freccia a destra 190">
            <a:extLst>
              <a:ext uri="{FF2B5EF4-FFF2-40B4-BE49-F238E27FC236}">
                <a16:creationId xmlns:a16="http://schemas.microsoft.com/office/drawing/2014/main" id="{3D0F272E-3E49-98BC-7A4F-A3F3DABC8A29}"/>
              </a:ext>
            </a:extLst>
          </p:cNvPr>
          <p:cNvSpPr/>
          <p:nvPr/>
        </p:nvSpPr>
        <p:spPr>
          <a:xfrm rot="8969856">
            <a:off x="9768901" y="2639661"/>
            <a:ext cx="679162" cy="3364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Freccia a destra 191">
            <a:extLst>
              <a:ext uri="{FF2B5EF4-FFF2-40B4-BE49-F238E27FC236}">
                <a16:creationId xmlns:a16="http://schemas.microsoft.com/office/drawing/2014/main" id="{977376B3-109A-5D49-A78E-F84915900C79}"/>
              </a:ext>
            </a:extLst>
          </p:cNvPr>
          <p:cNvSpPr/>
          <p:nvPr/>
        </p:nvSpPr>
        <p:spPr>
          <a:xfrm rot="12657506">
            <a:off x="9797420" y="4110092"/>
            <a:ext cx="679162" cy="3364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Freccia a destra 192">
            <a:extLst>
              <a:ext uri="{FF2B5EF4-FFF2-40B4-BE49-F238E27FC236}">
                <a16:creationId xmlns:a16="http://schemas.microsoft.com/office/drawing/2014/main" id="{E575BD02-0DE6-3E6A-5DDD-91719BDCC301}"/>
              </a:ext>
            </a:extLst>
          </p:cNvPr>
          <p:cNvSpPr/>
          <p:nvPr/>
        </p:nvSpPr>
        <p:spPr>
          <a:xfrm rot="16200000">
            <a:off x="8680597" y="4283691"/>
            <a:ext cx="679162" cy="3364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Freccia a destra 193">
            <a:extLst>
              <a:ext uri="{FF2B5EF4-FFF2-40B4-BE49-F238E27FC236}">
                <a16:creationId xmlns:a16="http://schemas.microsoft.com/office/drawing/2014/main" id="{495E1856-829D-8517-F358-2E2F99FCE052}"/>
              </a:ext>
            </a:extLst>
          </p:cNvPr>
          <p:cNvSpPr/>
          <p:nvPr/>
        </p:nvSpPr>
        <p:spPr>
          <a:xfrm rot="19067789">
            <a:off x="7659772" y="4054831"/>
            <a:ext cx="679162" cy="3364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772976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80E14BE-C37C-A3DB-D136-5619272E1368}"/>
              </a:ext>
            </a:extLst>
          </p:cNvPr>
          <p:cNvSpPr>
            <a:spLocks noGrp="1"/>
          </p:cNvSpPr>
          <p:nvPr>
            <p:ph type="title"/>
          </p:nvPr>
        </p:nvSpPr>
        <p:spPr/>
        <p:txBody>
          <a:bodyPr>
            <a:normAutofit fontScale="90000"/>
          </a:bodyPr>
          <a:lstStyle/>
          <a:p>
            <a:r>
              <a:rPr lang="en-US" dirty="0"/>
              <a:t>Use Case 1 </a:t>
            </a:r>
            <a:br>
              <a:rPr lang="en-US" dirty="0"/>
            </a:br>
            <a:r>
              <a:rPr lang="en-US" dirty="0"/>
              <a:t>An enterprise transformation project around learning</a:t>
            </a:r>
          </a:p>
        </p:txBody>
      </p:sp>
      <p:sp>
        <p:nvSpPr>
          <p:cNvPr id="3" name="Segnaposto contenuto 2">
            <a:extLst>
              <a:ext uri="{FF2B5EF4-FFF2-40B4-BE49-F238E27FC236}">
                <a16:creationId xmlns:a16="http://schemas.microsoft.com/office/drawing/2014/main" id="{183CCA1B-1322-6A04-3870-54B01A18F55F}"/>
              </a:ext>
            </a:extLst>
          </p:cNvPr>
          <p:cNvSpPr>
            <a:spLocks noGrp="1"/>
          </p:cNvSpPr>
          <p:nvPr>
            <p:ph idx="1"/>
          </p:nvPr>
        </p:nvSpPr>
        <p:spPr>
          <a:xfrm>
            <a:off x="838200" y="2258567"/>
            <a:ext cx="3642360" cy="3918395"/>
          </a:xfrm>
        </p:spPr>
        <p:txBody>
          <a:bodyPr>
            <a:normAutofit lnSpcReduction="10000"/>
          </a:bodyPr>
          <a:lstStyle/>
          <a:p>
            <a:pPr marL="0" indent="0">
              <a:buNone/>
            </a:pPr>
            <a:r>
              <a:rPr lang="en-US" sz="1800" dirty="0"/>
              <a:t>You oversee the evolution of a large company, and your intention is to change  the company culture about learning.</a:t>
            </a:r>
          </a:p>
          <a:p>
            <a:pPr marL="0" indent="0">
              <a:buNone/>
            </a:pPr>
            <a:endParaRPr lang="en-US" sz="1800" dirty="0"/>
          </a:p>
          <a:p>
            <a:pPr marL="0" indent="0">
              <a:buNone/>
            </a:pPr>
            <a:r>
              <a:rPr lang="en-US" sz="1800" dirty="0"/>
              <a:t>You are “Chief Learning Officer”. You have your own team of experts and managers, and you want to define together the strategy and purpose of your department. </a:t>
            </a:r>
          </a:p>
          <a:p>
            <a:pPr marL="0" indent="0">
              <a:buNone/>
            </a:pPr>
            <a:endParaRPr lang="en-US" sz="1800" dirty="0"/>
          </a:p>
          <a:p>
            <a:pPr marL="0" indent="0">
              <a:buNone/>
            </a:pPr>
            <a:r>
              <a:rPr lang="en-US" sz="1800" dirty="0"/>
              <a:t>You decide to use the 6 WHYS Canvases to put your collective thoughts down.</a:t>
            </a:r>
          </a:p>
        </p:txBody>
      </p:sp>
      <p:pic>
        <p:nvPicPr>
          <p:cNvPr id="4" name="Immagine 3" descr="Immagine che contiene persona, gruppo, persone, folla&#10;&#10;Descrizione generata automaticamente">
            <a:extLst>
              <a:ext uri="{FF2B5EF4-FFF2-40B4-BE49-F238E27FC236}">
                <a16:creationId xmlns:a16="http://schemas.microsoft.com/office/drawing/2014/main" id="{C33D1E72-B382-B2AC-ABFE-EE801D9938CD}"/>
              </a:ext>
            </a:extLst>
          </p:cNvPr>
          <p:cNvPicPr>
            <a:picLocks noChangeAspect="1"/>
          </p:cNvPicPr>
          <p:nvPr/>
        </p:nvPicPr>
        <p:blipFill>
          <a:blip r:embed="rId2">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5401272" y="2587752"/>
            <a:ext cx="4094634" cy="2731889"/>
          </a:xfrm>
          <a:prstGeom prst="rect">
            <a:avLst/>
          </a:prstGeom>
        </p:spPr>
      </p:pic>
    </p:spTree>
    <p:extLst>
      <p:ext uri="{BB962C8B-B14F-4D97-AF65-F5344CB8AC3E}">
        <p14:creationId xmlns:p14="http://schemas.microsoft.com/office/powerpoint/2010/main" val="16859892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857A69A-87CF-437D-9979-708C56BD16A2}"/>
              </a:ext>
            </a:extLst>
          </p:cNvPr>
          <p:cNvSpPr>
            <a:spLocks noGrp="1"/>
          </p:cNvSpPr>
          <p:nvPr>
            <p:ph type="title"/>
          </p:nvPr>
        </p:nvSpPr>
        <p:spPr/>
        <p:txBody>
          <a:bodyPr>
            <a:noAutofit/>
          </a:bodyPr>
          <a:lstStyle/>
          <a:p>
            <a:r>
              <a:rPr lang="en-US" sz="3200" dirty="0"/>
              <a:t>Use Case 1 </a:t>
            </a:r>
            <a:br>
              <a:rPr lang="en-US" sz="3200" dirty="0"/>
            </a:br>
            <a:r>
              <a:rPr lang="en-US" sz="3200" dirty="0"/>
              <a:t>An enterprise transformation project about learning</a:t>
            </a:r>
          </a:p>
        </p:txBody>
      </p:sp>
      <p:grpSp>
        <p:nvGrpSpPr>
          <p:cNvPr id="4" name="Groupe 21">
            <a:extLst>
              <a:ext uri="{FF2B5EF4-FFF2-40B4-BE49-F238E27FC236}">
                <a16:creationId xmlns:a16="http://schemas.microsoft.com/office/drawing/2014/main" id="{77F6A546-105B-C08A-DEDB-DEA89D02F534}"/>
              </a:ext>
            </a:extLst>
          </p:cNvPr>
          <p:cNvGrpSpPr/>
          <p:nvPr/>
        </p:nvGrpSpPr>
        <p:grpSpPr>
          <a:xfrm>
            <a:off x="463550" y="1420160"/>
            <a:ext cx="11264900" cy="5072715"/>
            <a:chOff x="463550" y="1420160"/>
            <a:chExt cx="11264900" cy="5272740"/>
          </a:xfrm>
        </p:grpSpPr>
        <p:sp>
          <p:nvSpPr>
            <p:cNvPr id="5" name="Trapèze 4">
              <a:extLst>
                <a:ext uri="{FF2B5EF4-FFF2-40B4-BE49-F238E27FC236}">
                  <a16:creationId xmlns:a16="http://schemas.microsoft.com/office/drawing/2014/main" id="{F40B2C0E-22B0-D6A2-8A6A-1C968F008C6C}"/>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CAUSE</a:t>
              </a:r>
            </a:p>
            <a:p>
              <a:pPr algn="ctr"/>
              <a:endParaRPr lang="en-US" sz="1200"/>
            </a:p>
            <a:p>
              <a:pPr algn="ctr"/>
              <a:endParaRPr lang="en-US" sz="1200"/>
            </a:p>
            <a:p>
              <a:pPr algn="ctr"/>
              <a:endParaRPr lang="en-US" sz="1200"/>
            </a:p>
            <a:p>
              <a:pPr algn="ctr"/>
              <a:endParaRPr lang="en-US" sz="1200"/>
            </a:p>
            <a:p>
              <a:pPr algn="ctr"/>
              <a:endParaRPr lang="en-US" sz="1200"/>
            </a:p>
            <a:p>
              <a:pPr algn="ctr"/>
              <a:endParaRPr lang="en-US" sz="1200"/>
            </a:p>
            <a:p>
              <a:pPr algn="ctr"/>
              <a:endParaRPr lang="en-US" sz="1200"/>
            </a:p>
          </p:txBody>
        </p:sp>
        <p:sp>
          <p:nvSpPr>
            <p:cNvPr id="6" name="Triangle isocèle 9">
              <a:extLst>
                <a:ext uri="{FF2B5EF4-FFF2-40B4-BE49-F238E27FC236}">
                  <a16:creationId xmlns:a16="http://schemas.microsoft.com/office/drawing/2014/main" id="{7E47423D-C4E2-157C-5084-72C30CDFF9DA}"/>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GREAT GOAL</a:t>
              </a:r>
            </a:p>
            <a:p>
              <a:pPr algn="ctr"/>
              <a:endParaRPr lang="en-US" sz="1400" b="1"/>
            </a:p>
            <a:p>
              <a:pPr algn="ctr"/>
              <a:endParaRPr lang="en-US" sz="1400"/>
            </a:p>
            <a:p>
              <a:pPr algn="ctr"/>
              <a:endParaRPr lang="en-US" sz="1400"/>
            </a:p>
            <a:p>
              <a:pPr algn="ctr"/>
              <a:endParaRPr lang="en-US" sz="1400"/>
            </a:p>
            <a:p>
              <a:pPr algn="ctr"/>
              <a:endParaRPr lang="en-US" sz="1400"/>
            </a:p>
            <a:p>
              <a:pPr algn="ctr"/>
              <a:endParaRPr lang="en-US" sz="1400"/>
            </a:p>
            <a:p>
              <a:pPr algn="ctr"/>
              <a:endParaRPr lang="en-US" sz="1400"/>
            </a:p>
          </p:txBody>
        </p:sp>
        <p:grpSp>
          <p:nvGrpSpPr>
            <p:cNvPr id="7" name="Groupe 16">
              <a:extLst>
                <a:ext uri="{FF2B5EF4-FFF2-40B4-BE49-F238E27FC236}">
                  <a16:creationId xmlns:a16="http://schemas.microsoft.com/office/drawing/2014/main" id="{9430172B-5DD2-2AFF-2928-391EB562F1AE}"/>
                </a:ext>
              </a:extLst>
            </p:cNvPr>
            <p:cNvGrpSpPr/>
            <p:nvPr/>
          </p:nvGrpSpPr>
          <p:grpSpPr>
            <a:xfrm>
              <a:off x="1527175" y="3040767"/>
              <a:ext cx="9137650" cy="1969383"/>
              <a:chOff x="1644650" y="3040767"/>
              <a:chExt cx="9137650" cy="1907219"/>
            </a:xfrm>
          </p:grpSpPr>
          <p:sp>
            <p:nvSpPr>
              <p:cNvPr id="10" name="Trapèze 5">
                <a:extLst>
                  <a:ext uri="{FF2B5EF4-FFF2-40B4-BE49-F238E27FC236}">
                    <a16:creationId xmlns:a16="http://schemas.microsoft.com/office/drawing/2014/main" id="{1D53AC5D-FB0D-C844-246F-FD0E3E3C6F44}"/>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BAD MEMORIES TO PREVENT FROM HAPPENING AGAIN</a:t>
                </a:r>
              </a:p>
            </p:txBody>
          </p:sp>
          <p:sp>
            <p:nvSpPr>
              <p:cNvPr id="11" name="Trapèze 7">
                <a:extLst>
                  <a:ext uri="{FF2B5EF4-FFF2-40B4-BE49-F238E27FC236}">
                    <a16:creationId xmlns:a16="http://schemas.microsoft.com/office/drawing/2014/main" id="{9B0339BF-E6B4-5449-46A6-6CF44C20DC14}"/>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WRONG FICTIVE STORIES - RISKS</a:t>
                </a:r>
              </a:p>
            </p:txBody>
          </p:sp>
          <p:sp>
            <p:nvSpPr>
              <p:cNvPr id="12" name="Trapèze 12">
                <a:extLst>
                  <a:ext uri="{FF2B5EF4-FFF2-40B4-BE49-F238E27FC236}">
                    <a16:creationId xmlns:a16="http://schemas.microsoft.com/office/drawing/2014/main" id="{3CA9F1CD-4EA1-B9C3-593E-E14A5CA5B11D}"/>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a:t>GOOD MEMORIES TO RECREATE</a:t>
                </a:r>
              </a:p>
            </p:txBody>
          </p:sp>
          <p:sp>
            <p:nvSpPr>
              <p:cNvPr id="13" name="Trapèze 13">
                <a:extLst>
                  <a:ext uri="{FF2B5EF4-FFF2-40B4-BE49-F238E27FC236}">
                    <a16:creationId xmlns:a16="http://schemas.microsoft.com/office/drawing/2014/main" id="{BC17C376-EB4E-7788-D366-A431A728145F}"/>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a:t>IDEAL STORIES</a:t>
                </a:r>
              </a:p>
            </p:txBody>
          </p:sp>
        </p:grpSp>
        <p:sp>
          <p:nvSpPr>
            <p:cNvPr id="8" name="Triangle isocèle 15">
              <a:extLst>
                <a:ext uri="{FF2B5EF4-FFF2-40B4-BE49-F238E27FC236}">
                  <a16:creationId xmlns:a16="http://schemas.microsoft.com/office/drawing/2014/main" id="{15F648A4-BB20-AA48-6A93-F583DBDEEF8B}"/>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ZoneTexte 18">
              <a:extLst>
                <a:ext uri="{FF2B5EF4-FFF2-40B4-BE49-F238E27FC236}">
                  <a16:creationId xmlns:a16="http://schemas.microsoft.com/office/drawing/2014/main" id="{5D43B9D6-0D12-1189-348E-FBDE1113E8B5}"/>
                </a:ext>
              </a:extLst>
            </p:cNvPr>
            <p:cNvSpPr txBox="1"/>
            <p:nvPr/>
          </p:nvSpPr>
          <p:spPr>
            <a:xfrm>
              <a:off x="4952496" y="3044169"/>
              <a:ext cx="2287009" cy="276999"/>
            </a:xfrm>
            <a:prstGeom prst="rect">
              <a:avLst/>
            </a:prstGeom>
            <a:noFill/>
          </p:spPr>
          <p:txBody>
            <a:bodyPr wrap="square">
              <a:spAutoFit/>
            </a:bodyPr>
            <a:lstStyle/>
            <a:p>
              <a:pPr algn="ctr"/>
              <a:r>
                <a:rPr lang="en-US" sz="1200" b="1"/>
                <a:t>CONDITIONS</a:t>
              </a:r>
            </a:p>
          </p:txBody>
        </p:sp>
      </p:grpSp>
      <p:sp>
        <p:nvSpPr>
          <p:cNvPr id="14" name="Rectangle 14">
            <a:extLst>
              <a:ext uri="{FF2B5EF4-FFF2-40B4-BE49-F238E27FC236}">
                <a16:creationId xmlns:a16="http://schemas.microsoft.com/office/drawing/2014/main" id="{0C9C1022-0DE7-8696-A96A-076EFBD478AF}"/>
              </a:ext>
            </a:extLst>
          </p:cNvPr>
          <p:cNvSpPr/>
          <p:nvPr/>
        </p:nvSpPr>
        <p:spPr>
          <a:xfrm>
            <a:off x="5356225" y="2016472"/>
            <a:ext cx="1453605" cy="80279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By 2030, all staffs  have 10% of their time dedicated to learning </a:t>
            </a:r>
          </a:p>
        </p:txBody>
      </p:sp>
      <p:sp>
        <p:nvSpPr>
          <p:cNvPr id="15" name="Rectangle 27">
            <a:extLst>
              <a:ext uri="{FF2B5EF4-FFF2-40B4-BE49-F238E27FC236}">
                <a16:creationId xmlns:a16="http://schemas.microsoft.com/office/drawing/2014/main" id="{6E6F345B-6DCD-50EF-F1A9-26CAC11737EB}"/>
              </a:ext>
            </a:extLst>
          </p:cNvPr>
          <p:cNvSpPr/>
          <p:nvPr/>
        </p:nvSpPr>
        <p:spPr>
          <a:xfrm>
            <a:off x="6673401" y="4295571"/>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IT departments creating Learning Communities by themselves</a:t>
            </a:r>
          </a:p>
        </p:txBody>
      </p:sp>
      <p:sp>
        <p:nvSpPr>
          <p:cNvPr id="16" name="Rectangle 28">
            <a:extLst>
              <a:ext uri="{FF2B5EF4-FFF2-40B4-BE49-F238E27FC236}">
                <a16:creationId xmlns:a16="http://schemas.microsoft.com/office/drawing/2014/main" id="{F80ACB5E-B37C-7627-7191-1D566805FED0}"/>
              </a:ext>
            </a:extLst>
          </p:cNvPr>
          <p:cNvSpPr/>
          <p:nvPr/>
        </p:nvSpPr>
        <p:spPr>
          <a:xfrm>
            <a:off x="7863348" y="4295571"/>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Manager John X.  spontaneously allocating one day a month for his staff for learning</a:t>
            </a:r>
          </a:p>
        </p:txBody>
      </p:sp>
      <p:sp>
        <p:nvSpPr>
          <p:cNvPr id="17" name="Rectangle 29">
            <a:extLst>
              <a:ext uri="{FF2B5EF4-FFF2-40B4-BE49-F238E27FC236}">
                <a16:creationId xmlns:a16="http://schemas.microsoft.com/office/drawing/2014/main" id="{610D3F24-1886-E0EC-9F55-5B97ADADF9B3}"/>
              </a:ext>
            </a:extLst>
          </p:cNvPr>
          <p:cNvSpPr/>
          <p:nvPr/>
        </p:nvSpPr>
        <p:spPr>
          <a:xfrm>
            <a:off x="9053295" y="4295570"/>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Customers congratulating our company for our learning culture</a:t>
            </a:r>
          </a:p>
        </p:txBody>
      </p:sp>
      <p:sp>
        <p:nvSpPr>
          <p:cNvPr id="18" name="Rectangle 33">
            <a:extLst>
              <a:ext uri="{FF2B5EF4-FFF2-40B4-BE49-F238E27FC236}">
                <a16:creationId xmlns:a16="http://schemas.microsoft.com/office/drawing/2014/main" id="{BB875FC2-A145-94C0-9D02-143A3F4DA95D}"/>
              </a:ext>
            </a:extLst>
          </p:cNvPr>
          <p:cNvSpPr/>
          <p:nvPr/>
        </p:nvSpPr>
        <p:spPr>
          <a:xfrm>
            <a:off x="3545830" y="5451993"/>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Competitivity</a:t>
            </a:r>
          </a:p>
        </p:txBody>
      </p:sp>
      <p:sp>
        <p:nvSpPr>
          <p:cNvPr id="19" name="Rectangle 34">
            <a:extLst>
              <a:ext uri="{FF2B5EF4-FFF2-40B4-BE49-F238E27FC236}">
                <a16:creationId xmlns:a16="http://schemas.microsoft.com/office/drawing/2014/main" id="{0DED5BCE-08B1-4609-AFD5-64D9E8BA4B7F}"/>
              </a:ext>
            </a:extLst>
          </p:cNvPr>
          <p:cNvSpPr/>
          <p:nvPr/>
        </p:nvSpPr>
        <p:spPr>
          <a:xfrm>
            <a:off x="5315018" y="5451993"/>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Retention and Staff loyalty</a:t>
            </a:r>
          </a:p>
        </p:txBody>
      </p:sp>
      <p:sp>
        <p:nvSpPr>
          <p:cNvPr id="20" name="Rectangle 35">
            <a:extLst>
              <a:ext uri="{FF2B5EF4-FFF2-40B4-BE49-F238E27FC236}">
                <a16:creationId xmlns:a16="http://schemas.microsoft.com/office/drawing/2014/main" id="{DF8A93A8-88B8-5717-2C76-EBD9A628054E}"/>
              </a:ext>
            </a:extLst>
          </p:cNvPr>
          <p:cNvSpPr/>
          <p:nvPr/>
        </p:nvSpPr>
        <p:spPr>
          <a:xfrm>
            <a:off x="7028508" y="5451993"/>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Lifelong learning</a:t>
            </a:r>
          </a:p>
        </p:txBody>
      </p:sp>
      <p:sp>
        <p:nvSpPr>
          <p:cNvPr id="21" name="Rectangle 40">
            <a:extLst>
              <a:ext uri="{FF2B5EF4-FFF2-40B4-BE49-F238E27FC236}">
                <a16:creationId xmlns:a16="http://schemas.microsoft.com/office/drawing/2014/main" id="{3E3B3F1D-BBB1-B9DE-C5BE-D600192AC036}"/>
              </a:ext>
            </a:extLst>
          </p:cNvPr>
          <p:cNvSpPr/>
          <p:nvPr/>
        </p:nvSpPr>
        <p:spPr>
          <a:xfrm>
            <a:off x="5409326" y="3276893"/>
            <a:ext cx="884210"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Content are in English AND in local languages</a:t>
            </a:r>
          </a:p>
        </p:txBody>
      </p:sp>
      <p:sp>
        <p:nvSpPr>
          <p:cNvPr id="22" name="Rectangle 41">
            <a:extLst>
              <a:ext uri="{FF2B5EF4-FFF2-40B4-BE49-F238E27FC236}">
                <a16:creationId xmlns:a16="http://schemas.microsoft.com/office/drawing/2014/main" id="{85AB6746-0B71-EBE3-5B6B-662D20C8B7A4}"/>
              </a:ext>
            </a:extLst>
          </p:cNvPr>
          <p:cNvSpPr/>
          <p:nvPr/>
        </p:nvSpPr>
        <p:spPr>
          <a:xfrm>
            <a:off x="5581462" y="4009995"/>
            <a:ext cx="1098712"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Learning impact is reviewed at least quarterly</a:t>
            </a:r>
          </a:p>
        </p:txBody>
      </p:sp>
      <p:sp>
        <p:nvSpPr>
          <p:cNvPr id="23" name="Rectangle 42">
            <a:extLst>
              <a:ext uri="{FF2B5EF4-FFF2-40B4-BE49-F238E27FC236}">
                <a16:creationId xmlns:a16="http://schemas.microsoft.com/office/drawing/2014/main" id="{0945901D-965F-6869-1B77-C2470B6CC4F8}"/>
              </a:ext>
            </a:extLst>
          </p:cNvPr>
          <p:cNvSpPr/>
          <p:nvPr/>
        </p:nvSpPr>
        <p:spPr>
          <a:xfrm>
            <a:off x="2043198" y="4348242"/>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Learning department is accused of spending too much budget </a:t>
            </a:r>
          </a:p>
        </p:txBody>
      </p:sp>
      <p:sp>
        <p:nvSpPr>
          <p:cNvPr id="24" name="Rectangle 43">
            <a:extLst>
              <a:ext uri="{FF2B5EF4-FFF2-40B4-BE49-F238E27FC236}">
                <a16:creationId xmlns:a16="http://schemas.microsoft.com/office/drawing/2014/main" id="{5E09F7BB-A6C4-FEDA-BFE0-0410137A9D77}"/>
              </a:ext>
            </a:extLst>
          </p:cNvPr>
          <p:cNvSpPr/>
          <p:nvPr/>
        </p:nvSpPr>
        <p:spPr>
          <a:xfrm>
            <a:off x="3219609" y="4348243"/>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Learning is deprioritized systematically due to operational constraints</a:t>
            </a:r>
          </a:p>
        </p:txBody>
      </p:sp>
      <p:sp>
        <p:nvSpPr>
          <p:cNvPr id="25" name="Rectangle 44">
            <a:extLst>
              <a:ext uri="{FF2B5EF4-FFF2-40B4-BE49-F238E27FC236}">
                <a16:creationId xmlns:a16="http://schemas.microsoft.com/office/drawing/2014/main" id="{7A210150-DAFD-B35F-1699-ED99BF44DA91}"/>
              </a:ext>
            </a:extLst>
          </p:cNvPr>
          <p:cNvSpPr/>
          <p:nvPr/>
        </p:nvSpPr>
        <p:spPr>
          <a:xfrm>
            <a:off x="4409556" y="4348242"/>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Learning experience is rated dissatisfying by Logistics department </a:t>
            </a:r>
          </a:p>
        </p:txBody>
      </p:sp>
      <p:sp>
        <p:nvSpPr>
          <p:cNvPr id="26" name="Rectangle 45">
            <a:extLst>
              <a:ext uri="{FF2B5EF4-FFF2-40B4-BE49-F238E27FC236}">
                <a16:creationId xmlns:a16="http://schemas.microsoft.com/office/drawing/2014/main" id="{977CAA77-C72B-6592-8192-80317BDE2175}"/>
              </a:ext>
            </a:extLst>
          </p:cNvPr>
          <p:cNvSpPr/>
          <p:nvPr/>
        </p:nvSpPr>
        <p:spPr>
          <a:xfrm>
            <a:off x="7940975" y="3429000"/>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Learning is viewed as a necessity by all managers</a:t>
            </a:r>
          </a:p>
        </p:txBody>
      </p:sp>
      <p:sp>
        <p:nvSpPr>
          <p:cNvPr id="27" name="Rectangle 46">
            <a:extLst>
              <a:ext uri="{FF2B5EF4-FFF2-40B4-BE49-F238E27FC236}">
                <a16:creationId xmlns:a16="http://schemas.microsoft.com/office/drawing/2014/main" id="{C2FCD5E4-BD5A-D6F7-1A9C-843A6B796EA3}"/>
              </a:ext>
            </a:extLst>
          </p:cNvPr>
          <p:cNvSpPr/>
          <p:nvPr/>
        </p:nvSpPr>
        <p:spPr>
          <a:xfrm>
            <a:off x="3125597" y="3412292"/>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Company abandons any type of learning but “on the job” learning</a:t>
            </a:r>
          </a:p>
        </p:txBody>
      </p:sp>
      <p:pic>
        <p:nvPicPr>
          <p:cNvPr id="29" name="Immagine 28" descr="Immagine che contiene persona, gruppo, persone, folla&#10;&#10;Descrizione generata automaticamente">
            <a:extLst>
              <a:ext uri="{FF2B5EF4-FFF2-40B4-BE49-F238E27FC236}">
                <a16:creationId xmlns:a16="http://schemas.microsoft.com/office/drawing/2014/main" id="{B208581F-0839-40A1-9B2B-ECBB85BEC403}"/>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571746" y="2229695"/>
            <a:ext cx="1627236" cy="1085672"/>
          </a:xfrm>
          <a:prstGeom prst="rect">
            <a:avLst/>
          </a:prstGeom>
        </p:spPr>
      </p:pic>
    </p:spTree>
    <p:extLst>
      <p:ext uri="{BB962C8B-B14F-4D97-AF65-F5344CB8AC3E}">
        <p14:creationId xmlns:p14="http://schemas.microsoft.com/office/powerpoint/2010/main" val="37664661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857A69A-87CF-437D-9979-708C56BD16A2}"/>
              </a:ext>
            </a:extLst>
          </p:cNvPr>
          <p:cNvSpPr>
            <a:spLocks noGrp="1"/>
          </p:cNvSpPr>
          <p:nvPr>
            <p:ph type="title"/>
          </p:nvPr>
        </p:nvSpPr>
        <p:spPr/>
        <p:txBody>
          <a:bodyPr>
            <a:noAutofit/>
          </a:bodyPr>
          <a:lstStyle/>
          <a:p>
            <a:r>
              <a:rPr lang="en-US" sz="3200" dirty="0"/>
              <a:t>Use Case 1 </a:t>
            </a:r>
            <a:br>
              <a:rPr lang="en-US" sz="3200" dirty="0"/>
            </a:br>
            <a:r>
              <a:rPr lang="en-US" sz="3200" dirty="0"/>
              <a:t>An enterprise transformation project about learning</a:t>
            </a:r>
          </a:p>
        </p:txBody>
      </p:sp>
      <p:pic>
        <p:nvPicPr>
          <p:cNvPr id="29" name="Immagine 28" descr="Immagine che contiene persona, gruppo, persone, folla&#10;&#10;Descrizione generata automaticamente">
            <a:extLst>
              <a:ext uri="{FF2B5EF4-FFF2-40B4-BE49-F238E27FC236}">
                <a16:creationId xmlns:a16="http://schemas.microsoft.com/office/drawing/2014/main" id="{B208581F-0839-40A1-9B2B-ECBB85BEC403}"/>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571746" y="2229695"/>
            <a:ext cx="1627236" cy="1085672"/>
          </a:xfrm>
          <a:prstGeom prst="rect">
            <a:avLst/>
          </a:prstGeom>
        </p:spPr>
      </p:pic>
      <p:sp>
        <p:nvSpPr>
          <p:cNvPr id="3" name="ZoneTexte 47">
            <a:extLst>
              <a:ext uri="{FF2B5EF4-FFF2-40B4-BE49-F238E27FC236}">
                <a16:creationId xmlns:a16="http://schemas.microsoft.com/office/drawing/2014/main" id="{96438622-C69D-8263-6F8B-77009987A09E}"/>
              </a:ext>
            </a:extLst>
          </p:cNvPr>
          <p:cNvSpPr txBox="1"/>
          <p:nvPr/>
        </p:nvSpPr>
        <p:spPr>
          <a:xfrm>
            <a:off x="3835005" y="1934658"/>
            <a:ext cx="2824323" cy="231170"/>
          </a:xfrm>
          <a:prstGeom prst="rect">
            <a:avLst/>
          </a:prstGeom>
          <a:noFill/>
        </p:spPr>
        <p:txBody>
          <a:bodyPr wrap="square">
            <a:spAutoFit/>
          </a:bodyPr>
          <a:lstStyle/>
          <a:p>
            <a:pPr algn="ctr"/>
            <a:r>
              <a:rPr lang="en-US" sz="1600" b="1" i="1" dirty="0"/>
              <a:t>What everyone can start bringing for the goal</a:t>
            </a:r>
          </a:p>
        </p:txBody>
      </p:sp>
      <p:sp>
        <p:nvSpPr>
          <p:cNvPr id="28" name="ZoneTexte 48">
            <a:extLst>
              <a:ext uri="{FF2B5EF4-FFF2-40B4-BE49-F238E27FC236}">
                <a16:creationId xmlns:a16="http://schemas.microsoft.com/office/drawing/2014/main" id="{DAD8CD32-02F1-D540-6252-6E617938AE2D}"/>
              </a:ext>
            </a:extLst>
          </p:cNvPr>
          <p:cNvSpPr txBox="1"/>
          <p:nvPr/>
        </p:nvSpPr>
        <p:spPr>
          <a:xfrm>
            <a:off x="7737118" y="1951924"/>
            <a:ext cx="1542238" cy="399294"/>
          </a:xfrm>
          <a:prstGeom prst="rect">
            <a:avLst/>
          </a:prstGeom>
          <a:noFill/>
        </p:spPr>
        <p:txBody>
          <a:bodyPr wrap="square">
            <a:spAutoFit/>
          </a:bodyPr>
          <a:lstStyle/>
          <a:p>
            <a:pPr algn="ctr"/>
            <a:r>
              <a:rPr lang="en-US" sz="1600" b="1" i="1" dirty="0"/>
              <a:t>First Ideas of combined contributions</a:t>
            </a:r>
          </a:p>
        </p:txBody>
      </p:sp>
      <p:sp>
        <p:nvSpPr>
          <p:cNvPr id="30" name="ZoneTexte 51">
            <a:extLst>
              <a:ext uri="{FF2B5EF4-FFF2-40B4-BE49-F238E27FC236}">
                <a16:creationId xmlns:a16="http://schemas.microsoft.com/office/drawing/2014/main" id="{7051BA38-F493-DFB4-7BC6-661F8CB4E118}"/>
              </a:ext>
            </a:extLst>
          </p:cNvPr>
          <p:cNvSpPr txBox="1"/>
          <p:nvPr/>
        </p:nvSpPr>
        <p:spPr>
          <a:xfrm>
            <a:off x="9822587" y="2008328"/>
            <a:ext cx="2148238" cy="830997"/>
          </a:xfrm>
          <a:prstGeom prst="rect">
            <a:avLst/>
          </a:prstGeom>
          <a:noFill/>
        </p:spPr>
        <p:txBody>
          <a:bodyPr wrap="square">
            <a:spAutoFit/>
          </a:bodyPr>
          <a:lstStyle/>
          <a:p>
            <a:pPr algn="ctr"/>
            <a:r>
              <a:rPr lang="en-US" sz="1600" b="1" i="1" dirty="0"/>
              <a:t>Successes that we could not reach as scattered individuals</a:t>
            </a:r>
          </a:p>
        </p:txBody>
      </p:sp>
      <p:grpSp>
        <p:nvGrpSpPr>
          <p:cNvPr id="31" name="Groupe 54">
            <a:extLst>
              <a:ext uri="{FF2B5EF4-FFF2-40B4-BE49-F238E27FC236}">
                <a16:creationId xmlns:a16="http://schemas.microsoft.com/office/drawing/2014/main" id="{0B5E2ACD-76D0-3F02-DA8F-5C2BCDCEB2C6}"/>
              </a:ext>
            </a:extLst>
          </p:cNvPr>
          <p:cNvGrpSpPr/>
          <p:nvPr/>
        </p:nvGrpSpPr>
        <p:grpSpPr>
          <a:xfrm>
            <a:off x="5362241" y="2411379"/>
            <a:ext cx="1001867" cy="798536"/>
            <a:chOff x="2609577" y="1563591"/>
            <a:chExt cx="1467257" cy="1169474"/>
          </a:xfrm>
        </p:grpSpPr>
        <p:grpSp>
          <p:nvGrpSpPr>
            <p:cNvPr id="32" name="Groupe 41">
              <a:extLst>
                <a:ext uri="{FF2B5EF4-FFF2-40B4-BE49-F238E27FC236}">
                  <a16:creationId xmlns:a16="http://schemas.microsoft.com/office/drawing/2014/main" id="{096B0EEF-5140-09A2-3499-A4E1FFD74575}"/>
                </a:ext>
              </a:extLst>
            </p:cNvPr>
            <p:cNvGrpSpPr/>
            <p:nvPr/>
          </p:nvGrpSpPr>
          <p:grpSpPr>
            <a:xfrm>
              <a:off x="2609577" y="1563591"/>
              <a:ext cx="1412109" cy="1169474"/>
              <a:chOff x="2645545" y="3994190"/>
              <a:chExt cx="1412109" cy="1169474"/>
            </a:xfrm>
          </p:grpSpPr>
          <p:pic>
            <p:nvPicPr>
              <p:cNvPr id="34" name="Graphique 42" descr="Diable avec un remplissage uni">
                <a:extLst>
                  <a:ext uri="{FF2B5EF4-FFF2-40B4-BE49-F238E27FC236}">
                    <a16:creationId xmlns:a16="http://schemas.microsoft.com/office/drawing/2014/main" id="{0F10DE3E-EFC4-02AE-0C3B-EEA1547D4E4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037365" y="4143375"/>
                <a:ext cx="1020289" cy="1020289"/>
              </a:xfrm>
              <a:prstGeom prst="rect">
                <a:avLst/>
              </a:prstGeom>
            </p:spPr>
          </p:pic>
          <p:pic>
            <p:nvPicPr>
              <p:cNvPr id="35" name="Graphique 43" descr="Base-ball avec un remplissage uni">
                <a:extLst>
                  <a:ext uri="{FF2B5EF4-FFF2-40B4-BE49-F238E27FC236}">
                    <a16:creationId xmlns:a16="http://schemas.microsoft.com/office/drawing/2014/main" id="{131661CC-49DB-8FE6-CBA3-3EF5F048E5BF}"/>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flipH="1">
                <a:off x="2645545" y="4030462"/>
                <a:ext cx="993713" cy="1133202"/>
              </a:xfrm>
              <a:prstGeom prst="rect">
                <a:avLst/>
              </a:prstGeom>
            </p:spPr>
          </p:pic>
          <p:sp>
            <p:nvSpPr>
              <p:cNvPr id="36" name="Rectangle 44">
                <a:extLst>
                  <a:ext uri="{FF2B5EF4-FFF2-40B4-BE49-F238E27FC236}">
                    <a16:creationId xmlns:a16="http://schemas.microsoft.com/office/drawing/2014/main" id="{2DC4D147-3868-5767-89AE-D8A77DD85A25}"/>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3" name="Graphique 53" descr="Boîte à archives avec un remplissage uni">
              <a:extLst>
                <a:ext uri="{FF2B5EF4-FFF2-40B4-BE49-F238E27FC236}">
                  <a16:creationId xmlns:a16="http://schemas.microsoft.com/office/drawing/2014/main" id="{F16E4C69-D090-739C-178A-3D6D44871E9A}"/>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rot="20255485">
              <a:off x="3419733" y="1863768"/>
              <a:ext cx="657101" cy="657101"/>
            </a:xfrm>
            <a:prstGeom prst="rect">
              <a:avLst/>
            </a:prstGeom>
          </p:spPr>
        </p:pic>
      </p:grpSp>
      <p:grpSp>
        <p:nvGrpSpPr>
          <p:cNvPr id="37" name="Groupe 85">
            <a:extLst>
              <a:ext uri="{FF2B5EF4-FFF2-40B4-BE49-F238E27FC236}">
                <a16:creationId xmlns:a16="http://schemas.microsoft.com/office/drawing/2014/main" id="{82F82052-BE27-32E4-D444-D5915F7BED20}"/>
              </a:ext>
            </a:extLst>
          </p:cNvPr>
          <p:cNvGrpSpPr/>
          <p:nvPr/>
        </p:nvGrpSpPr>
        <p:grpSpPr>
          <a:xfrm>
            <a:off x="5319883" y="5170180"/>
            <a:ext cx="1001867" cy="798536"/>
            <a:chOff x="2609577" y="1563591"/>
            <a:chExt cx="1467257" cy="1169474"/>
          </a:xfrm>
        </p:grpSpPr>
        <p:grpSp>
          <p:nvGrpSpPr>
            <p:cNvPr id="38" name="Groupe 86">
              <a:extLst>
                <a:ext uri="{FF2B5EF4-FFF2-40B4-BE49-F238E27FC236}">
                  <a16:creationId xmlns:a16="http://schemas.microsoft.com/office/drawing/2014/main" id="{CB99E5D5-71D2-659D-BF1C-85D23D0A609B}"/>
                </a:ext>
              </a:extLst>
            </p:cNvPr>
            <p:cNvGrpSpPr/>
            <p:nvPr/>
          </p:nvGrpSpPr>
          <p:grpSpPr>
            <a:xfrm>
              <a:off x="2609577" y="1563591"/>
              <a:ext cx="1412109" cy="1169474"/>
              <a:chOff x="2645545" y="3994190"/>
              <a:chExt cx="1412109" cy="1169474"/>
            </a:xfrm>
          </p:grpSpPr>
          <p:pic>
            <p:nvPicPr>
              <p:cNvPr id="40" name="Graphique 88" descr="Diable avec un remplissage uni">
                <a:extLst>
                  <a:ext uri="{FF2B5EF4-FFF2-40B4-BE49-F238E27FC236}">
                    <a16:creationId xmlns:a16="http://schemas.microsoft.com/office/drawing/2014/main" id="{F4DFAFA3-C374-43E8-15E5-EA9FB600F445}"/>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037365" y="4143375"/>
                <a:ext cx="1020289" cy="1020289"/>
              </a:xfrm>
              <a:prstGeom prst="rect">
                <a:avLst/>
              </a:prstGeom>
            </p:spPr>
          </p:pic>
          <p:pic>
            <p:nvPicPr>
              <p:cNvPr id="41" name="Graphique 89" descr="Base-ball avec un remplissage uni">
                <a:extLst>
                  <a:ext uri="{FF2B5EF4-FFF2-40B4-BE49-F238E27FC236}">
                    <a16:creationId xmlns:a16="http://schemas.microsoft.com/office/drawing/2014/main" id="{88F635BD-327C-0B18-A139-9FD5D7A5FE7F}"/>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flipH="1">
                <a:off x="2645545" y="4030462"/>
                <a:ext cx="993713" cy="1133202"/>
              </a:xfrm>
              <a:prstGeom prst="rect">
                <a:avLst/>
              </a:prstGeom>
            </p:spPr>
          </p:pic>
          <p:sp>
            <p:nvSpPr>
              <p:cNvPr id="42" name="Rectangle 90">
                <a:extLst>
                  <a:ext uri="{FF2B5EF4-FFF2-40B4-BE49-F238E27FC236}">
                    <a16:creationId xmlns:a16="http://schemas.microsoft.com/office/drawing/2014/main" id="{3374D55F-0287-BF79-8519-0AD0C8318C39}"/>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9" name="Graphique 87" descr="Boîte à archives avec un remplissage uni">
              <a:extLst>
                <a:ext uri="{FF2B5EF4-FFF2-40B4-BE49-F238E27FC236}">
                  <a16:creationId xmlns:a16="http://schemas.microsoft.com/office/drawing/2014/main" id="{F94F39CF-B04C-9BC6-E597-83FDE8D82A0E}"/>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rot="20255485">
              <a:off x="3419733" y="1863768"/>
              <a:ext cx="657101" cy="657101"/>
            </a:xfrm>
            <a:prstGeom prst="rect">
              <a:avLst/>
            </a:prstGeom>
          </p:spPr>
        </p:pic>
      </p:grpSp>
      <p:grpSp>
        <p:nvGrpSpPr>
          <p:cNvPr id="43" name="Groupe 105">
            <a:extLst>
              <a:ext uri="{FF2B5EF4-FFF2-40B4-BE49-F238E27FC236}">
                <a16:creationId xmlns:a16="http://schemas.microsoft.com/office/drawing/2014/main" id="{6A476FD6-EF89-8A85-E680-1236549FFB0A}"/>
              </a:ext>
            </a:extLst>
          </p:cNvPr>
          <p:cNvGrpSpPr/>
          <p:nvPr/>
        </p:nvGrpSpPr>
        <p:grpSpPr>
          <a:xfrm flipH="1">
            <a:off x="7798691" y="3163553"/>
            <a:ext cx="746958" cy="795589"/>
            <a:chOff x="1680627" y="1783722"/>
            <a:chExt cx="1331514" cy="1331514"/>
          </a:xfrm>
        </p:grpSpPr>
        <p:pic>
          <p:nvPicPr>
            <p:cNvPr id="44" name="Graphique 178" descr="Mur de briques en construction avec un remplissage uni">
              <a:extLst>
                <a:ext uri="{FF2B5EF4-FFF2-40B4-BE49-F238E27FC236}">
                  <a16:creationId xmlns:a16="http://schemas.microsoft.com/office/drawing/2014/main" id="{208F0739-AF27-E48B-2737-E6B8D910A391}"/>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680627" y="1783722"/>
              <a:ext cx="1331514" cy="1331514"/>
            </a:xfrm>
            <a:prstGeom prst="rect">
              <a:avLst/>
            </a:prstGeom>
          </p:spPr>
        </p:pic>
        <p:sp>
          <p:nvSpPr>
            <p:cNvPr id="45" name="Rectangle 179">
              <a:extLst>
                <a:ext uri="{FF2B5EF4-FFF2-40B4-BE49-F238E27FC236}">
                  <a16:creationId xmlns:a16="http://schemas.microsoft.com/office/drawing/2014/main" id="{C56F20B7-1FD3-D900-22F6-14ACD15AE3D8}"/>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Rectangle 180">
              <a:extLst>
                <a:ext uri="{FF2B5EF4-FFF2-40B4-BE49-F238E27FC236}">
                  <a16:creationId xmlns:a16="http://schemas.microsoft.com/office/drawing/2014/main" id="{8C2841D7-F635-0C7A-7266-891B74F375A0}"/>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Rectangle 181">
              <a:extLst>
                <a:ext uri="{FF2B5EF4-FFF2-40B4-BE49-F238E27FC236}">
                  <a16:creationId xmlns:a16="http://schemas.microsoft.com/office/drawing/2014/main" id="{A0FA6987-45DC-261F-BCA3-91D2E96976DB}"/>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Rectangle 182">
              <a:extLst>
                <a:ext uri="{FF2B5EF4-FFF2-40B4-BE49-F238E27FC236}">
                  <a16:creationId xmlns:a16="http://schemas.microsoft.com/office/drawing/2014/main" id="{15FC83FA-FBE5-81D5-8080-FBC09581459E}"/>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Rectangle 183">
              <a:extLst>
                <a:ext uri="{FF2B5EF4-FFF2-40B4-BE49-F238E27FC236}">
                  <a16:creationId xmlns:a16="http://schemas.microsoft.com/office/drawing/2014/main" id="{DFFE0C2B-AC78-8AED-8372-AAA763D505BE}"/>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Rectangle 184">
              <a:extLst>
                <a:ext uri="{FF2B5EF4-FFF2-40B4-BE49-F238E27FC236}">
                  <a16:creationId xmlns:a16="http://schemas.microsoft.com/office/drawing/2014/main" id="{F5E03EAE-824C-7599-9A5B-B6A0F7361DD9}"/>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Rectangle 185">
              <a:extLst>
                <a:ext uri="{FF2B5EF4-FFF2-40B4-BE49-F238E27FC236}">
                  <a16:creationId xmlns:a16="http://schemas.microsoft.com/office/drawing/2014/main" id="{D4331AAD-86F7-D73F-D7A4-DFF1AF4E84FE}"/>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186">
              <a:extLst>
                <a:ext uri="{FF2B5EF4-FFF2-40B4-BE49-F238E27FC236}">
                  <a16:creationId xmlns:a16="http://schemas.microsoft.com/office/drawing/2014/main" id="{832A302A-8B6A-4A80-02F9-B0B37CB3A7AC}"/>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187">
              <a:extLst>
                <a:ext uri="{FF2B5EF4-FFF2-40B4-BE49-F238E27FC236}">
                  <a16:creationId xmlns:a16="http://schemas.microsoft.com/office/drawing/2014/main" id="{557316CB-EF94-9A6F-573E-542D22808988}"/>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188">
              <a:extLst>
                <a:ext uri="{FF2B5EF4-FFF2-40B4-BE49-F238E27FC236}">
                  <a16:creationId xmlns:a16="http://schemas.microsoft.com/office/drawing/2014/main" id="{9BD4D168-DBE2-7B01-64FE-9B433A5EFBA6}"/>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189">
              <a:extLst>
                <a:ext uri="{FF2B5EF4-FFF2-40B4-BE49-F238E27FC236}">
                  <a16:creationId xmlns:a16="http://schemas.microsoft.com/office/drawing/2014/main" id="{C0630E24-E126-101D-1666-887D4B0F3F81}"/>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190">
              <a:extLst>
                <a:ext uri="{FF2B5EF4-FFF2-40B4-BE49-F238E27FC236}">
                  <a16:creationId xmlns:a16="http://schemas.microsoft.com/office/drawing/2014/main" id="{4DD5688F-2A71-2CAB-1383-2B77F15F16A5}"/>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 name="Groupe 5">
            <a:extLst>
              <a:ext uri="{FF2B5EF4-FFF2-40B4-BE49-F238E27FC236}">
                <a16:creationId xmlns:a16="http://schemas.microsoft.com/office/drawing/2014/main" id="{083EDE75-9CA9-F9DE-FEA2-21C666E7E6E2}"/>
              </a:ext>
            </a:extLst>
          </p:cNvPr>
          <p:cNvGrpSpPr/>
          <p:nvPr/>
        </p:nvGrpSpPr>
        <p:grpSpPr>
          <a:xfrm>
            <a:off x="4124360" y="2713224"/>
            <a:ext cx="944598" cy="848124"/>
            <a:chOff x="5247267" y="8072371"/>
            <a:chExt cx="817082" cy="733631"/>
          </a:xfrm>
        </p:grpSpPr>
        <p:grpSp>
          <p:nvGrpSpPr>
            <p:cNvPr id="58" name="Groupe 104">
              <a:extLst>
                <a:ext uri="{FF2B5EF4-FFF2-40B4-BE49-F238E27FC236}">
                  <a16:creationId xmlns:a16="http://schemas.microsoft.com/office/drawing/2014/main" id="{EFEA7E51-E6FB-EA8C-551A-A5EB1F562DB2}"/>
                </a:ext>
              </a:extLst>
            </p:cNvPr>
            <p:cNvGrpSpPr/>
            <p:nvPr/>
          </p:nvGrpSpPr>
          <p:grpSpPr>
            <a:xfrm>
              <a:off x="5247267" y="8117813"/>
              <a:ext cx="817082" cy="688189"/>
              <a:chOff x="3890963" y="2438774"/>
              <a:chExt cx="1085661" cy="914400"/>
            </a:xfrm>
          </p:grpSpPr>
          <p:pic>
            <p:nvPicPr>
              <p:cNvPr id="60" name="Graphique 191" descr="Culturiste avec un remplissage uni">
                <a:extLst>
                  <a:ext uri="{FF2B5EF4-FFF2-40B4-BE49-F238E27FC236}">
                    <a16:creationId xmlns:a16="http://schemas.microsoft.com/office/drawing/2014/main" id="{1EEAF95D-70C2-B369-278E-61F07CEC0A9A}"/>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3981356" y="2438774"/>
                <a:ext cx="914400" cy="914400"/>
              </a:xfrm>
              <a:prstGeom prst="rect">
                <a:avLst/>
              </a:prstGeom>
            </p:spPr>
          </p:pic>
          <p:sp>
            <p:nvSpPr>
              <p:cNvPr id="61" name="Rectangle 192">
                <a:extLst>
                  <a:ext uri="{FF2B5EF4-FFF2-40B4-BE49-F238E27FC236}">
                    <a16:creationId xmlns:a16="http://schemas.microsoft.com/office/drawing/2014/main" id="{84750BB2-EAEA-D840-F428-68CABF8F3C4B}"/>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193">
                <a:extLst>
                  <a:ext uri="{FF2B5EF4-FFF2-40B4-BE49-F238E27FC236}">
                    <a16:creationId xmlns:a16="http://schemas.microsoft.com/office/drawing/2014/main" id="{EB556ABB-E8EC-B604-3C68-AB7B43336211}"/>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59" name="Rectangle 106">
              <a:extLst>
                <a:ext uri="{FF2B5EF4-FFF2-40B4-BE49-F238E27FC236}">
                  <a16:creationId xmlns:a16="http://schemas.microsoft.com/office/drawing/2014/main" id="{9715592B-28DA-AD64-1CA4-698F09ED06E0}"/>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3" name="Groupe 108">
            <a:extLst>
              <a:ext uri="{FF2B5EF4-FFF2-40B4-BE49-F238E27FC236}">
                <a16:creationId xmlns:a16="http://schemas.microsoft.com/office/drawing/2014/main" id="{252CBC22-0076-09AD-F168-6E1A698D9C43}"/>
              </a:ext>
            </a:extLst>
          </p:cNvPr>
          <p:cNvGrpSpPr/>
          <p:nvPr/>
        </p:nvGrpSpPr>
        <p:grpSpPr>
          <a:xfrm flipH="1">
            <a:off x="3909927" y="3744577"/>
            <a:ext cx="428160" cy="781477"/>
            <a:chOff x="5134003" y="2196472"/>
            <a:chExt cx="563254" cy="1156702"/>
          </a:xfrm>
        </p:grpSpPr>
        <p:pic>
          <p:nvPicPr>
            <p:cNvPr id="64" name="Graphique 174" descr="Réussite du groupe avec un remplissage uni">
              <a:extLst>
                <a:ext uri="{FF2B5EF4-FFF2-40B4-BE49-F238E27FC236}">
                  <a16:creationId xmlns:a16="http://schemas.microsoft.com/office/drawing/2014/main" id="{5E6004A7-AB6A-1C3A-E64D-42916E5F7168}"/>
                </a:ext>
              </a:extLst>
            </p:cNvPr>
            <p:cNvPicPr>
              <a:picLocks noChangeAspect="1"/>
            </p:cNvPicPr>
            <p:nvPr/>
          </p:nvPicPr>
          <p:blipFill rotWithShape="1">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rcRect l="69977" t="13713" r="6403" b="17430"/>
            <a:stretch/>
          </p:blipFill>
          <p:spPr>
            <a:xfrm>
              <a:off x="5300474" y="2196472"/>
              <a:ext cx="396783" cy="1156702"/>
            </a:xfrm>
            <a:prstGeom prst="rect">
              <a:avLst/>
            </a:prstGeom>
          </p:spPr>
        </p:pic>
        <p:sp>
          <p:nvSpPr>
            <p:cNvPr id="65" name="Rectangle 175">
              <a:extLst>
                <a:ext uri="{FF2B5EF4-FFF2-40B4-BE49-F238E27FC236}">
                  <a16:creationId xmlns:a16="http://schemas.microsoft.com/office/drawing/2014/main" id="{77781163-7A1F-C8F8-7521-7920DB27F91A}"/>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6" name="Groupe 6">
            <a:extLst>
              <a:ext uri="{FF2B5EF4-FFF2-40B4-BE49-F238E27FC236}">
                <a16:creationId xmlns:a16="http://schemas.microsoft.com/office/drawing/2014/main" id="{E75DD5B5-EDD4-50B2-7197-9BD04AF4872D}"/>
              </a:ext>
            </a:extLst>
          </p:cNvPr>
          <p:cNvGrpSpPr/>
          <p:nvPr/>
        </p:nvGrpSpPr>
        <p:grpSpPr>
          <a:xfrm>
            <a:off x="10166578" y="2880374"/>
            <a:ext cx="1592607" cy="1592607"/>
            <a:chOff x="9835911" y="2807662"/>
            <a:chExt cx="1796250" cy="1796250"/>
          </a:xfrm>
        </p:grpSpPr>
        <p:pic>
          <p:nvPicPr>
            <p:cNvPr id="67" name="Graphique 103" descr="Cathédrale avec un remplissage uni">
              <a:extLst>
                <a:ext uri="{FF2B5EF4-FFF2-40B4-BE49-F238E27FC236}">
                  <a16:creationId xmlns:a16="http://schemas.microsoft.com/office/drawing/2014/main" id="{3C815062-1F3B-28BE-462F-74C46707FDE1}"/>
                </a:ext>
              </a:extLst>
            </p:cNvPr>
            <p:cNvPicPr>
              <a:picLocks noChangeAspect="1"/>
            </p:cNvPicPr>
            <p:nvPr/>
          </p:nvPicPr>
          <p:blipFill>
            <a:blip r:embed="rId16">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9835911" y="2807662"/>
              <a:ext cx="1796250" cy="1796250"/>
            </a:xfrm>
            <a:prstGeom prst="rect">
              <a:avLst/>
            </a:prstGeom>
          </p:spPr>
        </p:pic>
        <p:sp>
          <p:nvSpPr>
            <p:cNvPr id="68" name="Rectangle 112">
              <a:extLst>
                <a:ext uri="{FF2B5EF4-FFF2-40B4-BE49-F238E27FC236}">
                  <a16:creationId xmlns:a16="http://schemas.microsoft.com/office/drawing/2014/main" id="{C465BE2F-0B76-E1D5-8C80-4FFF5FDAC668}"/>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113">
              <a:extLst>
                <a:ext uri="{FF2B5EF4-FFF2-40B4-BE49-F238E27FC236}">
                  <a16:creationId xmlns:a16="http://schemas.microsoft.com/office/drawing/2014/main" id="{B34BF937-AE38-ED15-D403-15966955188F}"/>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114">
              <a:extLst>
                <a:ext uri="{FF2B5EF4-FFF2-40B4-BE49-F238E27FC236}">
                  <a16:creationId xmlns:a16="http://schemas.microsoft.com/office/drawing/2014/main" id="{6C420611-3533-D63C-3B33-BC146CBF53BF}"/>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115">
              <a:extLst>
                <a:ext uri="{FF2B5EF4-FFF2-40B4-BE49-F238E27FC236}">
                  <a16:creationId xmlns:a16="http://schemas.microsoft.com/office/drawing/2014/main" id="{A4F38091-86C3-354F-6579-E268A8AD986F}"/>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116">
              <a:extLst>
                <a:ext uri="{FF2B5EF4-FFF2-40B4-BE49-F238E27FC236}">
                  <a16:creationId xmlns:a16="http://schemas.microsoft.com/office/drawing/2014/main" id="{450CCF55-6076-D630-566B-2E631824F718}"/>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117">
              <a:extLst>
                <a:ext uri="{FF2B5EF4-FFF2-40B4-BE49-F238E27FC236}">
                  <a16:creationId xmlns:a16="http://schemas.microsoft.com/office/drawing/2014/main" id="{8E7935DF-5F79-123E-9134-972AEA1A25CD}"/>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118">
              <a:extLst>
                <a:ext uri="{FF2B5EF4-FFF2-40B4-BE49-F238E27FC236}">
                  <a16:creationId xmlns:a16="http://schemas.microsoft.com/office/drawing/2014/main" id="{628B7E5F-9598-A208-4E1F-EF7EEB3A87A3}"/>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119">
              <a:extLst>
                <a:ext uri="{FF2B5EF4-FFF2-40B4-BE49-F238E27FC236}">
                  <a16:creationId xmlns:a16="http://schemas.microsoft.com/office/drawing/2014/main" id="{14A603FE-BE08-C424-64A9-0E924EE5FC6D}"/>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120">
              <a:extLst>
                <a:ext uri="{FF2B5EF4-FFF2-40B4-BE49-F238E27FC236}">
                  <a16:creationId xmlns:a16="http://schemas.microsoft.com/office/drawing/2014/main" id="{33CE812E-8F59-11F6-4C13-5762C73F0D4F}"/>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121">
              <a:extLst>
                <a:ext uri="{FF2B5EF4-FFF2-40B4-BE49-F238E27FC236}">
                  <a16:creationId xmlns:a16="http://schemas.microsoft.com/office/drawing/2014/main" id="{A8229294-2AB1-6268-652A-1CBE607AF69C}"/>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Rectangle 122">
              <a:extLst>
                <a:ext uri="{FF2B5EF4-FFF2-40B4-BE49-F238E27FC236}">
                  <a16:creationId xmlns:a16="http://schemas.microsoft.com/office/drawing/2014/main" id="{B9D533DC-628A-32E7-914E-4AD89C5A6A19}"/>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123">
              <a:extLst>
                <a:ext uri="{FF2B5EF4-FFF2-40B4-BE49-F238E27FC236}">
                  <a16:creationId xmlns:a16="http://schemas.microsoft.com/office/drawing/2014/main" id="{F0F085CC-0DE1-72DA-3682-D50A66952C4A}"/>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124">
              <a:extLst>
                <a:ext uri="{FF2B5EF4-FFF2-40B4-BE49-F238E27FC236}">
                  <a16:creationId xmlns:a16="http://schemas.microsoft.com/office/drawing/2014/main" id="{E00DE56F-E1A6-DD90-17A5-EEC9962509C7}"/>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125">
              <a:extLst>
                <a:ext uri="{FF2B5EF4-FFF2-40B4-BE49-F238E27FC236}">
                  <a16:creationId xmlns:a16="http://schemas.microsoft.com/office/drawing/2014/main" id="{49B824A0-D694-4744-10BA-2E982412E2F7}"/>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126">
              <a:extLst>
                <a:ext uri="{FF2B5EF4-FFF2-40B4-BE49-F238E27FC236}">
                  <a16:creationId xmlns:a16="http://schemas.microsoft.com/office/drawing/2014/main" id="{83A61B59-FE90-A11C-D735-C3BAF61AC26B}"/>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127">
              <a:extLst>
                <a:ext uri="{FF2B5EF4-FFF2-40B4-BE49-F238E27FC236}">
                  <a16:creationId xmlns:a16="http://schemas.microsoft.com/office/drawing/2014/main" id="{D47DF6FD-34B0-0D56-0BDE-B22EA5ED12E2}"/>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128">
              <a:extLst>
                <a:ext uri="{FF2B5EF4-FFF2-40B4-BE49-F238E27FC236}">
                  <a16:creationId xmlns:a16="http://schemas.microsoft.com/office/drawing/2014/main" id="{86E8F644-7355-1C0E-B6FC-92C6AFC6F31D}"/>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Rectangle 129">
              <a:extLst>
                <a:ext uri="{FF2B5EF4-FFF2-40B4-BE49-F238E27FC236}">
                  <a16:creationId xmlns:a16="http://schemas.microsoft.com/office/drawing/2014/main" id="{2CC4D2A8-B68E-58F7-1A7A-8EBEFD08EA2F}"/>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130">
              <a:extLst>
                <a:ext uri="{FF2B5EF4-FFF2-40B4-BE49-F238E27FC236}">
                  <a16:creationId xmlns:a16="http://schemas.microsoft.com/office/drawing/2014/main" id="{2271FB80-3481-DEFA-9BE6-6C89CF1D1CED}"/>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131">
              <a:extLst>
                <a:ext uri="{FF2B5EF4-FFF2-40B4-BE49-F238E27FC236}">
                  <a16:creationId xmlns:a16="http://schemas.microsoft.com/office/drawing/2014/main" id="{4A7036C8-A7A8-E08A-A67D-39009BB15B15}"/>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132">
              <a:extLst>
                <a:ext uri="{FF2B5EF4-FFF2-40B4-BE49-F238E27FC236}">
                  <a16:creationId xmlns:a16="http://schemas.microsoft.com/office/drawing/2014/main" id="{8366B2C4-5EEF-B3CC-7864-C39796F356AB}"/>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133">
              <a:extLst>
                <a:ext uri="{FF2B5EF4-FFF2-40B4-BE49-F238E27FC236}">
                  <a16:creationId xmlns:a16="http://schemas.microsoft.com/office/drawing/2014/main" id="{1737299A-9C0E-C49B-4CB5-31DBD789F600}"/>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134">
              <a:extLst>
                <a:ext uri="{FF2B5EF4-FFF2-40B4-BE49-F238E27FC236}">
                  <a16:creationId xmlns:a16="http://schemas.microsoft.com/office/drawing/2014/main" id="{62D29D56-AA16-8660-BBEA-F0EBC01C7222}"/>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135">
              <a:extLst>
                <a:ext uri="{FF2B5EF4-FFF2-40B4-BE49-F238E27FC236}">
                  <a16:creationId xmlns:a16="http://schemas.microsoft.com/office/drawing/2014/main" id="{9E03B824-A419-A929-D031-28306BF5BF50}"/>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136">
              <a:extLst>
                <a:ext uri="{FF2B5EF4-FFF2-40B4-BE49-F238E27FC236}">
                  <a16:creationId xmlns:a16="http://schemas.microsoft.com/office/drawing/2014/main" id="{24E9C893-1F7E-B445-EBD5-077B98E434C4}"/>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137">
              <a:extLst>
                <a:ext uri="{FF2B5EF4-FFF2-40B4-BE49-F238E27FC236}">
                  <a16:creationId xmlns:a16="http://schemas.microsoft.com/office/drawing/2014/main" id="{2D10F5DF-A6DE-4543-5027-CE878CC1251F}"/>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138">
              <a:extLst>
                <a:ext uri="{FF2B5EF4-FFF2-40B4-BE49-F238E27FC236}">
                  <a16:creationId xmlns:a16="http://schemas.microsoft.com/office/drawing/2014/main" id="{AA63A859-4DBE-D51F-AFB2-508F251AFF5D}"/>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139">
              <a:extLst>
                <a:ext uri="{FF2B5EF4-FFF2-40B4-BE49-F238E27FC236}">
                  <a16:creationId xmlns:a16="http://schemas.microsoft.com/office/drawing/2014/main" id="{1A41742D-3887-B967-10EE-60F0840B8D0B}"/>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140">
              <a:extLst>
                <a:ext uri="{FF2B5EF4-FFF2-40B4-BE49-F238E27FC236}">
                  <a16:creationId xmlns:a16="http://schemas.microsoft.com/office/drawing/2014/main" id="{A2B39ACF-E073-8909-F01C-4FFF6B2BD3D5}"/>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141">
              <a:extLst>
                <a:ext uri="{FF2B5EF4-FFF2-40B4-BE49-F238E27FC236}">
                  <a16:creationId xmlns:a16="http://schemas.microsoft.com/office/drawing/2014/main" id="{A12209A4-CC6E-CCFC-AF45-7FB171BCC22F}"/>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142">
              <a:extLst>
                <a:ext uri="{FF2B5EF4-FFF2-40B4-BE49-F238E27FC236}">
                  <a16:creationId xmlns:a16="http://schemas.microsoft.com/office/drawing/2014/main" id="{9D0008A1-3493-9140-D096-C930919B1A48}"/>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143">
              <a:extLst>
                <a:ext uri="{FF2B5EF4-FFF2-40B4-BE49-F238E27FC236}">
                  <a16:creationId xmlns:a16="http://schemas.microsoft.com/office/drawing/2014/main" id="{C693A956-4B3F-18A6-B8D1-5F76D8EE05DA}"/>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144">
              <a:extLst>
                <a:ext uri="{FF2B5EF4-FFF2-40B4-BE49-F238E27FC236}">
                  <a16:creationId xmlns:a16="http://schemas.microsoft.com/office/drawing/2014/main" id="{2517360F-F38F-E015-C701-73600CEA116D}"/>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45">
              <a:extLst>
                <a:ext uri="{FF2B5EF4-FFF2-40B4-BE49-F238E27FC236}">
                  <a16:creationId xmlns:a16="http://schemas.microsoft.com/office/drawing/2014/main" id="{63FB0F32-F77F-3A8B-0F1F-11F79881D3D0}"/>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46">
              <a:extLst>
                <a:ext uri="{FF2B5EF4-FFF2-40B4-BE49-F238E27FC236}">
                  <a16:creationId xmlns:a16="http://schemas.microsoft.com/office/drawing/2014/main" id="{9B6615AA-2E54-5570-E5B8-8DAACD54D7D7}"/>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147">
              <a:extLst>
                <a:ext uri="{FF2B5EF4-FFF2-40B4-BE49-F238E27FC236}">
                  <a16:creationId xmlns:a16="http://schemas.microsoft.com/office/drawing/2014/main" id="{990C2E52-B30C-86F1-112F-610D44379243}"/>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Rectangle 148">
              <a:extLst>
                <a:ext uri="{FF2B5EF4-FFF2-40B4-BE49-F238E27FC236}">
                  <a16:creationId xmlns:a16="http://schemas.microsoft.com/office/drawing/2014/main" id="{7B1392F3-12A3-B3DB-8DC7-49A0C0CADB2D}"/>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Rectangle 149">
              <a:extLst>
                <a:ext uri="{FF2B5EF4-FFF2-40B4-BE49-F238E27FC236}">
                  <a16:creationId xmlns:a16="http://schemas.microsoft.com/office/drawing/2014/main" id="{16B33310-409E-1E5C-0CB9-D4D15270C3CC}"/>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Rectangle 150">
              <a:extLst>
                <a:ext uri="{FF2B5EF4-FFF2-40B4-BE49-F238E27FC236}">
                  <a16:creationId xmlns:a16="http://schemas.microsoft.com/office/drawing/2014/main" id="{4156195B-DEFE-C765-7BD8-AB3BA15EBF04}"/>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51">
              <a:extLst>
                <a:ext uri="{FF2B5EF4-FFF2-40B4-BE49-F238E27FC236}">
                  <a16:creationId xmlns:a16="http://schemas.microsoft.com/office/drawing/2014/main" id="{28B95581-F9DE-14A7-577F-D5FD15FF6FD6}"/>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52">
              <a:extLst>
                <a:ext uri="{FF2B5EF4-FFF2-40B4-BE49-F238E27FC236}">
                  <a16:creationId xmlns:a16="http://schemas.microsoft.com/office/drawing/2014/main" id="{3ECF342E-59DB-5778-3613-04DD93930D98}"/>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Rectangle 153">
              <a:extLst>
                <a:ext uri="{FF2B5EF4-FFF2-40B4-BE49-F238E27FC236}">
                  <a16:creationId xmlns:a16="http://schemas.microsoft.com/office/drawing/2014/main" id="{1B3F3DAD-906E-76F7-FEE6-EBF1E25E04F2}"/>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0" name="Rectangle 154">
              <a:extLst>
                <a:ext uri="{FF2B5EF4-FFF2-40B4-BE49-F238E27FC236}">
                  <a16:creationId xmlns:a16="http://schemas.microsoft.com/office/drawing/2014/main" id="{7D2224C6-1123-2153-65B3-ED38387B0C99}"/>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Rectangle 155">
              <a:extLst>
                <a:ext uri="{FF2B5EF4-FFF2-40B4-BE49-F238E27FC236}">
                  <a16:creationId xmlns:a16="http://schemas.microsoft.com/office/drawing/2014/main" id="{7BC30A40-F4DC-B525-FEA8-EDC6B70C24D0}"/>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2" name="Rectangle 156">
              <a:extLst>
                <a:ext uri="{FF2B5EF4-FFF2-40B4-BE49-F238E27FC236}">
                  <a16:creationId xmlns:a16="http://schemas.microsoft.com/office/drawing/2014/main" id="{A59834D7-D561-8A72-B5C8-650C1D6728A7}"/>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3" name="Rectangle 157">
              <a:extLst>
                <a:ext uri="{FF2B5EF4-FFF2-40B4-BE49-F238E27FC236}">
                  <a16:creationId xmlns:a16="http://schemas.microsoft.com/office/drawing/2014/main" id="{FEC8C72D-1C6E-E1EF-DC45-4F70005E1703}"/>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4" name="Rectangle 158">
              <a:extLst>
                <a:ext uri="{FF2B5EF4-FFF2-40B4-BE49-F238E27FC236}">
                  <a16:creationId xmlns:a16="http://schemas.microsoft.com/office/drawing/2014/main" id="{FF9E5CAA-A48B-0DA3-BA05-565A1D09FFA6}"/>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5" name="Rectangle 159">
              <a:extLst>
                <a:ext uri="{FF2B5EF4-FFF2-40B4-BE49-F238E27FC236}">
                  <a16:creationId xmlns:a16="http://schemas.microsoft.com/office/drawing/2014/main" id="{669662BB-BC4D-741A-BD54-08BC67D63B9B}"/>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160">
              <a:extLst>
                <a:ext uri="{FF2B5EF4-FFF2-40B4-BE49-F238E27FC236}">
                  <a16:creationId xmlns:a16="http://schemas.microsoft.com/office/drawing/2014/main" id="{41E0FAAA-A041-514E-CDA4-36D72BFE240E}"/>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61">
              <a:extLst>
                <a:ext uri="{FF2B5EF4-FFF2-40B4-BE49-F238E27FC236}">
                  <a16:creationId xmlns:a16="http://schemas.microsoft.com/office/drawing/2014/main" id="{BD775213-0D7A-FFFA-C99C-22EAD4D22EA6}"/>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8" name="Rectangle 162">
              <a:extLst>
                <a:ext uri="{FF2B5EF4-FFF2-40B4-BE49-F238E27FC236}">
                  <a16:creationId xmlns:a16="http://schemas.microsoft.com/office/drawing/2014/main" id="{C05D14A5-BB11-6CA5-7983-064ECFAC8EDF}"/>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163">
              <a:extLst>
                <a:ext uri="{FF2B5EF4-FFF2-40B4-BE49-F238E27FC236}">
                  <a16:creationId xmlns:a16="http://schemas.microsoft.com/office/drawing/2014/main" id="{230FF5FE-D5A1-4D66-EE32-D6BAB3CEA779}"/>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Rectangle 164">
              <a:extLst>
                <a:ext uri="{FF2B5EF4-FFF2-40B4-BE49-F238E27FC236}">
                  <a16:creationId xmlns:a16="http://schemas.microsoft.com/office/drawing/2014/main" id="{13D83DBA-AC33-8DE4-C8B7-544110157552}"/>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165">
              <a:extLst>
                <a:ext uri="{FF2B5EF4-FFF2-40B4-BE49-F238E27FC236}">
                  <a16:creationId xmlns:a16="http://schemas.microsoft.com/office/drawing/2014/main" id="{80597FAD-5613-EEC3-1EAF-3AF27D45BB78}"/>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Rectangle 166">
              <a:extLst>
                <a:ext uri="{FF2B5EF4-FFF2-40B4-BE49-F238E27FC236}">
                  <a16:creationId xmlns:a16="http://schemas.microsoft.com/office/drawing/2014/main" id="{6490ABD1-1401-263C-9C0A-1E22C94A577E}"/>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167">
              <a:extLst>
                <a:ext uri="{FF2B5EF4-FFF2-40B4-BE49-F238E27FC236}">
                  <a16:creationId xmlns:a16="http://schemas.microsoft.com/office/drawing/2014/main" id="{BD119B05-CE5A-E7AB-6937-6C3FE41770B4}"/>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Rectangle 168">
              <a:extLst>
                <a:ext uri="{FF2B5EF4-FFF2-40B4-BE49-F238E27FC236}">
                  <a16:creationId xmlns:a16="http://schemas.microsoft.com/office/drawing/2014/main" id="{8395EEEC-1F05-0552-18AF-F0096D99FEC9}"/>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169">
              <a:extLst>
                <a:ext uri="{FF2B5EF4-FFF2-40B4-BE49-F238E27FC236}">
                  <a16:creationId xmlns:a16="http://schemas.microsoft.com/office/drawing/2014/main" id="{E6D23A86-429A-EA70-EF36-C057A8346697}"/>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Rectangle 170">
              <a:extLst>
                <a:ext uri="{FF2B5EF4-FFF2-40B4-BE49-F238E27FC236}">
                  <a16:creationId xmlns:a16="http://schemas.microsoft.com/office/drawing/2014/main" id="{811E8166-A89F-CDC7-179F-8A275A3C1D53}"/>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171">
              <a:extLst>
                <a:ext uri="{FF2B5EF4-FFF2-40B4-BE49-F238E27FC236}">
                  <a16:creationId xmlns:a16="http://schemas.microsoft.com/office/drawing/2014/main" id="{7EB1C337-92E5-1A65-49DA-0D78B7CCACCD}"/>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172">
              <a:extLst>
                <a:ext uri="{FF2B5EF4-FFF2-40B4-BE49-F238E27FC236}">
                  <a16:creationId xmlns:a16="http://schemas.microsoft.com/office/drawing/2014/main" id="{D8177DE2-F43D-0DD8-2887-3D296321D159}"/>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173">
              <a:extLst>
                <a:ext uri="{FF2B5EF4-FFF2-40B4-BE49-F238E27FC236}">
                  <a16:creationId xmlns:a16="http://schemas.microsoft.com/office/drawing/2014/main" id="{E2D1FDF7-ACA0-3ABC-1EA3-FEF4CF71ED18}"/>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30" name="Groupe 194">
            <a:extLst>
              <a:ext uri="{FF2B5EF4-FFF2-40B4-BE49-F238E27FC236}">
                <a16:creationId xmlns:a16="http://schemas.microsoft.com/office/drawing/2014/main" id="{D2CF2E28-7E41-9075-1D83-BA2424073B56}"/>
              </a:ext>
            </a:extLst>
          </p:cNvPr>
          <p:cNvGrpSpPr/>
          <p:nvPr/>
        </p:nvGrpSpPr>
        <p:grpSpPr>
          <a:xfrm>
            <a:off x="4689381" y="4212748"/>
            <a:ext cx="944598" cy="848124"/>
            <a:chOff x="5247267" y="8072371"/>
            <a:chExt cx="817082" cy="733631"/>
          </a:xfrm>
        </p:grpSpPr>
        <p:grpSp>
          <p:nvGrpSpPr>
            <p:cNvPr id="131" name="Groupe 195">
              <a:extLst>
                <a:ext uri="{FF2B5EF4-FFF2-40B4-BE49-F238E27FC236}">
                  <a16:creationId xmlns:a16="http://schemas.microsoft.com/office/drawing/2014/main" id="{7C9AFDAD-C023-2C6E-2D9A-66AA7D0812E4}"/>
                </a:ext>
              </a:extLst>
            </p:cNvPr>
            <p:cNvGrpSpPr/>
            <p:nvPr/>
          </p:nvGrpSpPr>
          <p:grpSpPr>
            <a:xfrm>
              <a:off x="5247267" y="8117813"/>
              <a:ext cx="817082" cy="688189"/>
              <a:chOff x="3890963" y="2438774"/>
              <a:chExt cx="1085661" cy="914400"/>
            </a:xfrm>
          </p:grpSpPr>
          <p:pic>
            <p:nvPicPr>
              <p:cNvPr id="133" name="Graphique 197" descr="Culturiste avec un remplissage uni">
                <a:extLst>
                  <a:ext uri="{FF2B5EF4-FFF2-40B4-BE49-F238E27FC236}">
                    <a16:creationId xmlns:a16="http://schemas.microsoft.com/office/drawing/2014/main" id="{97E55981-771A-1B4F-5CDC-C29B1BE9B7E6}"/>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3981356" y="2438774"/>
                <a:ext cx="914400" cy="914400"/>
              </a:xfrm>
              <a:prstGeom prst="rect">
                <a:avLst/>
              </a:prstGeom>
            </p:spPr>
          </p:pic>
          <p:sp>
            <p:nvSpPr>
              <p:cNvPr id="134" name="Rectangle 198">
                <a:extLst>
                  <a:ext uri="{FF2B5EF4-FFF2-40B4-BE49-F238E27FC236}">
                    <a16:creationId xmlns:a16="http://schemas.microsoft.com/office/drawing/2014/main" id="{6DC859A9-38E0-F0CC-AEB2-750BC39EB71C}"/>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199">
                <a:extLst>
                  <a:ext uri="{FF2B5EF4-FFF2-40B4-BE49-F238E27FC236}">
                    <a16:creationId xmlns:a16="http://schemas.microsoft.com/office/drawing/2014/main" id="{5727CC43-BB93-3296-F533-AADB36BF798B}"/>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32" name="Rectangle 196">
              <a:extLst>
                <a:ext uri="{FF2B5EF4-FFF2-40B4-BE49-F238E27FC236}">
                  <a16:creationId xmlns:a16="http://schemas.microsoft.com/office/drawing/2014/main" id="{654FA93B-0559-2219-9CCF-1584F9D563BF}"/>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36" name="Groupe 200">
            <a:extLst>
              <a:ext uri="{FF2B5EF4-FFF2-40B4-BE49-F238E27FC236}">
                <a16:creationId xmlns:a16="http://schemas.microsoft.com/office/drawing/2014/main" id="{ACFCC49F-2590-2019-0612-620415CB18C4}"/>
              </a:ext>
            </a:extLst>
          </p:cNvPr>
          <p:cNvGrpSpPr/>
          <p:nvPr/>
        </p:nvGrpSpPr>
        <p:grpSpPr>
          <a:xfrm flipH="1">
            <a:off x="3862516" y="4970514"/>
            <a:ext cx="433916" cy="870081"/>
            <a:chOff x="5134003" y="2196472"/>
            <a:chExt cx="563254" cy="1156702"/>
          </a:xfrm>
        </p:grpSpPr>
        <p:pic>
          <p:nvPicPr>
            <p:cNvPr id="137" name="Graphique 201" descr="Réussite du groupe avec un remplissage uni">
              <a:extLst>
                <a:ext uri="{FF2B5EF4-FFF2-40B4-BE49-F238E27FC236}">
                  <a16:creationId xmlns:a16="http://schemas.microsoft.com/office/drawing/2014/main" id="{6DE0281D-052C-FAB1-E352-83E574578A91}"/>
                </a:ext>
              </a:extLst>
            </p:cNvPr>
            <p:cNvPicPr>
              <a:picLocks noChangeAspect="1"/>
            </p:cNvPicPr>
            <p:nvPr/>
          </p:nvPicPr>
          <p:blipFill rotWithShape="1">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rcRect l="69977" t="13713" r="6403" b="17430"/>
            <a:stretch/>
          </p:blipFill>
          <p:spPr>
            <a:xfrm>
              <a:off x="5300474" y="2196472"/>
              <a:ext cx="396783" cy="1156702"/>
            </a:xfrm>
            <a:prstGeom prst="rect">
              <a:avLst/>
            </a:prstGeom>
          </p:spPr>
        </p:pic>
        <p:sp>
          <p:nvSpPr>
            <p:cNvPr id="138" name="Rectangle 202">
              <a:extLst>
                <a:ext uri="{FF2B5EF4-FFF2-40B4-BE49-F238E27FC236}">
                  <a16:creationId xmlns:a16="http://schemas.microsoft.com/office/drawing/2014/main" id="{E9496A2D-ACC6-2602-6A12-B10725CB1063}"/>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39" name="Groupe 203">
            <a:extLst>
              <a:ext uri="{FF2B5EF4-FFF2-40B4-BE49-F238E27FC236}">
                <a16:creationId xmlns:a16="http://schemas.microsoft.com/office/drawing/2014/main" id="{CF26DE29-0D9C-BC2F-503C-6927EE7195AC}"/>
              </a:ext>
            </a:extLst>
          </p:cNvPr>
          <p:cNvGrpSpPr/>
          <p:nvPr/>
        </p:nvGrpSpPr>
        <p:grpSpPr>
          <a:xfrm flipH="1">
            <a:off x="5918661" y="3527340"/>
            <a:ext cx="371891" cy="757389"/>
            <a:chOff x="5134003" y="2196472"/>
            <a:chExt cx="563254" cy="1156702"/>
          </a:xfrm>
        </p:grpSpPr>
        <p:pic>
          <p:nvPicPr>
            <p:cNvPr id="140" name="Graphique 204" descr="Réussite du groupe avec un remplissage uni">
              <a:extLst>
                <a:ext uri="{FF2B5EF4-FFF2-40B4-BE49-F238E27FC236}">
                  <a16:creationId xmlns:a16="http://schemas.microsoft.com/office/drawing/2014/main" id="{63D793D0-2B6E-4EDE-DC0E-5C22B51EA982}"/>
                </a:ext>
              </a:extLst>
            </p:cNvPr>
            <p:cNvPicPr>
              <a:picLocks noChangeAspect="1"/>
            </p:cNvPicPr>
            <p:nvPr/>
          </p:nvPicPr>
          <p:blipFill rotWithShape="1">
            <a:blip r:embed="rId14" cstate="screen">
              <a:extLst>
                <a:ext uri="{28A0092B-C50C-407E-A947-70E740481C1C}">
                  <a14:useLocalDpi xmlns:a14="http://schemas.microsoft.com/office/drawing/2010/main"/>
                </a:ext>
                <a:ext uri="{96DAC541-7B7A-43D3-8B79-37D633B846F1}">
                  <asvg:svgBlip xmlns:asvg="http://schemas.microsoft.com/office/drawing/2016/SVG/main" r:embed="rId15"/>
                </a:ext>
              </a:extLst>
            </a:blip>
            <a:srcRect l="69977" t="13713" r="6403" b="17430"/>
            <a:stretch/>
          </p:blipFill>
          <p:spPr>
            <a:xfrm>
              <a:off x="5300474" y="2196472"/>
              <a:ext cx="396783" cy="1156702"/>
            </a:xfrm>
            <a:prstGeom prst="rect">
              <a:avLst/>
            </a:prstGeom>
          </p:spPr>
        </p:pic>
        <p:sp>
          <p:nvSpPr>
            <p:cNvPr id="141" name="Rectangle 205">
              <a:extLst>
                <a:ext uri="{FF2B5EF4-FFF2-40B4-BE49-F238E27FC236}">
                  <a16:creationId xmlns:a16="http://schemas.microsoft.com/office/drawing/2014/main" id="{AC06D115-C71F-B997-9E24-FD63704B3AD7}"/>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42" name="Graphique 8" descr="Mur de briques en construction avec un remplissage uni">
            <a:extLst>
              <a:ext uri="{FF2B5EF4-FFF2-40B4-BE49-F238E27FC236}">
                <a16:creationId xmlns:a16="http://schemas.microsoft.com/office/drawing/2014/main" id="{11BFAECD-5C79-8435-D41F-E75939417814}"/>
              </a:ext>
            </a:extLst>
          </p:cNvPr>
          <p:cNvPicPr>
            <a:picLocks noChangeAspect="1"/>
          </p:cNvPicPr>
          <p:nvPr/>
        </p:nvPicPr>
        <p:blipFill>
          <a:blip r:embed="rId18">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flipH="1">
            <a:off x="7909757" y="5638765"/>
            <a:ext cx="678523" cy="686587"/>
          </a:xfrm>
          <a:prstGeom prst="rect">
            <a:avLst/>
          </a:prstGeom>
        </p:spPr>
      </p:pic>
      <p:pic>
        <p:nvPicPr>
          <p:cNvPr id="143" name="Graphique 248" descr="Mur de briques en construction avec un remplissage uni">
            <a:extLst>
              <a:ext uri="{FF2B5EF4-FFF2-40B4-BE49-F238E27FC236}">
                <a16:creationId xmlns:a16="http://schemas.microsoft.com/office/drawing/2014/main" id="{4962277E-4851-3649-CE9E-4EDF0B9F4426}"/>
              </a:ext>
            </a:extLst>
          </p:cNvPr>
          <p:cNvPicPr>
            <a:picLocks noChangeAspect="1"/>
          </p:cNvPicPr>
          <p:nvPr/>
        </p:nvPicPr>
        <p:blipFill>
          <a:blip r:embed="rId20">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flipH="1">
            <a:off x="7869882" y="4603429"/>
            <a:ext cx="678523" cy="686587"/>
          </a:xfrm>
          <a:prstGeom prst="rect">
            <a:avLst/>
          </a:prstGeom>
        </p:spPr>
      </p:pic>
      <p:sp>
        <p:nvSpPr>
          <p:cNvPr id="144" name="Rectangle 2">
            <a:extLst>
              <a:ext uri="{FF2B5EF4-FFF2-40B4-BE49-F238E27FC236}">
                <a16:creationId xmlns:a16="http://schemas.microsoft.com/office/drawing/2014/main" id="{8E439821-F18F-6062-9541-F47E8F337B2A}"/>
              </a:ext>
            </a:extLst>
          </p:cNvPr>
          <p:cNvSpPr/>
          <p:nvPr/>
        </p:nvSpPr>
        <p:spPr>
          <a:xfrm>
            <a:off x="3252179" y="3133605"/>
            <a:ext cx="1497384"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Alice – </a:t>
            </a:r>
            <a:r>
              <a:rPr lang="en-US" sz="1200" dirty="0">
                <a:solidFill>
                  <a:schemeClr val="tx1"/>
                </a:solidFill>
              </a:rPr>
              <a:t>Can use influence with top managers</a:t>
            </a:r>
          </a:p>
        </p:txBody>
      </p:sp>
      <p:sp>
        <p:nvSpPr>
          <p:cNvPr id="145" name="Rectangle 176">
            <a:extLst>
              <a:ext uri="{FF2B5EF4-FFF2-40B4-BE49-F238E27FC236}">
                <a16:creationId xmlns:a16="http://schemas.microsoft.com/office/drawing/2014/main" id="{A8B881CC-529D-F497-33C6-ADE4480B2D63}"/>
              </a:ext>
            </a:extLst>
          </p:cNvPr>
          <p:cNvSpPr/>
          <p:nvPr/>
        </p:nvSpPr>
        <p:spPr>
          <a:xfrm>
            <a:off x="3280835" y="4089532"/>
            <a:ext cx="1312522"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Charlie –</a:t>
            </a:r>
            <a:r>
              <a:rPr lang="en-US" sz="1200" dirty="0">
                <a:solidFill>
                  <a:schemeClr val="tx1"/>
                </a:solidFill>
              </a:rPr>
              <a:t> Can share about New Ways of Learning</a:t>
            </a:r>
          </a:p>
        </p:txBody>
      </p:sp>
      <p:sp>
        <p:nvSpPr>
          <p:cNvPr id="146" name="Rectangle 177">
            <a:extLst>
              <a:ext uri="{FF2B5EF4-FFF2-40B4-BE49-F238E27FC236}">
                <a16:creationId xmlns:a16="http://schemas.microsoft.com/office/drawing/2014/main" id="{724A418B-5059-164D-41A6-7FE63A4905B5}"/>
              </a:ext>
            </a:extLst>
          </p:cNvPr>
          <p:cNvSpPr/>
          <p:nvPr/>
        </p:nvSpPr>
        <p:spPr>
          <a:xfrm>
            <a:off x="6146777" y="5242218"/>
            <a:ext cx="954777"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Gary –</a:t>
            </a:r>
            <a:r>
              <a:rPr lang="en-US" sz="1200" dirty="0">
                <a:solidFill>
                  <a:schemeClr val="tx1"/>
                </a:solidFill>
              </a:rPr>
              <a:t> Can get extra budget </a:t>
            </a:r>
          </a:p>
        </p:txBody>
      </p:sp>
      <p:sp>
        <p:nvSpPr>
          <p:cNvPr id="147" name="Rectangle 206">
            <a:extLst>
              <a:ext uri="{FF2B5EF4-FFF2-40B4-BE49-F238E27FC236}">
                <a16:creationId xmlns:a16="http://schemas.microsoft.com/office/drawing/2014/main" id="{91865901-C4CF-7F60-F06D-92150F21578B}"/>
              </a:ext>
            </a:extLst>
          </p:cNvPr>
          <p:cNvSpPr/>
          <p:nvPr/>
        </p:nvSpPr>
        <p:spPr>
          <a:xfrm>
            <a:off x="6045429" y="2695698"/>
            <a:ext cx="1174079"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Bob </a:t>
            </a:r>
            <a:r>
              <a:rPr lang="en-US" sz="1200" dirty="0">
                <a:solidFill>
                  <a:schemeClr val="tx1"/>
                </a:solidFill>
              </a:rPr>
              <a:t>– Can organize Staff schedules</a:t>
            </a:r>
          </a:p>
        </p:txBody>
      </p:sp>
      <p:sp>
        <p:nvSpPr>
          <p:cNvPr id="148" name="Rectangle 207">
            <a:extLst>
              <a:ext uri="{FF2B5EF4-FFF2-40B4-BE49-F238E27FC236}">
                <a16:creationId xmlns:a16="http://schemas.microsoft.com/office/drawing/2014/main" id="{71AAB50D-D527-9216-1E5E-2C769BEF5B17}"/>
              </a:ext>
            </a:extLst>
          </p:cNvPr>
          <p:cNvSpPr/>
          <p:nvPr/>
        </p:nvSpPr>
        <p:spPr>
          <a:xfrm>
            <a:off x="5184261" y="4542650"/>
            <a:ext cx="1425447"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Erin –</a:t>
            </a:r>
            <a:r>
              <a:rPr lang="en-US" sz="1200" dirty="0">
                <a:solidFill>
                  <a:schemeClr val="tx1"/>
                </a:solidFill>
              </a:rPr>
              <a:t> Can optimize costs for learning suppliers</a:t>
            </a:r>
          </a:p>
        </p:txBody>
      </p:sp>
      <p:sp>
        <p:nvSpPr>
          <p:cNvPr id="149" name="Rectangle 208">
            <a:extLst>
              <a:ext uri="{FF2B5EF4-FFF2-40B4-BE49-F238E27FC236}">
                <a16:creationId xmlns:a16="http://schemas.microsoft.com/office/drawing/2014/main" id="{5B96AB65-3FF6-DF6E-C672-9B94A47B0588}"/>
              </a:ext>
            </a:extLst>
          </p:cNvPr>
          <p:cNvSpPr/>
          <p:nvPr/>
        </p:nvSpPr>
        <p:spPr>
          <a:xfrm>
            <a:off x="6111048" y="3681303"/>
            <a:ext cx="1358711" cy="6626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Donna – </a:t>
            </a:r>
            <a:r>
              <a:rPr lang="en-US" sz="1200" dirty="0">
                <a:solidFill>
                  <a:schemeClr val="tx1"/>
                </a:solidFill>
              </a:rPr>
              <a:t>Can benchmark and bootstrap learning platforms </a:t>
            </a:r>
          </a:p>
        </p:txBody>
      </p:sp>
      <p:sp>
        <p:nvSpPr>
          <p:cNvPr id="150" name="Rectangle 209">
            <a:extLst>
              <a:ext uri="{FF2B5EF4-FFF2-40B4-BE49-F238E27FC236}">
                <a16:creationId xmlns:a16="http://schemas.microsoft.com/office/drawing/2014/main" id="{F788770E-9301-2649-7094-44601F10BD1A}"/>
              </a:ext>
            </a:extLst>
          </p:cNvPr>
          <p:cNvSpPr/>
          <p:nvPr/>
        </p:nvSpPr>
        <p:spPr>
          <a:xfrm>
            <a:off x="3793860" y="5405554"/>
            <a:ext cx="1182376" cy="87008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Francis –</a:t>
            </a:r>
            <a:r>
              <a:rPr lang="en-US" sz="1200" dirty="0">
                <a:solidFill>
                  <a:schemeClr val="tx1"/>
                </a:solidFill>
              </a:rPr>
              <a:t> Can coach Learning Communities for better results</a:t>
            </a:r>
          </a:p>
        </p:txBody>
      </p:sp>
      <p:sp>
        <p:nvSpPr>
          <p:cNvPr id="151" name="Rectangle 210">
            <a:extLst>
              <a:ext uri="{FF2B5EF4-FFF2-40B4-BE49-F238E27FC236}">
                <a16:creationId xmlns:a16="http://schemas.microsoft.com/office/drawing/2014/main" id="{FD922A47-02D8-054A-4E77-AD3056FE25B9}"/>
              </a:ext>
            </a:extLst>
          </p:cNvPr>
          <p:cNvSpPr/>
          <p:nvPr/>
        </p:nvSpPr>
        <p:spPr>
          <a:xfrm>
            <a:off x="8251819" y="4976833"/>
            <a:ext cx="1493229" cy="62636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Alice + Bob + Francis</a:t>
            </a:r>
          </a:p>
          <a:p>
            <a:pPr algn="ctr"/>
            <a:r>
              <a:rPr lang="en-US" sz="1200" dirty="0">
                <a:solidFill>
                  <a:schemeClr val="tx1"/>
                </a:solidFill>
              </a:rPr>
              <a:t>Find best practices to optimize Learning operations </a:t>
            </a:r>
          </a:p>
        </p:txBody>
      </p:sp>
      <p:sp>
        <p:nvSpPr>
          <p:cNvPr id="152" name="Rectangle 211">
            <a:extLst>
              <a:ext uri="{FF2B5EF4-FFF2-40B4-BE49-F238E27FC236}">
                <a16:creationId xmlns:a16="http://schemas.microsoft.com/office/drawing/2014/main" id="{85DB2762-232A-EB14-C6EB-9DFAE7DC6D1B}"/>
              </a:ext>
            </a:extLst>
          </p:cNvPr>
          <p:cNvSpPr/>
          <p:nvPr/>
        </p:nvSpPr>
        <p:spPr>
          <a:xfrm>
            <a:off x="8191814" y="5941421"/>
            <a:ext cx="1671487" cy="7326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Gary + Alice + Erin </a:t>
            </a:r>
            <a:r>
              <a:rPr lang="en-US" sz="1200" dirty="0">
                <a:solidFill>
                  <a:schemeClr val="tx1"/>
                </a:solidFill>
              </a:rPr>
              <a:t>:</a:t>
            </a:r>
          </a:p>
          <a:p>
            <a:pPr algn="ctr"/>
            <a:r>
              <a:rPr lang="en-US" sz="1200" dirty="0">
                <a:solidFill>
                  <a:schemeClr val="tx1"/>
                </a:solidFill>
              </a:rPr>
              <a:t>Create a Business case for learning to show to other executives</a:t>
            </a:r>
          </a:p>
        </p:txBody>
      </p:sp>
      <p:sp>
        <p:nvSpPr>
          <p:cNvPr id="153" name="Rectangle 212">
            <a:extLst>
              <a:ext uri="{FF2B5EF4-FFF2-40B4-BE49-F238E27FC236}">
                <a16:creationId xmlns:a16="http://schemas.microsoft.com/office/drawing/2014/main" id="{2F569E41-FF31-372A-024C-A9461C867577}"/>
              </a:ext>
            </a:extLst>
          </p:cNvPr>
          <p:cNvSpPr/>
          <p:nvPr/>
        </p:nvSpPr>
        <p:spPr>
          <a:xfrm>
            <a:off x="10298571" y="6073442"/>
            <a:ext cx="1518562" cy="68658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Show strong consistency with company business model</a:t>
            </a:r>
          </a:p>
        </p:txBody>
      </p:sp>
      <p:sp>
        <p:nvSpPr>
          <p:cNvPr id="154" name="Rectangle 213">
            <a:extLst>
              <a:ext uri="{FF2B5EF4-FFF2-40B4-BE49-F238E27FC236}">
                <a16:creationId xmlns:a16="http://schemas.microsoft.com/office/drawing/2014/main" id="{94279BBE-3133-D938-32FE-5C26D5F5480E}"/>
              </a:ext>
            </a:extLst>
          </p:cNvPr>
          <p:cNvSpPr/>
          <p:nvPr/>
        </p:nvSpPr>
        <p:spPr>
          <a:xfrm>
            <a:off x="10295839" y="4592510"/>
            <a:ext cx="1493230" cy="68658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Durably change Learning Culture in the Company</a:t>
            </a:r>
          </a:p>
        </p:txBody>
      </p:sp>
      <p:sp>
        <p:nvSpPr>
          <p:cNvPr id="155" name="Rectangle 214">
            <a:extLst>
              <a:ext uri="{FF2B5EF4-FFF2-40B4-BE49-F238E27FC236}">
                <a16:creationId xmlns:a16="http://schemas.microsoft.com/office/drawing/2014/main" id="{C5E6FFAE-195A-7C5D-3D42-7F32B55471D6}"/>
              </a:ext>
            </a:extLst>
          </p:cNvPr>
          <p:cNvSpPr/>
          <p:nvPr/>
        </p:nvSpPr>
        <p:spPr>
          <a:xfrm>
            <a:off x="8190629" y="3633946"/>
            <a:ext cx="1592607" cy="62636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Donna + Erin + Charlie : </a:t>
            </a:r>
            <a:r>
              <a:rPr lang="en-US" sz="1200" dirty="0">
                <a:solidFill>
                  <a:schemeClr val="tx1"/>
                </a:solidFill>
              </a:rPr>
              <a:t>Combined search for innovative solutions</a:t>
            </a:r>
          </a:p>
        </p:txBody>
      </p:sp>
      <p:sp>
        <p:nvSpPr>
          <p:cNvPr id="156" name="Rectangle 215">
            <a:extLst>
              <a:ext uri="{FF2B5EF4-FFF2-40B4-BE49-F238E27FC236}">
                <a16:creationId xmlns:a16="http://schemas.microsoft.com/office/drawing/2014/main" id="{0C13209B-913B-B7AD-F245-BE13A9CCFC8A}"/>
              </a:ext>
            </a:extLst>
          </p:cNvPr>
          <p:cNvSpPr/>
          <p:nvPr/>
        </p:nvSpPr>
        <p:spPr>
          <a:xfrm>
            <a:off x="10299530" y="5321682"/>
            <a:ext cx="1493230" cy="68658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Cover multiple teams and communities in a same year</a:t>
            </a:r>
          </a:p>
        </p:txBody>
      </p:sp>
      <p:sp>
        <p:nvSpPr>
          <p:cNvPr id="158" name="Segnaposto contenuto 2">
            <a:extLst>
              <a:ext uri="{FF2B5EF4-FFF2-40B4-BE49-F238E27FC236}">
                <a16:creationId xmlns:a16="http://schemas.microsoft.com/office/drawing/2014/main" id="{60552458-892E-3F34-9337-4229E8A32160}"/>
              </a:ext>
            </a:extLst>
          </p:cNvPr>
          <p:cNvSpPr>
            <a:spLocks noGrp="1"/>
          </p:cNvSpPr>
          <p:nvPr>
            <p:ph idx="1"/>
          </p:nvPr>
        </p:nvSpPr>
        <p:spPr>
          <a:xfrm>
            <a:off x="380935" y="3717827"/>
            <a:ext cx="2731568" cy="2844799"/>
          </a:xfrm>
        </p:spPr>
        <p:txBody>
          <a:bodyPr>
            <a:normAutofit/>
          </a:bodyPr>
          <a:lstStyle/>
          <a:p>
            <a:pPr marL="0" indent="0">
              <a:buNone/>
            </a:pPr>
            <a:r>
              <a:rPr lang="en-US" sz="1400" dirty="0"/>
              <a:t>Your team includes</a:t>
            </a:r>
          </a:p>
          <a:p>
            <a:pPr marL="0" indent="0">
              <a:buNone/>
            </a:pPr>
            <a:r>
              <a:rPr lang="en-US" sz="1400" dirty="0"/>
              <a:t>Alice – Yourself</a:t>
            </a:r>
          </a:p>
          <a:p>
            <a:pPr marL="0" indent="0">
              <a:buNone/>
            </a:pPr>
            <a:r>
              <a:rPr lang="en-US" sz="1400" dirty="0"/>
              <a:t>Bob – Staff Manager</a:t>
            </a:r>
          </a:p>
          <a:p>
            <a:pPr marL="0" indent="0">
              <a:buNone/>
            </a:pPr>
            <a:r>
              <a:rPr lang="en-US" sz="1400" dirty="0"/>
              <a:t>Charlie – Learning Expert</a:t>
            </a:r>
          </a:p>
          <a:p>
            <a:pPr marL="0" indent="0">
              <a:buNone/>
            </a:pPr>
            <a:r>
              <a:rPr lang="en-US" sz="1400" dirty="0"/>
              <a:t>Donna – Platform expert</a:t>
            </a:r>
          </a:p>
          <a:p>
            <a:pPr marL="0" indent="0">
              <a:buNone/>
            </a:pPr>
            <a:r>
              <a:rPr lang="en-US" sz="1400" dirty="0"/>
              <a:t>Erin – Training Suppliers Manager</a:t>
            </a:r>
          </a:p>
          <a:p>
            <a:pPr marL="0" indent="0">
              <a:buNone/>
            </a:pPr>
            <a:r>
              <a:rPr lang="en-US" sz="1400" dirty="0"/>
              <a:t>Francis – Community Building expert</a:t>
            </a:r>
          </a:p>
          <a:p>
            <a:pPr marL="0" indent="0">
              <a:buNone/>
            </a:pPr>
            <a:r>
              <a:rPr lang="en-US" sz="1400" dirty="0"/>
              <a:t>Gary – Budget Manager</a:t>
            </a:r>
          </a:p>
          <a:p>
            <a:pPr marL="0" indent="0">
              <a:buNone/>
            </a:pPr>
            <a:endParaRPr lang="en-US" sz="1400" dirty="0"/>
          </a:p>
          <a:p>
            <a:pPr marL="0" indent="0">
              <a:buNone/>
            </a:pPr>
            <a:endParaRPr lang="en-US" sz="1200" dirty="0"/>
          </a:p>
        </p:txBody>
      </p:sp>
    </p:spTree>
    <p:extLst>
      <p:ext uri="{BB962C8B-B14F-4D97-AF65-F5344CB8AC3E}">
        <p14:creationId xmlns:p14="http://schemas.microsoft.com/office/powerpoint/2010/main" val="260661197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A9A9840-127B-1BE3-B39A-28456D9D01F5}"/>
              </a:ext>
            </a:extLst>
          </p:cNvPr>
          <p:cNvSpPr>
            <a:spLocks noGrp="1"/>
          </p:cNvSpPr>
          <p:nvPr>
            <p:ph type="title"/>
          </p:nvPr>
        </p:nvSpPr>
        <p:spPr/>
        <p:txBody>
          <a:bodyPr>
            <a:noAutofit/>
          </a:bodyPr>
          <a:lstStyle/>
          <a:p>
            <a:r>
              <a:rPr lang="en-US" sz="3200" dirty="0"/>
              <a:t>Use Case 1 </a:t>
            </a:r>
            <a:br>
              <a:rPr lang="en-US" sz="3200" dirty="0"/>
            </a:br>
            <a:r>
              <a:rPr lang="en-US" sz="3200" dirty="0"/>
              <a:t>An enterprise transformation project about learning</a:t>
            </a:r>
          </a:p>
        </p:txBody>
      </p:sp>
      <p:sp>
        <p:nvSpPr>
          <p:cNvPr id="11" name="Flèche : droite 4">
            <a:extLst>
              <a:ext uri="{FF2B5EF4-FFF2-40B4-BE49-F238E27FC236}">
                <a16:creationId xmlns:a16="http://schemas.microsoft.com/office/drawing/2014/main" id="{D685F454-8AF5-8E9D-CE15-22DE00B91CAE}"/>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TOO LATE</a:t>
            </a:r>
          </a:p>
          <a:p>
            <a:pPr algn="ctr"/>
            <a:endParaRPr lang="en-US">
              <a:solidFill>
                <a:schemeClr val="tx1"/>
              </a:solidFill>
            </a:endParaRPr>
          </a:p>
          <a:p>
            <a:pPr algn="ctr"/>
            <a:r>
              <a:rPr lang="en-US" sz="1200">
                <a:solidFill>
                  <a:schemeClr val="tx1"/>
                </a:solidFill>
              </a:rPr>
              <a:t>Describe examples of times that would be too late to launch the Project / Product</a:t>
            </a:r>
          </a:p>
        </p:txBody>
      </p:sp>
      <p:sp>
        <p:nvSpPr>
          <p:cNvPr id="12" name="Rectangle 5">
            <a:extLst>
              <a:ext uri="{FF2B5EF4-FFF2-40B4-BE49-F238E27FC236}">
                <a16:creationId xmlns:a16="http://schemas.microsoft.com/office/drawing/2014/main" id="{3B12E90E-0E48-60E9-6219-F4DA7D9B36DE}"/>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t>OUR WINDOW OF OPPORTUNITY</a:t>
            </a:r>
          </a:p>
          <a:p>
            <a:pPr algn="ctr"/>
            <a:endParaRPr lang="en-US"/>
          </a:p>
          <a:p>
            <a:pPr algn="ctr"/>
            <a:r>
              <a:rPr lang="en-US" sz="1200"/>
              <a:t>Duration of window of opportunity to launch and how Project / Product will intercept this window (first actions)</a:t>
            </a:r>
          </a:p>
        </p:txBody>
      </p:sp>
      <p:sp>
        <p:nvSpPr>
          <p:cNvPr id="13" name="Rectangle 6">
            <a:extLst>
              <a:ext uri="{FF2B5EF4-FFF2-40B4-BE49-F238E27FC236}">
                <a16:creationId xmlns:a16="http://schemas.microsoft.com/office/drawing/2014/main" id="{F01E7664-2433-53C7-10E7-1E91AA41F69A}"/>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TOO EARLY</a:t>
            </a:r>
          </a:p>
          <a:p>
            <a:pPr algn="ctr"/>
            <a:endParaRPr lang="en-US">
              <a:solidFill>
                <a:schemeClr val="tx1"/>
              </a:solidFill>
            </a:endParaRPr>
          </a:p>
          <a:p>
            <a:pPr algn="ctr"/>
            <a:r>
              <a:rPr lang="en-US" sz="1200">
                <a:solidFill>
                  <a:schemeClr val="tx1"/>
                </a:solidFill>
              </a:rPr>
              <a:t>Describe examples of times / moments that were too early for the Project / Product to launch</a:t>
            </a:r>
          </a:p>
        </p:txBody>
      </p:sp>
      <p:sp>
        <p:nvSpPr>
          <p:cNvPr id="14" name="Rectangle 7">
            <a:extLst>
              <a:ext uri="{FF2B5EF4-FFF2-40B4-BE49-F238E27FC236}">
                <a16:creationId xmlns:a16="http://schemas.microsoft.com/office/drawing/2014/main" id="{B775C4FC-F439-7DFB-C557-A26DBB8A8B9C}"/>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LAUNCH TRIGGERS</a:t>
            </a:r>
          </a:p>
          <a:p>
            <a:pPr algn="ctr"/>
            <a:endParaRPr lang="en-US" dirty="0">
              <a:solidFill>
                <a:schemeClr val="tx1"/>
              </a:solidFill>
            </a:endParaRPr>
          </a:p>
          <a:p>
            <a:pPr algn="ctr"/>
            <a:r>
              <a:rPr lang="en-US" sz="1200" dirty="0">
                <a:solidFill>
                  <a:schemeClr val="tx1"/>
                </a:solidFill>
              </a:rPr>
              <a:t>Noticeable events that lead us to launch soon or now</a:t>
            </a:r>
          </a:p>
        </p:txBody>
      </p:sp>
      <p:sp>
        <p:nvSpPr>
          <p:cNvPr id="15" name="Rectangle 8">
            <a:extLst>
              <a:ext uri="{FF2B5EF4-FFF2-40B4-BE49-F238E27FC236}">
                <a16:creationId xmlns:a16="http://schemas.microsoft.com/office/drawing/2014/main" id="{EC218C87-D8FE-4E45-56CA-2E45DD30DB1A}"/>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PIVOT TRIGGERS</a:t>
            </a:r>
          </a:p>
          <a:p>
            <a:pPr algn="ctr"/>
            <a:endParaRPr lang="en-US">
              <a:solidFill>
                <a:schemeClr val="tx1"/>
              </a:solidFill>
            </a:endParaRPr>
          </a:p>
          <a:p>
            <a:pPr algn="ctr"/>
            <a:r>
              <a:rPr lang="en-US" sz="1200">
                <a:solidFill>
                  <a:schemeClr val="tx1"/>
                </a:solidFill>
              </a:rPr>
              <a:t>Noticeable events or dates that can lead us to pivot our launch conditions before it is too late</a:t>
            </a:r>
          </a:p>
        </p:txBody>
      </p:sp>
      <p:sp>
        <p:nvSpPr>
          <p:cNvPr id="16" name="Rectangle 9">
            <a:extLst>
              <a:ext uri="{FF2B5EF4-FFF2-40B4-BE49-F238E27FC236}">
                <a16:creationId xmlns:a16="http://schemas.microsoft.com/office/drawing/2014/main" id="{E67DB36E-F593-C5F4-6DB8-AEB96EB2DD7A}"/>
              </a:ext>
            </a:extLst>
          </p:cNvPr>
          <p:cNvSpPr/>
          <p:nvPr/>
        </p:nvSpPr>
        <p:spPr>
          <a:xfrm>
            <a:off x="287362" y="3829403"/>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Learning was not the priority during international expansion phase</a:t>
            </a:r>
          </a:p>
        </p:txBody>
      </p:sp>
      <p:sp>
        <p:nvSpPr>
          <p:cNvPr id="17" name="Rectangle 10">
            <a:extLst>
              <a:ext uri="{FF2B5EF4-FFF2-40B4-BE49-F238E27FC236}">
                <a16:creationId xmlns:a16="http://schemas.microsoft.com/office/drawing/2014/main" id="{E6FFB597-BA97-4CA8-A415-B609C6036641}"/>
              </a:ext>
            </a:extLst>
          </p:cNvPr>
          <p:cNvSpPr/>
          <p:nvPr/>
        </p:nvSpPr>
        <p:spPr>
          <a:xfrm>
            <a:off x="1301256" y="4051344"/>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Company was satisfied with all performance</a:t>
            </a:r>
          </a:p>
        </p:txBody>
      </p:sp>
      <p:sp>
        <p:nvSpPr>
          <p:cNvPr id="18" name="Rectangle 11">
            <a:extLst>
              <a:ext uri="{FF2B5EF4-FFF2-40B4-BE49-F238E27FC236}">
                <a16:creationId xmlns:a16="http://schemas.microsoft.com/office/drawing/2014/main" id="{AB3335A9-BA06-F564-865B-05511A68DC42}"/>
              </a:ext>
            </a:extLst>
          </p:cNvPr>
          <p:cNvSpPr/>
          <p:nvPr/>
        </p:nvSpPr>
        <p:spPr>
          <a:xfrm>
            <a:off x="287762" y="4908486"/>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No problems of attrition due to “lack of learning”</a:t>
            </a:r>
          </a:p>
        </p:txBody>
      </p:sp>
      <p:sp>
        <p:nvSpPr>
          <p:cNvPr id="19" name="Rectangle 12">
            <a:extLst>
              <a:ext uri="{FF2B5EF4-FFF2-40B4-BE49-F238E27FC236}">
                <a16:creationId xmlns:a16="http://schemas.microsoft.com/office/drawing/2014/main" id="{E0569BAE-A862-F5BF-0510-F3E10AE91112}"/>
              </a:ext>
            </a:extLst>
          </p:cNvPr>
          <p:cNvSpPr/>
          <p:nvPr/>
        </p:nvSpPr>
        <p:spPr>
          <a:xfrm>
            <a:off x="2717466" y="3940820"/>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New innovative competitors and technologies</a:t>
            </a:r>
          </a:p>
        </p:txBody>
      </p:sp>
      <p:sp>
        <p:nvSpPr>
          <p:cNvPr id="20" name="Rectangle 13">
            <a:extLst>
              <a:ext uri="{FF2B5EF4-FFF2-40B4-BE49-F238E27FC236}">
                <a16:creationId xmlns:a16="http://schemas.microsoft.com/office/drawing/2014/main" id="{3329E95A-C430-88A1-8AF6-711B3094F9A3}"/>
              </a:ext>
            </a:extLst>
          </p:cNvPr>
          <p:cNvSpPr/>
          <p:nvPr/>
        </p:nvSpPr>
        <p:spPr>
          <a:xfrm>
            <a:off x="2749636" y="4966638"/>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Everybody was forced into learning during Covid19 crisis</a:t>
            </a:r>
          </a:p>
        </p:txBody>
      </p:sp>
      <p:sp>
        <p:nvSpPr>
          <p:cNvPr id="21" name="Rectangle 14">
            <a:extLst>
              <a:ext uri="{FF2B5EF4-FFF2-40B4-BE49-F238E27FC236}">
                <a16:creationId xmlns:a16="http://schemas.microsoft.com/office/drawing/2014/main" id="{52D531BF-E6CD-0BE6-362A-B99C7ECE068E}"/>
              </a:ext>
            </a:extLst>
          </p:cNvPr>
          <p:cNvSpPr/>
          <p:nvPr/>
        </p:nvSpPr>
        <p:spPr>
          <a:xfrm>
            <a:off x="5227556" y="3330618"/>
            <a:ext cx="884490" cy="106512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Duration : One year before main sponsor (VP of Staff) retires</a:t>
            </a:r>
          </a:p>
        </p:txBody>
      </p:sp>
      <p:sp>
        <p:nvSpPr>
          <p:cNvPr id="22" name="Rectangle 15">
            <a:extLst>
              <a:ext uri="{FF2B5EF4-FFF2-40B4-BE49-F238E27FC236}">
                <a16:creationId xmlns:a16="http://schemas.microsoft.com/office/drawing/2014/main" id="{DB16DF44-DD8E-380F-0D09-B7A3C02688C1}"/>
              </a:ext>
            </a:extLst>
          </p:cNvPr>
          <p:cNvSpPr/>
          <p:nvPr/>
        </p:nvSpPr>
        <p:spPr>
          <a:xfrm>
            <a:off x="4125994" y="3355259"/>
            <a:ext cx="972722" cy="106512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Duration : 3 years (usual budget timeframe for large initiative until it is reviewed)</a:t>
            </a:r>
          </a:p>
        </p:txBody>
      </p:sp>
      <p:sp>
        <p:nvSpPr>
          <p:cNvPr id="23" name="Rectangle 16">
            <a:extLst>
              <a:ext uri="{FF2B5EF4-FFF2-40B4-BE49-F238E27FC236}">
                <a16:creationId xmlns:a16="http://schemas.microsoft.com/office/drawing/2014/main" id="{3F153535-2DC8-9F07-364B-AC9D8827417E}"/>
              </a:ext>
            </a:extLst>
          </p:cNvPr>
          <p:cNvSpPr/>
          <p:nvPr/>
        </p:nvSpPr>
        <p:spPr>
          <a:xfrm>
            <a:off x="5047646" y="4649139"/>
            <a:ext cx="1088144"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First action: Communicate about the ambitions</a:t>
            </a:r>
          </a:p>
        </p:txBody>
      </p:sp>
      <p:sp>
        <p:nvSpPr>
          <p:cNvPr id="24" name="Rectangle 18">
            <a:extLst>
              <a:ext uri="{FF2B5EF4-FFF2-40B4-BE49-F238E27FC236}">
                <a16:creationId xmlns:a16="http://schemas.microsoft.com/office/drawing/2014/main" id="{4FAC6B43-F123-77E2-7D72-BECCCEAD7952}"/>
              </a:ext>
            </a:extLst>
          </p:cNvPr>
          <p:cNvSpPr/>
          <p:nvPr/>
        </p:nvSpPr>
        <p:spPr>
          <a:xfrm>
            <a:off x="7846552" y="4301428"/>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Acquisition from our large competitor</a:t>
            </a:r>
          </a:p>
        </p:txBody>
      </p:sp>
      <p:sp>
        <p:nvSpPr>
          <p:cNvPr id="25" name="Rectangle 19">
            <a:extLst>
              <a:ext uri="{FF2B5EF4-FFF2-40B4-BE49-F238E27FC236}">
                <a16:creationId xmlns:a16="http://schemas.microsoft.com/office/drawing/2014/main" id="{5F60151E-9A7A-1E86-90F7-38DE962505CC}"/>
              </a:ext>
            </a:extLst>
          </p:cNvPr>
          <p:cNvSpPr/>
          <p:nvPr/>
        </p:nvSpPr>
        <p:spPr>
          <a:xfrm>
            <a:off x="9408774" y="3667873"/>
            <a:ext cx="1038570" cy="9500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After current driving members leave the company</a:t>
            </a:r>
          </a:p>
        </p:txBody>
      </p:sp>
      <p:sp>
        <p:nvSpPr>
          <p:cNvPr id="26" name="Rectangle 20">
            <a:extLst>
              <a:ext uri="{FF2B5EF4-FFF2-40B4-BE49-F238E27FC236}">
                <a16:creationId xmlns:a16="http://schemas.microsoft.com/office/drawing/2014/main" id="{A79E8508-BE26-2254-54ED-B32C0ADB3208}"/>
              </a:ext>
            </a:extLst>
          </p:cNvPr>
          <p:cNvSpPr/>
          <p:nvPr/>
        </p:nvSpPr>
        <p:spPr>
          <a:xfrm>
            <a:off x="10498476" y="3863183"/>
            <a:ext cx="972810" cy="9500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After we’re out of our  funds from fundraising</a:t>
            </a:r>
          </a:p>
        </p:txBody>
      </p:sp>
      <p:sp>
        <p:nvSpPr>
          <p:cNvPr id="27" name="Rectangle 21">
            <a:extLst>
              <a:ext uri="{FF2B5EF4-FFF2-40B4-BE49-F238E27FC236}">
                <a16:creationId xmlns:a16="http://schemas.microsoft.com/office/drawing/2014/main" id="{4D8D303A-7040-63F8-11E3-A6256010D94E}"/>
              </a:ext>
            </a:extLst>
          </p:cNvPr>
          <p:cNvSpPr/>
          <p:nvPr/>
        </p:nvSpPr>
        <p:spPr>
          <a:xfrm>
            <a:off x="9304430" y="4649139"/>
            <a:ext cx="1142914" cy="9500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Before another large project takes company’s attention</a:t>
            </a:r>
          </a:p>
        </p:txBody>
      </p:sp>
    </p:spTree>
    <p:extLst>
      <p:ext uri="{BB962C8B-B14F-4D97-AF65-F5344CB8AC3E}">
        <p14:creationId xmlns:p14="http://schemas.microsoft.com/office/powerpoint/2010/main" val="125191685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phique 10" descr="Utilisateur avec un remplissage uni">
            <a:extLst>
              <a:ext uri="{FF2B5EF4-FFF2-40B4-BE49-F238E27FC236}">
                <a16:creationId xmlns:a16="http://schemas.microsoft.com/office/drawing/2014/main" id="{6E542CC0-322C-41E4-9F80-D2ED23C0687A}"/>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31307" y="2493062"/>
            <a:ext cx="634194" cy="634194"/>
          </a:xfrm>
          <a:prstGeom prst="rect">
            <a:avLst/>
          </a:prstGeom>
        </p:spPr>
      </p:pic>
      <p:sp>
        <p:nvSpPr>
          <p:cNvPr id="13" name="Titre 1">
            <a:extLst>
              <a:ext uri="{FF2B5EF4-FFF2-40B4-BE49-F238E27FC236}">
                <a16:creationId xmlns:a16="http://schemas.microsoft.com/office/drawing/2014/main" id="{6EAEBC99-93D9-4D07-AE06-CC637108CB65}"/>
              </a:ext>
            </a:extLst>
          </p:cNvPr>
          <p:cNvSpPr>
            <a:spLocks noGrp="1"/>
          </p:cNvSpPr>
          <p:nvPr>
            <p:ph type="title"/>
          </p:nvPr>
        </p:nvSpPr>
        <p:spPr>
          <a:xfrm>
            <a:off x="838200" y="342948"/>
            <a:ext cx="11106150" cy="1325563"/>
          </a:xfrm>
        </p:spPr>
        <p:txBody>
          <a:bodyPr>
            <a:normAutofit fontScale="90000"/>
          </a:bodyPr>
          <a:lstStyle/>
          <a:p>
            <a:r>
              <a:rPr lang="en-US" sz="4400" dirty="0"/>
              <a:t>Use Case 1 </a:t>
            </a:r>
            <a:br>
              <a:rPr lang="en-US" sz="4400" dirty="0"/>
            </a:br>
            <a:r>
              <a:rPr lang="en-US" sz="4400" dirty="0"/>
              <a:t>An enterprise transformation project about learning</a:t>
            </a:r>
            <a:endParaRPr lang="en-US" dirty="0"/>
          </a:p>
        </p:txBody>
      </p:sp>
      <p:sp>
        <p:nvSpPr>
          <p:cNvPr id="14" name="Flèche : droite 13">
            <a:extLst>
              <a:ext uri="{FF2B5EF4-FFF2-40B4-BE49-F238E27FC236}">
                <a16:creationId xmlns:a16="http://schemas.microsoft.com/office/drawing/2014/main" id="{3376A5AA-3D43-4817-B088-99450E083A21}"/>
              </a:ext>
            </a:extLst>
          </p:cNvPr>
          <p:cNvSpPr/>
          <p:nvPr/>
        </p:nvSpPr>
        <p:spPr>
          <a:xfrm>
            <a:off x="502741" y="5874965"/>
            <a:ext cx="2393521"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Positive side effect</a:t>
            </a:r>
          </a:p>
        </p:txBody>
      </p:sp>
      <p:sp>
        <p:nvSpPr>
          <p:cNvPr id="15" name="Flèche : droite 14">
            <a:extLst>
              <a:ext uri="{FF2B5EF4-FFF2-40B4-BE49-F238E27FC236}">
                <a16:creationId xmlns:a16="http://schemas.microsoft.com/office/drawing/2014/main" id="{5C9ABFA4-A687-4145-A31C-105B1C20D9AF}"/>
              </a:ext>
            </a:extLst>
          </p:cNvPr>
          <p:cNvSpPr/>
          <p:nvPr/>
        </p:nvSpPr>
        <p:spPr>
          <a:xfrm>
            <a:off x="502740" y="5284415"/>
            <a:ext cx="2393521" cy="518621"/>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Direct influence of Project / Product activities</a:t>
            </a:r>
          </a:p>
        </p:txBody>
      </p:sp>
      <p:grpSp>
        <p:nvGrpSpPr>
          <p:cNvPr id="27" name="Groupe 26">
            <a:extLst>
              <a:ext uri="{FF2B5EF4-FFF2-40B4-BE49-F238E27FC236}">
                <a16:creationId xmlns:a16="http://schemas.microsoft.com/office/drawing/2014/main" id="{F9AB6CCF-723B-4980-906A-CCDCCCA4AD49}"/>
              </a:ext>
            </a:extLst>
          </p:cNvPr>
          <p:cNvGrpSpPr/>
          <p:nvPr/>
        </p:nvGrpSpPr>
        <p:grpSpPr>
          <a:xfrm>
            <a:off x="495541" y="3991241"/>
            <a:ext cx="1203959" cy="1114429"/>
            <a:chOff x="495541" y="3991241"/>
            <a:chExt cx="1203959" cy="1114429"/>
          </a:xfrm>
        </p:grpSpPr>
        <p:sp>
          <p:nvSpPr>
            <p:cNvPr id="9" name="Rectangle 8">
              <a:extLst>
                <a:ext uri="{FF2B5EF4-FFF2-40B4-BE49-F238E27FC236}">
                  <a16:creationId xmlns:a16="http://schemas.microsoft.com/office/drawing/2014/main" id="{C8B58C40-E6ED-4393-9EB4-FC5F99B2C0E3}"/>
                </a:ext>
              </a:extLst>
            </p:cNvPr>
            <p:cNvSpPr/>
            <p:nvPr/>
          </p:nvSpPr>
          <p:spPr>
            <a:xfrm>
              <a:off x="495541" y="4471476"/>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 Direct Target group</a:t>
              </a:r>
            </a:p>
          </p:txBody>
        </p:sp>
        <p:pic>
          <p:nvPicPr>
            <p:cNvPr id="17" name="Graphique 16" descr="Utilisateurs avec un remplissage uni">
              <a:extLst>
                <a:ext uri="{FF2B5EF4-FFF2-40B4-BE49-F238E27FC236}">
                  <a16:creationId xmlns:a16="http://schemas.microsoft.com/office/drawing/2014/main" id="{559C9BAC-9BE1-4541-94C8-1F537D283CCA}"/>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28" name="Groupe 27">
            <a:extLst>
              <a:ext uri="{FF2B5EF4-FFF2-40B4-BE49-F238E27FC236}">
                <a16:creationId xmlns:a16="http://schemas.microsoft.com/office/drawing/2014/main" id="{096591E8-D1D6-4B89-860C-EC5AD5A0529E}"/>
              </a:ext>
            </a:extLst>
          </p:cNvPr>
          <p:cNvGrpSpPr/>
          <p:nvPr/>
        </p:nvGrpSpPr>
        <p:grpSpPr>
          <a:xfrm>
            <a:off x="1844480" y="4004145"/>
            <a:ext cx="1203959" cy="1086268"/>
            <a:chOff x="1844480" y="4004145"/>
            <a:chExt cx="1203959" cy="1086268"/>
          </a:xfrm>
        </p:grpSpPr>
        <p:sp>
          <p:nvSpPr>
            <p:cNvPr id="18" name="Rectangle 17">
              <a:extLst>
                <a:ext uri="{FF2B5EF4-FFF2-40B4-BE49-F238E27FC236}">
                  <a16:creationId xmlns:a16="http://schemas.microsoft.com/office/drawing/2014/main" id="{8590B99E-8D90-46E0-A048-4F0FAE841974}"/>
                </a:ext>
              </a:extLst>
            </p:cNvPr>
            <p:cNvSpPr/>
            <p:nvPr/>
          </p:nvSpPr>
          <p:spPr>
            <a:xfrm>
              <a:off x="1844480" y="4456219"/>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Indirect Target group</a:t>
              </a:r>
            </a:p>
          </p:txBody>
        </p:sp>
        <p:pic>
          <p:nvPicPr>
            <p:cNvPr id="19" name="Graphique 18" descr="Utilisateurs avec un remplissage uni">
              <a:extLst>
                <a:ext uri="{FF2B5EF4-FFF2-40B4-BE49-F238E27FC236}">
                  <a16:creationId xmlns:a16="http://schemas.microsoft.com/office/drawing/2014/main" id="{3EE10425-EFDC-4B99-AB2E-57197B8A305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pic>
        <p:nvPicPr>
          <p:cNvPr id="20" name="Graphique 19" descr="Utilisateur avec un remplissage uni">
            <a:extLst>
              <a:ext uri="{FF2B5EF4-FFF2-40B4-BE49-F238E27FC236}">
                <a16:creationId xmlns:a16="http://schemas.microsoft.com/office/drawing/2014/main" id="{91D00918-F5C8-4938-B753-9ACA46A21E62}"/>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551591" y="2478525"/>
            <a:ext cx="634194" cy="634194"/>
          </a:xfrm>
          <a:prstGeom prst="rect">
            <a:avLst/>
          </a:prstGeom>
        </p:spPr>
      </p:pic>
      <p:sp>
        <p:nvSpPr>
          <p:cNvPr id="23" name="ZoneTexte 22">
            <a:extLst>
              <a:ext uri="{FF2B5EF4-FFF2-40B4-BE49-F238E27FC236}">
                <a16:creationId xmlns:a16="http://schemas.microsoft.com/office/drawing/2014/main" id="{AFBBC7D3-B091-431A-8BCA-83F21BE57352}"/>
              </a:ext>
            </a:extLst>
          </p:cNvPr>
          <p:cNvSpPr txBox="1"/>
          <p:nvPr/>
        </p:nvSpPr>
        <p:spPr>
          <a:xfrm>
            <a:off x="1448790" y="3005150"/>
            <a:ext cx="792000" cy="792000"/>
          </a:xfrm>
          <a:prstGeom prst="rect">
            <a:avLst/>
          </a:prstGeom>
          <a:solidFill>
            <a:srgbClr val="FFFF00"/>
          </a:solidFill>
          <a:ln>
            <a:solidFill>
              <a:schemeClr val="tx1"/>
            </a:solidFill>
          </a:ln>
        </p:spPr>
        <p:txBody>
          <a:bodyPr wrap="square">
            <a:noAutofit/>
          </a:bodyPr>
          <a:lstStyle/>
          <a:p>
            <a:pPr algn="ctr"/>
            <a:r>
              <a:rPr lang="en-US" sz="1200" dirty="0">
                <a:solidFill>
                  <a:schemeClr val="tx1"/>
                </a:solidFill>
              </a:rPr>
              <a:t>🎯 Direct Target person</a:t>
            </a:r>
          </a:p>
        </p:txBody>
      </p:sp>
      <p:sp>
        <p:nvSpPr>
          <p:cNvPr id="24" name="Rectangle 23">
            <a:extLst>
              <a:ext uri="{FF2B5EF4-FFF2-40B4-BE49-F238E27FC236}">
                <a16:creationId xmlns:a16="http://schemas.microsoft.com/office/drawing/2014/main" id="{EFF0DE9B-E02C-473A-8B24-A7B6892A878E}"/>
              </a:ext>
            </a:extLst>
          </p:cNvPr>
          <p:cNvSpPr/>
          <p:nvPr/>
        </p:nvSpPr>
        <p:spPr>
          <a:xfrm>
            <a:off x="139505" y="1948921"/>
            <a:ext cx="3409950" cy="467956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rPr>
              <a:t>Map legend</a:t>
            </a:r>
          </a:p>
        </p:txBody>
      </p:sp>
      <p:pic>
        <p:nvPicPr>
          <p:cNvPr id="25" name="Graphique 24" descr="Utilisateur avec un remplissage uni">
            <a:extLst>
              <a:ext uri="{FF2B5EF4-FFF2-40B4-BE49-F238E27FC236}">
                <a16:creationId xmlns:a16="http://schemas.microsoft.com/office/drawing/2014/main" id="{F8569511-E08A-4860-AECF-EF895B6E9568}"/>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66098" y="2473991"/>
            <a:ext cx="634194" cy="634194"/>
          </a:xfrm>
          <a:prstGeom prst="rect">
            <a:avLst/>
          </a:prstGeom>
        </p:spPr>
      </p:pic>
      <p:sp>
        <p:nvSpPr>
          <p:cNvPr id="26" name="ZoneTexte 25">
            <a:extLst>
              <a:ext uri="{FF2B5EF4-FFF2-40B4-BE49-F238E27FC236}">
                <a16:creationId xmlns:a16="http://schemas.microsoft.com/office/drawing/2014/main" id="{2BA9B966-1DB6-4C70-88F5-D46881927A8B}"/>
              </a:ext>
            </a:extLst>
          </p:cNvPr>
          <p:cNvSpPr txBox="1"/>
          <p:nvPr/>
        </p:nvSpPr>
        <p:spPr>
          <a:xfrm>
            <a:off x="327350" y="2977694"/>
            <a:ext cx="792000" cy="792000"/>
          </a:xfrm>
          <a:prstGeom prst="rect">
            <a:avLst/>
          </a:prstGeom>
          <a:solidFill>
            <a:schemeClr val="accent6"/>
          </a:solidFill>
          <a:ln>
            <a:solidFill>
              <a:schemeClr val="tx1"/>
            </a:solidFill>
          </a:ln>
        </p:spPr>
        <p:txBody>
          <a:bodyPr wrap="square">
            <a:noAutofit/>
          </a:bodyPr>
          <a:lstStyle>
            <a:defPPr>
              <a:defRPr lang="fr-FR"/>
            </a:defPPr>
            <a:lvl1pPr algn="ctr">
              <a:defRPr sz="1200"/>
            </a:lvl1pPr>
          </a:lstStyle>
          <a:p>
            <a:r>
              <a:rPr lang="en-US"/>
              <a:t>Team member</a:t>
            </a:r>
            <a:endParaRPr lang="en-US" dirty="0"/>
          </a:p>
        </p:txBody>
      </p:sp>
      <p:sp>
        <p:nvSpPr>
          <p:cNvPr id="3" name="ZoneTexte 22">
            <a:extLst>
              <a:ext uri="{FF2B5EF4-FFF2-40B4-BE49-F238E27FC236}">
                <a16:creationId xmlns:a16="http://schemas.microsoft.com/office/drawing/2014/main" id="{D47C2E49-F37F-8646-7212-4F07F51CA7AA}"/>
              </a:ext>
            </a:extLst>
          </p:cNvPr>
          <p:cNvSpPr txBox="1"/>
          <p:nvPr/>
        </p:nvSpPr>
        <p:spPr>
          <a:xfrm>
            <a:off x="2446459" y="2997194"/>
            <a:ext cx="792000" cy="792000"/>
          </a:xfrm>
          <a:prstGeom prst="rect">
            <a:avLst/>
          </a:prstGeom>
          <a:solidFill>
            <a:srgbClr val="FF66FF"/>
          </a:solidFill>
        </p:spPr>
        <p:txBody>
          <a:bodyPr wrap="square">
            <a:noAutofit/>
          </a:bodyPr>
          <a:lstStyle/>
          <a:p>
            <a:pPr algn="ctr"/>
            <a:r>
              <a:rPr lang="en-US" sz="1200" dirty="0">
                <a:solidFill>
                  <a:schemeClr val="tx1"/>
                </a:solidFill>
              </a:rPr>
              <a:t>Indirect Target person</a:t>
            </a:r>
          </a:p>
        </p:txBody>
      </p:sp>
      <p:pic>
        <p:nvPicPr>
          <p:cNvPr id="16" name="Graphique 29" descr="Sphères de Harvey 100% avec un remplissage uni">
            <a:extLst>
              <a:ext uri="{FF2B5EF4-FFF2-40B4-BE49-F238E27FC236}">
                <a16:creationId xmlns:a16="http://schemas.microsoft.com/office/drawing/2014/main" id="{10D3E887-579B-5D7C-1F3A-063A451552F7}"/>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10326" t="10344" r="10326" b="10240"/>
          <a:stretch/>
        </p:blipFill>
        <p:spPr>
          <a:xfrm>
            <a:off x="3877001" y="3638722"/>
            <a:ext cx="1792339" cy="1793874"/>
          </a:xfrm>
          <a:prstGeom prst="rect">
            <a:avLst/>
          </a:prstGeom>
        </p:spPr>
      </p:pic>
      <p:sp>
        <p:nvSpPr>
          <p:cNvPr id="21" name="ZoneTexte 30">
            <a:extLst>
              <a:ext uri="{FF2B5EF4-FFF2-40B4-BE49-F238E27FC236}">
                <a16:creationId xmlns:a16="http://schemas.microsoft.com/office/drawing/2014/main" id="{C9E93CA3-BFA1-09B9-5136-E8ECBF04180A}"/>
              </a:ext>
            </a:extLst>
          </p:cNvPr>
          <p:cNvSpPr txBox="1"/>
          <p:nvPr/>
        </p:nvSpPr>
        <p:spPr>
          <a:xfrm>
            <a:off x="4012968" y="4012345"/>
            <a:ext cx="1656371" cy="923330"/>
          </a:xfrm>
          <a:prstGeom prst="rect">
            <a:avLst/>
          </a:prstGeom>
          <a:noFill/>
        </p:spPr>
        <p:txBody>
          <a:bodyPr wrap="square" rtlCol="0">
            <a:spAutoFit/>
          </a:bodyPr>
          <a:lstStyle/>
          <a:p>
            <a:r>
              <a:rPr lang="en-US" dirty="0"/>
              <a:t>Learning Transformation Initiative</a:t>
            </a:r>
          </a:p>
        </p:txBody>
      </p:sp>
      <p:sp>
        <p:nvSpPr>
          <p:cNvPr id="29" name="Flèche : droite 61">
            <a:extLst>
              <a:ext uri="{FF2B5EF4-FFF2-40B4-BE49-F238E27FC236}">
                <a16:creationId xmlns:a16="http://schemas.microsoft.com/office/drawing/2014/main" id="{F906E31D-56B1-D1BA-37EE-860BB320DB19}"/>
              </a:ext>
            </a:extLst>
          </p:cNvPr>
          <p:cNvSpPr/>
          <p:nvPr/>
        </p:nvSpPr>
        <p:spPr>
          <a:xfrm rot="19629108">
            <a:off x="5057559" y="3145409"/>
            <a:ext cx="1873126"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69" name="Flèche : droite 62">
            <a:extLst>
              <a:ext uri="{FF2B5EF4-FFF2-40B4-BE49-F238E27FC236}">
                <a16:creationId xmlns:a16="http://schemas.microsoft.com/office/drawing/2014/main" id="{DCBD84C2-5A1A-6E8B-1F58-A4DFB25777BA}"/>
              </a:ext>
            </a:extLst>
          </p:cNvPr>
          <p:cNvSpPr/>
          <p:nvPr/>
        </p:nvSpPr>
        <p:spPr>
          <a:xfrm rot="20649285">
            <a:off x="5436188" y="383313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0" name="Flèche : droite 63">
            <a:extLst>
              <a:ext uri="{FF2B5EF4-FFF2-40B4-BE49-F238E27FC236}">
                <a16:creationId xmlns:a16="http://schemas.microsoft.com/office/drawing/2014/main" id="{A44CBF9F-C632-9939-F255-08DD6589939D}"/>
              </a:ext>
            </a:extLst>
          </p:cNvPr>
          <p:cNvSpPr/>
          <p:nvPr/>
        </p:nvSpPr>
        <p:spPr>
          <a:xfrm rot="331303">
            <a:off x="5258650" y="4627781"/>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1" name="Flèche : droite 64">
            <a:extLst>
              <a:ext uri="{FF2B5EF4-FFF2-40B4-BE49-F238E27FC236}">
                <a16:creationId xmlns:a16="http://schemas.microsoft.com/office/drawing/2014/main" id="{F6A35664-79F7-67A9-496B-425A4AD94157}"/>
              </a:ext>
            </a:extLst>
          </p:cNvPr>
          <p:cNvSpPr/>
          <p:nvPr/>
        </p:nvSpPr>
        <p:spPr>
          <a:xfrm rot="1944891">
            <a:off x="5083815" y="54312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2" name="Rectangle 8">
            <a:extLst>
              <a:ext uri="{FF2B5EF4-FFF2-40B4-BE49-F238E27FC236}">
                <a16:creationId xmlns:a16="http://schemas.microsoft.com/office/drawing/2014/main" id="{933C98CD-019E-CD6D-8BDD-6C6AE1008237}"/>
              </a:ext>
            </a:extLst>
          </p:cNvPr>
          <p:cNvSpPr/>
          <p:nvPr/>
        </p:nvSpPr>
        <p:spPr>
          <a:xfrm>
            <a:off x="6833198" y="2367313"/>
            <a:ext cx="1329128"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Key contacts (corporate rebels) in HR  department</a:t>
            </a:r>
          </a:p>
        </p:txBody>
      </p:sp>
      <p:sp>
        <p:nvSpPr>
          <p:cNvPr id="73" name="Rectangle 8">
            <a:extLst>
              <a:ext uri="{FF2B5EF4-FFF2-40B4-BE49-F238E27FC236}">
                <a16:creationId xmlns:a16="http://schemas.microsoft.com/office/drawing/2014/main" id="{E4776DEF-73E7-B547-7BD9-AAA7F365370D}"/>
              </a:ext>
            </a:extLst>
          </p:cNvPr>
          <p:cNvSpPr/>
          <p:nvPr/>
        </p:nvSpPr>
        <p:spPr>
          <a:xfrm>
            <a:off x="7259245" y="3496911"/>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New Ways of Working Community</a:t>
            </a:r>
          </a:p>
        </p:txBody>
      </p:sp>
      <p:sp>
        <p:nvSpPr>
          <p:cNvPr id="74" name="Rectangle 8">
            <a:extLst>
              <a:ext uri="{FF2B5EF4-FFF2-40B4-BE49-F238E27FC236}">
                <a16:creationId xmlns:a16="http://schemas.microsoft.com/office/drawing/2014/main" id="{E333E9A4-D42C-E955-D343-7D6FD5FE67AC}"/>
              </a:ext>
            </a:extLst>
          </p:cNvPr>
          <p:cNvSpPr/>
          <p:nvPr/>
        </p:nvSpPr>
        <p:spPr>
          <a:xfrm>
            <a:off x="7200028" y="4650221"/>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Business development community</a:t>
            </a:r>
          </a:p>
        </p:txBody>
      </p:sp>
      <p:sp>
        <p:nvSpPr>
          <p:cNvPr id="75" name="ZoneTexte 22">
            <a:extLst>
              <a:ext uri="{FF2B5EF4-FFF2-40B4-BE49-F238E27FC236}">
                <a16:creationId xmlns:a16="http://schemas.microsoft.com/office/drawing/2014/main" id="{690D9923-7D32-A6E0-B634-E9C8D4403967}"/>
              </a:ext>
            </a:extLst>
          </p:cNvPr>
          <p:cNvSpPr txBox="1"/>
          <p:nvPr/>
        </p:nvSpPr>
        <p:spPr>
          <a:xfrm>
            <a:off x="6843896" y="5795059"/>
            <a:ext cx="792001" cy="792000"/>
          </a:xfrm>
          <a:prstGeom prst="rect">
            <a:avLst/>
          </a:prstGeom>
          <a:solidFill>
            <a:srgbClr val="FFFF00"/>
          </a:solidFill>
          <a:ln>
            <a:solidFill>
              <a:schemeClr val="tx1"/>
            </a:solidFill>
          </a:ln>
        </p:spPr>
        <p:txBody>
          <a:bodyPr wrap="square">
            <a:noAutofit/>
          </a:bodyPr>
          <a:lstStyle/>
          <a:p>
            <a:pPr algn="ctr"/>
            <a:r>
              <a:rPr lang="en-US" sz="1200" dirty="0">
                <a:solidFill>
                  <a:schemeClr val="tx1"/>
                </a:solidFill>
              </a:rPr>
              <a:t>Scranton Regional Manager</a:t>
            </a:r>
          </a:p>
        </p:txBody>
      </p:sp>
      <p:sp>
        <p:nvSpPr>
          <p:cNvPr id="76" name="ZoneTexte 25">
            <a:extLst>
              <a:ext uri="{FF2B5EF4-FFF2-40B4-BE49-F238E27FC236}">
                <a16:creationId xmlns:a16="http://schemas.microsoft.com/office/drawing/2014/main" id="{D8C1C1DD-0DEF-E1A9-508C-54559A44A606}"/>
              </a:ext>
            </a:extLst>
          </p:cNvPr>
          <p:cNvSpPr txBox="1"/>
          <p:nvPr/>
        </p:nvSpPr>
        <p:spPr>
          <a:xfrm>
            <a:off x="8184411" y="5176672"/>
            <a:ext cx="792000" cy="618387"/>
          </a:xfrm>
          <a:prstGeom prst="rect">
            <a:avLst/>
          </a:prstGeom>
          <a:solidFill>
            <a:schemeClr val="accent6"/>
          </a:solidFill>
          <a:ln>
            <a:solidFill>
              <a:schemeClr val="tx1"/>
            </a:solidFill>
          </a:ln>
        </p:spPr>
        <p:txBody>
          <a:bodyPr wrap="square">
            <a:noAutofit/>
          </a:bodyPr>
          <a:lstStyle>
            <a:defPPr>
              <a:defRPr lang="fr-FR"/>
            </a:defPPr>
            <a:lvl1pPr algn="ctr">
              <a:defRPr sz="1200"/>
            </a:lvl1pPr>
          </a:lstStyle>
          <a:p>
            <a:r>
              <a:rPr lang="en-US" dirty="0"/>
              <a:t>Alice</a:t>
            </a:r>
          </a:p>
          <a:p>
            <a:r>
              <a:rPr lang="en-US" dirty="0"/>
              <a:t>Charlie</a:t>
            </a:r>
          </a:p>
        </p:txBody>
      </p:sp>
      <p:sp>
        <p:nvSpPr>
          <p:cNvPr id="77" name="Flèche : droite 13">
            <a:extLst>
              <a:ext uri="{FF2B5EF4-FFF2-40B4-BE49-F238E27FC236}">
                <a16:creationId xmlns:a16="http://schemas.microsoft.com/office/drawing/2014/main" id="{0A1E6499-CCAA-10E1-B12C-58936C6AE353}"/>
              </a:ext>
            </a:extLst>
          </p:cNvPr>
          <p:cNvSpPr/>
          <p:nvPr/>
        </p:nvSpPr>
        <p:spPr>
          <a:xfrm>
            <a:off x="7635897" y="6052080"/>
            <a:ext cx="2393521"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8" name="Rectangle 17">
            <a:extLst>
              <a:ext uri="{FF2B5EF4-FFF2-40B4-BE49-F238E27FC236}">
                <a16:creationId xmlns:a16="http://schemas.microsoft.com/office/drawing/2014/main" id="{73011C7A-14CE-5B07-96F1-88ED415F3A73}"/>
              </a:ext>
            </a:extLst>
          </p:cNvPr>
          <p:cNvSpPr/>
          <p:nvPr/>
        </p:nvSpPr>
        <p:spPr>
          <a:xfrm>
            <a:off x="10128210" y="5994293"/>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Assistant Regional Managers</a:t>
            </a:r>
          </a:p>
        </p:txBody>
      </p:sp>
      <p:sp>
        <p:nvSpPr>
          <p:cNvPr id="79" name="Flèche : droite 13">
            <a:extLst>
              <a:ext uri="{FF2B5EF4-FFF2-40B4-BE49-F238E27FC236}">
                <a16:creationId xmlns:a16="http://schemas.microsoft.com/office/drawing/2014/main" id="{C28B012F-8F53-69EB-2719-4A67C9CF4D75}"/>
              </a:ext>
            </a:extLst>
          </p:cNvPr>
          <p:cNvSpPr/>
          <p:nvPr/>
        </p:nvSpPr>
        <p:spPr>
          <a:xfrm>
            <a:off x="8463204" y="3543198"/>
            <a:ext cx="1282337"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0" name="Rectangle 17">
            <a:extLst>
              <a:ext uri="{FF2B5EF4-FFF2-40B4-BE49-F238E27FC236}">
                <a16:creationId xmlns:a16="http://schemas.microsoft.com/office/drawing/2014/main" id="{51C623CD-F296-E82D-95D7-0595F7D67018}"/>
              </a:ext>
            </a:extLst>
          </p:cNvPr>
          <p:cNvSpPr/>
          <p:nvPr/>
        </p:nvSpPr>
        <p:spPr>
          <a:xfrm>
            <a:off x="9745541" y="3480053"/>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Digital Transformation Team</a:t>
            </a:r>
          </a:p>
        </p:txBody>
      </p:sp>
      <p:sp>
        <p:nvSpPr>
          <p:cNvPr id="81" name="Rectangle 17">
            <a:extLst>
              <a:ext uri="{FF2B5EF4-FFF2-40B4-BE49-F238E27FC236}">
                <a16:creationId xmlns:a16="http://schemas.microsoft.com/office/drawing/2014/main" id="{F57B21A7-19BB-AE48-B1EA-32171514CE47}"/>
              </a:ext>
            </a:extLst>
          </p:cNvPr>
          <p:cNvSpPr/>
          <p:nvPr/>
        </p:nvSpPr>
        <p:spPr>
          <a:xfrm>
            <a:off x="9686324" y="4693029"/>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Sales Department</a:t>
            </a:r>
          </a:p>
        </p:txBody>
      </p:sp>
      <p:sp>
        <p:nvSpPr>
          <p:cNvPr id="82" name="Flèche : droite 13">
            <a:extLst>
              <a:ext uri="{FF2B5EF4-FFF2-40B4-BE49-F238E27FC236}">
                <a16:creationId xmlns:a16="http://schemas.microsoft.com/office/drawing/2014/main" id="{D1E51439-804C-0915-DD8A-1C099D816809}"/>
              </a:ext>
            </a:extLst>
          </p:cNvPr>
          <p:cNvSpPr/>
          <p:nvPr/>
        </p:nvSpPr>
        <p:spPr>
          <a:xfrm>
            <a:off x="8403987" y="4725964"/>
            <a:ext cx="1282337"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3" name="ZoneTexte 22">
            <a:extLst>
              <a:ext uri="{FF2B5EF4-FFF2-40B4-BE49-F238E27FC236}">
                <a16:creationId xmlns:a16="http://schemas.microsoft.com/office/drawing/2014/main" id="{B6EF4AE5-40B5-3427-D0EB-C15BCFD17329}"/>
              </a:ext>
            </a:extLst>
          </p:cNvPr>
          <p:cNvSpPr txBox="1"/>
          <p:nvPr/>
        </p:nvSpPr>
        <p:spPr>
          <a:xfrm>
            <a:off x="9726130" y="2493062"/>
            <a:ext cx="792000" cy="792000"/>
          </a:xfrm>
          <a:prstGeom prst="rect">
            <a:avLst/>
          </a:prstGeom>
          <a:solidFill>
            <a:srgbClr val="FF66FF"/>
          </a:solidFill>
        </p:spPr>
        <p:txBody>
          <a:bodyPr wrap="square">
            <a:noAutofit/>
          </a:bodyPr>
          <a:lstStyle/>
          <a:p>
            <a:pPr algn="ctr"/>
            <a:r>
              <a:rPr lang="en-US" sz="1200" dirty="0"/>
              <a:t>Yann X, </a:t>
            </a:r>
            <a:r>
              <a:rPr lang="en-US" sz="1200" dirty="0">
                <a:solidFill>
                  <a:schemeClr val="tx1"/>
                </a:solidFill>
              </a:rPr>
              <a:t>HRD, </a:t>
            </a:r>
          </a:p>
          <a:p>
            <a:pPr algn="ctr"/>
            <a:r>
              <a:rPr lang="en-US" sz="1200" dirty="0"/>
              <a:t>Potential sponsor</a:t>
            </a:r>
            <a:endParaRPr lang="en-US" sz="1200" dirty="0">
              <a:solidFill>
                <a:schemeClr val="tx1"/>
              </a:solidFill>
            </a:endParaRPr>
          </a:p>
        </p:txBody>
      </p:sp>
      <p:sp>
        <p:nvSpPr>
          <p:cNvPr id="84" name="Flèche : droite 13">
            <a:extLst>
              <a:ext uri="{FF2B5EF4-FFF2-40B4-BE49-F238E27FC236}">
                <a16:creationId xmlns:a16="http://schemas.microsoft.com/office/drawing/2014/main" id="{40EC5243-41A3-276E-2E92-861600FD97FB}"/>
              </a:ext>
            </a:extLst>
          </p:cNvPr>
          <p:cNvSpPr/>
          <p:nvPr/>
        </p:nvSpPr>
        <p:spPr>
          <a:xfrm rot="20112765">
            <a:off x="8423234" y="3111667"/>
            <a:ext cx="1359358"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5" name="Flèche : droite 13">
            <a:extLst>
              <a:ext uri="{FF2B5EF4-FFF2-40B4-BE49-F238E27FC236}">
                <a16:creationId xmlns:a16="http://schemas.microsoft.com/office/drawing/2014/main" id="{762D299A-4519-7630-C474-BC6BF35BC3D2}"/>
              </a:ext>
            </a:extLst>
          </p:cNvPr>
          <p:cNvSpPr/>
          <p:nvPr/>
        </p:nvSpPr>
        <p:spPr>
          <a:xfrm rot="529105">
            <a:off x="8264549" y="2485764"/>
            <a:ext cx="1359358"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6" name="ZoneTexte 25">
            <a:extLst>
              <a:ext uri="{FF2B5EF4-FFF2-40B4-BE49-F238E27FC236}">
                <a16:creationId xmlns:a16="http://schemas.microsoft.com/office/drawing/2014/main" id="{93F1416C-9545-7573-1270-6A728AE6DF9B}"/>
              </a:ext>
            </a:extLst>
          </p:cNvPr>
          <p:cNvSpPr txBox="1"/>
          <p:nvPr/>
        </p:nvSpPr>
        <p:spPr>
          <a:xfrm>
            <a:off x="10801095" y="3679476"/>
            <a:ext cx="792000" cy="792000"/>
          </a:xfrm>
          <a:prstGeom prst="rect">
            <a:avLst/>
          </a:prstGeom>
          <a:solidFill>
            <a:schemeClr val="accent6"/>
          </a:solidFill>
          <a:ln>
            <a:solidFill>
              <a:schemeClr val="tx1"/>
            </a:solidFill>
          </a:ln>
        </p:spPr>
        <p:txBody>
          <a:bodyPr wrap="square">
            <a:noAutofit/>
          </a:bodyPr>
          <a:lstStyle>
            <a:defPPr>
              <a:defRPr lang="fr-FR"/>
            </a:defPPr>
            <a:lvl1pPr algn="ctr">
              <a:defRPr sz="1200"/>
            </a:lvl1pPr>
          </a:lstStyle>
          <a:p>
            <a:r>
              <a:rPr lang="en-US" dirty="0"/>
              <a:t>Bob </a:t>
            </a:r>
          </a:p>
          <a:p>
            <a:r>
              <a:rPr lang="en-US" dirty="0"/>
              <a:t>Donna</a:t>
            </a:r>
          </a:p>
        </p:txBody>
      </p:sp>
    </p:spTree>
    <p:extLst>
      <p:ext uri="{BB962C8B-B14F-4D97-AF65-F5344CB8AC3E}">
        <p14:creationId xmlns:p14="http://schemas.microsoft.com/office/powerpoint/2010/main" val="142953838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A9A9840-127B-1BE3-B39A-28456D9D01F5}"/>
              </a:ext>
            </a:extLst>
          </p:cNvPr>
          <p:cNvSpPr>
            <a:spLocks noGrp="1"/>
          </p:cNvSpPr>
          <p:nvPr>
            <p:ph type="title"/>
          </p:nvPr>
        </p:nvSpPr>
        <p:spPr/>
        <p:txBody>
          <a:bodyPr>
            <a:noAutofit/>
          </a:bodyPr>
          <a:lstStyle/>
          <a:p>
            <a:r>
              <a:rPr lang="en-US" sz="3200" dirty="0"/>
              <a:t>Use Case 1 </a:t>
            </a:r>
            <a:br>
              <a:rPr lang="en-US" sz="3200" dirty="0"/>
            </a:br>
            <a:r>
              <a:rPr lang="en-US" sz="3200" dirty="0"/>
              <a:t>An enterprise transformation project about learning</a:t>
            </a:r>
          </a:p>
        </p:txBody>
      </p:sp>
      <p:pic>
        <p:nvPicPr>
          <p:cNvPr id="3" name="Graphique 45" descr="Balance de la justice avec un remplissage uni">
            <a:extLst>
              <a:ext uri="{FF2B5EF4-FFF2-40B4-BE49-F238E27FC236}">
                <a16:creationId xmlns:a16="http://schemas.microsoft.com/office/drawing/2014/main" id="{659F6413-BF20-1572-2450-1FE9563B5616}"/>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6972" t="7530" r="8041" b="7105"/>
          <a:stretch/>
        </p:blipFill>
        <p:spPr>
          <a:xfrm>
            <a:off x="7255123" y="1386286"/>
            <a:ext cx="3714904" cy="3731378"/>
          </a:xfrm>
          <a:prstGeom prst="rect">
            <a:avLst/>
          </a:prstGeom>
        </p:spPr>
      </p:pic>
      <p:sp>
        <p:nvSpPr>
          <p:cNvPr id="4" name="Rectangle 46">
            <a:extLst>
              <a:ext uri="{FF2B5EF4-FFF2-40B4-BE49-F238E27FC236}">
                <a16:creationId xmlns:a16="http://schemas.microsoft.com/office/drawing/2014/main" id="{E2CB23ED-4051-B325-EB53-FDB3B1BD4D68}"/>
              </a:ext>
            </a:extLst>
          </p:cNvPr>
          <p:cNvSpPr/>
          <p:nvPr/>
        </p:nvSpPr>
        <p:spPr>
          <a:xfrm>
            <a:off x="6558194" y="2940263"/>
            <a:ext cx="1226663"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Learners can also share knowledge and build corporate Communities</a:t>
            </a:r>
          </a:p>
        </p:txBody>
      </p:sp>
      <p:sp>
        <p:nvSpPr>
          <p:cNvPr id="5" name="Rectangle 47">
            <a:extLst>
              <a:ext uri="{FF2B5EF4-FFF2-40B4-BE49-F238E27FC236}">
                <a16:creationId xmlns:a16="http://schemas.microsoft.com/office/drawing/2014/main" id="{BE8B0128-3107-BD27-E3E5-FB5812AFF0D9}"/>
              </a:ext>
            </a:extLst>
          </p:cNvPr>
          <p:cNvSpPr/>
          <p:nvPr/>
        </p:nvSpPr>
        <p:spPr>
          <a:xfrm>
            <a:off x="7888805" y="2956041"/>
            <a:ext cx="1050050"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Learning is seen as a necessity to be competitive</a:t>
            </a:r>
          </a:p>
        </p:txBody>
      </p:sp>
      <p:sp>
        <p:nvSpPr>
          <p:cNvPr id="6" name="Rectangle 48">
            <a:extLst>
              <a:ext uri="{FF2B5EF4-FFF2-40B4-BE49-F238E27FC236}">
                <a16:creationId xmlns:a16="http://schemas.microsoft.com/office/drawing/2014/main" id="{04690D8A-9AC6-7FB5-79E9-69D840863F5F}"/>
              </a:ext>
            </a:extLst>
          </p:cNvPr>
          <p:cNvSpPr/>
          <p:nvPr/>
        </p:nvSpPr>
        <p:spPr>
          <a:xfrm>
            <a:off x="10577751" y="2966662"/>
            <a:ext cx="985536"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Learning is mainly seen as an unnecessary obligation</a:t>
            </a:r>
          </a:p>
        </p:txBody>
      </p:sp>
      <p:sp>
        <p:nvSpPr>
          <p:cNvPr id="7" name="Rectangle 49">
            <a:extLst>
              <a:ext uri="{FF2B5EF4-FFF2-40B4-BE49-F238E27FC236}">
                <a16:creationId xmlns:a16="http://schemas.microsoft.com/office/drawing/2014/main" id="{E8E4E29D-F3EB-FAF3-AF69-D000DFA1F074}"/>
              </a:ext>
            </a:extLst>
          </p:cNvPr>
          <p:cNvSpPr/>
          <p:nvPr/>
        </p:nvSpPr>
        <p:spPr>
          <a:xfrm>
            <a:off x="7460459" y="2328741"/>
            <a:ext cx="985536"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Half a day every 3 weeks in average</a:t>
            </a:r>
          </a:p>
        </p:txBody>
      </p:sp>
      <p:sp>
        <p:nvSpPr>
          <p:cNvPr id="8" name="Rectangle 50">
            <a:extLst>
              <a:ext uri="{FF2B5EF4-FFF2-40B4-BE49-F238E27FC236}">
                <a16:creationId xmlns:a16="http://schemas.microsoft.com/office/drawing/2014/main" id="{EDF9AA84-2EB7-6A39-0C20-4D6F631F5E6E}"/>
              </a:ext>
            </a:extLst>
          </p:cNvPr>
          <p:cNvSpPr/>
          <p:nvPr/>
        </p:nvSpPr>
        <p:spPr>
          <a:xfrm>
            <a:off x="9909182" y="2338118"/>
            <a:ext cx="985536"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A few consecutive days a year</a:t>
            </a:r>
          </a:p>
        </p:txBody>
      </p:sp>
      <p:sp>
        <p:nvSpPr>
          <p:cNvPr id="9" name="Rectangle 51">
            <a:extLst>
              <a:ext uri="{FF2B5EF4-FFF2-40B4-BE49-F238E27FC236}">
                <a16:creationId xmlns:a16="http://schemas.microsoft.com/office/drawing/2014/main" id="{B0663352-BF71-9B90-C460-4FD1963BBB49}"/>
              </a:ext>
            </a:extLst>
          </p:cNvPr>
          <p:cNvSpPr/>
          <p:nvPr/>
        </p:nvSpPr>
        <p:spPr>
          <a:xfrm>
            <a:off x="9532115" y="2966662"/>
            <a:ext cx="985536"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Top-Down approach with external trainers</a:t>
            </a:r>
          </a:p>
        </p:txBody>
      </p:sp>
      <p:sp>
        <p:nvSpPr>
          <p:cNvPr id="10" name="Rectangle 52">
            <a:extLst>
              <a:ext uri="{FF2B5EF4-FFF2-40B4-BE49-F238E27FC236}">
                <a16:creationId xmlns:a16="http://schemas.microsoft.com/office/drawing/2014/main" id="{58ADD2EC-71C7-620E-C4C1-03289FCA9B47}"/>
              </a:ext>
            </a:extLst>
          </p:cNvPr>
          <p:cNvSpPr/>
          <p:nvPr/>
        </p:nvSpPr>
        <p:spPr>
          <a:xfrm>
            <a:off x="9152241" y="5259749"/>
            <a:ext cx="985536"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Always mainly human to human interactions</a:t>
            </a:r>
          </a:p>
        </p:txBody>
      </p:sp>
      <p:sp>
        <p:nvSpPr>
          <p:cNvPr id="28" name="Rectangle 53">
            <a:extLst>
              <a:ext uri="{FF2B5EF4-FFF2-40B4-BE49-F238E27FC236}">
                <a16:creationId xmlns:a16="http://schemas.microsoft.com/office/drawing/2014/main" id="{D09DE783-6751-21B0-C272-C393A8DC7FDA}"/>
              </a:ext>
            </a:extLst>
          </p:cNvPr>
          <p:cNvSpPr/>
          <p:nvPr/>
        </p:nvSpPr>
        <p:spPr>
          <a:xfrm>
            <a:off x="8106601" y="5259749"/>
            <a:ext cx="985536"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Same content even with different formats</a:t>
            </a:r>
          </a:p>
        </p:txBody>
      </p:sp>
      <p:sp>
        <p:nvSpPr>
          <p:cNvPr id="29" name="Rectangle 54">
            <a:extLst>
              <a:ext uri="{FF2B5EF4-FFF2-40B4-BE49-F238E27FC236}">
                <a16:creationId xmlns:a16="http://schemas.microsoft.com/office/drawing/2014/main" id="{BEB3CF1B-FD7E-68D3-D0A0-00C47D37FF23}"/>
              </a:ext>
            </a:extLst>
          </p:cNvPr>
          <p:cNvSpPr/>
          <p:nvPr/>
        </p:nvSpPr>
        <p:spPr>
          <a:xfrm>
            <a:off x="8519773" y="5942462"/>
            <a:ext cx="1264933"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Half of the learning activity volume is still optional, the other is mandatory</a:t>
            </a:r>
          </a:p>
        </p:txBody>
      </p:sp>
      <p:sp>
        <p:nvSpPr>
          <p:cNvPr id="30" name="ZoneTexte 55">
            <a:extLst>
              <a:ext uri="{FF2B5EF4-FFF2-40B4-BE49-F238E27FC236}">
                <a16:creationId xmlns:a16="http://schemas.microsoft.com/office/drawing/2014/main" id="{36B11756-B84E-E40A-4463-967AF099682E}"/>
              </a:ext>
            </a:extLst>
          </p:cNvPr>
          <p:cNvSpPr txBox="1"/>
          <p:nvPr/>
        </p:nvSpPr>
        <p:spPr>
          <a:xfrm>
            <a:off x="7052122" y="3628671"/>
            <a:ext cx="1673365" cy="646331"/>
          </a:xfrm>
          <a:prstGeom prst="rect">
            <a:avLst/>
          </a:prstGeom>
          <a:noFill/>
        </p:spPr>
        <p:txBody>
          <a:bodyPr wrap="square">
            <a:spAutoFit/>
          </a:bodyPr>
          <a:lstStyle/>
          <a:p>
            <a:pPr algn="ctr"/>
            <a:r>
              <a:rPr lang="en-US" sz="1200" b="1" dirty="0">
                <a:solidFill>
                  <a:schemeClr val="tx1"/>
                </a:solidFill>
              </a:rPr>
              <a:t>DIFFERENTIATION</a:t>
            </a:r>
          </a:p>
          <a:p>
            <a:pPr algn="ctr"/>
            <a:r>
              <a:rPr lang="en-US" sz="1200" dirty="0">
                <a:solidFill>
                  <a:schemeClr val="tx1"/>
                </a:solidFill>
              </a:rPr>
              <a:t>Project / Product experience</a:t>
            </a:r>
          </a:p>
        </p:txBody>
      </p:sp>
      <p:sp>
        <p:nvSpPr>
          <p:cNvPr id="31" name="ZoneTexte 56">
            <a:extLst>
              <a:ext uri="{FF2B5EF4-FFF2-40B4-BE49-F238E27FC236}">
                <a16:creationId xmlns:a16="http://schemas.microsoft.com/office/drawing/2014/main" id="{23815029-C16E-5FBF-2FD8-5D9FD8B0059C}"/>
              </a:ext>
            </a:extLst>
          </p:cNvPr>
          <p:cNvSpPr txBox="1"/>
          <p:nvPr/>
        </p:nvSpPr>
        <p:spPr>
          <a:xfrm>
            <a:off x="9645009" y="3640336"/>
            <a:ext cx="1589296" cy="646331"/>
          </a:xfrm>
          <a:prstGeom prst="rect">
            <a:avLst/>
          </a:prstGeom>
          <a:noFill/>
        </p:spPr>
        <p:txBody>
          <a:bodyPr wrap="square">
            <a:spAutoFit/>
          </a:bodyPr>
          <a:lstStyle/>
          <a:p>
            <a:pPr algn="ctr"/>
            <a:r>
              <a:rPr lang="en-US" sz="1200" b="1" dirty="0">
                <a:solidFill>
                  <a:schemeClr val="tx1"/>
                </a:solidFill>
              </a:rPr>
              <a:t>CURRENT STATUS</a:t>
            </a:r>
          </a:p>
          <a:p>
            <a:pPr algn="ctr"/>
            <a:r>
              <a:rPr lang="en-US" sz="1200" dirty="0">
                <a:solidFill>
                  <a:schemeClr val="tx1"/>
                </a:solidFill>
              </a:rPr>
              <a:t>Stakeholder current  experience</a:t>
            </a:r>
          </a:p>
        </p:txBody>
      </p:sp>
      <p:sp>
        <p:nvSpPr>
          <p:cNvPr id="32" name="ZoneTexte 57">
            <a:extLst>
              <a:ext uri="{FF2B5EF4-FFF2-40B4-BE49-F238E27FC236}">
                <a16:creationId xmlns:a16="http://schemas.microsoft.com/office/drawing/2014/main" id="{B8A6E060-0BE3-805A-BAE8-D9A9629F9BDB}"/>
              </a:ext>
            </a:extLst>
          </p:cNvPr>
          <p:cNvSpPr txBox="1"/>
          <p:nvPr/>
        </p:nvSpPr>
        <p:spPr>
          <a:xfrm>
            <a:off x="7460459" y="4475779"/>
            <a:ext cx="3383563" cy="830997"/>
          </a:xfrm>
          <a:prstGeom prst="rect">
            <a:avLst/>
          </a:prstGeom>
          <a:noFill/>
        </p:spPr>
        <p:txBody>
          <a:bodyPr wrap="square">
            <a:spAutoFit/>
          </a:bodyPr>
          <a:lstStyle/>
          <a:p>
            <a:pPr algn="ctr"/>
            <a:r>
              <a:rPr lang="en-US" sz="1200" b="1" dirty="0">
                <a:solidFill>
                  <a:schemeClr val="tx1"/>
                </a:solidFill>
              </a:rPr>
              <a:t>FAMILIARITY</a:t>
            </a:r>
          </a:p>
          <a:p>
            <a:pPr algn="ctr"/>
            <a:r>
              <a:rPr lang="en-US" sz="1200" dirty="0">
                <a:solidFill>
                  <a:schemeClr val="tx1"/>
                </a:solidFill>
              </a:rPr>
              <a:t>Common points between Project / Product Experience and Stakeholder current  experience</a:t>
            </a:r>
          </a:p>
          <a:p>
            <a:pPr algn="ctr"/>
            <a:endParaRPr lang="en-US" sz="1200" dirty="0">
              <a:solidFill>
                <a:schemeClr val="tx1"/>
              </a:solidFill>
            </a:endParaRPr>
          </a:p>
        </p:txBody>
      </p:sp>
      <p:sp>
        <p:nvSpPr>
          <p:cNvPr id="33" name="CasellaDiTesto 32">
            <a:extLst>
              <a:ext uri="{FF2B5EF4-FFF2-40B4-BE49-F238E27FC236}">
                <a16:creationId xmlns:a16="http://schemas.microsoft.com/office/drawing/2014/main" id="{B8AEFDB6-F058-332B-F67D-77F5C9CD4CA3}"/>
              </a:ext>
            </a:extLst>
          </p:cNvPr>
          <p:cNvSpPr txBox="1"/>
          <p:nvPr/>
        </p:nvSpPr>
        <p:spPr>
          <a:xfrm>
            <a:off x="3949244" y="2182199"/>
            <a:ext cx="1975268" cy="1754326"/>
          </a:xfrm>
          <a:prstGeom prst="rect">
            <a:avLst/>
          </a:prstGeom>
          <a:noFill/>
        </p:spPr>
        <p:txBody>
          <a:bodyPr wrap="square">
            <a:spAutoFit/>
          </a:bodyPr>
          <a:lstStyle/>
          <a:p>
            <a:pPr marL="0" indent="0" algn="ctr">
              <a:buNone/>
            </a:pPr>
            <a:r>
              <a:rPr lang="en-US" sz="1800" b="1" dirty="0"/>
              <a:t>CURRENT STAKEHOLDER EXPERIENCE : </a:t>
            </a:r>
          </a:p>
          <a:p>
            <a:pPr marL="0" indent="0" algn="ctr">
              <a:buNone/>
            </a:pPr>
            <a:r>
              <a:rPr lang="en-US" sz="1800" dirty="0"/>
              <a:t>On the job learning, in-class yearly training</a:t>
            </a:r>
          </a:p>
        </p:txBody>
      </p:sp>
      <p:sp>
        <p:nvSpPr>
          <p:cNvPr id="34" name="CasellaDiTesto 33">
            <a:extLst>
              <a:ext uri="{FF2B5EF4-FFF2-40B4-BE49-F238E27FC236}">
                <a16:creationId xmlns:a16="http://schemas.microsoft.com/office/drawing/2014/main" id="{BDA8C875-065D-7B7B-177E-10377A4CB1A3}"/>
              </a:ext>
            </a:extLst>
          </p:cNvPr>
          <p:cNvSpPr txBox="1"/>
          <p:nvPr/>
        </p:nvSpPr>
        <p:spPr>
          <a:xfrm>
            <a:off x="247641" y="2483695"/>
            <a:ext cx="1759945" cy="1200329"/>
          </a:xfrm>
          <a:prstGeom prst="rect">
            <a:avLst/>
          </a:prstGeom>
          <a:noFill/>
        </p:spPr>
        <p:txBody>
          <a:bodyPr wrap="square">
            <a:spAutoFit/>
          </a:bodyPr>
          <a:lstStyle/>
          <a:p>
            <a:pPr marL="0" indent="0" algn="ctr">
              <a:buNone/>
            </a:pPr>
            <a:r>
              <a:rPr lang="en-US" sz="1800" b="1" dirty="0"/>
              <a:t>NEW EXPERIENCE </a:t>
            </a:r>
            <a:r>
              <a:rPr lang="en-US" sz="1800" dirty="0"/>
              <a:t>: Community Based Learning</a:t>
            </a:r>
          </a:p>
        </p:txBody>
      </p:sp>
      <p:sp>
        <p:nvSpPr>
          <p:cNvPr id="35" name="CasellaDiTesto 34">
            <a:extLst>
              <a:ext uri="{FF2B5EF4-FFF2-40B4-BE49-F238E27FC236}">
                <a16:creationId xmlns:a16="http://schemas.microsoft.com/office/drawing/2014/main" id="{E12D446B-6709-7F41-0F56-D4EB419F7215}"/>
              </a:ext>
            </a:extLst>
          </p:cNvPr>
          <p:cNvSpPr txBox="1"/>
          <p:nvPr/>
        </p:nvSpPr>
        <p:spPr>
          <a:xfrm>
            <a:off x="2233366" y="2490160"/>
            <a:ext cx="1709373" cy="923330"/>
          </a:xfrm>
          <a:prstGeom prst="rect">
            <a:avLst/>
          </a:prstGeom>
          <a:noFill/>
        </p:spPr>
        <p:txBody>
          <a:bodyPr wrap="square">
            <a:spAutoFit/>
          </a:bodyPr>
          <a:lstStyle/>
          <a:p>
            <a:pPr marL="0" indent="0" algn="ctr">
              <a:buNone/>
            </a:pPr>
            <a:r>
              <a:rPr lang="en-US" sz="1800" b="1" dirty="0"/>
              <a:t>CHOSEN STAKEHOLDER </a:t>
            </a:r>
            <a:r>
              <a:rPr lang="en-US" sz="1800" dirty="0"/>
              <a:t>: </a:t>
            </a:r>
            <a:r>
              <a:rPr lang="en-US" dirty="0"/>
              <a:t>Learners</a:t>
            </a:r>
            <a:endParaRPr lang="en-US" sz="1800" dirty="0"/>
          </a:p>
        </p:txBody>
      </p:sp>
      <p:pic>
        <p:nvPicPr>
          <p:cNvPr id="36" name="Immagine 35" descr="Immagine che contiene interni, persona, circondato, folla&#10;&#10;Descrizione generata automaticamente">
            <a:extLst>
              <a:ext uri="{FF2B5EF4-FFF2-40B4-BE49-F238E27FC236}">
                <a16:creationId xmlns:a16="http://schemas.microsoft.com/office/drawing/2014/main" id="{4AB586D8-7C28-C109-A0F9-C98BDA600E65}"/>
              </a:ext>
            </a:extLst>
          </p:cNvPr>
          <p:cNvPicPr>
            <a:picLocks noChangeAspect="1"/>
          </p:cNvPicPr>
          <p:nvPr/>
        </p:nvPicPr>
        <p:blipFill>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214050" y="4275003"/>
            <a:ext cx="1656078" cy="1017690"/>
          </a:xfrm>
          <a:prstGeom prst="rect">
            <a:avLst/>
          </a:prstGeom>
        </p:spPr>
      </p:pic>
      <p:pic>
        <p:nvPicPr>
          <p:cNvPr id="38" name="Immagine 37" descr="Immagine che contiene pavimento, interni, parete, sedia&#10;&#10;Descrizione generata automaticamente">
            <a:extLst>
              <a:ext uri="{FF2B5EF4-FFF2-40B4-BE49-F238E27FC236}">
                <a16:creationId xmlns:a16="http://schemas.microsoft.com/office/drawing/2014/main" id="{526F517E-C6AB-9975-3BAE-21294431FEA6}"/>
              </a:ext>
            </a:extLst>
          </p:cNvPr>
          <p:cNvPicPr>
            <a:picLocks noChangeAspect="1"/>
          </p:cNvPicPr>
          <p:nvPr/>
        </p:nvPicPr>
        <p:blipFill>
          <a:blip r:embed="rId6" cstate="screen">
            <a:extLst>
              <a:ext uri="{28A0092B-C50C-407E-A947-70E740481C1C}">
                <a14:useLocalDpi xmlns:a14="http://schemas.microsoft.com/office/drawing/2010/main"/>
              </a:ext>
              <a:ext uri="{837473B0-CC2E-450A-ABE3-18F120FF3D39}">
                <a1611:picAttrSrcUrl xmlns:a1611="http://schemas.microsoft.com/office/drawing/2016/11/main" r:id="rId7"/>
              </a:ext>
            </a:extLst>
          </a:blip>
          <a:stretch>
            <a:fillRect/>
          </a:stretch>
        </p:blipFill>
        <p:spPr>
          <a:xfrm>
            <a:off x="4208544" y="4275002"/>
            <a:ext cx="1519849" cy="1017690"/>
          </a:xfrm>
          <a:prstGeom prst="rect">
            <a:avLst/>
          </a:prstGeom>
        </p:spPr>
      </p:pic>
      <p:pic>
        <p:nvPicPr>
          <p:cNvPr id="41" name="Immagine 40" descr="Immagine che contiene testo, libro, persona, mensola&#10;&#10;Descrizione generata automaticamente">
            <a:extLst>
              <a:ext uri="{FF2B5EF4-FFF2-40B4-BE49-F238E27FC236}">
                <a16:creationId xmlns:a16="http://schemas.microsoft.com/office/drawing/2014/main" id="{62F8BEFD-66F4-CA32-3943-EF222E4BF825}"/>
              </a:ext>
            </a:extLst>
          </p:cNvPr>
          <p:cNvPicPr>
            <a:picLocks noChangeAspect="1"/>
          </p:cNvPicPr>
          <p:nvPr/>
        </p:nvPicPr>
        <p:blipFill>
          <a:blip r:embed="rId8" cstate="screen">
            <a:extLst>
              <a:ext uri="{28A0092B-C50C-407E-A947-70E740481C1C}">
                <a14:useLocalDpi xmlns:a14="http://schemas.microsoft.com/office/drawing/2010/main"/>
              </a:ext>
              <a:ext uri="{837473B0-CC2E-450A-ABE3-18F120FF3D39}">
                <a1611:picAttrSrcUrl xmlns:a1611="http://schemas.microsoft.com/office/drawing/2016/11/main" r:id="rId9"/>
              </a:ext>
            </a:extLst>
          </a:blip>
          <a:stretch>
            <a:fillRect/>
          </a:stretch>
        </p:blipFill>
        <p:spPr>
          <a:xfrm>
            <a:off x="2330138" y="4265402"/>
            <a:ext cx="1555335" cy="1036890"/>
          </a:xfrm>
          <a:prstGeom prst="rect">
            <a:avLst/>
          </a:prstGeom>
        </p:spPr>
      </p:pic>
    </p:spTree>
    <p:extLst>
      <p:ext uri="{BB962C8B-B14F-4D97-AF65-F5344CB8AC3E}">
        <p14:creationId xmlns:p14="http://schemas.microsoft.com/office/powerpoint/2010/main" val="10579910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A9A9840-127B-1BE3-B39A-28456D9D01F5}"/>
              </a:ext>
            </a:extLst>
          </p:cNvPr>
          <p:cNvSpPr>
            <a:spLocks noGrp="1"/>
          </p:cNvSpPr>
          <p:nvPr>
            <p:ph type="title"/>
          </p:nvPr>
        </p:nvSpPr>
        <p:spPr/>
        <p:txBody>
          <a:bodyPr>
            <a:noAutofit/>
          </a:bodyPr>
          <a:lstStyle/>
          <a:p>
            <a:r>
              <a:rPr lang="en-US" sz="3200" dirty="0"/>
              <a:t>Use Case 1 </a:t>
            </a:r>
            <a:br>
              <a:rPr lang="en-US" sz="3200" dirty="0"/>
            </a:br>
            <a:r>
              <a:rPr lang="en-US" sz="3200" dirty="0"/>
              <a:t>An enterprise transformation project about learning</a:t>
            </a:r>
          </a:p>
        </p:txBody>
      </p:sp>
      <p:pic>
        <p:nvPicPr>
          <p:cNvPr id="3" name="Graphique 45" descr="Balance de la justice avec un remplissage uni">
            <a:extLst>
              <a:ext uri="{FF2B5EF4-FFF2-40B4-BE49-F238E27FC236}">
                <a16:creationId xmlns:a16="http://schemas.microsoft.com/office/drawing/2014/main" id="{659F6413-BF20-1572-2450-1FE9563B5616}"/>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6972" t="7530" r="8041" b="7105"/>
          <a:stretch/>
        </p:blipFill>
        <p:spPr>
          <a:xfrm>
            <a:off x="7255123" y="1386286"/>
            <a:ext cx="3714904" cy="3731378"/>
          </a:xfrm>
          <a:prstGeom prst="rect">
            <a:avLst/>
          </a:prstGeom>
        </p:spPr>
      </p:pic>
      <p:sp>
        <p:nvSpPr>
          <p:cNvPr id="4" name="Rectangle 46">
            <a:extLst>
              <a:ext uri="{FF2B5EF4-FFF2-40B4-BE49-F238E27FC236}">
                <a16:creationId xmlns:a16="http://schemas.microsoft.com/office/drawing/2014/main" id="{E2CB23ED-4051-B325-EB53-FDB3B1BD4D68}"/>
              </a:ext>
            </a:extLst>
          </p:cNvPr>
          <p:cNvSpPr/>
          <p:nvPr/>
        </p:nvSpPr>
        <p:spPr>
          <a:xfrm>
            <a:off x="6661864" y="2940263"/>
            <a:ext cx="1122994"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Collective intelligence selects learning topics</a:t>
            </a:r>
          </a:p>
        </p:txBody>
      </p:sp>
      <p:sp>
        <p:nvSpPr>
          <p:cNvPr id="5" name="Rectangle 47">
            <a:extLst>
              <a:ext uri="{FF2B5EF4-FFF2-40B4-BE49-F238E27FC236}">
                <a16:creationId xmlns:a16="http://schemas.microsoft.com/office/drawing/2014/main" id="{BE8B0128-3107-BD27-E3E5-FB5812AFF0D9}"/>
              </a:ext>
            </a:extLst>
          </p:cNvPr>
          <p:cNvSpPr/>
          <p:nvPr/>
        </p:nvSpPr>
        <p:spPr>
          <a:xfrm>
            <a:off x="7863012" y="2954122"/>
            <a:ext cx="1248796"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Community requires cooperations of several staff Managers</a:t>
            </a:r>
          </a:p>
        </p:txBody>
      </p:sp>
      <p:sp>
        <p:nvSpPr>
          <p:cNvPr id="6" name="Rectangle 48">
            <a:extLst>
              <a:ext uri="{FF2B5EF4-FFF2-40B4-BE49-F238E27FC236}">
                <a16:creationId xmlns:a16="http://schemas.microsoft.com/office/drawing/2014/main" id="{04690D8A-9AC6-7FB5-79E9-69D840863F5F}"/>
              </a:ext>
            </a:extLst>
          </p:cNvPr>
          <p:cNvSpPr/>
          <p:nvPr/>
        </p:nvSpPr>
        <p:spPr>
          <a:xfrm>
            <a:off x="10577751" y="2966662"/>
            <a:ext cx="1366608"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Staff Managers work only on their own scope and independently</a:t>
            </a:r>
          </a:p>
        </p:txBody>
      </p:sp>
      <p:sp>
        <p:nvSpPr>
          <p:cNvPr id="7" name="Rectangle 49">
            <a:extLst>
              <a:ext uri="{FF2B5EF4-FFF2-40B4-BE49-F238E27FC236}">
                <a16:creationId xmlns:a16="http://schemas.microsoft.com/office/drawing/2014/main" id="{E8E4E29D-F3EB-FAF3-AF69-D000DFA1F074}"/>
              </a:ext>
            </a:extLst>
          </p:cNvPr>
          <p:cNvSpPr/>
          <p:nvPr/>
        </p:nvSpPr>
        <p:spPr>
          <a:xfrm>
            <a:off x="7255123" y="2303093"/>
            <a:ext cx="1248797"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Community Based Learners are trained to self organize</a:t>
            </a:r>
          </a:p>
        </p:txBody>
      </p:sp>
      <p:sp>
        <p:nvSpPr>
          <p:cNvPr id="8" name="Rectangle 50">
            <a:extLst>
              <a:ext uri="{FF2B5EF4-FFF2-40B4-BE49-F238E27FC236}">
                <a16:creationId xmlns:a16="http://schemas.microsoft.com/office/drawing/2014/main" id="{EDF9AA84-2EB7-6A39-0C20-4D6F631F5E6E}"/>
              </a:ext>
            </a:extLst>
          </p:cNvPr>
          <p:cNvSpPr/>
          <p:nvPr/>
        </p:nvSpPr>
        <p:spPr>
          <a:xfrm>
            <a:off x="9909182" y="2338118"/>
            <a:ext cx="1397344"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Managers are taking care of every logistics matters </a:t>
            </a:r>
            <a:r>
              <a:rPr lang="en-US" sz="1000">
                <a:solidFill>
                  <a:schemeClr val="tx1"/>
                </a:solidFill>
              </a:rPr>
              <a:t>for learnings</a:t>
            </a:r>
          </a:p>
        </p:txBody>
      </p:sp>
      <p:sp>
        <p:nvSpPr>
          <p:cNvPr id="9" name="Rectangle 51">
            <a:extLst>
              <a:ext uri="{FF2B5EF4-FFF2-40B4-BE49-F238E27FC236}">
                <a16:creationId xmlns:a16="http://schemas.microsoft.com/office/drawing/2014/main" id="{B0663352-BF71-9B90-C460-4FD1963BBB49}"/>
              </a:ext>
            </a:extLst>
          </p:cNvPr>
          <p:cNvSpPr/>
          <p:nvPr/>
        </p:nvSpPr>
        <p:spPr>
          <a:xfrm>
            <a:off x="9532115" y="2966662"/>
            <a:ext cx="985536"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Managers define learning topics</a:t>
            </a:r>
          </a:p>
        </p:txBody>
      </p:sp>
      <p:sp>
        <p:nvSpPr>
          <p:cNvPr id="10" name="Rectangle 52">
            <a:extLst>
              <a:ext uri="{FF2B5EF4-FFF2-40B4-BE49-F238E27FC236}">
                <a16:creationId xmlns:a16="http://schemas.microsoft.com/office/drawing/2014/main" id="{58ADD2EC-71C7-620E-C4C1-03289FCA9B47}"/>
              </a:ext>
            </a:extLst>
          </p:cNvPr>
          <p:cNvSpPr/>
          <p:nvPr/>
        </p:nvSpPr>
        <p:spPr>
          <a:xfrm>
            <a:off x="9152241" y="5259749"/>
            <a:ext cx="1425510"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Managers still have authority to veto a given learning session for operational reasons</a:t>
            </a:r>
          </a:p>
        </p:txBody>
      </p:sp>
      <p:sp>
        <p:nvSpPr>
          <p:cNvPr id="28" name="Rectangle 53">
            <a:extLst>
              <a:ext uri="{FF2B5EF4-FFF2-40B4-BE49-F238E27FC236}">
                <a16:creationId xmlns:a16="http://schemas.microsoft.com/office/drawing/2014/main" id="{D09DE783-6751-21B0-C272-C393A8DC7FDA}"/>
              </a:ext>
            </a:extLst>
          </p:cNvPr>
          <p:cNvSpPr/>
          <p:nvPr/>
        </p:nvSpPr>
        <p:spPr>
          <a:xfrm>
            <a:off x="7687065" y="5252747"/>
            <a:ext cx="1425510"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Learners schedule is still defined with Managers validation</a:t>
            </a:r>
          </a:p>
        </p:txBody>
      </p:sp>
      <p:sp>
        <p:nvSpPr>
          <p:cNvPr id="29" name="Rectangle 54">
            <a:extLst>
              <a:ext uri="{FF2B5EF4-FFF2-40B4-BE49-F238E27FC236}">
                <a16:creationId xmlns:a16="http://schemas.microsoft.com/office/drawing/2014/main" id="{BEB3CF1B-FD7E-68D3-D0A0-00C47D37FF23}"/>
              </a:ext>
            </a:extLst>
          </p:cNvPr>
          <p:cNvSpPr/>
          <p:nvPr/>
        </p:nvSpPr>
        <p:spPr>
          <a:xfrm>
            <a:off x="8659473" y="5854608"/>
            <a:ext cx="1425510"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Managers are still in charge of learning on the job strategy</a:t>
            </a:r>
          </a:p>
        </p:txBody>
      </p:sp>
      <p:sp>
        <p:nvSpPr>
          <p:cNvPr id="30" name="ZoneTexte 55">
            <a:extLst>
              <a:ext uri="{FF2B5EF4-FFF2-40B4-BE49-F238E27FC236}">
                <a16:creationId xmlns:a16="http://schemas.microsoft.com/office/drawing/2014/main" id="{36B11756-B84E-E40A-4463-967AF099682E}"/>
              </a:ext>
            </a:extLst>
          </p:cNvPr>
          <p:cNvSpPr txBox="1"/>
          <p:nvPr/>
        </p:nvSpPr>
        <p:spPr>
          <a:xfrm>
            <a:off x="7052122" y="3628671"/>
            <a:ext cx="1673365" cy="646331"/>
          </a:xfrm>
          <a:prstGeom prst="rect">
            <a:avLst/>
          </a:prstGeom>
          <a:noFill/>
        </p:spPr>
        <p:txBody>
          <a:bodyPr wrap="square">
            <a:spAutoFit/>
          </a:bodyPr>
          <a:lstStyle/>
          <a:p>
            <a:pPr algn="ctr"/>
            <a:r>
              <a:rPr lang="en-US" sz="1200" b="1" dirty="0">
                <a:solidFill>
                  <a:schemeClr val="tx1"/>
                </a:solidFill>
              </a:rPr>
              <a:t>DIFFERENTIATION</a:t>
            </a:r>
          </a:p>
          <a:p>
            <a:pPr algn="ctr"/>
            <a:r>
              <a:rPr lang="en-US" sz="1200" dirty="0">
                <a:solidFill>
                  <a:schemeClr val="tx1"/>
                </a:solidFill>
              </a:rPr>
              <a:t>Project / Product experience</a:t>
            </a:r>
          </a:p>
        </p:txBody>
      </p:sp>
      <p:sp>
        <p:nvSpPr>
          <p:cNvPr id="31" name="ZoneTexte 56">
            <a:extLst>
              <a:ext uri="{FF2B5EF4-FFF2-40B4-BE49-F238E27FC236}">
                <a16:creationId xmlns:a16="http://schemas.microsoft.com/office/drawing/2014/main" id="{23815029-C16E-5FBF-2FD8-5D9FD8B0059C}"/>
              </a:ext>
            </a:extLst>
          </p:cNvPr>
          <p:cNvSpPr txBox="1"/>
          <p:nvPr/>
        </p:nvSpPr>
        <p:spPr>
          <a:xfrm>
            <a:off x="9645009" y="3640336"/>
            <a:ext cx="1589296" cy="646331"/>
          </a:xfrm>
          <a:prstGeom prst="rect">
            <a:avLst/>
          </a:prstGeom>
          <a:noFill/>
        </p:spPr>
        <p:txBody>
          <a:bodyPr wrap="square">
            <a:spAutoFit/>
          </a:bodyPr>
          <a:lstStyle/>
          <a:p>
            <a:pPr algn="ctr"/>
            <a:r>
              <a:rPr lang="en-US" sz="1200" b="1" dirty="0">
                <a:solidFill>
                  <a:schemeClr val="tx1"/>
                </a:solidFill>
              </a:rPr>
              <a:t>CURRENT STATUS</a:t>
            </a:r>
          </a:p>
          <a:p>
            <a:pPr algn="ctr"/>
            <a:r>
              <a:rPr lang="en-US" sz="1200" dirty="0">
                <a:solidFill>
                  <a:schemeClr val="tx1"/>
                </a:solidFill>
              </a:rPr>
              <a:t>Stakeholder current  experience</a:t>
            </a:r>
          </a:p>
        </p:txBody>
      </p:sp>
      <p:sp>
        <p:nvSpPr>
          <p:cNvPr id="32" name="ZoneTexte 57">
            <a:extLst>
              <a:ext uri="{FF2B5EF4-FFF2-40B4-BE49-F238E27FC236}">
                <a16:creationId xmlns:a16="http://schemas.microsoft.com/office/drawing/2014/main" id="{B8A6E060-0BE3-805A-BAE8-D9A9629F9BDB}"/>
              </a:ext>
            </a:extLst>
          </p:cNvPr>
          <p:cNvSpPr txBox="1"/>
          <p:nvPr/>
        </p:nvSpPr>
        <p:spPr>
          <a:xfrm>
            <a:off x="7460459" y="4475779"/>
            <a:ext cx="3383563" cy="830997"/>
          </a:xfrm>
          <a:prstGeom prst="rect">
            <a:avLst/>
          </a:prstGeom>
          <a:noFill/>
        </p:spPr>
        <p:txBody>
          <a:bodyPr wrap="square">
            <a:spAutoFit/>
          </a:bodyPr>
          <a:lstStyle/>
          <a:p>
            <a:pPr algn="ctr"/>
            <a:r>
              <a:rPr lang="en-US" sz="1200" b="1" dirty="0">
                <a:solidFill>
                  <a:schemeClr val="tx1"/>
                </a:solidFill>
              </a:rPr>
              <a:t>FAMILIARITY</a:t>
            </a:r>
          </a:p>
          <a:p>
            <a:pPr algn="ctr"/>
            <a:r>
              <a:rPr lang="en-US" sz="1200" dirty="0">
                <a:solidFill>
                  <a:schemeClr val="tx1"/>
                </a:solidFill>
              </a:rPr>
              <a:t>Common points between Project / Product Experience and Stakeholder current  experience</a:t>
            </a:r>
          </a:p>
          <a:p>
            <a:pPr algn="ctr"/>
            <a:endParaRPr lang="en-US" sz="1200" dirty="0">
              <a:solidFill>
                <a:schemeClr val="tx1"/>
              </a:solidFill>
            </a:endParaRPr>
          </a:p>
        </p:txBody>
      </p:sp>
      <p:sp>
        <p:nvSpPr>
          <p:cNvPr id="33" name="CasellaDiTesto 32">
            <a:extLst>
              <a:ext uri="{FF2B5EF4-FFF2-40B4-BE49-F238E27FC236}">
                <a16:creationId xmlns:a16="http://schemas.microsoft.com/office/drawing/2014/main" id="{B8AEFDB6-F058-332B-F67D-77F5C9CD4CA3}"/>
              </a:ext>
            </a:extLst>
          </p:cNvPr>
          <p:cNvSpPr txBox="1"/>
          <p:nvPr/>
        </p:nvSpPr>
        <p:spPr>
          <a:xfrm>
            <a:off x="4009613" y="2173055"/>
            <a:ext cx="1975268" cy="2031325"/>
          </a:xfrm>
          <a:prstGeom prst="rect">
            <a:avLst/>
          </a:prstGeom>
          <a:noFill/>
        </p:spPr>
        <p:txBody>
          <a:bodyPr wrap="square">
            <a:spAutoFit/>
          </a:bodyPr>
          <a:lstStyle/>
          <a:p>
            <a:pPr marL="0" indent="0" algn="ctr">
              <a:buNone/>
            </a:pPr>
            <a:r>
              <a:rPr lang="en-US" sz="1800" b="1" dirty="0"/>
              <a:t>CURRENT STAKEHOLDER EXPERIENCE : </a:t>
            </a:r>
          </a:p>
          <a:p>
            <a:pPr marL="0" indent="0" algn="ctr">
              <a:buNone/>
            </a:pPr>
            <a:r>
              <a:rPr lang="en-US" dirty="0"/>
              <a:t>Managing staff absence a few days a year per staff member </a:t>
            </a:r>
            <a:endParaRPr lang="en-US" sz="1800" dirty="0"/>
          </a:p>
        </p:txBody>
      </p:sp>
      <p:sp>
        <p:nvSpPr>
          <p:cNvPr id="34" name="CasellaDiTesto 33">
            <a:extLst>
              <a:ext uri="{FF2B5EF4-FFF2-40B4-BE49-F238E27FC236}">
                <a16:creationId xmlns:a16="http://schemas.microsoft.com/office/drawing/2014/main" id="{BDA8C875-065D-7B7B-177E-10377A4CB1A3}"/>
              </a:ext>
            </a:extLst>
          </p:cNvPr>
          <p:cNvSpPr txBox="1"/>
          <p:nvPr/>
        </p:nvSpPr>
        <p:spPr>
          <a:xfrm>
            <a:off x="247641" y="2483695"/>
            <a:ext cx="1759945" cy="1754326"/>
          </a:xfrm>
          <a:prstGeom prst="rect">
            <a:avLst/>
          </a:prstGeom>
          <a:noFill/>
        </p:spPr>
        <p:txBody>
          <a:bodyPr wrap="square">
            <a:spAutoFit/>
          </a:bodyPr>
          <a:lstStyle/>
          <a:p>
            <a:pPr marL="0" indent="0" algn="ctr">
              <a:buNone/>
            </a:pPr>
            <a:r>
              <a:rPr lang="en-US" sz="1800" b="1" dirty="0"/>
              <a:t>NEW EXPERIENCE </a:t>
            </a:r>
            <a:r>
              <a:rPr lang="en-US" sz="1800" dirty="0"/>
              <a:t>: Community Based Learning for staff members</a:t>
            </a:r>
          </a:p>
        </p:txBody>
      </p:sp>
      <p:sp>
        <p:nvSpPr>
          <p:cNvPr id="35" name="CasellaDiTesto 34">
            <a:extLst>
              <a:ext uri="{FF2B5EF4-FFF2-40B4-BE49-F238E27FC236}">
                <a16:creationId xmlns:a16="http://schemas.microsoft.com/office/drawing/2014/main" id="{E12D446B-6709-7F41-0F56-D4EB419F7215}"/>
              </a:ext>
            </a:extLst>
          </p:cNvPr>
          <p:cNvSpPr txBox="1"/>
          <p:nvPr/>
        </p:nvSpPr>
        <p:spPr>
          <a:xfrm>
            <a:off x="2233366" y="2490160"/>
            <a:ext cx="1709373" cy="923330"/>
          </a:xfrm>
          <a:prstGeom prst="rect">
            <a:avLst/>
          </a:prstGeom>
          <a:noFill/>
        </p:spPr>
        <p:txBody>
          <a:bodyPr wrap="square">
            <a:spAutoFit/>
          </a:bodyPr>
          <a:lstStyle/>
          <a:p>
            <a:pPr marL="0" indent="0" algn="ctr">
              <a:buNone/>
            </a:pPr>
            <a:r>
              <a:rPr lang="en-US" sz="1800" b="1" dirty="0"/>
              <a:t>CHOSEN STAKEHOLDER </a:t>
            </a:r>
            <a:r>
              <a:rPr lang="en-US" sz="1800" dirty="0"/>
              <a:t>: Staff </a:t>
            </a:r>
            <a:r>
              <a:rPr lang="en-US" dirty="0"/>
              <a:t>Managers</a:t>
            </a:r>
            <a:endParaRPr lang="en-US" sz="1800" dirty="0"/>
          </a:p>
        </p:txBody>
      </p:sp>
      <p:pic>
        <p:nvPicPr>
          <p:cNvPr id="11" name="Immagine 10" descr="Immagine che contiene interni, persona, circondato, folla&#10;&#10;Descrizione generata automaticamente">
            <a:extLst>
              <a:ext uri="{FF2B5EF4-FFF2-40B4-BE49-F238E27FC236}">
                <a16:creationId xmlns:a16="http://schemas.microsoft.com/office/drawing/2014/main" id="{39639DC3-F5AC-D7DE-5042-83BD75243FC3}"/>
              </a:ext>
            </a:extLst>
          </p:cNvPr>
          <p:cNvPicPr>
            <a:picLocks noChangeAspect="1"/>
          </p:cNvPicPr>
          <p:nvPr/>
        </p:nvPicPr>
        <p:blipFill>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214050" y="4275003"/>
            <a:ext cx="1656078" cy="1017690"/>
          </a:xfrm>
          <a:prstGeom prst="rect">
            <a:avLst/>
          </a:prstGeom>
        </p:spPr>
      </p:pic>
      <p:pic>
        <p:nvPicPr>
          <p:cNvPr id="13" name="Immagine 12" descr="Immagine che contiene lavagnabianca&#10;&#10;Descrizione generata automaticamente">
            <a:extLst>
              <a:ext uri="{FF2B5EF4-FFF2-40B4-BE49-F238E27FC236}">
                <a16:creationId xmlns:a16="http://schemas.microsoft.com/office/drawing/2014/main" id="{94D37706-B49E-8E15-B480-97B1BA0DB114}"/>
              </a:ext>
            </a:extLst>
          </p:cNvPr>
          <p:cNvPicPr>
            <a:picLocks noChangeAspect="1"/>
          </p:cNvPicPr>
          <p:nvPr/>
        </p:nvPicPr>
        <p:blipFill>
          <a:blip r:embed="rId6" cstate="screen">
            <a:extLst>
              <a:ext uri="{28A0092B-C50C-407E-A947-70E740481C1C}">
                <a14:useLocalDpi xmlns:a14="http://schemas.microsoft.com/office/drawing/2010/main"/>
              </a:ext>
              <a:ext uri="{837473B0-CC2E-450A-ABE3-18F120FF3D39}">
                <a1611:picAttrSrcUrl xmlns:a1611="http://schemas.microsoft.com/office/drawing/2016/11/main" r:id="rId7"/>
              </a:ext>
            </a:extLst>
          </a:blip>
          <a:stretch>
            <a:fillRect/>
          </a:stretch>
        </p:blipFill>
        <p:spPr>
          <a:xfrm>
            <a:off x="4453287" y="4178425"/>
            <a:ext cx="1109966" cy="1109966"/>
          </a:xfrm>
          <a:prstGeom prst="rect">
            <a:avLst/>
          </a:prstGeom>
        </p:spPr>
      </p:pic>
      <p:pic>
        <p:nvPicPr>
          <p:cNvPr id="15" name="Immagine 14" descr="Immagine che contiene edificio, esterni, persona, computer&#10;&#10;Descrizione generata automaticamente">
            <a:extLst>
              <a:ext uri="{FF2B5EF4-FFF2-40B4-BE49-F238E27FC236}">
                <a16:creationId xmlns:a16="http://schemas.microsoft.com/office/drawing/2014/main" id="{05CEAE96-6147-77F8-920E-1713BBABFBDF}"/>
              </a:ext>
            </a:extLst>
          </p:cNvPr>
          <p:cNvPicPr>
            <a:picLocks noChangeAspect="1"/>
          </p:cNvPicPr>
          <p:nvPr/>
        </p:nvPicPr>
        <p:blipFill rotWithShape="1">
          <a:blip r:embed="rId8" cstate="screen">
            <a:extLst>
              <a:ext uri="{28A0092B-C50C-407E-A947-70E740481C1C}">
                <a14:useLocalDpi xmlns:a14="http://schemas.microsoft.com/office/drawing/2010/main"/>
              </a:ext>
              <a:ext uri="{837473B0-CC2E-450A-ABE3-18F120FF3D39}">
                <a1611:picAttrSrcUrl xmlns:a1611="http://schemas.microsoft.com/office/drawing/2016/11/main" r:id="rId9"/>
              </a:ext>
            </a:extLst>
          </a:blip>
          <a:srcRect/>
          <a:stretch/>
        </p:blipFill>
        <p:spPr>
          <a:xfrm>
            <a:off x="2271942" y="4270701"/>
            <a:ext cx="1527005" cy="1019357"/>
          </a:xfrm>
          <a:prstGeom prst="rect">
            <a:avLst/>
          </a:prstGeom>
        </p:spPr>
      </p:pic>
    </p:spTree>
    <p:extLst>
      <p:ext uri="{BB962C8B-B14F-4D97-AF65-F5344CB8AC3E}">
        <p14:creationId xmlns:p14="http://schemas.microsoft.com/office/powerpoint/2010/main" val="174598721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Graphique 35" descr="Arbre avec racines avec un remplissage uni">
            <a:extLst>
              <a:ext uri="{FF2B5EF4-FFF2-40B4-BE49-F238E27FC236}">
                <a16:creationId xmlns:a16="http://schemas.microsoft.com/office/drawing/2014/main" id="{CE0FC025-C9B2-025F-BB28-6E163FB2399E}"/>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b="4039"/>
          <a:stretch/>
        </p:blipFill>
        <p:spPr>
          <a:xfrm>
            <a:off x="7060892" y="2416731"/>
            <a:ext cx="4584208" cy="4399043"/>
          </a:xfrm>
          <a:prstGeom prst="rect">
            <a:avLst/>
          </a:prstGeom>
        </p:spPr>
      </p:pic>
      <p:sp>
        <p:nvSpPr>
          <p:cNvPr id="2" name="Titre 1">
            <a:extLst>
              <a:ext uri="{FF2B5EF4-FFF2-40B4-BE49-F238E27FC236}">
                <a16:creationId xmlns:a16="http://schemas.microsoft.com/office/drawing/2014/main" id="{E0A9F8A1-9178-4444-8BA7-D32DCBFAEF9E}"/>
              </a:ext>
            </a:extLst>
          </p:cNvPr>
          <p:cNvSpPr>
            <a:spLocks noGrp="1"/>
          </p:cNvSpPr>
          <p:nvPr>
            <p:ph type="title"/>
          </p:nvPr>
        </p:nvSpPr>
        <p:spPr/>
        <p:txBody>
          <a:bodyPr/>
          <a:lstStyle/>
          <a:p>
            <a:r>
              <a:rPr lang="en-US"/>
              <a:t>  </a:t>
            </a:r>
          </a:p>
        </p:txBody>
      </p:sp>
      <p:sp>
        <p:nvSpPr>
          <p:cNvPr id="7" name="Rectangle 6">
            <a:extLst>
              <a:ext uri="{FF2B5EF4-FFF2-40B4-BE49-F238E27FC236}">
                <a16:creationId xmlns:a16="http://schemas.microsoft.com/office/drawing/2014/main" id="{8BBD3EE4-A57A-4AAE-954B-B34DFD9EA2E3}"/>
              </a:ext>
            </a:extLst>
          </p:cNvPr>
          <p:cNvSpPr/>
          <p:nvPr/>
        </p:nvSpPr>
        <p:spPr>
          <a:xfrm>
            <a:off x="8686430" y="6041131"/>
            <a:ext cx="1167042"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Changing the ways we learn socially</a:t>
            </a:r>
          </a:p>
        </p:txBody>
      </p:sp>
      <p:sp>
        <p:nvSpPr>
          <p:cNvPr id="8" name="Rectangle 7">
            <a:extLst>
              <a:ext uri="{FF2B5EF4-FFF2-40B4-BE49-F238E27FC236}">
                <a16:creationId xmlns:a16="http://schemas.microsoft.com/office/drawing/2014/main" id="{C4AD232C-B7A0-4EE8-A68D-AE49854B1C5F}"/>
              </a:ext>
            </a:extLst>
          </p:cNvPr>
          <p:cNvSpPr/>
          <p:nvPr/>
        </p:nvSpPr>
        <p:spPr>
          <a:xfrm>
            <a:off x="7576723" y="5322672"/>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Meeting with other companies</a:t>
            </a:r>
          </a:p>
        </p:txBody>
      </p:sp>
      <p:sp>
        <p:nvSpPr>
          <p:cNvPr id="9" name="Rectangle 8">
            <a:extLst>
              <a:ext uri="{FF2B5EF4-FFF2-40B4-BE49-F238E27FC236}">
                <a16:creationId xmlns:a16="http://schemas.microsoft.com/office/drawing/2014/main" id="{78E9E3B0-B347-49E8-87F1-4CB5C2EFB561}"/>
              </a:ext>
            </a:extLst>
          </p:cNvPr>
          <p:cNvSpPr/>
          <p:nvPr/>
        </p:nvSpPr>
        <p:spPr>
          <a:xfrm>
            <a:off x="8840957" y="4255411"/>
            <a:ext cx="1167042"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Community becomes a place to take decisions</a:t>
            </a:r>
          </a:p>
        </p:txBody>
      </p:sp>
      <p:sp>
        <p:nvSpPr>
          <p:cNvPr id="10" name="Rectangle 9">
            <a:extLst>
              <a:ext uri="{FF2B5EF4-FFF2-40B4-BE49-F238E27FC236}">
                <a16:creationId xmlns:a16="http://schemas.microsoft.com/office/drawing/2014/main" id="{78B8CD5E-B9CB-494F-B964-6B0FEE9E7AC6}"/>
              </a:ext>
            </a:extLst>
          </p:cNvPr>
          <p:cNvSpPr/>
          <p:nvPr/>
        </p:nvSpPr>
        <p:spPr>
          <a:xfrm>
            <a:off x="9103684" y="3585812"/>
            <a:ext cx="1167042"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New collaborative ways of working</a:t>
            </a:r>
          </a:p>
        </p:txBody>
      </p:sp>
      <p:sp>
        <p:nvSpPr>
          <p:cNvPr id="12" name="Rectangle 11">
            <a:extLst>
              <a:ext uri="{FF2B5EF4-FFF2-40B4-BE49-F238E27FC236}">
                <a16:creationId xmlns:a16="http://schemas.microsoft.com/office/drawing/2014/main" id="{E2453913-7934-46BD-8B4B-808BE69D022B}"/>
              </a:ext>
            </a:extLst>
          </p:cNvPr>
          <p:cNvSpPr/>
          <p:nvPr/>
        </p:nvSpPr>
        <p:spPr>
          <a:xfrm>
            <a:off x="8995485" y="4898509"/>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Community Based Learning</a:t>
            </a:r>
          </a:p>
        </p:txBody>
      </p:sp>
      <p:sp>
        <p:nvSpPr>
          <p:cNvPr id="13" name="Rectangle 12">
            <a:extLst>
              <a:ext uri="{FF2B5EF4-FFF2-40B4-BE49-F238E27FC236}">
                <a16:creationId xmlns:a16="http://schemas.microsoft.com/office/drawing/2014/main" id="{DF863E33-35DE-48A1-8061-866DF2A58EE4}"/>
              </a:ext>
            </a:extLst>
          </p:cNvPr>
          <p:cNvSpPr/>
          <p:nvPr/>
        </p:nvSpPr>
        <p:spPr>
          <a:xfrm>
            <a:off x="10354694" y="5434152"/>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Online Corporate Peers Network</a:t>
            </a:r>
          </a:p>
        </p:txBody>
      </p:sp>
      <p:sp>
        <p:nvSpPr>
          <p:cNvPr id="14" name="Rectangle 13">
            <a:extLst>
              <a:ext uri="{FF2B5EF4-FFF2-40B4-BE49-F238E27FC236}">
                <a16:creationId xmlns:a16="http://schemas.microsoft.com/office/drawing/2014/main" id="{0DC7688F-4500-40DC-973F-FB8D489404DB}"/>
              </a:ext>
            </a:extLst>
          </p:cNvPr>
          <p:cNvSpPr/>
          <p:nvPr/>
        </p:nvSpPr>
        <p:spPr>
          <a:xfrm>
            <a:off x="10077075" y="2884122"/>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New type of mutualization</a:t>
            </a:r>
          </a:p>
        </p:txBody>
      </p:sp>
      <p:sp>
        <p:nvSpPr>
          <p:cNvPr id="15" name="Rectangle 14">
            <a:extLst>
              <a:ext uri="{FF2B5EF4-FFF2-40B4-BE49-F238E27FC236}">
                <a16:creationId xmlns:a16="http://schemas.microsoft.com/office/drawing/2014/main" id="{C830FD39-8721-4708-A014-2FD97F26EDFD}"/>
              </a:ext>
            </a:extLst>
          </p:cNvPr>
          <p:cNvSpPr/>
          <p:nvPr/>
        </p:nvSpPr>
        <p:spPr>
          <a:xfrm>
            <a:off x="10186757" y="2235049"/>
            <a:ext cx="1582911"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Reduce documentation costs due to redundancy between departments</a:t>
            </a:r>
          </a:p>
        </p:txBody>
      </p:sp>
      <p:sp>
        <p:nvSpPr>
          <p:cNvPr id="20" name="Rectangle 19">
            <a:extLst>
              <a:ext uri="{FF2B5EF4-FFF2-40B4-BE49-F238E27FC236}">
                <a16:creationId xmlns:a16="http://schemas.microsoft.com/office/drawing/2014/main" id="{26408BAC-151A-4937-8139-07370AEB2B17}"/>
              </a:ext>
            </a:extLst>
          </p:cNvPr>
          <p:cNvSpPr/>
          <p:nvPr/>
        </p:nvSpPr>
        <p:spPr>
          <a:xfrm>
            <a:off x="8298596" y="2913432"/>
            <a:ext cx="1474987"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Cooperation between Community leaders and Managers</a:t>
            </a:r>
          </a:p>
        </p:txBody>
      </p:sp>
      <p:sp>
        <p:nvSpPr>
          <p:cNvPr id="21" name="Rectangle 20">
            <a:extLst>
              <a:ext uri="{FF2B5EF4-FFF2-40B4-BE49-F238E27FC236}">
                <a16:creationId xmlns:a16="http://schemas.microsoft.com/office/drawing/2014/main" id="{7E9AE98B-7633-42CE-A257-E818C048CA39}"/>
              </a:ext>
            </a:extLst>
          </p:cNvPr>
          <p:cNvSpPr/>
          <p:nvPr/>
        </p:nvSpPr>
        <p:spPr>
          <a:xfrm>
            <a:off x="7549346" y="2349685"/>
            <a:ext cx="1167042"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More retention</a:t>
            </a:r>
          </a:p>
        </p:txBody>
      </p:sp>
      <p:sp>
        <p:nvSpPr>
          <p:cNvPr id="22" name="Rectangle 21">
            <a:extLst>
              <a:ext uri="{FF2B5EF4-FFF2-40B4-BE49-F238E27FC236}">
                <a16:creationId xmlns:a16="http://schemas.microsoft.com/office/drawing/2014/main" id="{36A1ECE8-8195-4A03-AD66-226F04A71916}"/>
              </a:ext>
            </a:extLst>
          </p:cNvPr>
          <p:cNvSpPr/>
          <p:nvPr/>
        </p:nvSpPr>
        <p:spPr>
          <a:xfrm>
            <a:off x="6236012" y="1730083"/>
            <a:ext cx="2138728"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More competitivity</a:t>
            </a:r>
          </a:p>
        </p:txBody>
      </p:sp>
      <p:sp>
        <p:nvSpPr>
          <p:cNvPr id="23" name="Rectangle 22">
            <a:extLst>
              <a:ext uri="{FF2B5EF4-FFF2-40B4-BE49-F238E27FC236}">
                <a16:creationId xmlns:a16="http://schemas.microsoft.com/office/drawing/2014/main" id="{FF7A1404-6DD8-43DE-B941-FEE5C6190112}"/>
              </a:ext>
            </a:extLst>
          </p:cNvPr>
          <p:cNvSpPr/>
          <p:nvPr/>
        </p:nvSpPr>
        <p:spPr>
          <a:xfrm>
            <a:off x="6933924" y="1069349"/>
            <a:ext cx="1167042" cy="46557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Company Growth</a:t>
            </a:r>
          </a:p>
        </p:txBody>
      </p:sp>
      <p:sp>
        <p:nvSpPr>
          <p:cNvPr id="25" name="Rectangle 24">
            <a:extLst>
              <a:ext uri="{FF2B5EF4-FFF2-40B4-BE49-F238E27FC236}">
                <a16:creationId xmlns:a16="http://schemas.microsoft.com/office/drawing/2014/main" id="{7B686E76-2AF2-4BD3-A649-D17B01A6FA4A}"/>
              </a:ext>
            </a:extLst>
          </p:cNvPr>
          <p:cNvSpPr/>
          <p:nvPr/>
        </p:nvSpPr>
        <p:spPr>
          <a:xfrm>
            <a:off x="10938215" y="4319509"/>
            <a:ext cx="1167042" cy="811785"/>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Increased internal mobility</a:t>
            </a:r>
          </a:p>
        </p:txBody>
      </p:sp>
      <p:cxnSp>
        <p:nvCxnSpPr>
          <p:cNvPr id="27" name="Connecteur droit avec flèche 26">
            <a:extLst>
              <a:ext uri="{FF2B5EF4-FFF2-40B4-BE49-F238E27FC236}">
                <a16:creationId xmlns:a16="http://schemas.microsoft.com/office/drawing/2014/main" id="{33D85ABA-102A-450E-8B61-BCB4F34CB347}"/>
              </a:ext>
            </a:extLst>
          </p:cNvPr>
          <p:cNvCxnSpPr>
            <a:cxnSpLocks/>
            <a:endCxn id="9" idx="2"/>
          </p:cNvCxnSpPr>
          <p:nvPr/>
        </p:nvCxnSpPr>
        <p:spPr>
          <a:xfrm flipH="1" flipV="1">
            <a:off x="9424478" y="4720981"/>
            <a:ext cx="85452" cy="20054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A7E3A03A-A26D-4BD8-9E96-37A495EB6B7F}"/>
              </a:ext>
            </a:extLst>
          </p:cNvPr>
          <p:cNvCxnSpPr>
            <a:cxnSpLocks/>
            <a:stCxn id="7" idx="0"/>
          </p:cNvCxnSpPr>
          <p:nvPr/>
        </p:nvCxnSpPr>
        <p:spPr>
          <a:xfrm flipH="1" flipV="1">
            <a:off x="8224420" y="5814414"/>
            <a:ext cx="1045531" cy="2267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C8F6108F-CEC8-4441-8475-51EC07DD415D}"/>
              </a:ext>
            </a:extLst>
          </p:cNvPr>
          <p:cNvCxnSpPr>
            <a:cxnSpLocks/>
            <a:stCxn id="7" idx="0"/>
            <a:endCxn id="12" idx="2"/>
          </p:cNvCxnSpPr>
          <p:nvPr/>
        </p:nvCxnSpPr>
        <p:spPr>
          <a:xfrm flipV="1">
            <a:off x="9269951" y="5364079"/>
            <a:ext cx="309055" cy="67705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E1C177F0-B382-49B0-8C49-EF1D99BD7F41}"/>
              </a:ext>
            </a:extLst>
          </p:cNvPr>
          <p:cNvCxnSpPr>
            <a:cxnSpLocks/>
            <a:stCxn id="7" idx="0"/>
            <a:endCxn id="13" idx="1"/>
          </p:cNvCxnSpPr>
          <p:nvPr/>
        </p:nvCxnSpPr>
        <p:spPr>
          <a:xfrm flipV="1">
            <a:off x="9269951" y="5666937"/>
            <a:ext cx="1084743" cy="37419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37">
            <a:extLst>
              <a:ext uri="{FF2B5EF4-FFF2-40B4-BE49-F238E27FC236}">
                <a16:creationId xmlns:a16="http://schemas.microsoft.com/office/drawing/2014/main" id="{C71743C9-1C13-4545-B64B-E2B7FFB1DBC8}"/>
              </a:ext>
            </a:extLst>
          </p:cNvPr>
          <p:cNvCxnSpPr>
            <a:cxnSpLocks/>
            <a:stCxn id="13" idx="0"/>
            <a:endCxn id="25" idx="2"/>
          </p:cNvCxnSpPr>
          <p:nvPr/>
        </p:nvCxnSpPr>
        <p:spPr>
          <a:xfrm flipV="1">
            <a:off x="10938215" y="5131294"/>
            <a:ext cx="583521" cy="30285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0642B801-FA5B-41CA-8028-CCD50B5FCF61}"/>
              </a:ext>
            </a:extLst>
          </p:cNvPr>
          <p:cNvCxnSpPr>
            <a:cxnSpLocks/>
            <a:stCxn id="9" idx="0"/>
            <a:endCxn id="10" idx="2"/>
          </p:cNvCxnSpPr>
          <p:nvPr/>
        </p:nvCxnSpPr>
        <p:spPr>
          <a:xfrm flipV="1">
            <a:off x="9424478" y="4051382"/>
            <a:ext cx="262727" cy="2040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43">
            <a:extLst>
              <a:ext uri="{FF2B5EF4-FFF2-40B4-BE49-F238E27FC236}">
                <a16:creationId xmlns:a16="http://schemas.microsoft.com/office/drawing/2014/main" id="{BA50A2F4-EAF1-47CD-88EB-4B215BD488F5}"/>
              </a:ext>
            </a:extLst>
          </p:cNvPr>
          <p:cNvCxnSpPr>
            <a:cxnSpLocks/>
            <a:stCxn id="10" idx="0"/>
            <a:endCxn id="14" idx="2"/>
          </p:cNvCxnSpPr>
          <p:nvPr/>
        </p:nvCxnSpPr>
        <p:spPr>
          <a:xfrm flipV="1">
            <a:off x="9687205" y="3349692"/>
            <a:ext cx="973391" cy="2361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47">
            <a:extLst>
              <a:ext uri="{FF2B5EF4-FFF2-40B4-BE49-F238E27FC236}">
                <a16:creationId xmlns:a16="http://schemas.microsoft.com/office/drawing/2014/main" id="{038C3B39-285C-4E36-8BBD-2A2E60F7C292}"/>
              </a:ext>
            </a:extLst>
          </p:cNvPr>
          <p:cNvCxnSpPr>
            <a:cxnSpLocks/>
            <a:stCxn id="14" idx="0"/>
            <a:endCxn id="15" idx="2"/>
          </p:cNvCxnSpPr>
          <p:nvPr/>
        </p:nvCxnSpPr>
        <p:spPr>
          <a:xfrm flipV="1">
            <a:off x="10660596" y="2700619"/>
            <a:ext cx="317617" cy="18350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6F65F524-39BF-4DFC-8D78-CDE06B322583}"/>
              </a:ext>
            </a:extLst>
          </p:cNvPr>
          <p:cNvCxnSpPr>
            <a:cxnSpLocks/>
            <a:stCxn id="15" idx="0"/>
            <a:endCxn id="82" idx="2"/>
          </p:cNvCxnSpPr>
          <p:nvPr/>
        </p:nvCxnSpPr>
        <p:spPr>
          <a:xfrm flipV="1">
            <a:off x="10978213" y="2020186"/>
            <a:ext cx="77306" cy="21486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4" name="Titre 1">
            <a:extLst>
              <a:ext uri="{FF2B5EF4-FFF2-40B4-BE49-F238E27FC236}">
                <a16:creationId xmlns:a16="http://schemas.microsoft.com/office/drawing/2014/main" id="{3A5C2EB8-77CE-47CC-A392-E0B0C6D07634}"/>
              </a:ext>
            </a:extLst>
          </p:cNvPr>
          <p:cNvSpPr txBox="1">
            <a:spLocks/>
          </p:cNvSpPr>
          <p:nvPr/>
        </p:nvSpPr>
        <p:spPr>
          <a:xfrm>
            <a:off x="838200" y="365125"/>
            <a:ext cx="10515600" cy="5835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a:t>Why NOT trying?</a:t>
            </a:r>
            <a:br>
              <a:rPr lang="en-US" sz="3200"/>
            </a:br>
            <a:r>
              <a:rPr lang="en-US" sz="3200"/>
              <a:t>Tree of Serendipity (visual workshop version example)</a:t>
            </a:r>
          </a:p>
        </p:txBody>
      </p:sp>
      <p:cxnSp>
        <p:nvCxnSpPr>
          <p:cNvPr id="55" name="Connecteur droit avec flèche 54">
            <a:extLst>
              <a:ext uri="{FF2B5EF4-FFF2-40B4-BE49-F238E27FC236}">
                <a16:creationId xmlns:a16="http://schemas.microsoft.com/office/drawing/2014/main" id="{18DCCA77-3293-46CF-AB97-A0D2EF2AA15A}"/>
              </a:ext>
            </a:extLst>
          </p:cNvPr>
          <p:cNvCxnSpPr>
            <a:cxnSpLocks/>
            <a:stCxn id="10" idx="0"/>
            <a:endCxn id="20" idx="2"/>
          </p:cNvCxnSpPr>
          <p:nvPr/>
        </p:nvCxnSpPr>
        <p:spPr>
          <a:xfrm flipH="1" flipV="1">
            <a:off x="9036090" y="3379002"/>
            <a:ext cx="651115" cy="20681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E145D4DD-F79E-41A1-BE66-EA7886340BD6}"/>
              </a:ext>
            </a:extLst>
          </p:cNvPr>
          <p:cNvCxnSpPr>
            <a:cxnSpLocks/>
            <a:stCxn id="20" idx="0"/>
            <a:endCxn id="21" idx="2"/>
          </p:cNvCxnSpPr>
          <p:nvPr/>
        </p:nvCxnSpPr>
        <p:spPr>
          <a:xfrm flipH="1" flipV="1">
            <a:off x="8132867" y="2815255"/>
            <a:ext cx="903223" cy="9817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1" name="Connecteur droit avec flèche 60">
            <a:extLst>
              <a:ext uri="{FF2B5EF4-FFF2-40B4-BE49-F238E27FC236}">
                <a16:creationId xmlns:a16="http://schemas.microsoft.com/office/drawing/2014/main" id="{7B99EFB2-9C75-45E4-8F38-6320C6BD11F4}"/>
              </a:ext>
            </a:extLst>
          </p:cNvPr>
          <p:cNvCxnSpPr>
            <a:cxnSpLocks/>
            <a:stCxn id="21" idx="0"/>
            <a:endCxn id="22" idx="2"/>
          </p:cNvCxnSpPr>
          <p:nvPr/>
        </p:nvCxnSpPr>
        <p:spPr>
          <a:xfrm flipH="1" flipV="1">
            <a:off x="7305376" y="2195653"/>
            <a:ext cx="827491" cy="15403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4" name="Connecteur droit avec flèche 63">
            <a:extLst>
              <a:ext uri="{FF2B5EF4-FFF2-40B4-BE49-F238E27FC236}">
                <a16:creationId xmlns:a16="http://schemas.microsoft.com/office/drawing/2014/main" id="{2A590FD0-0FF6-4CC3-933A-6E95783E2224}"/>
              </a:ext>
            </a:extLst>
          </p:cNvPr>
          <p:cNvCxnSpPr>
            <a:cxnSpLocks/>
            <a:stCxn id="22" idx="0"/>
            <a:endCxn id="23" idx="2"/>
          </p:cNvCxnSpPr>
          <p:nvPr/>
        </p:nvCxnSpPr>
        <p:spPr>
          <a:xfrm flipV="1">
            <a:off x="7305376" y="1534919"/>
            <a:ext cx="212069" cy="19516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9D43EC3D-3287-4D7D-8D69-BDA79A92F59A}"/>
              </a:ext>
            </a:extLst>
          </p:cNvPr>
          <p:cNvSpPr/>
          <p:nvPr/>
        </p:nvSpPr>
        <p:spPr>
          <a:xfrm>
            <a:off x="8840957" y="2076345"/>
            <a:ext cx="1167042"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Better relationships with Management</a:t>
            </a:r>
          </a:p>
        </p:txBody>
      </p:sp>
      <p:cxnSp>
        <p:nvCxnSpPr>
          <p:cNvPr id="69" name="Connecteur droit avec flèche 68">
            <a:extLst>
              <a:ext uri="{FF2B5EF4-FFF2-40B4-BE49-F238E27FC236}">
                <a16:creationId xmlns:a16="http://schemas.microsoft.com/office/drawing/2014/main" id="{424AA819-A39B-4455-8714-B1E0BD96D471}"/>
              </a:ext>
            </a:extLst>
          </p:cNvPr>
          <p:cNvCxnSpPr>
            <a:cxnSpLocks/>
            <a:stCxn id="20" idx="0"/>
            <a:endCxn id="68" idx="2"/>
          </p:cNvCxnSpPr>
          <p:nvPr/>
        </p:nvCxnSpPr>
        <p:spPr>
          <a:xfrm flipV="1">
            <a:off x="9036090" y="2541915"/>
            <a:ext cx="388388" cy="3715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0FDD4B90-B669-42E2-90CF-2EEBF116A170}"/>
              </a:ext>
            </a:extLst>
          </p:cNvPr>
          <p:cNvSpPr/>
          <p:nvPr/>
        </p:nvSpPr>
        <p:spPr>
          <a:xfrm>
            <a:off x="7517445" y="3584421"/>
            <a:ext cx="1167042"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Liberated company mindset</a:t>
            </a:r>
          </a:p>
        </p:txBody>
      </p:sp>
      <p:cxnSp>
        <p:nvCxnSpPr>
          <p:cNvPr id="76" name="Connecteur droit avec flèche 75">
            <a:extLst>
              <a:ext uri="{FF2B5EF4-FFF2-40B4-BE49-F238E27FC236}">
                <a16:creationId xmlns:a16="http://schemas.microsoft.com/office/drawing/2014/main" id="{24338649-8076-4BFC-AA63-FA414A60B5DA}"/>
              </a:ext>
            </a:extLst>
          </p:cNvPr>
          <p:cNvCxnSpPr>
            <a:cxnSpLocks/>
            <a:stCxn id="9" idx="0"/>
            <a:endCxn id="74" idx="2"/>
          </p:cNvCxnSpPr>
          <p:nvPr/>
        </p:nvCxnSpPr>
        <p:spPr>
          <a:xfrm flipH="1" flipV="1">
            <a:off x="8100966" y="4049991"/>
            <a:ext cx="1323512" cy="2054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8D3286E4-41F7-460E-97AA-0FCE0C32F972}"/>
              </a:ext>
            </a:extLst>
          </p:cNvPr>
          <p:cNvSpPr/>
          <p:nvPr/>
        </p:nvSpPr>
        <p:spPr>
          <a:xfrm>
            <a:off x="10402180" y="1554616"/>
            <a:ext cx="1306678"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Cross company documentation for best practices</a:t>
            </a:r>
          </a:p>
        </p:txBody>
      </p:sp>
      <p:sp>
        <p:nvSpPr>
          <p:cNvPr id="6" name="Rectangle 38">
            <a:extLst>
              <a:ext uri="{FF2B5EF4-FFF2-40B4-BE49-F238E27FC236}">
                <a16:creationId xmlns:a16="http://schemas.microsoft.com/office/drawing/2014/main" id="{5B2DEFE8-6EC9-3666-0078-CB9A4552989C}"/>
              </a:ext>
            </a:extLst>
          </p:cNvPr>
          <p:cNvSpPr/>
          <p:nvPr/>
        </p:nvSpPr>
        <p:spPr>
          <a:xfrm>
            <a:off x="4591619" y="5515153"/>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Concretization</a:t>
            </a:r>
          </a:p>
        </p:txBody>
      </p:sp>
      <p:sp>
        <p:nvSpPr>
          <p:cNvPr id="11" name="Rectangle 39">
            <a:extLst>
              <a:ext uri="{FF2B5EF4-FFF2-40B4-BE49-F238E27FC236}">
                <a16:creationId xmlns:a16="http://schemas.microsoft.com/office/drawing/2014/main" id="{C251BD9A-6908-BA96-2B6B-AA42DE11484D}"/>
              </a:ext>
            </a:extLst>
          </p:cNvPr>
          <p:cNvSpPr/>
          <p:nvPr/>
        </p:nvSpPr>
        <p:spPr>
          <a:xfrm>
            <a:off x="4591619" y="4921527"/>
            <a:ext cx="1167042"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Positive Consequence</a:t>
            </a:r>
          </a:p>
        </p:txBody>
      </p:sp>
      <p:sp>
        <p:nvSpPr>
          <p:cNvPr id="16" name="Rectangle 44">
            <a:extLst>
              <a:ext uri="{FF2B5EF4-FFF2-40B4-BE49-F238E27FC236}">
                <a16:creationId xmlns:a16="http://schemas.microsoft.com/office/drawing/2014/main" id="{A26CD0A8-686E-0225-ED5C-58681CFE58B4}"/>
              </a:ext>
            </a:extLst>
          </p:cNvPr>
          <p:cNvSpPr/>
          <p:nvPr/>
        </p:nvSpPr>
        <p:spPr>
          <a:xfrm>
            <a:off x="4591619" y="6108779"/>
            <a:ext cx="1167042"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chemeClr val="tx1"/>
                </a:solidFill>
              </a:rPr>
              <a:t>Root Motivation</a:t>
            </a:r>
          </a:p>
        </p:txBody>
      </p:sp>
      <p:sp>
        <p:nvSpPr>
          <p:cNvPr id="18" name="CasellaDiTesto 17">
            <a:extLst>
              <a:ext uri="{FF2B5EF4-FFF2-40B4-BE49-F238E27FC236}">
                <a16:creationId xmlns:a16="http://schemas.microsoft.com/office/drawing/2014/main" id="{F53604D8-E692-7F96-F3BC-2F40E1A71B7E}"/>
              </a:ext>
            </a:extLst>
          </p:cNvPr>
          <p:cNvSpPr txBox="1"/>
          <p:nvPr/>
        </p:nvSpPr>
        <p:spPr>
          <a:xfrm>
            <a:off x="4431950" y="4252178"/>
            <a:ext cx="1544433" cy="646331"/>
          </a:xfrm>
          <a:prstGeom prst="rect">
            <a:avLst/>
          </a:prstGeom>
          <a:noFill/>
        </p:spPr>
        <p:txBody>
          <a:bodyPr wrap="square">
            <a:spAutoFit/>
          </a:bodyPr>
          <a:lstStyle/>
          <a:p>
            <a:pPr algn="ctr"/>
            <a:r>
              <a:rPr lang="en-US" b="1" dirty="0">
                <a:solidFill>
                  <a:schemeClr val="tx1"/>
                </a:solidFill>
              </a:rPr>
              <a:t>Workshop Legend</a:t>
            </a:r>
          </a:p>
        </p:txBody>
      </p:sp>
      <p:pic>
        <p:nvPicPr>
          <p:cNvPr id="19" name="Immagine 18" descr="Immagine che contiene persona, gruppo, persone, folla&#10;&#10;Descrizione generata automaticamente">
            <a:extLst>
              <a:ext uri="{FF2B5EF4-FFF2-40B4-BE49-F238E27FC236}">
                <a16:creationId xmlns:a16="http://schemas.microsoft.com/office/drawing/2014/main" id="{A4360F79-3AE6-07EE-880F-173D411A2218}"/>
              </a:ext>
            </a:extLst>
          </p:cNvPr>
          <p:cNvPicPr>
            <a:picLocks noChangeAspect="1"/>
          </p:cNvPicPr>
          <p:nvPr/>
        </p:nvPicPr>
        <p:blipFill>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571746" y="2229695"/>
            <a:ext cx="1627236" cy="1085672"/>
          </a:xfrm>
          <a:prstGeom prst="rect">
            <a:avLst/>
          </a:prstGeom>
        </p:spPr>
      </p:pic>
      <p:sp>
        <p:nvSpPr>
          <p:cNvPr id="24" name="Segnaposto contenuto 2">
            <a:extLst>
              <a:ext uri="{FF2B5EF4-FFF2-40B4-BE49-F238E27FC236}">
                <a16:creationId xmlns:a16="http://schemas.microsoft.com/office/drawing/2014/main" id="{24BAB7B8-4BC0-8943-594B-C8AD3EDBCBF7}"/>
              </a:ext>
            </a:extLst>
          </p:cNvPr>
          <p:cNvSpPr>
            <a:spLocks noGrp="1"/>
          </p:cNvSpPr>
          <p:nvPr>
            <p:ph idx="1"/>
          </p:nvPr>
        </p:nvSpPr>
        <p:spPr>
          <a:xfrm>
            <a:off x="380935" y="3717827"/>
            <a:ext cx="2731568" cy="2844799"/>
          </a:xfrm>
        </p:spPr>
        <p:txBody>
          <a:bodyPr>
            <a:normAutofit/>
          </a:bodyPr>
          <a:lstStyle/>
          <a:p>
            <a:pPr marL="0" indent="0">
              <a:buNone/>
            </a:pPr>
            <a:r>
              <a:rPr lang="en-US" sz="1400" dirty="0"/>
              <a:t>Brainstorming possible serendipitous effects of launching a Learning Transformation Initiative</a:t>
            </a:r>
            <a:endParaRPr lang="en-US" sz="1200" dirty="0"/>
          </a:p>
        </p:txBody>
      </p:sp>
    </p:spTree>
    <p:extLst>
      <p:ext uri="{BB962C8B-B14F-4D97-AF65-F5344CB8AC3E}">
        <p14:creationId xmlns:p14="http://schemas.microsoft.com/office/powerpoint/2010/main" val="386884091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183CCA1B-1322-6A04-3870-54B01A18F55F}"/>
              </a:ext>
            </a:extLst>
          </p:cNvPr>
          <p:cNvSpPr>
            <a:spLocks noGrp="1"/>
          </p:cNvSpPr>
          <p:nvPr>
            <p:ph idx="1"/>
          </p:nvPr>
        </p:nvSpPr>
        <p:spPr>
          <a:xfrm>
            <a:off x="838200" y="2512381"/>
            <a:ext cx="3642360" cy="3664581"/>
          </a:xfrm>
        </p:spPr>
        <p:txBody>
          <a:bodyPr>
            <a:normAutofit/>
          </a:bodyPr>
          <a:lstStyle/>
          <a:p>
            <a:pPr marL="0" indent="0">
              <a:buNone/>
            </a:pPr>
            <a:r>
              <a:rPr lang="en-US" sz="1800" dirty="0" err="1"/>
              <a:t>You are </a:t>
            </a:r>
            <a:r>
              <a:rPr lang="en-US" sz="1800" dirty="0"/>
              <a:t>the </a:t>
            </a:r>
            <a:r>
              <a:rPr lang="en-US" sz="1800" dirty="0" err="1"/>
              <a:t>product manager </a:t>
            </a:r>
            <a:r>
              <a:rPr lang="en-US" sz="1800" dirty="0"/>
              <a:t>of a </a:t>
            </a:r>
            <a:r>
              <a:rPr lang="en-US" sz="1800" dirty="0" err="1"/>
              <a:t>well-known </a:t>
            </a:r>
            <a:r>
              <a:rPr lang="en-US" sz="1800" dirty="0"/>
              <a:t>and </a:t>
            </a:r>
            <a:r>
              <a:rPr lang="en-US" sz="1800" dirty="0" err="1"/>
              <a:t>experienced aircraft manufacturer</a:t>
            </a:r>
            <a:r>
              <a:rPr lang="en-US" sz="1800" dirty="0"/>
              <a:t>.</a:t>
            </a:r>
          </a:p>
          <a:p>
            <a:pPr marL="0" indent="0">
              <a:buNone/>
            </a:pPr>
            <a:endParaRPr lang="en-US" sz="1800" dirty="0"/>
          </a:p>
          <a:p>
            <a:pPr marL="0" indent="0">
              <a:buNone/>
            </a:pPr>
            <a:r>
              <a:rPr lang="en-US" sz="1800" dirty="0" err="1"/>
              <a:t>You work </a:t>
            </a:r>
            <a:r>
              <a:rPr lang="en-US" sz="1800" dirty="0"/>
              <a:t>with </a:t>
            </a:r>
            <a:r>
              <a:rPr lang="en-US" sz="1800" dirty="0" err="1"/>
              <a:t>several teams of </a:t>
            </a:r>
            <a:r>
              <a:rPr lang="en-US" sz="1800" dirty="0"/>
              <a:t>experts and managers, and you want to define together the vision and </a:t>
            </a:r>
            <a:r>
              <a:rPr lang="en-US" sz="1800" dirty="0" err="1"/>
              <a:t>purpose </a:t>
            </a:r>
            <a:r>
              <a:rPr lang="en-US" sz="1800" dirty="0"/>
              <a:t>of </a:t>
            </a:r>
            <a:r>
              <a:rPr lang="en-US" sz="1800" dirty="0" err="1"/>
              <a:t>this </a:t>
            </a:r>
            <a:r>
              <a:rPr lang="en-US" sz="1800" dirty="0"/>
              <a:t>new innovative and very </a:t>
            </a:r>
            <a:r>
              <a:rPr lang="en-US" sz="1800" dirty="0" err="1"/>
              <a:t>ambitious product</a:t>
            </a:r>
            <a:r>
              <a:rPr lang="en-US" sz="1800" dirty="0"/>
              <a:t>. </a:t>
            </a:r>
          </a:p>
          <a:p>
            <a:pPr marL="0" indent="0">
              <a:buNone/>
            </a:pPr>
            <a:endParaRPr lang="en-US" sz="1800" dirty="0"/>
          </a:p>
          <a:p>
            <a:pPr marL="0" indent="0">
              <a:buNone/>
            </a:pPr>
            <a:r>
              <a:rPr lang="en-US" sz="1800" dirty="0"/>
              <a:t>You decide to use the 6 </a:t>
            </a:r>
            <a:r>
              <a:rPr lang="en-US" sz="1800" dirty="0" err="1"/>
              <a:t>Canvas </a:t>
            </a:r>
            <a:r>
              <a:rPr lang="en-US" sz="1800" dirty="0"/>
              <a:t>WHY to shape your collective thinking.</a:t>
            </a:r>
          </a:p>
        </p:txBody>
      </p:sp>
      <p:pic>
        <p:nvPicPr>
          <p:cNvPr id="5" name="Immagine 3">
            <a:extLst>
              <a:ext uri="{FF2B5EF4-FFF2-40B4-BE49-F238E27FC236}">
                <a16:creationId xmlns:a16="http://schemas.microsoft.com/office/drawing/2014/main" id="{B05B1533-DE26-7BC1-8A7F-8E9544A7DACA}"/>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6279460" y="2869622"/>
            <a:ext cx="3370567" cy="1503528"/>
          </a:xfrm>
          <a:prstGeom prst="rect">
            <a:avLst/>
          </a:prstGeom>
        </p:spPr>
      </p:pic>
      <p:sp>
        <p:nvSpPr>
          <p:cNvPr id="8" name="Titolo 1">
            <a:extLst>
              <a:ext uri="{FF2B5EF4-FFF2-40B4-BE49-F238E27FC236}">
                <a16:creationId xmlns:a16="http://schemas.microsoft.com/office/drawing/2014/main" id="{2F015651-2D66-492C-84CC-5737E7B4DC93}"/>
              </a:ext>
            </a:extLst>
          </p:cNvPr>
          <p:cNvSpPr txBox="1">
            <a:spLocks/>
          </p:cNvSpPr>
          <p:nvPr/>
        </p:nvSpPr>
        <p:spPr>
          <a:xfrm>
            <a:off x="634013" y="123439"/>
            <a:ext cx="10578483"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Use Case 2</a:t>
            </a:r>
            <a:br>
              <a:rPr lang="en-US"/>
            </a:br>
            <a:r>
              <a:rPr lang="en-US"/>
              <a:t>A new type of fully electric aircraft</a:t>
            </a:r>
            <a:endParaRPr lang="en-US" dirty="0"/>
          </a:p>
        </p:txBody>
      </p:sp>
    </p:spTree>
    <p:extLst>
      <p:ext uri="{BB962C8B-B14F-4D97-AF65-F5344CB8AC3E}">
        <p14:creationId xmlns:p14="http://schemas.microsoft.com/office/powerpoint/2010/main" val="34731095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e 21">
            <a:extLst>
              <a:ext uri="{FF2B5EF4-FFF2-40B4-BE49-F238E27FC236}">
                <a16:creationId xmlns:a16="http://schemas.microsoft.com/office/drawing/2014/main" id="{4C6A6531-BC17-45C2-ACEE-E0D68875DE67}"/>
              </a:ext>
            </a:extLst>
          </p:cNvPr>
          <p:cNvGrpSpPr/>
          <p:nvPr/>
        </p:nvGrpSpPr>
        <p:grpSpPr>
          <a:xfrm>
            <a:off x="463550" y="1420160"/>
            <a:ext cx="11264900" cy="5272740"/>
            <a:chOff x="463550" y="1420160"/>
            <a:chExt cx="11264900" cy="5272740"/>
          </a:xfrm>
        </p:grpSpPr>
        <p:sp>
          <p:nvSpPr>
            <p:cNvPr id="5" name="Trapèze 4">
              <a:extLst>
                <a:ext uri="{FF2B5EF4-FFF2-40B4-BE49-F238E27FC236}">
                  <a16:creationId xmlns:a16="http://schemas.microsoft.com/office/drawing/2014/main" id="{4289C218-9240-42AD-9CE8-75EC7CE223E9}"/>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CAUSE</a:t>
              </a:r>
            </a:p>
            <a:p>
              <a:pPr algn="ctr"/>
              <a:endParaRPr lang="en-US" sz="1200"/>
            </a:p>
            <a:p>
              <a:pPr algn="ctr"/>
              <a:endParaRPr lang="en-US" sz="1200"/>
            </a:p>
            <a:p>
              <a:pPr algn="ctr"/>
              <a:endParaRPr lang="en-US" sz="1200"/>
            </a:p>
            <a:p>
              <a:pPr algn="ctr"/>
              <a:endParaRPr lang="en-US" sz="1200"/>
            </a:p>
            <a:p>
              <a:pPr algn="ctr"/>
              <a:endParaRPr lang="en-US" sz="1200"/>
            </a:p>
            <a:p>
              <a:pPr algn="ctr"/>
              <a:endParaRPr lang="en-US" sz="1200"/>
            </a:p>
            <a:p>
              <a:pPr algn="ctr"/>
              <a:endParaRPr lang="en-US" sz="1200"/>
            </a:p>
          </p:txBody>
        </p:sp>
        <p:sp>
          <p:nvSpPr>
            <p:cNvPr id="10" name="Triangle isocèle 9">
              <a:extLst>
                <a:ext uri="{FF2B5EF4-FFF2-40B4-BE49-F238E27FC236}">
                  <a16:creationId xmlns:a16="http://schemas.microsoft.com/office/drawing/2014/main" id="{F44F215C-2BEC-4554-9D98-C4FD070183E7}"/>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BIG GOAL</a:t>
              </a:r>
            </a:p>
            <a:p>
              <a:pPr algn="ctr"/>
              <a:endParaRPr lang="en-US" sz="1400" b="1"/>
            </a:p>
            <a:p>
              <a:pPr algn="ctr"/>
              <a:endParaRPr lang="en-US" sz="1400"/>
            </a:p>
            <a:p>
              <a:pPr algn="ctr"/>
              <a:endParaRPr lang="en-US" sz="1400"/>
            </a:p>
            <a:p>
              <a:pPr algn="ctr"/>
              <a:endParaRPr lang="en-US" sz="1400"/>
            </a:p>
            <a:p>
              <a:pPr algn="ctr"/>
              <a:endParaRPr lang="en-US" sz="1400"/>
            </a:p>
            <a:p>
              <a:pPr algn="ctr"/>
              <a:endParaRPr lang="en-US" sz="1400"/>
            </a:p>
            <a:p>
              <a:pPr algn="ctr"/>
              <a:endParaRPr lang="en-US" sz="1400"/>
            </a:p>
          </p:txBody>
        </p:sp>
        <p:grpSp>
          <p:nvGrpSpPr>
            <p:cNvPr id="17" name="Groupe 16">
              <a:extLst>
                <a:ext uri="{FF2B5EF4-FFF2-40B4-BE49-F238E27FC236}">
                  <a16:creationId xmlns:a16="http://schemas.microsoft.com/office/drawing/2014/main" id="{9BF4AA2E-532A-4440-A263-1FC630895566}"/>
                </a:ext>
              </a:extLst>
            </p:cNvPr>
            <p:cNvGrpSpPr/>
            <p:nvPr/>
          </p:nvGrpSpPr>
          <p:grpSpPr>
            <a:xfrm>
              <a:off x="1527175" y="3040767"/>
              <a:ext cx="9137650" cy="1969383"/>
              <a:chOff x="1644650" y="3040767"/>
              <a:chExt cx="9137650" cy="1907219"/>
            </a:xfrm>
          </p:grpSpPr>
          <p:sp>
            <p:nvSpPr>
              <p:cNvPr id="6" name="Trapèze 5">
                <a:extLst>
                  <a:ext uri="{FF2B5EF4-FFF2-40B4-BE49-F238E27FC236}">
                    <a16:creationId xmlns:a16="http://schemas.microsoft.com/office/drawing/2014/main" id="{FBD08814-5536-4C93-B7C5-9CE3890241D5}"/>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BAD MEMORIES TO PREVENT THEM FROM HAPPENING AGAIN</a:t>
                </a:r>
              </a:p>
            </p:txBody>
          </p:sp>
          <p:sp>
            <p:nvSpPr>
              <p:cNvPr id="8" name="Trapèze 7">
                <a:extLst>
                  <a:ext uri="{FF2B5EF4-FFF2-40B4-BE49-F238E27FC236}">
                    <a16:creationId xmlns:a16="http://schemas.microsoft.com/office/drawing/2014/main" id="{B049311D-5C7A-42FF-BBA9-F762FBBC3FEB}"/>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FICTITIOUS FALSE STORIES - RISKS</a:t>
                </a:r>
              </a:p>
            </p:txBody>
          </p:sp>
          <p:sp>
            <p:nvSpPr>
              <p:cNvPr id="13" name="Trapèze 12">
                <a:extLst>
                  <a:ext uri="{FF2B5EF4-FFF2-40B4-BE49-F238E27FC236}">
                    <a16:creationId xmlns:a16="http://schemas.microsoft.com/office/drawing/2014/main" id="{6088D12F-5C5D-4F51-B2F2-2D3E87A1D135}"/>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a:t>GOOD MEMORIES TO RECREATE</a:t>
                </a:r>
              </a:p>
            </p:txBody>
          </p:sp>
          <p:sp>
            <p:nvSpPr>
              <p:cNvPr id="14" name="Trapèze 13">
                <a:extLst>
                  <a:ext uri="{FF2B5EF4-FFF2-40B4-BE49-F238E27FC236}">
                    <a16:creationId xmlns:a16="http://schemas.microsoft.com/office/drawing/2014/main" id="{6A9B144A-40D6-42CF-80A5-0896AD11EDE4}"/>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a:t>IDEAL STORIES</a:t>
                </a:r>
              </a:p>
            </p:txBody>
          </p:sp>
        </p:grpSp>
        <p:sp>
          <p:nvSpPr>
            <p:cNvPr id="16" name="Triangle isocèle 15">
              <a:extLst>
                <a:ext uri="{FF2B5EF4-FFF2-40B4-BE49-F238E27FC236}">
                  <a16:creationId xmlns:a16="http://schemas.microsoft.com/office/drawing/2014/main" id="{963FE96F-DB14-48B6-8AD5-6C71A572B880}"/>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ZoneTexte 18">
              <a:extLst>
                <a:ext uri="{FF2B5EF4-FFF2-40B4-BE49-F238E27FC236}">
                  <a16:creationId xmlns:a16="http://schemas.microsoft.com/office/drawing/2014/main" id="{11F4FD41-5370-460D-B968-30E15161AA7F}"/>
                </a:ext>
              </a:extLst>
            </p:cNvPr>
            <p:cNvSpPr txBox="1"/>
            <p:nvPr/>
          </p:nvSpPr>
          <p:spPr>
            <a:xfrm>
              <a:off x="4952496" y="3044169"/>
              <a:ext cx="2287009" cy="276999"/>
            </a:xfrm>
            <a:prstGeom prst="rect">
              <a:avLst/>
            </a:prstGeom>
            <a:noFill/>
          </p:spPr>
          <p:txBody>
            <a:bodyPr wrap="square">
              <a:spAutoFit/>
            </a:bodyPr>
            <a:lstStyle/>
            <a:p>
              <a:pPr algn="ctr"/>
              <a:r>
                <a:rPr lang="en-US" sz="1200" b="1"/>
                <a:t>CONDITIONS</a:t>
              </a:r>
            </a:p>
          </p:txBody>
        </p:sp>
      </p:grpSp>
      <p:sp>
        <p:nvSpPr>
          <p:cNvPr id="15" name="Rectangle 14">
            <a:extLst>
              <a:ext uri="{FF2B5EF4-FFF2-40B4-BE49-F238E27FC236}">
                <a16:creationId xmlns:a16="http://schemas.microsoft.com/office/drawing/2014/main" id="{931ED3A0-3A92-4E8E-89BD-2F150AD7B50C}"/>
              </a:ext>
            </a:extLst>
          </p:cNvPr>
          <p:cNvSpPr/>
          <p:nvPr/>
        </p:nvSpPr>
        <p:spPr>
          <a:xfrm>
            <a:off x="5157216" y="2016472"/>
            <a:ext cx="1670158" cy="80279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50% of the world's air traffic in 2050 will be carried by our aircraft</a:t>
            </a:r>
          </a:p>
        </p:txBody>
      </p:sp>
      <p:sp>
        <p:nvSpPr>
          <p:cNvPr id="28" name="Rectangle 27">
            <a:extLst>
              <a:ext uri="{FF2B5EF4-FFF2-40B4-BE49-F238E27FC236}">
                <a16:creationId xmlns:a16="http://schemas.microsoft.com/office/drawing/2014/main" id="{CBB1940F-0E89-4402-9806-4C947E946E25}"/>
              </a:ext>
            </a:extLst>
          </p:cNvPr>
          <p:cNvSpPr/>
          <p:nvPr/>
        </p:nvSpPr>
        <p:spPr>
          <a:xfrm>
            <a:off x="6673401" y="4295571"/>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Films on the aeronautical industry</a:t>
            </a:r>
          </a:p>
        </p:txBody>
      </p:sp>
      <p:sp>
        <p:nvSpPr>
          <p:cNvPr id="29" name="Rectangle 28">
            <a:extLst>
              <a:ext uri="{FF2B5EF4-FFF2-40B4-BE49-F238E27FC236}">
                <a16:creationId xmlns:a16="http://schemas.microsoft.com/office/drawing/2014/main" id="{67D74174-932B-4B33-8C34-BE9AA86A7D9E}"/>
              </a:ext>
            </a:extLst>
          </p:cNvPr>
          <p:cNvSpPr/>
          <p:nvPr/>
        </p:nvSpPr>
        <p:spPr>
          <a:xfrm>
            <a:off x="7863348" y="4295571"/>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People working with passion for years </a:t>
            </a:r>
          </a:p>
        </p:txBody>
      </p:sp>
      <p:sp>
        <p:nvSpPr>
          <p:cNvPr id="34" name="Rectangle 33">
            <a:extLst>
              <a:ext uri="{FF2B5EF4-FFF2-40B4-BE49-F238E27FC236}">
                <a16:creationId xmlns:a16="http://schemas.microsoft.com/office/drawing/2014/main" id="{E44D38C6-FBBC-4DF7-9F62-A1F30B410673}"/>
              </a:ext>
            </a:extLst>
          </p:cNvPr>
          <p:cNvSpPr/>
          <p:nvPr/>
        </p:nvSpPr>
        <p:spPr>
          <a:xfrm>
            <a:off x="3577702" y="5435176"/>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Global Citizenship</a:t>
            </a:r>
          </a:p>
        </p:txBody>
      </p:sp>
      <p:sp>
        <p:nvSpPr>
          <p:cNvPr id="35" name="Rectangle 34">
            <a:extLst>
              <a:ext uri="{FF2B5EF4-FFF2-40B4-BE49-F238E27FC236}">
                <a16:creationId xmlns:a16="http://schemas.microsoft.com/office/drawing/2014/main" id="{F9B632FC-22D0-48C9-ABCB-B775849179BA}"/>
              </a:ext>
            </a:extLst>
          </p:cNvPr>
          <p:cNvSpPr/>
          <p:nvPr/>
        </p:nvSpPr>
        <p:spPr>
          <a:xfrm>
            <a:off x="5315018" y="5451993"/>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Innovation</a:t>
            </a:r>
          </a:p>
        </p:txBody>
      </p:sp>
      <p:sp>
        <p:nvSpPr>
          <p:cNvPr id="36" name="Rectangle 35">
            <a:extLst>
              <a:ext uri="{FF2B5EF4-FFF2-40B4-BE49-F238E27FC236}">
                <a16:creationId xmlns:a16="http://schemas.microsoft.com/office/drawing/2014/main" id="{4FF508ED-1802-40CA-9D67-BB9767775C0C}"/>
              </a:ext>
            </a:extLst>
          </p:cNvPr>
          <p:cNvSpPr/>
          <p:nvPr/>
        </p:nvSpPr>
        <p:spPr>
          <a:xfrm>
            <a:off x="7028508" y="5451993"/>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Sustainable transportation</a:t>
            </a:r>
          </a:p>
        </p:txBody>
      </p:sp>
      <p:sp>
        <p:nvSpPr>
          <p:cNvPr id="37" name="Titre 1">
            <a:extLst>
              <a:ext uri="{FF2B5EF4-FFF2-40B4-BE49-F238E27FC236}">
                <a16:creationId xmlns:a16="http://schemas.microsoft.com/office/drawing/2014/main" id="{59140D95-A43B-4263-B551-DD98CAA4AFFA}"/>
              </a:ext>
            </a:extLst>
          </p:cNvPr>
          <p:cNvSpPr txBox="1">
            <a:spLocks/>
          </p:cNvSpPr>
          <p:nvPr/>
        </p:nvSpPr>
        <p:spPr>
          <a:xfrm>
            <a:off x="4086" y="1653666"/>
            <a:ext cx="1928603" cy="1431407"/>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1600" b="1" dirty="0"/>
          </a:p>
        </p:txBody>
      </p:sp>
      <p:sp>
        <p:nvSpPr>
          <p:cNvPr id="41" name="Rectangle 40">
            <a:extLst>
              <a:ext uri="{FF2B5EF4-FFF2-40B4-BE49-F238E27FC236}">
                <a16:creationId xmlns:a16="http://schemas.microsoft.com/office/drawing/2014/main" id="{2FB037F4-EB3E-4E62-8889-F3A58A7C9334}"/>
              </a:ext>
            </a:extLst>
          </p:cNvPr>
          <p:cNvSpPr/>
          <p:nvPr/>
        </p:nvSpPr>
        <p:spPr>
          <a:xfrm>
            <a:off x="5340046" y="3276893"/>
            <a:ext cx="1469785"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International cooperation between equal countries</a:t>
            </a:r>
          </a:p>
        </p:txBody>
      </p:sp>
      <p:sp>
        <p:nvSpPr>
          <p:cNvPr id="43" name="Rectangle 42">
            <a:extLst>
              <a:ext uri="{FF2B5EF4-FFF2-40B4-BE49-F238E27FC236}">
                <a16:creationId xmlns:a16="http://schemas.microsoft.com/office/drawing/2014/main" id="{85CE9BC5-E6C8-4FE1-A874-45B2A994EB0E}"/>
              </a:ext>
            </a:extLst>
          </p:cNvPr>
          <p:cNvSpPr/>
          <p:nvPr/>
        </p:nvSpPr>
        <p:spPr>
          <a:xfrm>
            <a:off x="2040666" y="4348241"/>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Concorde accident</a:t>
            </a:r>
          </a:p>
        </p:txBody>
      </p:sp>
      <p:sp>
        <p:nvSpPr>
          <p:cNvPr id="44" name="Rectangle 43">
            <a:extLst>
              <a:ext uri="{FF2B5EF4-FFF2-40B4-BE49-F238E27FC236}">
                <a16:creationId xmlns:a16="http://schemas.microsoft.com/office/drawing/2014/main" id="{271544CF-27B6-49ED-B757-486D558A6BD9}"/>
              </a:ext>
            </a:extLst>
          </p:cNvPr>
          <p:cNvSpPr/>
          <p:nvPr/>
        </p:nvSpPr>
        <p:spPr>
          <a:xfrm>
            <a:off x="3230613" y="4476875"/>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Runway too tight, making landing too difficult</a:t>
            </a:r>
          </a:p>
        </p:txBody>
      </p:sp>
      <p:sp>
        <p:nvSpPr>
          <p:cNvPr id="45" name="Rectangle 44">
            <a:extLst>
              <a:ext uri="{FF2B5EF4-FFF2-40B4-BE49-F238E27FC236}">
                <a16:creationId xmlns:a16="http://schemas.microsoft.com/office/drawing/2014/main" id="{D43A0727-9E23-429C-92B1-B12657F0FB77}"/>
              </a:ext>
            </a:extLst>
          </p:cNvPr>
          <p:cNvSpPr/>
          <p:nvPr/>
        </p:nvSpPr>
        <p:spPr>
          <a:xfrm>
            <a:off x="4411296" y="4348240"/>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Super expensive tickets when new plans are launched</a:t>
            </a:r>
          </a:p>
        </p:txBody>
      </p:sp>
      <p:sp>
        <p:nvSpPr>
          <p:cNvPr id="46" name="Rectangle 45">
            <a:extLst>
              <a:ext uri="{FF2B5EF4-FFF2-40B4-BE49-F238E27FC236}">
                <a16:creationId xmlns:a16="http://schemas.microsoft.com/office/drawing/2014/main" id="{25ADDED6-A855-462A-8F8D-69EA2075746D}"/>
              </a:ext>
            </a:extLst>
          </p:cNvPr>
          <p:cNvSpPr/>
          <p:nvPr/>
        </p:nvSpPr>
        <p:spPr>
          <a:xfrm>
            <a:off x="7940975" y="3429000"/>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Support from G20 governments around the world</a:t>
            </a:r>
          </a:p>
        </p:txBody>
      </p:sp>
      <p:sp>
        <p:nvSpPr>
          <p:cNvPr id="47" name="Rectangle 46">
            <a:extLst>
              <a:ext uri="{FF2B5EF4-FFF2-40B4-BE49-F238E27FC236}">
                <a16:creationId xmlns:a16="http://schemas.microsoft.com/office/drawing/2014/main" id="{8BEB797D-1D73-407C-AD48-9DE77FAA1522}"/>
              </a:ext>
            </a:extLst>
          </p:cNvPr>
          <p:cNvSpPr/>
          <p:nvPr/>
        </p:nvSpPr>
        <p:spPr>
          <a:xfrm>
            <a:off x="3125597" y="3412292"/>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A plane is hijacked or transformed into a terrorist drone</a:t>
            </a:r>
          </a:p>
        </p:txBody>
      </p:sp>
      <p:pic>
        <p:nvPicPr>
          <p:cNvPr id="4" name="Immagine 3">
            <a:extLst>
              <a:ext uri="{FF2B5EF4-FFF2-40B4-BE49-F238E27FC236}">
                <a16:creationId xmlns:a16="http://schemas.microsoft.com/office/drawing/2014/main" id="{7FF09E1B-A3C0-7255-DAC3-5CA201609524}"/>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274173" y="1839573"/>
            <a:ext cx="2000019" cy="892160"/>
          </a:xfrm>
          <a:prstGeom prst="rect">
            <a:avLst/>
          </a:prstGeom>
        </p:spPr>
      </p:pic>
      <p:sp>
        <p:nvSpPr>
          <p:cNvPr id="7" name="Titolo 1">
            <a:extLst>
              <a:ext uri="{FF2B5EF4-FFF2-40B4-BE49-F238E27FC236}">
                <a16:creationId xmlns:a16="http://schemas.microsoft.com/office/drawing/2014/main" id="{18BC24D8-D2EF-B6A8-4FE5-4E8FA2538AE4}"/>
              </a:ext>
            </a:extLst>
          </p:cNvPr>
          <p:cNvSpPr txBox="1">
            <a:spLocks/>
          </p:cNvSpPr>
          <p:nvPr/>
        </p:nvSpPr>
        <p:spPr>
          <a:xfrm>
            <a:off x="634013" y="123439"/>
            <a:ext cx="10578483"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Use Case 2 - A new type of </a:t>
            </a:r>
            <a:r>
              <a:rPr lang="fr-FR" dirty="0" err="1"/>
              <a:t>fully</a:t>
            </a:r>
            <a:r>
              <a:rPr lang="fr-FR" dirty="0"/>
              <a:t> </a:t>
            </a:r>
            <a:r>
              <a:rPr lang="fr-FR" dirty="0" err="1"/>
              <a:t>electric</a:t>
            </a:r>
            <a:r>
              <a:rPr lang="fr-FR" dirty="0"/>
              <a:t> </a:t>
            </a:r>
            <a:r>
              <a:rPr lang="fr-FR" dirty="0" err="1"/>
              <a:t>aircraft</a:t>
            </a:r>
            <a:endParaRPr lang="fr-FR" dirty="0"/>
          </a:p>
        </p:txBody>
      </p:sp>
    </p:spTree>
    <p:extLst>
      <p:ext uri="{BB962C8B-B14F-4D97-AF65-F5344CB8AC3E}">
        <p14:creationId xmlns:p14="http://schemas.microsoft.com/office/powerpoint/2010/main" val="42211102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que 45" descr="Balance de la justice avec un remplissage uni">
            <a:extLst>
              <a:ext uri="{FF2B5EF4-FFF2-40B4-BE49-F238E27FC236}">
                <a16:creationId xmlns:a16="http://schemas.microsoft.com/office/drawing/2014/main" id="{659F6413-BF20-1572-2450-1FE9563B5616}"/>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6972" t="7530" r="8041" b="7105"/>
          <a:stretch/>
        </p:blipFill>
        <p:spPr>
          <a:xfrm>
            <a:off x="7255123" y="1386286"/>
            <a:ext cx="3714904" cy="3731378"/>
          </a:xfrm>
          <a:prstGeom prst="rect">
            <a:avLst/>
          </a:prstGeom>
        </p:spPr>
      </p:pic>
      <p:sp>
        <p:nvSpPr>
          <p:cNvPr id="4" name="Rectangle 46">
            <a:extLst>
              <a:ext uri="{FF2B5EF4-FFF2-40B4-BE49-F238E27FC236}">
                <a16:creationId xmlns:a16="http://schemas.microsoft.com/office/drawing/2014/main" id="{E2CB23ED-4051-B325-EB53-FDB3B1BD4D68}"/>
              </a:ext>
            </a:extLst>
          </p:cNvPr>
          <p:cNvSpPr/>
          <p:nvPr/>
        </p:nvSpPr>
        <p:spPr>
          <a:xfrm>
            <a:off x="6918624" y="2940263"/>
            <a:ext cx="866233"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err="1">
                <a:solidFill>
                  <a:schemeClr val="tx1"/>
                </a:solidFill>
              </a:rPr>
              <a:t>Limited noise </a:t>
            </a:r>
            <a:r>
              <a:rPr lang="en-US" sz="900" dirty="0">
                <a:solidFill>
                  <a:schemeClr val="tx1"/>
                </a:solidFill>
              </a:rPr>
              <a:t>impact for </a:t>
            </a:r>
            <a:r>
              <a:rPr lang="en-US" sz="900" dirty="0" err="1">
                <a:solidFill>
                  <a:schemeClr val="tx1"/>
                </a:solidFill>
              </a:rPr>
              <a:t>local residents</a:t>
            </a:r>
            <a:endParaRPr lang="en-US" sz="900" dirty="0">
              <a:solidFill>
                <a:schemeClr val="tx1"/>
              </a:solidFill>
            </a:endParaRPr>
          </a:p>
        </p:txBody>
      </p:sp>
      <p:sp>
        <p:nvSpPr>
          <p:cNvPr id="5" name="Rectangle 47">
            <a:extLst>
              <a:ext uri="{FF2B5EF4-FFF2-40B4-BE49-F238E27FC236}">
                <a16:creationId xmlns:a16="http://schemas.microsoft.com/office/drawing/2014/main" id="{BE8B0128-3107-BD27-E3E5-FB5812AFF0D9}"/>
              </a:ext>
            </a:extLst>
          </p:cNvPr>
          <p:cNvSpPr/>
          <p:nvPr/>
        </p:nvSpPr>
        <p:spPr>
          <a:xfrm>
            <a:off x="7888805" y="2956041"/>
            <a:ext cx="866233"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No more </a:t>
            </a:r>
            <a:r>
              <a:rPr lang="en-US" sz="1000" dirty="0" err="1">
                <a:solidFill>
                  <a:schemeClr val="tx1"/>
                </a:solidFill>
              </a:rPr>
              <a:t>need to transport kerosene</a:t>
            </a:r>
            <a:endParaRPr lang="en-US" sz="1000" dirty="0">
              <a:solidFill>
                <a:schemeClr val="tx1"/>
              </a:solidFill>
            </a:endParaRPr>
          </a:p>
        </p:txBody>
      </p:sp>
      <p:sp>
        <p:nvSpPr>
          <p:cNvPr id="6" name="Rectangle 48">
            <a:extLst>
              <a:ext uri="{FF2B5EF4-FFF2-40B4-BE49-F238E27FC236}">
                <a16:creationId xmlns:a16="http://schemas.microsoft.com/office/drawing/2014/main" id="{04690D8A-9AC6-7FB5-79E9-69D840863F5F}"/>
              </a:ext>
            </a:extLst>
          </p:cNvPr>
          <p:cNvSpPr/>
          <p:nvPr/>
        </p:nvSpPr>
        <p:spPr>
          <a:xfrm>
            <a:off x="10577751" y="2966662"/>
            <a:ext cx="985536"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err="1">
                <a:solidFill>
                  <a:schemeClr val="bg1"/>
                </a:solidFill>
              </a:rPr>
              <a:t>Logistics chain </a:t>
            </a:r>
            <a:r>
              <a:rPr lang="en-US" sz="1000" dirty="0">
                <a:solidFill>
                  <a:schemeClr val="bg1"/>
                </a:solidFill>
              </a:rPr>
              <a:t>for loading fuel</a:t>
            </a:r>
          </a:p>
        </p:txBody>
      </p:sp>
      <p:sp>
        <p:nvSpPr>
          <p:cNvPr id="7" name="Rectangle 49">
            <a:extLst>
              <a:ext uri="{FF2B5EF4-FFF2-40B4-BE49-F238E27FC236}">
                <a16:creationId xmlns:a16="http://schemas.microsoft.com/office/drawing/2014/main" id="{E8E4E29D-F3EB-FAF3-AF69-D000DFA1F074}"/>
              </a:ext>
            </a:extLst>
          </p:cNvPr>
          <p:cNvSpPr/>
          <p:nvPr/>
        </p:nvSpPr>
        <p:spPr>
          <a:xfrm>
            <a:off x="7673485" y="2311175"/>
            <a:ext cx="866233"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Very </a:t>
            </a:r>
            <a:r>
              <a:rPr lang="en-US" sz="1000" dirty="0" err="1">
                <a:solidFill>
                  <a:schemeClr val="tx1"/>
                </a:solidFill>
              </a:rPr>
              <a:t>limited carbon </a:t>
            </a:r>
            <a:r>
              <a:rPr lang="en-US" sz="1000" dirty="0">
                <a:solidFill>
                  <a:schemeClr val="tx1"/>
                </a:solidFill>
              </a:rPr>
              <a:t>impact</a:t>
            </a:r>
          </a:p>
        </p:txBody>
      </p:sp>
      <p:sp>
        <p:nvSpPr>
          <p:cNvPr id="8" name="Rectangle 50">
            <a:extLst>
              <a:ext uri="{FF2B5EF4-FFF2-40B4-BE49-F238E27FC236}">
                <a16:creationId xmlns:a16="http://schemas.microsoft.com/office/drawing/2014/main" id="{EDF9AA84-2EB7-6A39-0C20-4D6F631F5E6E}"/>
              </a:ext>
            </a:extLst>
          </p:cNvPr>
          <p:cNvSpPr/>
          <p:nvPr/>
        </p:nvSpPr>
        <p:spPr>
          <a:xfrm>
            <a:off x="9909182" y="2338118"/>
            <a:ext cx="985536"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High carbon impact</a:t>
            </a:r>
          </a:p>
        </p:txBody>
      </p:sp>
      <p:sp>
        <p:nvSpPr>
          <p:cNvPr id="9" name="Rectangle 51">
            <a:extLst>
              <a:ext uri="{FF2B5EF4-FFF2-40B4-BE49-F238E27FC236}">
                <a16:creationId xmlns:a16="http://schemas.microsoft.com/office/drawing/2014/main" id="{B0663352-BF71-9B90-C460-4FD1963BBB49}"/>
              </a:ext>
            </a:extLst>
          </p:cNvPr>
          <p:cNvSpPr/>
          <p:nvPr/>
        </p:nvSpPr>
        <p:spPr>
          <a:xfrm>
            <a:off x="9532115" y="2966662"/>
            <a:ext cx="985536"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err="1">
                <a:solidFill>
                  <a:schemeClr val="bg1"/>
                </a:solidFill>
              </a:rPr>
              <a:t>Conflicts </a:t>
            </a:r>
            <a:r>
              <a:rPr lang="en-US" sz="1000" dirty="0">
                <a:solidFill>
                  <a:schemeClr val="bg1"/>
                </a:solidFill>
              </a:rPr>
              <a:t>with </a:t>
            </a:r>
            <a:r>
              <a:rPr lang="en-US" sz="1000" dirty="0" err="1">
                <a:solidFill>
                  <a:schemeClr val="bg1"/>
                </a:solidFill>
              </a:rPr>
              <a:t>local residents </a:t>
            </a:r>
            <a:r>
              <a:rPr lang="en-US" sz="1000" dirty="0">
                <a:solidFill>
                  <a:schemeClr val="bg1"/>
                </a:solidFill>
              </a:rPr>
              <a:t>due to </a:t>
            </a:r>
            <a:r>
              <a:rPr lang="en-US" sz="1000" dirty="0" err="1">
                <a:solidFill>
                  <a:schemeClr val="bg1"/>
                </a:solidFill>
              </a:rPr>
              <a:t>noise impact</a:t>
            </a:r>
            <a:endParaRPr lang="en-US" sz="1000" dirty="0">
              <a:solidFill>
                <a:schemeClr val="bg1"/>
              </a:solidFill>
            </a:endParaRPr>
          </a:p>
        </p:txBody>
      </p:sp>
      <p:sp>
        <p:nvSpPr>
          <p:cNvPr id="10" name="Rectangle 52">
            <a:extLst>
              <a:ext uri="{FF2B5EF4-FFF2-40B4-BE49-F238E27FC236}">
                <a16:creationId xmlns:a16="http://schemas.microsoft.com/office/drawing/2014/main" id="{58ADD2EC-71C7-620E-C4C1-03289FCA9B47}"/>
              </a:ext>
            </a:extLst>
          </p:cNvPr>
          <p:cNvSpPr/>
          <p:nvPr/>
        </p:nvSpPr>
        <p:spPr>
          <a:xfrm>
            <a:off x="9152241" y="5259749"/>
            <a:ext cx="985536"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err="1">
                <a:solidFill>
                  <a:schemeClr val="bg1"/>
                </a:solidFill>
              </a:rPr>
              <a:t>Possibility to use </a:t>
            </a:r>
            <a:r>
              <a:rPr lang="en-US" sz="1000" dirty="0">
                <a:solidFill>
                  <a:schemeClr val="bg1"/>
                </a:solidFill>
              </a:rPr>
              <a:t>the </a:t>
            </a:r>
            <a:r>
              <a:rPr lang="en-US" sz="1000" dirty="0" err="1">
                <a:solidFill>
                  <a:schemeClr val="bg1"/>
                </a:solidFill>
              </a:rPr>
              <a:t>same tracks</a:t>
            </a:r>
            <a:endParaRPr lang="en-US" sz="1000" dirty="0">
              <a:solidFill>
                <a:schemeClr val="bg1"/>
              </a:solidFill>
            </a:endParaRPr>
          </a:p>
        </p:txBody>
      </p:sp>
      <p:sp>
        <p:nvSpPr>
          <p:cNvPr id="28" name="Rectangle 53">
            <a:extLst>
              <a:ext uri="{FF2B5EF4-FFF2-40B4-BE49-F238E27FC236}">
                <a16:creationId xmlns:a16="http://schemas.microsoft.com/office/drawing/2014/main" id="{D09DE783-6751-21B0-C272-C393A8DC7FDA}"/>
              </a:ext>
            </a:extLst>
          </p:cNvPr>
          <p:cNvSpPr/>
          <p:nvPr/>
        </p:nvSpPr>
        <p:spPr>
          <a:xfrm>
            <a:off x="8106601" y="5259749"/>
            <a:ext cx="985536"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err="1">
                <a:solidFill>
                  <a:schemeClr val="bg1"/>
                </a:solidFill>
              </a:rPr>
              <a:t>Departure from current airports</a:t>
            </a:r>
            <a:endParaRPr lang="en-US" sz="1000" dirty="0">
              <a:solidFill>
                <a:schemeClr val="bg1"/>
              </a:solidFill>
            </a:endParaRPr>
          </a:p>
        </p:txBody>
      </p:sp>
      <p:sp>
        <p:nvSpPr>
          <p:cNvPr id="29" name="Rectangle 54">
            <a:extLst>
              <a:ext uri="{FF2B5EF4-FFF2-40B4-BE49-F238E27FC236}">
                <a16:creationId xmlns:a16="http://schemas.microsoft.com/office/drawing/2014/main" id="{BEB3CF1B-FD7E-68D3-D0A0-00C47D37FF23}"/>
              </a:ext>
            </a:extLst>
          </p:cNvPr>
          <p:cNvSpPr/>
          <p:nvPr/>
        </p:nvSpPr>
        <p:spPr>
          <a:xfrm>
            <a:off x="8659473" y="5854608"/>
            <a:ext cx="985536"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err="1">
                <a:solidFill>
                  <a:schemeClr val="bg1"/>
                </a:solidFill>
              </a:rPr>
              <a:t>Need to register </a:t>
            </a:r>
            <a:r>
              <a:rPr lang="en-US" sz="1000" dirty="0">
                <a:solidFill>
                  <a:schemeClr val="bg1"/>
                </a:solidFill>
              </a:rPr>
              <a:t>before </a:t>
            </a:r>
            <a:r>
              <a:rPr lang="en-US" sz="1000" dirty="0" err="1">
                <a:solidFill>
                  <a:schemeClr val="bg1"/>
                </a:solidFill>
              </a:rPr>
              <a:t>boarding</a:t>
            </a:r>
            <a:endParaRPr lang="en-US" sz="1000" dirty="0">
              <a:solidFill>
                <a:schemeClr val="bg1"/>
              </a:solidFill>
            </a:endParaRPr>
          </a:p>
        </p:txBody>
      </p:sp>
      <p:sp>
        <p:nvSpPr>
          <p:cNvPr id="30" name="ZoneTexte 55">
            <a:extLst>
              <a:ext uri="{FF2B5EF4-FFF2-40B4-BE49-F238E27FC236}">
                <a16:creationId xmlns:a16="http://schemas.microsoft.com/office/drawing/2014/main" id="{36B11756-B84E-E40A-4463-967AF099682E}"/>
              </a:ext>
            </a:extLst>
          </p:cNvPr>
          <p:cNvSpPr txBox="1"/>
          <p:nvPr/>
        </p:nvSpPr>
        <p:spPr>
          <a:xfrm>
            <a:off x="7052122" y="3628671"/>
            <a:ext cx="1673365" cy="646331"/>
          </a:xfrm>
          <a:prstGeom prst="rect">
            <a:avLst/>
          </a:prstGeom>
          <a:noFill/>
        </p:spPr>
        <p:txBody>
          <a:bodyPr wrap="square">
            <a:spAutoFit/>
          </a:bodyPr>
          <a:lstStyle/>
          <a:p>
            <a:pPr algn="ctr"/>
            <a:r>
              <a:rPr lang="en-US" sz="1200" b="1" dirty="0">
                <a:solidFill>
                  <a:schemeClr val="tx1"/>
                </a:solidFill>
              </a:rPr>
              <a:t>DIFFERENTIATION</a:t>
            </a:r>
          </a:p>
          <a:p>
            <a:pPr algn="ctr"/>
            <a:r>
              <a:rPr lang="en-US" sz="1200" dirty="0">
                <a:solidFill>
                  <a:schemeClr val="tx1"/>
                </a:solidFill>
              </a:rPr>
              <a:t>Project / product experience</a:t>
            </a:r>
          </a:p>
        </p:txBody>
      </p:sp>
      <p:sp>
        <p:nvSpPr>
          <p:cNvPr id="31" name="ZoneTexte 56">
            <a:extLst>
              <a:ext uri="{FF2B5EF4-FFF2-40B4-BE49-F238E27FC236}">
                <a16:creationId xmlns:a16="http://schemas.microsoft.com/office/drawing/2014/main" id="{23815029-C16E-5FBF-2FD8-5D9FD8B0059C}"/>
              </a:ext>
            </a:extLst>
          </p:cNvPr>
          <p:cNvSpPr txBox="1"/>
          <p:nvPr/>
        </p:nvSpPr>
        <p:spPr>
          <a:xfrm>
            <a:off x="9645009" y="3640336"/>
            <a:ext cx="1589296" cy="646331"/>
          </a:xfrm>
          <a:prstGeom prst="rect">
            <a:avLst/>
          </a:prstGeom>
          <a:noFill/>
        </p:spPr>
        <p:txBody>
          <a:bodyPr wrap="square">
            <a:spAutoFit/>
          </a:bodyPr>
          <a:lstStyle/>
          <a:p>
            <a:pPr algn="ctr"/>
            <a:r>
              <a:rPr lang="en-US" sz="1200" b="1" dirty="0">
                <a:solidFill>
                  <a:schemeClr val="tx1"/>
                </a:solidFill>
              </a:rPr>
              <a:t>CURRENT STATUS</a:t>
            </a:r>
          </a:p>
          <a:p>
            <a:pPr algn="ctr"/>
            <a:r>
              <a:rPr lang="en-US" sz="1200" dirty="0">
                <a:solidFill>
                  <a:schemeClr val="tx1"/>
                </a:solidFill>
              </a:rPr>
              <a:t>Current stakeholder experience</a:t>
            </a:r>
          </a:p>
        </p:txBody>
      </p:sp>
      <p:sp>
        <p:nvSpPr>
          <p:cNvPr id="32" name="ZoneTexte 57">
            <a:extLst>
              <a:ext uri="{FF2B5EF4-FFF2-40B4-BE49-F238E27FC236}">
                <a16:creationId xmlns:a16="http://schemas.microsoft.com/office/drawing/2014/main" id="{B8A6E060-0BE3-805A-BAE8-D9A9629F9BDB}"/>
              </a:ext>
            </a:extLst>
          </p:cNvPr>
          <p:cNvSpPr txBox="1"/>
          <p:nvPr/>
        </p:nvSpPr>
        <p:spPr>
          <a:xfrm>
            <a:off x="7460459" y="4475779"/>
            <a:ext cx="3383563" cy="830997"/>
          </a:xfrm>
          <a:prstGeom prst="rect">
            <a:avLst/>
          </a:prstGeom>
          <a:noFill/>
        </p:spPr>
        <p:txBody>
          <a:bodyPr wrap="square">
            <a:spAutoFit/>
          </a:bodyPr>
          <a:lstStyle/>
          <a:p>
            <a:pPr algn="ctr"/>
            <a:r>
              <a:rPr lang="en-US" sz="1200" b="1" dirty="0">
                <a:solidFill>
                  <a:schemeClr val="tx1"/>
                </a:solidFill>
              </a:rPr>
              <a:t>FAMILIARITY</a:t>
            </a:r>
          </a:p>
          <a:p>
            <a:pPr algn="ctr"/>
            <a:r>
              <a:rPr lang="en-US" sz="1200" dirty="0">
                <a:solidFill>
                  <a:schemeClr val="tx1"/>
                </a:solidFill>
              </a:rPr>
              <a:t>Commonalities between the project/product experience and the current stakeholder experience</a:t>
            </a:r>
          </a:p>
          <a:p>
            <a:pPr algn="ctr"/>
            <a:endParaRPr lang="en-US" sz="1200" dirty="0">
              <a:solidFill>
                <a:schemeClr val="tx1"/>
              </a:solidFill>
            </a:endParaRPr>
          </a:p>
        </p:txBody>
      </p:sp>
      <p:sp>
        <p:nvSpPr>
          <p:cNvPr id="33" name="CasellaDiTesto 32">
            <a:extLst>
              <a:ext uri="{FF2B5EF4-FFF2-40B4-BE49-F238E27FC236}">
                <a16:creationId xmlns:a16="http://schemas.microsoft.com/office/drawing/2014/main" id="{B8AEFDB6-F058-332B-F67D-77F5C9CD4CA3}"/>
              </a:ext>
            </a:extLst>
          </p:cNvPr>
          <p:cNvSpPr txBox="1"/>
          <p:nvPr/>
        </p:nvSpPr>
        <p:spPr>
          <a:xfrm>
            <a:off x="4120732" y="2012564"/>
            <a:ext cx="1975268" cy="923330"/>
          </a:xfrm>
          <a:prstGeom prst="rect">
            <a:avLst/>
          </a:prstGeom>
          <a:noFill/>
        </p:spPr>
        <p:txBody>
          <a:bodyPr wrap="square">
            <a:spAutoFit/>
          </a:bodyPr>
          <a:lstStyle/>
          <a:p>
            <a:pPr marL="0" indent="0" algn="ctr">
              <a:buNone/>
            </a:pPr>
            <a:r>
              <a:rPr lang="en-US" sz="1800" b="1" dirty="0"/>
              <a:t>CURRENT STAKEHOLDER EXPERIENCE: </a:t>
            </a:r>
          </a:p>
        </p:txBody>
      </p:sp>
      <p:sp>
        <p:nvSpPr>
          <p:cNvPr id="34" name="CasellaDiTesto 33">
            <a:extLst>
              <a:ext uri="{FF2B5EF4-FFF2-40B4-BE49-F238E27FC236}">
                <a16:creationId xmlns:a16="http://schemas.microsoft.com/office/drawing/2014/main" id="{BDA8C875-065D-7B7B-177E-10377A4CB1A3}"/>
              </a:ext>
            </a:extLst>
          </p:cNvPr>
          <p:cNvSpPr txBox="1"/>
          <p:nvPr/>
        </p:nvSpPr>
        <p:spPr>
          <a:xfrm>
            <a:off x="247641" y="2483695"/>
            <a:ext cx="1759945" cy="646331"/>
          </a:xfrm>
          <a:prstGeom prst="rect">
            <a:avLst/>
          </a:prstGeom>
          <a:noFill/>
        </p:spPr>
        <p:txBody>
          <a:bodyPr wrap="square">
            <a:spAutoFit/>
          </a:bodyPr>
          <a:lstStyle/>
          <a:p>
            <a:pPr marL="0" indent="0" algn="ctr">
              <a:buNone/>
            </a:pPr>
            <a:r>
              <a:rPr lang="en-US" sz="1800" b="1" dirty="0"/>
              <a:t>NEW EXPERIENCE</a:t>
            </a:r>
            <a:r>
              <a:rPr lang="en-US" sz="1800" dirty="0"/>
              <a:t>:</a:t>
            </a:r>
          </a:p>
        </p:txBody>
      </p:sp>
      <p:sp>
        <p:nvSpPr>
          <p:cNvPr id="35" name="CasellaDiTesto 34">
            <a:extLst>
              <a:ext uri="{FF2B5EF4-FFF2-40B4-BE49-F238E27FC236}">
                <a16:creationId xmlns:a16="http://schemas.microsoft.com/office/drawing/2014/main" id="{E12D446B-6709-7F41-0F56-D4EB419F7215}"/>
              </a:ext>
            </a:extLst>
          </p:cNvPr>
          <p:cNvSpPr txBox="1"/>
          <p:nvPr/>
        </p:nvSpPr>
        <p:spPr>
          <a:xfrm>
            <a:off x="2239871" y="2249025"/>
            <a:ext cx="1709373" cy="646331"/>
          </a:xfrm>
          <a:prstGeom prst="rect">
            <a:avLst/>
          </a:prstGeom>
          <a:noFill/>
        </p:spPr>
        <p:txBody>
          <a:bodyPr wrap="square">
            <a:spAutoFit/>
          </a:bodyPr>
          <a:lstStyle/>
          <a:p>
            <a:pPr marL="0" indent="0" algn="ctr">
              <a:buNone/>
            </a:pPr>
            <a:r>
              <a:rPr lang="en-US" sz="1800" b="1" dirty="0"/>
              <a:t>SELECTED STAKEHOLDER </a:t>
            </a:r>
            <a:r>
              <a:rPr lang="en-US" sz="1800" dirty="0"/>
              <a:t>:</a:t>
            </a:r>
          </a:p>
        </p:txBody>
      </p:sp>
      <p:pic>
        <p:nvPicPr>
          <p:cNvPr id="14" name="Immagine 3">
            <a:extLst>
              <a:ext uri="{FF2B5EF4-FFF2-40B4-BE49-F238E27FC236}">
                <a16:creationId xmlns:a16="http://schemas.microsoft.com/office/drawing/2014/main" id="{DBD9F21C-A8F5-A3A0-41F4-AE3C421AF857}"/>
              </a:ext>
            </a:extLst>
          </p:cNvPr>
          <p:cNvPicPr>
            <a:picLocks noChangeAspect="1"/>
          </p:cNvPicPr>
          <p:nvPr/>
        </p:nvPicPr>
        <p:blipFill>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127603" y="3281895"/>
            <a:ext cx="2000019" cy="892160"/>
          </a:xfrm>
          <a:prstGeom prst="rect">
            <a:avLst/>
          </a:prstGeom>
        </p:spPr>
      </p:pic>
      <p:pic>
        <p:nvPicPr>
          <p:cNvPr id="15" name="Image 14">
            <a:extLst>
              <a:ext uri="{FF2B5EF4-FFF2-40B4-BE49-F238E27FC236}">
                <a16:creationId xmlns:a16="http://schemas.microsoft.com/office/drawing/2014/main" id="{43B6539F-887D-FDCF-99A1-7B0564420E33}"/>
              </a:ext>
            </a:extLst>
          </p:cNvPr>
          <p:cNvPicPr>
            <a:picLocks noChangeAspect="1"/>
          </p:cNvPicPr>
          <p:nvPr/>
        </p:nvPicPr>
        <p:blipFill>
          <a:blip r:embed="rId6"/>
          <a:stretch>
            <a:fillRect/>
          </a:stretch>
        </p:blipFill>
        <p:spPr>
          <a:xfrm>
            <a:off x="2376561" y="3254546"/>
            <a:ext cx="1746662" cy="987244"/>
          </a:xfrm>
          <a:prstGeom prst="rect">
            <a:avLst/>
          </a:prstGeom>
        </p:spPr>
      </p:pic>
      <p:sp>
        <p:nvSpPr>
          <p:cNvPr id="16" name="ZoneTexte 15">
            <a:extLst>
              <a:ext uri="{FF2B5EF4-FFF2-40B4-BE49-F238E27FC236}">
                <a16:creationId xmlns:a16="http://schemas.microsoft.com/office/drawing/2014/main" id="{3315DD8B-BE85-AF82-CAD7-CABEBBC06A4A}"/>
              </a:ext>
            </a:extLst>
          </p:cNvPr>
          <p:cNvSpPr txBox="1"/>
          <p:nvPr/>
        </p:nvSpPr>
        <p:spPr>
          <a:xfrm>
            <a:off x="2595257" y="4291113"/>
            <a:ext cx="1532471" cy="646331"/>
          </a:xfrm>
          <a:prstGeom prst="rect">
            <a:avLst/>
          </a:prstGeom>
          <a:noFill/>
        </p:spPr>
        <p:txBody>
          <a:bodyPr wrap="none" rtlCol="0">
            <a:spAutoFit/>
          </a:bodyPr>
          <a:lstStyle/>
          <a:p>
            <a:r>
              <a:rPr lang="fr-FR" dirty="0"/>
              <a:t>The company </a:t>
            </a:r>
          </a:p>
          <a:p>
            <a:r>
              <a:rPr lang="fr-FR" dirty="0"/>
              <a:t>aerial</a:t>
            </a:r>
          </a:p>
        </p:txBody>
      </p:sp>
      <p:pic>
        <p:nvPicPr>
          <p:cNvPr id="17" name="Image 16">
            <a:extLst>
              <a:ext uri="{FF2B5EF4-FFF2-40B4-BE49-F238E27FC236}">
                <a16:creationId xmlns:a16="http://schemas.microsoft.com/office/drawing/2014/main" id="{E75B0D77-AF6A-62F7-826E-E46F61E0988E}"/>
              </a:ext>
            </a:extLst>
          </p:cNvPr>
          <p:cNvPicPr>
            <a:picLocks noChangeAspect="1"/>
          </p:cNvPicPr>
          <p:nvPr/>
        </p:nvPicPr>
        <p:blipFill>
          <a:blip r:embed="rId7"/>
          <a:stretch>
            <a:fillRect/>
          </a:stretch>
        </p:blipFill>
        <p:spPr>
          <a:xfrm>
            <a:off x="4372061" y="3215469"/>
            <a:ext cx="1615534" cy="1210091"/>
          </a:xfrm>
          <a:prstGeom prst="rect">
            <a:avLst/>
          </a:prstGeom>
        </p:spPr>
      </p:pic>
      <p:sp>
        <p:nvSpPr>
          <p:cNvPr id="12" name="Titolo 1">
            <a:extLst>
              <a:ext uri="{FF2B5EF4-FFF2-40B4-BE49-F238E27FC236}">
                <a16:creationId xmlns:a16="http://schemas.microsoft.com/office/drawing/2014/main" id="{63FDB70C-41C7-86FD-C7DF-4A1F0F34EC6E}"/>
              </a:ext>
            </a:extLst>
          </p:cNvPr>
          <p:cNvSpPr txBox="1">
            <a:spLocks/>
          </p:cNvSpPr>
          <p:nvPr/>
        </p:nvSpPr>
        <p:spPr>
          <a:xfrm>
            <a:off x="634013" y="123439"/>
            <a:ext cx="10578483"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Use Case 2 - A new type of </a:t>
            </a:r>
            <a:r>
              <a:rPr lang="fr-FR" dirty="0" err="1"/>
              <a:t>fully</a:t>
            </a:r>
            <a:r>
              <a:rPr lang="fr-FR" dirty="0"/>
              <a:t> </a:t>
            </a:r>
            <a:r>
              <a:rPr lang="fr-FR" dirty="0" err="1"/>
              <a:t>electric</a:t>
            </a:r>
            <a:r>
              <a:rPr lang="fr-FR" dirty="0"/>
              <a:t> </a:t>
            </a:r>
            <a:r>
              <a:rPr lang="fr-FR" dirty="0" err="1"/>
              <a:t>aircraft</a:t>
            </a:r>
            <a:endParaRPr lang="fr-FR" dirty="0"/>
          </a:p>
        </p:txBody>
      </p:sp>
    </p:spTree>
    <p:extLst>
      <p:ext uri="{BB962C8B-B14F-4D97-AF65-F5344CB8AC3E}">
        <p14:creationId xmlns:p14="http://schemas.microsoft.com/office/powerpoint/2010/main" val="201025103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47">
            <a:extLst>
              <a:ext uri="{FF2B5EF4-FFF2-40B4-BE49-F238E27FC236}">
                <a16:creationId xmlns:a16="http://schemas.microsoft.com/office/drawing/2014/main" id="{96438622-C69D-8263-6F8B-77009987A09E}"/>
              </a:ext>
            </a:extLst>
          </p:cNvPr>
          <p:cNvSpPr txBox="1"/>
          <p:nvPr/>
        </p:nvSpPr>
        <p:spPr>
          <a:xfrm>
            <a:off x="3835005" y="1934658"/>
            <a:ext cx="2824323" cy="231170"/>
          </a:xfrm>
          <a:prstGeom prst="rect">
            <a:avLst/>
          </a:prstGeom>
          <a:noFill/>
        </p:spPr>
        <p:txBody>
          <a:bodyPr wrap="square">
            <a:spAutoFit/>
          </a:bodyPr>
          <a:lstStyle/>
          <a:p>
            <a:pPr algn="ctr"/>
            <a:r>
              <a:rPr lang="en-US" sz="1600" b="1" i="1" dirty="0"/>
              <a:t>What everyone can start to contribute to the goal</a:t>
            </a:r>
          </a:p>
        </p:txBody>
      </p:sp>
      <p:sp>
        <p:nvSpPr>
          <p:cNvPr id="28" name="ZoneTexte 48">
            <a:extLst>
              <a:ext uri="{FF2B5EF4-FFF2-40B4-BE49-F238E27FC236}">
                <a16:creationId xmlns:a16="http://schemas.microsoft.com/office/drawing/2014/main" id="{DAD8CD32-02F1-D540-6252-6E617938AE2D}"/>
              </a:ext>
            </a:extLst>
          </p:cNvPr>
          <p:cNvSpPr txBox="1"/>
          <p:nvPr/>
        </p:nvSpPr>
        <p:spPr>
          <a:xfrm>
            <a:off x="7737118" y="1951924"/>
            <a:ext cx="1542238" cy="399294"/>
          </a:xfrm>
          <a:prstGeom prst="rect">
            <a:avLst/>
          </a:prstGeom>
          <a:noFill/>
        </p:spPr>
        <p:txBody>
          <a:bodyPr wrap="square">
            <a:spAutoFit/>
          </a:bodyPr>
          <a:lstStyle/>
          <a:p>
            <a:pPr algn="ctr"/>
            <a:r>
              <a:rPr lang="en-US" sz="1600" b="1" i="1" dirty="0"/>
              <a:t>Initial ideas for combined contributions</a:t>
            </a:r>
          </a:p>
        </p:txBody>
      </p:sp>
      <p:sp>
        <p:nvSpPr>
          <p:cNvPr id="30" name="ZoneTexte 51">
            <a:extLst>
              <a:ext uri="{FF2B5EF4-FFF2-40B4-BE49-F238E27FC236}">
                <a16:creationId xmlns:a16="http://schemas.microsoft.com/office/drawing/2014/main" id="{7051BA38-F493-DFB4-7BC6-661F8CB4E118}"/>
              </a:ext>
            </a:extLst>
          </p:cNvPr>
          <p:cNvSpPr txBox="1"/>
          <p:nvPr/>
        </p:nvSpPr>
        <p:spPr>
          <a:xfrm>
            <a:off x="9822587" y="2008328"/>
            <a:ext cx="2148238" cy="830997"/>
          </a:xfrm>
          <a:prstGeom prst="rect">
            <a:avLst/>
          </a:prstGeom>
          <a:noFill/>
        </p:spPr>
        <p:txBody>
          <a:bodyPr wrap="square">
            <a:spAutoFit/>
          </a:bodyPr>
          <a:lstStyle/>
          <a:p>
            <a:pPr algn="ctr"/>
            <a:r>
              <a:rPr lang="en-US" sz="1600" b="1" i="1" dirty="0"/>
              <a:t>Successes that we could not achieve as scattered individuals</a:t>
            </a:r>
          </a:p>
        </p:txBody>
      </p:sp>
      <p:grpSp>
        <p:nvGrpSpPr>
          <p:cNvPr id="31" name="Groupe 54">
            <a:extLst>
              <a:ext uri="{FF2B5EF4-FFF2-40B4-BE49-F238E27FC236}">
                <a16:creationId xmlns:a16="http://schemas.microsoft.com/office/drawing/2014/main" id="{0B5E2ACD-76D0-3F02-DA8F-5C2BCDCEB2C6}"/>
              </a:ext>
            </a:extLst>
          </p:cNvPr>
          <p:cNvGrpSpPr/>
          <p:nvPr/>
        </p:nvGrpSpPr>
        <p:grpSpPr>
          <a:xfrm>
            <a:off x="5362241" y="2411379"/>
            <a:ext cx="1001867" cy="798536"/>
            <a:chOff x="2609577" y="1563591"/>
            <a:chExt cx="1467257" cy="1169474"/>
          </a:xfrm>
        </p:grpSpPr>
        <p:grpSp>
          <p:nvGrpSpPr>
            <p:cNvPr id="32" name="Groupe 41">
              <a:extLst>
                <a:ext uri="{FF2B5EF4-FFF2-40B4-BE49-F238E27FC236}">
                  <a16:creationId xmlns:a16="http://schemas.microsoft.com/office/drawing/2014/main" id="{096B0EEF-5140-09A2-3499-A4E1FFD74575}"/>
                </a:ext>
              </a:extLst>
            </p:cNvPr>
            <p:cNvGrpSpPr/>
            <p:nvPr/>
          </p:nvGrpSpPr>
          <p:grpSpPr>
            <a:xfrm>
              <a:off x="2609577" y="1563591"/>
              <a:ext cx="1412109" cy="1169474"/>
              <a:chOff x="2645545" y="3994190"/>
              <a:chExt cx="1412109" cy="1169474"/>
            </a:xfrm>
          </p:grpSpPr>
          <p:pic>
            <p:nvPicPr>
              <p:cNvPr id="34" name="Graphique 42" descr="Diable avec un remplissage uni">
                <a:extLst>
                  <a:ext uri="{FF2B5EF4-FFF2-40B4-BE49-F238E27FC236}">
                    <a16:creationId xmlns:a16="http://schemas.microsoft.com/office/drawing/2014/main" id="{0F10DE3E-EFC4-02AE-0C3B-EEA1547D4E4B}"/>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35" name="Graphique 43" descr="Base-ball avec un remplissage uni">
                <a:extLst>
                  <a:ext uri="{FF2B5EF4-FFF2-40B4-BE49-F238E27FC236}">
                    <a16:creationId xmlns:a16="http://schemas.microsoft.com/office/drawing/2014/main" id="{131661CC-49DB-8FE6-CBA3-3EF5F048E5BF}"/>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36" name="Rectangle 44">
                <a:extLst>
                  <a:ext uri="{FF2B5EF4-FFF2-40B4-BE49-F238E27FC236}">
                    <a16:creationId xmlns:a16="http://schemas.microsoft.com/office/drawing/2014/main" id="{2DC4D147-3868-5767-89AE-D8A77DD85A25}"/>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3" name="Graphique 53" descr="Boîte à archives avec un remplissage uni">
              <a:extLst>
                <a:ext uri="{FF2B5EF4-FFF2-40B4-BE49-F238E27FC236}">
                  <a16:creationId xmlns:a16="http://schemas.microsoft.com/office/drawing/2014/main" id="{F16E4C69-D090-739C-178A-3D6D44871E9A}"/>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37" name="Groupe 85">
            <a:extLst>
              <a:ext uri="{FF2B5EF4-FFF2-40B4-BE49-F238E27FC236}">
                <a16:creationId xmlns:a16="http://schemas.microsoft.com/office/drawing/2014/main" id="{82F82052-BE27-32E4-D444-D5915F7BED20}"/>
              </a:ext>
            </a:extLst>
          </p:cNvPr>
          <p:cNvGrpSpPr/>
          <p:nvPr/>
        </p:nvGrpSpPr>
        <p:grpSpPr>
          <a:xfrm>
            <a:off x="5319883" y="5170180"/>
            <a:ext cx="1001867" cy="798536"/>
            <a:chOff x="2609577" y="1563591"/>
            <a:chExt cx="1467257" cy="1169474"/>
          </a:xfrm>
        </p:grpSpPr>
        <p:grpSp>
          <p:nvGrpSpPr>
            <p:cNvPr id="38" name="Groupe 86">
              <a:extLst>
                <a:ext uri="{FF2B5EF4-FFF2-40B4-BE49-F238E27FC236}">
                  <a16:creationId xmlns:a16="http://schemas.microsoft.com/office/drawing/2014/main" id="{CB99E5D5-71D2-659D-BF1C-85D23D0A609B}"/>
                </a:ext>
              </a:extLst>
            </p:cNvPr>
            <p:cNvGrpSpPr/>
            <p:nvPr/>
          </p:nvGrpSpPr>
          <p:grpSpPr>
            <a:xfrm>
              <a:off x="2609577" y="1563591"/>
              <a:ext cx="1412109" cy="1169474"/>
              <a:chOff x="2645545" y="3994190"/>
              <a:chExt cx="1412109" cy="1169474"/>
            </a:xfrm>
          </p:grpSpPr>
          <p:pic>
            <p:nvPicPr>
              <p:cNvPr id="40" name="Graphique 88" descr="Diable avec un remplissage uni">
                <a:extLst>
                  <a:ext uri="{FF2B5EF4-FFF2-40B4-BE49-F238E27FC236}">
                    <a16:creationId xmlns:a16="http://schemas.microsoft.com/office/drawing/2014/main" id="{F4DFAFA3-C374-43E8-15E5-EA9FB600F445}"/>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41" name="Graphique 89" descr="Base-ball avec un remplissage uni">
                <a:extLst>
                  <a:ext uri="{FF2B5EF4-FFF2-40B4-BE49-F238E27FC236}">
                    <a16:creationId xmlns:a16="http://schemas.microsoft.com/office/drawing/2014/main" id="{88F635BD-327C-0B18-A139-9FD5D7A5FE7F}"/>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42" name="Rectangle 90">
                <a:extLst>
                  <a:ext uri="{FF2B5EF4-FFF2-40B4-BE49-F238E27FC236}">
                    <a16:creationId xmlns:a16="http://schemas.microsoft.com/office/drawing/2014/main" id="{3374D55F-0287-BF79-8519-0AD0C8318C39}"/>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9" name="Graphique 87" descr="Boîte à archives avec un remplissage uni">
              <a:extLst>
                <a:ext uri="{FF2B5EF4-FFF2-40B4-BE49-F238E27FC236}">
                  <a16:creationId xmlns:a16="http://schemas.microsoft.com/office/drawing/2014/main" id="{F94F39CF-B04C-9BC6-E597-83FDE8D82A0E}"/>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43" name="Groupe 105">
            <a:extLst>
              <a:ext uri="{FF2B5EF4-FFF2-40B4-BE49-F238E27FC236}">
                <a16:creationId xmlns:a16="http://schemas.microsoft.com/office/drawing/2014/main" id="{6A476FD6-EF89-8A85-E680-1236549FFB0A}"/>
              </a:ext>
            </a:extLst>
          </p:cNvPr>
          <p:cNvGrpSpPr/>
          <p:nvPr/>
        </p:nvGrpSpPr>
        <p:grpSpPr>
          <a:xfrm flipH="1">
            <a:off x="7798691" y="3163553"/>
            <a:ext cx="746958" cy="795589"/>
            <a:chOff x="1680627" y="1783722"/>
            <a:chExt cx="1331514" cy="1331514"/>
          </a:xfrm>
        </p:grpSpPr>
        <p:pic>
          <p:nvPicPr>
            <p:cNvPr id="44" name="Graphique 178" descr="Mur de briques en construction avec un remplissage uni">
              <a:extLst>
                <a:ext uri="{FF2B5EF4-FFF2-40B4-BE49-F238E27FC236}">
                  <a16:creationId xmlns:a16="http://schemas.microsoft.com/office/drawing/2014/main" id="{208F0739-AF27-E48B-2737-E6B8D910A391}"/>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680627" y="1783722"/>
              <a:ext cx="1331514" cy="1331514"/>
            </a:xfrm>
            <a:prstGeom prst="rect">
              <a:avLst/>
            </a:prstGeom>
          </p:spPr>
        </p:pic>
        <p:sp>
          <p:nvSpPr>
            <p:cNvPr id="45" name="Rectangle 179">
              <a:extLst>
                <a:ext uri="{FF2B5EF4-FFF2-40B4-BE49-F238E27FC236}">
                  <a16:creationId xmlns:a16="http://schemas.microsoft.com/office/drawing/2014/main" id="{C56F20B7-1FD3-D900-22F6-14ACD15AE3D8}"/>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Rectangle 180">
              <a:extLst>
                <a:ext uri="{FF2B5EF4-FFF2-40B4-BE49-F238E27FC236}">
                  <a16:creationId xmlns:a16="http://schemas.microsoft.com/office/drawing/2014/main" id="{8C2841D7-F635-0C7A-7266-891B74F375A0}"/>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Rectangle 181">
              <a:extLst>
                <a:ext uri="{FF2B5EF4-FFF2-40B4-BE49-F238E27FC236}">
                  <a16:creationId xmlns:a16="http://schemas.microsoft.com/office/drawing/2014/main" id="{A0FA6987-45DC-261F-BCA3-91D2E96976DB}"/>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Rectangle 182">
              <a:extLst>
                <a:ext uri="{FF2B5EF4-FFF2-40B4-BE49-F238E27FC236}">
                  <a16:creationId xmlns:a16="http://schemas.microsoft.com/office/drawing/2014/main" id="{15FC83FA-FBE5-81D5-8080-FBC09581459E}"/>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Rectangle 183">
              <a:extLst>
                <a:ext uri="{FF2B5EF4-FFF2-40B4-BE49-F238E27FC236}">
                  <a16:creationId xmlns:a16="http://schemas.microsoft.com/office/drawing/2014/main" id="{DFFE0C2B-AC78-8AED-8372-AAA763D505BE}"/>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Rectangle 184">
              <a:extLst>
                <a:ext uri="{FF2B5EF4-FFF2-40B4-BE49-F238E27FC236}">
                  <a16:creationId xmlns:a16="http://schemas.microsoft.com/office/drawing/2014/main" id="{F5E03EAE-824C-7599-9A5B-B6A0F7361DD9}"/>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Rectangle 185">
              <a:extLst>
                <a:ext uri="{FF2B5EF4-FFF2-40B4-BE49-F238E27FC236}">
                  <a16:creationId xmlns:a16="http://schemas.microsoft.com/office/drawing/2014/main" id="{D4331AAD-86F7-D73F-D7A4-DFF1AF4E84FE}"/>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186">
              <a:extLst>
                <a:ext uri="{FF2B5EF4-FFF2-40B4-BE49-F238E27FC236}">
                  <a16:creationId xmlns:a16="http://schemas.microsoft.com/office/drawing/2014/main" id="{832A302A-8B6A-4A80-02F9-B0B37CB3A7AC}"/>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187">
              <a:extLst>
                <a:ext uri="{FF2B5EF4-FFF2-40B4-BE49-F238E27FC236}">
                  <a16:creationId xmlns:a16="http://schemas.microsoft.com/office/drawing/2014/main" id="{557316CB-EF94-9A6F-573E-542D22808988}"/>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188">
              <a:extLst>
                <a:ext uri="{FF2B5EF4-FFF2-40B4-BE49-F238E27FC236}">
                  <a16:creationId xmlns:a16="http://schemas.microsoft.com/office/drawing/2014/main" id="{9BD4D168-DBE2-7B01-64FE-9B433A5EFBA6}"/>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189">
              <a:extLst>
                <a:ext uri="{FF2B5EF4-FFF2-40B4-BE49-F238E27FC236}">
                  <a16:creationId xmlns:a16="http://schemas.microsoft.com/office/drawing/2014/main" id="{C0630E24-E126-101D-1666-887D4B0F3F81}"/>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190">
              <a:extLst>
                <a:ext uri="{FF2B5EF4-FFF2-40B4-BE49-F238E27FC236}">
                  <a16:creationId xmlns:a16="http://schemas.microsoft.com/office/drawing/2014/main" id="{4DD5688F-2A71-2CAB-1383-2B77F15F16A5}"/>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 name="Groupe 5">
            <a:extLst>
              <a:ext uri="{FF2B5EF4-FFF2-40B4-BE49-F238E27FC236}">
                <a16:creationId xmlns:a16="http://schemas.microsoft.com/office/drawing/2014/main" id="{083EDE75-9CA9-F9DE-FEA2-21C666E7E6E2}"/>
              </a:ext>
            </a:extLst>
          </p:cNvPr>
          <p:cNvGrpSpPr/>
          <p:nvPr/>
        </p:nvGrpSpPr>
        <p:grpSpPr>
          <a:xfrm>
            <a:off x="4124360" y="2713224"/>
            <a:ext cx="944598" cy="848124"/>
            <a:chOff x="5247267" y="8072371"/>
            <a:chExt cx="817082" cy="733631"/>
          </a:xfrm>
        </p:grpSpPr>
        <p:grpSp>
          <p:nvGrpSpPr>
            <p:cNvPr id="58" name="Groupe 104">
              <a:extLst>
                <a:ext uri="{FF2B5EF4-FFF2-40B4-BE49-F238E27FC236}">
                  <a16:creationId xmlns:a16="http://schemas.microsoft.com/office/drawing/2014/main" id="{EFEA7E51-E6FB-EA8C-551A-A5EB1F562DB2}"/>
                </a:ext>
              </a:extLst>
            </p:cNvPr>
            <p:cNvGrpSpPr/>
            <p:nvPr/>
          </p:nvGrpSpPr>
          <p:grpSpPr>
            <a:xfrm>
              <a:off x="5247267" y="8117813"/>
              <a:ext cx="817082" cy="688189"/>
              <a:chOff x="3890963" y="2438774"/>
              <a:chExt cx="1085661" cy="914400"/>
            </a:xfrm>
          </p:grpSpPr>
          <p:pic>
            <p:nvPicPr>
              <p:cNvPr id="60" name="Graphique 191" descr="Culturiste avec un remplissage uni">
                <a:extLst>
                  <a:ext uri="{FF2B5EF4-FFF2-40B4-BE49-F238E27FC236}">
                    <a16:creationId xmlns:a16="http://schemas.microsoft.com/office/drawing/2014/main" id="{1EEAF95D-70C2-B369-278E-61F07CEC0A9A}"/>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61" name="Rectangle 192">
                <a:extLst>
                  <a:ext uri="{FF2B5EF4-FFF2-40B4-BE49-F238E27FC236}">
                    <a16:creationId xmlns:a16="http://schemas.microsoft.com/office/drawing/2014/main" id="{84750BB2-EAEA-D840-F428-68CABF8F3C4B}"/>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193">
                <a:extLst>
                  <a:ext uri="{FF2B5EF4-FFF2-40B4-BE49-F238E27FC236}">
                    <a16:creationId xmlns:a16="http://schemas.microsoft.com/office/drawing/2014/main" id="{EB556ABB-E8EC-B604-3C68-AB7B43336211}"/>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59" name="Rectangle 106">
              <a:extLst>
                <a:ext uri="{FF2B5EF4-FFF2-40B4-BE49-F238E27FC236}">
                  <a16:creationId xmlns:a16="http://schemas.microsoft.com/office/drawing/2014/main" id="{9715592B-28DA-AD64-1CA4-698F09ED06E0}"/>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3" name="Groupe 108">
            <a:extLst>
              <a:ext uri="{FF2B5EF4-FFF2-40B4-BE49-F238E27FC236}">
                <a16:creationId xmlns:a16="http://schemas.microsoft.com/office/drawing/2014/main" id="{252CBC22-0076-09AD-F168-6E1A698D9C43}"/>
              </a:ext>
            </a:extLst>
          </p:cNvPr>
          <p:cNvGrpSpPr/>
          <p:nvPr/>
        </p:nvGrpSpPr>
        <p:grpSpPr>
          <a:xfrm flipH="1">
            <a:off x="3909927" y="3744577"/>
            <a:ext cx="428160" cy="781477"/>
            <a:chOff x="5134003" y="2196472"/>
            <a:chExt cx="563254" cy="1156702"/>
          </a:xfrm>
        </p:grpSpPr>
        <p:pic>
          <p:nvPicPr>
            <p:cNvPr id="64" name="Graphique 174" descr="Réussite du groupe avec un remplissage uni">
              <a:extLst>
                <a:ext uri="{FF2B5EF4-FFF2-40B4-BE49-F238E27FC236}">
                  <a16:creationId xmlns:a16="http://schemas.microsoft.com/office/drawing/2014/main" id="{5E6004A7-AB6A-1C3A-E64D-42916E5F7168}"/>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65" name="Rectangle 175">
              <a:extLst>
                <a:ext uri="{FF2B5EF4-FFF2-40B4-BE49-F238E27FC236}">
                  <a16:creationId xmlns:a16="http://schemas.microsoft.com/office/drawing/2014/main" id="{77781163-7A1F-C8F8-7521-7920DB27F91A}"/>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6" name="Groupe 6">
            <a:extLst>
              <a:ext uri="{FF2B5EF4-FFF2-40B4-BE49-F238E27FC236}">
                <a16:creationId xmlns:a16="http://schemas.microsoft.com/office/drawing/2014/main" id="{E75DD5B5-EDD4-50B2-7197-9BD04AF4872D}"/>
              </a:ext>
            </a:extLst>
          </p:cNvPr>
          <p:cNvGrpSpPr/>
          <p:nvPr/>
        </p:nvGrpSpPr>
        <p:grpSpPr>
          <a:xfrm>
            <a:off x="10166578" y="2880374"/>
            <a:ext cx="1592607" cy="1592607"/>
            <a:chOff x="9835911" y="2807662"/>
            <a:chExt cx="1796250" cy="1796250"/>
          </a:xfrm>
        </p:grpSpPr>
        <p:pic>
          <p:nvPicPr>
            <p:cNvPr id="67" name="Graphique 103" descr="Cathédrale avec un remplissage uni">
              <a:extLst>
                <a:ext uri="{FF2B5EF4-FFF2-40B4-BE49-F238E27FC236}">
                  <a16:creationId xmlns:a16="http://schemas.microsoft.com/office/drawing/2014/main" id="{3C815062-1F3B-28BE-462F-74C46707FDE1}"/>
                </a:ext>
              </a:extLst>
            </p:cNvPr>
            <p:cNvPicPr>
              <a:picLocks noChangeAspect="1"/>
            </p:cNvPicPr>
            <p:nvPr/>
          </p:nvPicPr>
          <p:blipFill>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835911" y="2807662"/>
              <a:ext cx="1796250" cy="1796250"/>
            </a:xfrm>
            <a:prstGeom prst="rect">
              <a:avLst/>
            </a:prstGeom>
          </p:spPr>
        </p:pic>
        <p:sp>
          <p:nvSpPr>
            <p:cNvPr id="68" name="Rectangle 112">
              <a:extLst>
                <a:ext uri="{FF2B5EF4-FFF2-40B4-BE49-F238E27FC236}">
                  <a16:creationId xmlns:a16="http://schemas.microsoft.com/office/drawing/2014/main" id="{C465BE2F-0B76-E1D5-8C80-4FFF5FDAC668}"/>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113">
              <a:extLst>
                <a:ext uri="{FF2B5EF4-FFF2-40B4-BE49-F238E27FC236}">
                  <a16:creationId xmlns:a16="http://schemas.microsoft.com/office/drawing/2014/main" id="{B34BF937-AE38-ED15-D403-15966955188F}"/>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114">
              <a:extLst>
                <a:ext uri="{FF2B5EF4-FFF2-40B4-BE49-F238E27FC236}">
                  <a16:creationId xmlns:a16="http://schemas.microsoft.com/office/drawing/2014/main" id="{6C420611-3533-D63C-3B33-BC146CBF53BF}"/>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115">
              <a:extLst>
                <a:ext uri="{FF2B5EF4-FFF2-40B4-BE49-F238E27FC236}">
                  <a16:creationId xmlns:a16="http://schemas.microsoft.com/office/drawing/2014/main" id="{A4F38091-86C3-354F-6579-E268A8AD986F}"/>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116">
              <a:extLst>
                <a:ext uri="{FF2B5EF4-FFF2-40B4-BE49-F238E27FC236}">
                  <a16:creationId xmlns:a16="http://schemas.microsoft.com/office/drawing/2014/main" id="{450CCF55-6076-D630-566B-2E631824F718}"/>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117">
              <a:extLst>
                <a:ext uri="{FF2B5EF4-FFF2-40B4-BE49-F238E27FC236}">
                  <a16:creationId xmlns:a16="http://schemas.microsoft.com/office/drawing/2014/main" id="{8E7935DF-5F79-123E-9134-972AEA1A25CD}"/>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118">
              <a:extLst>
                <a:ext uri="{FF2B5EF4-FFF2-40B4-BE49-F238E27FC236}">
                  <a16:creationId xmlns:a16="http://schemas.microsoft.com/office/drawing/2014/main" id="{628B7E5F-9598-A208-4E1F-EF7EEB3A87A3}"/>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119">
              <a:extLst>
                <a:ext uri="{FF2B5EF4-FFF2-40B4-BE49-F238E27FC236}">
                  <a16:creationId xmlns:a16="http://schemas.microsoft.com/office/drawing/2014/main" id="{14A603FE-BE08-C424-64A9-0E924EE5FC6D}"/>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120">
              <a:extLst>
                <a:ext uri="{FF2B5EF4-FFF2-40B4-BE49-F238E27FC236}">
                  <a16:creationId xmlns:a16="http://schemas.microsoft.com/office/drawing/2014/main" id="{33CE812E-8F59-11F6-4C13-5762C73F0D4F}"/>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121">
              <a:extLst>
                <a:ext uri="{FF2B5EF4-FFF2-40B4-BE49-F238E27FC236}">
                  <a16:creationId xmlns:a16="http://schemas.microsoft.com/office/drawing/2014/main" id="{A8229294-2AB1-6268-652A-1CBE607AF69C}"/>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Rectangle 122">
              <a:extLst>
                <a:ext uri="{FF2B5EF4-FFF2-40B4-BE49-F238E27FC236}">
                  <a16:creationId xmlns:a16="http://schemas.microsoft.com/office/drawing/2014/main" id="{B9D533DC-628A-32E7-914E-4AD89C5A6A19}"/>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123">
              <a:extLst>
                <a:ext uri="{FF2B5EF4-FFF2-40B4-BE49-F238E27FC236}">
                  <a16:creationId xmlns:a16="http://schemas.microsoft.com/office/drawing/2014/main" id="{F0F085CC-0DE1-72DA-3682-D50A66952C4A}"/>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124">
              <a:extLst>
                <a:ext uri="{FF2B5EF4-FFF2-40B4-BE49-F238E27FC236}">
                  <a16:creationId xmlns:a16="http://schemas.microsoft.com/office/drawing/2014/main" id="{E00DE56F-E1A6-DD90-17A5-EEC9962509C7}"/>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125">
              <a:extLst>
                <a:ext uri="{FF2B5EF4-FFF2-40B4-BE49-F238E27FC236}">
                  <a16:creationId xmlns:a16="http://schemas.microsoft.com/office/drawing/2014/main" id="{49B824A0-D694-4744-10BA-2E982412E2F7}"/>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126">
              <a:extLst>
                <a:ext uri="{FF2B5EF4-FFF2-40B4-BE49-F238E27FC236}">
                  <a16:creationId xmlns:a16="http://schemas.microsoft.com/office/drawing/2014/main" id="{83A61B59-FE90-A11C-D735-C3BAF61AC26B}"/>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127">
              <a:extLst>
                <a:ext uri="{FF2B5EF4-FFF2-40B4-BE49-F238E27FC236}">
                  <a16:creationId xmlns:a16="http://schemas.microsoft.com/office/drawing/2014/main" id="{D47DF6FD-34B0-0D56-0BDE-B22EA5ED12E2}"/>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128">
              <a:extLst>
                <a:ext uri="{FF2B5EF4-FFF2-40B4-BE49-F238E27FC236}">
                  <a16:creationId xmlns:a16="http://schemas.microsoft.com/office/drawing/2014/main" id="{86E8F644-7355-1C0E-B6FC-92C6AFC6F31D}"/>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Rectangle 129">
              <a:extLst>
                <a:ext uri="{FF2B5EF4-FFF2-40B4-BE49-F238E27FC236}">
                  <a16:creationId xmlns:a16="http://schemas.microsoft.com/office/drawing/2014/main" id="{2CC4D2A8-B68E-58F7-1A7A-8EBEFD08EA2F}"/>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130">
              <a:extLst>
                <a:ext uri="{FF2B5EF4-FFF2-40B4-BE49-F238E27FC236}">
                  <a16:creationId xmlns:a16="http://schemas.microsoft.com/office/drawing/2014/main" id="{2271FB80-3481-DEFA-9BE6-6C89CF1D1CED}"/>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131">
              <a:extLst>
                <a:ext uri="{FF2B5EF4-FFF2-40B4-BE49-F238E27FC236}">
                  <a16:creationId xmlns:a16="http://schemas.microsoft.com/office/drawing/2014/main" id="{4A7036C8-A7A8-E08A-A67D-39009BB15B15}"/>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132">
              <a:extLst>
                <a:ext uri="{FF2B5EF4-FFF2-40B4-BE49-F238E27FC236}">
                  <a16:creationId xmlns:a16="http://schemas.microsoft.com/office/drawing/2014/main" id="{8366B2C4-5EEF-B3CC-7864-C39796F356AB}"/>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133">
              <a:extLst>
                <a:ext uri="{FF2B5EF4-FFF2-40B4-BE49-F238E27FC236}">
                  <a16:creationId xmlns:a16="http://schemas.microsoft.com/office/drawing/2014/main" id="{1737299A-9C0E-C49B-4CB5-31DBD789F600}"/>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134">
              <a:extLst>
                <a:ext uri="{FF2B5EF4-FFF2-40B4-BE49-F238E27FC236}">
                  <a16:creationId xmlns:a16="http://schemas.microsoft.com/office/drawing/2014/main" id="{62D29D56-AA16-8660-BBEA-F0EBC01C7222}"/>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135">
              <a:extLst>
                <a:ext uri="{FF2B5EF4-FFF2-40B4-BE49-F238E27FC236}">
                  <a16:creationId xmlns:a16="http://schemas.microsoft.com/office/drawing/2014/main" id="{9E03B824-A419-A929-D031-28306BF5BF50}"/>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136">
              <a:extLst>
                <a:ext uri="{FF2B5EF4-FFF2-40B4-BE49-F238E27FC236}">
                  <a16:creationId xmlns:a16="http://schemas.microsoft.com/office/drawing/2014/main" id="{24E9C893-1F7E-B445-EBD5-077B98E434C4}"/>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137">
              <a:extLst>
                <a:ext uri="{FF2B5EF4-FFF2-40B4-BE49-F238E27FC236}">
                  <a16:creationId xmlns:a16="http://schemas.microsoft.com/office/drawing/2014/main" id="{2D10F5DF-A6DE-4543-5027-CE878CC1251F}"/>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138">
              <a:extLst>
                <a:ext uri="{FF2B5EF4-FFF2-40B4-BE49-F238E27FC236}">
                  <a16:creationId xmlns:a16="http://schemas.microsoft.com/office/drawing/2014/main" id="{AA63A859-4DBE-D51F-AFB2-508F251AFF5D}"/>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139">
              <a:extLst>
                <a:ext uri="{FF2B5EF4-FFF2-40B4-BE49-F238E27FC236}">
                  <a16:creationId xmlns:a16="http://schemas.microsoft.com/office/drawing/2014/main" id="{1A41742D-3887-B967-10EE-60F0840B8D0B}"/>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140">
              <a:extLst>
                <a:ext uri="{FF2B5EF4-FFF2-40B4-BE49-F238E27FC236}">
                  <a16:creationId xmlns:a16="http://schemas.microsoft.com/office/drawing/2014/main" id="{A2B39ACF-E073-8909-F01C-4FFF6B2BD3D5}"/>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141">
              <a:extLst>
                <a:ext uri="{FF2B5EF4-FFF2-40B4-BE49-F238E27FC236}">
                  <a16:creationId xmlns:a16="http://schemas.microsoft.com/office/drawing/2014/main" id="{A12209A4-CC6E-CCFC-AF45-7FB171BCC22F}"/>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142">
              <a:extLst>
                <a:ext uri="{FF2B5EF4-FFF2-40B4-BE49-F238E27FC236}">
                  <a16:creationId xmlns:a16="http://schemas.microsoft.com/office/drawing/2014/main" id="{9D0008A1-3493-9140-D096-C930919B1A48}"/>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143">
              <a:extLst>
                <a:ext uri="{FF2B5EF4-FFF2-40B4-BE49-F238E27FC236}">
                  <a16:creationId xmlns:a16="http://schemas.microsoft.com/office/drawing/2014/main" id="{C693A956-4B3F-18A6-B8D1-5F76D8EE05DA}"/>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144">
              <a:extLst>
                <a:ext uri="{FF2B5EF4-FFF2-40B4-BE49-F238E27FC236}">
                  <a16:creationId xmlns:a16="http://schemas.microsoft.com/office/drawing/2014/main" id="{2517360F-F38F-E015-C701-73600CEA116D}"/>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45">
              <a:extLst>
                <a:ext uri="{FF2B5EF4-FFF2-40B4-BE49-F238E27FC236}">
                  <a16:creationId xmlns:a16="http://schemas.microsoft.com/office/drawing/2014/main" id="{63FB0F32-F77F-3A8B-0F1F-11F79881D3D0}"/>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46">
              <a:extLst>
                <a:ext uri="{FF2B5EF4-FFF2-40B4-BE49-F238E27FC236}">
                  <a16:creationId xmlns:a16="http://schemas.microsoft.com/office/drawing/2014/main" id="{9B6615AA-2E54-5570-E5B8-8DAACD54D7D7}"/>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147">
              <a:extLst>
                <a:ext uri="{FF2B5EF4-FFF2-40B4-BE49-F238E27FC236}">
                  <a16:creationId xmlns:a16="http://schemas.microsoft.com/office/drawing/2014/main" id="{990C2E52-B30C-86F1-112F-610D44379243}"/>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Rectangle 148">
              <a:extLst>
                <a:ext uri="{FF2B5EF4-FFF2-40B4-BE49-F238E27FC236}">
                  <a16:creationId xmlns:a16="http://schemas.microsoft.com/office/drawing/2014/main" id="{7B1392F3-12A3-B3DB-8DC7-49A0C0CADB2D}"/>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Rectangle 149">
              <a:extLst>
                <a:ext uri="{FF2B5EF4-FFF2-40B4-BE49-F238E27FC236}">
                  <a16:creationId xmlns:a16="http://schemas.microsoft.com/office/drawing/2014/main" id="{16B33310-409E-1E5C-0CB9-D4D15270C3CC}"/>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Rectangle 150">
              <a:extLst>
                <a:ext uri="{FF2B5EF4-FFF2-40B4-BE49-F238E27FC236}">
                  <a16:creationId xmlns:a16="http://schemas.microsoft.com/office/drawing/2014/main" id="{4156195B-DEFE-C765-7BD8-AB3BA15EBF04}"/>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51">
              <a:extLst>
                <a:ext uri="{FF2B5EF4-FFF2-40B4-BE49-F238E27FC236}">
                  <a16:creationId xmlns:a16="http://schemas.microsoft.com/office/drawing/2014/main" id="{28B95581-F9DE-14A7-577F-D5FD15FF6FD6}"/>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52">
              <a:extLst>
                <a:ext uri="{FF2B5EF4-FFF2-40B4-BE49-F238E27FC236}">
                  <a16:creationId xmlns:a16="http://schemas.microsoft.com/office/drawing/2014/main" id="{3ECF342E-59DB-5778-3613-04DD93930D98}"/>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Rectangle 153">
              <a:extLst>
                <a:ext uri="{FF2B5EF4-FFF2-40B4-BE49-F238E27FC236}">
                  <a16:creationId xmlns:a16="http://schemas.microsoft.com/office/drawing/2014/main" id="{1B3F3DAD-906E-76F7-FEE6-EBF1E25E04F2}"/>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0" name="Rectangle 154">
              <a:extLst>
                <a:ext uri="{FF2B5EF4-FFF2-40B4-BE49-F238E27FC236}">
                  <a16:creationId xmlns:a16="http://schemas.microsoft.com/office/drawing/2014/main" id="{7D2224C6-1123-2153-65B3-ED38387B0C99}"/>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Rectangle 155">
              <a:extLst>
                <a:ext uri="{FF2B5EF4-FFF2-40B4-BE49-F238E27FC236}">
                  <a16:creationId xmlns:a16="http://schemas.microsoft.com/office/drawing/2014/main" id="{7BC30A40-F4DC-B525-FEA8-EDC6B70C24D0}"/>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2" name="Rectangle 156">
              <a:extLst>
                <a:ext uri="{FF2B5EF4-FFF2-40B4-BE49-F238E27FC236}">
                  <a16:creationId xmlns:a16="http://schemas.microsoft.com/office/drawing/2014/main" id="{A59834D7-D561-8A72-B5C8-650C1D6728A7}"/>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3" name="Rectangle 157">
              <a:extLst>
                <a:ext uri="{FF2B5EF4-FFF2-40B4-BE49-F238E27FC236}">
                  <a16:creationId xmlns:a16="http://schemas.microsoft.com/office/drawing/2014/main" id="{FEC8C72D-1C6E-E1EF-DC45-4F70005E1703}"/>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4" name="Rectangle 158">
              <a:extLst>
                <a:ext uri="{FF2B5EF4-FFF2-40B4-BE49-F238E27FC236}">
                  <a16:creationId xmlns:a16="http://schemas.microsoft.com/office/drawing/2014/main" id="{FF9E5CAA-A48B-0DA3-BA05-565A1D09FFA6}"/>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5" name="Rectangle 159">
              <a:extLst>
                <a:ext uri="{FF2B5EF4-FFF2-40B4-BE49-F238E27FC236}">
                  <a16:creationId xmlns:a16="http://schemas.microsoft.com/office/drawing/2014/main" id="{669662BB-BC4D-741A-BD54-08BC67D63B9B}"/>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160">
              <a:extLst>
                <a:ext uri="{FF2B5EF4-FFF2-40B4-BE49-F238E27FC236}">
                  <a16:creationId xmlns:a16="http://schemas.microsoft.com/office/drawing/2014/main" id="{41E0FAAA-A041-514E-CDA4-36D72BFE240E}"/>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61">
              <a:extLst>
                <a:ext uri="{FF2B5EF4-FFF2-40B4-BE49-F238E27FC236}">
                  <a16:creationId xmlns:a16="http://schemas.microsoft.com/office/drawing/2014/main" id="{BD775213-0D7A-FFFA-C99C-22EAD4D22EA6}"/>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8" name="Rectangle 162">
              <a:extLst>
                <a:ext uri="{FF2B5EF4-FFF2-40B4-BE49-F238E27FC236}">
                  <a16:creationId xmlns:a16="http://schemas.microsoft.com/office/drawing/2014/main" id="{C05D14A5-BB11-6CA5-7983-064ECFAC8EDF}"/>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163">
              <a:extLst>
                <a:ext uri="{FF2B5EF4-FFF2-40B4-BE49-F238E27FC236}">
                  <a16:creationId xmlns:a16="http://schemas.microsoft.com/office/drawing/2014/main" id="{230FF5FE-D5A1-4D66-EE32-D6BAB3CEA779}"/>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Rectangle 164">
              <a:extLst>
                <a:ext uri="{FF2B5EF4-FFF2-40B4-BE49-F238E27FC236}">
                  <a16:creationId xmlns:a16="http://schemas.microsoft.com/office/drawing/2014/main" id="{13D83DBA-AC33-8DE4-C8B7-544110157552}"/>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165">
              <a:extLst>
                <a:ext uri="{FF2B5EF4-FFF2-40B4-BE49-F238E27FC236}">
                  <a16:creationId xmlns:a16="http://schemas.microsoft.com/office/drawing/2014/main" id="{80597FAD-5613-EEC3-1EAF-3AF27D45BB78}"/>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Rectangle 166">
              <a:extLst>
                <a:ext uri="{FF2B5EF4-FFF2-40B4-BE49-F238E27FC236}">
                  <a16:creationId xmlns:a16="http://schemas.microsoft.com/office/drawing/2014/main" id="{6490ABD1-1401-263C-9C0A-1E22C94A577E}"/>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167">
              <a:extLst>
                <a:ext uri="{FF2B5EF4-FFF2-40B4-BE49-F238E27FC236}">
                  <a16:creationId xmlns:a16="http://schemas.microsoft.com/office/drawing/2014/main" id="{BD119B05-CE5A-E7AB-6937-6C3FE41770B4}"/>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Rectangle 168">
              <a:extLst>
                <a:ext uri="{FF2B5EF4-FFF2-40B4-BE49-F238E27FC236}">
                  <a16:creationId xmlns:a16="http://schemas.microsoft.com/office/drawing/2014/main" id="{8395EEEC-1F05-0552-18AF-F0096D99FEC9}"/>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169">
              <a:extLst>
                <a:ext uri="{FF2B5EF4-FFF2-40B4-BE49-F238E27FC236}">
                  <a16:creationId xmlns:a16="http://schemas.microsoft.com/office/drawing/2014/main" id="{E6D23A86-429A-EA70-EF36-C057A8346697}"/>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Rectangle 170">
              <a:extLst>
                <a:ext uri="{FF2B5EF4-FFF2-40B4-BE49-F238E27FC236}">
                  <a16:creationId xmlns:a16="http://schemas.microsoft.com/office/drawing/2014/main" id="{811E8166-A89F-CDC7-179F-8A275A3C1D53}"/>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171">
              <a:extLst>
                <a:ext uri="{FF2B5EF4-FFF2-40B4-BE49-F238E27FC236}">
                  <a16:creationId xmlns:a16="http://schemas.microsoft.com/office/drawing/2014/main" id="{7EB1C337-92E5-1A65-49DA-0D78B7CCACCD}"/>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172">
              <a:extLst>
                <a:ext uri="{FF2B5EF4-FFF2-40B4-BE49-F238E27FC236}">
                  <a16:creationId xmlns:a16="http://schemas.microsoft.com/office/drawing/2014/main" id="{D8177DE2-F43D-0DD8-2887-3D296321D159}"/>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173">
              <a:extLst>
                <a:ext uri="{FF2B5EF4-FFF2-40B4-BE49-F238E27FC236}">
                  <a16:creationId xmlns:a16="http://schemas.microsoft.com/office/drawing/2014/main" id="{E2D1FDF7-ACA0-3ABC-1EA3-FEF4CF71ED18}"/>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30" name="Groupe 194">
            <a:extLst>
              <a:ext uri="{FF2B5EF4-FFF2-40B4-BE49-F238E27FC236}">
                <a16:creationId xmlns:a16="http://schemas.microsoft.com/office/drawing/2014/main" id="{D2CF2E28-7E41-9075-1D83-BA2424073B56}"/>
              </a:ext>
            </a:extLst>
          </p:cNvPr>
          <p:cNvGrpSpPr/>
          <p:nvPr/>
        </p:nvGrpSpPr>
        <p:grpSpPr>
          <a:xfrm>
            <a:off x="4689381" y="4212748"/>
            <a:ext cx="944598" cy="848124"/>
            <a:chOff x="5247267" y="8072371"/>
            <a:chExt cx="817082" cy="733631"/>
          </a:xfrm>
        </p:grpSpPr>
        <p:grpSp>
          <p:nvGrpSpPr>
            <p:cNvPr id="131" name="Groupe 195">
              <a:extLst>
                <a:ext uri="{FF2B5EF4-FFF2-40B4-BE49-F238E27FC236}">
                  <a16:creationId xmlns:a16="http://schemas.microsoft.com/office/drawing/2014/main" id="{7C9AFDAD-C023-2C6E-2D9A-66AA7D0812E4}"/>
                </a:ext>
              </a:extLst>
            </p:cNvPr>
            <p:cNvGrpSpPr/>
            <p:nvPr/>
          </p:nvGrpSpPr>
          <p:grpSpPr>
            <a:xfrm>
              <a:off x="5247267" y="8117813"/>
              <a:ext cx="817082" cy="688189"/>
              <a:chOff x="3890963" y="2438774"/>
              <a:chExt cx="1085661" cy="914400"/>
            </a:xfrm>
          </p:grpSpPr>
          <p:pic>
            <p:nvPicPr>
              <p:cNvPr id="133" name="Graphique 197" descr="Culturiste avec un remplissage uni">
                <a:extLst>
                  <a:ext uri="{FF2B5EF4-FFF2-40B4-BE49-F238E27FC236}">
                    <a16:creationId xmlns:a16="http://schemas.microsoft.com/office/drawing/2014/main" id="{97E55981-771A-1B4F-5CDC-C29B1BE9B7E6}"/>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34" name="Rectangle 198">
                <a:extLst>
                  <a:ext uri="{FF2B5EF4-FFF2-40B4-BE49-F238E27FC236}">
                    <a16:creationId xmlns:a16="http://schemas.microsoft.com/office/drawing/2014/main" id="{6DC859A9-38E0-F0CC-AEB2-750BC39EB71C}"/>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199">
                <a:extLst>
                  <a:ext uri="{FF2B5EF4-FFF2-40B4-BE49-F238E27FC236}">
                    <a16:creationId xmlns:a16="http://schemas.microsoft.com/office/drawing/2014/main" id="{5727CC43-BB93-3296-F533-AADB36BF798B}"/>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32" name="Rectangle 196">
              <a:extLst>
                <a:ext uri="{FF2B5EF4-FFF2-40B4-BE49-F238E27FC236}">
                  <a16:creationId xmlns:a16="http://schemas.microsoft.com/office/drawing/2014/main" id="{654FA93B-0559-2219-9CCF-1584F9D563BF}"/>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36" name="Groupe 200">
            <a:extLst>
              <a:ext uri="{FF2B5EF4-FFF2-40B4-BE49-F238E27FC236}">
                <a16:creationId xmlns:a16="http://schemas.microsoft.com/office/drawing/2014/main" id="{ACFCC49F-2590-2019-0612-620415CB18C4}"/>
              </a:ext>
            </a:extLst>
          </p:cNvPr>
          <p:cNvGrpSpPr/>
          <p:nvPr/>
        </p:nvGrpSpPr>
        <p:grpSpPr>
          <a:xfrm flipH="1">
            <a:off x="3862516" y="4970514"/>
            <a:ext cx="433916" cy="870081"/>
            <a:chOff x="5134003" y="2196472"/>
            <a:chExt cx="563254" cy="1156702"/>
          </a:xfrm>
        </p:grpSpPr>
        <p:pic>
          <p:nvPicPr>
            <p:cNvPr id="137" name="Graphique 201" descr="Réussite du groupe avec un remplissage uni">
              <a:extLst>
                <a:ext uri="{FF2B5EF4-FFF2-40B4-BE49-F238E27FC236}">
                  <a16:creationId xmlns:a16="http://schemas.microsoft.com/office/drawing/2014/main" id="{6DE0281D-052C-FAB1-E352-83E574578A91}"/>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138" name="Rectangle 202">
              <a:extLst>
                <a:ext uri="{FF2B5EF4-FFF2-40B4-BE49-F238E27FC236}">
                  <a16:creationId xmlns:a16="http://schemas.microsoft.com/office/drawing/2014/main" id="{E9496A2D-ACC6-2602-6A12-B10725CB1063}"/>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39" name="Groupe 203">
            <a:extLst>
              <a:ext uri="{FF2B5EF4-FFF2-40B4-BE49-F238E27FC236}">
                <a16:creationId xmlns:a16="http://schemas.microsoft.com/office/drawing/2014/main" id="{CF26DE29-0D9C-BC2F-503C-6927EE7195AC}"/>
              </a:ext>
            </a:extLst>
          </p:cNvPr>
          <p:cNvGrpSpPr/>
          <p:nvPr/>
        </p:nvGrpSpPr>
        <p:grpSpPr>
          <a:xfrm flipH="1">
            <a:off x="5918661" y="3527340"/>
            <a:ext cx="371891" cy="757389"/>
            <a:chOff x="5134003" y="2196472"/>
            <a:chExt cx="563254" cy="1156702"/>
          </a:xfrm>
        </p:grpSpPr>
        <p:pic>
          <p:nvPicPr>
            <p:cNvPr id="140" name="Graphique 204" descr="Réussite du groupe avec un remplissage uni">
              <a:extLst>
                <a:ext uri="{FF2B5EF4-FFF2-40B4-BE49-F238E27FC236}">
                  <a16:creationId xmlns:a16="http://schemas.microsoft.com/office/drawing/2014/main" id="{63D793D0-2B6E-4EDE-DC0E-5C22B51EA982}"/>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141" name="Rectangle 205">
              <a:extLst>
                <a:ext uri="{FF2B5EF4-FFF2-40B4-BE49-F238E27FC236}">
                  <a16:creationId xmlns:a16="http://schemas.microsoft.com/office/drawing/2014/main" id="{AC06D115-C71F-B997-9E24-FD63704B3AD7}"/>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42" name="Graphique 8" descr="Mur de briques en construction avec un remplissage uni">
            <a:extLst>
              <a:ext uri="{FF2B5EF4-FFF2-40B4-BE49-F238E27FC236}">
                <a16:creationId xmlns:a16="http://schemas.microsoft.com/office/drawing/2014/main" id="{11BFAECD-5C79-8435-D41F-E75939417814}"/>
              </a:ext>
            </a:extLst>
          </p:cNvPr>
          <p:cNvPicPr>
            <a:picLocks noChangeAspect="1"/>
          </p:cNvPicPr>
          <p:nvPr/>
        </p:nvPicPr>
        <p:blipFill>
          <a:blip r:embed="rId16">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flipH="1">
            <a:off x="7909757" y="5638765"/>
            <a:ext cx="678523" cy="686587"/>
          </a:xfrm>
          <a:prstGeom prst="rect">
            <a:avLst/>
          </a:prstGeom>
        </p:spPr>
      </p:pic>
      <p:pic>
        <p:nvPicPr>
          <p:cNvPr id="143" name="Graphique 248" descr="Mur de briques en construction avec un remplissage uni">
            <a:extLst>
              <a:ext uri="{FF2B5EF4-FFF2-40B4-BE49-F238E27FC236}">
                <a16:creationId xmlns:a16="http://schemas.microsoft.com/office/drawing/2014/main" id="{4962277E-4851-3649-CE9E-4EDF0B9F4426}"/>
              </a:ext>
            </a:extLst>
          </p:cNvPr>
          <p:cNvPicPr>
            <a:picLocks noChangeAspect="1"/>
          </p:cNvPicPr>
          <p:nvPr/>
        </p:nvPicPr>
        <p:blipFill>
          <a:blip r:embed="rId18">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flipH="1">
            <a:off x="7869882" y="4603429"/>
            <a:ext cx="678523" cy="686587"/>
          </a:xfrm>
          <a:prstGeom prst="rect">
            <a:avLst/>
          </a:prstGeom>
        </p:spPr>
      </p:pic>
      <p:sp>
        <p:nvSpPr>
          <p:cNvPr id="144" name="Rectangle 2">
            <a:extLst>
              <a:ext uri="{FF2B5EF4-FFF2-40B4-BE49-F238E27FC236}">
                <a16:creationId xmlns:a16="http://schemas.microsoft.com/office/drawing/2014/main" id="{8E439821-F18F-6062-9541-F47E8F337B2A}"/>
              </a:ext>
            </a:extLst>
          </p:cNvPr>
          <p:cNvSpPr/>
          <p:nvPr/>
        </p:nvSpPr>
        <p:spPr>
          <a:xfrm>
            <a:off x="3708639" y="3011774"/>
            <a:ext cx="820635"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Bob convinced </a:t>
            </a:r>
            <a:r>
              <a:rPr lang="en-US" sz="900" dirty="0" err="1">
                <a:solidFill>
                  <a:schemeClr val="tx1"/>
                </a:solidFill>
              </a:rPr>
              <a:t>investors</a:t>
            </a:r>
            <a:endParaRPr lang="en-US" sz="900" dirty="0">
              <a:solidFill>
                <a:schemeClr val="tx1"/>
              </a:solidFill>
            </a:endParaRPr>
          </a:p>
        </p:txBody>
      </p:sp>
      <p:sp>
        <p:nvSpPr>
          <p:cNvPr id="145" name="Rectangle 176">
            <a:extLst>
              <a:ext uri="{FF2B5EF4-FFF2-40B4-BE49-F238E27FC236}">
                <a16:creationId xmlns:a16="http://schemas.microsoft.com/office/drawing/2014/main" id="{A8B881CC-529D-F497-33C6-ADE4480B2D63}"/>
              </a:ext>
            </a:extLst>
          </p:cNvPr>
          <p:cNvSpPr/>
          <p:nvPr/>
        </p:nvSpPr>
        <p:spPr>
          <a:xfrm>
            <a:off x="4196097" y="3829832"/>
            <a:ext cx="655342"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Alice is expert of the non electric model</a:t>
            </a:r>
          </a:p>
        </p:txBody>
      </p:sp>
      <p:sp>
        <p:nvSpPr>
          <p:cNvPr id="146" name="Rectangle 177">
            <a:extLst>
              <a:ext uri="{FF2B5EF4-FFF2-40B4-BE49-F238E27FC236}">
                <a16:creationId xmlns:a16="http://schemas.microsoft.com/office/drawing/2014/main" id="{724A418B-5059-164D-41A6-7FE63A4905B5}"/>
              </a:ext>
            </a:extLst>
          </p:cNvPr>
          <p:cNvSpPr/>
          <p:nvPr/>
        </p:nvSpPr>
        <p:spPr>
          <a:xfrm>
            <a:off x="6146778" y="5264800"/>
            <a:ext cx="655342"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dirty="0">
                <a:solidFill>
                  <a:schemeClr val="tx1"/>
                </a:solidFill>
              </a:rPr>
              <a:t>Francis has already managed a new plane program from start to finish</a:t>
            </a:r>
          </a:p>
        </p:txBody>
      </p:sp>
      <p:sp>
        <p:nvSpPr>
          <p:cNvPr id="147" name="Rectangle 206">
            <a:extLst>
              <a:ext uri="{FF2B5EF4-FFF2-40B4-BE49-F238E27FC236}">
                <a16:creationId xmlns:a16="http://schemas.microsoft.com/office/drawing/2014/main" id="{91865901-C4CF-7F60-F06D-92150F21578B}"/>
              </a:ext>
            </a:extLst>
          </p:cNvPr>
          <p:cNvSpPr/>
          <p:nvPr/>
        </p:nvSpPr>
        <p:spPr>
          <a:xfrm>
            <a:off x="6045430" y="2695698"/>
            <a:ext cx="927806"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Gary found a research budget</a:t>
            </a:r>
          </a:p>
        </p:txBody>
      </p:sp>
      <p:sp>
        <p:nvSpPr>
          <p:cNvPr id="148" name="Rectangle 207">
            <a:extLst>
              <a:ext uri="{FF2B5EF4-FFF2-40B4-BE49-F238E27FC236}">
                <a16:creationId xmlns:a16="http://schemas.microsoft.com/office/drawing/2014/main" id="{71AAB50D-D527-9216-1E5E-2C769BEF5B17}"/>
              </a:ext>
            </a:extLst>
          </p:cNvPr>
          <p:cNvSpPr/>
          <p:nvPr/>
        </p:nvSpPr>
        <p:spPr>
          <a:xfrm>
            <a:off x="5247167" y="4429268"/>
            <a:ext cx="655342"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Charlie did a thesis on </a:t>
            </a:r>
          </a:p>
          <a:p>
            <a:pPr algn="ctr"/>
            <a:r>
              <a:rPr lang="en-US" sz="800" dirty="0">
                <a:solidFill>
                  <a:schemeClr val="tx1"/>
                </a:solidFill>
              </a:rPr>
              <a:t>Electric flying</a:t>
            </a:r>
          </a:p>
        </p:txBody>
      </p:sp>
      <p:sp>
        <p:nvSpPr>
          <p:cNvPr id="149" name="Rectangle 208">
            <a:extLst>
              <a:ext uri="{FF2B5EF4-FFF2-40B4-BE49-F238E27FC236}">
                <a16:creationId xmlns:a16="http://schemas.microsoft.com/office/drawing/2014/main" id="{5B96AB65-3FF6-DF6E-C672-9B94A47B0588}"/>
              </a:ext>
            </a:extLst>
          </p:cNvPr>
          <p:cNvSpPr/>
          <p:nvPr/>
        </p:nvSpPr>
        <p:spPr>
          <a:xfrm>
            <a:off x="6129387" y="3721691"/>
            <a:ext cx="811562"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Donna has </a:t>
            </a:r>
            <a:r>
              <a:rPr lang="en-US" sz="700" dirty="0" err="1">
                <a:solidFill>
                  <a:schemeClr val="tx1"/>
                </a:solidFill>
              </a:rPr>
              <a:t>filed </a:t>
            </a:r>
            <a:r>
              <a:rPr lang="en-US" sz="700" dirty="0">
                <a:solidFill>
                  <a:schemeClr val="tx1"/>
                </a:solidFill>
              </a:rPr>
              <a:t>a </a:t>
            </a:r>
            <a:r>
              <a:rPr lang="en-US" sz="700" dirty="0" err="1">
                <a:solidFill>
                  <a:schemeClr val="tx1"/>
                </a:solidFill>
              </a:rPr>
              <a:t>revolutionary </a:t>
            </a:r>
            <a:r>
              <a:rPr lang="en-US" sz="700" dirty="0">
                <a:solidFill>
                  <a:schemeClr val="tx1"/>
                </a:solidFill>
              </a:rPr>
              <a:t>patent on batteries</a:t>
            </a:r>
          </a:p>
        </p:txBody>
      </p:sp>
      <p:sp>
        <p:nvSpPr>
          <p:cNvPr id="150" name="Rectangle 209">
            <a:extLst>
              <a:ext uri="{FF2B5EF4-FFF2-40B4-BE49-F238E27FC236}">
                <a16:creationId xmlns:a16="http://schemas.microsoft.com/office/drawing/2014/main" id="{F788770E-9301-2649-7094-44601F10BD1A}"/>
              </a:ext>
            </a:extLst>
          </p:cNvPr>
          <p:cNvSpPr/>
          <p:nvPr/>
        </p:nvSpPr>
        <p:spPr>
          <a:xfrm>
            <a:off x="3886582" y="5209795"/>
            <a:ext cx="811562"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Erin </a:t>
            </a:r>
            <a:r>
              <a:rPr lang="en-US" sz="1000" dirty="0" err="1">
                <a:solidFill>
                  <a:schemeClr val="tx1"/>
                </a:solidFill>
              </a:rPr>
              <a:t>knows many partners</a:t>
            </a:r>
            <a:endParaRPr lang="en-US" sz="1000" dirty="0">
              <a:solidFill>
                <a:schemeClr val="tx1"/>
              </a:solidFill>
            </a:endParaRPr>
          </a:p>
        </p:txBody>
      </p:sp>
      <p:sp>
        <p:nvSpPr>
          <p:cNvPr id="151" name="Rectangle 210">
            <a:extLst>
              <a:ext uri="{FF2B5EF4-FFF2-40B4-BE49-F238E27FC236}">
                <a16:creationId xmlns:a16="http://schemas.microsoft.com/office/drawing/2014/main" id="{FD922A47-02D8-054A-4E77-AD3056FE25B9}"/>
              </a:ext>
            </a:extLst>
          </p:cNvPr>
          <p:cNvSpPr/>
          <p:nvPr/>
        </p:nvSpPr>
        <p:spPr>
          <a:xfrm>
            <a:off x="8205787" y="4966308"/>
            <a:ext cx="1145034" cy="62636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Erin and Gary </a:t>
            </a:r>
            <a:r>
              <a:rPr lang="en-US" sz="1200" dirty="0" err="1">
                <a:solidFill>
                  <a:schemeClr val="tx1"/>
                </a:solidFill>
              </a:rPr>
              <a:t>secure </a:t>
            </a:r>
            <a:r>
              <a:rPr lang="en-US" sz="1200" dirty="0">
                <a:solidFill>
                  <a:schemeClr val="tx1"/>
                </a:solidFill>
              </a:rPr>
              <a:t>the budget</a:t>
            </a:r>
          </a:p>
        </p:txBody>
      </p:sp>
      <p:sp>
        <p:nvSpPr>
          <p:cNvPr id="152" name="Rectangle 211">
            <a:extLst>
              <a:ext uri="{FF2B5EF4-FFF2-40B4-BE49-F238E27FC236}">
                <a16:creationId xmlns:a16="http://schemas.microsoft.com/office/drawing/2014/main" id="{85DB2762-232A-EB14-C6EB-9DFAE7DC6D1B}"/>
              </a:ext>
            </a:extLst>
          </p:cNvPr>
          <p:cNvSpPr/>
          <p:nvPr/>
        </p:nvSpPr>
        <p:spPr>
          <a:xfrm>
            <a:off x="8191814" y="5941422"/>
            <a:ext cx="1159005" cy="62120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Francis and Bob make a plan </a:t>
            </a:r>
          </a:p>
        </p:txBody>
      </p:sp>
      <p:sp>
        <p:nvSpPr>
          <p:cNvPr id="153" name="Rectangle 212">
            <a:extLst>
              <a:ext uri="{FF2B5EF4-FFF2-40B4-BE49-F238E27FC236}">
                <a16:creationId xmlns:a16="http://schemas.microsoft.com/office/drawing/2014/main" id="{2F569E41-FF31-372A-024C-A9461C867577}"/>
              </a:ext>
            </a:extLst>
          </p:cNvPr>
          <p:cNvSpPr/>
          <p:nvPr/>
        </p:nvSpPr>
        <p:spPr>
          <a:xfrm>
            <a:off x="10197634" y="6056657"/>
            <a:ext cx="1518562" cy="68658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The first commercial flight </a:t>
            </a:r>
            <a:r>
              <a:rPr lang="en-US" sz="1200" dirty="0" err="1">
                <a:solidFill>
                  <a:schemeClr val="tx1"/>
                </a:solidFill>
              </a:rPr>
              <a:t>is celebrated</a:t>
            </a:r>
            <a:endParaRPr lang="en-US" sz="1200" dirty="0">
              <a:solidFill>
                <a:schemeClr val="tx1"/>
              </a:solidFill>
            </a:endParaRPr>
          </a:p>
        </p:txBody>
      </p:sp>
      <p:sp>
        <p:nvSpPr>
          <p:cNvPr id="154" name="Rectangle 213">
            <a:extLst>
              <a:ext uri="{FF2B5EF4-FFF2-40B4-BE49-F238E27FC236}">
                <a16:creationId xmlns:a16="http://schemas.microsoft.com/office/drawing/2014/main" id="{94279BBE-3133-D938-32FE-5C26D5F5480E}"/>
              </a:ext>
            </a:extLst>
          </p:cNvPr>
          <p:cNvSpPr/>
          <p:nvPr/>
        </p:nvSpPr>
        <p:spPr>
          <a:xfrm>
            <a:off x="10189583" y="4592728"/>
            <a:ext cx="1493230" cy="68658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The first </a:t>
            </a:r>
            <a:r>
              <a:rPr lang="en-US" sz="1200" dirty="0" err="1">
                <a:solidFill>
                  <a:schemeClr val="tx1"/>
                </a:solidFill>
              </a:rPr>
              <a:t>electric </a:t>
            </a:r>
            <a:r>
              <a:rPr lang="en-US" sz="1200" dirty="0">
                <a:solidFill>
                  <a:schemeClr val="tx1"/>
                </a:solidFill>
              </a:rPr>
              <a:t>plane </a:t>
            </a:r>
            <a:r>
              <a:rPr lang="en-US" sz="1200" dirty="0" err="1">
                <a:solidFill>
                  <a:schemeClr val="tx1"/>
                </a:solidFill>
              </a:rPr>
              <a:t>is unveiled </a:t>
            </a:r>
            <a:r>
              <a:rPr lang="en-US" sz="1200" dirty="0">
                <a:solidFill>
                  <a:schemeClr val="tx1"/>
                </a:solidFill>
              </a:rPr>
              <a:t>at Le Bourget </a:t>
            </a:r>
          </a:p>
        </p:txBody>
      </p:sp>
      <p:sp>
        <p:nvSpPr>
          <p:cNvPr id="155" name="Rectangle 214">
            <a:extLst>
              <a:ext uri="{FF2B5EF4-FFF2-40B4-BE49-F238E27FC236}">
                <a16:creationId xmlns:a16="http://schemas.microsoft.com/office/drawing/2014/main" id="{C5E6FFAE-195A-7C5D-3D42-7F32B55471D6}"/>
              </a:ext>
            </a:extLst>
          </p:cNvPr>
          <p:cNvSpPr/>
          <p:nvPr/>
        </p:nvSpPr>
        <p:spPr>
          <a:xfrm>
            <a:off x="8190630" y="3633946"/>
            <a:ext cx="1160190" cy="62636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Donna, Charlie and Alice </a:t>
            </a:r>
            <a:r>
              <a:rPr lang="en-US" sz="1050" dirty="0" err="1">
                <a:solidFill>
                  <a:schemeClr val="tx1"/>
                </a:solidFill>
              </a:rPr>
              <a:t>design </a:t>
            </a:r>
            <a:r>
              <a:rPr lang="en-US" sz="1050" dirty="0">
                <a:solidFill>
                  <a:schemeClr val="tx1"/>
                </a:solidFill>
              </a:rPr>
              <a:t>a prototype</a:t>
            </a:r>
          </a:p>
        </p:txBody>
      </p:sp>
      <p:sp>
        <p:nvSpPr>
          <p:cNvPr id="156" name="Rectangle 215">
            <a:extLst>
              <a:ext uri="{FF2B5EF4-FFF2-40B4-BE49-F238E27FC236}">
                <a16:creationId xmlns:a16="http://schemas.microsoft.com/office/drawing/2014/main" id="{0C13209B-913B-B7AD-F245-BE13A9CCFC8A}"/>
              </a:ext>
            </a:extLst>
          </p:cNvPr>
          <p:cNvSpPr/>
          <p:nvPr/>
        </p:nvSpPr>
        <p:spPr>
          <a:xfrm>
            <a:off x="10181679" y="5319038"/>
            <a:ext cx="1493230" cy="68658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The first </a:t>
            </a:r>
            <a:r>
              <a:rPr lang="en-US" sz="1200" dirty="0" err="1">
                <a:solidFill>
                  <a:schemeClr val="tx1"/>
                </a:solidFill>
              </a:rPr>
              <a:t>contracts were signed </a:t>
            </a:r>
            <a:r>
              <a:rPr lang="en-US" sz="1200" dirty="0">
                <a:solidFill>
                  <a:schemeClr val="tx1"/>
                </a:solidFill>
              </a:rPr>
              <a:t>by 5 </a:t>
            </a:r>
            <a:r>
              <a:rPr lang="en-US" sz="1200" dirty="0" err="1">
                <a:solidFill>
                  <a:schemeClr val="tx1"/>
                </a:solidFill>
              </a:rPr>
              <a:t>major </a:t>
            </a:r>
            <a:r>
              <a:rPr lang="en-US" sz="1200" dirty="0">
                <a:solidFill>
                  <a:schemeClr val="tx1"/>
                </a:solidFill>
              </a:rPr>
              <a:t>companies</a:t>
            </a:r>
          </a:p>
        </p:txBody>
      </p:sp>
      <p:pic>
        <p:nvPicPr>
          <p:cNvPr id="8" name="Immagine 3">
            <a:extLst>
              <a:ext uri="{FF2B5EF4-FFF2-40B4-BE49-F238E27FC236}">
                <a16:creationId xmlns:a16="http://schemas.microsoft.com/office/drawing/2014/main" id="{A3E0E32E-3265-6E4D-E9DC-CB54FB36787E}"/>
              </a:ext>
            </a:extLst>
          </p:cNvPr>
          <p:cNvPicPr>
            <a:picLocks noChangeAspect="1"/>
          </p:cNvPicPr>
          <p:nvPr/>
        </p:nvPicPr>
        <p:blipFill>
          <a:blip r:embed="rId20" cstate="screen">
            <a:extLst>
              <a:ext uri="{28A0092B-C50C-407E-A947-70E740481C1C}">
                <a14:useLocalDpi xmlns:a14="http://schemas.microsoft.com/office/drawing/2010/main"/>
              </a:ext>
              <a:ext uri="{837473B0-CC2E-450A-ABE3-18F120FF3D39}">
                <a1611:picAttrSrcUrl xmlns:a1611="http://schemas.microsoft.com/office/drawing/2016/11/main" r:id="rId21"/>
              </a:ext>
            </a:extLst>
          </a:blip>
          <a:stretch>
            <a:fillRect/>
          </a:stretch>
        </p:blipFill>
        <p:spPr>
          <a:xfrm>
            <a:off x="274173" y="1839573"/>
            <a:ext cx="2000019" cy="892160"/>
          </a:xfrm>
          <a:prstGeom prst="rect">
            <a:avLst/>
          </a:prstGeom>
        </p:spPr>
      </p:pic>
      <p:sp>
        <p:nvSpPr>
          <p:cNvPr id="9" name="Segnaposto contenuto 2">
            <a:extLst>
              <a:ext uri="{FF2B5EF4-FFF2-40B4-BE49-F238E27FC236}">
                <a16:creationId xmlns:a16="http://schemas.microsoft.com/office/drawing/2014/main" id="{3FAF9F8A-32A1-4D00-329F-82CFCBC07D3B}"/>
              </a:ext>
            </a:extLst>
          </p:cNvPr>
          <p:cNvSpPr>
            <a:spLocks noGrp="1"/>
          </p:cNvSpPr>
          <p:nvPr>
            <p:ph idx="1"/>
          </p:nvPr>
        </p:nvSpPr>
        <p:spPr>
          <a:xfrm>
            <a:off x="230433" y="3403604"/>
            <a:ext cx="2731568" cy="2844799"/>
          </a:xfrm>
        </p:spPr>
        <p:txBody>
          <a:bodyPr>
            <a:normAutofit/>
          </a:bodyPr>
          <a:lstStyle/>
          <a:p>
            <a:pPr marL="0" indent="0">
              <a:buNone/>
            </a:pPr>
            <a:r>
              <a:rPr lang="en-US" sz="1400" dirty="0" err="1"/>
              <a:t>The team </a:t>
            </a:r>
            <a:r>
              <a:rPr lang="en-US" sz="1400" dirty="0"/>
              <a:t>that takes care of </a:t>
            </a:r>
          </a:p>
          <a:p>
            <a:pPr marL="0" indent="0">
              <a:buNone/>
            </a:pPr>
            <a:r>
              <a:rPr lang="en-US" sz="1400" dirty="0"/>
              <a:t>Alice - </a:t>
            </a:r>
            <a:r>
              <a:rPr lang="en-US" sz="1400" dirty="0" err="1"/>
              <a:t>Researcher in avionics</a:t>
            </a:r>
            <a:endParaRPr lang="en-US" sz="1400" dirty="0"/>
          </a:p>
          <a:p>
            <a:pPr marL="0" indent="0">
              <a:buNone/>
            </a:pPr>
            <a:r>
              <a:rPr lang="en-US" sz="1400" dirty="0"/>
              <a:t>Bob - </a:t>
            </a:r>
            <a:r>
              <a:rPr lang="en-US" sz="1400" dirty="0" err="1"/>
              <a:t>Product Manager</a:t>
            </a:r>
            <a:endParaRPr lang="en-US" sz="1400" dirty="0"/>
          </a:p>
          <a:p>
            <a:pPr marL="0" indent="0">
              <a:buNone/>
            </a:pPr>
            <a:r>
              <a:rPr lang="en-US" sz="1400" dirty="0"/>
              <a:t>Charlie - </a:t>
            </a:r>
            <a:r>
              <a:rPr lang="en-US" sz="1400" dirty="0" err="1"/>
              <a:t>Equipment </a:t>
            </a:r>
            <a:r>
              <a:rPr lang="en-US" sz="1400" dirty="0"/>
              <a:t>Expert</a:t>
            </a:r>
          </a:p>
          <a:p>
            <a:pPr marL="0" indent="0">
              <a:buNone/>
            </a:pPr>
            <a:r>
              <a:rPr lang="en-US" sz="1400" dirty="0"/>
              <a:t>Donna - Battery expert</a:t>
            </a:r>
          </a:p>
          <a:p>
            <a:pPr marL="0" indent="0">
              <a:buNone/>
            </a:pPr>
            <a:r>
              <a:rPr lang="en-US" sz="1400" dirty="0"/>
              <a:t>Erin - Supplier Manager </a:t>
            </a:r>
          </a:p>
          <a:p>
            <a:pPr marL="0" indent="0">
              <a:buNone/>
            </a:pPr>
            <a:r>
              <a:rPr lang="en-US" sz="1400" dirty="0"/>
              <a:t>Francis - </a:t>
            </a:r>
            <a:r>
              <a:rPr lang="en-US" sz="1400" dirty="0" err="1"/>
              <a:t>Project </a:t>
            </a:r>
            <a:r>
              <a:rPr lang="en-US" sz="1400" dirty="0"/>
              <a:t>Manager</a:t>
            </a:r>
          </a:p>
          <a:p>
            <a:pPr marL="0" indent="0">
              <a:buNone/>
            </a:pPr>
            <a:r>
              <a:rPr lang="en-US" sz="1400" dirty="0"/>
              <a:t>Gary - Budget Manager</a:t>
            </a:r>
          </a:p>
          <a:p>
            <a:pPr marL="0" indent="0">
              <a:buNone/>
            </a:pPr>
            <a:endParaRPr lang="en-US" sz="1400" dirty="0"/>
          </a:p>
          <a:p>
            <a:pPr marL="0" indent="0">
              <a:buNone/>
            </a:pPr>
            <a:endParaRPr lang="en-US" sz="1200" dirty="0"/>
          </a:p>
        </p:txBody>
      </p:sp>
      <p:sp>
        <p:nvSpPr>
          <p:cNvPr id="2" name="Titolo 1">
            <a:extLst>
              <a:ext uri="{FF2B5EF4-FFF2-40B4-BE49-F238E27FC236}">
                <a16:creationId xmlns:a16="http://schemas.microsoft.com/office/drawing/2014/main" id="{27A1C96E-670D-7D61-622E-1F3ED2220C10}"/>
              </a:ext>
            </a:extLst>
          </p:cNvPr>
          <p:cNvSpPr txBox="1">
            <a:spLocks/>
          </p:cNvSpPr>
          <p:nvPr/>
        </p:nvSpPr>
        <p:spPr>
          <a:xfrm>
            <a:off x="634013" y="123439"/>
            <a:ext cx="10578483"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Use Case 2 - A new type of </a:t>
            </a:r>
            <a:r>
              <a:rPr lang="fr-FR" dirty="0" err="1"/>
              <a:t>fully</a:t>
            </a:r>
            <a:r>
              <a:rPr lang="fr-FR" dirty="0"/>
              <a:t> </a:t>
            </a:r>
            <a:r>
              <a:rPr lang="fr-FR" dirty="0" err="1"/>
              <a:t>electric</a:t>
            </a:r>
            <a:r>
              <a:rPr lang="fr-FR" dirty="0"/>
              <a:t> </a:t>
            </a:r>
            <a:r>
              <a:rPr lang="fr-FR" dirty="0" err="1"/>
              <a:t>aircraft</a:t>
            </a:r>
            <a:endParaRPr lang="fr-FR" dirty="0"/>
          </a:p>
        </p:txBody>
      </p:sp>
    </p:spTree>
    <p:extLst>
      <p:ext uri="{BB962C8B-B14F-4D97-AF65-F5344CB8AC3E}">
        <p14:creationId xmlns:p14="http://schemas.microsoft.com/office/powerpoint/2010/main" val="327682549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lèche : droite 4">
            <a:extLst>
              <a:ext uri="{FF2B5EF4-FFF2-40B4-BE49-F238E27FC236}">
                <a16:creationId xmlns:a16="http://schemas.microsoft.com/office/drawing/2014/main" id="{D685F454-8AF5-8E9D-CE15-22DE00B91CAE}"/>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TOO LATE</a:t>
            </a:r>
          </a:p>
          <a:p>
            <a:pPr algn="ctr"/>
            <a:endParaRPr lang="en-US">
              <a:solidFill>
                <a:schemeClr val="tx1"/>
              </a:solidFill>
            </a:endParaRPr>
          </a:p>
          <a:p>
            <a:pPr algn="ctr"/>
            <a:r>
              <a:rPr lang="en-US" sz="1200">
                <a:solidFill>
                  <a:schemeClr val="tx1"/>
                </a:solidFill>
              </a:rPr>
              <a:t>Describe examples of when it would be too late to launch the project/product.</a:t>
            </a:r>
          </a:p>
        </p:txBody>
      </p:sp>
      <p:sp>
        <p:nvSpPr>
          <p:cNvPr id="12" name="Rectangle 5">
            <a:extLst>
              <a:ext uri="{FF2B5EF4-FFF2-40B4-BE49-F238E27FC236}">
                <a16:creationId xmlns:a16="http://schemas.microsoft.com/office/drawing/2014/main" id="{3B12E90E-0E48-60E9-6219-F4DA7D9B36DE}"/>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t>OUR WINDOW OF OPPORTUNITY</a:t>
            </a:r>
          </a:p>
          <a:p>
            <a:pPr algn="ctr"/>
            <a:endParaRPr lang="en-US"/>
          </a:p>
          <a:p>
            <a:pPr algn="ctr"/>
            <a:r>
              <a:rPr lang="en-US" sz="1200"/>
              <a:t>Duration of the window of opportunity for launch and how the project/product will intercept this window (first actions)</a:t>
            </a:r>
          </a:p>
        </p:txBody>
      </p:sp>
      <p:sp>
        <p:nvSpPr>
          <p:cNvPr id="13" name="Rectangle 6">
            <a:extLst>
              <a:ext uri="{FF2B5EF4-FFF2-40B4-BE49-F238E27FC236}">
                <a16:creationId xmlns:a16="http://schemas.microsoft.com/office/drawing/2014/main" id="{F01E7664-2433-53C7-10E7-1E91AA41F69A}"/>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TOO EARLY</a:t>
            </a:r>
          </a:p>
          <a:p>
            <a:pPr algn="ctr"/>
            <a:endParaRPr lang="en-US">
              <a:solidFill>
                <a:schemeClr val="tx1"/>
              </a:solidFill>
            </a:endParaRPr>
          </a:p>
          <a:p>
            <a:pPr algn="ctr"/>
            <a:r>
              <a:rPr lang="en-US" sz="1200">
                <a:solidFill>
                  <a:schemeClr val="tx1"/>
                </a:solidFill>
              </a:rPr>
              <a:t>Describe examples of when it was too early to launch the project or product.</a:t>
            </a:r>
          </a:p>
        </p:txBody>
      </p:sp>
      <p:sp>
        <p:nvSpPr>
          <p:cNvPr id="14" name="Rectangle 7">
            <a:extLst>
              <a:ext uri="{FF2B5EF4-FFF2-40B4-BE49-F238E27FC236}">
                <a16:creationId xmlns:a16="http://schemas.microsoft.com/office/drawing/2014/main" id="{B775C4FC-F439-7DFB-C557-A26DBB8A8B9C}"/>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t>LAUNCH TRIGGERS</a:t>
            </a:r>
          </a:p>
          <a:p>
            <a:pPr algn="ctr"/>
            <a:endParaRPr lang="en-US"/>
          </a:p>
          <a:p>
            <a:pPr algn="ctr"/>
            <a:r>
              <a:rPr lang="en-US" sz="1200"/>
              <a:t>Notable events that lead us to launch the project soon or now</a:t>
            </a:r>
          </a:p>
        </p:txBody>
      </p:sp>
      <p:sp>
        <p:nvSpPr>
          <p:cNvPr id="15" name="Rectangle 8">
            <a:extLst>
              <a:ext uri="{FF2B5EF4-FFF2-40B4-BE49-F238E27FC236}">
                <a16:creationId xmlns:a16="http://schemas.microsoft.com/office/drawing/2014/main" id="{EC218C87-D8FE-4E45-56CA-2E45DD30DB1A}"/>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t>TRIGGERS PIVOT</a:t>
            </a:r>
          </a:p>
          <a:p>
            <a:pPr algn="ctr"/>
            <a:endParaRPr lang="en-US"/>
          </a:p>
          <a:p>
            <a:pPr algn="ctr"/>
            <a:r>
              <a:rPr lang="en-US" sz="1200"/>
              <a:t>Notable events or dates that may cause us to pivot our launch conditions before it's too late.</a:t>
            </a:r>
          </a:p>
        </p:txBody>
      </p:sp>
      <p:sp>
        <p:nvSpPr>
          <p:cNvPr id="16" name="Rectangle 9">
            <a:extLst>
              <a:ext uri="{FF2B5EF4-FFF2-40B4-BE49-F238E27FC236}">
                <a16:creationId xmlns:a16="http://schemas.microsoft.com/office/drawing/2014/main" id="{E67DB36E-F593-C5F4-6DB8-AEB96EB2DD7A}"/>
              </a:ext>
            </a:extLst>
          </p:cNvPr>
          <p:cNvSpPr/>
          <p:nvPr/>
        </p:nvSpPr>
        <p:spPr>
          <a:xfrm>
            <a:off x="287362" y="3829403"/>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No sense of </a:t>
            </a:r>
            <a:r>
              <a:rPr lang="en-US" sz="900" dirty="0" err="1">
                <a:solidFill>
                  <a:schemeClr val="tx1"/>
                </a:solidFill>
              </a:rPr>
              <a:t>urgency </a:t>
            </a:r>
            <a:r>
              <a:rPr lang="en-US" sz="900" dirty="0">
                <a:solidFill>
                  <a:schemeClr val="tx1"/>
                </a:solidFill>
              </a:rPr>
              <a:t>on carbon </a:t>
            </a:r>
            <a:r>
              <a:rPr lang="en-US" sz="900" dirty="0" err="1">
                <a:solidFill>
                  <a:schemeClr val="tx1"/>
                </a:solidFill>
              </a:rPr>
              <a:t>impact</a:t>
            </a:r>
          </a:p>
        </p:txBody>
      </p:sp>
      <p:sp>
        <p:nvSpPr>
          <p:cNvPr id="17" name="Rectangle 10">
            <a:extLst>
              <a:ext uri="{FF2B5EF4-FFF2-40B4-BE49-F238E27FC236}">
                <a16:creationId xmlns:a16="http://schemas.microsoft.com/office/drawing/2014/main" id="{E6FFB597-BA97-4CA8-A415-B609C6036641}"/>
              </a:ext>
            </a:extLst>
          </p:cNvPr>
          <p:cNvSpPr/>
          <p:nvPr/>
        </p:nvSpPr>
        <p:spPr>
          <a:xfrm>
            <a:off x="1301256" y="4051344"/>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err="1">
                <a:solidFill>
                  <a:schemeClr val="tx1"/>
                </a:solidFill>
              </a:rPr>
              <a:t>Fossil fuels are abundant </a:t>
            </a:r>
          </a:p>
        </p:txBody>
      </p:sp>
      <p:sp>
        <p:nvSpPr>
          <p:cNvPr id="18" name="Rectangle 11">
            <a:extLst>
              <a:ext uri="{FF2B5EF4-FFF2-40B4-BE49-F238E27FC236}">
                <a16:creationId xmlns:a16="http://schemas.microsoft.com/office/drawing/2014/main" id="{AB3335A9-BA06-F564-865B-05511A68DC42}"/>
              </a:ext>
            </a:extLst>
          </p:cNvPr>
          <p:cNvSpPr/>
          <p:nvPr/>
        </p:nvSpPr>
        <p:spPr>
          <a:xfrm>
            <a:off x="287762" y="4908486"/>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err="1">
                <a:solidFill>
                  <a:schemeClr val="tx1"/>
                </a:solidFill>
              </a:rPr>
              <a:t>Electric </a:t>
            </a:r>
            <a:r>
              <a:rPr lang="en-US" sz="1000" dirty="0">
                <a:solidFill>
                  <a:schemeClr val="tx1"/>
                </a:solidFill>
              </a:rPr>
              <a:t>batteries </a:t>
            </a:r>
            <a:r>
              <a:rPr lang="en-US" sz="1000" dirty="0" err="1">
                <a:solidFill>
                  <a:schemeClr val="tx1"/>
                </a:solidFill>
              </a:rPr>
              <a:t>are </a:t>
            </a:r>
            <a:r>
              <a:rPr lang="en-US" sz="1000" dirty="0">
                <a:solidFill>
                  <a:schemeClr val="tx1"/>
                </a:solidFill>
              </a:rPr>
              <a:t>not perfected</a:t>
            </a:r>
          </a:p>
        </p:txBody>
      </p:sp>
      <p:sp>
        <p:nvSpPr>
          <p:cNvPr id="19" name="Rectangle 12">
            <a:extLst>
              <a:ext uri="{FF2B5EF4-FFF2-40B4-BE49-F238E27FC236}">
                <a16:creationId xmlns:a16="http://schemas.microsoft.com/office/drawing/2014/main" id="{E0569BAE-A862-F5BF-0510-F3E10AE91112}"/>
              </a:ext>
            </a:extLst>
          </p:cNvPr>
          <p:cNvSpPr/>
          <p:nvPr/>
        </p:nvSpPr>
        <p:spPr>
          <a:xfrm>
            <a:off x="2717466" y="3940820"/>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Awareness </a:t>
            </a:r>
            <a:r>
              <a:rPr lang="en-US" sz="1000" dirty="0" err="1">
                <a:solidFill>
                  <a:schemeClr val="tx1"/>
                </a:solidFill>
              </a:rPr>
              <a:t>of climate change</a:t>
            </a:r>
            <a:endParaRPr lang="en-US" sz="1000" dirty="0">
              <a:solidFill>
                <a:schemeClr val="tx1"/>
              </a:solidFill>
            </a:endParaRPr>
          </a:p>
        </p:txBody>
      </p:sp>
      <p:sp>
        <p:nvSpPr>
          <p:cNvPr id="20" name="Rectangle 13">
            <a:extLst>
              <a:ext uri="{FF2B5EF4-FFF2-40B4-BE49-F238E27FC236}">
                <a16:creationId xmlns:a16="http://schemas.microsoft.com/office/drawing/2014/main" id="{3329E95A-C430-88A1-8AF6-711B3094F9A3}"/>
              </a:ext>
            </a:extLst>
          </p:cNvPr>
          <p:cNvSpPr/>
          <p:nvPr/>
        </p:nvSpPr>
        <p:spPr>
          <a:xfrm>
            <a:off x="2749636" y="4906756"/>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The price of </a:t>
            </a:r>
            <a:r>
              <a:rPr lang="en-US" sz="1100" dirty="0" err="1">
                <a:solidFill>
                  <a:schemeClr val="tx1"/>
                </a:solidFill>
              </a:rPr>
              <a:t>fossil fuels is soaring</a:t>
            </a:r>
            <a:endParaRPr lang="en-US" sz="1100" dirty="0">
              <a:solidFill>
                <a:schemeClr val="tx1"/>
              </a:solidFill>
            </a:endParaRPr>
          </a:p>
        </p:txBody>
      </p:sp>
      <p:sp>
        <p:nvSpPr>
          <p:cNvPr id="21" name="Rectangle 14">
            <a:extLst>
              <a:ext uri="{FF2B5EF4-FFF2-40B4-BE49-F238E27FC236}">
                <a16:creationId xmlns:a16="http://schemas.microsoft.com/office/drawing/2014/main" id="{52D531BF-E6CD-0BE6-362A-B99C7ECE068E}"/>
              </a:ext>
            </a:extLst>
          </p:cNvPr>
          <p:cNvSpPr/>
          <p:nvPr/>
        </p:nvSpPr>
        <p:spPr>
          <a:xfrm>
            <a:off x="5303827" y="3947996"/>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err="1">
                <a:solidFill>
                  <a:schemeClr val="tx1"/>
                </a:solidFill>
              </a:rPr>
              <a:t>World governments support all-electricity</a:t>
            </a:r>
            <a:endParaRPr lang="en-US" sz="900" dirty="0">
              <a:solidFill>
                <a:schemeClr val="tx1"/>
              </a:solidFill>
            </a:endParaRPr>
          </a:p>
        </p:txBody>
      </p:sp>
      <p:sp>
        <p:nvSpPr>
          <p:cNvPr id="22" name="Rectangle 15">
            <a:extLst>
              <a:ext uri="{FF2B5EF4-FFF2-40B4-BE49-F238E27FC236}">
                <a16:creationId xmlns:a16="http://schemas.microsoft.com/office/drawing/2014/main" id="{DB16DF44-DD8E-380F-0D09-B7A3C02688C1}"/>
              </a:ext>
            </a:extLst>
          </p:cNvPr>
          <p:cNvSpPr/>
          <p:nvPr/>
        </p:nvSpPr>
        <p:spPr>
          <a:xfrm>
            <a:off x="4254834" y="3867736"/>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10 years</a:t>
            </a:r>
          </a:p>
        </p:txBody>
      </p:sp>
      <p:sp>
        <p:nvSpPr>
          <p:cNvPr id="23" name="Rectangle 16">
            <a:extLst>
              <a:ext uri="{FF2B5EF4-FFF2-40B4-BE49-F238E27FC236}">
                <a16:creationId xmlns:a16="http://schemas.microsoft.com/office/drawing/2014/main" id="{3F153535-2DC8-9F07-364B-AC9D8827417E}"/>
              </a:ext>
            </a:extLst>
          </p:cNvPr>
          <p:cNvSpPr/>
          <p:nvPr/>
        </p:nvSpPr>
        <p:spPr>
          <a:xfrm>
            <a:off x="6311200" y="4041490"/>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Batteries </a:t>
            </a:r>
            <a:r>
              <a:rPr lang="en-US" sz="1000" dirty="0" err="1">
                <a:solidFill>
                  <a:schemeClr val="tx1"/>
                </a:solidFill>
              </a:rPr>
              <a:t>have become </a:t>
            </a:r>
            <a:r>
              <a:rPr lang="en-US" sz="1000" dirty="0">
                <a:solidFill>
                  <a:schemeClr val="tx1"/>
                </a:solidFill>
              </a:rPr>
              <a:t>mature, </a:t>
            </a:r>
            <a:r>
              <a:rPr lang="en-US" sz="1000" dirty="0" err="1">
                <a:solidFill>
                  <a:schemeClr val="tx1"/>
                </a:solidFill>
              </a:rPr>
              <a:t>light </a:t>
            </a:r>
            <a:r>
              <a:rPr lang="en-US" sz="1000" dirty="0">
                <a:solidFill>
                  <a:schemeClr val="tx1"/>
                </a:solidFill>
              </a:rPr>
              <a:t>and recyclable</a:t>
            </a:r>
          </a:p>
        </p:txBody>
      </p:sp>
      <p:sp>
        <p:nvSpPr>
          <p:cNvPr id="24" name="Rectangle 18">
            <a:extLst>
              <a:ext uri="{FF2B5EF4-FFF2-40B4-BE49-F238E27FC236}">
                <a16:creationId xmlns:a16="http://schemas.microsoft.com/office/drawing/2014/main" id="{4FAC6B43-F123-77E2-7D72-BECCCEAD7952}"/>
              </a:ext>
            </a:extLst>
          </p:cNvPr>
          <p:cNvSpPr/>
          <p:nvPr/>
        </p:nvSpPr>
        <p:spPr>
          <a:xfrm>
            <a:off x="7846552" y="4301428"/>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A </a:t>
            </a:r>
            <a:r>
              <a:rPr lang="en-US" sz="900" dirty="0" err="1">
                <a:solidFill>
                  <a:schemeClr val="tx1"/>
                </a:solidFill>
              </a:rPr>
              <a:t>revolutionary </a:t>
            </a:r>
            <a:r>
              <a:rPr lang="en-US" sz="900" dirty="0">
                <a:solidFill>
                  <a:schemeClr val="tx1"/>
                </a:solidFill>
              </a:rPr>
              <a:t>new </a:t>
            </a:r>
            <a:r>
              <a:rPr lang="en-US" sz="900" dirty="0" err="1">
                <a:solidFill>
                  <a:schemeClr val="tx1"/>
                </a:solidFill>
              </a:rPr>
              <a:t>energy </a:t>
            </a:r>
            <a:r>
              <a:rPr lang="en-US" sz="900" dirty="0">
                <a:solidFill>
                  <a:schemeClr val="tx1"/>
                </a:solidFill>
              </a:rPr>
              <a:t>source </a:t>
            </a:r>
            <a:r>
              <a:rPr lang="en-US" sz="900" dirty="0" err="1">
                <a:solidFill>
                  <a:schemeClr val="tx1"/>
                </a:solidFill>
              </a:rPr>
              <a:t>replaces electric power</a:t>
            </a:r>
            <a:endParaRPr lang="en-US" sz="900" dirty="0">
              <a:solidFill>
                <a:schemeClr val="tx1"/>
              </a:solidFill>
            </a:endParaRPr>
          </a:p>
        </p:txBody>
      </p:sp>
      <p:sp>
        <p:nvSpPr>
          <p:cNvPr id="25" name="Rectangle 19">
            <a:extLst>
              <a:ext uri="{FF2B5EF4-FFF2-40B4-BE49-F238E27FC236}">
                <a16:creationId xmlns:a16="http://schemas.microsoft.com/office/drawing/2014/main" id="{5F60151E-9A7A-1E86-90F7-38DE962505CC}"/>
              </a:ext>
            </a:extLst>
          </p:cNvPr>
          <p:cNvSpPr/>
          <p:nvPr/>
        </p:nvSpPr>
        <p:spPr>
          <a:xfrm>
            <a:off x="9474534" y="3667873"/>
            <a:ext cx="972810" cy="9500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err="1">
                <a:solidFill>
                  <a:schemeClr val="tx1"/>
                </a:solidFill>
              </a:rPr>
              <a:t>Alternative </a:t>
            </a:r>
            <a:r>
              <a:rPr lang="en-US" sz="1100" dirty="0">
                <a:solidFill>
                  <a:schemeClr val="tx1"/>
                </a:solidFill>
              </a:rPr>
              <a:t>transport </a:t>
            </a:r>
            <a:r>
              <a:rPr lang="en-US" sz="1100" dirty="0" err="1">
                <a:solidFill>
                  <a:schemeClr val="tx1"/>
                </a:solidFill>
              </a:rPr>
              <a:t>has </a:t>
            </a:r>
            <a:r>
              <a:rPr lang="en-US" sz="1100" dirty="0">
                <a:solidFill>
                  <a:schemeClr val="tx1"/>
                </a:solidFill>
              </a:rPr>
              <a:t>become </a:t>
            </a:r>
            <a:r>
              <a:rPr lang="en-US" sz="1100" dirty="0" err="1">
                <a:solidFill>
                  <a:schemeClr val="tx1"/>
                </a:solidFill>
              </a:rPr>
              <a:t>more democratic</a:t>
            </a:r>
            <a:endParaRPr lang="en-US" sz="1100" dirty="0">
              <a:solidFill>
                <a:schemeClr val="tx1"/>
              </a:solidFill>
            </a:endParaRPr>
          </a:p>
        </p:txBody>
      </p:sp>
      <p:sp>
        <p:nvSpPr>
          <p:cNvPr id="26" name="Rectangle 20">
            <a:extLst>
              <a:ext uri="{FF2B5EF4-FFF2-40B4-BE49-F238E27FC236}">
                <a16:creationId xmlns:a16="http://schemas.microsoft.com/office/drawing/2014/main" id="{A79E8508-BE26-2254-54ED-B32C0ADB3208}"/>
              </a:ext>
            </a:extLst>
          </p:cNvPr>
          <p:cNvSpPr/>
          <p:nvPr/>
        </p:nvSpPr>
        <p:spPr>
          <a:xfrm>
            <a:off x="10498476" y="3863183"/>
            <a:ext cx="972810" cy="9500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People no longer </a:t>
            </a:r>
            <a:r>
              <a:rPr lang="en-US" sz="1000" dirty="0" err="1">
                <a:solidFill>
                  <a:schemeClr val="tx1"/>
                </a:solidFill>
              </a:rPr>
              <a:t>use air transport</a:t>
            </a:r>
            <a:endParaRPr lang="en-US" sz="1000" dirty="0">
              <a:solidFill>
                <a:schemeClr val="tx1"/>
              </a:solidFill>
            </a:endParaRPr>
          </a:p>
        </p:txBody>
      </p:sp>
      <p:sp>
        <p:nvSpPr>
          <p:cNvPr id="27" name="Rectangle 21">
            <a:extLst>
              <a:ext uri="{FF2B5EF4-FFF2-40B4-BE49-F238E27FC236}">
                <a16:creationId xmlns:a16="http://schemas.microsoft.com/office/drawing/2014/main" id="{4D8D303A-7040-63F8-11E3-A6256010D94E}"/>
              </a:ext>
            </a:extLst>
          </p:cNvPr>
          <p:cNvSpPr/>
          <p:nvPr/>
        </p:nvSpPr>
        <p:spPr>
          <a:xfrm>
            <a:off x="9506036" y="4676019"/>
            <a:ext cx="972810" cy="9500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err="1">
                <a:solidFill>
                  <a:schemeClr val="tx1"/>
                </a:solidFill>
              </a:rPr>
              <a:t>Energy </a:t>
            </a:r>
            <a:r>
              <a:rPr lang="en-US" sz="1050" dirty="0">
                <a:solidFill>
                  <a:schemeClr val="tx1"/>
                </a:solidFill>
              </a:rPr>
              <a:t>and </a:t>
            </a:r>
            <a:r>
              <a:rPr lang="en-US" sz="1050" dirty="0" err="1">
                <a:solidFill>
                  <a:schemeClr val="tx1"/>
                </a:solidFill>
              </a:rPr>
              <a:t>carbon impact are </a:t>
            </a:r>
            <a:r>
              <a:rPr lang="en-US" sz="1050" dirty="0">
                <a:solidFill>
                  <a:schemeClr val="tx1"/>
                </a:solidFill>
              </a:rPr>
              <a:t>no longer </a:t>
            </a:r>
            <a:r>
              <a:rPr lang="en-US" sz="1050" dirty="0" err="1">
                <a:solidFill>
                  <a:schemeClr val="tx1"/>
                </a:solidFill>
              </a:rPr>
              <a:t>issues</a:t>
            </a:r>
            <a:endParaRPr lang="en-US" sz="1050" dirty="0">
              <a:solidFill>
                <a:schemeClr val="tx1"/>
              </a:solidFill>
            </a:endParaRPr>
          </a:p>
        </p:txBody>
      </p:sp>
      <p:pic>
        <p:nvPicPr>
          <p:cNvPr id="6" name="Immagine 3">
            <a:extLst>
              <a:ext uri="{FF2B5EF4-FFF2-40B4-BE49-F238E27FC236}">
                <a16:creationId xmlns:a16="http://schemas.microsoft.com/office/drawing/2014/main" id="{30C2A7B3-7683-CC85-9C80-7830CF9DABF9}"/>
              </a:ext>
            </a:extLst>
          </p:cNvPr>
          <p:cNvPicPr>
            <a:picLocks noChangeAspect="1"/>
          </p:cNvPicPr>
          <p:nvPr/>
        </p:nvPicPr>
        <p:blipFill>
          <a:blip r:embed="rId2" cstate="screen">
            <a:extLst>
              <a:ext uri="{28A0092B-C50C-407E-A947-70E740481C1C}">
                <a14:useLocalDpi xmlns:a14="http://schemas.microsoft.com/office/drawing/2010/main"/>
              </a:ext>
              <a:ext uri="{837473B0-CC2E-450A-ABE3-18F120FF3D39}">
                <a1611:picAttrSrcUrl xmlns:a1611="http://schemas.microsoft.com/office/drawing/2016/11/main" r:id="rId3"/>
              </a:ext>
            </a:extLst>
          </a:blip>
          <a:stretch>
            <a:fillRect/>
          </a:stretch>
        </p:blipFill>
        <p:spPr>
          <a:xfrm>
            <a:off x="4013200" y="5842401"/>
            <a:ext cx="2000019" cy="892160"/>
          </a:xfrm>
          <a:prstGeom prst="rect">
            <a:avLst/>
          </a:prstGeom>
        </p:spPr>
      </p:pic>
      <p:sp>
        <p:nvSpPr>
          <p:cNvPr id="4" name="Titolo 1">
            <a:extLst>
              <a:ext uri="{FF2B5EF4-FFF2-40B4-BE49-F238E27FC236}">
                <a16:creationId xmlns:a16="http://schemas.microsoft.com/office/drawing/2014/main" id="{A85C745D-0BD8-171C-DD4C-ABA24DCAF2BE}"/>
              </a:ext>
            </a:extLst>
          </p:cNvPr>
          <p:cNvSpPr txBox="1">
            <a:spLocks/>
          </p:cNvSpPr>
          <p:nvPr/>
        </p:nvSpPr>
        <p:spPr>
          <a:xfrm>
            <a:off x="634013" y="123439"/>
            <a:ext cx="10578483"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Use Case 2 - A new type of </a:t>
            </a:r>
            <a:r>
              <a:rPr lang="fr-FR" dirty="0" err="1"/>
              <a:t>fully</a:t>
            </a:r>
            <a:r>
              <a:rPr lang="fr-FR" dirty="0"/>
              <a:t> </a:t>
            </a:r>
            <a:r>
              <a:rPr lang="fr-FR" dirty="0" err="1"/>
              <a:t>electric</a:t>
            </a:r>
            <a:r>
              <a:rPr lang="fr-FR" dirty="0"/>
              <a:t> </a:t>
            </a:r>
            <a:r>
              <a:rPr lang="fr-FR" dirty="0" err="1"/>
              <a:t>aircraft</a:t>
            </a:r>
            <a:endParaRPr lang="fr-FR" dirty="0"/>
          </a:p>
        </p:txBody>
      </p:sp>
    </p:spTree>
    <p:extLst>
      <p:ext uri="{BB962C8B-B14F-4D97-AF65-F5344CB8AC3E}">
        <p14:creationId xmlns:p14="http://schemas.microsoft.com/office/powerpoint/2010/main" val="419420155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phique 10" descr="Utilisateur avec un remplissage uni">
            <a:extLst>
              <a:ext uri="{FF2B5EF4-FFF2-40B4-BE49-F238E27FC236}">
                <a16:creationId xmlns:a16="http://schemas.microsoft.com/office/drawing/2014/main" id="{6E542CC0-322C-41E4-9F80-D2ED23C0687A}"/>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31307" y="2493062"/>
            <a:ext cx="634194" cy="634194"/>
          </a:xfrm>
          <a:prstGeom prst="rect">
            <a:avLst/>
          </a:prstGeom>
        </p:spPr>
      </p:pic>
      <p:sp>
        <p:nvSpPr>
          <p:cNvPr id="14" name="Flèche : droite 13">
            <a:extLst>
              <a:ext uri="{FF2B5EF4-FFF2-40B4-BE49-F238E27FC236}">
                <a16:creationId xmlns:a16="http://schemas.microsoft.com/office/drawing/2014/main" id="{3376A5AA-3D43-4817-B088-99450E083A21}"/>
              </a:ext>
            </a:extLst>
          </p:cNvPr>
          <p:cNvSpPr/>
          <p:nvPr/>
        </p:nvSpPr>
        <p:spPr>
          <a:xfrm>
            <a:off x="502741" y="5874965"/>
            <a:ext cx="2393521"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Positive side effect</a:t>
            </a:r>
          </a:p>
        </p:txBody>
      </p:sp>
      <p:sp>
        <p:nvSpPr>
          <p:cNvPr id="15" name="Flèche : droite 14">
            <a:extLst>
              <a:ext uri="{FF2B5EF4-FFF2-40B4-BE49-F238E27FC236}">
                <a16:creationId xmlns:a16="http://schemas.microsoft.com/office/drawing/2014/main" id="{5C9ABFA4-A687-4145-A31C-105B1C20D9AF}"/>
              </a:ext>
            </a:extLst>
          </p:cNvPr>
          <p:cNvSpPr/>
          <p:nvPr/>
        </p:nvSpPr>
        <p:spPr>
          <a:xfrm>
            <a:off x="502740" y="5284415"/>
            <a:ext cx="2393521" cy="518621"/>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a:solidFill>
                  <a:schemeClr val="tx1"/>
                </a:solidFill>
              </a:rPr>
              <a:t>Direct influence on project/product activities</a:t>
            </a:r>
          </a:p>
        </p:txBody>
      </p:sp>
      <p:grpSp>
        <p:nvGrpSpPr>
          <p:cNvPr id="27" name="Groupe 26">
            <a:extLst>
              <a:ext uri="{FF2B5EF4-FFF2-40B4-BE49-F238E27FC236}">
                <a16:creationId xmlns:a16="http://schemas.microsoft.com/office/drawing/2014/main" id="{F9AB6CCF-723B-4980-906A-CCDCCCA4AD49}"/>
              </a:ext>
            </a:extLst>
          </p:cNvPr>
          <p:cNvGrpSpPr/>
          <p:nvPr/>
        </p:nvGrpSpPr>
        <p:grpSpPr>
          <a:xfrm>
            <a:off x="495541" y="3991241"/>
            <a:ext cx="1203959" cy="1114429"/>
            <a:chOff x="495541" y="3991241"/>
            <a:chExt cx="1203959" cy="1114429"/>
          </a:xfrm>
        </p:grpSpPr>
        <p:sp>
          <p:nvSpPr>
            <p:cNvPr id="9" name="Rectangle 8">
              <a:extLst>
                <a:ext uri="{FF2B5EF4-FFF2-40B4-BE49-F238E27FC236}">
                  <a16:creationId xmlns:a16="http://schemas.microsoft.com/office/drawing/2014/main" id="{C8B58C40-E6ED-4393-9EB4-FC5F99B2C0E3}"/>
                </a:ext>
              </a:extLst>
            </p:cNvPr>
            <p:cNvSpPr/>
            <p:nvPr/>
          </p:nvSpPr>
          <p:spPr>
            <a:xfrm>
              <a:off x="495541" y="4471476"/>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 Direct Target Group</a:t>
              </a:r>
            </a:p>
          </p:txBody>
        </p:sp>
        <p:pic>
          <p:nvPicPr>
            <p:cNvPr id="17" name="Graphique 16" descr="Utilisateurs avec un remplissage uni">
              <a:extLst>
                <a:ext uri="{FF2B5EF4-FFF2-40B4-BE49-F238E27FC236}">
                  <a16:creationId xmlns:a16="http://schemas.microsoft.com/office/drawing/2014/main" id="{559C9BAC-9BE1-4541-94C8-1F537D283CCA}"/>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28" name="Groupe 27">
            <a:extLst>
              <a:ext uri="{FF2B5EF4-FFF2-40B4-BE49-F238E27FC236}">
                <a16:creationId xmlns:a16="http://schemas.microsoft.com/office/drawing/2014/main" id="{096591E8-D1D6-4B89-860C-EC5AD5A0529E}"/>
              </a:ext>
            </a:extLst>
          </p:cNvPr>
          <p:cNvGrpSpPr/>
          <p:nvPr/>
        </p:nvGrpSpPr>
        <p:grpSpPr>
          <a:xfrm>
            <a:off x="1844480" y="4004145"/>
            <a:ext cx="1203959" cy="1086268"/>
            <a:chOff x="1844480" y="4004145"/>
            <a:chExt cx="1203959" cy="1086268"/>
          </a:xfrm>
        </p:grpSpPr>
        <p:sp>
          <p:nvSpPr>
            <p:cNvPr id="18" name="Rectangle 17">
              <a:extLst>
                <a:ext uri="{FF2B5EF4-FFF2-40B4-BE49-F238E27FC236}">
                  <a16:creationId xmlns:a16="http://schemas.microsoft.com/office/drawing/2014/main" id="{8590B99E-8D90-46E0-A048-4F0FAE841974}"/>
                </a:ext>
              </a:extLst>
            </p:cNvPr>
            <p:cNvSpPr/>
            <p:nvPr/>
          </p:nvSpPr>
          <p:spPr>
            <a:xfrm>
              <a:off x="1844480" y="4456219"/>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Indirect Target group</a:t>
              </a:r>
            </a:p>
          </p:txBody>
        </p:sp>
        <p:pic>
          <p:nvPicPr>
            <p:cNvPr id="19" name="Graphique 18" descr="Utilisateurs avec un remplissage uni">
              <a:extLst>
                <a:ext uri="{FF2B5EF4-FFF2-40B4-BE49-F238E27FC236}">
                  <a16:creationId xmlns:a16="http://schemas.microsoft.com/office/drawing/2014/main" id="{3EE10425-EFDC-4B99-AB2E-57197B8A305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pic>
        <p:nvPicPr>
          <p:cNvPr id="20" name="Graphique 19" descr="Utilisateur avec un remplissage uni">
            <a:extLst>
              <a:ext uri="{FF2B5EF4-FFF2-40B4-BE49-F238E27FC236}">
                <a16:creationId xmlns:a16="http://schemas.microsoft.com/office/drawing/2014/main" id="{91D00918-F5C8-4938-B753-9ACA46A21E62}"/>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551591" y="2478525"/>
            <a:ext cx="634194" cy="634194"/>
          </a:xfrm>
          <a:prstGeom prst="rect">
            <a:avLst/>
          </a:prstGeom>
        </p:spPr>
      </p:pic>
      <p:sp>
        <p:nvSpPr>
          <p:cNvPr id="23" name="ZoneTexte 22">
            <a:extLst>
              <a:ext uri="{FF2B5EF4-FFF2-40B4-BE49-F238E27FC236}">
                <a16:creationId xmlns:a16="http://schemas.microsoft.com/office/drawing/2014/main" id="{AFBBC7D3-B091-431A-8BCA-83F21BE57352}"/>
              </a:ext>
            </a:extLst>
          </p:cNvPr>
          <p:cNvSpPr txBox="1"/>
          <p:nvPr/>
        </p:nvSpPr>
        <p:spPr>
          <a:xfrm>
            <a:off x="1448790" y="3005150"/>
            <a:ext cx="792000" cy="792000"/>
          </a:xfrm>
          <a:prstGeom prst="rect">
            <a:avLst/>
          </a:prstGeom>
          <a:solidFill>
            <a:srgbClr val="FFFF00"/>
          </a:solidFill>
          <a:ln>
            <a:solidFill>
              <a:schemeClr val="tx1"/>
            </a:solidFill>
          </a:ln>
        </p:spPr>
        <p:txBody>
          <a:bodyPr wrap="square">
            <a:noAutofit/>
          </a:bodyPr>
          <a:lstStyle/>
          <a:p>
            <a:pPr algn="ctr"/>
            <a:r>
              <a:rPr lang="fr-FR" sz="1200">
                <a:solidFill>
                  <a:schemeClr val="tx1"/>
                </a:solidFill>
              </a:rPr>
              <a:t>🎯 Direct target person</a:t>
            </a:r>
          </a:p>
        </p:txBody>
      </p:sp>
      <p:sp>
        <p:nvSpPr>
          <p:cNvPr id="24" name="Rectangle 23">
            <a:extLst>
              <a:ext uri="{FF2B5EF4-FFF2-40B4-BE49-F238E27FC236}">
                <a16:creationId xmlns:a16="http://schemas.microsoft.com/office/drawing/2014/main" id="{EFF0DE9B-E02C-473A-8B24-A7B6892A878E}"/>
              </a:ext>
            </a:extLst>
          </p:cNvPr>
          <p:cNvSpPr/>
          <p:nvPr/>
        </p:nvSpPr>
        <p:spPr>
          <a:xfrm>
            <a:off x="139505" y="1948921"/>
            <a:ext cx="3409950" cy="467956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b="1">
                <a:solidFill>
                  <a:schemeClr val="tx1"/>
                </a:solidFill>
              </a:rPr>
              <a:t>Map legend</a:t>
            </a:r>
          </a:p>
        </p:txBody>
      </p:sp>
      <p:pic>
        <p:nvPicPr>
          <p:cNvPr id="25" name="Graphique 24" descr="Utilisateur avec un remplissage uni">
            <a:extLst>
              <a:ext uri="{FF2B5EF4-FFF2-40B4-BE49-F238E27FC236}">
                <a16:creationId xmlns:a16="http://schemas.microsoft.com/office/drawing/2014/main" id="{F8569511-E08A-4860-AECF-EF895B6E9568}"/>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66098" y="2473991"/>
            <a:ext cx="634194" cy="634194"/>
          </a:xfrm>
          <a:prstGeom prst="rect">
            <a:avLst/>
          </a:prstGeom>
        </p:spPr>
      </p:pic>
      <p:sp>
        <p:nvSpPr>
          <p:cNvPr id="26" name="ZoneTexte 25">
            <a:extLst>
              <a:ext uri="{FF2B5EF4-FFF2-40B4-BE49-F238E27FC236}">
                <a16:creationId xmlns:a16="http://schemas.microsoft.com/office/drawing/2014/main" id="{2BA9B966-1DB6-4C70-88F5-D46881927A8B}"/>
              </a:ext>
            </a:extLst>
          </p:cNvPr>
          <p:cNvSpPr txBox="1"/>
          <p:nvPr/>
        </p:nvSpPr>
        <p:spPr>
          <a:xfrm>
            <a:off x="327350" y="2977694"/>
            <a:ext cx="792000" cy="792000"/>
          </a:xfrm>
          <a:prstGeom prst="rect">
            <a:avLst/>
          </a:prstGeom>
          <a:solidFill>
            <a:schemeClr val="accent6"/>
          </a:solidFill>
          <a:ln>
            <a:solidFill>
              <a:schemeClr val="tx1"/>
            </a:solidFill>
          </a:ln>
        </p:spPr>
        <p:txBody>
          <a:bodyPr wrap="square">
            <a:noAutofit/>
          </a:bodyPr>
          <a:lstStyle>
            <a:defPPr>
              <a:defRPr lang="fr-FR"/>
            </a:defPPr>
            <a:lvl1pPr algn="ctr">
              <a:defRPr sz="1200"/>
            </a:lvl1pPr>
          </a:lstStyle>
          <a:p>
            <a:r>
              <a:rPr lang="fr-FR"/>
              <a:t>Member of the team</a:t>
            </a:r>
          </a:p>
        </p:txBody>
      </p:sp>
      <p:sp>
        <p:nvSpPr>
          <p:cNvPr id="3" name="ZoneTexte 22">
            <a:extLst>
              <a:ext uri="{FF2B5EF4-FFF2-40B4-BE49-F238E27FC236}">
                <a16:creationId xmlns:a16="http://schemas.microsoft.com/office/drawing/2014/main" id="{D47C2E49-F37F-8646-7212-4F07F51CA7AA}"/>
              </a:ext>
            </a:extLst>
          </p:cNvPr>
          <p:cNvSpPr txBox="1"/>
          <p:nvPr/>
        </p:nvSpPr>
        <p:spPr>
          <a:xfrm>
            <a:off x="2446459" y="2997194"/>
            <a:ext cx="792000" cy="792000"/>
          </a:xfrm>
          <a:prstGeom prst="rect">
            <a:avLst/>
          </a:prstGeom>
          <a:solidFill>
            <a:srgbClr val="FF66FF"/>
          </a:solidFill>
        </p:spPr>
        <p:txBody>
          <a:bodyPr wrap="square">
            <a:noAutofit/>
          </a:bodyPr>
          <a:lstStyle/>
          <a:p>
            <a:pPr algn="ctr"/>
            <a:r>
              <a:rPr lang="fr-FR" sz="1200">
                <a:solidFill>
                  <a:schemeClr val="tx1"/>
                </a:solidFill>
              </a:rPr>
              <a:t>Indirect Target person</a:t>
            </a:r>
          </a:p>
        </p:txBody>
      </p:sp>
      <p:pic>
        <p:nvPicPr>
          <p:cNvPr id="16" name="Graphique 29" descr="Sphères de Harvey 100% avec un remplissage uni">
            <a:extLst>
              <a:ext uri="{FF2B5EF4-FFF2-40B4-BE49-F238E27FC236}">
                <a16:creationId xmlns:a16="http://schemas.microsoft.com/office/drawing/2014/main" id="{10D3E887-579B-5D7C-1F3A-063A451552F7}"/>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10326" t="10344" r="10326" b="10240"/>
          <a:stretch/>
        </p:blipFill>
        <p:spPr>
          <a:xfrm>
            <a:off x="3877001" y="3638722"/>
            <a:ext cx="1792339" cy="1793874"/>
          </a:xfrm>
          <a:prstGeom prst="rect">
            <a:avLst/>
          </a:prstGeom>
        </p:spPr>
      </p:pic>
      <p:sp>
        <p:nvSpPr>
          <p:cNvPr id="29" name="Flèche : droite 61">
            <a:extLst>
              <a:ext uri="{FF2B5EF4-FFF2-40B4-BE49-F238E27FC236}">
                <a16:creationId xmlns:a16="http://schemas.microsoft.com/office/drawing/2014/main" id="{F906E31D-56B1-D1BA-37EE-860BB320DB19}"/>
              </a:ext>
            </a:extLst>
          </p:cNvPr>
          <p:cNvSpPr/>
          <p:nvPr/>
        </p:nvSpPr>
        <p:spPr>
          <a:xfrm rot="19629108">
            <a:off x="5057559" y="3145409"/>
            <a:ext cx="1873126"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tx1"/>
              </a:solidFill>
            </a:endParaRPr>
          </a:p>
        </p:txBody>
      </p:sp>
      <p:sp>
        <p:nvSpPr>
          <p:cNvPr id="69" name="Flèche : droite 62">
            <a:extLst>
              <a:ext uri="{FF2B5EF4-FFF2-40B4-BE49-F238E27FC236}">
                <a16:creationId xmlns:a16="http://schemas.microsoft.com/office/drawing/2014/main" id="{DCBD84C2-5A1A-6E8B-1F58-A4DFB25777BA}"/>
              </a:ext>
            </a:extLst>
          </p:cNvPr>
          <p:cNvSpPr/>
          <p:nvPr/>
        </p:nvSpPr>
        <p:spPr>
          <a:xfrm rot="20649285">
            <a:off x="5436188" y="383313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tx1"/>
              </a:solidFill>
            </a:endParaRPr>
          </a:p>
        </p:txBody>
      </p:sp>
      <p:sp>
        <p:nvSpPr>
          <p:cNvPr id="70" name="Flèche : droite 63">
            <a:extLst>
              <a:ext uri="{FF2B5EF4-FFF2-40B4-BE49-F238E27FC236}">
                <a16:creationId xmlns:a16="http://schemas.microsoft.com/office/drawing/2014/main" id="{A44CBF9F-C632-9939-F255-08DD6589939D}"/>
              </a:ext>
            </a:extLst>
          </p:cNvPr>
          <p:cNvSpPr/>
          <p:nvPr/>
        </p:nvSpPr>
        <p:spPr>
          <a:xfrm rot="331303">
            <a:off x="5258650" y="4627781"/>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tx1"/>
              </a:solidFill>
            </a:endParaRPr>
          </a:p>
        </p:txBody>
      </p:sp>
      <p:sp>
        <p:nvSpPr>
          <p:cNvPr id="71" name="Flèche : droite 64">
            <a:extLst>
              <a:ext uri="{FF2B5EF4-FFF2-40B4-BE49-F238E27FC236}">
                <a16:creationId xmlns:a16="http://schemas.microsoft.com/office/drawing/2014/main" id="{F6A35664-79F7-67A9-496B-425A4AD94157}"/>
              </a:ext>
            </a:extLst>
          </p:cNvPr>
          <p:cNvSpPr/>
          <p:nvPr/>
        </p:nvSpPr>
        <p:spPr>
          <a:xfrm rot="1944891">
            <a:off x="5083815" y="54312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tx1"/>
              </a:solidFill>
            </a:endParaRPr>
          </a:p>
        </p:txBody>
      </p:sp>
      <p:sp>
        <p:nvSpPr>
          <p:cNvPr id="72" name="Rectangle 8">
            <a:extLst>
              <a:ext uri="{FF2B5EF4-FFF2-40B4-BE49-F238E27FC236}">
                <a16:creationId xmlns:a16="http://schemas.microsoft.com/office/drawing/2014/main" id="{933C98CD-019E-CD6D-8BDD-6C6AE1008237}"/>
              </a:ext>
            </a:extLst>
          </p:cNvPr>
          <p:cNvSpPr/>
          <p:nvPr/>
        </p:nvSpPr>
        <p:spPr>
          <a:xfrm>
            <a:off x="6833198" y="2367313"/>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Airline companies</a:t>
            </a:r>
          </a:p>
        </p:txBody>
      </p:sp>
      <p:sp>
        <p:nvSpPr>
          <p:cNvPr id="74" name="Rectangle 8">
            <a:extLst>
              <a:ext uri="{FF2B5EF4-FFF2-40B4-BE49-F238E27FC236}">
                <a16:creationId xmlns:a16="http://schemas.microsoft.com/office/drawing/2014/main" id="{E333E9A4-D42C-E955-D343-7D6FD5FE67AC}"/>
              </a:ext>
            </a:extLst>
          </p:cNvPr>
          <p:cNvSpPr/>
          <p:nvPr/>
        </p:nvSpPr>
        <p:spPr>
          <a:xfrm>
            <a:off x="7173177" y="4650221"/>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Industrial electricity suppliers</a:t>
            </a:r>
          </a:p>
        </p:txBody>
      </p:sp>
      <p:sp>
        <p:nvSpPr>
          <p:cNvPr id="76" name="ZoneTexte 25">
            <a:extLst>
              <a:ext uri="{FF2B5EF4-FFF2-40B4-BE49-F238E27FC236}">
                <a16:creationId xmlns:a16="http://schemas.microsoft.com/office/drawing/2014/main" id="{D8C1C1DD-0DEF-E1A9-508C-54559A44A606}"/>
              </a:ext>
            </a:extLst>
          </p:cNvPr>
          <p:cNvSpPr txBox="1"/>
          <p:nvPr/>
        </p:nvSpPr>
        <p:spPr>
          <a:xfrm>
            <a:off x="8218908" y="5127357"/>
            <a:ext cx="792000" cy="792000"/>
          </a:xfrm>
          <a:prstGeom prst="rect">
            <a:avLst/>
          </a:prstGeom>
          <a:solidFill>
            <a:schemeClr val="accent6"/>
          </a:solidFill>
          <a:ln>
            <a:solidFill>
              <a:schemeClr val="tx1"/>
            </a:solidFill>
          </a:ln>
        </p:spPr>
        <p:txBody>
          <a:bodyPr wrap="square">
            <a:noAutofit/>
          </a:bodyPr>
          <a:lstStyle>
            <a:defPPr>
              <a:defRPr lang="fr-FR"/>
            </a:defPPr>
            <a:lvl1pPr algn="ctr">
              <a:defRPr sz="1200"/>
            </a:lvl1pPr>
          </a:lstStyle>
          <a:p>
            <a:r>
              <a:rPr lang="fr-FR"/>
              <a:t>Bob C., industry innovator</a:t>
            </a:r>
          </a:p>
        </p:txBody>
      </p:sp>
      <p:sp>
        <p:nvSpPr>
          <p:cNvPr id="77" name="Flèche : droite 13">
            <a:extLst>
              <a:ext uri="{FF2B5EF4-FFF2-40B4-BE49-F238E27FC236}">
                <a16:creationId xmlns:a16="http://schemas.microsoft.com/office/drawing/2014/main" id="{0A1E6499-CCAA-10E1-B12C-58936C6AE353}"/>
              </a:ext>
            </a:extLst>
          </p:cNvPr>
          <p:cNvSpPr/>
          <p:nvPr/>
        </p:nvSpPr>
        <p:spPr>
          <a:xfrm>
            <a:off x="7635897" y="6052080"/>
            <a:ext cx="2393521"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8" name="Rectangle 17">
            <a:extLst>
              <a:ext uri="{FF2B5EF4-FFF2-40B4-BE49-F238E27FC236}">
                <a16:creationId xmlns:a16="http://schemas.microsoft.com/office/drawing/2014/main" id="{73011C7A-14CE-5B07-96F1-88ED415F3A73}"/>
              </a:ext>
            </a:extLst>
          </p:cNvPr>
          <p:cNvSpPr/>
          <p:nvPr/>
        </p:nvSpPr>
        <p:spPr>
          <a:xfrm>
            <a:off x="10008537" y="5994293"/>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Potential suppliers</a:t>
            </a:r>
          </a:p>
        </p:txBody>
      </p:sp>
      <p:sp>
        <p:nvSpPr>
          <p:cNvPr id="79" name="Flèche : droite 13">
            <a:extLst>
              <a:ext uri="{FF2B5EF4-FFF2-40B4-BE49-F238E27FC236}">
                <a16:creationId xmlns:a16="http://schemas.microsoft.com/office/drawing/2014/main" id="{C28B012F-8F53-69EB-2719-4A67C9CF4D75}"/>
              </a:ext>
            </a:extLst>
          </p:cNvPr>
          <p:cNvSpPr/>
          <p:nvPr/>
        </p:nvSpPr>
        <p:spPr>
          <a:xfrm>
            <a:off x="8463204" y="3543198"/>
            <a:ext cx="1282337"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0" name="Rectangle 17">
            <a:extLst>
              <a:ext uri="{FF2B5EF4-FFF2-40B4-BE49-F238E27FC236}">
                <a16:creationId xmlns:a16="http://schemas.microsoft.com/office/drawing/2014/main" id="{51C623CD-F296-E82D-95D7-0595F7D67018}"/>
              </a:ext>
            </a:extLst>
          </p:cNvPr>
          <p:cNvSpPr/>
          <p:nvPr/>
        </p:nvSpPr>
        <p:spPr>
          <a:xfrm>
            <a:off x="9677799" y="2559031"/>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The tourism industry in general</a:t>
            </a:r>
          </a:p>
        </p:txBody>
      </p:sp>
      <p:sp>
        <p:nvSpPr>
          <p:cNvPr id="81" name="Rectangle 17">
            <a:extLst>
              <a:ext uri="{FF2B5EF4-FFF2-40B4-BE49-F238E27FC236}">
                <a16:creationId xmlns:a16="http://schemas.microsoft.com/office/drawing/2014/main" id="{F57B21A7-19BB-AE48-B1EA-32171514CE47}"/>
              </a:ext>
            </a:extLst>
          </p:cNvPr>
          <p:cNvSpPr/>
          <p:nvPr/>
        </p:nvSpPr>
        <p:spPr>
          <a:xfrm>
            <a:off x="9686324" y="4693029"/>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Electricity network managers </a:t>
            </a:r>
          </a:p>
        </p:txBody>
      </p:sp>
      <p:sp>
        <p:nvSpPr>
          <p:cNvPr id="82" name="Flèche : droite 13">
            <a:extLst>
              <a:ext uri="{FF2B5EF4-FFF2-40B4-BE49-F238E27FC236}">
                <a16:creationId xmlns:a16="http://schemas.microsoft.com/office/drawing/2014/main" id="{D1E51439-804C-0915-DD8A-1C099D816809}"/>
              </a:ext>
            </a:extLst>
          </p:cNvPr>
          <p:cNvSpPr/>
          <p:nvPr/>
        </p:nvSpPr>
        <p:spPr>
          <a:xfrm>
            <a:off x="8403987" y="4725964"/>
            <a:ext cx="1282337"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3" name="ZoneTexte 22">
            <a:extLst>
              <a:ext uri="{FF2B5EF4-FFF2-40B4-BE49-F238E27FC236}">
                <a16:creationId xmlns:a16="http://schemas.microsoft.com/office/drawing/2014/main" id="{B6EF4AE5-40B5-3427-D0EB-C15BCFD17329}"/>
              </a:ext>
            </a:extLst>
          </p:cNvPr>
          <p:cNvSpPr txBox="1"/>
          <p:nvPr/>
        </p:nvSpPr>
        <p:spPr>
          <a:xfrm>
            <a:off x="9745541" y="3418008"/>
            <a:ext cx="792000" cy="792000"/>
          </a:xfrm>
          <a:prstGeom prst="rect">
            <a:avLst/>
          </a:prstGeom>
          <a:solidFill>
            <a:srgbClr val="FF66FF"/>
          </a:solidFill>
        </p:spPr>
        <p:txBody>
          <a:bodyPr wrap="square">
            <a:noAutofit/>
          </a:bodyPr>
          <a:lstStyle/>
          <a:p>
            <a:pPr algn="ctr"/>
            <a:r>
              <a:rPr lang="fr-FR" sz="1200">
                <a:solidFill>
                  <a:schemeClr val="tx1"/>
                </a:solidFill>
              </a:rPr>
              <a:t>The Minister of Ecology</a:t>
            </a:r>
          </a:p>
        </p:txBody>
      </p:sp>
      <p:sp>
        <p:nvSpPr>
          <p:cNvPr id="84" name="Flèche : droite 13">
            <a:extLst>
              <a:ext uri="{FF2B5EF4-FFF2-40B4-BE49-F238E27FC236}">
                <a16:creationId xmlns:a16="http://schemas.microsoft.com/office/drawing/2014/main" id="{40EC5243-41A3-276E-2E92-861600FD97FB}"/>
              </a:ext>
            </a:extLst>
          </p:cNvPr>
          <p:cNvSpPr/>
          <p:nvPr/>
        </p:nvSpPr>
        <p:spPr>
          <a:xfrm rot="20112765">
            <a:off x="8423234" y="3111667"/>
            <a:ext cx="1359358"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5" name="Flèche : droite 13">
            <a:extLst>
              <a:ext uri="{FF2B5EF4-FFF2-40B4-BE49-F238E27FC236}">
                <a16:creationId xmlns:a16="http://schemas.microsoft.com/office/drawing/2014/main" id="{762D299A-4519-7630-C474-BC6BF35BC3D2}"/>
              </a:ext>
            </a:extLst>
          </p:cNvPr>
          <p:cNvSpPr/>
          <p:nvPr/>
        </p:nvSpPr>
        <p:spPr>
          <a:xfrm rot="529105">
            <a:off x="8264549" y="2485764"/>
            <a:ext cx="1359358"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86" name="ZoneTexte 25">
            <a:extLst>
              <a:ext uri="{FF2B5EF4-FFF2-40B4-BE49-F238E27FC236}">
                <a16:creationId xmlns:a16="http://schemas.microsoft.com/office/drawing/2014/main" id="{93F1416C-9545-7573-1270-6A728AE6DF9B}"/>
              </a:ext>
            </a:extLst>
          </p:cNvPr>
          <p:cNvSpPr txBox="1"/>
          <p:nvPr/>
        </p:nvSpPr>
        <p:spPr>
          <a:xfrm>
            <a:off x="10733353" y="2758454"/>
            <a:ext cx="792000" cy="792000"/>
          </a:xfrm>
          <a:prstGeom prst="rect">
            <a:avLst/>
          </a:prstGeom>
          <a:solidFill>
            <a:schemeClr val="accent6"/>
          </a:solidFill>
          <a:ln>
            <a:solidFill>
              <a:schemeClr val="tx1"/>
            </a:solidFill>
          </a:ln>
        </p:spPr>
        <p:txBody>
          <a:bodyPr wrap="square">
            <a:noAutofit/>
          </a:bodyPr>
          <a:lstStyle>
            <a:defPPr>
              <a:defRPr lang="fr-FR"/>
            </a:defPPr>
            <a:lvl1pPr algn="ctr">
              <a:defRPr sz="1200"/>
            </a:lvl1pPr>
          </a:lstStyle>
          <a:p>
            <a:r>
              <a:rPr lang="fr-FR" sz="1100"/>
              <a:t>Alice B., industry partner</a:t>
            </a:r>
          </a:p>
        </p:txBody>
      </p:sp>
      <p:pic>
        <p:nvPicPr>
          <p:cNvPr id="6" name="Immagine 3">
            <a:extLst>
              <a:ext uri="{FF2B5EF4-FFF2-40B4-BE49-F238E27FC236}">
                <a16:creationId xmlns:a16="http://schemas.microsoft.com/office/drawing/2014/main" id="{49568DB8-DB3E-225A-7CE6-7A776A7A12DB}"/>
              </a:ext>
            </a:extLst>
          </p:cNvPr>
          <p:cNvPicPr>
            <a:picLocks noChangeAspect="1"/>
          </p:cNvPicPr>
          <p:nvPr/>
        </p:nvPicPr>
        <p:blipFill>
          <a:blip r:embed="rId14" cstate="screen">
            <a:extLst>
              <a:ext uri="{28A0092B-C50C-407E-A947-70E740481C1C}">
                <a14:useLocalDpi xmlns:a14="http://schemas.microsoft.com/office/drawing/2010/main"/>
              </a:ext>
              <a:ext uri="{837473B0-CC2E-450A-ABE3-18F120FF3D39}">
                <a1611:picAttrSrcUrl xmlns:a1611="http://schemas.microsoft.com/office/drawing/2016/11/main" r:id="rId15"/>
              </a:ext>
            </a:extLst>
          </a:blip>
          <a:stretch>
            <a:fillRect/>
          </a:stretch>
        </p:blipFill>
        <p:spPr>
          <a:xfrm>
            <a:off x="4281598" y="1558858"/>
            <a:ext cx="2000019" cy="892160"/>
          </a:xfrm>
          <a:prstGeom prst="rect">
            <a:avLst/>
          </a:prstGeom>
        </p:spPr>
      </p:pic>
      <p:sp>
        <p:nvSpPr>
          <p:cNvPr id="8" name="ZoneTexte 7">
            <a:extLst>
              <a:ext uri="{FF2B5EF4-FFF2-40B4-BE49-F238E27FC236}">
                <a16:creationId xmlns:a16="http://schemas.microsoft.com/office/drawing/2014/main" id="{DDA30D83-06BA-26A9-3BA8-E9991F6115B4}"/>
              </a:ext>
            </a:extLst>
          </p:cNvPr>
          <p:cNvSpPr txBox="1"/>
          <p:nvPr/>
        </p:nvSpPr>
        <p:spPr>
          <a:xfrm>
            <a:off x="4093667" y="3638885"/>
            <a:ext cx="1473536" cy="1477328"/>
          </a:xfrm>
          <a:prstGeom prst="rect">
            <a:avLst/>
          </a:prstGeom>
          <a:noFill/>
        </p:spPr>
        <p:txBody>
          <a:bodyPr wrap="square">
            <a:spAutoFit/>
          </a:bodyPr>
          <a:lstStyle/>
          <a:p>
            <a:br>
              <a:rPr lang="fr-FR"/>
            </a:br>
            <a:r>
              <a:rPr lang="fr-FR"/>
              <a:t>A new type of fully electric aircraft</a:t>
            </a:r>
          </a:p>
        </p:txBody>
      </p:sp>
      <p:sp>
        <p:nvSpPr>
          <p:cNvPr id="7" name="Titolo 1">
            <a:extLst>
              <a:ext uri="{FF2B5EF4-FFF2-40B4-BE49-F238E27FC236}">
                <a16:creationId xmlns:a16="http://schemas.microsoft.com/office/drawing/2014/main" id="{FB38CF8E-2EF3-D84F-AD96-E1F22140F4DB}"/>
              </a:ext>
            </a:extLst>
          </p:cNvPr>
          <p:cNvSpPr txBox="1">
            <a:spLocks/>
          </p:cNvSpPr>
          <p:nvPr/>
        </p:nvSpPr>
        <p:spPr>
          <a:xfrm>
            <a:off x="634013" y="123439"/>
            <a:ext cx="10578483"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Use Case 2 - A new type of </a:t>
            </a:r>
            <a:r>
              <a:rPr lang="fr-FR" dirty="0" err="1"/>
              <a:t>fully</a:t>
            </a:r>
            <a:r>
              <a:rPr lang="fr-FR" dirty="0"/>
              <a:t> </a:t>
            </a:r>
            <a:r>
              <a:rPr lang="fr-FR" dirty="0" err="1"/>
              <a:t>electric</a:t>
            </a:r>
            <a:r>
              <a:rPr lang="fr-FR" dirty="0"/>
              <a:t> </a:t>
            </a:r>
            <a:r>
              <a:rPr lang="fr-FR" dirty="0" err="1"/>
              <a:t>aircraft</a:t>
            </a:r>
            <a:endParaRPr lang="fr-FR" dirty="0"/>
          </a:p>
        </p:txBody>
      </p:sp>
      <p:sp>
        <p:nvSpPr>
          <p:cNvPr id="75" name="ZoneTexte 22">
            <a:extLst>
              <a:ext uri="{FF2B5EF4-FFF2-40B4-BE49-F238E27FC236}">
                <a16:creationId xmlns:a16="http://schemas.microsoft.com/office/drawing/2014/main" id="{690D9923-7D32-A6E0-B634-E9C8D4403967}"/>
              </a:ext>
            </a:extLst>
          </p:cNvPr>
          <p:cNvSpPr txBox="1"/>
          <p:nvPr/>
        </p:nvSpPr>
        <p:spPr>
          <a:xfrm>
            <a:off x="6660231" y="5782511"/>
            <a:ext cx="1114925" cy="917514"/>
          </a:xfrm>
          <a:prstGeom prst="rect">
            <a:avLst/>
          </a:prstGeom>
          <a:solidFill>
            <a:srgbClr val="FFFF00"/>
          </a:solidFill>
          <a:ln>
            <a:solidFill>
              <a:schemeClr val="tx1"/>
            </a:solidFill>
          </a:ln>
        </p:spPr>
        <p:txBody>
          <a:bodyPr wrap="square" anchor="ctr">
            <a:noAutofit/>
          </a:bodyPr>
          <a:lstStyle/>
          <a:p>
            <a:pPr algn="ctr"/>
            <a:r>
              <a:rPr lang="fr-FR" sz="1200" dirty="0">
                <a:solidFill>
                  <a:schemeClr val="tx1"/>
                </a:solidFill>
              </a:rPr>
              <a:t>The Minister of Economic Competitiveness</a:t>
            </a:r>
          </a:p>
        </p:txBody>
      </p:sp>
      <p:sp>
        <p:nvSpPr>
          <p:cNvPr id="73" name="Rectangle 8">
            <a:extLst>
              <a:ext uri="{FF2B5EF4-FFF2-40B4-BE49-F238E27FC236}">
                <a16:creationId xmlns:a16="http://schemas.microsoft.com/office/drawing/2014/main" id="{E4776DEF-73E7-B547-7BD9-AAA7F365370D}"/>
              </a:ext>
            </a:extLst>
          </p:cNvPr>
          <p:cNvSpPr/>
          <p:nvPr/>
        </p:nvSpPr>
        <p:spPr>
          <a:xfrm>
            <a:off x="7259245" y="3496911"/>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The "green" tourism companies</a:t>
            </a:r>
          </a:p>
        </p:txBody>
      </p:sp>
    </p:spTree>
    <p:extLst>
      <p:ext uri="{BB962C8B-B14F-4D97-AF65-F5344CB8AC3E}">
        <p14:creationId xmlns:p14="http://schemas.microsoft.com/office/powerpoint/2010/main" val="68491590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Graphique 35" descr="Arbre avec racines avec un remplissage uni">
            <a:extLst>
              <a:ext uri="{FF2B5EF4-FFF2-40B4-BE49-F238E27FC236}">
                <a16:creationId xmlns:a16="http://schemas.microsoft.com/office/drawing/2014/main" id="{CE0FC025-C9B2-025F-BB28-6E163FB2399E}"/>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b="4039"/>
          <a:stretch/>
        </p:blipFill>
        <p:spPr>
          <a:xfrm>
            <a:off x="7060892" y="2416731"/>
            <a:ext cx="4584208" cy="4399043"/>
          </a:xfrm>
          <a:prstGeom prst="rect">
            <a:avLst/>
          </a:prstGeom>
        </p:spPr>
      </p:pic>
      <p:sp>
        <p:nvSpPr>
          <p:cNvPr id="2" name="Titre 1">
            <a:extLst>
              <a:ext uri="{FF2B5EF4-FFF2-40B4-BE49-F238E27FC236}">
                <a16:creationId xmlns:a16="http://schemas.microsoft.com/office/drawing/2014/main" id="{E0A9F8A1-9178-4444-8BA7-D32DCBFAEF9E}"/>
              </a:ext>
            </a:extLst>
          </p:cNvPr>
          <p:cNvSpPr>
            <a:spLocks noGrp="1"/>
          </p:cNvSpPr>
          <p:nvPr>
            <p:ph type="title"/>
          </p:nvPr>
        </p:nvSpPr>
        <p:spPr/>
        <p:txBody>
          <a:bodyPr/>
          <a:lstStyle/>
          <a:p>
            <a:r>
              <a:rPr lang="fr-FR"/>
              <a:t>  </a:t>
            </a:r>
          </a:p>
        </p:txBody>
      </p:sp>
      <p:sp>
        <p:nvSpPr>
          <p:cNvPr id="7" name="Rectangle 6">
            <a:extLst>
              <a:ext uri="{FF2B5EF4-FFF2-40B4-BE49-F238E27FC236}">
                <a16:creationId xmlns:a16="http://schemas.microsoft.com/office/drawing/2014/main" id="{8BBD3EE4-A57A-4AAE-954B-B34DFD9EA2E3}"/>
              </a:ext>
            </a:extLst>
          </p:cNvPr>
          <p:cNvSpPr/>
          <p:nvPr/>
        </p:nvSpPr>
        <p:spPr>
          <a:xfrm>
            <a:off x="8686430" y="6041131"/>
            <a:ext cx="1167042"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solidFill>
                  <a:schemeClr val="tx1"/>
                </a:solidFill>
              </a:rPr>
              <a:t>Flying without fuel</a:t>
            </a:r>
          </a:p>
        </p:txBody>
      </p:sp>
      <p:sp>
        <p:nvSpPr>
          <p:cNvPr id="8" name="Rectangle 7">
            <a:extLst>
              <a:ext uri="{FF2B5EF4-FFF2-40B4-BE49-F238E27FC236}">
                <a16:creationId xmlns:a16="http://schemas.microsoft.com/office/drawing/2014/main" id="{C4AD232C-B7A0-4EE8-A68D-AE49854B1C5F}"/>
              </a:ext>
            </a:extLst>
          </p:cNvPr>
          <p:cNvSpPr/>
          <p:nvPr/>
        </p:nvSpPr>
        <p:spPr>
          <a:xfrm>
            <a:off x="7576723" y="5322672"/>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t>Private electric plane</a:t>
            </a:r>
          </a:p>
        </p:txBody>
      </p:sp>
      <p:sp>
        <p:nvSpPr>
          <p:cNvPr id="9" name="Rectangle 8">
            <a:extLst>
              <a:ext uri="{FF2B5EF4-FFF2-40B4-BE49-F238E27FC236}">
                <a16:creationId xmlns:a16="http://schemas.microsoft.com/office/drawing/2014/main" id="{78E9E3B0-B347-49E8-87F1-4CB5C2EFB561}"/>
              </a:ext>
            </a:extLst>
          </p:cNvPr>
          <p:cNvSpPr/>
          <p:nvPr/>
        </p:nvSpPr>
        <p:spPr>
          <a:xfrm>
            <a:off x="8840957" y="4255411"/>
            <a:ext cx="1236118"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Post-Covid tourism industry revival</a:t>
            </a:r>
          </a:p>
        </p:txBody>
      </p:sp>
      <p:sp>
        <p:nvSpPr>
          <p:cNvPr id="10" name="Rectangle 9">
            <a:extLst>
              <a:ext uri="{FF2B5EF4-FFF2-40B4-BE49-F238E27FC236}">
                <a16:creationId xmlns:a16="http://schemas.microsoft.com/office/drawing/2014/main" id="{78B8CD5E-B9CB-494F-B964-6B0FEE9E7AC6}"/>
              </a:ext>
            </a:extLst>
          </p:cNvPr>
          <p:cNvSpPr/>
          <p:nvPr/>
        </p:nvSpPr>
        <p:spPr>
          <a:xfrm>
            <a:off x="9103684" y="3585812"/>
            <a:ext cx="1167042"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Making every traveler </a:t>
            </a:r>
            <a:r>
              <a:rPr lang="fr-FR" sz="1050" dirty="0" err="1">
                <a:solidFill>
                  <a:schemeClr val="tx1"/>
                </a:solidFill>
              </a:rPr>
              <a:t>eco-responsible</a:t>
            </a:r>
          </a:p>
        </p:txBody>
      </p:sp>
      <p:sp>
        <p:nvSpPr>
          <p:cNvPr id="12" name="Rectangle 11">
            <a:extLst>
              <a:ext uri="{FF2B5EF4-FFF2-40B4-BE49-F238E27FC236}">
                <a16:creationId xmlns:a16="http://schemas.microsoft.com/office/drawing/2014/main" id="{E2453913-7934-46BD-8B4B-808BE69D022B}"/>
              </a:ext>
            </a:extLst>
          </p:cNvPr>
          <p:cNvSpPr/>
          <p:nvPr/>
        </p:nvSpPr>
        <p:spPr>
          <a:xfrm>
            <a:off x="8995485" y="5043943"/>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t>Electric passenger plane</a:t>
            </a:r>
          </a:p>
        </p:txBody>
      </p:sp>
      <p:sp>
        <p:nvSpPr>
          <p:cNvPr id="13" name="Rectangle 12">
            <a:extLst>
              <a:ext uri="{FF2B5EF4-FFF2-40B4-BE49-F238E27FC236}">
                <a16:creationId xmlns:a16="http://schemas.microsoft.com/office/drawing/2014/main" id="{DF863E33-35DE-48A1-8061-866DF2A58EE4}"/>
              </a:ext>
            </a:extLst>
          </p:cNvPr>
          <p:cNvSpPr/>
          <p:nvPr/>
        </p:nvSpPr>
        <p:spPr>
          <a:xfrm>
            <a:off x="10354694" y="5434152"/>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t>Electric military aircraft</a:t>
            </a:r>
          </a:p>
        </p:txBody>
      </p:sp>
      <p:sp>
        <p:nvSpPr>
          <p:cNvPr id="14" name="Rectangle 13">
            <a:extLst>
              <a:ext uri="{FF2B5EF4-FFF2-40B4-BE49-F238E27FC236}">
                <a16:creationId xmlns:a16="http://schemas.microsoft.com/office/drawing/2014/main" id="{0DC7688F-4500-40DC-973F-FB8D489404DB}"/>
              </a:ext>
            </a:extLst>
          </p:cNvPr>
          <p:cNvSpPr/>
          <p:nvPr/>
        </p:nvSpPr>
        <p:spPr>
          <a:xfrm>
            <a:off x="10077074" y="2884122"/>
            <a:ext cx="1334977"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New "green" airlines</a:t>
            </a:r>
          </a:p>
        </p:txBody>
      </p:sp>
      <p:sp>
        <p:nvSpPr>
          <p:cNvPr id="15" name="Rectangle 14">
            <a:extLst>
              <a:ext uri="{FF2B5EF4-FFF2-40B4-BE49-F238E27FC236}">
                <a16:creationId xmlns:a16="http://schemas.microsoft.com/office/drawing/2014/main" id="{C830FD39-8721-4708-A014-2FD97F26EDFD}"/>
              </a:ext>
            </a:extLst>
          </p:cNvPr>
          <p:cNvSpPr/>
          <p:nvPr/>
        </p:nvSpPr>
        <p:spPr>
          <a:xfrm>
            <a:off x="10186758" y="2235049"/>
            <a:ext cx="1334978"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Improve the entire chain</a:t>
            </a:r>
          </a:p>
        </p:txBody>
      </p:sp>
      <p:sp>
        <p:nvSpPr>
          <p:cNvPr id="20" name="Rectangle 19">
            <a:extLst>
              <a:ext uri="{FF2B5EF4-FFF2-40B4-BE49-F238E27FC236}">
                <a16:creationId xmlns:a16="http://schemas.microsoft.com/office/drawing/2014/main" id="{26408BAC-151A-4937-8139-07370AEB2B17}"/>
              </a:ext>
            </a:extLst>
          </p:cNvPr>
          <p:cNvSpPr/>
          <p:nvPr/>
        </p:nvSpPr>
        <p:spPr>
          <a:xfrm>
            <a:off x="8269772" y="2913432"/>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Resumption of growth in the airline industry</a:t>
            </a:r>
          </a:p>
        </p:txBody>
      </p:sp>
      <p:sp>
        <p:nvSpPr>
          <p:cNvPr id="21" name="Rectangle 20">
            <a:extLst>
              <a:ext uri="{FF2B5EF4-FFF2-40B4-BE49-F238E27FC236}">
                <a16:creationId xmlns:a16="http://schemas.microsoft.com/office/drawing/2014/main" id="{7E9AE98B-7633-42CE-A257-E818C048CA39}"/>
              </a:ext>
            </a:extLst>
          </p:cNvPr>
          <p:cNvSpPr/>
          <p:nvPr/>
        </p:nvSpPr>
        <p:spPr>
          <a:xfrm>
            <a:off x="7549346" y="2349685"/>
            <a:ext cx="1167042"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Reopening of new lines</a:t>
            </a:r>
          </a:p>
        </p:txBody>
      </p:sp>
      <p:sp>
        <p:nvSpPr>
          <p:cNvPr id="22" name="Rectangle 21">
            <a:extLst>
              <a:ext uri="{FF2B5EF4-FFF2-40B4-BE49-F238E27FC236}">
                <a16:creationId xmlns:a16="http://schemas.microsoft.com/office/drawing/2014/main" id="{36A1ECE8-8195-4A03-AD66-226F04A71916}"/>
              </a:ext>
            </a:extLst>
          </p:cNvPr>
          <p:cNvSpPr/>
          <p:nvPr/>
        </p:nvSpPr>
        <p:spPr>
          <a:xfrm>
            <a:off x="6236012" y="1730083"/>
            <a:ext cx="2138728"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New forms of exchange of goods</a:t>
            </a:r>
          </a:p>
        </p:txBody>
      </p:sp>
      <p:sp>
        <p:nvSpPr>
          <p:cNvPr id="23" name="Rectangle 22">
            <a:extLst>
              <a:ext uri="{FF2B5EF4-FFF2-40B4-BE49-F238E27FC236}">
                <a16:creationId xmlns:a16="http://schemas.microsoft.com/office/drawing/2014/main" id="{FF7A1404-6DD8-43DE-B941-FEE5C6190112}"/>
              </a:ext>
            </a:extLst>
          </p:cNvPr>
          <p:cNvSpPr/>
          <p:nvPr/>
        </p:nvSpPr>
        <p:spPr>
          <a:xfrm>
            <a:off x="6933924" y="1069349"/>
            <a:ext cx="1167042" cy="46557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Relaunching International Exchanges</a:t>
            </a:r>
          </a:p>
        </p:txBody>
      </p:sp>
      <p:sp>
        <p:nvSpPr>
          <p:cNvPr id="25" name="Rectangle 24">
            <a:extLst>
              <a:ext uri="{FF2B5EF4-FFF2-40B4-BE49-F238E27FC236}">
                <a16:creationId xmlns:a16="http://schemas.microsoft.com/office/drawing/2014/main" id="{7B686E76-2AF2-4BD3-A649-D17B01A6FA4A}"/>
              </a:ext>
            </a:extLst>
          </p:cNvPr>
          <p:cNvSpPr/>
          <p:nvPr/>
        </p:nvSpPr>
        <p:spPr>
          <a:xfrm>
            <a:off x="10938215" y="4319509"/>
            <a:ext cx="1167042" cy="811785"/>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solidFill>
                  <a:schemeClr val="tx1"/>
                </a:solidFill>
              </a:rPr>
              <a:t>Gain of independence from oil producing countries</a:t>
            </a:r>
          </a:p>
        </p:txBody>
      </p:sp>
      <p:cxnSp>
        <p:nvCxnSpPr>
          <p:cNvPr id="27" name="Connecteur droit avec flèche 26">
            <a:extLst>
              <a:ext uri="{FF2B5EF4-FFF2-40B4-BE49-F238E27FC236}">
                <a16:creationId xmlns:a16="http://schemas.microsoft.com/office/drawing/2014/main" id="{33D85ABA-102A-450E-8B61-BCB4F34CB347}"/>
              </a:ext>
            </a:extLst>
          </p:cNvPr>
          <p:cNvCxnSpPr>
            <a:cxnSpLocks/>
            <a:stCxn id="12" idx="0"/>
            <a:endCxn id="9" idx="2"/>
          </p:cNvCxnSpPr>
          <p:nvPr/>
        </p:nvCxnSpPr>
        <p:spPr>
          <a:xfrm flipH="1" flipV="1">
            <a:off x="9459016" y="4720981"/>
            <a:ext cx="119990" cy="32296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A7E3A03A-A26D-4BD8-9E96-37A495EB6B7F}"/>
              </a:ext>
            </a:extLst>
          </p:cNvPr>
          <p:cNvCxnSpPr>
            <a:cxnSpLocks/>
            <a:stCxn id="7" idx="0"/>
          </p:cNvCxnSpPr>
          <p:nvPr/>
        </p:nvCxnSpPr>
        <p:spPr>
          <a:xfrm flipH="1" flipV="1">
            <a:off x="8224420" y="5814414"/>
            <a:ext cx="1045531" cy="2267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C8F6108F-CEC8-4441-8475-51EC07DD415D}"/>
              </a:ext>
            </a:extLst>
          </p:cNvPr>
          <p:cNvCxnSpPr>
            <a:cxnSpLocks/>
            <a:stCxn id="7" idx="0"/>
            <a:endCxn id="12" idx="2"/>
          </p:cNvCxnSpPr>
          <p:nvPr/>
        </p:nvCxnSpPr>
        <p:spPr>
          <a:xfrm flipV="1">
            <a:off x="9269951" y="5509513"/>
            <a:ext cx="309055" cy="53161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E1C177F0-B382-49B0-8C49-EF1D99BD7F41}"/>
              </a:ext>
            </a:extLst>
          </p:cNvPr>
          <p:cNvCxnSpPr>
            <a:cxnSpLocks/>
            <a:stCxn id="7" idx="0"/>
            <a:endCxn id="13" idx="1"/>
          </p:cNvCxnSpPr>
          <p:nvPr/>
        </p:nvCxnSpPr>
        <p:spPr>
          <a:xfrm flipV="1">
            <a:off x="9269951" y="5666937"/>
            <a:ext cx="1084743" cy="37419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37">
            <a:extLst>
              <a:ext uri="{FF2B5EF4-FFF2-40B4-BE49-F238E27FC236}">
                <a16:creationId xmlns:a16="http://schemas.microsoft.com/office/drawing/2014/main" id="{C71743C9-1C13-4545-B64B-E2B7FFB1DBC8}"/>
              </a:ext>
            </a:extLst>
          </p:cNvPr>
          <p:cNvCxnSpPr>
            <a:cxnSpLocks/>
            <a:stCxn id="13" idx="0"/>
            <a:endCxn id="25" idx="2"/>
          </p:cNvCxnSpPr>
          <p:nvPr/>
        </p:nvCxnSpPr>
        <p:spPr>
          <a:xfrm flipV="1">
            <a:off x="10938215" y="5131294"/>
            <a:ext cx="583521" cy="30285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0642B801-FA5B-41CA-8028-CCD50B5FCF61}"/>
              </a:ext>
            </a:extLst>
          </p:cNvPr>
          <p:cNvCxnSpPr>
            <a:cxnSpLocks/>
            <a:stCxn id="9" idx="0"/>
            <a:endCxn id="10" idx="2"/>
          </p:cNvCxnSpPr>
          <p:nvPr/>
        </p:nvCxnSpPr>
        <p:spPr>
          <a:xfrm flipV="1">
            <a:off x="9459016" y="4051382"/>
            <a:ext cx="228189" cy="2040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43">
            <a:extLst>
              <a:ext uri="{FF2B5EF4-FFF2-40B4-BE49-F238E27FC236}">
                <a16:creationId xmlns:a16="http://schemas.microsoft.com/office/drawing/2014/main" id="{BA50A2F4-EAF1-47CD-88EB-4B215BD488F5}"/>
              </a:ext>
            </a:extLst>
          </p:cNvPr>
          <p:cNvCxnSpPr>
            <a:cxnSpLocks/>
            <a:stCxn id="10" idx="0"/>
            <a:endCxn id="14" idx="2"/>
          </p:cNvCxnSpPr>
          <p:nvPr/>
        </p:nvCxnSpPr>
        <p:spPr>
          <a:xfrm flipV="1">
            <a:off x="9687205" y="3349692"/>
            <a:ext cx="1057358" cy="2361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47">
            <a:extLst>
              <a:ext uri="{FF2B5EF4-FFF2-40B4-BE49-F238E27FC236}">
                <a16:creationId xmlns:a16="http://schemas.microsoft.com/office/drawing/2014/main" id="{038C3B39-285C-4E36-8BBD-2A2E60F7C292}"/>
              </a:ext>
            </a:extLst>
          </p:cNvPr>
          <p:cNvCxnSpPr>
            <a:cxnSpLocks/>
            <a:stCxn id="14" idx="0"/>
            <a:endCxn id="15" idx="2"/>
          </p:cNvCxnSpPr>
          <p:nvPr/>
        </p:nvCxnSpPr>
        <p:spPr>
          <a:xfrm flipV="1">
            <a:off x="10744563" y="2700619"/>
            <a:ext cx="109684" cy="18350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6F65F524-39BF-4DFC-8D78-CDE06B322583}"/>
              </a:ext>
            </a:extLst>
          </p:cNvPr>
          <p:cNvCxnSpPr>
            <a:cxnSpLocks/>
            <a:stCxn id="15" idx="0"/>
            <a:endCxn id="82" idx="2"/>
          </p:cNvCxnSpPr>
          <p:nvPr/>
        </p:nvCxnSpPr>
        <p:spPr>
          <a:xfrm flipV="1">
            <a:off x="10854247" y="2020186"/>
            <a:ext cx="201272" cy="21486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5" name="Connecteur droit avec flèche 54">
            <a:extLst>
              <a:ext uri="{FF2B5EF4-FFF2-40B4-BE49-F238E27FC236}">
                <a16:creationId xmlns:a16="http://schemas.microsoft.com/office/drawing/2014/main" id="{18DCCA77-3293-46CF-AB97-A0D2EF2AA15A}"/>
              </a:ext>
            </a:extLst>
          </p:cNvPr>
          <p:cNvCxnSpPr>
            <a:cxnSpLocks/>
            <a:stCxn id="74" idx="0"/>
            <a:endCxn id="20" idx="2"/>
          </p:cNvCxnSpPr>
          <p:nvPr/>
        </p:nvCxnSpPr>
        <p:spPr>
          <a:xfrm flipV="1">
            <a:off x="8100966" y="3379002"/>
            <a:ext cx="752327" cy="20541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E145D4DD-F79E-41A1-BE66-EA7886340BD6}"/>
              </a:ext>
            </a:extLst>
          </p:cNvPr>
          <p:cNvCxnSpPr>
            <a:cxnSpLocks/>
            <a:stCxn id="20" idx="0"/>
            <a:endCxn id="21" idx="2"/>
          </p:cNvCxnSpPr>
          <p:nvPr/>
        </p:nvCxnSpPr>
        <p:spPr>
          <a:xfrm flipH="1" flipV="1">
            <a:off x="8132867" y="2815255"/>
            <a:ext cx="720426" cy="9817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1" name="Connecteur droit avec flèche 60">
            <a:extLst>
              <a:ext uri="{FF2B5EF4-FFF2-40B4-BE49-F238E27FC236}">
                <a16:creationId xmlns:a16="http://schemas.microsoft.com/office/drawing/2014/main" id="{7B99EFB2-9C75-45E4-8F38-6320C6BD11F4}"/>
              </a:ext>
            </a:extLst>
          </p:cNvPr>
          <p:cNvCxnSpPr>
            <a:cxnSpLocks/>
            <a:stCxn id="21" idx="0"/>
            <a:endCxn id="22" idx="2"/>
          </p:cNvCxnSpPr>
          <p:nvPr/>
        </p:nvCxnSpPr>
        <p:spPr>
          <a:xfrm flipH="1" flipV="1">
            <a:off x="7305376" y="2195653"/>
            <a:ext cx="827491" cy="15403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4" name="Connecteur droit avec flèche 63">
            <a:extLst>
              <a:ext uri="{FF2B5EF4-FFF2-40B4-BE49-F238E27FC236}">
                <a16:creationId xmlns:a16="http://schemas.microsoft.com/office/drawing/2014/main" id="{2A590FD0-0FF6-4CC3-933A-6E95783E2224}"/>
              </a:ext>
            </a:extLst>
          </p:cNvPr>
          <p:cNvCxnSpPr>
            <a:cxnSpLocks/>
            <a:stCxn id="22" idx="0"/>
            <a:endCxn id="23" idx="2"/>
          </p:cNvCxnSpPr>
          <p:nvPr/>
        </p:nvCxnSpPr>
        <p:spPr>
          <a:xfrm flipV="1">
            <a:off x="7305376" y="1534919"/>
            <a:ext cx="212069" cy="19516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9D43EC3D-3287-4D7D-8D69-BDA79A92F59A}"/>
              </a:ext>
            </a:extLst>
          </p:cNvPr>
          <p:cNvSpPr/>
          <p:nvPr/>
        </p:nvSpPr>
        <p:spPr>
          <a:xfrm>
            <a:off x="8840957" y="2076345"/>
            <a:ext cx="1167042"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International collaboration re-launched</a:t>
            </a:r>
          </a:p>
        </p:txBody>
      </p:sp>
      <p:cxnSp>
        <p:nvCxnSpPr>
          <p:cNvPr id="69" name="Connecteur droit avec flèche 68">
            <a:extLst>
              <a:ext uri="{FF2B5EF4-FFF2-40B4-BE49-F238E27FC236}">
                <a16:creationId xmlns:a16="http://schemas.microsoft.com/office/drawing/2014/main" id="{424AA819-A39B-4455-8714-B1E0BD96D471}"/>
              </a:ext>
            </a:extLst>
          </p:cNvPr>
          <p:cNvCxnSpPr>
            <a:cxnSpLocks/>
            <a:stCxn id="20" idx="0"/>
            <a:endCxn id="68" idx="2"/>
          </p:cNvCxnSpPr>
          <p:nvPr/>
        </p:nvCxnSpPr>
        <p:spPr>
          <a:xfrm flipV="1">
            <a:off x="8853293" y="2541915"/>
            <a:ext cx="571185" cy="3715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0FDD4B90-B669-42E2-90CF-2EEBF116A170}"/>
              </a:ext>
            </a:extLst>
          </p:cNvPr>
          <p:cNvSpPr/>
          <p:nvPr/>
        </p:nvSpPr>
        <p:spPr>
          <a:xfrm>
            <a:off x="7517445" y="3584421"/>
            <a:ext cx="1167042"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Economic recovery </a:t>
            </a:r>
          </a:p>
        </p:txBody>
      </p:sp>
      <p:cxnSp>
        <p:nvCxnSpPr>
          <p:cNvPr id="76" name="Connecteur droit avec flèche 75">
            <a:extLst>
              <a:ext uri="{FF2B5EF4-FFF2-40B4-BE49-F238E27FC236}">
                <a16:creationId xmlns:a16="http://schemas.microsoft.com/office/drawing/2014/main" id="{24338649-8076-4BFC-AA63-FA414A60B5DA}"/>
              </a:ext>
            </a:extLst>
          </p:cNvPr>
          <p:cNvCxnSpPr>
            <a:cxnSpLocks/>
            <a:stCxn id="9" idx="0"/>
            <a:endCxn id="74" idx="2"/>
          </p:cNvCxnSpPr>
          <p:nvPr/>
        </p:nvCxnSpPr>
        <p:spPr>
          <a:xfrm flipH="1" flipV="1">
            <a:off x="8100966" y="4049991"/>
            <a:ext cx="1358050" cy="2054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8D3286E4-41F7-460E-97AA-0FCE0C32F972}"/>
              </a:ext>
            </a:extLst>
          </p:cNvPr>
          <p:cNvSpPr/>
          <p:nvPr/>
        </p:nvSpPr>
        <p:spPr>
          <a:xfrm>
            <a:off x="10402180" y="1554616"/>
            <a:ext cx="1306678"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New eco-responsible services (agencies, etc.)</a:t>
            </a:r>
          </a:p>
        </p:txBody>
      </p:sp>
      <p:sp>
        <p:nvSpPr>
          <p:cNvPr id="6" name="Rectangle 38">
            <a:extLst>
              <a:ext uri="{FF2B5EF4-FFF2-40B4-BE49-F238E27FC236}">
                <a16:creationId xmlns:a16="http://schemas.microsoft.com/office/drawing/2014/main" id="{5B2DEFE8-6EC9-3666-0078-CB9A4552989C}"/>
              </a:ext>
            </a:extLst>
          </p:cNvPr>
          <p:cNvSpPr/>
          <p:nvPr/>
        </p:nvSpPr>
        <p:spPr>
          <a:xfrm>
            <a:off x="4591619" y="5515153"/>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t>Realization</a:t>
            </a:r>
          </a:p>
        </p:txBody>
      </p:sp>
      <p:sp>
        <p:nvSpPr>
          <p:cNvPr id="11" name="Rectangle 39">
            <a:extLst>
              <a:ext uri="{FF2B5EF4-FFF2-40B4-BE49-F238E27FC236}">
                <a16:creationId xmlns:a16="http://schemas.microsoft.com/office/drawing/2014/main" id="{C251BD9A-6908-BA96-2B6B-AA42DE11484D}"/>
              </a:ext>
            </a:extLst>
          </p:cNvPr>
          <p:cNvSpPr/>
          <p:nvPr/>
        </p:nvSpPr>
        <p:spPr>
          <a:xfrm>
            <a:off x="4591619" y="4921527"/>
            <a:ext cx="1167042"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solidFill>
                  <a:schemeClr val="tx1"/>
                </a:solidFill>
              </a:rPr>
              <a:t>Positive consequence</a:t>
            </a:r>
          </a:p>
        </p:txBody>
      </p:sp>
      <p:sp>
        <p:nvSpPr>
          <p:cNvPr id="16" name="Rectangle 44">
            <a:extLst>
              <a:ext uri="{FF2B5EF4-FFF2-40B4-BE49-F238E27FC236}">
                <a16:creationId xmlns:a16="http://schemas.microsoft.com/office/drawing/2014/main" id="{A26CD0A8-686E-0225-ED5C-58681CFE58B4}"/>
              </a:ext>
            </a:extLst>
          </p:cNvPr>
          <p:cNvSpPr/>
          <p:nvPr/>
        </p:nvSpPr>
        <p:spPr>
          <a:xfrm>
            <a:off x="4591619" y="6108779"/>
            <a:ext cx="1167042"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a:solidFill>
                  <a:schemeClr val="tx1"/>
                </a:solidFill>
              </a:rPr>
              <a:t>Basic motivation</a:t>
            </a:r>
          </a:p>
        </p:txBody>
      </p:sp>
      <p:sp>
        <p:nvSpPr>
          <p:cNvPr id="18" name="CasellaDiTesto 17">
            <a:extLst>
              <a:ext uri="{FF2B5EF4-FFF2-40B4-BE49-F238E27FC236}">
                <a16:creationId xmlns:a16="http://schemas.microsoft.com/office/drawing/2014/main" id="{F53604D8-E692-7F96-F3BC-2F40E1A71B7E}"/>
              </a:ext>
            </a:extLst>
          </p:cNvPr>
          <p:cNvSpPr txBox="1"/>
          <p:nvPr/>
        </p:nvSpPr>
        <p:spPr>
          <a:xfrm>
            <a:off x="4431950" y="4252178"/>
            <a:ext cx="1544433" cy="646331"/>
          </a:xfrm>
          <a:prstGeom prst="rect">
            <a:avLst/>
          </a:prstGeom>
          <a:noFill/>
        </p:spPr>
        <p:txBody>
          <a:bodyPr wrap="square">
            <a:spAutoFit/>
          </a:bodyPr>
          <a:lstStyle/>
          <a:p>
            <a:pPr algn="ctr"/>
            <a:r>
              <a:rPr lang="fr-FR" b="1">
                <a:solidFill>
                  <a:schemeClr val="tx1"/>
                </a:solidFill>
              </a:rPr>
              <a:t>Workshop legend</a:t>
            </a:r>
          </a:p>
        </p:txBody>
      </p:sp>
      <p:sp>
        <p:nvSpPr>
          <p:cNvPr id="24" name="Segnaposto contenuto 2">
            <a:extLst>
              <a:ext uri="{FF2B5EF4-FFF2-40B4-BE49-F238E27FC236}">
                <a16:creationId xmlns:a16="http://schemas.microsoft.com/office/drawing/2014/main" id="{24BAB7B8-4BC0-8943-594B-C8AD3EDBCBF7}"/>
              </a:ext>
            </a:extLst>
          </p:cNvPr>
          <p:cNvSpPr>
            <a:spLocks noGrp="1"/>
          </p:cNvSpPr>
          <p:nvPr>
            <p:ph idx="1"/>
          </p:nvPr>
        </p:nvSpPr>
        <p:spPr>
          <a:xfrm>
            <a:off x="197134" y="1730544"/>
            <a:ext cx="2731568" cy="2844799"/>
          </a:xfrm>
        </p:spPr>
        <p:txBody>
          <a:bodyPr>
            <a:normAutofit/>
          </a:bodyPr>
          <a:lstStyle/>
          <a:p>
            <a:pPr marL="0" indent="0">
              <a:buNone/>
            </a:pPr>
            <a:r>
              <a:rPr lang="fr-FR" sz="1400"/>
              <a:t>Brainstorm on the possible serendipity effects of the new product launch "A new type of all-electric aircraft".</a:t>
            </a:r>
            <a:endParaRPr lang="fr-FR" sz="1200"/>
          </a:p>
        </p:txBody>
      </p:sp>
      <p:sp>
        <p:nvSpPr>
          <p:cNvPr id="3" name="Titolo 1">
            <a:extLst>
              <a:ext uri="{FF2B5EF4-FFF2-40B4-BE49-F238E27FC236}">
                <a16:creationId xmlns:a16="http://schemas.microsoft.com/office/drawing/2014/main" id="{A464510B-5F62-4D88-F6B4-3F3A19D4AE7E}"/>
              </a:ext>
            </a:extLst>
          </p:cNvPr>
          <p:cNvSpPr txBox="1">
            <a:spLocks/>
          </p:cNvSpPr>
          <p:nvPr/>
        </p:nvSpPr>
        <p:spPr>
          <a:xfrm>
            <a:off x="634013" y="123439"/>
            <a:ext cx="10578483"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dirty="0"/>
              <a:t>Use Case 2 - A new type of </a:t>
            </a:r>
            <a:r>
              <a:rPr lang="fr-FR" dirty="0" err="1"/>
              <a:t>fully</a:t>
            </a:r>
            <a:r>
              <a:rPr lang="fr-FR" dirty="0"/>
              <a:t> </a:t>
            </a:r>
            <a:r>
              <a:rPr lang="fr-FR" dirty="0" err="1"/>
              <a:t>electric</a:t>
            </a:r>
            <a:r>
              <a:rPr lang="fr-FR" dirty="0"/>
              <a:t> </a:t>
            </a:r>
            <a:r>
              <a:rPr lang="fr-FR" dirty="0" err="1"/>
              <a:t>aircraft</a:t>
            </a:r>
            <a:endParaRPr lang="fr-FR" dirty="0"/>
          </a:p>
        </p:txBody>
      </p:sp>
      <p:pic>
        <p:nvPicPr>
          <p:cNvPr id="4" name="Immagine 3">
            <a:extLst>
              <a:ext uri="{FF2B5EF4-FFF2-40B4-BE49-F238E27FC236}">
                <a16:creationId xmlns:a16="http://schemas.microsoft.com/office/drawing/2014/main" id="{3A19541D-CECA-22FE-CB41-1B13A3C060D4}"/>
              </a:ext>
            </a:extLst>
          </p:cNvPr>
          <p:cNvPicPr>
            <a:picLocks noChangeAspect="1"/>
          </p:cNvPicPr>
          <p:nvPr/>
        </p:nvPicPr>
        <p:blipFill>
          <a:blip r:embed="rId4" cstate="screen">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337743" y="2932922"/>
            <a:ext cx="2000019" cy="892160"/>
          </a:xfrm>
          <a:prstGeom prst="rect">
            <a:avLst/>
          </a:prstGeom>
        </p:spPr>
      </p:pic>
    </p:spTree>
    <p:extLst>
      <p:ext uri="{BB962C8B-B14F-4D97-AF65-F5344CB8AC3E}">
        <p14:creationId xmlns:p14="http://schemas.microsoft.com/office/powerpoint/2010/main" val="151205100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79243726-82BA-3A75-5E48-950689BED291}"/>
              </a:ext>
            </a:extLst>
          </p:cNvPr>
          <p:cNvSpPr>
            <a:spLocks noGrp="1"/>
          </p:cNvSpPr>
          <p:nvPr>
            <p:ph type="title"/>
          </p:nvPr>
        </p:nvSpPr>
        <p:spPr/>
        <p:txBody>
          <a:bodyPr/>
          <a:lstStyle/>
          <a:p>
            <a:r>
              <a:rPr lang="en-US" dirty="0"/>
              <a:t>Using 6 Project / Product WHYS as a Workshop</a:t>
            </a:r>
          </a:p>
        </p:txBody>
      </p:sp>
      <p:sp>
        <p:nvSpPr>
          <p:cNvPr id="10" name="Segnaposto testo 9">
            <a:extLst>
              <a:ext uri="{FF2B5EF4-FFF2-40B4-BE49-F238E27FC236}">
                <a16:creationId xmlns:a16="http://schemas.microsoft.com/office/drawing/2014/main" id="{ED8FE550-07D6-0E8E-AFE5-3330474E420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4502426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Graphique 30" descr="Femme avec bras prothétique">
            <a:extLst>
              <a:ext uri="{FF2B5EF4-FFF2-40B4-BE49-F238E27FC236}">
                <a16:creationId xmlns:a16="http://schemas.microsoft.com/office/drawing/2014/main" id="{76F30985-E7BA-4A7D-B574-D6B94F0FE305}"/>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flipH="1">
            <a:off x="6782321" y="3983309"/>
            <a:ext cx="1022969" cy="1092860"/>
          </a:xfrm>
          <a:prstGeom prst="rect">
            <a:avLst/>
          </a:prstGeom>
        </p:spPr>
      </p:pic>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p:txBody>
          <a:bodyPr>
            <a:normAutofit/>
          </a:bodyPr>
          <a:lstStyle/>
          <a:p>
            <a:r>
              <a:rPr lang="en-US" sz="4000" dirty="0"/>
              <a:t>Project / Product WHYS workshop in a Nutshell</a:t>
            </a:r>
          </a:p>
        </p:txBody>
      </p:sp>
      <p:pic>
        <p:nvPicPr>
          <p:cNvPr id="12" name="Espace réservé pour une image  11">
            <a:extLst>
              <a:ext uri="{FF2B5EF4-FFF2-40B4-BE49-F238E27FC236}">
                <a16:creationId xmlns:a16="http://schemas.microsoft.com/office/drawing/2014/main" id="{983BADE5-F342-499E-8E0F-B9550C3DD310}"/>
              </a:ext>
            </a:extLst>
          </p:cNvPr>
          <p:cNvPicPr>
            <a:picLocks noGrp="1" noChangeAspect="1"/>
          </p:cNvPicPr>
          <p:nvPr>
            <p:ph type="pic" sz="quarter" idx="13"/>
          </p:nvPr>
        </p:nvPicPr>
        <p:blipFill rotWithShape="1">
          <a:blip r:embed="rId4" cstate="screen">
            <a:extLst>
              <a:ext uri="{28A0092B-C50C-407E-A947-70E740481C1C}">
                <a14:useLocalDpi xmlns:a14="http://schemas.microsoft.com/office/drawing/2010/main"/>
              </a:ext>
            </a:extLst>
          </a:blip>
          <a:srcRect l="-2418"/>
          <a:stretch/>
        </p:blipFill>
        <p:spPr>
          <a:xfrm>
            <a:off x="655290" y="1862686"/>
            <a:ext cx="3256803" cy="1474016"/>
          </a:xfrm>
        </p:spPr>
      </p:pic>
      <p:pic>
        <p:nvPicPr>
          <p:cNvPr id="14" name="Espace réservé pour une image  13">
            <a:extLst>
              <a:ext uri="{FF2B5EF4-FFF2-40B4-BE49-F238E27FC236}">
                <a16:creationId xmlns:a16="http://schemas.microsoft.com/office/drawing/2014/main" id="{5A779619-FBCF-4594-83C1-5C590AFF4656}"/>
              </a:ext>
            </a:extLst>
          </p:cNvPr>
          <p:cNvPicPr>
            <a:picLocks noGrp="1" noChangeAspect="1"/>
          </p:cNvPicPr>
          <p:nvPr>
            <p:ph type="pic" sz="quarter" idx="14"/>
          </p:nvPr>
        </p:nvPicPr>
        <p:blipFill rotWithShape="1">
          <a:blip r:embed="rId5" cstate="screen">
            <a:extLst>
              <a:ext uri="{28A0092B-C50C-407E-A947-70E740481C1C}">
                <a14:useLocalDpi xmlns:a14="http://schemas.microsoft.com/office/drawing/2010/main"/>
              </a:ext>
            </a:extLst>
          </a:blip>
          <a:srcRect l="-351"/>
          <a:stretch/>
        </p:blipFill>
        <p:spPr>
          <a:xfrm>
            <a:off x="4648218" y="1980268"/>
            <a:ext cx="2912131" cy="1356434"/>
          </a:xfrm>
        </p:spPr>
      </p:pic>
      <p:pic>
        <p:nvPicPr>
          <p:cNvPr id="16" name="Espace réservé pour une image  15">
            <a:extLst>
              <a:ext uri="{FF2B5EF4-FFF2-40B4-BE49-F238E27FC236}">
                <a16:creationId xmlns:a16="http://schemas.microsoft.com/office/drawing/2014/main" id="{4549714A-6116-4F75-97F7-7D922FF4BABE}"/>
              </a:ext>
            </a:extLst>
          </p:cNvPr>
          <p:cNvPicPr>
            <a:picLocks noGrp="1" noChangeAspect="1"/>
          </p:cNvPicPr>
          <p:nvPr>
            <p:ph type="pic" sz="quarter" idx="15"/>
          </p:nvPr>
        </p:nvPicPr>
        <p:blipFill rotWithShape="1">
          <a:blip r:embed="rId6" cstate="screen">
            <a:extLst>
              <a:ext uri="{28A0092B-C50C-407E-A947-70E740481C1C}">
                <a14:useLocalDpi xmlns:a14="http://schemas.microsoft.com/office/drawing/2010/main"/>
              </a:ext>
            </a:extLst>
          </a:blip>
          <a:srcRect l="-1144"/>
          <a:stretch/>
        </p:blipFill>
        <p:spPr>
          <a:xfrm>
            <a:off x="8239590" y="1980268"/>
            <a:ext cx="3098307" cy="1401722"/>
          </a:xfrm>
        </p:spPr>
      </p:pic>
      <p:sp>
        <p:nvSpPr>
          <p:cNvPr id="9" name="Espace réservé du texte 8">
            <a:extLst>
              <a:ext uri="{FF2B5EF4-FFF2-40B4-BE49-F238E27FC236}">
                <a16:creationId xmlns:a16="http://schemas.microsoft.com/office/drawing/2014/main" id="{CA1044E5-4A38-4A57-BEC6-02CD1F1AFC8B}"/>
              </a:ext>
            </a:extLst>
          </p:cNvPr>
          <p:cNvSpPr>
            <a:spLocks noGrp="1"/>
          </p:cNvSpPr>
          <p:nvPr>
            <p:ph type="body" sz="quarter" idx="16"/>
          </p:nvPr>
        </p:nvSpPr>
        <p:spPr>
          <a:xfrm>
            <a:off x="854104" y="5461000"/>
            <a:ext cx="3402012" cy="574675"/>
          </a:xfrm>
        </p:spPr>
        <p:txBody>
          <a:bodyPr/>
          <a:lstStyle/>
          <a:p>
            <a:r>
              <a:rPr lang="en-US" sz="1200"/>
              <a:t>1. Among the different ways (sub-workshops) to prepare a Project / Product, choose one that fits best the participants intention</a:t>
            </a:r>
          </a:p>
        </p:txBody>
      </p:sp>
      <p:sp>
        <p:nvSpPr>
          <p:cNvPr id="10" name="Espace réservé du texte 9">
            <a:extLst>
              <a:ext uri="{FF2B5EF4-FFF2-40B4-BE49-F238E27FC236}">
                <a16:creationId xmlns:a16="http://schemas.microsoft.com/office/drawing/2014/main" id="{D3A05F0F-47B8-4894-8D48-0C0F4C166E59}"/>
              </a:ext>
            </a:extLst>
          </p:cNvPr>
          <p:cNvSpPr>
            <a:spLocks noGrp="1"/>
          </p:cNvSpPr>
          <p:nvPr>
            <p:ph type="body" sz="quarter" idx="17"/>
          </p:nvPr>
        </p:nvSpPr>
        <p:spPr>
          <a:xfrm>
            <a:off x="4403278" y="5461000"/>
            <a:ext cx="3402012" cy="574675"/>
          </a:xfrm>
        </p:spPr>
        <p:txBody>
          <a:bodyPr/>
          <a:lstStyle/>
          <a:p>
            <a:r>
              <a:rPr lang="en-US" sz="1200"/>
              <a:t>2. Use the canvas (or the simplified version), to share between participants</a:t>
            </a:r>
          </a:p>
        </p:txBody>
      </p:sp>
      <p:sp>
        <p:nvSpPr>
          <p:cNvPr id="11" name="Espace réservé du texte 10">
            <a:extLst>
              <a:ext uri="{FF2B5EF4-FFF2-40B4-BE49-F238E27FC236}">
                <a16:creationId xmlns:a16="http://schemas.microsoft.com/office/drawing/2014/main" id="{C5D8558B-FF11-4A39-8795-6E2A831F942D}"/>
              </a:ext>
            </a:extLst>
          </p:cNvPr>
          <p:cNvSpPr>
            <a:spLocks noGrp="1"/>
          </p:cNvSpPr>
          <p:nvPr>
            <p:ph type="body" sz="quarter" idx="18"/>
          </p:nvPr>
        </p:nvSpPr>
        <p:spPr/>
        <p:txBody>
          <a:bodyPr/>
          <a:lstStyle/>
          <a:p>
            <a:r>
              <a:rPr lang="en-US" sz="1200"/>
              <a:t>3. You can follow-up by doing another sub-workshop  (can also be done in small groups) or decide it is enough to start planning the launch</a:t>
            </a:r>
          </a:p>
        </p:txBody>
      </p:sp>
      <p:pic>
        <p:nvPicPr>
          <p:cNvPr id="18" name="Graphique 17" descr="Personne portant un masque">
            <a:extLst>
              <a:ext uri="{FF2B5EF4-FFF2-40B4-BE49-F238E27FC236}">
                <a16:creationId xmlns:a16="http://schemas.microsoft.com/office/drawing/2014/main" id="{74B429C2-6BAA-401F-BC5B-CEA83EB5FCA1}"/>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flipH="1">
            <a:off x="2370338" y="3597334"/>
            <a:ext cx="980744" cy="1341259"/>
          </a:xfrm>
          <a:prstGeom prst="rect">
            <a:avLst/>
          </a:prstGeom>
        </p:spPr>
      </p:pic>
      <p:pic>
        <p:nvPicPr>
          <p:cNvPr id="22" name="Graphique 21" descr="Femme aux cheveux bouclés qui lève la main">
            <a:extLst>
              <a:ext uri="{FF2B5EF4-FFF2-40B4-BE49-F238E27FC236}">
                <a16:creationId xmlns:a16="http://schemas.microsoft.com/office/drawing/2014/main" id="{9E535040-BADD-457D-9E77-8C2D08A10FED}"/>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flipH="1">
            <a:off x="3085383" y="3986882"/>
            <a:ext cx="980742" cy="1235020"/>
          </a:xfrm>
          <a:prstGeom prst="rect">
            <a:avLst/>
          </a:prstGeom>
        </p:spPr>
      </p:pic>
      <p:pic>
        <p:nvPicPr>
          <p:cNvPr id="24" name="Graphique 23" descr="Femme avec bras prothétique">
            <a:extLst>
              <a:ext uri="{FF2B5EF4-FFF2-40B4-BE49-F238E27FC236}">
                <a16:creationId xmlns:a16="http://schemas.microsoft.com/office/drawing/2014/main" id="{CE39557E-6F85-45DA-AB1E-346A8FB26A9B}"/>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290" y="3508700"/>
            <a:ext cx="1536420" cy="1613241"/>
          </a:xfrm>
          <a:prstGeom prst="rect">
            <a:avLst/>
          </a:prstGeom>
        </p:spPr>
      </p:pic>
      <p:pic>
        <p:nvPicPr>
          <p:cNvPr id="25" name="Graphique 24" descr="Homme barbu en peignoir">
            <a:extLst>
              <a:ext uri="{FF2B5EF4-FFF2-40B4-BE49-F238E27FC236}">
                <a16:creationId xmlns:a16="http://schemas.microsoft.com/office/drawing/2014/main" id="{B774CE6D-542E-4F20-BC98-2F1D47336CAD}"/>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flipH="1">
            <a:off x="2677881" y="4171583"/>
            <a:ext cx="980743" cy="1168621"/>
          </a:xfrm>
          <a:prstGeom prst="rect">
            <a:avLst/>
          </a:prstGeom>
        </p:spPr>
      </p:pic>
      <p:pic>
        <p:nvPicPr>
          <p:cNvPr id="26" name="Graphique 25" descr="Femme aux cheveux bouclés qui lève la main">
            <a:extLst>
              <a:ext uri="{FF2B5EF4-FFF2-40B4-BE49-F238E27FC236}">
                <a16:creationId xmlns:a16="http://schemas.microsoft.com/office/drawing/2014/main" id="{371EC5E0-FE16-4B44-9189-CFA6BBF9F82D}"/>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4729979" y="3661842"/>
            <a:ext cx="1170531" cy="1474017"/>
          </a:xfrm>
          <a:prstGeom prst="rect">
            <a:avLst/>
          </a:prstGeom>
        </p:spPr>
      </p:pic>
      <p:sp>
        <p:nvSpPr>
          <p:cNvPr id="28" name="Rectangle 27">
            <a:extLst>
              <a:ext uri="{FF2B5EF4-FFF2-40B4-BE49-F238E27FC236}">
                <a16:creationId xmlns:a16="http://schemas.microsoft.com/office/drawing/2014/main" id="{56D60CEA-12A3-4A63-9EE9-3CF5246C78B3}"/>
              </a:ext>
            </a:extLst>
          </p:cNvPr>
          <p:cNvSpPr/>
          <p:nvPr/>
        </p:nvSpPr>
        <p:spPr>
          <a:xfrm>
            <a:off x="5697158" y="3864031"/>
            <a:ext cx="618191" cy="526851"/>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Lorem Ipsum</a:t>
            </a:r>
          </a:p>
        </p:txBody>
      </p:sp>
      <p:pic>
        <p:nvPicPr>
          <p:cNvPr id="30" name="Graphique 29" descr="Homme barbu en peignoir">
            <a:extLst>
              <a:ext uri="{FF2B5EF4-FFF2-40B4-BE49-F238E27FC236}">
                <a16:creationId xmlns:a16="http://schemas.microsoft.com/office/drawing/2014/main" id="{1D59C1AC-663F-40AD-ABFA-DE034708868D}"/>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flipH="1">
            <a:off x="6404496" y="3731009"/>
            <a:ext cx="980743" cy="1168621"/>
          </a:xfrm>
          <a:prstGeom prst="rect">
            <a:avLst/>
          </a:prstGeom>
        </p:spPr>
      </p:pic>
      <p:pic>
        <p:nvPicPr>
          <p:cNvPr id="29" name="Graphique 28" descr="Personne portant un masque">
            <a:extLst>
              <a:ext uri="{FF2B5EF4-FFF2-40B4-BE49-F238E27FC236}">
                <a16:creationId xmlns:a16="http://schemas.microsoft.com/office/drawing/2014/main" id="{AD413A4B-7EEA-4F15-B18B-C6D3AD2A2E26}"/>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flipH="1">
            <a:off x="6404496" y="4267963"/>
            <a:ext cx="885664" cy="1211228"/>
          </a:xfrm>
          <a:prstGeom prst="rect">
            <a:avLst/>
          </a:prstGeom>
        </p:spPr>
      </p:pic>
      <p:pic>
        <p:nvPicPr>
          <p:cNvPr id="32" name="Graphique 31" descr="Femme avec bras prothétique">
            <a:extLst>
              <a:ext uri="{FF2B5EF4-FFF2-40B4-BE49-F238E27FC236}">
                <a16:creationId xmlns:a16="http://schemas.microsoft.com/office/drawing/2014/main" id="{644E731E-003B-441E-BD43-3F6FBC7E2A98}"/>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238881" y="3522618"/>
            <a:ext cx="1536420" cy="1613241"/>
          </a:xfrm>
          <a:prstGeom prst="rect">
            <a:avLst/>
          </a:prstGeom>
        </p:spPr>
      </p:pic>
      <p:pic>
        <p:nvPicPr>
          <p:cNvPr id="33" name="Graphique 32" descr="Personne portant un masque">
            <a:extLst>
              <a:ext uri="{FF2B5EF4-FFF2-40B4-BE49-F238E27FC236}">
                <a16:creationId xmlns:a16="http://schemas.microsoft.com/office/drawing/2014/main" id="{68A4ED37-3D08-4050-B367-D4F033DAE160}"/>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flipH="1">
            <a:off x="9658013" y="3529747"/>
            <a:ext cx="980744" cy="1341259"/>
          </a:xfrm>
          <a:prstGeom prst="rect">
            <a:avLst/>
          </a:prstGeom>
        </p:spPr>
      </p:pic>
      <p:pic>
        <p:nvPicPr>
          <p:cNvPr id="34" name="Graphique 33" descr="Femme aux cheveux bouclés qui lève la main">
            <a:extLst>
              <a:ext uri="{FF2B5EF4-FFF2-40B4-BE49-F238E27FC236}">
                <a16:creationId xmlns:a16="http://schemas.microsoft.com/office/drawing/2014/main" id="{FA65E1A0-D8E4-43AF-B57B-30E3792DF828}"/>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flipH="1">
            <a:off x="10373058" y="3919295"/>
            <a:ext cx="980742" cy="1235020"/>
          </a:xfrm>
          <a:prstGeom prst="rect">
            <a:avLst/>
          </a:prstGeom>
        </p:spPr>
      </p:pic>
      <p:pic>
        <p:nvPicPr>
          <p:cNvPr id="35" name="Graphique 34" descr="Homme barbu en peignoir">
            <a:extLst>
              <a:ext uri="{FF2B5EF4-FFF2-40B4-BE49-F238E27FC236}">
                <a16:creationId xmlns:a16="http://schemas.microsoft.com/office/drawing/2014/main" id="{3EB88336-ECF9-4E0B-80EC-A4999E81C354}"/>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flipH="1">
            <a:off x="9965556" y="4103996"/>
            <a:ext cx="980743" cy="1168621"/>
          </a:xfrm>
          <a:prstGeom prst="rect">
            <a:avLst/>
          </a:prstGeom>
        </p:spPr>
      </p:pic>
    </p:spTree>
    <p:extLst>
      <p:ext uri="{BB962C8B-B14F-4D97-AF65-F5344CB8AC3E}">
        <p14:creationId xmlns:p14="http://schemas.microsoft.com/office/powerpoint/2010/main" val="34829718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p:txBody>
          <a:bodyPr/>
          <a:lstStyle/>
          <a:p>
            <a:r>
              <a:rPr lang="en-US"/>
              <a:t>Level 2 : How Project / Product WHYS </a:t>
            </a:r>
            <a:br>
              <a:rPr lang="en-US"/>
            </a:br>
            <a:r>
              <a:rPr lang="en-US"/>
              <a:t>is conducted</a:t>
            </a:r>
          </a:p>
        </p:txBody>
      </p:sp>
      <p:grpSp>
        <p:nvGrpSpPr>
          <p:cNvPr id="12" name="Groupe 11">
            <a:extLst>
              <a:ext uri="{FF2B5EF4-FFF2-40B4-BE49-F238E27FC236}">
                <a16:creationId xmlns:a16="http://schemas.microsoft.com/office/drawing/2014/main" id="{1B94675C-2E62-44A0-A392-808EA0131B26}"/>
              </a:ext>
            </a:extLst>
          </p:cNvPr>
          <p:cNvGrpSpPr/>
          <p:nvPr/>
        </p:nvGrpSpPr>
        <p:grpSpPr>
          <a:xfrm>
            <a:off x="11042409" y="694872"/>
            <a:ext cx="1149591" cy="1016630"/>
            <a:chOff x="3239584" y="4265153"/>
            <a:chExt cx="944022" cy="834837"/>
          </a:xfrm>
        </p:grpSpPr>
        <p:grpSp>
          <p:nvGrpSpPr>
            <p:cNvPr id="13" name="Groupe 12">
              <a:extLst>
                <a:ext uri="{FF2B5EF4-FFF2-40B4-BE49-F238E27FC236}">
                  <a16:creationId xmlns:a16="http://schemas.microsoft.com/office/drawing/2014/main" id="{D80BC6E9-2973-4102-A899-2756BA194BF9}"/>
                </a:ext>
              </a:extLst>
            </p:cNvPr>
            <p:cNvGrpSpPr/>
            <p:nvPr/>
          </p:nvGrpSpPr>
          <p:grpSpPr>
            <a:xfrm>
              <a:off x="3239584" y="4265153"/>
              <a:ext cx="944022" cy="834837"/>
              <a:chOff x="3239584" y="4265153"/>
              <a:chExt cx="944022" cy="834837"/>
            </a:xfrm>
          </p:grpSpPr>
          <p:pic>
            <p:nvPicPr>
              <p:cNvPr id="15" name="Graphique 14" descr="Personne confuse avec un remplissage uni">
                <a:extLst>
                  <a:ext uri="{FF2B5EF4-FFF2-40B4-BE49-F238E27FC236}">
                    <a16:creationId xmlns:a16="http://schemas.microsoft.com/office/drawing/2014/main" id="{8E3F554B-ADB6-447C-A55F-7DA71CA07E0D}"/>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39584" y="4281195"/>
                <a:ext cx="818795" cy="818795"/>
              </a:xfrm>
              <a:prstGeom prst="rect">
                <a:avLst/>
              </a:prstGeom>
            </p:spPr>
          </p:pic>
          <p:pic>
            <p:nvPicPr>
              <p:cNvPr id="16" name="Graphique 15" descr="Calendrier journalier avec un remplissage uni">
                <a:extLst>
                  <a:ext uri="{FF2B5EF4-FFF2-40B4-BE49-F238E27FC236}">
                    <a16:creationId xmlns:a16="http://schemas.microsoft.com/office/drawing/2014/main" id="{3EDD1170-503C-422A-9B26-46027D98343D}"/>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826152" y="4265153"/>
                <a:ext cx="357454" cy="357454"/>
              </a:xfrm>
              <a:prstGeom prst="rect">
                <a:avLst/>
              </a:prstGeom>
            </p:spPr>
          </p:pic>
        </p:grpSp>
        <p:pic>
          <p:nvPicPr>
            <p:cNvPr id="14" name="Image 13">
              <a:extLst>
                <a:ext uri="{FF2B5EF4-FFF2-40B4-BE49-F238E27FC236}">
                  <a16:creationId xmlns:a16="http://schemas.microsoft.com/office/drawing/2014/main" id="{82BC3947-053B-49DF-B15E-678F561FA0BD}"/>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287011" y="4369569"/>
              <a:ext cx="204094" cy="196889"/>
            </a:xfrm>
            <a:prstGeom prst="rect">
              <a:avLst/>
            </a:prstGeom>
            <a:noFill/>
          </p:spPr>
        </p:pic>
      </p:grpSp>
      <p:sp>
        <p:nvSpPr>
          <p:cNvPr id="17" name="Bulle narrative : ronde 16">
            <a:extLst>
              <a:ext uri="{FF2B5EF4-FFF2-40B4-BE49-F238E27FC236}">
                <a16:creationId xmlns:a16="http://schemas.microsoft.com/office/drawing/2014/main" id="{5DC8DA58-75F4-4305-BB2B-B0BE2336973A}"/>
              </a:ext>
            </a:extLst>
          </p:cNvPr>
          <p:cNvSpPr/>
          <p:nvPr/>
        </p:nvSpPr>
        <p:spPr>
          <a:xfrm>
            <a:off x="9426450" y="95798"/>
            <a:ext cx="1587081" cy="932108"/>
          </a:xfrm>
          <a:prstGeom prst="wedgeEllipseCallout">
            <a:avLst>
              <a:gd name="adj1" fmla="val 71412"/>
              <a:gd name="adj2" fmla="val 18688"/>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To understand what happens in the workshop</a:t>
            </a:r>
          </a:p>
        </p:txBody>
      </p:sp>
      <p:sp>
        <p:nvSpPr>
          <p:cNvPr id="23" name="Flèche : droite 22">
            <a:extLst>
              <a:ext uri="{FF2B5EF4-FFF2-40B4-BE49-F238E27FC236}">
                <a16:creationId xmlns:a16="http://schemas.microsoft.com/office/drawing/2014/main" id="{011DBE07-86F4-4C26-89A1-335718E27CF9}"/>
              </a:ext>
            </a:extLst>
          </p:cNvPr>
          <p:cNvSpPr/>
          <p:nvPr/>
        </p:nvSpPr>
        <p:spPr>
          <a:xfrm>
            <a:off x="217648" y="1061788"/>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4" name="Tableau 4">
            <a:extLst>
              <a:ext uri="{FF2B5EF4-FFF2-40B4-BE49-F238E27FC236}">
                <a16:creationId xmlns:a16="http://schemas.microsoft.com/office/drawing/2014/main" id="{17FF7068-AC52-408E-AEE7-AF6B0F4F73FA}"/>
              </a:ext>
            </a:extLst>
          </p:cNvPr>
          <p:cNvGraphicFramePr>
            <a:graphicFrameLocks/>
          </p:cNvGraphicFramePr>
          <p:nvPr>
            <p:extLst>
              <p:ext uri="{D42A27DB-BD31-4B8C-83A1-F6EECF244321}">
                <p14:modId xmlns:p14="http://schemas.microsoft.com/office/powerpoint/2010/main" val="1255714558"/>
              </p:ext>
            </p:extLst>
          </p:nvPr>
        </p:nvGraphicFramePr>
        <p:xfrm>
          <a:off x="217646" y="1603540"/>
          <a:ext cx="10421855" cy="4350393"/>
        </p:xfrm>
        <a:graphic>
          <a:graphicData uri="http://schemas.openxmlformats.org/drawingml/2006/table">
            <a:tbl>
              <a:tblPr firstRow="1" bandRow="1">
                <a:tableStyleId>{5C22544A-7EE6-4342-B048-85BDC9FD1C3A}</a:tableStyleId>
              </a:tblPr>
              <a:tblGrid>
                <a:gridCol w="1796089">
                  <a:extLst>
                    <a:ext uri="{9D8B030D-6E8A-4147-A177-3AD203B41FA5}">
                      <a16:colId xmlns:a16="http://schemas.microsoft.com/office/drawing/2014/main" val="1302591909"/>
                    </a:ext>
                  </a:extLst>
                </a:gridCol>
                <a:gridCol w="6873411">
                  <a:extLst>
                    <a:ext uri="{9D8B030D-6E8A-4147-A177-3AD203B41FA5}">
                      <a16:colId xmlns:a16="http://schemas.microsoft.com/office/drawing/2014/main" val="1572267126"/>
                    </a:ext>
                  </a:extLst>
                </a:gridCol>
                <a:gridCol w="1752355">
                  <a:extLst>
                    <a:ext uri="{9D8B030D-6E8A-4147-A177-3AD203B41FA5}">
                      <a16:colId xmlns:a16="http://schemas.microsoft.com/office/drawing/2014/main" val="4222483745"/>
                    </a:ext>
                  </a:extLst>
                </a:gridCol>
              </a:tblGrid>
              <a:tr h="828942">
                <a:tc>
                  <a:txBody>
                    <a:bodyPr/>
                    <a:lstStyle/>
                    <a:p>
                      <a:r>
                        <a:rPr lang="en-US" sz="1400" noProof="0"/>
                        <a:t>Opening: </a:t>
                      </a:r>
                    </a:p>
                    <a:p>
                      <a:r>
                        <a:rPr lang="en-US" sz="1400" noProof="0"/>
                        <a:t>Welcoming, Intro, Icebreaker, ...</a:t>
                      </a:r>
                    </a:p>
                  </a:txBody>
                  <a:tcPr/>
                </a:tc>
                <a:tc>
                  <a:txBody>
                    <a:bodyPr/>
                    <a:lstStyle/>
                    <a:p>
                      <a:pPr algn="ctr"/>
                      <a:r>
                        <a:rPr lang="en-US" sz="1400" noProof="0"/>
                        <a:t>Steps</a:t>
                      </a:r>
                    </a:p>
                    <a:p>
                      <a:pPr algn="ctr"/>
                      <a:r>
                        <a:rPr lang="en-US" sz="1400" noProof="0"/>
                        <a:t>Rules of the Workshop, Narrative</a:t>
                      </a:r>
                    </a:p>
                  </a:txBody>
                  <a:tcPr/>
                </a:tc>
                <a:tc>
                  <a:txBody>
                    <a:bodyPr/>
                    <a:lstStyle/>
                    <a:p>
                      <a:r>
                        <a:rPr lang="en-US" sz="1400" noProof="0"/>
                        <a:t>Closing :</a:t>
                      </a:r>
                    </a:p>
                    <a:p>
                      <a:r>
                        <a:rPr lang="en-US" sz="1400" noProof="0"/>
                        <a:t>Debriefing, Thanking, …</a:t>
                      </a:r>
                    </a:p>
                  </a:txBody>
                  <a:tcPr/>
                </a:tc>
                <a:extLst>
                  <a:ext uri="{0D108BD9-81ED-4DB2-BD59-A6C34878D82A}">
                    <a16:rowId xmlns:a16="http://schemas.microsoft.com/office/drawing/2014/main" val="1724558119"/>
                  </a:ext>
                </a:extLst>
              </a:tr>
              <a:tr h="3521451">
                <a:tc>
                  <a:txBody>
                    <a:bodyPr/>
                    <a:lstStyle/>
                    <a:p>
                      <a:r>
                        <a:rPr lang="en-US" sz="1400" noProof="0"/>
                        <a:t>5 minutes</a:t>
                      </a:r>
                    </a:p>
                    <a:p>
                      <a:r>
                        <a:rPr lang="en-US" sz="1400" noProof="0"/>
                        <a:t>Introduce the intention of the Project / Product WHYS workshop</a:t>
                      </a:r>
                    </a:p>
                    <a:p>
                      <a:endParaRPr lang="en-US" sz="1400" noProof="0"/>
                    </a:p>
                    <a:p>
                      <a:r>
                        <a:rPr lang="en-US" sz="1400" noProof="0"/>
                        <a:t>5 minutes (optional)</a:t>
                      </a:r>
                    </a:p>
                    <a:p>
                      <a:r>
                        <a:rPr lang="en-US" sz="1400" noProof="0"/>
                        <a:t>Present the different sub-workshop</a:t>
                      </a:r>
                    </a:p>
                    <a:p>
                      <a:endParaRPr lang="en-US" sz="1400" noProof="0"/>
                    </a:p>
                    <a:p>
                      <a:r>
                        <a:rPr lang="en-US" sz="1400" noProof="0"/>
                        <a:t>OR</a:t>
                      </a:r>
                    </a:p>
                    <a:p>
                      <a:r>
                        <a:rPr lang="en-US" sz="1400" noProof="0"/>
                        <a:t>0 minutes</a:t>
                      </a:r>
                    </a:p>
                    <a:p>
                      <a:r>
                        <a:rPr lang="en-US" sz="1400" noProof="0"/>
                        <a:t>Choose the simplified version.</a:t>
                      </a:r>
                    </a:p>
                  </a:txBody>
                  <a:tcPr/>
                </a:tc>
                <a:tc>
                  <a:txBody>
                    <a:bodyPr/>
                    <a:lstStyle/>
                    <a:p>
                      <a:r>
                        <a:rPr lang="en-US" sz="1400" noProof="0"/>
                        <a:t>30-45 minutes per sub-workshop</a:t>
                      </a:r>
                    </a:p>
                    <a:p>
                      <a:r>
                        <a:rPr lang="en-US" sz="1400" noProof="0"/>
                        <a:t>Explain the model </a:t>
                      </a:r>
                    </a:p>
                    <a:p>
                      <a:r>
                        <a:rPr lang="en-US" sz="1400" noProof="0"/>
                        <a:t>Share about one example</a:t>
                      </a:r>
                    </a:p>
                    <a:p>
                      <a:r>
                        <a:rPr lang="en-US" sz="1400" noProof="0"/>
                        <a:t>Perform the workshop, using it as a Canvas</a:t>
                      </a:r>
                    </a:p>
                  </a:txBody>
                  <a:tcPr/>
                </a:tc>
                <a:tc>
                  <a:txBody>
                    <a:bodyPr/>
                    <a:lstStyle/>
                    <a:p>
                      <a:r>
                        <a:rPr lang="en-US" sz="1400" noProof="0"/>
                        <a:t>5-10 minutes</a:t>
                      </a:r>
                    </a:p>
                    <a:p>
                      <a:endParaRPr lang="en-US" sz="1400" noProof="0"/>
                    </a:p>
                    <a:p>
                      <a:r>
                        <a:rPr lang="en-US" sz="1400" noProof="0"/>
                        <a:t>Ask participants about level of motivation to launch (before the workshop, and after)</a:t>
                      </a:r>
                    </a:p>
                    <a:p>
                      <a:endParaRPr lang="en-US" sz="1400" noProof="0"/>
                    </a:p>
                    <a:p>
                      <a:r>
                        <a:rPr lang="en-US" sz="1400" noProof="0"/>
                        <a:t>Choose the next sub-workshop if any</a:t>
                      </a:r>
                    </a:p>
                  </a:txBody>
                  <a:tcPr/>
                </a:tc>
                <a:extLst>
                  <a:ext uri="{0D108BD9-81ED-4DB2-BD59-A6C34878D82A}">
                    <a16:rowId xmlns:a16="http://schemas.microsoft.com/office/drawing/2014/main" val="215570386"/>
                  </a:ext>
                </a:extLst>
              </a:tr>
            </a:tbl>
          </a:graphicData>
        </a:graphic>
      </p:graphicFrame>
      <p:sp>
        <p:nvSpPr>
          <p:cNvPr id="25" name="Espace réservé du contenu 2">
            <a:extLst>
              <a:ext uri="{FF2B5EF4-FFF2-40B4-BE49-F238E27FC236}">
                <a16:creationId xmlns:a16="http://schemas.microsoft.com/office/drawing/2014/main" id="{767E15B1-5AD7-4AC2-8DA6-38450253D5A6}"/>
              </a:ext>
            </a:extLst>
          </p:cNvPr>
          <p:cNvSpPr txBox="1">
            <a:spLocks/>
          </p:cNvSpPr>
          <p:nvPr/>
        </p:nvSpPr>
        <p:spPr>
          <a:xfrm>
            <a:off x="10829133" y="3440301"/>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000" b="1">
                <a:solidFill>
                  <a:srgbClr val="000000"/>
                </a:solidFill>
                <a:cs typeface="Calibri"/>
              </a:rPr>
              <a:t>Total :</a:t>
            </a:r>
          </a:p>
          <a:p>
            <a:pPr marL="0" indent="0" algn="ctr">
              <a:buFont typeface="Arial" panose="020B0604020202020204" pitchFamily="34" charset="0"/>
              <a:buNone/>
            </a:pPr>
            <a:r>
              <a:rPr lang="en-US" sz="2000" b="1">
                <a:solidFill>
                  <a:srgbClr val="000000"/>
                </a:solidFill>
                <a:cs typeface="Calibri"/>
              </a:rPr>
              <a:t>1h </a:t>
            </a:r>
          </a:p>
        </p:txBody>
      </p:sp>
    </p:spTree>
    <p:extLst>
      <p:ext uri="{BB962C8B-B14F-4D97-AF65-F5344CB8AC3E}">
        <p14:creationId xmlns:p14="http://schemas.microsoft.com/office/powerpoint/2010/main" val="428972425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a:xfrm>
            <a:off x="838200" y="365125"/>
            <a:ext cx="11049390" cy="1325563"/>
          </a:xfrm>
        </p:spPr>
        <p:txBody>
          <a:bodyPr>
            <a:normAutofit/>
          </a:bodyPr>
          <a:lstStyle/>
          <a:p>
            <a:r>
              <a:rPr lang="en-US" sz="4000" dirty="0"/>
              <a:t>Level 3 : Organizing Project / Product </a:t>
            </a:r>
            <a:br>
              <a:rPr lang="en-US" sz="4000" dirty="0"/>
            </a:br>
            <a:r>
              <a:rPr lang="en-US" sz="4000" dirty="0"/>
              <a:t>WHYS Workshops</a:t>
            </a:r>
          </a:p>
        </p:txBody>
      </p:sp>
      <p:grpSp>
        <p:nvGrpSpPr>
          <p:cNvPr id="9" name="Groupe 8">
            <a:extLst>
              <a:ext uri="{FF2B5EF4-FFF2-40B4-BE49-F238E27FC236}">
                <a16:creationId xmlns:a16="http://schemas.microsoft.com/office/drawing/2014/main" id="{22C618E6-D7BF-4A78-804F-BAFBB571C516}"/>
              </a:ext>
            </a:extLst>
          </p:cNvPr>
          <p:cNvGrpSpPr/>
          <p:nvPr/>
        </p:nvGrpSpPr>
        <p:grpSpPr>
          <a:xfrm>
            <a:off x="10879216" y="626812"/>
            <a:ext cx="1191184" cy="1126443"/>
            <a:chOff x="4763560" y="3762738"/>
            <a:chExt cx="978178" cy="925014"/>
          </a:xfrm>
        </p:grpSpPr>
        <p:grpSp>
          <p:nvGrpSpPr>
            <p:cNvPr id="10" name="Groupe 9">
              <a:extLst>
                <a:ext uri="{FF2B5EF4-FFF2-40B4-BE49-F238E27FC236}">
                  <a16:creationId xmlns:a16="http://schemas.microsoft.com/office/drawing/2014/main" id="{9F036C2B-2CA1-4C86-8925-EBC0C35220D4}"/>
                </a:ext>
              </a:extLst>
            </p:cNvPr>
            <p:cNvGrpSpPr/>
            <p:nvPr/>
          </p:nvGrpSpPr>
          <p:grpSpPr>
            <a:xfrm flipH="1">
              <a:off x="4766064" y="3762738"/>
              <a:ext cx="975674" cy="925014"/>
              <a:chOff x="4716415" y="3792004"/>
              <a:chExt cx="1009529" cy="925014"/>
            </a:xfrm>
          </p:grpSpPr>
          <p:pic>
            <p:nvPicPr>
              <p:cNvPr id="13" name="Graphique 12" descr="Mégaphone1 avec un remplissage uni">
                <a:extLst>
                  <a:ext uri="{FF2B5EF4-FFF2-40B4-BE49-F238E27FC236}">
                    <a16:creationId xmlns:a16="http://schemas.microsoft.com/office/drawing/2014/main" id="{F150C06D-EF41-440E-924D-5BC8247FBE8B}"/>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14" name="Groupe 13">
                <a:extLst>
                  <a:ext uri="{FF2B5EF4-FFF2-40B4-BE49-F238E27FC236}">
                    <a16:creationId xmlns:a16="http://schemas.microsoft.com/office/drawing/2014/main" id="{3B9260DA-7324-41BA-ADFF-8E7FF8DADB80}"/>
                  </a:ext>
                </a:extLst>
              </p:cNvPr>
              <p:cNvGrpSpPr/>
              <p:nvPr/>
            </p:nvGrpSpPr>
            <p:grpSpPr>
              <a:xfrm>
                <a:off x="5048496" y="3886444"/>
                <a:ext cx="633086" cy="830574"/>
                <a:chOff x="5018285" y="3873291"/>
                <a:chExt cx="696980" cy="914400"/>
              </a:xfrm>
            </p:grpSpPr>
            <p:pic>
              <p:nvPicPr>
                <p:cNvPr id="17" name="Graphique 16" descr="Personne confuse avec un remplissage uni">
                  <a:extLst>
                    <a:ext uri="{FF2B5EF4-FFF2-40B4-BE49-F238E27FC236}">
                      <a16:creationId xmlns:a16="http://schemas.microsoft.com/office/drawing/2014/main" id="{7B3632AA-9A4F-44F7-9EDA-EE7F88DB6F95}"/>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18" name="Rectangle : coins arrondis 17">
                  <a:extLst>
                    <a:ext uri="{FF2B5EF4-FFF2-40B4-BE49-F238E27FC236}">
                      <a16:creationId xmlns:a16="http://schemas.microsoft.com/office/drawing/2014/main" id="{F319ED8F-15E4-4D6B-B48F-07814F592F4F}"/>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pic>
            <p:nvPicPr>
              <p:cNvPr id="15" name="Graphique 14" descr="Balance de la justice avec un remplissage uni">
                <a:extLst>
                  <a:ext uri="{FF2B5EF4-FFF2-40B4-BE49-F238E27FC236}">
                    <a16:creationId xmlns:a16="http://schemas.microsoft.com/office/drawing/2014/main" id="{A745B04D-2947-4574-9BB4-DAAF578BB9CD}"/>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16" name="Image 15">
                <a:extLst>
                  <a:ext uri="{FF2B5EF4-FFF2-40B4-BE49-F238E27FC236}">
                    <a16:creationId xmlns:a16="http://schemas.microsoft.com/office/drawing/2014/main" id="{E2684A05-74F8-4201-9875-78D99DE0E7C3}"/>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rot="2247862" flipH="1">
                <a:off x="4849188" y="3943969"/>
                <a:ext cx="97515" cy="94073"/>
              </a:xfrm>
              <a:prstGeom prst="rect">
                <a:avLst/>
              </a:prstGeom>
            </p:spPr>
          </p:pic>
        </p:grpSp>
        <p:pic>
          <p:nvPicPr>
            <p:cNvPr id="11" name="Graphique 10" descr="Balance de la justice avec un remplissage uni">
              <a:extLst>
                <a:ext uri="{FF2B5EF4-FFF2-40B4-BE49-F238E27FC236}">
                  <a16:creationId xmlns:a16="http://schemas.microsoft.com/office/drawing/2014/main" id="{031C855C-EFCF-4084-AC48-4D3C6B333BF8}"/>
                </a:ext>
              </a:extLst>
            </p:cNvPr>
            <p:cNvPicPr>
              <a:picLocks noChangeAspect="1"/>
            </p:cNvPicPr>
            <p:nvPr/>
          </p:nvPicPr>
          <p:blipFill rotWithShape="1">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12" name="Graphique 11" descr="Balance de la justice avec un remplissage uni">
              <a:extLst>
                <a:ext uri="{FF2B5EF4-FFF2-40B4-BE49-F238E27FC236}">
                  <a16:creationId xmlns:a16="http://schemas.microsoft.com/office/drawing/2014/main" id="{AEC582A8-CF49-45B1-A384-33891477BDCE}"/>
                </a:ext>
              </a:extLst>
            </p:cNvPr>
            <p:cNvPicPr>
              <a:picLocks noChangeAspect="1"/>
            </p:cNvPicPr>
            <p:nvPr/>
          </p:nvPicPr>
          <p:blipFill rotWithShape="1">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sp>
        <p:nvSpPr>
          <p:cNvPr id="19" name="Bulle narrative : ronde 18">
            <a:extLst>
              <a:ext uri="{FF2B5EF4-FFF2-40B4-BE49-F238E27FC236}">
                <a16:creationId xmlns:a16="http://schemas.microsoft.com/office/drawing/2014/main" id="{7C7BD0D0-9C46-4E46-ADCF-956D2D933F6C}"/>
              </a:ext>
            </a:extLst>
          </p:cNvPr>
          <p:cNvSpPr/>
          <p:nvPr/>
        </p:nvSpPr>
        <p:spPr>
          <a:xfrm>
            <a:off x="9019713" y="-23454"/>
            <a:ext cx="2276351" cy="1456415"/>
          </a:xfrm>
          <a:prstGeom prst="wedgeEllipseCallout">
            <a:avLst>
              <a:gd name="adj1" fmla="val 46891"/>
              <a:gd name="adj2" fmla="val 737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To verify that it corresponds to my needs and abilities. </a:t>
            </a:r>
          </a:p>
          <a:p>
            <a:pPr algn="ctr"/>
            <a:endParaRPr lang="en-US" sz="1200">
              <a:solidFill>
                <a:schemeClr val="tx1"/>
              </a:solidFill>
            </a:endParaRPr>
          </a:p>
          <a:p>
            <a:pPr algn="ctr"/>
            <a:r>
              <a:rPr lang="en-US" sz="1200">
                <a:solidFill>
                  <a:schemeClr val="tx1"/>
                </a:solidFill>
              </a:rPr>
              <a:t>Then to easily organize the session</a:t>
            </a:r>
          </a:p>
        </p:txBody>
      </p:sp>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402256" y="1915222"/>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t>🎓Educational objectives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402256" y="2494428"/>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a:t>Understand the key elements that motivate the founding of a Project / Product.</a:t>
            </a:r>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3321056" y="1915222"/>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a:t>🎯Operational goals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3321056" y="2494428"/>
            <a:ext cx="2845965" cy="1690823"/>
          </a:xfrm>
          <a:prstGeom prst="rect">
            <a:avLst/>
          </a:prstGeom>
          <a:solidFill>
            <a:schemeClr val="accent2">
              <a:lumMod val="20000"/>
              <a:lumOff val="80000"/>
            </a:schemeClr>
          </a:solidFill>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a:t>The following elements are shared, discussed step by step, clarified and easier to communicate by Project / Product Founders : Purpose, Target Impact, Timing, Contribution, Project / Product experience, potential stories</a:t>
            </a:r>
          </a:p>
          <a:p>
            <a:r>
              <a:rPr lang="en-US" sz="1200"/>
              <a:t>Members are motivated by creating the Project / Product and want to start planning next (first) steps</a:t>
            </a: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6253803" y="1915222"/>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a:t>🧑‍🤝‍🧑Ideal Audience</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6253803" y="2494428"/>
            <a:ext cx="2832018" cy="1690823"/>
          </a:xfrm>
          <a:prstGeom prst="rect">
            <a:avLst/>
          </a:prstGeom>
          <a:solidFill>
            <a:schemeClr val="bg1">
              <a:lumMod val="95000"/>
            </a:schemeClr>
          </a:solidFill>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This workshop has been designed for Corporate collectives who oversee Products or projects, but it can fit other types of small Communities. </a:t>
            </a:r>
          </a:p>
          <a:p>
            <a:pPr marL="0" indent="0">
              <a:buNone/>
            </a:pPr>
            <a:r>
              <a:rPr lang="en-US" sz="1200" dirty="0"/>
              <a:t>Participants should be founders of the Project / Product and future contributors.</a:t>
            </a:r>
          </a:p>
          <a:p>
            <a:pPr marL="0" indent="0">
              <a:buNone/>
            </a:pPr>
            <a:r>
              <a:rPr lang="en-US" sz="1200" dirty="0"/>
              <a:t>Max number is 15, recommended is 5 to 10. Beyond 15, small groups should be created to focus on sub-workshops and share. </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9172603" y="1915222"/>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a:t>🛠️Examples of uses and problems addressed</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9172603" y="2494428"/>
            <a:ext cx="2832018" cy="1690823"/>
          </a:xfrm>
          <a:prstGeom prst="rect">
            <a:avLst/>
          </a:prstGeom>
          <a:solidFill>
            <a:schemeClr val="bg1"/>
          </a:solidFill>
          <a:ln>
            <a:solidFill>
              <a:schemeClr val="tx1"/>
            </a:solidFill>
          </a:ln>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a:t>Future founders of Corporate Project / Product XYZ have many ideas, goals and insights to share but it has been only small discussions up to now. </a:t>
            </a:r>
          </a:p>
          <a:p>
            <a:pPr marL="0" indent="0">
              <a:buNone/>
            </a:pPr>
            <a:r>
              <a:rPr lang="en-US" sz="1200"/>
              <a:t>They would like to gather to clarify their WHYS, especially to be able to communicate it beyond their own circle (to sponsors and potential future members). They use Project / Product WHYS workshop as a founding step to share and agree before an official Project / Product kick off.</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402256" y="4202081"/>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t>Topics not covered in this workshop</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402256" y="4781287"/>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a:t>Engagement level </a:t>
            </a:r>
          </a:p>
          <a:p>
            <a:pPr marL="0" indent="0">
              <a:buFont typeface="Arial" panose="020B0604020202020204" pitchFamily="34" charset="0"/>
              <a:buNone/>
            </a:pPr>
            <a:r>
              <a:rPr lang="en-US" sz="1200"/>
              <a:t>Mapping the topics</a:t>
            </a:r>
          </a:p>
          <a:p>
            <a:pPr marL="0" indent="0">
              <a:buFont typeface="Arial" panose="020B0604020202020204" pitchFamily="34" charset="0"/>
              <a:buNone/>
            </a:pPr>
            <a:r>
              <a:rPr lang="en-US" sz="1200"/>
              <a:t>Project / Product first moves </a:t>
            </a:r>
          </a:p>
          <a:p>
            <a:pPr marL="0" indent="0">
              <a:buFont typeface="Arial" panose="020B0604020202020204" pitchFamily="34" charset="0"/>
              <a:buNone/>
            </a:pPr>
            <a:r>
              <a:rPr lang="en-US" sz="1200"/>
              <a:t>Project / Product HOWS and WHATS</a:t>
            </a: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3321056" y="4202081"/>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b="1"/>
              <a:t>📅Logistics</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3321056" y="4781287"/>
            <a:ext cx="2845965" cy="1690823"/>
          </a:xfrm>
          <a:prstGeom prst="rect">
            <a:avLst/>
          </a:prstGeom>
          <a:solidFill>
            <a:schemeClr val="accent2">
              <a:lumMod val="20000"/>
              <a:lumOff val="80000"/>
            </a:schemeClr>
          </a:solidFill>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dirty="0"/>
              <a:t>Each sub-workshop should not last more than 45 minutes. An acceptable target for each sub-workshop is 30 minutes.</a:t>
            </a:r>
          </a:p>
          <a:p>
            <a:pPr marL="0" indent="0">
              <a:buFont typeface="Arial" panose="020B0604020202020204" pitchFamily="34" charset="0"/>
              <a:buNone/>
            </a:pPr>
            <a:r>
              <a:rPr lang="en-US" sz="1200" dirty="0"/>
              <a:t>Sub-workshops can be spread over several sessions. Not all sub-workshops are necessary for all projects or product.</a:t>
            </a:r>
          </a:p>
          <a:p>
            <a:pPr marL="0" indent="0">
              <a:buFont typeface="Arial" panose="020B0604020202020204" pitchFamily="34" charset="0"/>
              <a:buNone/>
            </a:pPr>
            <a:r>
              <a:rPr lang="en-US" sz="1200" dirty="0"/>
              <a:t>Most sub-workshops require a virtual wall in their visual workshop version, and can also be performed on a physical wall.</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6253803" y="4202081"/>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a:t>💡Ideas of complementary content</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6253803" y="4781287"/>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a:t>Project / Product Canvas </a:t>
            </a:r>
          </a:p>
          <a:p>
            <a:pPr marL="0" indent="0">
              <a:buNone/>
            </a:pPr>
            <a:r>
              <a:rPr lang="en-US" sz="1200"/>
              <a:t>W1 Time Investment profiles</a:t>
            </a:r>
          </a:p>
          <a:p>
            <a:pPr marL="0" indent="0">
              <a:buNone/>
            </a:pPr>
            <a:r>
              <a:rPr lang="en-US" sz="1200"/>
              <a:t>W2 Topics Mapping</a:t>
            </a:r>
          </a:p>
          <a:p>
            <a:pPr marL="0" indent="0">
              <a:buNone/>
            </a:pPr>
            <a:r>
              <a:rPr lang="en-US" sz="1200"/>
              <a:t>W3 Engagement Level Workshop</a:t>
            </a: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9172603" y="4202081"/>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1600"/>
              <a:t>🎤Pitch to copy-paste in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9172603" y="4781287"/>
            <a:ext cx="2832018" cy="1690823"/>
          </a:xfrm>
          <a:prstGeom prst="rect">
            <a:avLst/>
          </a:prstGeom>
          <a:solidFill>
            <a:schemeClr val="bg1"/>
          </a:solidFill>
          <a:ln>
            <a:solidFill>
              <a:schemeClr val="tx1"/>
            </a:solidFill>
          </a:ln>
        </p:spPr>
        <p:txBody>
          <a:bodyPr vert="horz" lIns="91440" tIns="45720" rIns="91440" bIns="45720" rtlCol="0" anchor="t">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Launching a Project / Product is an exciting experience, but a bad launch can sometimes waste a strong motivation and good intentions.</a:t>
            </a:r>
          </a:p>
          <a:p>
            <a:pPr marL="0" indent="0">
              <a:buNone/>
            </a:pPr>
            <a:r>
              <a:rPr lang="en-US" sz="1200" dirty="0"/>
              <a:t>But how can we start thorough imagination about something both so common and so complex (A Project / Product) ?</a:t>
            </a:r>
          </a:p>
          <a:p>
            <a:pPr marL="0" indent="0">
              <a:buNone/>
            </a:pPr>
            <a:r>
              <a:rPr lang="en-US" sz="1200" dirty="0"/>
              <a:t>Project / Product WHYS is a set of workshops that are meant to help founders structure and discuss about projects / products they launch.</a:t>
            </a:r>
          </a:p>
          <a:p>
            <a:pPr marL="0" indent="0">
              <a:buNone/>
            </a:pPr>
            <a:r>
              <a:rPr lang="en-US" sz="1200" dirty="0"/>
              <a:t> It asks questions that are key to motivation on the short term and the long term.</a:t>
            </a:r>
          </a:p>
        </p:txBody>
      </p:sp>
    </p:spTree>
    <p:extLst>
      <p:ext uri="{BB962C8B-B14F-4D97-AF65-F5344CB8AC3E}">
        <p14:creationId xmlns:p14="http://schemas.microsoft.com/office/powerpoint/2010/main" val="47139930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en-US"/>
              <a:t>Level 5 : Hosting Project / Product Whys</a:t>
            </a:r>
          </a:p>
        </p:txBody>
      </p:sp>
      <p:grpSp>
        <p:nvGrpSpPr>
          <p:cNvPr id="22" name="Groupe 21">
            <a:extLst>
              <a:ext uri="{FF2B5EF4-FFF2-40B4-BE49-F238E27FC236}">
                <a16:creationId xmlns:a16="http://schemas.microsoft.com/office/drawing/2014/main" id="{B3BFD430-8DFD-4E9B-96C5-84F803FBBF82}"/>
              </a:ext>
            </a:extLst>
          </p:cNvPr>
          <p:cNvGrpSpPr/>
          <p:nvPr/>
        </p:nvGrpSpPr>
        <p:grpSpPr>
          <a:xfrm>
            <a:off x="10755855" y="301638"/>
            <a:ext cx="1195890" cy="1294984"/>
            <a:chOff x="7560150" y="2879049"/>
            <a:chExt cx="982042" cy="1063416"/>
          </a:xfrm>
          <a:solidFill>
            <a:srgbClr val="ED7D31"/>
          </a:solidFill>
        </p:grpSpPr>
        <p:grpSp>
          <p:nvGrpSpPr>
            <p:cNvPr id="23" name="Groupe 22">
              <a:extLst>
                <a:ext uri="{FF2B5EF4-FFF2-40B4-BE49-F238E27FC236}">
                  <a16:creationId xmlns:a16="http://schemas.microsoft.com/office/drawing/2014/main" id="{0C3D3636-955B-44FC-BFDE-25237AEADF99}"/>
                </a:ext>
              </a:extLst>
            </p:cNvPr>
            <p:cNvGrpSpPr/>
            <p:nvPr/>
          </p:nvGrpSpPr>
          <p:grpSpPr>
            <a:xfrm>
              <a:off x="7798849" y="2879049"/>
              <a:ext cx="743343" cy="1063416"/>
              <a:chOff x="6391015" y="3260296"/>
              <a:chExt cx="743343" cy="1063416"/>
            </a:xfrm>
            <a:grpFill/>
          </p:grpSpPr>
          <p:grpSp>
            <p:nvGrpSpPr>
              <p:cNvPr id="25" name="Groupe 24">
                <a:extLst>
                  <a:ext uri="{FF2B5EF4-FFF2-40B4-BE49-F238E27FC236}">
                    <a16:creationId xmlns:a16="http://schemas.microsoft.com/office/drawing/2014/main" id="{D9A794E3-BCAC-4969-BC48-AF353E7C6F2E}"/>
                  </a:ext>
                </a:extLst>
              </p:cNvPr>
              <p:cNvGrpSpPr/>
              <p:nvPr/>
            </p:nvGrpSpPr>
            <p:grpSpPr>
              <a:xfrm>
                <a:off x="6391015" y="3260296"/>
                <a:ext cx="743343" cy="1063416"/>
                <a:chOff x="6298348" y="3168316"/>
                <a:chExt cx="867130" cy="1240504"/>
              </a:xfrm>
              <a:grpFill/>
            </p:grpSpPr>
            <p:pic>
              <p:nvPicPr>
                <p:cNvPr id="27" name="Graphique 26" descr="Enseignant avec un remplissage uni">
                  <a:extLst>
                    <a:ext uri="{FF2B5EF4-FFF2-40B4-BE49-F238E27FC236}">
                      <a16:creationId xmlns:a16="http://schemas.microsoft.com/office/drawing/2014/main" id="{E38174B2-4283-41C3-B4D3-42979351FF6E}"/>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28" name="Graphique 27" descr="Personne confuse avec un remplissage uni">
                  <a:extLst>
                    <a:ext uri="{FF2B5EF4-FFF2-40B4-BE49-F238E27FC236}">
                      <a16:creationId xmlns:a16="http://schemas.microsoft.com/office/drawing/2014/main" id="{53235026-D934-434C-A739-0325E372EEE4}"/>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34664" t="32545" r="38513" b="-1"/>
                <a:stretch/>
              </p:blipFill>
              <p:spPr>
                <a:xfrm>
                  <a:off x="6367463" y="3792004"/>
                  <a:ext cx="245268" cy="616816"/>
                </a:xfrm>
                <a:prstGeom prst="rect">
                  <a:avLst/>
                </a:prstGeom>
              </p:spPr>
            </p:pic>
            <p:sp>
              <p:nvSpPr>
                <p:cNvPr id="29" name="Rectangle : coins arrondis 28">
                  <a:extLst>
                    <a:ext uri="{FF2B5EF4-FFF2-40B4-BE49-F238E27FC236}">
                      <a16:creationId xmlns:a16="http://schemas.microsoft.com/office/drawing/2014/main" id="{ABA7E79E-070A-4AAE-A9B6-4479E77D60A7}"/>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pic>
            <p:nvPicPr>
              <p:cNvPr id="26" name="Image 25">
                <a:extLst>
                  <a:ext uri="{FF2B5EF4-FFF2-40B4-BE49-F238E27FC236}">
                    <a16:creationId xmlns:a16="http://schemas.microsoft.com/office/drawing/2014/main" id="{064D1641-7713-4380-BBC6-F0E65853D8C3}"/>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951983" y="3638955"/>
                <a:ext cx="98432" cy="94958"/>
              </a:xfrm>
              <a:prstGeom prst="rect">
                <a:avLst/>
              </a:prstGeom>
              <a:noFill/>
              <a:ln>
                <a:noFill/>
              </a:ln>
            </p:spPr>
          </p:pic>
        </p:grpSp>
        <p:pic>
          <p:nvPicPr>
            <p:cNvPr id="24" name="Graphique 23" descr="Presse-papiers mixte avec un remplissage uni">
              <a:extLst>
                <a:ext uri="{FF2B5EF4-FFF2-40B4-BE49-F238E27FC236}">
                  <a16:creationId xmlns:a16="http://schemas.microsoft.com/office/drawing/2014/main" id="{CF017196-6ADF-4107-8ABE-CAFC3BEAF3F7}"/>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rot="20207580">
              <a:off x="7560150" y="3329802"/>
              <a:ext cx="314429" cy="314429"/>
            </a:xfrm>
            <a:prstGeom prst="rect">
              <a:avLst/>
            </a:prstGeom>
          </p:spPr>
        </p:pic>
      </p:grpSp>
      <p:sp>
        <p:nvSpPr>
          <p:cNvPr id="30" name="Bulle narrative : ronde 29">
            <a:extLst>
              <a:ext uri="{FF2B5EF4-FFF2-40B4-BE49-F238E27FC236}">
                <a16:creationId xmlns:a16="http://schemas.microsoft.com/office/drawing/2014/main" id="{7F3E4517-DFFC-4C19-9B68-F9A20307F818}"/>
              </a:ext>
            </a:extLst>
          </p:cNvPr>
          <p:cNvSpPr/>
          <p:nvPr/>
        </p:nvSpPr>
        <p:spPr>
          <a:xfrm>
            <a:off x="8481079" y="62388"/>
            <a:ext cx="2811969" cy="634142"/>
          </a:xfrm>
          <a:prstGeom prst="wedgeEllipseCallout">
            <a:avLst>
              <a:gd name="adj1" fmla="val 43113"/>
              <a:gd name="adj2" fmla="val 72065"/>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Tips to host the event</a:t>
            </a:r>
          </a:p>
        </p:txBody>
      </p:sp>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46138" y="2514918"/>
            <a:ext cx="2404138" cy="3520758"/>
          </a:xfrm>
        </p:spPr>
        <p:txBody>
          <a:bodyPr/>
          <a:lstStyle/>
          <a:p>
            <a:r>
              <a:rPr lang="en-US" sz="1400"/>
              <a:t>If you are a facilitator, do not interfere of course.</a:t>
            </a:r>
          </a:p>
          <a:p>
            <a:r>
              <a:rPr lang="en-US" sz="1400"/>
              <a:t>If you are both a member and a facilitator, make sure you talk last. Talking last helps you wrap up a part.</a:t>
            </a:r>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38200" y="2011680"/>
            <a:ext cx="2412076" cy="503237"/>
          </a:xfrm>
        </p:spPr>
        <p:txBody>
          <a:bodyPr>
            <a:normAutofit/>
          </a:bodyPr>
          <a:lstStyle/>
          <a:p>
            <a:r>
              <a:rPr lang="en-US" sz="1400"/>
              <a:t>⚖️Posture and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423084" y="2514600"/>
            <a:ext cx="5247090" cy="3520758"/>
          </a:xfrm>
        </p:spPr>
        <p:txBody>
          <a:bodyPr/>
          <a:lstStyle/>
          <a:p>
            <a:r>
              <a:rPr lang="en-US" sz="1400"/>
              <a:t>Strong recommendation is to start with the pyramid of purpose.</a:t>
            </a:r>
          </a:p>
          <a:p>
            <a:endParaRPr lang="en-US" sz="1400"/>
          </a:p>
          <a:p>
            <a:r>
              <a:rPr lang="en-US" sz="1400"/>
              <a:t>Even if you talk last, be good in timekeeping others (and yourself!)</a:t>
            </a:r>
          </a:p>
          <a:p>
            <a:r>
              <a:rPr lang="en-US" sz="1400"/>
              <a:t>A Project / Product imagination workshop can be slow to start if the wrong sub-workshop is chosen. Each sub-workshop is another way to imagine the Project / Product, and motivations will vary among participants.</a:t>
            </a:r>
          </a:p>
          <a:p>
            <a:endParaRPr lang="en-US" sz="1400"/>
          </a:p>
          <a:p>
            <a:r>
              <a:rPr lang="en-US" sz="1400"/>
              <a:t>If members get excited too much (can it be “too much”?), make sure it does not imbalance “speaking time” between participants who are slow to start or shy, and participants who are talkative. </a:t>
            </a:r>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415145" y="2011362"/>
            <a:ext cx="5255029" cy="503237"/>
          </a:xfrm>
        </p:spPr>
        <p:txBody>
          <a:bodyPr>
            <a:normAutofit/>
          </a:bodyPr>
          <a:lstStyle/>
          <a:p>
            <a:r>
              <a:rPr lang="en-US" sz="1400"/>
              <a:t>👨‍🏫Facilitation tips and tricks</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8941724" y="2514600"/>
            <a:ext cx="2404138" cy="3520758"/>
          </a:xfrm>
        </p:spPr>
        <p:txBody>
          <a:bodyPr/>
          <a:lstStyle/>
          <a:p>
            <a:r>
              <a:rPr lang="en-US" sz="1400"/>
              <a:t>How did it help us/you for the launch ? </a:t>
            </a:r>
          </a:p>
          <a:p>
            <a:endParaRPr lang="en-US" sz="1400"/>
          </a:p>
          <a:p>
            <a:r>
              <a:rPr lang="en-US" sz="1400"/>
              <a:t>What “next move” does it inspire us/you ? </a:t>
            </a:r>
          </a:p>
          <a:p>
            <a:endParaRPr lang="en-US" sz="1400"/>
          </a:p>
          <a:p>
            <a:r>
              <a:rPr lang="en-US" sz="1400"/>
              <a:t>What were the most relevant tickets in the session ?</a:t>
            </a:r>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8933786" y="2011362"/>
            <a:ext cx="2412076" cy="503237"/>
          </a:xfrm>
        </p:spPr>
        <p:txBody>
          <a:bodyPr>
            <a:normAutofit/>
          </a:bodyPr>
          <a:lstStyle/>
          <a:p>
            <a:r>
              <a:rPr lang="en-US" sz="1400"/>
              <a:t>🙋Debriefing</a:t>
            </a:r>
          </a:p>
        </p:txBody>
      </p:sp>
    </p:spTree>
    <p:extLst>
      <p:ext uri="{BB962C8B-B14F-4D97-AF65-F5344CB8AC3E}">
        <p14:creationId xmlns:p14="http://schemas.microsoft.com/office/powerpoint/2010/main" val="42703760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a:extLst>
              <a:ext uri="{FF2B5EF4-FFF2-40B4-BE49-F238E27FC236}">
                <a16:creationId xmlns:a16="http://schemas.microsoft.com/office/drawing/2014/main" id="{BFB299DC-8716-0184-0454-151E72376327}"/>
              </a:ext>
            </a:extLst>
          </p:cNvPr>
          <p:cNvSpPr>
            <a:spLocks noGrp="1"/>
          </p:cNvSpPr>
          <p:nvPr>
            <p:ph type="title"/>
          </p:nvPr>
        </p:nvSpPr>
        <p:spPr/>
        <p:txBody>
          <a:bodyPr/>
          <a:lstStyle/>
          <a:p>
            <a:r>
              <a:rPr lang="en-US" dirty="0"/>
              <a:t>Appendix</a:t>
            </a:r>
          </a:p>
        </p:txBody>
      </p:sp>
      <p:sp>
        <p:nvSpPr>
          <p:cNvPr id="10" name="Segnaposto testo 9">
            <a:extLst>
              <a:ext uri="{FF2B5EF4-FFF2-40B4-BE49-F238E27FC236}">
                <a16:creationId xmlns:a16="http://schemas.microsoft.com/office/drawing/2014/main" id="{876C4FD4-0E5A-BE05-78BE-E3A918E9C41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5001469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en-US"/>
              <a:t>Level 6 : Adapting Project / Product WHYS</a:t>
            </a:r>
          </a:p>
        </p:txBody>
      </p:sp>
      <p:sp>
        <p:nvSpPr>
          <p:cNvPr id="30" name="Bulle narrative : ronde 29">
            <a:extLst>
              <a:ext uri="{FF2B5EF4-FFF2-40B4-BE49-F238E27FC236}">
                <a16:creationId xmlns:a16="http://schemas.microsoft.com/office/drawing/2014/main" id="{7F3E4517-DFFC-4C19-9B68-F9A20307F818}"/>
              </a:ext>
            </a:extLst>
          </p:cNvPr>
          <p:cNvSpPr/>
          <p:nvPr/>
        </p:nvSpPr>
        <p:spPr>
          <a:xfrm>
            <a:off x="8481079" y="62388"/>
            <a:ext cx="2811969" cy="809540"/>
          </a:xfrm>
          <a:prstGeom prst="wedgeEllipseCallout">
            <a:avLst>
              <a:gd name="adj1" fmla="val 55741"/>
              <a:gd name="adj2" fmla="val 84012"/>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To easily adapt the workshop and create variations</a:t>
            </a:r>
          </a:p>
        </p:txBody>
      </p:sp>
      <p:grpSp>
        <p:nvGrpSpPr>
          <p:cNvPr id="31" name="Groupe 30">
            <a:extLst>
              <a:ext uri="{FF2B5EF4-FFF2-40B4-BE49-F238E27FC236}">
                <a16:creationId xmlns:a16="http://schemas.microsoft.com/office/drawing/2014/main" id="{566822D7-BE59-42A3-8647-937CD139D65E}"/>
              </a:ext>
            </a:extLst>
          </p:cNvPr>
          <p:cNvGrpSpPr/>
          <p:nvPr/>
        </p:nvGrpSpPr>
        <p:grpSpPr>
          <a:xfrm>
            <a:off x="11294576" y="639192"/>
            <a:ext cx="897423" cy="865662"/>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58187904"/>
              </p:ext>
            </p:extLst>
          </p:nvPr>
        </p:nvGraphicFramePr>
        <p:xfrm>
          <a:off x="6961023" y="1821540"/>
          <a:ext cx="4740676" cy="4433307"/>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en-US" sz="1200" noProof="0"/>
                        <a:t>Ideas for variations</a:t>
                      </a:r>
                    </a:p>
                  </a:txBody>
                  <a:tcPr/>
                </a:tc>
                <a:tc hMerge="1">
                  <a:txBody>
                    <a:bodyPr/>
                    <a:lstStyle/>
                    <a:p>
                      <a:endParaRPr lang="fr-FR"/>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en-US" sz="1200" b="1" kern="1200" noProof="0">
                          <a:solidFill>
                            <a:schemeClr val="lt1"/>
                          </a:solidFill>
                          <a:latin typeface="+mn-lt"/>
                          <a:ea typeface="+mn-ea"/>
                          <a:cs typeface="+mn-cs"/>
                        </a:rPr>
                        <a:t>Title of the variation or extension</a:t>
                      </a:r>
                    </a:p>
                  </a:txBody>
                  <a:tcPr>
                    <a:solidFill>
                      <a:srgbClr val="0683AA"/>
                    </a:solidFill>
                  </a:tcPr>
                </a:tc>
                <a:tc>
                  <a:txBody>
                    <a:bodyPr/>
                    <a:lstStyle/>
                    <a:p>
                      <a:pPr marL="0" algn="l" defTabSz="914400" rtl="0" eaLnBrk="1" latinLnBrk="0" hangingPunct="1"/>
                      <a:r>
                        <a:rPr lang="en-US" sz="1200" b="1" kern="1200" noProof="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856640">
                <a:tc>
                  <a:txBody>
                    <a:bodyPr/>
                    <a:lstStyle/>
                    <a:p>
                      <a:r>
                        <a:rPr lang="en-US" sz="1100" noProof="0"/>
                        <a:t>WHY ME (extension)</a:t>
                      </a:r>
                    </a:p>
                  </a:txBody>
                  <a:tcPr/>
                </a:tc>
                <a:tc>
                  <a:txBody>
                    <a:bodyPr/>
                    <a:lstStyle/>
                    <a:p>
                      <a:r>
                        <a:rPr lang="en-US" sz="1100" noProof="0"/>
                        <a:t>Additional Sub-workshop asking each member to picture themselves in the Project / Product : role, benefits, good and enjoyable moments. </a:t>
                      </a:r>
                    </a:p>
                    <a:p>
                      <a:endParaRPr lang="en-US" sz="1100" noProof="0"/>
                    </a:p>
                    <a:p>
                      <a:r>
                        <a:rPr lang="en-US" sz="1100" noProof="0"/>
                        <a:t>This variation can be important for self vision in the Project / Product.</a:t>
                      </a:r>
                    </a:p>
                  </a:txBody>
                  <a:tcPr/>
                </a:tc>
                <a:extLst>
                  <a:ext uri="{0D108BD9-81ED-4DB2-BD59-A6C34878D82A}">
                    <a16:rowId xmlns:a16="http://schemas.microsoft.com/office/drawing/2014/main" val="4249539521"/>
                  </a:ext>
                </a:extLst>
              </a:tr>
              <a:tr h="396301">
                <a:tc>
                  <a:txBody>
                    <a:bodyPr/>
                    <a:lstStyle/>
                    <a:p>
                      <a:r>
                        <a:rPr lang="en-US" sz="1100" noProof="0"/>
                        <a:t>WHY THEM (extension)</a:t>
                      </a:r>
                    </a:p>
                  </a:txBody>
                  <a:tcPr/>
                </a:tc>
                <a:tc>
                  <a:txBody>
                    <a:bodyPr/>
                    <a:lstStyle/>
                    <a:p>
                      <a:r>
                        <a:rPr lang="en-US" sz="1100" noProof="0"/>
                        <a:t>Additional sub-workshop about sponsors, opponents, and their pressure over the future Project / Product.</a:t>
                      </a:r>
                    </a:p>
                  </a:txBody>
                  <a:tcPr/>
                </a:tc>
                <a:extLst>
                  <a:ext uri="{0D108BD9-81ED-4DB2-BD59-A6C34878D82A}">
                    <a16:rowId xmlns:a16="http://schemas.microsoft.com/office/drawing/2014/main" val="1824107877"/>
                  </a:ext>
                </a:extLst>
              </a:tr>
              <a:tr h="396301">
                <a:tc>
                  <a:txBody>
                    <a:bodyPr/>
                    <a:lstStyle/>
                    <a:p>
                      <a:r>
                        <a:rPr lang="en-US" sz="1100" noProof="0"/>
                        <a:t>AUDITING TOOL (variation)</a:t>
                      </a:r>
                    </a:p>
                  </a:txBody>
                  <a:tcPr/>
                </a:tc>
                <a:tc>
                  <a:txBody>
                    <a:bodyPr/>
                    <a:lstStyle/>
                    <a:p>
                      <a:r>
                        <a:rPr lang="en-US" sz="1100" noProof="0"/>
                        <a:t>Use the various workshops to audit the motivation of a Project / Product and see what it lacks</a:t>
                      </a:r>
                    </a:p>
                  </a:txBody>
                  <a:tcPr/>
                </a:tc>
                <a:extLst>
                  <a:ext uri="{0D108BD9-81ED-4DB2-BD59-A6C34878D82A}">
                    <a16:rowId xmlns:a16="http://schemas.microsoft.com/office/drawing/2014/main" val="1035027814"/>
                  </a:ext>
                </a:extLst>
              </a:tr>
              <a:tr h="396301">
                <a:tc>
                  <a:txBody>
                    <a:bodyPr/>
                    <a:lstStyle/>
                    <a:p>
                      <a:endParaRPr lang="en-US" sz="1100" noProof="0"/>
                    </a:p>
                  </a:txBody>
                  <a:tcPr/>
                </a:tc>
                <a:tc>
                  <a:txBody>
                    <a:bodyPr/>
                    <a:lstStyle/>
                    <a:p>
                      <a:endParaRPr lang="en-US" sz="1100" noProof="0" dirty="0"/>
                    </a:p>
                  </a:txBody>
                  <a:tcPr/>
                </a:tc>
                <a:extLst>
                  <a:ext uri="{0D108BD9-81ED-4DB2-BD59-A6C34878D82A}">
                    <a16:rowId xmlns:a16="http://schemas.microsoft.com/office/drawing/2014/main" val="122548462"/>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700834621"/>
              </p:ext>
            </p:extLst>
          </p:nvPr>
        </p:nvGraphicFramePr>
        <p:xfrm>
          <a:off x="362762" y="1821540"/>
          <a:ext cx="6527768" cy="413004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53460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en-US" sz="1200" noProof="0" dirty="0"/>
                        <a:t>Version History</a:t>
                      </a:r>
                    </a:p>
                  </a:txBody>
                  <a:tcPr/>
                </a:tc>
                <a:tc hMerge="1">
                  <a:txBody>
                    <a:bodyPr/>
                    <a:lstStyle/>
                    <a:p>
                      <a:endParaRPr lang="fr-FR" sz="1200"/>
                    </a:p>
                  </a:txBody>
                  <a:tcPr/>
                </a:tc>
                <a:tc hMerge="1">
                  <a:txBody>
                    <a:bodyPr/>
                    <a:lstStyle/>
                    <a:p>
                      <a:endParaRPr lang="fr-FR" sz="1200"/>
                    </a:p>
                  </a:txBody>
                  <a:tcPr/>
                </a:tc>
                <a:tc hMerge="1">
                  <a:txBody>
                    <a:bodyPr/>
                    <a:lstStyle/>
                    <a:p>
                      <a:endParaRPr lang="fr-FR" sz="1200"/>
                    </a:p>
                  </a:txBody>
                  <a:tcPr/>
                </a:tc>
                <a:extLst>
                  <a:ext uri="{0D108BD9-81ED-4DB2-BD59-A6C34878D82A}">
                    <a16:rowId xmlns:a16="http://schemas.microsoft.com/office/drawing/2014/main" val="2987021370"/>
                  </a:ext>
                </a:extLst>
              </a:tr>
              <a:tr h="370840">
                <a:tc>
                  <a:txBody>
                    <a:bodyPr/>
                    <a:lstStyle/>
                    <a:p>
                      <a:r>
                        <a:rPr lang="en-US" sz="1200" b="1" kern="1200" noProof="0">
                          <a:solidFill>
                            <a:schemeClr val="lt1"/>
                          </a:solidFill>
                          <a:latin typeface="+mn-lt"/>
                          <a:ea typeface="+mn-ea"/>
                          <a:cs typeface="+mn-cs"/>
                        </a:rPr>
                        <a:t>Version </a:t>
                      </a:r>
                    </a:p>
                  </a:txBody>
                  <a:tcPr>
                    <a:solidFill>
                      <a:srgbClr val="ED7D31"/>
                    </a:solidFill>
                  </a:tcPr>
                </a:tc>
                <a:tc>
                  <a:txBody>
                    <a:bodyPr/>
                    <a:lstStyle/>
                    <a:p>
                      <a:r>
                        <a:rPr lang="en-US" sz="1200" b="1" kern="1200" noProof="0">
                          <a:solidFill>
                            <a:schemeClr val="lt1"/>
                          </a:solidFill>
                          <a:latin typeface="+mn-lt"/>
                          <a:ea typeface="+mn-ea"/>
                          <a:cs typeface="+mn-cs"/>
                        </a:rPr>
                        <a:t>Contributors</a:t>
                      </a:r>
                    </a:p>
                  </a:txBody>
                  <a:tcPr>
                    <a:solidFill>
                      <a:srgbClr val="ED7D31"/>
                    </a:solidFill>
                  </a:tcPr>
                </a:tc>
                <a:tc>
                  <a:txBody>
                    <a:bodyPr/>
                    <a:lstStyle/>
                    <a:p>
                      <a:r>
                        <a:rPr lang="en-US" sz="1200" b="1" kern="1200" noProof="0">
                          <a:solidFill>
                            <a:schemeClr val="lt1"/>
                          </a:solidFill>
                          <a:latin typeface="+mn-lt"/>
                          <a:ea typeface="+mn-ea"/>
                          <a:cs typeface="+mn-cs"/>
                        </a:rPr>
                        <a:t>Licence</a:t>
                      </a:r>
                    </a:p>
                  </a:txBody>
                  <a:tcPr>
                    <a:solidFill>
                      <a:srgbClr val="ED7D31"/>
                    </a:solidFill>
                  </a:tcPr>
                </a:tc>
                <a:tc>
                  <a:txBody>
                    <a:bodyPr/>
                    <a:lstStyle/>
                    <a:p>
                      <a:r>
                        <a:rPr lang="en-US" sz="1200" b="1" kern="1200" noProof="0">
                          <a:solidFill>
                            <a:schemeClr val="lt1"/>
                          </a:solidFill>
                          <a:latin typeface="+mn-lt"/>
                          <a:ea typeface="+mn-ea"/>
                          <a:cs typeface="+mn-cs"/>
                        </a:rPr>
                        <a:t>Comments</a:t>
                      </a:r>
                    </a:p>
                  </a:txBody>
                  <a:tcPr>
                    <a:solidFill>
                      <a:srgbClr val="ED7D31"/>
                    </a:solidFill>
                  </a:tcPr>
                </a:tc>
                <a:extLst>
                  <a:ext uri="{0D108BD9-81ED-4DB2-BD59-A6C34878D82A}">
                    <a16:rowId xmlns:a16="http://schemas.microsoft.com/office/drawing/2014/main" val="748113296"/>
                  </a:ext>
                </a:extLst>
              </a:tr>
              <a:tr h="370840">
                <a:tc>
                  <a:txBody>
                    <a:bodyPr/>
                    <a:lstStyle/>
                    <a:p>
                      <a:r>
                        <a:rPr lang="en-US" sz="1200" noProof="0"/>
                        <a:t>1.0</a:t>
                      </a:r>
                    </a:p>
                  </a:txBody>
                  <a:tcPr/>
                </a:tc>
                <a:tc>
                  <a:txBody>
                    <a:bodyPr/>
                    <a:lstStyle/>
                    <a:p>
                      <a:r>
                        <a:rPr lang="en-US" sz="1200" noProof="0" dirty="0"/>
                        <a:t>Alexandre QUACH</a:t>
                      </a:r>
                    </a:p>
                    <a:p>
                      <a:r>
                        <a:rPr lang="en-US" sz="1200" noProof="0" dirty="0"/>
                        <a:t>Vanessa HELLEBUYCK</a:t>
                      </a:r>
                    </a:p>
                  </a:txBody>
                  <a:tcPr/>
                </a:tc>
                <a:tc>
                  <a:txBody>
                    <a:bodyPr/>
                    <a:lstStyle/>
                    <a:p>
                      <a:r>
                        <a:rPr lang="en-US" sz="1200" noProof="0"/>
                        <a:t>CC-BY-4.0</a:t>
                      </a:r>
                    </a:p>
                  </a:txBody>
                  <a:tcPr/>
                </a:tc>
                <a:tc>
                  <a:txBody>
                    <a:bodyPr/>
                    <a:lstStyle/>
                    <a:p>
                      <a:r>
                        <a:rPr lang="en-US" sz="1200" noProof="0" dirty="0"/>
                        <a:t>Initiation of the Document</a:t>
                      </a:r>
                    </a:p>
                  </a:txBody>
                  <a:tcPr/>
                </a:tc>
                <a:extLst>
                  <a:ext uri="{0D108BD9-81ED-4DB2-BD59-A6C34878D82A}">
                    <a16:rowId xmlns:a16="http://schemas.microsoft.com/office/drawing/2014/main" val="2337500579"/>
                  </a:ext>
                </a:extLst>
              </a:tr>
              <a:tr h="370840">
                <a:tc>
                  <a:txBody>
                    <a:bodyPr/>
                    <a:lstStyle/>
                    <a:p>
                      <a:r>
                        <a:rPr lang="en-US" sz="1200" noProof="0" dirty="0"/>
                        <a:t>1.2</a:t>
                      </a:r>
                    </a:p>
                  </a:txBody>
                  <a:tcPr/>
                </a:tc>
                <a:tc>
                  <a:txBody>
                    <a:bodyPr/>
                    <a:lstStyle/>
                    <a:p>
                      <a:r>
                        <a:rPr lang="en-US" sz="1200" noProof="0" dirty="0"/>
                        <a:t>Alexandre QUACH</a:t>
                      </a:r>
                    </a:p>
                    <a:p>
                      <a:r>
                        <a:rPr lang="en-US" sz="1200" noProof="0" dirty="0"/>
                        <a:t>Thomas FROMENT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dirty="0"/>
                        <a:t>CC-BY-4.0</a:t>
                      </a:r>
                    </a:p>
                    <a:p>
                      <a:endParaRPr lang="en-US" sz="1200" noProof="0" dirty="0"/>
                    </a:p>
                  </a:txBody>
                  <a:tcPr/>
                </a:tc>
                <a:tc>
                  <a:txBody>
                    <a:bodyPr/>
                    <a:lstStyle/>
                    <a:p>
                      <a:r>
                        <a:rPr lang="en-US" sz="1200" noProof="0" dirty="0"/>
                        <a:t>Converting “Community WHYS” into a more comprehensive framework (Project / product WHYS)</a:t>
                      </a:r>
                    </a:p>
                  </a:txBody>
                  <a:tcPr/>
                </a:tc>
                <a:extLst>
                  <a:ext uri="{0D108BD9-81ED-4DB2-BD59-A6C34878D82A}">
                    <a16:rowId xmlns:a16="http://schemas.microsoft.com/office/drawing/2014/main" val="26495474"/>
                  </a:ext>
                </a:extLst>
              </a:tr>
              <a:tr h="370840">
                <a:tc>
                  <a:txBody>
                    <a:bodyPr/>
                    <a:lstStyle/>
                    <a:p>
                      <a:r>
                        <a:rPr lang="en-US" sz="1200" noProof="0" dirty="0"/>
                        <a:t>1.3</a:t>
                      </a:r>
                    </a:p>
                  </a:txBody>
                  <a:tcPr/>
                </a:tc>
                <a:tc>
                  <a:txBody>
                    <a:bodyPr/>
                    <a:lstStyle/>
                    <a:p>
                      <a:r>
                        <a:rPr lang="en-US" sz="1200" noProof="0" dirty="0"/>
                        <a:t>Alexandre QUACH</a:t>
                      </a:r>
                    </a:p>
                  </a:txBody>
                  <a:tcPr/>
                </a:tc>
                <a:tc>
                  <a:txBody>
                    <a:bodyPr/>
                    <a:lstStyle/>
                    <a:p>
                      <a:r>
                        <a:rPr lang="en-US" sz="1200" noProof="0" dirty="0"/>
                        <a:t>CC-BY-4.0</a:t>
                      </a:r>
                    </a:p>
                  </a:txBody>
                  <a:tcPr/>
                </a:tc>
                <a:tc>
                  <a:txBody>
                    <a:bodyPr/>
                    <a:lstStyle/>
                    <a:p>
                      <a:r>
                        <a:rPr lang="en-US" sz="1200" noProof="0" dirty="0"/>
                        <a:t>Adaptation to Project / Product WHYS for wider use of canvases</a:t>
                      </a:r>
                    </a:p>
                  </a:txBody>
                  <a:tcPr/>
                </a:tc>
                <a:extLst>
                  <a:ext uri="{0D108BD9-81ED-4DB2-BD59-A6C34878D82A}">
                    <a16:rowId xmlns:a16="http://schemas.microsoft.com/office/drawing/2014/main" val="3632454121"/>
                  </a:ext>
                </a:extLst>
              </a:tr>
              <a:tr h="370840">
                <a:tc>
                  <a:txBody>
                    <a:bodyPr/>
                    <a:lstStyle/>
                    <a:p>
                      <a:r>
                        <a:rPr lang="en-US" sz="1200" noProof="0" dirty="0"/>
                        <a:t>1.4</a:t>
                      </a:r>
                    </a:p>
                  </a:txBody>
                  <a:tcPr/>
                </a:tc>
                <a:tc>
                  <a:txBody>
                    <a:bodyPr/>
                    <a:lstStyle/>
                    <a:p>
                      <a:r>
                        <a:rPr lang="en-US" sz="1200" noProof="0" dirty="0"/>
                        <a:t>Alexandre QUACH</a:t>
                      </a:r>
                    </a:p>
                    <a:p>
                      <a:r>
                        <a:rPr lang="en-US" sz="1200" noProof="0" dirty="0"/>
                        <a:t>Thomas FROMENT</a:t>
                      </a:r>
                    </a:p>
                  </a:txBody>
                  <a:tcPr/>
                </a:tc>
                <a:tc>
                  <a:txBody>
                    <a:bodyPr/>
                    <a:lstStyle/>
                    <a:p>
                      <a:r>
                        <a:rPr lang="en-US" sz="1200" noProof="0" dirty="0"/>
                        <a:t>CC-BY-4.0</a:t>
                      </a:r>
                    </a:p>
                  </a:txBody>
                  <a:tcPr/>
                </a:tc>
                <a:tc>
                  <a:txBody>
                    <a:bodyPr/>
                    <a:lstStyle/>
                    <a:p>
                      <a:r>
                        <a:rPr lang="en-US" sz="1200" noProof="0" dirty="0"/>
                        <a:t>Addition of an End-to-End Use Case Section</a:t>
                      </a:r>
                    </a:p>
                    <a:p>
                      <a:r>
                        <a:rPr lang="en-US" sz="1200" noProof="0" dirty="0"/>
                        <a:t>Rename Balance of Breathing into Balance of Differentiation</a:t>
                      </a:r>
                    </a:p>
                    <a:p>
                      <a:r>
                        <a:rPr lang="en-US" sz="1200" noProof="0" dirty="0"/>
                        <a:t>Added empty template</a:t>
                      </a:r>
                    </a:p>
                    <a:p>
                      <a:r>
                        <a:rPr lang="en-US" sz="1200" noProof="0" dirty="0"/>
                        <a:t>Added details on how to use 6 WHYS</a:t>
                      </a:r>
                    </a:p>
                  </a:txBody>
                  <a:tcPr/>
                </a:tc>
                <a:extLst>
                  <a:ext uri="{0D108BD9-81ED-4DB2-BD59-A6C34878D82A}">
                    <a16:rowId xmlns:a16="http://schemas.microsoft.com/office/drawing/2014/main" val="1018774990"/>
                  </a:ext>
                </a:extLst>
              </a:tr>
              <a:tr h="370840">
                <a:tc>
                  <a:txBody>
                    <a:bodyPr/>
                    <a:lstStyle/>
                    <a:p>
                      <a:r>
                        <a:rPr lang="fr-FR" sz="1200" noProof="0" dirty="0"/>
                        <a:t>1.5</a:t>
                      </a:r>
                      <a:endParaRPr lang="en-US" sz="1200" noProof="0" dirty="0"/>
                    </a:p>
                  </a:txBody>
                  <a:tcPr/>
                </a:tc>
                <a:tc>
                  <a:txBody>
                    <a:bodyPr/>
                    <a:lstStyle/>
                    <a:p>
                      <a:r>
                        <a:rPr lang="en-US" sz="1200" noProof="0" dirty="0"/>
                        <a:t>Alexandre QUACH</a:t>
                      </a:r>
                    </a:p>
                    <a:p>
                      <a:r>
                        <a:rPr lang="en-US" sz="1200" noProof="0" dirty="0"/>
                        <a:t>Thomas FROMENT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dirty="0"/>
                        <a:t>CC-BY-4.0</a:t>
                      </a:r>
                    </a:p>
                    <a:p>
                      <a:endParaRPr lang="en-US" sz="1200" noProof="0" dirty="0"/>
                    </a:p>
                  </a:txBody>
                  <a:tcPr/>
                </a:tc>
                <a:tc>
                  <a:txBody>
                    <a:bodyPr/>
                    <a:lstStyle/>
                    <a:p>
                      <a:r>
                        <a:rPr lang="fr-FR" sz="1200" noProof="0" dirty="0" err="1"/>
                        <a:t>Improve</a:t>
                      </a:r>
                      <a:r>
                        <a:rPr lang="fr-FR" sz="1200" noProof="0" dirty="0"/>
                        <a:t> end to end </a:t>
                      </a:r>
                      <a:r>
                        <a:rPr lang="fr-FR" sz="1200" noProof="0" dirty="0" err="1"/>
                        <a:t>examples</a:t>
                      </a:r>
                      <a:endParaRPr lang="en-US" sz="1200" noProof="0" dirty="0"/>
                    </a:p>
                  </a:txBody>
                  <a:tcPr/>
                </a:tc>
                <a:extLst>
                  <a:ext uri="{0D108BD9-81ED-4DB2-BD59-A6C34878D82A}">
                    <a16:rowId xmlns:a16="http://schemas.microsoft.com/office/drawing/2014/main" val="3301724662"/>
                  </a:ext>
                </a:extLst>
              </a:tr>
              <a:tr h="370840">
                <a:tc>
                  <a:txBody>
                    <a:bodyPr/>
                    <a:lstStyle/>
                    <a:p>
                      <a:r>
                        <a:rPr lang="fr-FR" sz="1200" noProof="0" dirty="0"/>
                        <a:t>1.6</a:t>
                      </a:r>
                      <a:endParaRPr lang="en-US" sz="1200" noProof="0" dirty="0"/>
                    </a:p>
                  </a:txBody>
                  <a:tcPr/>
                </a:tc>
                <a:tc>
                  <a:txBody>
                    <a:bodyPr/>
                    <a:lstStyle/>
                    <a:p>
                      <a:r>
                        <a:rPr lang="fr-FR" sz="1200" noProof="0" dirty="0"/>
                        <a:t>Thomas FROMENT</a:t>
                      </a:r>
                      <a:endParaRPr lang="en-US" sz="120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dirty="0"/>
                        <a:t>CC-BY-4.0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noProof="0" dirty="0" err="1"/>
                        <a:t>Adding</a:t>
                      </a:r>
                      <a:r>
                        <a:rPr lang="fr-FR" sz="1200" noProof="0" dirty="0"/>
                        <a:t> </a:t>
                      </a:r>
                      <a:r>
                        <a:rPr lang="fr-FR" sz="1200" noProof="0" dirty="0" err="1"/>
                        <a:t>mask</a:t>
                      </a:r>
                      <a:r>
                        <a:rPr lang="fr-FR" sz="1200" noProof="0" dirty="0"/>
                        <a:t> (OSS License, #osc and Komyu)</a:t>
                      </a:r>
                      <a:endParaRPr lang="en-US" sz="1200" noProof="0" dirty="0"/>
                    </a:p>
                  </a:txBody>
                  <a:tcPr/>
                </a:tc>
                <a:extLst>
                  <a:ext uri="{0D108BD9-81ED-4DB2-BD59-A6C34878D82A}">
                    <a16:rowId xmlns:a16="http://schemas.microsoft.com/office/drawing/2014/main" val="298413740"/>
                  </a:ext>
                </a:extLst>
              </a:tr>
            </a:tbl>
          </a:graphicData>
        </a:graphic>
      </p:graphicFrame>
    </p:spTree>
    <p:extLst>
      <p:ext uri="{BB962C8B-B14F-4D97-AF65-F5344CB8AC3E}">
        <p14:creationId xmlns:p14="http://schemas.microsoft.com/office/powerpoint/2010/main" val="254537706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80E14BE-C37C-A3DB-D136-5619272E1368}"/>
              </a:ext>
            </a:extLst>
          </p:cNvPr>
          <p:cNvSpPr>
            <a:spLocks noGrp="1"/>
          </p:cNvSpPr>
          <p:nvPr>
            <p:ph type="title"/>
          </p:nvPr>
        </p:nvSpPr>
        <p:spPr/>
        <p:txBody>
          <a:bodyPr>
            <a:normAutofit/>
          </a:bodyPr>
          <a:lstStyle/>
          <a:p>
            <a:r>
              <a:rPr lang="en-US" dirty="0"/>
              <a:t>Empty templates to create more examples</a:t>
            </a:r>
          </a:p>
        </p:txBody>
      </p:sp>
      <p:sp>
        <p:nvSpPr>
          <p:cNvPr id="4" name="Segnaposto testo 3">
            <a:extLst>
              <a:ext uri="{FF2B5EF4-FFF2-40B4-BE49-F238E27FC236}">
                <a16:creationId xmlns:a16="http://schemas.microsoft.com/office/drawing/2014/main" id="{54605879-90E4-AE92-447C-3970F6B6F19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7020862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857A69A-87CF-437D-9979-708C56BD16A2}"/>
              </a:ext>
            </a:extLst>
          </p:cNvPr>
          <p:cNvSpPr>
            <a:spLocks noGrp="1"/>
          </p:cNvSpPr>
          <p:nvPr>
            <p:ph type="title"/>
          </p:nvPr>
        </p:nvSpPr>
        <p:spPr/>
        <p:txBody>
          <a:bodyPr>
            <a:noAutofit/>
          </a:bodyPr>
          <a:lstStyle/>
          <a:p>
            <a:r>
              <a:rPr lang="en-US" sz="3200" dirty="0"/>
              <a:t>Use Case 1 </a:t>
            </a:r>
            <a:br>
              <a:rPr lang="en-US" sz="3200" dirty="0"/>
            </a:br>
            <a:r>
              <a:rPr lang="en-US" sz="3200" dirty="0"/>
              <a:t>An enterprise transformation project about learning</a:t>
            </a:r>
          </a:p>
        </p:txBody>
      </p:sp>
      <p:grpSp>
        <p:nvGrpSpPr>
          <p:cNvPr id="4" name="Groupe 21">
            <a:extLst>
              <a:ext uri="{FF2B5EF4-FFF2-40B4-BE49-F238E27FC236}">
                <a16:creationId xmlns:a16="http://schemas.microsoft.com/office/drawing/2014/main" id="{77F6A546-105B-C08A-DEDB-DEA89D02F534}"/>
              </a:ext>
            </a:extLst>
          </p:cNvPr>
          <p:cNvGrpSpPr/>
          <p:nvPr/>
        </p:nvGrpSpPr>
        <p:grpSpPr>
          <a:xfrm>
            <a:off x="463550" y="1420160"/>
            <a:ext cx="11264900" cy="5272740"/>
            <a:chOff x="463550" y="1420160"/>
            <a:chExt cx="11264900" cy="5272740"/>
          </a:xfrm>
        </p:grpSpPr>
        <p:sp>
          <p:nvSpPr>
            <p:cNvPr id="5" name="Trapèze 4">
              <a:extLst>
                <a:ext uri="{FF2B5EF4-FFF2-40B4-BE49-F238E27FC236}">
                  <a16:creationId xmlns:a16="http://schemas.microsoft.com/office/drawing/2014/main" id="{F40B2C0E-22B0-D6A2-8A6A-1C968F008C6C}"/>
                </a:ext>
              </a:extLst>
            </p:cNvPr>
            <p:cNvSpPr/>
            <p:nvPr/>
          </p:nvSpPr>
          <p:spPr>
            <a:xfrm>
              <a:off x="463550" y="5080000"/>
              <a:ext cx="11264900" cy="1612900"/>
            </a:xfrm>
            <a:prstGeom prst="trapezoid">
              <a:avLst>
                <a:gd name="adj" fmla="val 635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CAUSE</a:t>
              </a:r>
            </a:p>
            <a:p>
              <a:pPr algn="ctr"/>
              <a:endParaRPr lang="en-US" sz="1200"/>
            </a:p>
            <a:p>
              <a:pPr algn="ctr"/>
              <a:endParaRPr lang="en-US" sz="1200"/>
            </a:p>
            <a:p>
              <a:pPr algn="ctr"/>
              <a:endParaRPr lang="en-US" sz="1200"/>
            </a:p>
            <a:p>
              <a:pPr algn="ctr"/>
              <a:endParaRPr lang="en-US" sz="1200"/>
            </a:p>
            <a:p>
              <a:pPr algn="ctr"/>
              <a:endParaRPr lang="en-US" sz="1200"/>
            </a:p>
            <a:p>
              <a:pPr algn="ctr"/>
              <a:endParaRPr lang="en-US" sz="1200"/>
            </a:p>
            <a:p>
              <a:pPr algn="ctr"/>
              <a:endParaRPr lang="en-US" sz="1200"/>
            </a:p>
          </p:txBody>
        </p:sp>
        <p:sp>
          <p:nvSpPr>
            <p:cNvPr id="6" name="Triangle isocèle 9">
              <a:extLst>
                <a:ext uri="{FF2B5EF4-FFF2-40B4-BE49-F238E27FC236}">
                  <a16:creationId xmlns:a16="http://schemas.microsoft.com/office/drawing/2014/main" id="{7E47423D-C4E2-157C-5084-72C30CDFF9DA}"/>
                </a:ext>
              </a:extLst>
            </p:cNvPr>
            <p:cNvSpPr/>
            <p:nvPr/>
          </p:nvSpPr>
          <p:spPr>
            <a:xfrm>
              <a:off x="2800350" y="1420160"/>
              <a:ext cx="6553200" cy="1529080"/>
            </a:xfrm>
            <a:prstGeom prst="triangle">
              <a:avLst>
                <a:gd name="adj" fmla="val 50000"/>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GREAT GOAL</a:t>
              </a:r>
            </a:p>
            <a:p>
              <a:pPr algn="ctr"/>
              <a:endParaRPr lang="en-US" sz="1400" b="1"/>
            </a:p>
            <a:p>
              <a:pPr algn="ctr"/>
              <a:endParaRPr lang="en-US" sz="1400"/>
            </a:p>
            <a:p>
              <a:pPr algn="ctr"/>
              <a:endParaRPr lang="en-US" sz="1400"/>
            </a:p>
            <a:p>
              <a:pPr algn="ctr"/>
              <a:endParaRPr lang="en-US" sz="1400"/>
            </a:p>
            <a:p>
              <a:pPr algn="ctr"/>
              <a:endParaRPr lang="en-US" sz="1400"/>
            </a:p>
            <a:p>
              <a:pPr algn="ctr"/>
              <a:endParaRPr lang="en-US" sz="1400"/>
            </a:p>
            <a:p>
              <a:pPr algn="ctr"/>
              <a:endParaRPr lang="en-US" sz="1400"/>
            </a:p>
          </p:txBody>
        </p:sp>
        <p:grpSp>
          <p:nvGrpSpPr>
            <p:cNvPr id="7" name="Groupe 16">
              <a:extLst>
                <a:ext uri="{FF2B5EF4-FFF2-40B4-BE49-F238E27FC236}">
                  <a16:creationId xmlns:a16="http://schemas.microsoft.com/office/drawing/2014/main" id="{9430172B-5DD2-2AFF-2928-391EB562F1AE}"/>
                </a:ext>
              </a:extLst>
            </p:cNvPr>
            <p:cNvGrpSpPr/>
            <p:nvPr/>
          </p:nvGrpSpPr>
          <p:grpSpPr>
            <a:xfrm>
              <a:off x="1527175" y="3040767"/>
              <a:ext cx="9137650" cy="1969383"/>
              <a:chOff x="1644650" y="3040767"/>
              <a:chExt cx="9137650" cy="1907219"/>
            </a:xfrm>
          </p:grpSpPr>
          <p:sp>
            <p:nvSpPr>
              <p:cNvPr id="10" name="Trapèze 5">
                <a:extLst>
                  <a:ext uri="{FF2B5EF4-FFF2-40B4-BE49-F238E27FC236}">
                    <a16:creationId xmlns:a16="http://schemas.microsoft.com/office/drawing/2014/main" id="{1D53AC5D-FB0D-C844-246F-FD0E3E3C6F44}"/>
                  </a:ext>
                </a:extLst>
              </p:cNvPr>
              <p:cNvSpPr/>
              <p:nvPr/>
            </p:nvSpPr>
            <p:spPr>
              <a:xfrm>
                <a:off x="1644650"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BAD MEMORIES TO PREVENT FROM HAPPENING AGAIN</a:t>
                </a:r>
              </a:p>
            </p:txBody>
          </p:sp>
          <p:sp>
            <p:nvSpPr>
              <p:cNvPr id="11" name="Trapèze 7">
                <a:extLst>
                  <a:ext uri="{FF2B5EF4-FFF2-40B4-BE49-F238E27FC236}">
                    <a16:creationId xmlns:a16="http://schemas.microsoft.com/office/drawing/2014/main" id="{9B0339BF-E6B4-5449-46A6-6CF44C20DC14}"/>
                  </a:ext>
                </a:extLst>
              </p:cNvPr>
              <p:cNvSpPr/>
              <p:nvPr/>
            </p:nvSpPr>
            <p:spPr>
              <a:xfrm>
                <a:off x="2314030"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dirty="0"/>
                  <a:t>WRONG FICTIVE STORIES - RISKS</a:t>
                </a:r>
              </a:p>
            </p:txBody>
          </p:sp>
          <p:sp>
            <p:nvSpPr>
              <p:cNvPr id="12" name="Trapèze 12">
                <a:extLst>
                  <a:ext uri="{FF2B5EF4-FFF2-40B4-BE49-F238E27FC236}">
                    <a16:creationId xmlns:a16="http://schemas.microsoft.com/office/drawing/2014/main" id="{3CA9F1CD-4EA1-B9C3-593E-E14A5CA5B11D}"/>
                  </a:ext>
                </a:extLst>
              </p:cNvPr>
              <p:cNvSpPr/>
              <p:nvPr/>
            </p:nvSpPr>
            <p:spPr>
              <a:xfrm>
                <a:off x="6261747" y="3985457"/>
                <a:ext cx="4520553" cy="962529"/>
              </a:xfrm>
              <a:prstGeom prst="trapezoid">
                <a:avLst>
                  <a:gd name="adj" fmla="val 6358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a:t>GOOD MEMORIES TO RECREATE</a:t>
                </a:r>
              </a:p>
            </p:txBody>
          </p:sp>
          <p:sp>
            <p:nvSpPr>
              <p:cNvPr id="13" name="Trapèze 13">
                <a:extLst>
                  <a:ext uri="{FF2B5EF4-FFF2-40B4-BE49-F238E27FC236}">
                    <a16:creationId xmlns:a16="http://schemas.microsoft.com/office/drawing/2014/main" id="{BC17C376-EB4E-7788-D366-A431A728145F}"/>
                  </a:ext>
                </a:extLst>
              </p:cNvPr>
              <p:cNvSpPr/>
              <p:nvPr/>
            </p:nvSpPr>
            <p:spPr>
              <a:xfrm>
                <a:off x="6927306" y="3040767"/>
                <a:ext cx="3159670" cy="864000"/>
              </a:xfrm>
              <a:prstGeom prst="trapezoid">
                <a:avLst>
                  <a:gd name="adj" fmla="val 63583"/>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b="1"/>
                  <a:t>IDEAL STORIES</a:t>
                </a:r>
              </a:p>
            </p:txBody>
          </p:sp>
        </p:grpSp>
        <p:sp>
          <p:nvSpPr>
            <p:cNvPr id="8" name="Triangle isocèle 15">
              <a:extLst>
                <a:ext uri="{FF2B5EF4-FFF2-40B4-BE49-F238E27FC236}">
                  <a16:creationId xmlns:a16="http://schemas.microsoft.com/office/drawing/2014/main" id="{15F648A4-BB20-AA48-6A93-F583DBDEEF8B}"/>
                </a:ext>
              </a:extLst>
            </p:cNvPr>
            <p:cNvSpPr/>
            <p:nvPr/>
          </p:nvSpPr>
          <p:spPr>
            <a:xfrm rot="10800000">
              <a:off x="4952497" y="3040768"/>
              <a:ext cx="2287008" cy="1795683"/>
            </a:xfrm>
            <a:prstGeom prst="triangle">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ZoneTexte 18">
              <a:extLst>
                <a:ext uri="{FF2B5EF4-FFF2-40B4-BE49-F238E27FC236}">
                  <a16:creationId xmlns:a16="http://schemas.microsoft.com/office/drawing/2014/main" id="{5D43B9D6-0D12-1189-348E-FBDE1113E8B5}"/>
                </a:ext>
              </a:extLst>
            </p:cNvPr>
            <p:cNvSpPr txBox="1"/>
            <p:nvPr/>
          </p:nvSpPr>
          <p:spPr>
            <a:xfrm>
              <a:off x="4952496" y="3044169"/>
              <a:ext cx="2287009" cy="276999"/>
            </a:xfrm>
            <a:prstGeom prst="rect">
              <a:avLst/>
            </a:prstGeom>
            <a:noFill/>
          </p:spPr>
          <p:txBody>
            <a:bodyPr wrap="square">
              <a:spAutoFit/>
            </a:bodyPr>
            <a:lstStyle/>
            <a:p>
              <a:pPr algn="ctr"/>
              <a:r>
                <a:rPr lang="en-US" sz="1200" b="1"/>
                <a:t>CONDITIONS</a:t>
              </a:r>
            </a:p>
          </p:txBody>
        </p:sp>
      </p:grpSp>
      <p:sp>
        <p:nvSpPr>
          <p:cNvPr id="14" name="Rectangle 14">
            <a:extLst>
              <a:ext uri="{FF2B5EF4-FFF2-40B4-BE49-F238E27FC236}">
                <a16:creationId xmlns:a16="http://schemas.microsoft.com/office/drawing/2014/main" id="{0C9C1022-0DE7-8696-A96A-076EFBD478AF}"/>
              </a:ext>
            </a:extLst>
          </p:cNvPr>
          <p:cNvSpPr/>
          <p:nvPr/>
        </p:nvSpPr>
        <p:spPr>
          <a:xfrm>
            <a:off x="5586100" y="2016472"/>
            <a:ext cx="912354" cy="80279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5" name="Rectangle 27">
            <a:extLst>
              <a:ext uri="{FF2B5EF4-FFF2-40B4-BE49-F238E27FC236}">
                <a16:creationId xmlns:a16="http://schemas.microsoft.com/office/drawing/2014/main" id="{6E6F345B-6DCD-50EF-F1A9-26CAC11737EB}"/>
              </a:ext>
            </a:extLst>
          </p:cNvPr>
          <p:cNvSpPr/>
          <p:nvPr/>
        </p:nvSpPr>
        <p:spPr>
          <a:xfrm>
            <a:off x="6673401" y="4295571"/>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16" name="Rectangle 28">
            <a:extLst>
              <a:ext uri="{FF2B5EF4-FFF2-40B4-BE49-F238E27FC236}">
                <a16:creationId xmlns:a16="http://schemas.microsoft.com/office/drawing/2014/main" id="{F80ACB5E-B37C-7627-7191-1D566805FED0}"/>
              </a:ext>
            </a:extLst>
          </p:cNvPr>
          <p:cNvSpPr/>
          <p:nvPr/>
        </p:nvSpPr>
        <p:spPr>
          <a:xfrm>
            <a:off x="7863348" y="4295571"/>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17" name="Rectangle 29">
            <a:extLst>
              <a:ext uri="{FF2B5EF4-FFF2-40B4-BE49-F238E27FC236}">
                <a16:creationId xmlns:a16="http://schemas.microsoft.com/office/drawing/2014/main" id="{610D3F24-1886-E0EC-9F55-5B97ADADF9B3}"/>
              </a:ext>
            </a:extLst>
          </p:cNvPr>
          <p:cNvSpPr/>
          <p:nvPr/>
        </p:nvSpPr>
        <p:spPr>
          <a:xfrm>
            <a:off x="9053295" y="4295570"/>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18" name="Rectangle 33">
            <a:extLst>
              <a:ext uri="{FF2B5EF4-FFF2-40B4-BE49-F238E27FC236}">
                <a16:creationId xmlns:a16="http://schemas.microsoft.com/office/drawing/2014/main" id="{BB875FC2-A145-94C0-9D02-143A3F4DA95D}"/>
              </a:ext>
            </a:extLst>
          </p:cNvPr>
          <p:cNvSpPr/>
          <p:nvPr/>
        </p:nvSpPr>
        <p:spPr>
          <a:xfrm>
            <a:off x="3577702" y="5435176"/>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9" name="Rectangle 34">
            <a:extLst>
              <a:ext uri="{FF2B5EF4-FFF2-40B4-BE49-F238E27FC236}">
                <a16:creationId xmlns:a16="http://schemas.microsoft.com/office/drawing/2014/main" id="{0DED5BCE-08B1-4609-AFD5-64D9E8BA4B7F}"/>
              </a:ext>
            </a:extLst>
          </p:cNvPr>
          <p:cNvSpPr/>
          <p:nvPr/>
        </p:nvSpPr>
        <p:spPr>
          <a:xfrm>
            <a:off x="5315018" y="5451993"/>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20" name="Rectangle 35">
            <a:extLst>
              <a:ext uri="{FF2B5EF4-FFF2-40B4-BE49-F238E27FC236}">
                <a16:creationId xmlns:a16="http://schemas.microsoft.com/office/drawing/2014/main" id="{DF8A93A8-88B8-5717-2C76-EBD9A628054E}"/>
              </a:ext>
            </a:extLst>
          </p:cNvPr>
          <p:cNvSpPr/>
          <p:nvPr/>
        </p:nvSpPr>
        <p:spPr>
          <a:xfrm>
            <a:off x="7028508" y="5451993"/>
            <a:ext cx="1512356" cy="86891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21" name="Rectangle 40">
            <a:extLst>
              <a:ext uri="{FF2B5EF4-FFF2-40B4-BE49-F238E27FC236}">
                <a16:creationId xmlns:a16="http://schemas.microsoft.com/office/drawing/2014/main" id="{3E3B3F1D-BBB1-B9DE-C5BE-D600192AC036}"/>
              </a:ext>
            </a:extLst>
          </p:cNvPr>
          <p:cNvSpPr/>
          <p:nvPr/>
        </p:nvSpPr>
        <p:spPr>
          <a:xfrm>
            <a:off x="5409326" y="3276893"/>
            <a:ext cx="776662"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solidFill>
                <a:schemeClr val="tx1"/>
              </a:solidFill>
            </a:endParaRPr>
          </a:p>
        </p:txBody>
      </p:sp>
      <p:sp>
        <p:nvSpPr>
          <p:cNvPr id="22" name="Rectangle 41">
            <a:extLst>
              <a:ext uri="{FF2B5EF4-FFF2-40B4-BE49-F238E27FC236}">
                <a16:creationId xmlns:a16="http://schemas.microsoft.com/office/drawing/2014/main" id="{85AB6746-0B71-EBE3-5B6B-662D20C8B7A4}"/>
              </a:ext>
            </a:extLst>
          </p:cNvPr>
          <p:cNvSpPr/>
          <p:nvPr/>
        </p:nvSpPr>
        <p:spPr>
          <a:xfrm>
            <a:off x="5679979" y="3964616"/>
            <a:ext cx="776662"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dirty="0">
              <a:solidFill>
                <a:schemeClr val="tx1"/>
              </a:solidFill>
            </a:endParaRPr>
          </a:p>
        </p:txBody>
      </p:sp>
      <p:sp>
        <p:nvSpPr>
          <p:cNvPr id="23" name="Rectangle 42">
            <a:extLst>
              <a:ext uri="{FF2B5EF4-FFF2-40B4-BE49-F238E27FC236}">
                <a16:creationId xmlns:a16="http://schemas.microsoft.com/office/drawing/2014/main" id="{0945901D-965F-6869-1B77-C2470B6CC4F8}"/>
              </a:ext>
            </a:extLst>
          </p:cNvPr>
          <p:cNvSpPr/>
          <p:nvPr/>
        </p:nvSpPr>
        <p:spPr>
          <a:xfrm>
            <a:off x="2043198" y="4348242"/>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24" name="Rectangle 43">
            <a:extLst>
              <a:ext uri="{FF2B5EF4-FFF2-40B4-BE49-F238E27FC236}">
                <a16:creationId xmlns:a16="http://schemas.microsoft.com/office/drawing/2014/main" id="{5E09F7BB-A6C4-FEDA-BFE0-0410137A9D77}"/>
              </a:ext>
            </a:extLst>
          </p:cNvPr>
          <p:cNvSpPr/>
          <p:nvPr/>
        </p:nvSpPr>
        <p:spPr>
          <a:xfrm>
            <a:off x="3219609" y="4348243"/>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25" name="Rectangle 44">
            <a:extLst>
              <a:ext uri="{FF2B5EF4-FFF2-40B4-BE49-F238E27FC236}">
                <a16:creationId xmlns:a16="http://schemas.microsoft.com/office/drawing/2014/main" id="{7A210150-DAFD-B35F-1699-ED99BF44DA91}"/>
              </a:ext>
            </a:extLst>
          </p:cNvPr>
          <p:cNvSpPr/>
          <p:nvPr/>
        </p:nvSpPr>
        <p:spPr>
          <a:xfrm>
            <a:off x="4409556" y="4348242"/>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26" name="Rectangle 45">
            <a:extLst>
              <a:ext uri="{FF2B5EF4-FFF2-40B4-BE49-F238E27FC236}">
                <a16:creationId xmlns:a16="http://schemas.microsoft.com/office/drawing/2014/main" id="{977CAA77-C72B-6592-8192-80317BDE2175}"/>
              </a:ext>
            </a:extLst>
          </p:cNvPr>
          <p:cNvSpPr/>
          <p:nvPr/>
        </p:nvSpPr>
        <p:spPr>
          <a:xfrm>
            <a:off x="7940975" y="3429000"/>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27" name="Rectangle 46">
            <a:extLst>
              <a:ext uri="{FF2B5EF4-FFF2-40B4-BE49-F238E27FC236}">
                <a16:creationId xmlns:a16="http://schemas.microsoft.com/office/drawing/2014/main" id="{C2FCD5E4-BD5A-D6F7-1A9C-843A6B796EA3}"/>
              </a:ext>
            </a:extLst>
          </p:cNvPr>
          <p:cNvSpPr/>
          <p:nvPr/>
        </p:nvSpPr>
        <p:spPr>
          <a:xfrm>
            <a:off x="3125597" y="3412292"/>
            <a:ext cx="1082399" cy="66190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Tree>
    <p:extLst>
      <p:ext uri="{BB962C8B-B14F-4D97-AF65-F5344CB8AC3E}">
        <p14:creationId xmlns:p14="http://schemas.microsoft.com/office/powerpoint/2010/main" val="164155380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857A69A-87CF-437D-9979-708C56BD16A2}"/>
              </a:ext>
            </a:extLst>
          </p:cNvPr>
          <p:cNvSpPr>
            <a:spLocks noGrp="1"/>
          </p:cNvSpPr>
          <p:nvPr>
            <p:ph type="title"/>
          </p:nvPr>
        </p:nvSpPr>
        <p:spPr/>
        <p:txBody>
          <a:bodyPr>
            <a:noAutofit/>
          </a:bodyPr>
          <a:lstStyle/>
          <a:p>
            <a:r>
              <a:rPr lang="en-US" sz="3200" dirty="0"/>
              <a:t>Use Case 1 </a:t>
            </a:r>
            <a:br>
              <a:rPr lang="en-US" sz="3200" dirty="0"/>
            </a:br>
            <a:r>
              <a:rPr lang="en-US" sz="3200" dirty="0"/>
              <a:t>An enterprise transformation project about learning</a:t>
            </a:r>
          </a:p>
        </p:txBody>
      </p:sp>
      <p:sp>
        <p:nvSpPr>
          <p:cNvPr id="3" name="ZoneTexte 47">
            <a:extLst>
              <a:ext uri="{FF2B5EF4-FFF2-40B4-BE49-F238E27FC236}">
                <a16:creationId xmlns:a16="http://schemas.microsoft.com/office/drawing/2014/main" id="{96438622-C69D-8263-6F8B-77009987A09E}"/>
              </a:ext>
            </a:extLst>
          </p:cNvPr>
          <p:cNvSpPr txBox="1"/>
          <p:nvPr/>
        </p:nvSpPr>
        <p:spPr>
          <a:xfrm>
            <a:off x="3835005" y="1934658"/>
            <a:ext cx="2824323" cy="231170"/>
          </a:xfrm>
          <a:prstGeom prst="rect">
            <a:avLst/>
          </a:prstGeom>
          <a:noFill/>
        </p:spPr>
        <p:txBody>
          <a:bodyPr wrap="square">
            <a:spAutoFit/>
          </a:bodyPr>
          <a:lstStyle/>
          <a:p>
            <a:pPr algn="ctr"/>
            <a:r>
              <a:rPr lang="en-US" sz="1600" b="1" i="1" dirty="0"/>
              <a:t>What everyone can start bringing for the goal</a:t>
            </a:r>
          </a:p>
        </p:txBody>
      </p:sp>
      <p:sp>
        <p:nvSpPr>
          <p:cNvPr id="28" name="ZoneTexte 48">
            <a:extLst>
              <a:ext uri="{FF2B5EF4-FFF2-40B4-BE49-F238E27FC236}">
                <a16:creationId xmlns:a16="http://schemas.microsoft.com/office/drawing/2014/main" id="{DAD8CD32-02F1-D540-6252-6E617938AE2D}"/>
              </a:ext>
            </a:extLst>
          </p:cNvPr>
          <p:cNvSpPr txBox="1"/>
          <p:nvPr/>
        </p:nvSpPr>
        <p:spPr>
          <a:xfrm>
            <a:off x="7737118" y="1951924"/>
            <a:ext cx="1542238" cy="399294"/>
          </a:xfrm>
          <a:prstGeom prst="rect">
            <a:avLst/>
          </a:prstGeom>
          <a:noFill/>
        </p:spPr>
        <p:txBody>
          <a:bodyPr wrap="square">
            <a:spAutoFit/>
          </a:bodyPr>
          <a:lstStyle/>
          <a:p>
            <a:pPr algn="ctr"/>
            <a:r>
              <a:rPr lang="en-US" sz="1600" b="1" i="1" dirty="0"/>
              <a:t>First Ideas of combined contributions</a:t>
            </a:r>
          </a:p>
        </p:txBody>
      </p:sp>
      <p:sp>
        <p:nvSpPr>
          <p:cNvPr id="30" name="ZoneTexte 51">
            <a:extLst>
              <a:ext uri="{FF2B5EF4-FFF2-40B4-BE49-F238E27FC236}">
                <a16:creationId xmlns:a16="http://schemas.microsoft.com/office/drawing/2014/main" id="{7051BA38-F493-DFB4-7BC6-661F8CB4E118}"/>
              </a:ext>
            </a:extLst>
          </p:cNvPr>
          <p:cNvSpPr txBox="1"/>
          <p:nvPr/>
        </p:nvSpPr>
        <p:spPr>
          <a:xfrm>
            <a:off x="9822587" y="2008328"/>
            <a:ext cx="2148238" cy="830997"/>
          </a:xfrm>
          <a:prstGeom prst="rect">
            <a:avLst/>
          </a:prstGeom>
          <a:noFill/>
        </p:spPr>
        <p:txBody>
          <a:bodyPr wrap="square">
            <a:spAutoFit/>
          </a:bodyPr>
          <a:lstStyle/>
          <a:p>
            <a:pPr algn="ctr"/>
            <a:r>
              <a:rPr lang="en-US" sz="1600" b="1" i="1" dirty="0"/>
              <a:t>Successes that we could not reach as scattered individuals</a:t>
            </a:r>
          </a:p>
        </p:txBody>
      </p:sp>
      <p:grpSp>
        <p:nvGrpSpPr>
          <p:cNvPr id="31" name="Groupe 54">
            <a:extLst>
              <a:ext uri="{FF2B5EF4-FFF2-40B4-BE49-F238E27FC236}">
                <a16:creationId xmlns:a16="http://schemas.microsoft.com/office/drawing/2014/main" id="{0B5E2ACD-76D0-3F02-DA8F-5C2BCDCEB2C6}"/>
              </a:ext>
            </a:extLst>
          </p:cNvPr>
          <p:cNvGrpSpPr/>
          <p:nvPr/>
        </p:nvGrpSpPr>
        <p:grpSpPr>
          <a:xfrm>
            <a:off x="5362241" y="2411379"/>
            <a:ext cx="1001867" cy="798536"/>
            <a:chOff x="2609577" y="1563591"/>
            <a:chExt cx="1467257" cy="1169474"/>
          </a:xfrm>
        </p:grpSpPr>
        <p:grpSp>
          <p:nvGrpSpPr>
            <p:cNvPr id="32" name="Groupe 41">
              <a:extLst>
                <a:ext uri="{FF2B5EF4-FFF2-40B4-BE49-F238E27FC236}">
                  <a16:creationId xmlns:a16="http://schemas.microsoft.com/office/drawing/2014/main" id="{096B0EEF-5140-09A2-3499-A4E1FFD74575}"/>
                </a:ext>
              </a:extLst>
            </p:cNvPr>
            <p:cNvGrpSpPr/>
            <p:nvPr/>
          </p:nvGrpSpPr>
          <p:grpSpPr>
            <a:xfrm>
              <a:off x="2609577" y="1563591"/>
              <a:ext cx="1412109" cy="1169474"/>
              <a:chOff x="2645545" y="3994190"/>
              <a:chExt cx="1412109" cy="1169474"/>
            </a:xfrm>
          </p:grpSpPr>
          <p:pic>
            <p:nvPicPr>
              <p:cNvPr id="34" name="Graphique 42" descr="Diable avec un remplissage uni">
                <a:extLst>
                  <a:ext uri="{FF2B5EF4-FFF2-40B4-BE49-F238E27FC236}">
                    <a16:creationId xmlns:a16="http://schemas.microsoft.com/office/drawing/2014/main" id="{0F10DE3E-EFC4-02AE-0C3B-EEA1547D4E4B}"/>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35" name="Graphique 43" descr="Base-ball avec un remplissage uni">
                <a:extLst>
                  <a:ext uri="{FF2B5EF4-FFF2-40B4-BE49-F238E27FC236}">
                    <a16:creationId xmlns:a16="http://schemas.microsoft.com/office/drawing/2014/main" id="{131661CC-49DB-8FE6-CBA3-3EF5F048E5BF}"/>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36" name="Rectangle 44">
                <a:extLst>
                  <a:ext uri="{FF2B5EF4-FFF2-40B4-BE49-F238E27FC236}">
                    <a16:creationId xmlns:a16="http://schemas.microsoft.com/office/drawing/2014/main" id="{2DC4D147-3868-5767-89AE-D8A77DD85A25}"/>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3" name="Graphique 53" descr="Boîte à archives avec un remplissage uni">
              <a:extLst>
                <a:ext uri="{FF2B5EF4-FFF2-40B4-BE49-F238E27FC236}">
                  <a16:creationId xmlns:a16="http://schemas.microsoft.com/office/drawing/2014/main" id="{F16E4C69-D090-739C-178A-3D6D44871E9A}"/>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37" name="Groupe 85">
            <a:extLst>
              <a:ext uri="{FF2B5EF4-FFF2-40B4-BE49-F238E27FC236}">
                <a16:creationId xmlns:a16="http://schemas.microsoft.com/office/drawing/2014/main" id="{82F82052-BE27-32E4-D444-D5915F7BED20}"/>
              </a:ext>
            </a:extLst>
          </p:cNvPr>
          <p:cNvGrpSpPr/>
          <p:nvPr/>
        </p:nvGrpSpPr>
        <p:grpSpPr>
          <a:xfrm>
            <a:off x="5319883" y="5170180"/>
            <a:ext cx="1001867" cy="798536"/>
            <a:chOff x="2609577" y="1563591"/>
            <a:chExt cx="1467257" cy="1169474"/>
          </a:xfrm>
        </p:grpSpPr>
        <p:grpSp>
          <p:nvGrpSpPr>
            <p:cNvPr id="38" name="Groupe 86">
              <a:extLst>
                <a:ext uri="{FF2B5EF4-FFF2-40B4-BE49-F238E27FC236}">
                  <a16:creationId xmlns:a16="http://schemas.microsoft.com/office/drawing/2014/main" id="{CB99E5D5-71D2-659D-BF1C-85D23D0A609B}"/>
                </a:ext>
              </a:extLst>
            </p:cNvPr>
            <p:cNvGrpSpPr/>
            <p:nvPr/>
          </p:nvGrpSpPr>
          <p:grpSpPr>
            <a:xfrm>
              <a:off x="2609577" y="1563591"/>
              <a:ext cx="1412109" cy="1169474"/>
              <a:chOff x="2645545" y="3994190"/>
              <a:chExt cx="1412109" cy="1169474"/>
            </a:xfrm>
          </p:grpSpPr>
          <p:pic>
            <p:nvPicPr>
              <p:cNvPr id="40" name="Graphique 88" descr="Diable avec un remplissage uni">
                <a:extLst>
                  <a:ext uri="{FF2B5EF4-FFF2-40B4-BE49-F238E27FC236}">
                    <a16:creationId xmlns:a16="http://schemas.microsoft.com/office/drawing/2014/main" id="{F4DFAFA3-C374-43E8-15E5-EA9FB600F445}"/>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037365" y="4143375"/>
                <a:ext cx="1020289" cy="1020289"/>
              </a:xfrm>
              <a:prstGeom prst="rect">
                <a:avLst/>
              </a:prstGeom>
            </p:spPr>
          </p:pic>
          <p:pic>
            <p:nvPicPr>
              <p:cNvPr id="41" name="Graphique 89" descr="Base-ball avec un remplissage uni">
                <a:extLst>
                  <a:ext uri="{FF2B5EF4-FFF2-40B4-BE49-F238E27FC236}">
                    <a16:creationId xmlns:a16="http://schemas.microsoft.com/office/drawing/2014/main" id="{88F635BD-327C-0B18-A139-9FD5D7A5FE7F}"/>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flipH="1">
                <a:off x="2645545" y="4030462"/>
                <a:ext cx="993713" cy="1133202"/>
              </a:xfrm>
              <a:prstGeom prst="rect">
                <a:avLst/>
              </a:prstGeom>
            </p:spPr>
          </p:pic>
          <p:sp>
            <p:nvSpPr>
              <p:cNvPr id="42" name="Rectangle 90">
                <a:extLst>
                  <a:ext uri="{FF2B5EF4-FFF2-40B4-BE49-F238E27FC236}">
                    <a16:creationId xmlns:a16="http://schemas.microsoft.com/office/drawing/2014/main" id="{3374D55F-0287-BF79-8519-0AD0C8318C39}"/>
                  </a:ext>
                </a:extLst>
              </p:cNvPr>
              <p:cNvSpPr/>
              <p:nvPr/>
            </p:nvSpPr>
            <p:spPr>
              <a:xfrm rot="3108432">
                <a:off x="3005259" y="4126217"/>
                <a:ext cx="388342" cy="124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9" name="Graphique 87" descr="Boîte à archives avec un remplissage uni">
              <a:extLst>
                <a:ext uri="{FF2B5EF4-FFF2-40B4-BE49-F238E27FC236}">
                  <a16:creationId xmlns:a16="http://schemas.microsoft.com/office/drawing/2014/main" id="{F94F39CF-B04C-9BC6-E597-83FDE8D82A0E}"/>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rot="20255485">
              <a:off x="3419733" y="1863768"/>
              <a:ext cx="657101" cy="657101"/>
            </a:xfrm>
            <a:prstGeom prst="rect">
              <a:avLst/>
            </a:prstGeom>
          </p:spPr>
        </p:pic>
      </p:grpSp>
      <p:grpSp>
        <p:nvGrpSpPr>
          <p:cNvPr id="43" name="Groupe 105">
            <a:extLst>
              <a:ext uri="{FF2B5EF4-FFF2-40B4-BE49-F238E27FC236}">
                <a16:creationId xmlns:a16="http://schemas.microsoft.com/office/drawing/2014/main" id="{6A476FD6-EF89-8A85-E680-1236549FFB0A}"/>
              </a:ext>
            </a:extLst>
          </p:cNvPr>
          <p:cNvGrpSpPr/>
          <p:nvPr/>
        </p:nvGrpSpPr>
        <p:grpSpPr>
          <a:xfrm flipH="1">
            <a:off x="7798691" y="3163553"/>
            <a:ext cx="746958" cy="795589"/>
            <a:chOff x="1680627" y="1783722"/>
            <a:chExt cx="1331514" cy="1331514"/>
          </a:xfrm>
        </p:grpSpPr>
        <p:pic>
          <p:nvPicPr>
            <p:cNvPr id="44" name="Graphique 178" descr="Mur de briques en construction avec un remplissage uni">
              <a:extLst>
                <a:ext uri="{FF2B5EF4-FFF2-40B4-BE49-F238E27FC236}">
                  <a16:creationId xmlns:a16="http://schemas.microsoft.com/office/drawing/2014/main" id="{208F0739-AF27-E48B-2737-E6B8D910A391}"/>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680627" y="1783722"/>
              <a:ext cx="1331514" cy="1331514"/>
            </a:xfrm>
            <a:prstGeom prst="rect">
              <a:avLst/>
            </a:prstGeom>
          </p:spPr>
        </p:pic>
        <p:sp>
          <p:nvSpPr>
            <p:cNvPr id="45" name="Rectangle 179">
              <a:extLst>
                <a:ext uri="{FF2B5EF4-FFF2-40B4-BE49-F238E27FC236}">
                  <a16:creationId xmlns:a16="http://schemas.microsoft.com/office/drawing/2014/main" id="{C56F20B7-1FD3-D900-22F6-14ACD15AE3D8}"/>
                </a:ext>
              </a:extLst>
            </p:cNvPr>
            <p:cNvSpPr/>
            <p:nvPr/>
          </p:nvSpPr>
          <p:spPr>
            <a:xfrm>
              <a:off x="2206885" y="2187027"/>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Rectangle 180">
              <a:extLst>
                <a:ext uri="{FF2B5EF4-FFF2-40B4-BE49-F238E27FC236}">
                  <a16:creationId xmlns:a16="http://schemas.microsoft.com/office/drawing/2014/main" id="{8C2841D7-F635-0C7A-7266-891B74F375A0}"/>
                </a:ext>
              </a:extLst>
            </p:cNvPr>
            <p:cNvSpPr/>
            <p:nvPr/>
          </p:nvSpPr>
          <p:spPr>
            <a:xfrm>
              <a:off x="2040953" y="2380609"/>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Rectangle 181">
              <a:extLst>
                <a:ext uri="{FF2B5EF4-FFF2-40B4-BE49-F238E27FC236}">
                  <a16:creationId xmlns:a16="http://schemas.microsoft.com/office/drawing/2014/main" id="{A0FA6987-45DC-261F-BCA3-91D2E96976DB}"/>
                </a:ext>
              </a:extLst>
            </p:cNvPr>
            <p:cNvSpPr/>
            <p:nvPr/>
          </p:nvSpPr>
          <p:spPr>
            <a:xfrm>
              <a:off x="2370053" y="2380609"/>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Rectangle 182">
              <a:extLst>
                <a:ext uri="{FF2B5EF4-FFF2-40B4-BE49-F238E27FC236}">
                  <a16:creationId xmlns:a16="http://schemas.microsoft.com/office/drawing/2014/main" id="{15FC83FA-FBE5-81D5-8080-FBC09581459E}"/>
                </a:ext>
              </a:extLst>
            </p:cNvPr>
            <p:cNvSpPr/>
            <p:nvPr/>
          </p:nvSpPr>
          <p:spPr>
            <a:xfrm>
              <a:off x="2543616" y="2573362"/>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Rectangle 183">
              <a:extLst>
                <a:ext uri="{FF2B5EF4-FFF2-40B4-BE49-F238E27FC236}">
                  <a16:creationId xmlns:a16="http://schemas.microsoft.com/office/drawing/2014/main" id="{DFFE0C2B-AC78-8AED-8372-AAA763D505BE}"/>
                </a:ext>
              </a:extLst>
            </p:cNvPr>
            <p:cNvSpPr/>
            <p:nvPr/>
          </p:nvSpPr>
          <p:spPr>
            <a:xfrm>
              <a:off x="1872248" y="2573361"/>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Rectangle 184">
              <a:extLst>
                <a:ext uri="{FF2B5EF4-FFF2-40B4-BE49-F238E27FC236}">
                  <a16:creationId xmlns:a16="http://schemas.microsoft.com/office/drawing/2014/main" id="{F5E03EAE-824C-7599-9A5B-B6A0F7361DD9}"/>
                </a:ext>
              </a:extLst>
            </p:cNvPr>
            <p:cNvSpPr/>
            <p:nvPr/>
          </p:nvSpPr>
          <p:spPr>
            <a:xfrm>
              <a:off x="2040953" y="2768494"/>
              <a:ext cx="281521"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1" name="Rectangle 185">
              <a:extLst>
                <a:ext uri="{FF2B5EF4-FFF2-40B4-BE49-F238E27FC236}">
                  <a16:creationId xmlns:a16="http://schemas.microsoft.com/office/drawing/2014/main" id="{D4331AAD-86F7-D73F-D7A4-DFF1AF4E84FE}"/>
                </a:ext>
              </a:extLst>
            </p:cNvPr>
            <p:cNvSpPr/>
            <p:nvPr/>
          </p:nvSpPr>
          <p:spPr>
            <a:xfrm>
              <a:off x="2376662" y="2767730"/>
              <a:ext cx="281521"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Rectangle 186">
              <a:extLst>
                <a:ext uri="{FF2B5EF4-FFF2-40B4-BE49-F238E27FC236}">
                  <a16:creationId xmlns:a16="http://schemas.microsoft.com/office/drawing/2014/main" id="{832A302A-8B6A-4A80-02F9-B0B37CB3A7AC}"/>
                </a:ext>
              </a:extLst>
            </p:cNvPr>
            <p:cNvSpPr/>
            <p:nvPr/>
          </p:nvSpPr>
          <p:spPr>
            <a:xfrm>
              <a:off x="1872247" y="2185476"/>
              <a:ext cx="281521"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Rectangle 187">
              <a:extLst>
                <a:ext uri="{FF2B5EF4-FFF2-40B4-BE49-F238E27FC236}">
                  <a16:creationId xmlns:a16="http://schemas.microsoft.com/office/drawing/2014/main" id="{557316CB-EF94-9A6F-573E-542D22808988}"/>
                </a:ext>
              </a:extLst>
            </p:cNvPr>
            <p:cNvSpPr/>
            <p:nvPr/>
          </p:nvSpPr>
          <p:spPr>
            <a:xfrm>
              <a:off x="2705487" y="2379659"/>
              <a:ext cx="117270" cy="1377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Rectangle 188">
              <a:extLst>
                <a:ext uri="{FF2B5EF4-FFF2-40B4-BE49-F238E27FC236}">
                  <a16:creationId xmlns:a16="http://schemas.microsoft.com/office/drawing/2014/main" id="{9BD4D168-DBE2-7B01-64FE-9B433A5EFBA6}"/>
                </a:ext>
              </a:extLst>
            </p:cNvPr>
            <p:cNvSpPr/>
            <p:nvPr/>
          </p:nvSpPr>
          <p:spPr>
            <a:xfrm>
              <a:off x="2705487" y="2768496"/>
              <a:ext cx="117270" cy="137739"/>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Rectangle 189">
              <a:extLst>
                <a:ext uri="{FF2B5EF4-FFF2-40B4-BE49-F238E27FC236}">
                  <a16:creationId xmlns:a16="http://schemas.microsoft.com/office/drawing/2014/main" id="{C0630E24-E126-101D-1666-887D4B0F3F81}"/>
                </a:ext>
              </a:extLst>
            </p:cNvPr>
            <p:cNvSpPr/>
            <p:nvPr/>
          </p:nvSpPr>
          <p:spPr>
            <a:xfrm>
              <a:off x="1872247" y="2768496"/>
              <a:ext cx="117270" cy="137739"/>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Rectangle 190">
              <a:extLst>
                <a:ext uri="{FF2B5EF4-FFF2-40B4-BE49-F238E27FC236}">
                  <a16:creationId xmlns:a16="http://schemas.microsoft.com/office/drawing/2014/main" id="{4DD5688F-2A71-2CAB-1383-2B77F15F16A5}"/>
                </a:ext>
              </a:extLst>
            </p:cNvPr>
            <p:cNvSpPr/>
            <p:nvPr/>
          </p:nvSpPr>
          <p:spPr>
            <a:xfrm>
              <a:off x="1872247" y="2378228"/>
              <a:ext cx="117270" cy="137739"/>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7" name="Groupe 5">
            <a:extLst>
              <a:ext uri="{FF2B5EF4-FFF2-40B4-BE49-F238E27FC236}">
                <a16:creationId xmlns:a16="http://schemas.microsoft.com/office/drawing/2014/main" id="{083EDE75-9CA9-F9DE-FEA2-21C666E7E6E2}"/>
              </a:ext>
            </a:extLst>
          </p:cNvPr>
          <p:cNvGrpSpPr/>
          <p:nvPr/>
        </p:nvGrpSpPr>
        <p:grpSpPr>
          <a:xfrm>
            <a:off x="4124360" y="2713224"/>
            <a:ext cx="944598" cy="848124"/>
            <a:chOff x="5247267" y="8072371"/>
            <a:chExt cx="817082" cy="733631"/>
          </a:xfrm>
        </p:grpSpPr>
        <p:grpSp>
          <p:nvGrpSpPr>
            <p:cNvPr id="58" name="Groupe 104">
              <a:extLst>
                <a:ext uri="{FF2B5EF4-FFF2-40B4-BE49-F238E27FC236}">
                  <a16:creationId xmlns:a16="http://schemas.microsoft.com/office/drawing/2014/main" id="{EFEA7E51-E6FB-EA8C-551A-A5EB1F562DB2}"/>
                </a:ext>
              </a:extLst>
            </p:cNvPr>
            <p:cNvGrpSpPr/>
            <p:nvPr/>
          </p:nvGrpSpPr>
          <p:grpSpPr>
            <a:xfrm>
              <a:off x="5247267" y="8117813"/>
              <a:ext cx="817082" cy="688189"/>
              <a:chOff x="3890963" y="2438774"/>
              <a:chExt cx="1085661" cy="914400"/>
            </a:xfrm>
          </p:grpSpPr>
          <p:pic>
            <p:nvPicPr>
              <p:cNvPr id="60" name="Graphique 191" descr="Culturiste avec un remplissage uni">
                <a:extLst>
                  <a:ext uri="{FF2B5EF4-FFF2-40B4-BE49-F238E27FC236}">
                    <a16:creationId xmlns:a16="http://schemas.microsoft.com/office/drawing/2014/main" id="{1EEAF95D-70C2-B369-278E-61F07CEC0A9A}"/>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61" name="Rectangle 192">
                <a:extLst>
                  <a:ext uri="{FF2B5EF4-FFF2-40B4-BE49-F238E27FC236}">
                    <a16:creationId xmlns:a16="http://schemas.microsoft.com/office/drawing/2014/main" id="{84750BB2-EAEA-D840-F428-68CABF8F3C4B}"/>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193">
                <a:extLst>
                  <a:ext uri="{FF2B5EF4-FFF2-40B4-BE49-F238E27FC236}">
                    <a16:creationId xmlns:a16="http://schemas.microsoft.com/office/drawing/2014/main" id="{EB556ABB-E8EC-B604-3C68-AB7B43336211}"/>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59" name="Rectangle 106">
              <a:extLst>
                <a:ext uri="{FF2B5EF4-FFF2-40B4-BE49-F238E27FC236}">
                  <a16:creationId xmlns:a16="http://schemas.microsoft.com/office/drawing/2014/main" id="{9715592B-28DA-AD64-1CA4-698F09ED06E0}"/>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3" name="Groupe 108">
            <a:extLst>
              <a:ext uri="{FF2B5EF4-FFF2-40B4-BE49-F238E27FC236}">
                <a16:creationId xmlns:a16="http://schemas.microsoft.com/office/drawing/2014/main" id="{252CBC22-0076-09AD-F168-6E1A698D9C43}"/>
              </a:ext>
            </a:extLst>
          </p:cNvPr>
          <p:cNvGrpSpPr/>
          <p:nvPr/>
        </p:nvGrpSpPr>
        <p:grpSpPr>
          <a:xfrm flipH="1">
            <a:off x="3909927" y="3744577"/>
            <a:ext cx="428160" cy="781477"/>
            <a:chOff x="5134003" y="2196472"/>
            <a:chExt cx="563254" cy="1156702"/>
          </a:xfrm>
        </p:grpSpPr>
        <p:pic>
          <p:nvPicPr>
            <p:cNvPr id="64" name="Graphique 174" descr="Réussite du groupe avec un remplissage uni">
              <a:extLst>
                <a:ext uri="{FF2B5EF4-FFF2-40B4-BE49-F238E27FC236}">
                  <a16:creationId xmlns:a16="http://schemas.microsoft.com/office/drawing/2014/main" id="{5E6004A7-AB6A-1C3A-E64D-42916E5F7168}"/>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65" name="Rectangle 175">
              <a:extLst>
                <a:ext uri="{FF2B5EF4-FFF2-40B4-BE49-F238E27FC236}">
                  <a16:creationId xmlns:a16="http://schemas.microsoft.com/office/drawing/2014/main" id="{77781163-7A1F-C8F8-7521-7920DB27F91A}"/>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66" name="Groupe 6">
            <a:extLst>
              <a:ext uri="{FF2B5EF4-FFF2-40B4-BE49-F238E27FC236}">
                <a16:creationId xmlns:a16="http://schemas.microsoft.com/office/drawing/2014/main" id="{E75DD5B5-EDD4-50B2-7197-9BD04AF4872D}"/>
              </a:ext>
            </a:extLst>
          </p:cNvPr>
          <p:cNvGrpSpPr/>
          <p:nvPr/>
        </p:nvGrpSpPr>
        <p:grpSpPr>
          <a:xfrm>
            <a:off x="10166578" y="2880374"/>
            <a:ext cx="1592607" cy="1592607"/>
            <a:chOff x="9835911" y="2807662"/>
            <a:chExt cx="1796250" cy="1796250"/>
          </a:xfrm>
        </p:grpSpPr>
        <p:pic>
          <p:nvPicPr>
            <p:cNvPr id="67" name="Graphique 103" descr="Cathédrale avec un remplissage uni">
              <a:extLst>
                <a:ext uri="{FF2B5EF4-FFF2-40B4-BE49-F238E27FC236}">
                  <a16:creationId xmlns:a16="http://schemas.microsoft.com/office/drawing/2014/main" id="{3C815062-1F3B-28BE-462F-74C46707FDE1}"/>
                </a:ext>
              </a:extLst>
            </p:cNvPr>
            <p:cNvPicPr>
              <a:picLocks noChangeAspect="1"/>
            </p:cNvPicPr>
            <p:nvPr/>
          </p:nvPicPr>
          <p:blipFill>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835911" y="2807662"/>
              <a:ext cx="1796250" cy="1796250"/>
            </a:xfrm>
            <a:prstGeom prst="rect">
              <a:avLst/>
            </a:prstGeom>
          </p:spPr>
        </p:pic>
        <p:sp>
          <p:nvSpPr>
            <p:cNvPr id="68" name="Rectangle 112">
              <a:extLst>
                <a:ext uri="{FF2B5EF4-FFF2-40B4-BE49-F238E27FC236}">
                  <a16:creationId xmlns:a16="http://schemas.microsoft.com/office/drawing/2014/main" id="{C465BE2F-0B76-E1D5-8C80-4FFF5FDAC668}"/>
                </a:ext>
              </a:extLst>
            </p:cNvPr>
            <p:cNvSpPr/>
            <p:nvPr/>
          </p:nvSpPr>
          <p:spPr>
            <a:xfrm>
              <a:off x="10218483" y="4488333"/>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113">
              <a:extLst>
                <a:ext uri="{FF2B5EF4-FFF2-40B4-BE49-F238E27FC236}">
                  <a16:creationId xmlns:a16="http://schemas.microsoft.com/office/drawing/2014/main" id="{B34BF937-AE38-ED15-D403-15966955188F}"/>
                </a:ext>
              </a:extLst>
            </p:cNvPr>
            <p:cNvSpPr/>
            <p:nvPr/>
          </p:nvSpPr>
          <p:spPr>
            <a:xfrm>
              <a:off x="10039942" y="4487898"/>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114">
              <a:extLst>
                <a:ext uri="{FF2B5EF4-FFF2-40B4-BE49-F238E27FC236}">
                  <a16:creationId xmlns:a16="http://schemas.microsoft.com/office/drawing/2014/main" id="{6C420611-3533-D63C-3B33-BC146CBF53BF}"/>
                </a:ext>
              </a:extLst>
            </p:cNvPr>
            <p:cNvSpPr/>
            <p:nvPr/>
          </p:nvSpPr>
          <p:spPr>
            <a:xfrm>
              <a:off x="10126610" y="4389730"/>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115">
              <a:extLst>
                <a:ext uri="{FF2B5EF4-FFF2-40B4-BE49-F238E27FC236}">
                  <a16:creationId xmlns:a16="http://schemas.microsoft.com/office/drawing/2014/main" id="{A4F38091-86C3-354F-6579-E268A8AD986F}"/>
                </a:ext>
              </a:extLst>
            </p:cNvPr>
            <p:cNvSpPr/>
            <p:nvPr/>
          </p:nvSpPr>
          <p:spPr>
            <a:xfrm>
              <a:off x="10278475" y="4297650"/>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116">
              <a:extLst>
                <a:ext uri="{FF2B5EF4-FFF2-40B4-BE49-F238E27FC236}">
                  <a16:creationId xmlns:a16="http://schemas.microsoft.com/office/drawing/2014/main" id="{450CCF55-6076-D630-566B-2E631824F718}"/>
                </a:ext>
              </a:extLst>
            </p:cNvPr>
            <p:cNvSpPr/>
            <p:nvPr/>
          </p:nvSpPr>
          <p:spPr>
            <a:xfrm>
              <a:off x="10039941" y="4292459"/>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117">
              <a:extLst>
                <a:ext uri="{FF2B5EF4-FFF2-40B4-BE49-F238E27FC236}">
                  <a16:creationId xmlns:a16="http://schemas.microsoft.com/office/drawing/2014/main" id="{8E7935DF-5F79-123E-9134-972AEA1A25CD}"/>
                </a:ext>
              </a:extLst>
            </p:cNvPr>
            <p:cNvSpPr/>
            <p:nvPr/>
          </p:nvSpPr>
          <p:spPr>
            <a:xfrm>
              <a:off x="10302363"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118">
              <a:extLst>
                <a:ext uri="{FF2B5EF4-FFF2-40B4-BE49-F238E27FC236}">
                  <a16:creationId xmlns:a16="http://schemas.microsoft.com/office/drawing/2014/main" id="{628B7E5F-9598-A208-4E1F-EF7EEB3A87A3}"/>
                </a:ext>
              </a:extLst>
            </p:cNvPr>
            <p:cNvSpPr/>
            <p:nvPr/>
          </p:nvSpPr>
          <p:spPr>
            <a:xfrm>
              <a:off x="10037202" y="4389731"/>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119">
              <a:extLst>
                <a:ext uri="{FF2B5EF4-FFF2-40B4-BE49-F238E27FC236}">
                  <a16:creationId xmlns:a16="http://schemas.microsoft.com/office/drawing/2014/main" id="{14A603FE-BE08-C424-64A9-0E924EE5FC6D}"/>
                </a:ext>
              </a:extLst>
            </p:cNvPr>
            <p:cNvSpPr/>
            <p:nvPr/>
          </p:nvSpPr>
          <p:spPr>
            <a:xfrm>
              <a:off x="10436079" y="448252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120">
              <a:extLst>
                <a:ext uri="{FF2B5EF4-FFF2-40B4-BE49-F238E27FC236}">
                  <a16:creationId xmlns:a16="http://schemas.microsoft.com/office/drawing/2014/main" id="{33CE812E-8F59-11F6-4C13-5762C73F0D4F}"/>
                </a:ext>
              </a:extLst>
            </p:cNvPr>
            <p:cNvSpPr/>
            <p:nvPr/>
          </p:nvSpPr>
          <p:spPr>
            <a:xfrm>
              <a:off x="10436079" y="438973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121">
              <a:extLst>
                <a:ext uri="{FF2B5EF4-FFF2-40B4-BE49-F238E27FC236}">
                  <a16:creationId xmlns:a16="http://schemas.microsoft.com/office/drawing/2014/main" id="{A8229294-2AB1-6268-652A-1CBE607AF69C}"/>
                </a:ext>
              </a:extLst>
            </p:cNvPr>
            <p:cNvSpPr/>
            <p:nvPr/>
          </p:nvSpPr>
          <p:spPr>
            <a:xfrm>
              <a:off x="10436299" y="4296319"/>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Rectangle 122">
              <a:extLst>
                <a:ext uri="{FF2B5EF4-FFF2-40B4-BE49-F238E27FC236}">
                  <a16:creationId xmlns:a16="http://schemas.microsoft.com/office/drawing/2014/main" id="{B9D533DC-628A-32E7-914E-4AD89C5A6A19}"/>
                </a:ext>
              </a:extLst>
            </p:cNvPr>
            <p:cNvSpPr/>
            <p:nvPr/>
          </p:nvSpPr>
          <p:spPr>
            <a:xfrm>
              <a:off x="10436079" y="420194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123">
              <a:extLst>
                <a:ext uri="{FF2B5EF4-FFF2-40B4-BE49-F238E27FC236}">
                  <a16:creationId xmlns:a16="http://schemas.microsoft.com/office/drawing/2014/main" id="{F0F085CC-0DE1-72DA-3682-D50A66952C4A}"/>
                </a:ext>
              </a:extLst>
            </p:cNvPr>
            <p:cNvSpPr/>
            <p:nvPr/>
          </p:nvSpPr>
          <p:spPr>
            <a:xfrm>
              <a:off x="10933093" y="449077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124">
              <a:extLst>
                <a:ext uri="{FF2B5EF4-FFF2-40B4-BE49-F238E27FC236}">
                  <a16:creationId xmlns:a16="http://schemas.microsoft.com/office/drawing/2014/main" id="{E00DE56F-E1A6-DD90-17A5-EEC9962509C7}"/>
                </a:ext>
              </a:extLst>
            </p:cNvPr>
            <p:cNvSpPr/>
            <p:nvPr/>
          </p:nvSpPr>
          <p:spPr>
            <a:xfrm>
              <a:off x="10933093" y="439798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125">
              <a:extLst>
                <a:ext uri="{FF2B5EF4-FFF2-40B4-BE49-F238E27FC236}">
                  <a16:creationId xmlns:a16="http://schemas.microsoft.com/office/drawing/2014/main" id="{49B824A0-D694-4744-10BA-2E982412E2F7}"/>
                </a:ext>
              </a:extLst>
            </p:cNvPr>
            <p:cNvSpPr/>
            <p:nvPr/>
          </p:nvSpPr>
          <p:spPr>
            <a:xfrm>
              <a:off x="10933314" y="4304573"/>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126">
              <a:extLst>
                <a:ext uri="{FF2B5EF4-FFF2-40B4-BE49-F238E27FC236}">
                  <a16:creationId xmlns:a16="http://schemas.microsoft.com/office/drawing/2014/main" id="{83A61B59-FE90-A11C-D735-C3BAF61AC26B}"/>
                </a:ext>
              </a:extLst>
            </p:cNvPr>
            <p:cNvSpPr/>
            <p:nvPr/>
          </p:nvSpPr>
          <p:spPr>
            <a:xfrm>
              <a:off x="10933093" y="4210201"/>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127">
              <a:extLst>
                <a:ext uri="{FF2B5EF4-FFF2-40B4-BE49-F238E27FC236}">
                  <a16:creationId xmlns:a16="http://schemas.microsoft.com/office/drawing/2014/main" id="{D47DF6FD-34B0-0D56-0BDE-B22EA5ED12E2}"/>
                </a:ext>
              </a:extLst>
            </p:cNvPr>
            <p:cNvSpPr/>
            <p:nvPr/>
          </p:nvSpPr>
          <p:spPr>
            <a:xfrm>
              <a:off x="10933093" y="411247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128">
              <a:extLst>
                <a:ext uri="{FF2B5EF4-FFF2-40B4-BE49-F238E27FC236}">
                  <a16:creationId xmlns:a16="http://schemas.microsoft.com/office/drawing/2014/main" id="{86E8F644-7355-1C0E-B6FC-92C6AFC6F31D}"/>
                </a:ext>
              </a:extLst>
            </p:cNvPr>
            <p:cNvSpPr/>
            <p:nvPr/>
          </p:nvSpPr>
          <p:spPr>
            <a:xfrm>
              <a:off x="10933093" y="401968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5" name="Rectangle 129">
              <a:extLst>
                <a:ext uri="{FF2B5EF4-FFF2-40B4-BE49-F238E27FC236}">
                  <a16:creationId xmlns:a16="http://schemas.microsoft.com/office/drawing/2014/main" id="{2CC4D2A8-B68E-58F7-1A7A-8EBEFD08EA2F}"/>
                </a:ext>
              </a:extLst>
            </p:cNvPr>
            <p:cNvSpPr/>
            <p:nvPr/>
          </p:nvSpPr>
          <p:spPr>
            <a:xfrm>
              <a:off x="10933314" y="3926275"/>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130">
              <a:extLst>
                <a:ext uri="{FF2B5EF4-FFF2-40B4-BE49-F238E27FC236}">
                  <a16:creationId xmlns:a16="http://schemas.microsoft.com/office/drawing/2014/main" id="{2271FB80-3481-DEFA-9BE6-6C89CF1D1CED}"/>
                </a:ext>
              </a:extLst>
            </p:cNvPr>
            <p:cNvSpPr/>
            <p:nvPr/>
          </p:nvSpPr>
          <p:spPr>
            <a:xfrm>
              <a:off x="10933093" y="3831903"/>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131">
              <a:extLst>
                <a:ext uri="{FF2B5EF4-FFF2-40B4-BE49-F238E27FC236}">
                  <a16:creationId xmlns:a16="http://schemas.microsoft.com/office/drawing/2014/main" id="{4A7036C8-A7A8-E08A-A67D-39009BB15B15}"/>
                </a:ext>
              </a:extLst>
            </p:cNvPr>
            <p:cNvSpPr/>
            <p:nvPr/>
          </p:nvSpPr>
          <p:spPr>
            <a:xfrm>
              <a:off x="10436079" y="410286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8" name="Rectangle 132">
              <a:extLst>
                <a:ext uri="{FF2B5EF4-FFF2-40B4-BE49-F238E27FC236}">
                  <a16:creationId xmlns:a16="http://schemas.microsoft.com/office/drawing/2014/main" id="{8366B2C4-5EEF-B3CC-7864-C39796F356AB}"/>
                </a:ext>
              </a:extLst>
            </p:cNvPr>
            <p:cNvSpPr/>
            <p:nvPr/>
          </p:nvSpPr>
          <p:spPr>
            <a:xfrm>
              <a:off x="10436079" y="4010075"/>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133">
              <a:extLst>
                <a:ext uri="{FF2B5EF4-FFF2-40B4-BE49-F238E27FC236}">
                  <a16:creationId xmlns:a16="http://schemas.microsoft.com/office/drawing/2014/main" id="{1737299A-9C0E-C49B-4CB5-31DBD789F600}"/>
                </a:ext>
              </a:extLst>
            </p:cNvPr>
            <p:cNvSpPr/>
            <p:nvPr/>
          </p:nvSpPr>
          <p:spPr>
            <a:xfrm>
              <a:off x="10435444" y="3916716"/>
              <a:ext cx="147855"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134">
              <a:extLst>
                <a:ext uri="{FF2B5EF4-FFF2-40B4-BE49-F238E27FC236}">
                  <a16:creationId xmlns:a16="http://schemas.microsoft.com/office/drawing/2014/main" id="{62D29D56-AA16-8660-BBEA-F0EBC01C7222}"/>
                </a:ext>
              </a:extLst>
            </p:cNvPr>
            <p:cNvSpPr/>
            <p:nvPr/>
          </p:nvSpPr>
          <p:spPr>
            <a:xfrm>
              <a:off x="10435224" y="3831902"/>
              <a:ext cx="147855"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135">
              <a:extLst>
                <a:ext uri="{FF2B5EF4-FFF2-40B4-BE49-F238E27FC236}">
                  <a16:creationId xmlns:a16="http://schemas.microsoft.com/office/drawing/2014/main" id="{9E03B824-A419-A929-D031-28306BF5BF50}"/>
                </a:ext>
              </a:extLst>
            </p:cNvPr>
            <p:cNvSpPr/>
            <p:nvPr/>
          </p:nvSpPr>
          <p:spPr>
            <a:xfrm>
              <a:off x="10596194" y="3831902"/>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136">
              <a:extLst>
                <a:ext uri="{FF2B5EF4-FFF2-40B4-BE49-F238E27FC236}">
                  <a16:creationId xmlns:a16="http://schemas.microsoft.com/office/drawing/2014/main" id="{24E9C893-1F7E-B445-EBD5-077B98E434C4}"/>
                </a:ext>
              </a:extLst>
            </p:cNvPr>
            <p:cNvSpPr/>
            <p:nvPr/>
          </p:nvSpPr>
          <p:spPr>
            <a:xfrm>
              <a:off x="10823783" y="3832506"/>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137">
              <a:extLst>
                <a:ext uri="{FF2B5EF4-FFF2-40B4-BE49-F238E27FC236}">
                  <a16:creationId xmlns:a16="http://schemas.microsoft.com/office/drawing/2014/main" id="{2D10F5DF-A6DE-4543-5027-CE878CC1251F}"/>
                </a:ext>
              </a:extLst>
            </p:cNvPr>
            <p:cNvSpPr/>
            <p:nvPr/>
          </p:nvSpPr>
          <p:spPr>
            <a:xfrm>
              <a:off x="10534911" y="3743967"/>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138">
              <a:extLst>
                <a:ext uri="{FF2B5EF4-FFF2-40B4-BE49-F238E27FC236}">
                  <a16:creationId xmlns:a16="http://schemas.microsoft.com/office/drawing/2014/main" id="{AA63A859-4DBE-D51F-AFB2-508F251AFF5D}"/>
                </a:ext>
              </a:extLst>
            </p:cNvPr>
            <p:cNvSpPr/>
            <p:nvPr/>
          </p:nvSpPr>
          <p:spPr>
            <a:xfrm>
              <a:off x="10709481" y="3743966"/>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139">
              <a:extLst>
                <a:ext uri="{FF2B5EF4-FFF2-40B4-BE49-F238E27FC236}">
                  <a16:creationId xmlns:a16="http://schemas.microsoft.com/office/drawing/2014/main" id="{1A41742D-3887-B967-10EE-60F0840B8D0B}"/>
                </a:ext>
              </a:extLst>
            </p:cNvPr>
            <p:cNvSpPr/>
            <p:nvPr/>
          </p:nvSpPr>
          <p:spPr>
            <a:xfrm>
              <a:off x="10892456" y="3742790"/>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140">
              <a:extLst>
                <a:ext uri="{FF2B5EF4-FFF2-40B4-BE49-F238E27FC236}">
                  <a16:creationId xmlns:a16="http://schemas.microsoft.com/office/drawing/2014/main" id="{A2B39ACF-E073-8909-F01C-4FFF6B2BD3D5}"/>
                </a:ext>
              </a:extLst>
            </p:cNvPr>
            <p:cNvSpPr/>
            <p:nvPr/>
          </p:nvSpPr>
          <p:spPr>
            <a:xfrm>
              <a:off x="10277958" y="420265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141">
              <a:extLst>
                <a:ext uri="{FF2B5EF4-FFF2-40B4-BE49-F238E27FC236}">
                  <a16:creationId xmlns:a16="http://schemas.microsoft.com/office/drawing/2014/main" id="{A12209A4-CC6E-CCFC-AF45-7FB171BCC22F}"/>
                </a:ext>
              </a:extLst>
            </p:cNvPr>
            <p:cNvSpPr/>
            <p:nvPr/>
          </p:nvSpPr>
          <p:spPr>
            <a:xfrm>
              <a:off x="10277958" y="410985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142">
              <a:extLst>
                <a:ext uri="{FF2B5EF4-FFF2-40B4-BE49-F238E27FC236}">
                  <a16:creationId xmlns:a16="http://schemas.microsoft.com/office/drawing/2014/main" id="{9D0008A1-3493-9140-D096-C930919B1A48}"/>
                </a:ext>
              </a:extLst>
            </p:cNvPr>
            <p:cNvSpPr/>
            <p:nvPr/>
          </p:nvSpPr>
          <p:spPr>
            <a:xfrm>
              <a:off x="10278178" y="401644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143">
              <a:extLst>
                <a:ext uri="{FF2B5EF4-FFF2-40B4-BE49-F238E27FC236}">
                  <a16:creationId xmlns:a16="http://schemas.microsoft.com/office/drawing/2014/main" id="{C693A956-4B3F-18A6-B8D1-5F76D8EE05DA}"/>
                </a:ext>
              </a:extLst>
            </p:cNvPr>
            <p:cNvSpPr/>
            <p:nvPr/>
          </p:nvSpPr>
          <p:spPr>
            <a:xfrm>
              <a:off x="10277958" y="392207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144">
              <a:extLst>
                <a:ext uri="{FF2B5EF4-FFF2-40B4-BE49-F238E27FC236}">
                  <a16:creationId xmlns:a16="http://schemas.microsoft.com/office/drawing/2014/main" id="{2517360F-F38F-E015-C701-73600CEA116D}"/>
                </a:ext>
              </a:extLst>
            </p:cNvPr>
            <p:cNvSpPr/>
            <p:nvPr/>
          </p:nvSpPr>
          <p:spPr>
            <a:xfrm>
              <a:off x="10277958" y="3824352"/>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45">
              <a:extLst>
                <a:ext uri="{FF2B5EF4-FFF2-40B4-BE49-F238E27FC236}">
                  <a16:creationId xmlns:a16="http://schemas.microsoft.com/office/drawing/2014/main" id="{63FB0F32-F77F-3A8B-0F1F-11F79881D3D0}"/>
                </a:ext>
              </a:extLst>
            </p:cNvPr>
            <p:cNvSpPr/>
            <p:nvPr/>
          </p:nvSpPr>
          <p:spPr>
            <a:xfrm>
              <a:off x="10047590" y="419651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46">
              <a:extLst>
                <a:ext uri="{FF2B5EF4-FFF2-40B4-BE49-F238E27FC236}">
                  <a16:creationId xmlns:a16="http://schemas.microsoft.com/office/drawing/2014/main" id="{9B6615AA-2E54-5570-E5B8-8DAACD54D7D7}"/>
                </a:ext>
              </a:extLst>
            </p:cNvPr>
            <p:cNvSpPr/>
            <p:nvPr/>
          </p:nvSpPr>
          <p:spPr>
            <a:xfrm>
              <a:off x="10047590" y="410372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147">
              <a:extLst>
                <a:ext uri="{FF2B5EF4-FFF2-40B4-BE49-F238E27FC236}">
                  <a16:creationId xmlns:a16="http://schemas.microsoft.com/office/drawing/2014/main" id="{990C2E52-B30C-86F1-112F-610D44379243}"/>
                </a:ext>
              </a:extLst>
            </p:cNvPr>
            <p:cNvSpPr/>
            <p:nvPr/>
          </p:nvSpPr>
          <p:spPr>
            <a:xfrm>
              <a:off x="10047811" y="4010310"/>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Rectangle 148">
              <a:extLst>
                <a:ext uri="{FF2B5EF4-FFF2-40B4-BE49-F238E27FC236}">
                  <a16:creationId xmlns:a16="http://schemas.microsoft.com/office/drawing/2014/main" id="{7B1392F3-12A3-B3DB-8DC7-49A0C0CADB2D}"/>
                </a:ext>
              </a:extLst>
            </p:cNvPr>
            <p:cNvSpPr/>
            <p:nvPr/>
          </p:nvSpPr>
          <p:spPr>
            <a:xfrm>
              <a:off x="10047590" y="3915938"/>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Rectangle 149">
              <a:extLst>
                <a:ext uri="{FF2B5EF4-FFF2-40B4-BE49-F238E27FC236}">
                  <a16:creationId xmlns:a16="http://schemas.microsoft.com/office/drawing/2014/main" id="{16B33310-409E-1E5C-0CB9-D4D15270C3CC}"/>
                </a:ext>
              </a:extLst>
            </p:cNvPr>
            <p:cNvSpPr/>
            <p:nvPr/>
          </p:nvSpPr>
          <p:spPr>
            <a:xfrm>
              <a:off x="10047590" y="381821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Rectangle 150">
              <a:extLst>
                <a:ext uri="{FF2B5EF4-FFF2-40B4-BE49-F238E27FC236}">
                  <a16:creationId xmlns:a16="http://schemas.microsoft.com/office/drawing/2014/main" id="{4156195B-DEFE-C765-7BD8-AB3BA15EBF04}"/>
                </a:ext>
              </a:extLst>
            </p:cNvPr>
            <p:cNvSpPr/>
            <p:nvPr/>
          </p:nvSpPr>
          <p:spPr>
            <a:xfrm>
              <a:off x="10162774" y="3963589"/>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51">
              <a:extLst>
                <a:ext uri="{FF2B5EF4-FFF2-40B4-BE49-F238E27FC236}">
                  <a16:creationId xmlns:a16="http://schemas.microsoft.com/office/drawing/2014/main" id="{28B95581-F9DE-14A7-577F-D5FD15FF6FD6}"/>
                </a:ext>
              </a:extLst>
            </p:cNvPr>
            <p:cNvSpPr/>
            <p:nvPr/>
          </p:nvSpPr>
          <p:spPr>
            <a:xfrm>
              <a:off x="10162774" y="387079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52">
              <a:extLst>
                <a:ext uri="{FF2B5EF4-FFF2-40B4-BE49-F238E27FC236}">
                  <a16:creationId xmlns:a16="http://schemas.microsoft.com/office/drawing/2014/main" id="{3ECF342E-59DB-5778-3613-04DD93930D98}"/>
                </a:ext>
              </a:extLst>
            </p:cNvPr>
            <p:cNvSpPr/>
            <p:nvPr/>
          </p:nvSpPr>
          <p:spPr>
            <a:xfrm>
              <a:off x="10165167" y="3783041"/>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Rectangle 153">
              <a:extLst>
                <a:ext uri="{FF2B5EF4-FFF2-40B4-BE49-F238E27FC236}">
                  <a16:creationId xmlns:a16="http://schemas.microsoft.com/office/drawing/2014/main" id="{1B3F3DAD-906E-76F7-FEE6-EBF1E25E04F2}"/>
                </a:ext>
              </a:extLst>
            </p:cNvPr>
            <p:cNvSpPr/>
            <p:nvPr/>
          </p:nvSpPr>
          <p:spPr>
            <a:xfrm>
              <a:off x="10280910" y="372763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0" name="Rectangle 154">
              <a:extLst>
                <a:ext uri="{FF2B5EF4-FFF2-40B4-BE49-F238E27FC236}">
                  <a16:creationId xmlns:a16="http://schemas.microsoft.com/office/drawing/2014/main" id="{7D2224C6-1123-2153-65B3-ED38387B0C99}"/>
                </a:ext>
              </a:extLst>
            </p:cNvPr>
            <p:cNvSpPr/>
            <p:nvPr/>
          </p:nvSpPr>
          <p:spPr>
            <a:xfrm>
              <a:off x="10281131" y="363422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Rectangle 155">
              <a:extLst>
                <a:ext uri="{FF2B5EF4-FFF2-40B4-BE49-F238E27FC236}">
                  <a16:creationId xmlns:a16="http://schemas.microsoft.com/office/drawing/2014/main" id="{7BC30A40-F4DC-B525-FEA8-EDC6B70C24D0}"/>
                </a:ext>
              </a:extLst>
            </p:cNvPr>
            <p:cNvSpPr/>
            <p:nvPr/>
          </p:nvSpPr>
          <p:spPr>
            <a:xfrm>
              <a:off x="10280910" y="3539856"/>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2" name="Rectangle 156">
              <a:extLst>
                <a:ext uri="{FF2B5EF4-FFF2-40B4-BE49-F238E27FC236}">
                  <a16:creationId xmlns:a16="http://schemas.microsoft.com/office/drawing/2014/main" id="{A59834D7-D561-8A72-B5C8-650C1D6728A7}"/>
                </a:ext>
              </a:extLst>
            </p:cNvPr>
            <p:cNvSpPr/>
            <p:nvPr/>
          </p:nvSpPr>
          <p:spPr>
            <a:xfrm>
              <a:off x="10280910" y="344213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3" name="Rectangle 157">
              <a:extLst>
                <a:ext uri="{FF2B5EF4-FFF2-40B4-BE49-F238E27FC236}">
                  <a16:creationId xmlns:a16="http://schemas.microsoft.com/office/drawing/2014/main" id="{FEC8C72D-1C6E-E1EF-DC45-4F70005E1703}"/>
                </a:ext>
              </a:extLst>
            </p:cNvPr>
            <p:cNvSpPr/>
            <p:nvPr/>
          </p:nvSpPr>
          <p:spPr>
            <a:xfrm>
              <a:off x="10047590" y="3726789"/>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4" name="Rectangle 158">
              <a:extLst>
                <a:ext uri="{FF2B5EF4-FFF2-40B4-BE49-F238E27FC236}">
                  <a16:creationId xmlns:a16="http://schemas.microsoft.com/office/drawing/2014/main" id="{FF9E5CAA-A48B-0DA3-BA05-565A1D09FFA6}"/>
                </a:ext>
              </a:extLst>
            </p:cNvPr>
            <p:cNvSpPr/>
            <p:nvPr/>
          </p:nvSpPr>
          <p:spPr>
            <a:xfrm>
              <a:off x="10047811" y="3633378"/>
              <a:ext cx="9883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5" name="Rectangle 159">
              <a:extLst>
                <a:ext uri="{FF2B5EF4-FFF2-40B4-BE49-F238E27FC236}">
                  <a16:creationId xmlns:a16="http://schemas.microsoft.com/office/drawing/2014/main" id="{669662BB-BC4D-741A-BD54-08BC67D63B9B}"/>
                </a:ext>
              </a:extLst>
            </p:cNvPr>
            <p:cNvSpPr/>
            <p:nvPr/>
          </p:nvSpPr>
          <p:spPr>
            <a:xfrm>
              <a:off x="10047590" y="3539005"/>
              <a:ext cx="103000"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160">
              <a:extLst>
                <a:ext uri="{FF2B5EF4-FFF2-40B4-BE49-F238E27FC236}">
                  <a16:creationId xmlns:a16="http://schemas.microsoft.com/office/drawing/2014/main" id="{41E0FAAA-A041-514E-CDA4-36D72BFE240E}"/>
                </a:ext>
              </a:extLst>
            </p:cNvPr>
            <p:cNvSpPr/>
            <p:nvPr/>
          </p:nvSpPr>
          <p:spPr>
            <a:xfrm>
              <a:off x="10047590" y="3441283"/>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61">
              <a:extLst>
                <a:ext uri="{FF2B5EF4-FFF2-40B4-BE49-F238E27FC236}">
                  <a16:creationId xmlns:a16="http://schemas.microsoft.com/office/drawing/2014/main" id="{BD775213-0D7A-FFFA-C99C-22EAD4D22EA6}"/>
                </a:ext>
              </a:extLst>
            </p:cNvPr>
            <p:cNvSpPr/>
            <p:nvPr/>
          </p:nvSpPr>
          <p:spPr>
            <a:xfrm>
              <a:off x="10162774" y="3447131"/>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8" name="Rectangle 162">
              <a:extLst>
                <a:ext uri="{FF2B5EF4-FFF2-40B4-BE49-F238E27FC236}">
                  <a16:creationId xmlns:a16="http://schemas.microsoft.com/office/drawing/2014/main" id="{C05D14A5-BB11-6CA5-7983-064ECFAC8EDF}"/>
                </a:ext>
              </a:extLst>
            </p:cNvPr>
            <p:cNvSpPr/>
            <p:nvPr/>
          </p:nvSpPr>
          <p:spPr>
            <a:xfrm>
              <a:off x="10165167" y="3359375"/>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163">
              <a:extLst>
                <a:ext uri="{FF2B5EF4-FFF2-40B4-BE49-F238E27FC236}">
                  <a16:creationId xmlns:a16="http://schemas.microsoft.com/office/drawing/2014/main" id="{230FF5FE-D5A1-4D66-EE32-D6BAB3CEA779}"/>
                </a:ext>
              </a:extLst>
            </p:cNvPr>
            <p:cNvSpPr/>
            <p:nvPr/>
          </p:nvSpPr>
          <p:spPr>
            <a:xfrm>
              <a:off x="11261438" y="4486079"/>
              <a:ext cx="16453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0" name="Rectangle 164">
              <a:extLst>
                <a:ext uri="{FF2B5EF4-FFF2-40B4-BE49-F238E27FC236}">
                  <a16:creationId xmlns:a16="http://schemas.microsoft.com/office/drawing/2014/main" id="{13D83DBA-AC33-8DE4-C8B7-544110157552}"/>
                </a:ext>
              </a:extLst>
            </p:cNvPr>
            <p:cNvSpPr/>
            <p:nvPr/>
          </p:nvSpPr>
          <p:spPr>
            <a:xfrm>
              <a:off x="11082898" y="4485643"/>
              <a:ext cx="164538" cy="8050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165">
              <a:extLst>
                <a:ext uri="{FF2B5EF4-FFF2-40B4-BE49-F238E27FC236}">
                  <a16:creationId xmlns:a16="http://schemas.microsoft.com/office/drawing/2014/main" id="{80597FAD-5613-EEC3-1EAF-3AF27D45BB78}"/>
                </a:ext>
              </a:extLst>
            </p:cNvPr>
            <p:cNvSpPr/>
            <p:nvPr/>
          </p:nvSpPr>
          <p:spPr>
            <a:xfrm>
              <a:off x="11169566" y="4387475"/>
              <a:ext cx="164538"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Rectangle 166">
              <a:extLst>
                <a:ext uri="{FF2B5EF4-FFF2-40B4-BE49-F238E27FC236}">
                  <a16:creationId xmlns:a16="http://schemas.microsoft.com/office/drawing/2014/main" id="{6490ABD1-1401-263C-9C0A-1E22C94A577E}"/>
                </a:ext>
              </a:extLst>
            </p:cNvPr>
            <p:cNvSpPr/>
            <p:nvPr/>
          </p:nvSpPr>
          <p:spPr>
            <a:xfrm>
              <a:off x="11321431" y="4295395"/>
              <a:ext cx="104547"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167">
              <a:extLst>
                <a:ext uri="{FF2B5EF4-FFF2-40B4-BE49-F238E27FC236}">
                  <a16:creationId xmlns:a16="http://schemas.microsoft.com/office/drawing/2014/main" id="{BD119B05-CE5A-E7AB-6937-6C3FE41770B4}"/>
                </a:ext>
              </a:extLst>
            </p:cNvPr>
            <p:cNvSpPr/>
            <p:nvPr/>
          </p:nvSpPr>
          <p:spPr>
            <a:xfrm>
              <a:off x="11082897" y="4290204"/>
              <a:ext cx="111952" cy="80503"/>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4" name="Rectangle 168">
              <a:extLst>
                <a:ext uri="{FF2B5EF4-FFF2-40B4-BE49-F238E27FC236}">
                  <a16:creationId xmlns:a16="http://schemas.microsoft.com/office/drawing/2014/main" id="{8395EEEC-1F05-0552-18AF-F0096D99FEC9}"/>
                </a:ext>
              </a:extLst>
            </p:cNvPr>
            <p:cNvSpPr/>
            <p:nvPr/>
          </p:nvSpPr>
          <p:spPr>
            <a:xfrm>
              <a:off x="11345319"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169">
              <a:extLst>
                <a:ext uri="{FF2B5EF4-FFF2-40B4-BE49-F238E27FC236}">
                  <a16:creationId xmlns:a16="http://schemas.microsoft.com/office/drawing/2014/main" id="{E6D23A86-429A-EA70-EF36-C057A8346697}"/>
                </a:ext>
              </a:extLst>
            </p:cNvPr>
            <p:cNvSpPr/>
            <p:nvPr/>
          </p:nvSpPr>
          <p:spPr>
            <a:xfrm>
              <a:off x="11080158" y="4387476"/>
              <a:ext cx="80658"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6" name="Rectangle 170">
              <a:extLst>
                <a:ext uri="{FF2B5EF4-FFF2-40B4-BE49-F238E27FC236}">
                  <a16:creationId xmlns:a16="http://schemas.microsoft.com/office/drawing/2014/main" id="{811E8166-A89F-CDC7-179F-8A275A3C1D53}"/>
                </a:ext>
              </a:extLst>
            </p:cNvPr>
            <p:cNvSpPr/>
            <p:nvPr/>
          </p:nvSpPr>
          <p:spPr>
            <a:xfrm>
              <a:off x="11320914" y="4200396"/>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171">
              <a:extLst>
                <a:ext uri="{FF2B5EF4-FFF2-40B4-BE49-F238E27FC236}">
                  <a16:creationId xmlns:a16="http://schemas.microsoft.com/office/drawing/2014/main" id="{7EB1C337-92E5-1A65-49DA-0D78B7CCACCD}"/>
                </a:ext>
              </a:extLst>
            </p:cNvPr>
            <p:cNvSpPr/>
            <p:nvPr/>
          </p:nvSpPr>
          <p:spPr>
            <a:xfrm>
              <a:off x="11320914" y="4107604"/>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172">
              <a:extLst>
                <a:ext uri="{FF2B5EF4-FFF2-40B4-BE49-F238E27FC236}">
                  <a16:creationId xmlns:a16="http://schemas.microsoft.com/office/drawing/2014/main" id="{D8177DE2-F43D-0DD8-2887-3D296321D159}"/>
                </a:ext>
              </a:extLst>
            </p:cNvPr>
            <p:cNvSpPr/>
            <p:nvPr/>
          </p:nvSpPr>
          <p:spPr>
            <a:xfrm>
              <a:off x="11090546" y="4194258"/>
              <a:ext cx="98832" cy="8050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173">
              <a:extLst>
                <a:ext uri="{FF2B5EF4-FFF2-40B4-BE49-F238E27FC236}">
                  <a16:creationId xmlns:a16="http://schemas.microsoft.com/office/drawing/2014/main" id="{E2D1FDF7-ACA0-3ABC-1EA3-FEF4CF71ED18}"/>
                </a:ext>
              </a:extLst>
            </p:cNvPr>
            <p:cNvSpPr/>
            <p:nvPr/>
          </p:nvSpPr>
          <p:spPr>
            <a:xfrm>
              <a:off x="11090546" y="4101467"/>
              <a:ext cx="98832" cy="80503"/>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30" name="Groupe 194">
            <a:extLst>
              <a:ext uri="{FF2B5EF4-FFF2-40B4-BE49-F238E27FC236}">
                <a16:creationId xmlns:a16="http://schemas.microsoft.com/office/drawing/2014/main" id="{D2CF2E28-7E41-9075-1D83-BA2424073B56}"/>
              </a:ext>
            </a:extLst>
          </p:cNvPr>
          <p:cNvGrpSpPr/>
          <p:nvPr/>
        </p:nvGrpSpPr>
        <p:grpSpPr>
          <a:xfrm>
            <a:off x="4689381" y="4212748"/>
            <a:ext cx="944598" cy="848124"/>
            <a:chOff x="5247267" y="8072371"/>
            <a:chExt cx="817082" cy="733631"/>
          </a:xfrm>
        </p:grpSpPr>
        <p:grpSp>
          <p:nvGrpSpPr>
            <p:cNvPr id="131" name="Groupe 195">
              <a:extLst>
                <a:ext uri="{FF2B5EF4-FFF2-40B4-BE49-F238E27FC236}">
                  <a16:creationId xmlns:a16="http://schemas.microsoft.com/office/drawing/2014/main" id="{7C9AFDAD-C023-2C6E-2D9A-66AA7D0812E4}"/>
                </a:ext>
              </a:extLst>
            </p:cNvPr>
            <p:cNvGrpSpPr/>
            <p:nvPr/>
          </p:nvGrpSpPr>
          <p:grpSpPr>
            <a:xfrm>
              <a:off x="5247267" y="8117813"/>
              <a:ext cx="817082" cy="688189"/>
              <a:chOff x="3890963" y="2438774"/>
              <a:chExt cx="1085661" cy="914400"/>
            </a:xfrm>
          </p:grpSpPr>
          <p:pic>
            <p:nvPicPr>
              <p:cNvPr id="133" name="Graphique 197" descr="Culturiste avec un remplissage uni">
                <a:extLst>
                  <a:ext uri="{FF2B5EF4-FFF2-40B4-BE49-F238E27FC236}">
                    <a16:creationId xmlns:a16="http://schemas.microsoft.com/office/drawing/2014/main" id="{97E55981-771A-1B4F-5CDC-C29B1BE9B7E6}"/>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981356" y="2438774"/>
                <a:ext cx="914400" cy="914400"/>
              </a:xfrm>
              <a:prstGeom prst="rect">
                <a:avLst/>
              </a:prstGeom>
            </p:spPr>
          </p:pic>
          <p:sp>
            <p:nvSpPr>
              <p:cNvPr id="134" name="Rectangle 198">
                <a:extLst>
                  <a:ext uri="{FF2B5EF4-FFF2-40B4-BE49-F238E27FC236}">
                    <a16:creationId xmlns:a16="http://schemas.microsoft.com/office/drawing/2014/main" id="{6DC859A9-38E0-F0CC-AEB2-750BC39EB71C}"/>
                  </a:ext>
                </a:extLst>
              </p:cNvPr>
              <p:cNvSpPr/>
              <p:nvPr/>
            </p:nvSpPr>
            <p:spPr>
              <a:xfrm>
                <a:off x="3890963"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199">
                <a:extLst>
                  <a:ext uri="{FF2B5EF4-FFF2-40B4-BE49-F238E27FC236}">
                    <a16:creationId xmlns:a16="http://schemas.microsoft.com/office/drawing/2014/main" id="{5727CC43-BB93-3296-F533-AADB36BF798B}"/>
                  </a:ext>
                </a:extLst>
              </p:cNvPr>
              <p:cNvSpPr/>
              <p:nvPr/>
            </p:nvSpPr>
            <p:spPr>
              <a:xfrm>
                <a:off x="4700399" y="2449479"/>
                <a:ext cx="276225" cy="2460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32" name="Rectangle 196">
              <a:extLst>
                <a:ext uri="{FF2B5EF4-FFF2-40B4-BE49-F238E27FC236}">
                  <a16:creationId xmlns:a16="http://schemas.microsoft.com/office/drawing/2014/main" id="{654FA93B-0559-2219-9CCF-1584F9D563BF}"/>
                </a:ext>
              </a:extLst>
            </p:cNvPr>
            <p:cNvSpPr/>
            <p:nvPr/>
          </p:nvSpPr>
          <p:spPr>
            <a:xfrm>
              <a:off x="5519269" y="8072371"/>
              <a:ext cx="298624" cy="1461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36" name="Groupe 200">
            <a:extLst>
              <a:ext uri="{FF2B5EF4-FFF2-40B4-BE49-F238E27FC236}">
                <a16:creationId xmlns:a16="http://schemas.microsoft.com/office/drawing/2014/main" id="{ACFCC49F-2590-2019-0612-620415CB18C4}"/>
              </a:ext>
            </a:extLst>
          </p:cNvPr>
          <p:cNvGrpSpPr/>
          <p:nvPr/>
        </p:nvGrpSpPr>
        <p:grpSpPr>
          <a:xfrm flipH="1">
            <a:off x="3862516" y="4970514"/>
            <a:ext cx="433916" cy="870081"/>
            <a:chOff x="5134003" y="2196472"/>
            <a:chExt cx="563254" cy="1156702"/>
          </a:xfrm>
        </p:grpSpPr>
        <p:pic>
          <p:nvPicPr>
            <p:cNvPr id="137" name="Graphique 201" descr="Réussite du groupe avec un remplissage uni">
              <a:extLst>
                <a:ext uri="{FF2B5EF4-FFF2-40B4-BE49-F238E27FC236}">
                  <a16:creationId xmlns:a16="http://schemas.microsoft.com/office/drawing/2014/main" id="{6DE0281D-052C-FAB1-E352-83E574578A91}"/>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138" name="Rectangle 202">
              <a:extLst>
                <a:ext uri="{FF2B5EF4-FFF2-40B4-BE49-F238E27FC236}">
                  <a16:creationId xmlns:a16="http://schemas.microsoft.com/office/drawing/2014/main" id="{E9496A2D-ACC6-2602-6A12-B10725CB1063}"/>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39" name="Groupe 203">
            <a:extLst>
              <a:ext uri="{FF2B5EF4-FFF2-40B4-BE49-F238E27FC236}">
                <a16:creationId xmlns:a16="http://schemas.microsoft.com/office/drawing/2014/main" id="{CF26DE29-0D9C-BC2F-503C-6927EE7195AC}"/>
              </a:ext>
            </a:extLst>
          </p:cNvPr>
          <p:cNvGrpSpPr/>
          <p:nvPr/>
        </p:nvGrpSpPr>
        <p:grpSpPr>
          <a:xfrm flipH="1">
            <a:off x="5918661" y="3527340"/>
            <a:ext cx="371891" cy="757389"/>
            <a:chOff x="5134003" y="2196472"/>
            <a:chExt cx="563254" cy="1156702"/>
          </a:xfrm>
        </p:grpSpPr>
        <p:pic>
          <p:nvPicPr>
            <p:cNvPr id="140" name="Graphique 204" descr="Réussite du groupe avec un remplissage uni">
              <a:extLst>
                <a:ext uri="{FF2B5EF4-FFF2-40B4-BE49-F238E27FC236}">
                  <a16:creationId xmlns:a16="http://schemas.microsoft.com/office/drawing/2014/main" id="{63D793D0-2B6E-4EDE-DC0E-5C22B51EA982}"/>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69977" t="13713" r="6403" b="17430"/>
            <a:stretch/>
          </p:blipFill>
          <p:spPr>
            <a:xfrm>
              <a:off x="5300474" y="2196472"/>
              <a:ext cx="396783" cy="1156702"/>
            </a:xfrm>
            <a:prstGeom prst="rect">
              <a:avLst/>
            </a:prstGeom>
          </p:spPr>
        </p:pic>
        <p:sp>
          <p:nvSpPr>
            <p:cNvPr id="141" name="Rectangle 205">
              <a:extLst>
                <a:ext uri="{FF2B5EF4-FFF2-40B4-BE49-F238E27FC236}">
                  <a16:creationId xmlns:a16="http://schemas.microsoft.com/office/drawing/2014/main" id="{AC06D115-C71F-B997-9E24-FD63704B3AD7}"/>
                </a:ext>
              </a:extLst>
            </p:cNvPr>
            <p:cNvSpPr/>
            <p:nvPr/>
          </p:nvSpPr>
          <p:spPr>
            <a:xfrm rot="2263658">
              <a:off x="5134003" y="2274845"/>
              <a:ext cx="218623" cy="10696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42" name="Graphique 8" descr="Mur de briques en construction avec un remplissage uni">
            <a:extLst>
              <a:ext uri="{FF2B5EF4-FFF2-40B4-BE49-F238E27FC236}">
                <a16:creationId xmlns:a16="http://schemas.microsoft.com/office/drawing/2014/main" id="{11BFAECD-5C79-8435-D41F-E75939417814}"/>
              </a:ext>
            </a:extLst>
          </p:cNvPr>
          <p:cNvPicPr>
            <a:picLocks noChangeAspect="1"/>
          </p:cNvPicPr>
          <p:nvPr/>
        </p:nvPicPr>
        <p:blipFill>
          <a:blip r:embed="rId16">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flipH="1">
            <a:off x="7909757" y="5638765"/>
            <a:ext cx="678523" cy="686587"/>
          </a:xfrm>
          <a:prstGeom prst="rect">
            <a:avLst/>
          </a:prstGeom>
        </p:spPr>
      </p:pic>
      <p:pic>
        <p:nvPicPr>
          <p:cNvPr id="143" name="Graphique 248" descr="Mur de briques en construction avec un remplissage uni">
            <a:extLst>
              <a:ext uri="{FF2B5EF4-FFF2-40B4-BE49-F238E27FC236}">
                <a16:creationId xmlns:a16="http://schemas.microsoft.com/office/drawing/2014/main" id="{4962277E-4851-3649-CE9E-4EDF0B9F4426}"/>
              </a:ext>
            </a:extLst>
          </p:cNvPr>
          <p:cNvPicPr>
            <a:picLocks noChangeAspect="1"/>
          </p:cNvPicPr>
          <p:nvPr/>
        </p:nvPicPr>
        <p:blipFill>
          <a:blip r:embed="rId18">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flipH="1">
            <a:off x="7869882" y="4603429"/>
            <a:ext cx="678523" cy="686587"/>
          </a:xfrm>
          <a:prstGeom prst="rect">
            <a:avLst/>
          </a:prstGeom>
        </p:spPr>
      </p:pic>
      <p:sp>
        <p:nvSpPr>
          <p:cNvPr id="144" name="Rectangle 2">
            <a:extLst>
              <a:ext uri="{FF2B5EF4-FFF2-40B4-BE49-F238E27FC236}">
                <a16:creationId xmlns:a16="http://schemas.microsoft.com/office/drawing/2014/main" id="{8E439821-F18F-6062-9541-F47E8F337B2A}"/>
              </a:ext>
            </a:extLst>
          </p:cNvPr>
          <p:cNvSpPr/>
          <p:nvPr/>
        </p:nvSpPr>
        <p:spPr>
          <a:xfrm>
            <a:off x="3708639" y="3011774"/>
            <a:ext cx="820635"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45" name="Rectangle 176">
            <a:extLst>
              <a:ext uri="{FF2B5EF4-FFF2-40B4-BE49-F238E27FC236}">
                <a16:creationId xmlns:a16="http://schemas.microsoft.com/office/drawing/2014/main" id="{A8B881CC-529D-F497-33C6-ADE4480B2D63}"/>
              </a:ext>
            </a:extLst>
          </p:cNvPr>
          <p:cNvSpPr/>
          <p:nvPr/>
        </p:nvSpPr>
        <p:spPr>
          <a:xfrm>
            <a:off x="4196097" y="3829832"/>
            <a:ext cx="655342"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46" name="Rectangle 177">
            <a:extLst>
              <a:ext uri="{FF2B5EF4-FFF2-40B4-BE49-F238E27FC236}">
                <a16:creationId xmlns:a16="http://schemas.microsoft.com/office/drawing/2014/main" id="{724A418B-5059-164D-41A6-7FE63A4905B5}"/>
              </a:ext>
            </a:extLst>
          </p:cNvPr>
          <p:cNvSpPr/>
          <p:nvPr/>
        </p:nvSpPr>
        <p:spPr>
          <a:xfrm>
            <a:off x="6146778" y="5264800"/>
            <a:ext cx="655342"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47" name="Rectangle 206">
            <a:extLst>
              <a:ext uri="{FF2B5EF4-FFF2-40B4-BE49-F238E27FC236}">
                <a16:creationId xmlns:a16="http://schemas.microsoft.com/office/drawing/2014/main" id="{91865901-C4CF-7F60-F06D-92150F21578B}"/>
              </a:ext>
            </a:extLst>
          </p:cNvPr>
          <p:cNvSpPr/>
          <p:nvPr/>
        </p:nvSpPr>
        <p:spPr>
          <a:xfrm>
            <a:off x="6045430" y="2695698"/>
            <a:ext cx="927806"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48" name="Rectangle 207">
            <a:extLst>
              <a:ext uri="{FF2B5EF4-FFF2-40B4-BE49-F238E27FC236}">
                <a16:creationId xmlns:a16="http://schemas.microsoft.com/office/drawing/2014/main" id="{71AAB50D-D527-9216-1E5E-2C769BEF5B17}"/>
              </a:ext>
            </a:extLst>
          </p:cNvPr>
          <p:cNvSpPr/>
          <p:nvPr/>
        </p:nvSpPr>
        <p:spPr>
          <a:xfrm>
            <a:off x="5247167" y="4429268"/>
            <a:ext cx="655342"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49" name="Rectangle 208">
            <a:extLst>
              <a:ext uri="{FF2B5EF4-FFF2-40B4-BE49-F238E27FC236}">
                <a16:creationId xmlns:a16="http://schemas.microsoft.com/office/drawing/2014/main" id="{5B96AB65-3FF6-DF6E-C672-9B94A47B0588}"/>
              </a:ext>
            </a:extLst>
          </p:cNvPr>
          <p:cNvSpPr/>
          <p:nvPr/>
        </p:nvSpPr>
        <p:spPr>
          <a:xfrm>
            <a:off x="6129387" y="3721691"/>
            <a:ext cx="811562"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50" name="Rectangle 209">
            <a:extLst>
              <a:ext uri="{FF2B5EF4-FFF2-40B4-BE49-F238E27FC236}">
                <a16:creationId xmlns:a16="http://schemas.microsoft.com/office/drawing/2014/main" id="{F788770E-9301-2649-7094-44601F10BD1A}"/>
              </a:ext>
            </a:extLst>
          </p:cNvPr>
          <p:cNvSpPr/>
          <p:nvPr/>
        </p:nvSpPr>
        <p:spPr>
          <a:xfrm>
            <a:off x="3886582" y="5209795"/>
            <a:ext cx="811562" cy="57664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51" name="Rectangle 210">
            <a:extLst>
              <a:ext uri="{FF2B5EF4-FFF2-40B4-BE49-F238E27FC236}">
                <a16:creationId xmlns:a16="http://schemas.microsoft.com/office/drawing/2014/main" id="{FD922A47-02D8-054A-4E77-AD3056FE25B9}"/>
              </a:ext>
            </a:extLst>
          </p:cNvPr>
          <p:cNvSpPr/>
          <p:nvPr/>
        </p:nvSpPr>
        <p:spPr>
          <a:xfrm>
            <a:off x="8205787" y="4966308"/>
            <a:ext cx="1145034" cy="62636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52" name="Rectangle 211">
            <a:extLst>
              <a:ext uri="{FF2B5EF4-FFF2-40B4-BE49-F238E27FC236}">
                <a16:creationId xmlns:a16="http://schemas.microsoft.com/office/drawing/2014/main" id="{85DB2762-232A-EB14-C6EB-9DFAE7DC6D1B}"/>
              </a:ext>
            </a:extLst>
          </p:cNvPr>
          <p:cNvSpPr/>
          <p:nvPr/>
        </p:nvSpPr>
        <p:spPr>
          <a:xfrm>
            <a:off x="8191814" y="5941422"/>
            <a:ext cx="1159005" cy="62120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53" name="Rectangle 212">
            <a:extLst>
              <a:ext uri="{FF2B5EF4-FFF2-40B4-BE49-F238E27FC236}">
                <a16:creationId xmlns:a16="http://schemas.microsoft.com/office/drawing/2014/main" id="{2F569E41-FF31-372A-024C-A9461C867577}"/>
              </a:ext>
            </a:extLst>
          </p:cNvPr>
          <p:cNvSpPr/>
          <p:nvPr/>
        </p:nvSpPr>
        <p:spPr>
          <a:xfrm>
            <a:off x="9699783" y="6045348"/>
            <a:ext cx="1518562" cy="68658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54" name="Rectangle 213">
            <a:extLst>
              <a:ext uri="{FF2B5EF4-FFF2-40B4-BE49-F238E27FC236}">
                <a16:creationId xmlns:a16="http://schemas.microsoft.com/office/drawing/2014/main" id="{94279BBE-3133-D938-32FE-5C26D5F5480E}"/>
              </a:ext>
            </a:extLst>
          </p:cNvPr>
          <p:cNvSpPr/>
          <p:nvPr/>
        </p:nvSpPr>
        <p:spPr>
          <a:xfrm>
            <a:off x="10189583" y="4592728"/>
            <a:ext cx="1493230" cy="68658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55" name="Rectangle 214">
            <a:extLst>
              <a:ext uri="{FF2B5EF4-FFF2-40B4-BE49-F238E27FC236}">
                <a16:creationId xmlns:a16="http://schemas.microsoft.com/office/drawing/2014/main" id="{C5E6FFAE-195A-7C5D-3D42-7F32B55471D6}"/>
              </a:ext>
            </a:extLst>
          </p:cNvPr>
          <p:cNvSpPr/>
          <p:nvPr/>
        </p:nvSpPr>
        <p:spPr>
          <a:xfrm>
            <a:off x="8190630" y="3633946"/>
            <a:ext cx="1160190" cy="62636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56" name="Rectangle 215">
            <a:extLst>
              <a:ext uri="{FF2B5EF4-FFF2-40B4-BE49-F238E27FC236}">
                <a16:creationId xmlns:a16="http://schemas.microsoft.com/office/drawing/2014/main" id="{0C13209B-913B-B7AD-F245-BE13A9CCFC8A}"/>
              </a:ext>
            </a:extLst>
          </p:cNvPr>
          <p:cNvSpPr/>
          <p:nvPr/>
        </p:nvSpPr>
        <p:spPr>
          <a:xfrm>
            <a:off x="10181679" y="5319038"/>
            <a:ext cx="1493230" cy="68658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58" name="Segnaposto contenuto 2">
            <a:extLst>
              <a:ext uri="{FF2B5EF4-FFF2-40B4-BE49-F238E27FC236}">
                <a16:creationId xmlns:a16="http://schemas.microsoft.com/office/drawing/2014/main" id="{60552458-892E-3F34-9337-4229E8A32160}"/>
              </a:ext>
            </a:extLst>
          </p:cNvPr>
          <p:cNvSpPr>
            <a:spLocks noGrp="1"/>
          </p:cNvSpPr>
          <p:nvPr>
            <p:ph idx="1"/>
          </p:nvPr>
        </p:nvSpPr>
        <p:spPr>
          <a:xfrm>
            <a:off x="380935" y="3717827"/>
            <a:ext cx="2731568" cy="2844799"/>
          </a:xfrm>
        </p:spPr>
        <p:txBody>
          <a:bodyPr>
            <a:normAutofit/>
          </a:bodyPr>
          <a:lstStyle/>
          <a:p>
            <a:pPr marL="0" indent="0">
              <a:buNone/>
            </a:pPr>
            <a:endParaRPr lang="en-US" sz="1200" dirty="0"/>
          </a:p>
        </p:txBody>
      </p:sp>
    </p:spTree>
    <p:extLst>
      <p:ext uri="{BB962C8B-B14F-4D97-AF65-F5344CB8AC3E}">
        <p14:creationId xmlns:p14="http://schemas.microsoft.com/office/powerpoint/2010/main" val="14499855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A9A9840-127B-1BE3-B39A-28456D9D01F5}"/>
              </a:ext>
            </a:extLst>
          </p:cNvPr>
          <p:cNvSpPr>
            <a:spLocks noGrp="1"/>
          </p:cNvSpPr>
          <p:nvPr>
            <p:ph type="title"/>
          </p:nvPr>
        </p:nvSpPr>
        <p:spPr/>
        <p:txBody>
          <a:bodyPr>
            <a:noAutofit/>
          </a:bodyPr>
          <a:lstStyle/>
          <a:p>
            <a:r>
              <a:rPr lang="en-US" sz="3200" dirty="0"/>
              <a:t>Use Case 1 </a:t>
            </a:r>
            <a:br>
              <a:rPr lang="en-US" sz="3200" dirty="0"/>
            </a:br>
            <a:r>
              <a:rPr lang="en-US" sz="3200" dirty="0"/>
              <a:t>An enterprise transformation project about learning</a:t>
            </a:r>
          </a:p>
        </p:txBody>
      </p:sp>
      <p:sp>
        <p:nvSpPr>
          <p:cNvPr id="11" name="Flèche : droite 4">
            <a:extLst>
              <a:ext uri="{FF2B5EF4-FFF2-40B4-BE49-F238E27FC236}">
                <a16:creationId xmlns:a16="http://schemas.microsoft.com/office/drawing/2014/main" id="{D685F454-8AF5-8E9D-CE15-22DE00B91CAE}"/>
              </a:ext>
            </a:extLst>
          </p:cNvPr>
          <p:cNvSpPr/>
          <p:nvPr/>
        </p:nvSpPr>
        <p:spPr>
          <a:xfrm>
            <a:off x="9131300" y="915986"/>
            <a:ext cx="3048000" cy="5880100"/>
          </a:xfrm>
          <a:prstGeom prst="rightArrow">
            <a:avLst>
              <a:gd name="adj1" fmla="val 59935"/>
              <a:gd name="adj2"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TOO LATE</a:t>
            </a:r>
          </a:p>
          <a:p>
            <a:pPr algn="ctr"/>
            <a:endParaRPr lang="en-US">
              <a:solidFill>
                <a:schemeClr val="tx1"/>
              </a:solidFill>
            </a:endParaRPr>
          </a:p>
          <a:p>
            <a:pPr algn="ctr"/>
            <a:r>
              <a:rPr lang="en-US" sz="1200">
                <a:solidFill>
                  <a:schemeClr val="tx1"/>
                </a:solidFill>
              </a:rPr>
              <a:t>Describe examples of times that would be too late to launch the Project / Product</a:t>
            </a:r>
          </a:p>
        </p:txBody>
      </p:sp>
      <p:sp>
        <p:nvSpPr>
          <p:cNvPr id="12" name="Rectangle 5">
            <a:extLst>
              <a:ext uri="{FF2B5EF4-FFF2-40B4-BE49-F238E27FC236}">
                <a16:creationId xmlns:a16="http://schemas.microsoft.com/office/drawing/2014/main" id="{3B12E90E-0E48-60E9-6219-F4DA7D9B36DE}"/>
              </a:ext>
            </a:extLst>
          </p:cNvPr>
          <p:cNvSpPr/>
          <p:nvPr/>
        </p:nvSpPr>
        <p:spPr>
          <a:xfrm>
            <a:off x="4013200" y="2085974"/>
            <a:ext cx="3492500" cy="3540125"/>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t>OUR WINDOW OF OPPORTUNITY</a:t>
            </a:r>
          </a:p>
          <a:p>
            <a:pPr algn="ctr"/>
            <a:endParaRPr lang="en-US"/>
          </a:p>
          <a:p>
            <a:pPr algn="ctr"/>
            <a:r>
              <a:rPr lang="en-US" sz="1200"/>
              <a:t>Duration of window of opportunity to launch and how Project / Product will intercept this window (first actions)</a:t>
            </a:r>
          </a:p>
        </p:txBody>
      </p:sp>
      <p:sp>
        <p:nvSpPr>
          <p:cNvPr id="13" name="Rectangle 6">
            <a:extLst>
              <a:ext uri="{FF2B5EF4-FFF2-40B4-BE49-F238E27FC236}">
                <a16:creationId xmlns:a16="http://schemas.microsoft.com/office/drawing/2014/main" id="{F01E7664-2433-53C7-10E7-1E91AA41F69A}"/>
              </a:ext>
            </a:extLst>
          </p:cNvPr>
          <p:cNvSpPr/>
          <p:nvPr/>
        </p:nvSpPr>
        <p:spPr>
          <a:xfrm>
            <a:off x="127000" y="2085974"/>
            <a:ext cx="2247900" cy="3540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solidFill>
                  <a:schemeClr val="tx1"/>
                </a:solidFill>
              </a:rPr>
              <a:t>TOO EARLY</a:t>
            </a:r>
          </a:p>
          <a:p>
            <a:pPr algn="ctr"/>
            <a:endParaRPr lang="en-US">
              <a:solidFill>
                <a:schemeClr val="tx1"/>
              </a:solidFill>
            </a:endParaRPr>
          </a:p>
          <a:p>
            <a:pPr algn="ctr"/>
            <a:r>
              <a:rPr lang="en-US" sz="1200">
                <a:solidFill>
                  <a:schemeClr val="tx1"/>
                </a:solidFill>
              </a:rPr>
              <a:t>Describe examples of times / moments that were too early for the Project / Product to launch</a:t>
            </a:r>
          </a:p>
        </p:txBody>
      </p:sp>
      <p:sp>
        <p:nvSpPr>
          <p:cNvPr id="14" name="Rectangle 7">
            <a:extLst>
              <a:ext uri="{FF2B5EF4-FFF2-40B4-BE49-F238E27FC236}">
                <a16:creationId xmlns:a16="http://schemas.microsoft.com/office/drawing/2014/main" id="{B775C4FC-F439-7DFB-C557-A26DBB8A8B9C}"/>
              </a:ext>
            </a:extLst>
          </p:cNvPr>
          <p:cNvSpPr/>
          <p:nvPr/>
        </p:nvSpPr>
        <p:spPr>
          <a:xfrm>
            <a:off x="250190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t>LAUNCH TRIGGERS</a:t>
            </a:r>
          </a:p>
          <a:p>
            <a:pPr algn="ctr"/>
            <a:endParaRPr lang="en-US"/>
          </a:p>
          <a:p>
            <a:pPr algn="ctr"/>
            <a:r>
              <a:rPr lang="en-US" sz="1200"/>
              <a:t>Noticeable events that lead us to launch soon or now</a:t>
            </a:r>
          </a:p>
        </p:txBody>
      </p:sp>
      <p:sp>
        <p:nvSpPr>
          <p:cNvPr id="15" name="Rectangle 8">
            <a:extLst>
              <a:ext uri="{FF2B5EF4-FFF2-40B4-BE49-F238E27FC236}">
                <a16:creationId xmlns:a16="http://schemas.microsoft.com/office/drawing/2014/main" id="{EC218C87-D8FE-4E45-56CA-2E45DD30DB1A}"/>
              </a:ext>
            </a:extLst>
          </p:cNvPr>
          <p:cNvSpPr/>
          <p:nvPr/>
        </p:nvSpPr>
        <p:spPr>
          <a:xfrm>
            <a:off x="7613650" y="2085974"/>
            <a:ext cx="1409700" cy="354012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t>PIVOT TRIGGERS</a:t>
            </a:r>
          </a:p>
          <a:p>
            <a:pPr algn="ctr"/>
            <a:endParaRPr lang="en-US"/>
          </a:p>
          <a:p>
            <a:pPr algn="ctr"/>
            <a:r>
              <a:rPr lang="en-US" sz="1200"/>
              <a:t>Noticeable events or dates that can lead us to pivot our launch conditions before it is too late</a:t>
            </a:r>
          </a:p>
        </p:txBody>
      </p:sp>
      <p:sp>
        <p:nvSpPr>
          <p:cNvPr id="16" name="Rectangle 9">
            <a:extLst>
              <a:ext uri="{FF2B5EF4-FFF2-40B4-BE49-F238E27FC236}">
                <a16:creationId xmlns:a16="http://schemas.microsoft.com/office/drawing/2014/main" id="{E67DB36E-F593-C5F4-6DB8-AEB96EB2DD7A}"/>
              </a:ext>
            </a:extLst>
          </p:cNvPr>
          <p:cNvSpPr/>
          <p:nvPr/>
        </p:nvSpPr>
        <p:spPr>
          <a:xfrm>
            <a:off x="287362" y="3829403"/>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17" name="Rectangle 10">
            <a:extLst>
              <a:ext uri="{FF2B5EF4-FFF2-40B4-BE49-F238E27FC236}">
                <a16:creationId xmlns:a16="http://schemas.microsoft.com/office/drawing/2014/main" id="{E6FFB597-BA97-4CA8-A415-B609C6036641}"/>
              </a:ext>
            </a:extLst>
          </p:cNvPr>
          <p:cNvSpPr/>
          <p:nvPr/>
        </p:nvSpPr>
        <p:spPr>
          <a:xfrm>
            <a:off x="1301256" y="4051344"/>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18" name="Rectangle 11">
            <a:extLst>
              <a:ext uri="{FF2B5EF4-FFF2-40B4-BE49-F238E27FC236}">
                <a16:creationId xmlns:a16="http://schemas.microsoft.com/office/drawing/2014/main" id="{AB3335A9-BA06-F564-865B-05511A68DC42}"/>
              </a:ext>
            </a:extLst>
          </p:cNvPr>
          <p:cNvSpPr/>
          <p:nvPr/>
        </p:nvSpPr>
        <p:spPr>
          <a:xfrm>
            <a:off x="287762" y="4908486"/>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9" name="Rectangle 12">
            <a:extLst>
              <a:ext uri="{FF2B5EF4-FFF2-40B4-BE49-F238E27FC236}">
                <a16:creationId xmlns:a16="http://schemas.microsoft.com/office/drawing/2014/main" id="{E0569BAE-A862-F5BF-0510-F3E10AE91112}"/>
              </a:ext>
            </a:extLst>
          </p:cNvPr>
          <p:cNvSpPr/>
          <p:nvPr/>
        </p:nvSpPr>
        <p:spPr>
          <a:xfrm>
            <a:off x="2717466" y="3940820"/>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20" name="Rectangle 13">
            <a:extLst>
              <a:ext uri="{FF2B5EF4-FFF2-40B4-BE49-F238E27FC236}">
                <a16:creationId xmlns:a16="http://schemas.microsoft.com/office/drawing/2014/main" id="{3329E95A-C430-88A1-8AF6-711B3094F9A3}"/>
              </a:ext>
            </a:extLst>
          </p:cNvPr>
          <p:cNvSpPr/>
          <p:nvPr/>
        </p:nvSpPr>
        <p:spPr>
          <a:xfrm>
            <a:off x="2749636" y="4966638"/>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21" name="Rectangle 14">
            <a:extLst>
              <a:ext uri="{FF2B5EF4-FFF2-40B4-BE49-F238E27FC236}">
                <a16:creationId xmlns:a16="http://schemas.microsoft.com/office/drawing/2014/main" id="{52D531BF-E6CD-0BE6-362A-B99C7ECE068E}"/>
              </a:ext>
            </a:extLst>
          </p:cNvPr>
          <p:cNvSpPr/>
          <p:nvPr/>
        </p:nvSpPr>
        <p:spPr>
          <a:xfrm>
            <a:off x="5211510" y="3940820"/>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22" name="Rectangle 15">
            <a:extLst>
              <a:ext uri="{FF2B5EF4-FFF2-40B4-BE49-F238E27FC236}">
                <a16:creationId xmlns:a16="http://schemas.microsoft.com/office/drawing/2014/main" id="{DB16DF44-DD8E-380F-0D09-B7A3C02688C1}"/>
              </a:ext>
            </a:extLst>
          </p:cNvPr>
          <p:cNvSpPr/>
          <p:nvPr/>
        </p:nvSpPr>
        <p:spPr>
          <a:xfrm>
            <a:off x="4254834" y="3867736"/>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23" name="Rectangle 16">
            <a:extLst>
              <a:ext uri="{FF2B5EF4-FFF2-40B4-BE49-F238E27FC236}">
                <a16:creationId xmlns:a16="http://schemas.microsoft.com/office/drawing/2014/main" id="{3F153535-2DC8-9F07-364B-AC9D8827417E}"/>
              </a:ext>
            </a:extLst>
          </p:cNvPr>
          <p:cNvSpPr/>
          <p:nvPr/>
        </p:nvSpPr>
        <p:spPr>
          <a:xfrm>
            <a:off x="6311200" y="4041490"/>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24" name="Rectangle 18">
            <a:extLst>
              <a:ext uri="{FF2B5EF4-FFF2-40B4-BE49-F238E27FC236}">
                <a16:creationId xmlns:a16="http://schemas.microsoft.com/office/drawing/2014/main" id="{4FAC6B43-F123-77E2-7D72-BECCCEAD7952}"/>
              </a:ext>
            </a:extLst>
          </p:cNvPr>
          <p:cNvSpPr/>
          <p:nvPr/>
        </p:nvSpPr>
        <p:spPr>
          <a:xfrm>
            <a:off x="7846552" y="4301428"/>
            <a:ext cx="884490" cy="86526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25" name="Rectangle 19">
            <a:extLst>
              <a:ext uri="{FF2B5EF4-FFF2-40B4-BE49-F238E27FC236}">
                <a16:creationId xmlns:a16="http://schemas.microsoft.com/office/drawing/2014/main" id="{5F60151E-9A7A-1E86-90F7-38DE962505CC}"/>
              </a:ext>
            </a:extLst>
          </p:cNvPr>
          <p:cNvSpPr/>
          <p:nvPr/>
        </p:nvSpPr>
        <p:spPr>
          <a:xfrm>
            <a:off x="9474534" y="3667873"/>
            <a:ext cx="972810" cy="9500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26" name="Rectangle 20">
            <a:extLst>
              <a:ext uri="{FF2B5EF4-FFF2-40B4-BE49-F238E27FC236}">
                <a16:creationId xmlns:a16="http://schemas.microsoft.com/office/drawing/2014/main" id="{A79E8508-BE26-2254-54ED-B32C0ADB3208}"/>
              </a:ext>
            </a:extLst>
          </p:cNvPr>
          <p:cNvSpPr/>
          <p:nvPr/>
        </p:nvSpPr>
        <p:spPr>
          <a:xfrm>
            <a:off x="10498476" y="3863183"/>
            <a:ext cx="972810" cy="9500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27" name="Rectangle 21">
            <a:extLst>
              <a:ext uri="{FF2B5EF4-FFF2-40B4-BE49-F238E27FC236}">
                <a16:creationId xmlns:a16="http://schemas.microsoft.com/office/drawing/2014/main" id="{4D8D303A-7040-63F8-11E3-A6256010D94E}"/>
              </a:ext>
            </a:extLst>
          </p:cNvPr>
          <p:cNvSpPr/>
          <p:nvPr/>
        </p:nvSpPr>
        <p:spPr>
          <a:xfrm>
            <a:off x="9506036" y="4676019"/>
            <a:ext cx="972810" cy="95007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Tree>
    <p:extLst>
      <p:ext uri="{BB962C8B-B14F-4D97-AF65-F5344CB8AC3E}">
        <p14:creationId xmlns:p14="http://schemas.microsoft.com/office/powerpoint/2010/main" val="28957013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phique 10" descr="Utilisateur avec un remplissage uni">
            <a:extLst>
              <a:ext uri="{FF2B5EF4-FFF2-40B4-BE49-F238E27FC236}">
                <a16:creationId xmlns:a16="http://schemas.microsoft.com/office/drawing/2014/main" id="{6E542CC0-322C-41E4-9F80-D2ED23C0687A}"/>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31307" y="2493062"/>
            <a:ext cx="634194" cy="634194"/>
          </a:xfrm>
          <a:prstGeom prst="rect">
            <a:avLst/>
          </a:prstGeom>
        </p:spPr>
      </p:pic>
      <p:sp>
        <p:nvSpPr>
          <p:cNvPr id="13" name="Titre 1">
            <a:extLst>
              <a:ext uri="{FF2B5EF4-FFF2-40B4-BE49-F238E27FC236}">
                <a16:creationId xmlns:a16="http://schemas.microsoft.com/office/drawing/2014/main" id="{6EAEBC99-93D9-4D07-AE06-CC637108CB65}"/>
              </a:ext>
            </a:extLst>
          </p:cNvPr>
          <p:cNvSpPr>
            <a:spLocks noGrp="1"/>
          </p:cNvSpPr>
          <p:nvPr>
            <p:ph type="title"/>
          </p:nvPr>
        </p:nvSpPr>
        <p:spPr>
          <a:xfrm>
            <a:off x="838200" y="342948"/>
            <a:ext cx="11106150" cy="1325563"/>
          </a:xfrm>
        </p:spPr>
        <p:txBody>
          <a:bodyPr>
            <a:normAutofit fontScale="90000"/>
          </a:bodyPr>
          <a:lstStyle/>
          <a:p>
            <a:r>
              <a:rPr lang="en-US" sz="4400" dirty="0"/>
              <a:t>Use Case 1 </a:t>
            </a:r>
            <a:br>
              <a:rPr lang="en-US" sz="4400" dirty="0"/>
            </a:br>
            <a:r>
              <a:rPr lang="en-US" sz="4400" dirty="0"/>
              <a:t>An enterprise transformation project about learning</a:t>
            </a:r>
            <a:endParaRPr lang="en-US" dirty="0"/>
          </a:p>
        </p:txBody>
      </p:sp>
      <p:sp>
        <p:nvSpPr>
          <p:cNvPr id="14" name="Flèche : droite 13">
            <a:extLst>
              <a:ext uri="{FF2B5EF4-FFF2-40B4-BE49-F238E27FC236}">
                <a16:creationId xmlns:a16="http://schemas.microsoft.com/office/drawing/2014/main" id="{3376A5AA-3D43-4817-B088-99450E083A21}"/>
              </a:ext>
            </a:extLst>
          </p:cNvPr>
          <p:cNvSpPr/>
          <p:nvPr/>
        </p:nvSpPr>
        <p:spPr>
          <a:xfrm>
            <a:off x="502741" y="5874965"/>
            <a:ext cx="2393521"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Positive side effect</a:t>
            </a:r>
          </a:p>
        </p:txBody>
      </p:sp>
      <p:sp>
        <p:nvSpPr>
          <p:cNvPr id="15" name="Flèche : droite 14">
            <a:extLst>
              <a:ext uri="{FF2B5EF4-FFF2-40B4-BE49-F238E27FC236}">
                <a16:creationId xmlns:a16="http://schemas.microsoft.com/office/drawing/2014/main" id="{5C9ABFA4-A687-4145-A31C-105B1C20D9AF}"/>
              </a:ext>
            </a:extLst>
          </p:cNvPr>
          <p:cNvSpPr/>
          <p:nvPr/>
        </p:nvSpPr>
        <p:spPr>
          <a:xfrm>
            <a:off x="502740" y="5284415"/>
            <a:ext cx="2393521" cy="518621"/>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Direct influence of Project / Product activities</a:t>
            </a:r>
          </a:p>
        </p:txBody>
      </p:sp>
      <p:grpSp>
        <p:nvGrpSpPr>
          <p:cNvPr id="27" name="Groupe 26">
            <a:extLst>
              <a:ext uri="{FF2B5EF4-FFF2-40B4-BE49-F238E27FC236}">
                <a16:creationId xmlns:a16="http://schemas.microsoft.com/office/drawing/2014/main" id="{F9AB6CCF-723B-4980-906A-CCDCCCA4AD49}"/>
              </a:ext>
            </a:extLst>
          </p:cNvPr>
          <p:cNvGrpSpPr/>
          <p:nvPr/>
        </p:nvGrpSpPr>
        <p:grpSpPr>
          <a:xfrm>
            <a:off x="495541" y="3991241"/>
            <a:ext cx="1203959" cy="1114429"/>
            <a:chOff x="495541" y="3991241"/>
            <a:chExt cx="1203959" cy="1114429"/>
          </a:xfrm>
        </p:grpSpPr>
        <p:sp>
          <p:nvSpPr>
            <p:cNvPr id="9" name="Rectangle 8">
              <a:extLst>
                <a:ext uri="{FF2B5EF4-FFF2-40B4-BE49-F238E27FC236}">
                  <a16:creationId xmlns:a16="http://schemas.microsoft.com/office/drawing/2014/main" id="{C8B58C40-E6ED-4393-9EB4-FC5F99B2C0E3}"/>
                </a:ext>
              </a:extLst>
            </p:cNvPr>
            <p:cNvSpPr/>
            <p:nvPr/>
          </p:nvSpPr>
          <p:spPr>
            <a:xfrm>
              <a:off x="495541" y="4471476"/>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 Direct Target group</a:t>
              </a:r>
            </a:p>
          </p:txBody>
        </p:sp>
        <p:pic>
          <p:nvPicPr>
            <p:cNvPr id="17" name="Graphique 16" descr="Utilisateurs avec un remplissage uni">
              <a:extLst>
                <a:ext uri="{FF2B5EF4-FFF2-40B4-BE49-F238E27FC236}">
                  <a16:creationId xmlns:a16="http://schemas.microsoft.com/office/drawing/2014/main" id="{559C9BAC-9BE1-4541-94C8-1F537D283CCA}"/>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195" y="3991241"/>
              <a:ext cx="710146" cy="710146"/>
            </a:xfrm>
            <a:prstGeom prst="rect">
              <a:avLst/>
            </a:prstGeom>
          </p:spPr>
        </p:pic>
      </p:grpSp>
      <p:grpSp>
        <p:nvGrpSpPr>
          <p:cNvPr id="28" name="Groupe 27">
            <a:extLst>
              <a:ext uri="{FF2B5EF4-FFF2-40B4-BE49-F238E27FC236}">
                <a16:creationId xmlns:a16="http://schemas.microsoft.com/office/drawing/2014/main" id="{096591E8-D1D6-4B89-860C-EC5AD5A0529E}"/>
              </a:ext>
            </a:extLst>
          </p:cNvPr>
          <p:cNvGrpSpPr/>
          <p:nvPr/>
        </p:nvGrpSpPr>
        <p:grpSpPr>
          <a:xfrm>
            <a:off x="1844480" y="4004145"/>
            <a:ext cx="1203959" cy="1086268"/>
            <a:chOff x="1844480" y="4004145"/>
            <a:chExt cx="1203959" cy="1086268"/>
          </a:xfrm>
        </p:grpSpPr>
        <p:sp>
          <p:nvSpPr>
            <p:cNvPr id="18" name="Rectangle 17">
              <a:extLst>
                <a:ext uri="{FF2B5EF4-FFF2-40B4-BE49-F238E27FC236}">
                  <a16:creationId xmlns:a16="http://schemas.microsoft.com/office/drawing/2014/main" id="{8590B99E-8D90-46E0-A048-4F0FAE841974}"/>
                </a:ext>
              </a:extLst>
            </p:cNvPr>
            <p:cNvSpPr/>
            <p:nvPr/>
          </p:nvSpPr>
          <p:spPr>
            <a:xfrm>
              <a:off x="1844480" y="4456219"/>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Indirect Target group</a:t>
              </a:r>
            </a:p>
          </p:txBody>
        </p:sp>
        <p:pic>
          <p:nvPicPr>
            <p:cNvPr id="19" name="Graphique 18" descr="Utilisateurs avec un remplissage uni">
              <a:extLst>
                <a:ext uri="{FF2B5EF4-FFF2-40B4-BE49-F238E27FC236}">
                  <a16:creationId xmlns:a16="http://schemas.microsoft.com/office/drawing/2014/main" id="{3EE10425-EFDC-4B99-AB2E-57197B8A3051}"/>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091386" y="4004145"/>
              <a:ext cx="710146" cy="710146"/>
            </a:xfrm>
            <a:prstGeom prst="rect">
              <a:avLst/>
            </a:prstGeom>
          </p:spPr>
        </p:pic>
      </p:grpSp>
      <p:pic>
        <p:nvPicPr>
          <p:cNvPr id="20" name="Graphique 19" descr="Utilisateur avec un remplissage uni">
            <a:extLst>
              <a:ext uri="{FF2B5EF4-FFF2-40B4-BE49-F238E27FC236}">
                <a16:creationId xmlns:a16="http://schemas.microsoft.com/office/drawing/2014/main" id="{91D00918-F5C8-4938-B753-9ACA46A21E62}"/>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551591" y="2478525"/>
            <a:ext cx="634194" cy="634194"/>
          </a:xfrm>
          <a:prstGeom prst="rect">
            <a:avLst/>
          </a:prstGeom>
        </p:spPr>
      </p:pic>
      <p:sp>
        <p:nvSpPr>
          <p:cNvPr id="23" name="ZoneTexte 22">
            <a:extLst>
              <a:ext uri="{FF2B5EF4-FFF2-40B4-BE49-F238E27FC236}">
                <a16:creationId xmlns:a16="http://schemas.microsoft.com/office/drawing/2014/main" id="{AFBBC7D3-B091-431A-8BCA-83F21BE57352}"/>
              </a:ext>
            </a:extLst>
          </p:cNvPr>
          <p:cNvSpPr txBox="1"/>
          <p:nvPr/>
        </p:nvSpPr>
        <p:spPr>
          <a:xfrm>
            <a:off x="1448790" y="3005150"/>
            <a:ext cx="792000" cy="792000"/>
          </a:xfrm>
          <a:prstGeom prst="rect">
            <a:avLst/>
          </a:prstGeom>
          <a:solidFill>
            <a:srgbClr val="FFFF00"/>
          </a:solidFill>
          <a:ln>
            <a:solidFill>
              <a:schemeClr val="tx1"/>
            </a:solidFill>
          </a:ln>
        </p:spPr>
        <p:txBody>
          <a:bodyPr wrap="square">
            <a:noAutofit/>
          </a:bodyPr>
          <a:lstStyle/>
          <a:p>
            <a:pPr algn="ctr"/>
            <a:r>
              <a:rPr lang="en-US" sz="1200" dirty="0">
                <a:solidFill>
                  <a:schemeClr val="tx1"/>
                </a:solidFill>
              </a:rPr>
              <a:t>🎯 Direct Target person</a:t>
            </a:r>
          </a:p>
        </p:txBody>
      </p:sp>
      <p:sp>
        <p:nvSpPr>
          <p:cNvPr id="24" name="Rectangle 23">
            <a:extLst>
              <a:ext uri="{FF2B5EF4-FFF2-40B4-BE49-F238E27FC236}">
                <a16:creationId xmlns:a16="http://schemas.microsoft.com/office/drawing/2014/main" id="{EFF0DE9B-E02C-473A-8B24-A7B6892A878E}"/>
              </a:ext>
            </a:extLst>
          </p:cNvPr>
          <p:cNvSpPr/>
          <p:nvPr/>
        </p:nvSpPr>
        <p:spPr>
          <a:xfrm>
            <a:off x="139505" y="1948921"/>
            <a:ext cx="3409950" cy="467956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rPr>
              <a:t>Map legend</a:t>
            </a:r>
          </a:p>
        </p:txBody>
      </p:sp>
      <p:pic>
        <p:nvPicPr>
          <p:cNvPr id="25" name="Graphique 24" descr="Utilisateur avec un remplissage uni">
            <a:extLst>
              <a:ext uri="{FF2B5EF4-FFF2-40B4-BE49-F238E27FC236}">
                <a16:creationId xmlns:a16="http://schemas.microsoft.com/office/drawing/2014/main" id="{F8569511-E08A-4860-AECF-EF895B6E9568}"/>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66098" y="2473991"/>
            <a:ext cx="634194" cy="634194"/>
          </a:xfrm>
          <a:prstGeom prst="rect">
            <a:avLst/>
          </a:prstGeom>
        </p:spPr>
      </p:pic>
      <p:sp>
        <p:nvSpPr>
          <p:cNvPr id="26" name="ZoneTexte 25">
            <a:extLst>
              <a:ext uri="{FF2B5EF4-FFF2-40B4-BE49-F238E27FC236}">
                <a16:creationId xmlns:a16="http://schemas.microsoft.com/office/drawing/2014/main" id="{2BA9B966-1DB6-4C70-88F5-D46881927A8B}"/>
              </a:ext>
            </a:extLst>
          </p:cNvPr>
          <p:cNvSpPr txBox="1"/>
          <p:nvPr/>
        </p:nvSpPr>
        <p:spPr>
          <a:xfrm>
            <a:off x="327350" y="2977694"/>
            <a:ext cx="792000" cy="792000"/>
          </a:xfrm>
          <a:prstGeom prst="rect">
            <a:avLst/>
          </a:prstGeom>
          <a:solidFill>
            <a:schemeClr val="accent6"/>
          </a:solidFill>
          <a:ln>
            <a:solidFill>
              <a:schemeClr val="tx1"/>
            </a:solidFill>
          </a:ln>
        </p:spPr>
        <p:txBody>
          <a:bodyPr wrap="square">
            <a:noAutofit/>
          </a:bodyPr>
          <a:lstStyle>
            <a:defPPr>
              <a:defRPr lang="fr-FR"/>
            </a:defPPr>
            <a:lvl1pPr algn="ctr">
              <a:defRPr sz="1200"/>
            </a:lvl1pPr>
          </a:lstStyle>
          <a:p>
            <a:r>
              <a:rPr lang="en-US"/>
              <a:t>Team member</a:t>
            </a:r>
            <a:endParaRPr lang="en-US" dirty="0"/>
          </a:p>
        </p:txBody>
      </p:sp>
      <p:sp>
        <p:nvSpPr>
          <p:cNvPr id="3" name="ZoneTexte 22">
            <a:extLst>
              <a:ext uri="{FF2B5EF4-FFF2-40B4-BE49-F238E27FC236}">
                <a16:creationId xmlns:a16="http://schemas.microsoft.com/office/drawing/2014/main" id="{D47C2E49-F37F-8646-7212-4F07F51CA7AA}"/>
              </a:ext>
            </a:extLst>
          </p:cNvPr>
          <p:cNvSpPr txBox="1"/>
          <p:nvPr/>
        </p:nvSpPr>
        <p:spPr>
          <a:xfrm>
            <a:off x="2446459" y="2997194"/>
            <a:ext cx="792000" cy="792000"/>
          </a:xfrm>
          <a:prstGeom prst="rect">
            <a:avLst/>
          </a:prstGeom>
          <a:solidFill>
            <a:srgbClr val="FF66FF"/>
          </a:solidFill>
        </p:spPr>
        <p:txBody>
          <a:bodyPr wrap="square">
            <a:noAutofit/>
          </a:bodyPr>
          <a:lstStyle/>
          <a:p>
            <a:pPr algn="ctr"/>
            <a:r>
              <a:rPr lang="en-US" sz="1200" dirty="0">
                <a:solidFill>
                  <a:schemeClr val="tx1"/>
                </a:solidFill>
              </a:rPr>
              <a:t>Indirect Target person</a:t>
            </a:r>
          </a:p>
        </p:txBody>
      </p:sp>
      <p:pic>
        <p:nvPicPr>
          <p:cNvPr id="16" name="Graphique 29" descr="Sphères de Harvey 100% avec un remplissage uni">
            <a:extLst>
              <a:ext uri="{FF2B5EF4-FFF2-40B4-BE49-F238E27FC236}">
                <a16:creationId xmlns:a16="http://schemas.microsoft.com/office/drawing/2014/main" id="{10D3E887-579B-5D7C-1F3A-063A451552F7}"/>
              </a:ext>
            </a:extLst>
          </p:cNvPr>
          <p:cNvPicPr>
            <a:picLocks noChangeAspect="1"/>
          </p:cNvPicPr>
          <p:nvPr/>
        </p:nvPicPr>
        <p:blipFill rotWithShape="1">
          <a:blip r:embed="rId12" cstate="screen">
            <a:extLst>
              <a:ext uri="{28A0092B-C50C-407E-A947-70E740481C1C}">
                <a14:useLocalDpi xmlns:a14="http://schemas.microsoft.com/office/drawing/2010/main"/>
              </a:ext>
              <a:ext uri="{96DAC541-7B7A-43D3-8B79-37D633B846F1}">
                <asvg:svgBlip xmlns:asvg="http://schemas.microsoft.com/office/drawing/2016/SVG/main" r:embed="rId13"/>
              </a:ext>
            </a:extLst>
          </a:blip>
          <a:srcRect l="10326" t="10344" r="10326" b="10240"/>
          <a:stretch/>
        </p:blipFill>
        <p:spPr>
          <a:xfrm>
            <a:off x="3877001" y="3638722"/>
            <a:ext cx="1792339" cy="1793874"/>
          </a:xfrm>
          <a:prstGeom prst="rect">
            <a:avLst/>
          </a:prstGeom>
        </p:spPr>
      </p:pic>
      <p:sp>
        <p:nvSpPr>
          <p:cNvPr id="29" name="Flèche : droite 61">
            <a:extLst>
              <a:ext uri="{FF2B5EF4-FFF2-40B4-BE49-F238E27FC236}">
                <a16:creationId xmlns:a16="http://schemas.microsoft.com/office/drawing/2014/main" id="{F906E31D-56B1-D1BA-37EE-860BB320DB19}"/>
              </a:ext>
            </a:extLst>
          </p:cNvPr>
          <p:cNvSpPr/>
          <p:nvPr/>
        </p:nvSpPr>
        <p:spPr>
          <a:xfrm rot="19629108">
            <a:off x="5057559" y="3145409"/>
            <a:ext cx="1873126"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69" name="Flèche : droite 62">
            <a:extLst>
              <a:ext uri="{FF2B5EF4-FFF2-40B4-BE49-F238E27FC236}">
                <a16:creationId xmlns:a16="http://schemas.microsoft.com/office/drawing/2014/main" id="{DCBD84C2-5A1A-6E8B-1F58-A4DFB25777BA}"/>
              </a:ext>
            </a:extLst>
          </p:cNvPr>
          <p:cNvSpPr/>
          <p:nvPr/>
        </p:nvSpPr>
        <p:spPr>
          <a:xfrm rot="20649285">
            <a:off x="5436188" y="3833139"/>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0" name="Flèche : droite 63">
            <a:extLst>
              <a:ext uri="{FF2B5EF4-FFF2-40B4-BE49-F238E27FC236}">
                <a16:creationId xmlns:a16="http://schemas.microsoft.com/office/drawing/2014/main" id="{A44CBF9F-C632-9939-F255-08DD6589939D}"/>
              </a:ext>
            </a:extLst>
          </p:cNvPr>
          <p:cNvSpPr/>
          <p:nvPr/>
        </p:nvSpPr>
        <p:spPr>
          <a:xfrm rot="331303">
            <a:off x="5258650" y="4627781"/>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1" name="Flèche : droite 64">
            <a:extLst>
              <a:ext uri="{FF2B5EF4-FFF2-40B4-BE49-F238E27FC236}">
                <a16:creationId xmlns:a16="http://schemas.microsoft.com/office/drawing/2014/main" id="{F6A35664-79F7-67A9-496B-425A4AD94157}"/>
              </a:ext>
            </a:extLst>
          </p:cNvPr>
          <p:cNvSpPr/>
          <p:nvPr/>
        </p:nvSpPr>
        <p:spPr>
          <a:xfrm rot="1944891">
            <a:off x="5083815" y="5431232"/>
            <a:ext cx="1808232" cy="391802"/>
          </a:xfrm>
          <a:prstGeom prst="right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2" name="Rectangle 8">
            <a:extLst>
              <a:ext uri="{FF2B5EF4-FFF2-40B4-BE49-F238E27FC236}">
                <a16:creationId xmlns:a16="http://schemas.microsoft.com/office/drawing/2014/main" id="{933C98CD-019E-CD6D-8BDD-6C6AE1008237}"/>
              </a:ext>
            </a:extLst>
          </p:cNvPr>
          <p:cNvSpPr/>
          <p:nvPr/>
        </p:nvSpPr>
        <p:spPr>
          <a:xfrm>
            <a:off x="6833198" y="2367313"/>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73" name="Rectangle 8">
            <a:extLst>
              <a:ext uri="{FF2B5EF4-FFF2-40B4-BE49-F238E27FC236}">
                <a16:creationId xmlns:a16="http://schemas.microsoft.com/office/drawing/2014/main" id="{E4776DEF-73E7-B547-7BD9-AAA7F365370D}"/>
              </a:ext>
            </a:extLst>
          </p:cNvPr>
          <p:cNvSpPr/>
          <p:nvPr/>
        </p:nvSpPr>
        <p:spPr>
          <a:xfrm>
            <a:off x="7259245" y="3496911"/>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74" name="Rectangle 8">
            <a:extLst>
              <a:ext uri="{FF2B5EF4-FFF2-40B4-BE49-F238E27FC236}">
                <a16:creationId xmlns:a16="http://schemas.microsoft.com/office/drawing/2014/main" id="{E333E9A4-D42C-E955-D343-7D6FD5FE67AC}"/>
              </a:ext>
            </a:extLst>
          </p:cNvPr>
          <p:cNvSpPr/>
          <p:nvPr/>
        </p:nvSpPr>
        <p:spPr>
          <a:xfrm>
            <a:off x="7200028" y="4650221"/>
            <a:ext cx="1203959" cy="6341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75" name="ZoneTexte 22">
            <a:extLst>
              <a:ext uri="{FF2B5EF4-FFF2-40B4-BE49-F238E27FC236}">
                <a16:creationId xmlns:a16="http://schemas.microsoft.com/office/drawing/2014/main" id="{690D9923-7D32-A6E0-B634-E9C8D4403967}"/>
              </a:ext>
            </a:extLst>
          </p:cNvPr>
          <p:cNvSpPr txBox="1"/>
          <p:nvPr/>
        </p:nvSpPr>
        <p:spPr>
          <a:xfrm>
            <a:off x="6843897" y="5795059"/>
            <a:ext cx="792000" cy="792000"/>
          </a:xfrm>
          <a:prstGeom prst="rect">
            <a:avLst/>
          </a:prstGeom>
          <a:solidFill>
            <a:srgbClr val="FFFF00"/>
          </a:solidFill>
          <a:ln>
            <a:solidFill>
              <a:schemeClr val="tx1"/>
            </a:solidFill>
          </a:ln>
        </p:spPr>
        <p:txBody>
          <a:bodyPr wrap="square">
            <a:noAutofit/>
          </a:bodyPr>
          <a:lstStyle/>
          <a:p>
            <a:pPr algn="ctr"/>
            <a:endParaRPr lang="en-US" sz="1200" dirty="0">
              <a:solidFill>
                <a:schemeClr val="tx1"/>
              </a:solidFill>
            </a:endParaRPr>
          </a:p>
        </p:txBody>
      </p:sp>
      <p:sp>
        <p:nvSpPr>
          <p:cNvPr id="76" name="ZoneTexte 25">
            <a:extLst>
              <a:ext uri="{FF2B5EF4-FFF2-40B4-BE49-F238E27FC236}">
                <a16:creationId xmlns:a16="http://schemas.microsoft.com/office/drawing/2014/main" id="{D8C1C1DD-0DEF-E1A9-508C-54559A44A606}"/>
              </a:ext>
            </a:extLst>
          </p:cNvPr>
          <p:cNvSpPr txBox="1"/>
          <p:nvPr/>
        </p:nvSpPr>
        <p:spPr>
          <a:xfrm>
            <a:off x="8067204" y="5143737"/>
            <a:ext cx="792000" cy="792000"/>
          </a:xfrm>
          <a:prstGeom prst="rect">
            <a:avLst/>
          </a:prstGeom>
          <a:solidFill>
            <a:schemeClr val="accent6"/>
          </a:solidFill>
          <a:ln>
            <a:solidFill>
              <a:schemeClr val="tx1"/>
            </a:solidFill>
          </a:ln>
        </p:spPr>
        <p:txBody>
          <a:bodyPr wrap="square">
            <a:noAutofit/>
          </a:bodyPr>
          <a:lstStyle>
            <a:defPPr>
              <a:defRPr lang="fr-FR"/>
            </a:defPPr>
            <a:lvl1pPr algn="ctr">
              <a:defRPr sz="1200"/>
            </a:lvl1pPr>
          </a:lstStyle>
          <a:p>
            <a:endParaRPr lang="en-US" dirty="0"/>
          </a:p>
        </p:txBody>
      </p:sp>
      <p:sp>
        <p:nvSpPr>
          <p:cNvPr id="77" name="Flèche : droite 13">
            <a:extLst>
              <a:ext uri="{FF2B5EF4-FFF2-40B4-BE49-F238E27FC236}">
                <a16:creationId xmlns:a16="http://schemas.microsoft.com/office/drawing/2014/main" id="{0A1E6499-CCAA-10E1-B12C-58936C6AE353}"/>
              </a:ext>
            </a:extLst>
          </p:cNvPr>
          <p:cNvSpPr/>
          <p:nvPr/>
        </p:nvSpPr>
        <p:spPr>
          <a:xfrm>
            <a:off x="7635897" y="6052080"/>
            <a:ext cx="2393521"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8" name="Rectangle 17">
            <a:extLst>
              <a:ext uri="{FF2B5EF4-FFF2-40B4-BE49-F238E27FC236}">
                <a16:creationId xmlns:a16="http://schemas.microsoft.com/office/drawing/2014/main" id="{73011C7A-14CE-5B07-96F1-88ED415F3A73}"/>
              </a:ext>
            </a:extLst>
          </p:cNvPr>
          <p:cNvSpPr/>
          <p:nvPr/>
        </p:nvSpPr>
        <p:spPr>
          <a:xfrm>
            <a:off x="10128210" y="5994293"/>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79" name="Flèche : droite 13">
            <a:extLst>
              <a:ext uri="{FF2B5EF4-FFF2-40B4-BE49-F238E27FC236}">
                <a16:creationId xmlns:a16="http://schemas.microsoft.com/office/drawing/2014/main" id="{C28B012F-8F53-69EB-2719-4A67C9CF4D75}"/>
              </a:ext>
            </a:extLst>
          </p:cNvPr>
          <p:cNvSpPr/>
          <p:nvPr/>
        </p:nvSpPr>
        <p:spPr>
          <a:xfrm>
            <a:off x="8463204" y="3543198"/>
            <a:ext cx="1282337"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0" name="Rectangle 17">
            <a:extLst>
              <a:ext uri="{FF2B5EF4-FFF2-40B4-BE49-F238E27FC236}">
                <a16:creationId xmlns:a16="http://schemas.microsoft.com/office/drawing/2014/main" id="{51C623CD-F296-E82D-95D7-0595F7D67018}"/>
              </a:ext>
            </a:extLst>
          </p:cNvPr>
          <p:cNvSpPr/>
          <p:nvPr/>
        </p:nvSpPr>
        <p:spPr>
          <a:xfrm>
            <a:off x="9745541" y="3480053"/>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1" name="Rectangle 17">
            <a:extLst>
              <a:ext uri="{FF2B5EF4-FFF2-40B4-BE49-F238E27FC236}">
                <a16:creationId xmlns:a16="http://schemas.microsoft.com/office/drawing/2014/main" id="{F57B21A7-19BB-AE48-B1EA-32171514CE47}"/>
              </a:ext>
            </a:extLst>
          </p:cNvPr>
          <p:cNvSpPr/>
          <p:nvPr/>
        </p:nvSpPr>
        <p:spPr>
          <a:xfrm>
            <a:off x="9686324" y="4693029"/>
            <a:ext cx="1203959" cy="634194"/>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chemeClr val="tx1"/>
              </a:solidFill>
            </a:endParaRPr>
          </a:p>
        </p:txBody>
      </p:sp>
      <p:sp>
        <p:nvSpPr>
          <p:cNvPr id="82" name="Flèche : droite 13">
            <a:extLst>
              <a:ext uri="{FF2B5EF4-FFF2-40B4-BE49-F238E27FC236}">
                <a16:creationId xmlns:a16="http://schemas.microsoft.com/office/drawing/2014/main" id="{D1E51439-804C-0915-DD8A-1C099D816809}"/>
              </a:ext>
            </a:extLst>
          </p:cNvPr>
          <p:cNvSpPr/>
          <p:nvPr/>
        </p:nvSpPr>
        <p:spPr>
          <a:xfrm>
            <a:off x="8403987" y="4725964"/>
            <a:ext cx="1282337"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3" name="ZoneTexte 22">
            <a:extLst>
              <a:ext uri="{FF2B5EF4-FFF2-40B4-BE49-F238E27FC236}">
                <a16:creationId xmlns:a16="http://schemas.microsoft.com/office/drawing/2014/main" id="{B6EF4AE5-40B5-3427-D0EB-C15BCFD17329}"/>
              </a:ext>
            </a:extLst>
          </p:cNvPr>
          <p:cNvSpPr txBox="1"/>
          <p:nvPr/>
        </p:nvSpPr>
        <p:spPr>
          <a:xfrm>
            <a:off x="9726130" y="2493062"/>
            <a:ext cx="792000" cy="792000"/>
          </a:xfrm>
          <a:prstGeom prst="rect">
            <a:avLst/>
          </a:prstGeom>
          <a:solidFill>
            <a:srgbClr val="FF66FF"/>
          </a:solidFill>
        </p:spPr>
        <p:txBody>
          <a:bodyPr wrap="square">
            <a:noAutofit/>
          </a:bodyPr>
          <a:lstStyle/>
          <a:p>
            <a:pPr algn="ctr"/>
            <a:endParaRPr lang="en-US" sz="1200" dirty="0">
              <a:solidFill>
                <a:schemeClr val="tx1"/>
              </a:solidFill>
            </a:endParaRPr>
          </a:p>
        </p:txBody>
      </p:sp>
      <p:sp>
        <p:nvSpPr>
          <p:cNvPr id="84" name="Flèche : droite 13">
            <a:extLst>
              <a:ext uri="{FF2B5EF4-FFF2-40B4-BE49-F238E27FC236}">
                <a16:creationId xmlns:a16="http://schemas.microsoft.com/office/drawing/2014/main" id="{40EC5243-41A3-276E-2E92-861600FD97FB}"/>
              </a:ext>
            </a:extLst>
          </p:cNvPr>
          <p:cNvSpPr/>
          <p:nvPr/>
        </p:nvSpPr>
        <p:spPr>
          <a:xfrm rot="20112765">
            <a:off x="8423234" y="3111667"/>
            <a:ext cx="1359358"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5" name="Flèche : droite 13">
            <a:extLst>
              <a:ext uri="{FF2B5EF4-FFF2-40B4-BE49-F238E27FC236}">
                <a16:creationId xmlns:a16="http://schemas.microsoft.com/office/drawing/2014/main" id="{762D299A-4519-7630-C474-BC6BF35BC3D2}"/>
              </a:ext>
            </a:extLst>
          </p:cNvPr>
          <p:cNvSpPr/>
          <p:nvPr/>
        </p:nvSpPr>
        <p:spPr>
          <a:xfrm rot="529105">
            <a:off x="8264549" y="2485764"/>
            <a:ext cx="1359358" cy="51862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6" name="ZoneTexte 25">
            <a:extLst>
              <a:ext uri="{FF2B5EF4-FFF2-40B4-BE49-F238E27FC236}">
                <a16:creationId xmlns:a16="http://schemas.microsoft.com/office/drawing/2014/main" id="{93F1416C-9545-7573-1270-6A728AE6DF9B}"/>
              </a:ext>
            </a:extLst>
          </p:cNvPr>
          <p:cNvSpPr txBox="1"/>
          <p:nvPr/>
        </p:nvSpPr>
        <p:spPr>
          <a:xfrm>
            <a:off x="10801095" y="3679476"/>
            <a:ext cx="792000" cy="792000"/>
          </a:xfrm>
          <a:prstGeom prst="rect">
            <a:avLst/>
          </a:prstGeom>
          <a:solidFill>
            <a:schemeClr val="accent6"/>
          </a:solidFill>
          <a:ln>
            <a:solidFill>
              <a:schemeClr val="tx1"/>
            </a:solidFill>
          </a:ln>
        </p:spPr>
        <p:txBody>
          <a:bodyPr wrap="square">
            <a:noAutofit/>
          </a:bodyPr>
          <a:lstStyle>
            <a:defPPr>
              <a:defRPr lang="fr-FR"/>
            </a:defPPr>
            <a:lvl1pPr algn="ctr">
              <a:defRPr sz="1200"/>
            </a:lvl1pPr>
          </a:lstStyle>
          <a:p>
            <a:endParaRPr lang="en-US" dirty="0"/>
          </a:p>
        </p:txBody>
      </p:sp>
    </p:spTree>
    <p:extLst>
      <p:ext uri="{BB962C8B-B14F-4D97-AF65-F5344CB8AC3E}">
        <p14:creationId xmlns:p14="http://schemas.microsoft.com/office/powerpoint/2010/main" val="108715033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A9A9840-127B-1BE3-B39A-28456D9D01F5}"/>
              </a:ext>
            </a:extLst>
          </p:cNvPr>
          <p:cNvSpPr>
            <a:spLocks noGrp="1"/>
          </p:cNvSpPr>
          <p:nvPr>
            <p:ph type="title"/>
          </p:nvPr>
        </p:nvSpPr>
        <p:spPr/>
        <p:txBody>
          <a:bodyPr>
            <a:noAutofit/>
          </a:bodyPr>
          <a:lstStyle/>
          <a:p>
            <a:r>
              <a:rPr lang="en-US" sz="3200" dirty="0"/>
              <a:t>Use Case 1 </a:t>
            </a:r>
            <a:br>
              <a:rPr lang="en-US" sz="3200" dirty="0"/>
            </a:br>
            <a:r>
              <a:rPr lang="en-US" sz="3200" dirty="0"/>
              <a:t>An enterprise transformation project about learning</a:t>
            </a:r>
          </a:p>
        </p:txBody>
      </p:sp>
      <p:pic>
        <p:nvPicPr>
          <p:cNvPr id="3" name="Graphique 45" descr="Balance de la justice avec un remplissage uni">
            <a:extLst>
              <a:ext uri="{FF2B5EF4-FFF2-40B4-BE49-F238E27FC236}">
                <a16:creationId xmlns:a16="http://schemas.microsoft.com/office/drawing/2014/main" id="{659F6413-BF20-1572-2450-1FE9563B5616}"/>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6972" t="7530" r="8041" b="7105"/>
          <a:stretch/>
        </p:blipFill>
        <p:spPr>
          <a:xfrm>
            <a:off x="7255123" y="1386286"/>
            <a:ext cx="3714904" cy="3731378"/>
          </a:xfrm>
          <a:prstGeom prst="rect">
            <a:avLst/>
          </a:prstGeom>
        </p:spPr>
      </p:pic>
      <p:sp>
        <p:nvSpPr>
          <p:cNvPr id="4" name="Rectangle 46">
            <a:extLst>
              <a:ext uri="{FF2B5EF4-FFF2-40B4-BE49-F238E27FC236}">
                <a16:creationId xmlns:a16="http://schemas.microsoft.com/office/drawing/2014/main" id="{E2CB23ED-4051-B325-EB53-FDB3B1BD4D68}"/>
              </a:ext>
            </a:extLst>
          </p:cNvPr>
          <p:cNvSpPr/>
          <p:nvPr/>
        </p:nvSpPr>
        <p:spPr>
          <a:xfrm>
            <a:off x="6918624" y="2940263"/>
            <a:ext cx="866233"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Rectangle 47">
            <a:extLst>
              <a:ext uri="{FF2B5EF4-FFF2-40B4-BE49-F238E27FC236}">
                <a16:creationId xmlns:a16="http://schemas.microsoft.com/office/drawing/2014/main" id="{BE8B0128-3107-BD27-E3E5-FB5812AFF0D9}"/>
              </a:ext>
            </a:extLst>
          </p:cNvPr>
          <p:cNvSpPr/>
          <p:nvPr/>
        </p:nvSpPr>
        <p:spPr>
          <a:xfrm>
            <a:off x="7888805" y="2956041"/>
            <a:ext cx="866233"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6" name="Rectangle 48">
            <a:extLst>
              <a:ext uri="{FF2B5EF4-FFF2-40B4-BE49-F238E27FC236}">
                <a16:creationId xmlns:a16="http://schemas.microsoft.com/office/drawing/2014/main" id="{04690D8A-9AC6-7FB5-79E9-69D840863F5F}"/>
              </a:ext>
            </a:extLst>
          </p:cNvPr>
          <p:cNvSpPr/>
          <p:nvPr/>
        </p:nvSpPr>
        <p:spPr>
          <a:xfrm>
            <a:off x="10577751" y="2966662"/>
            <a:ext cx="985536"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7" name="Rectangle 49">
            <a:extLst>
              <a:ext uri="{FF2B5EF4-FFF2-40B4-BE49-F238E27FC236}">
                <a16:creationId xmlns:a16="http://schemas.microsoft.com/office/drawing/2014/main" id="{E8E4E29D-F3EB-FAF3-AF69-D000DFA1F074}"/>
              </a:ext>
            </a:extLst>
          </p:cNvPr>
          <p:cNvSpPr/>
          <p:nvPr/>
        </p:nvSpPr>
        <p:spPr>
          <a:xfrm>
            <a:off x="7673485" y="2311175"/>
            <a:ext cx="866233"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8" name="Rectangle 50">
            <a:extLst>
              <a:ext uri="{FF2B5EF4-FFF2-40B4-BE49-F238E27FC236}">
                <a16:creationId xmlns:a16="http://schemas.microsoft.com/office/drawing/2014/main" id="{EDF9AA84-2EB7-6A39-0C20-4D6F631F5E6E}"/>
              </a:ext>
            </a:extLst>
          </p:cNvPr>
          <p:cNvSpPr/>
          <p:nvPr/>
        </p:nvSpPr>
        <p:spPr>
          <a:xfrm>
            <a:off x="9909182" y="2338118"/>
            <a:ext cx="985536"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9" name="Rectangle 51">
            <a:extLst>
              <a:ext uri="{FF2B5EF4-FFF2-40B4-BE49-F238E27FC236}">
                <a16:creationId xmlns:a16="http://schemas.microsoft.com/office/drawing/2014/main" id="{B0663352-BF71-9B90-C460-4FD1963BBB49}"/>
              </a:ext>
            </a:extLst>
          </p:cNvPr>
          <p:cNvSpPr/>
          <p:nvPr/>
        </p:nvSpPr>
        <p:spPr>
          <a:xfrm>
            <a:off x="9532115" y="2966662"/>
            <a:ext cx="985536"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0" name="Rectangle 52">
            <a:extLst>
              <a:ext uri="{FF2B5EF4-FFF2-40B4-BE49-F238E27FC236}">
                <a16:creationId xmlns:a16="http://schemas.microsoft.com/office/drawing/2014/main" id="{58ADD2EC-71C7-620E-C4C1-03289FCA9B47}"/>
              </a:ext>
            </a:extLst>
          </p:cNvPr>
          <p:cNvSpPr/>
          <p:nvPr/>
        </p:nvSpPr>
        <p:spPr>
          <a:xfrm>
            <a:off x="9152241" y="5259749"/>
            <a:ext cx="985536"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28" name="Rectangle 53">
            <a:extLst>
              <a:ext uri="{FF2B5EF4-FFF2-40B4-BE49-F238E27FC236}">
                <a16:creationId xmlns:a16="http://schemas.microsoft.com/office/drawing/2014/main" id="{D09DE783-6751-21B0-C272-C393A8DC7FDA}"/>
              </a:ext>
            </a:extLst>
          </p:cNvPr>
          <p:cNvSpPr/>
          <p:nvPr/>
        </p:nvSpPr>
        <p:spPr>
          <a:xfrm>
            <a:off x="8106601" y="5259749"/>
            <a:ext cx="985536"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29" name="Rectangle 54">
            <a:extLst>
              <a:ext uri="{FF2B5EF4-FFF2-40B4-BE49-F238E27FC236}">
                <a16:creationId xmlns:a16="http://schemas.microsoft.com/office/drawing/2014/main" id="{BEB3CF1B-FD7E-68D3-D0A0-00C47D37FF23}"/>
              </a:ext>
            </a:extLst>
          </p:cNvPr>
          <p:cNvSpPr/>
          <p:nvPr/>
        </p:nvSpPr>
        <p:spPr>
          <a:xfrm>
            <a:off x="8659473" y="5854608"/>
            <a:ext cx="985536"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30" name="ZoneTexte 55">
            <a:extLst>
              <a:ext uri="{FF2B5EF4-FFF2-40B4-BE49-F238E27FC236}">
                <a16:creationId xmlns:a16="http://schemas.microsoft.com/office/drawing/2014/main" id="{36B11756-B84E-E40A-4463-967AF099682E}"/>
              </a:ext>
            </a:extLst>
          </p:cNvPr>
          <p:cNvSpPr txBox="1"/>
          <p:nvPr/>
        </p:nvSpPr>
        <p:spPr>
          <a:xfrm>
            <a:off x="7052122" y="3628671"/>
            <a:ext cx="1673365" cy="646331"/>
          </a:xfrm>
          <a:prstGeom prst="rect">
            <a:avLst/>
          </a:prstGeom>
          <a:noFill/>
        </p:spPr>
        <p:txBody>
          <a:bodyPr wrap="square">
            <a:spAutoFit/>
          </a:bodyPr>
          <a:lstStyle/>
          <a:p>
            <a:pPr algn="ctr"/>
            <a:r>
              <a:rPr lang="en-US" sz="1200" b="1" dirty="0">
                <a:solidFill>
                  <a:schemeClr val="tx1"/>
                </a:solidFill>
              </a:rPr>
              <a:t>DIFFERENTIATION</a:t>
            </a:r>
          </a:p>
          <a:p>
            <a:pPr algn="ctr"/>
            <a:r>
              <a:rPr lang="en-US" sz="1200" dirty="0">
                <a:solidFill>
                  <a:schemeClr val="tx1"/>
                </a:solidFill>
              </a:rPr>
              <a:t>Project / Product experience</a:t>
            </a:r>
          </a:p>
        </p:txBody>
      </p:sp>
      <p:sp>
        <p:nvSpPr>
          <p:cNvPr id="31" name="ZoneTexte 56">
            <a:extLst>
              <a:ext uri="{FF2B5EF4-FFF2-40B4-BE49-F238E27FC236}">
                <a16:creationId xmlns:a16="http://schemas.microsoft.com/office/drawing/2014/main" id="{23815029-C16E-5FBF-2FD8-5D9FD8B0059C}"/>
              </a:ext>
            </a:extLst>
          </p:cNvPr>
          <p:cNvSpPr txBox="1"/>
          <p:nvPr/>
        </p:nvSpPr>
        <p:spPr>
          <a:xfrm>
            <a:off x="9645009" y="3640336"/>
            <a:ext cx="1589296" cy="646331"/>
          </a:xfrm>
          <a:prstGeom prst="rect">
            <a:avLst/>
          </a:prstGeom>
          <a:noFill/>
        </p:spPr>
        <p:txBody>
          <a:bodyPr wrap="square">
            <a:spAutoFit/>
          </a:bodyPr>
          <a:lstStyle/>
          <a:p>
            <a:pPr algn="ctr"/>
            <a:r>
              <a:rPr lang="en-US" sz="1200" b="1" dirty="0">
                <a:solidFill>
                  <a:schemeClr val="tx1"/>
                </a:solidFill>
              </a:rPr>
              <a:t>CURRENT STATUS</a:t>
            </a:r>
          </a:p>
          <a:p>
            <a:pPr algn="ctr"/>
            <a:r>
              <a:rPr lang="en-US" sz="1200" dirty="0">
                <a:solidFill>
                  <a:schemeClr val="tx1"/>
                </a:solidFill>
              </a:rPr>
              <a:t>Stakeholder current  experience</a:t>
            </a:r>
          </a:p>
        </p:txBody>
      </p:sp>
      <p:sp>
        <p:nvSpPr>
          <p:cNvPr id="32" name="ZoneTexte 57">
            <a:extLst>
              <a:ext uri="{FF2B5EF4-FFF2-40B4-BE49-F238E27FC236}">
                <a16:creationId xmlns:a16="http://schemas.microsoft.com/office/drawing/2014/main" id="{B8A6E060-0BE3-805A-BAE8-D9A9629F9BDB}"/>
              </a:ext>
            </a:extLst>
          </p:cNvPr>
          <p:cNvSpPr txBox="1"/>
          <p:nvPr/>
        </p:nvSpPr>
        <p:spPr>
          <a:xfrm>
            <a:off x="7460459" y="4475779"/>
            <a:ext cx="3383563" cy="830997"/>
          </a:xfrm>
          <a:prstGeom prst="rect">
            <a:avLst/>
          </a:prstGeom>
          <a:noFill/>
        </p:spPr>
        <p:txBody>
          <a:bodyPr wrap="square">
            <a:spAutoFit/>
          </a:bodyPr>
          <a:lstStyle/>
          <a:p>
            <a:pPr algn="ctr"/>
            <a:r>
              <a:rPr lang="en-US" sz="1200" b="1" dirty="0">
                <a:solidFill>
                  <a:schemeClr val="tx1"/>
                </a:solidFill>
              </a:rPr>
              <a:t>FAMILIARITY</a:t>
            </a:r>
          </a:p>
          <a:p>
            <a:pPr algn="ctr"/>
            <a:r>
              <a:rPr lang="en-US" sz="1200" dirty="0">
                <a:solidFill>
                  <a:schemeClr val="tx1"/>
                </a:solidFill>
              </a:rPr>
              <a:t>Common points between Project / Product Experience and Stakeholder current  experience</a:t>
            </a:r>
          </a:p>
          <a:p>
            <a:pPr algn="ctr"/>
            <a:endParaRPr lang="en-US" sz="1200" dirty="0">
              <a:solidFill>
                <a:schemeClr val="tx1"/>
              </a:solidFill>
            </a:endParaRPr>
          </a:p>
        </p:txBody>
      </p:sp>
      <p:sp>
        <p:nvSpPr>
          <p:cNvPr id="33" name="CasellaDiTesto 32">
            <a:extLst>
              <a:ext uri="{FF2B5EF4-FFF2-40B4-BE49-F238E27FC236}">
                <a16:creationId xmlns:a16="http://schemas.microsoft.com/office/drawing/2014/main" id="{B8AEFDB6-F058-332B-F67D-77F5C9CD4CA3}"/>
              </a:ext>
            </a:extLst>
          </p:cNvPr>
          <p:cNvSpPr txBox="1"/>
          <p:nvPr/>
        </p:nvSpPr>
        <p:spPr>
          <a:xfrm>
            <a:off x="3949244" y="2182199"/>
            <a:ext cx="1975268" cy="923330"/>
          </a:xfrm>
          <a:prstGeom prst="rect">
            <a:avLst/>
          </a:prstGeom>
          <a:noFill/>
        </p:spPr>
        <p:txBody>
          <a:bodyPr wrap="square">
            <a:spAutoFit/>
          </a:bodyPr>
          <a:lstStyle/>
          <a:p>
            <a:pPr marL="0" indent="0" algn="ctr">
              <a:buNone/>
            </a:pPr>
            <a:r>
              <a:rPr lang="en-US" sz="1800" b="1" dirty="0"/>
              <a:t>CURRENT STAKEHOLDER EXPERIENCE : </a:t>
            </a:r>
          </a:p>
        </p:txBody>
      </p:sp>
      <p:sp>
        <p:nvSpPr>
          <p:cNvPr id="34" name="CasellaDiTesto 33">
            <a:extLst>
              <a:ext uri="{FF2B5EF4-FFF2-40B4-BE49-F238E27FC236}">
                <a16:creationId xmlns:a16="http://schemas.microsoft.com/office/drawing/2014/main" id="{BDA8C875-065D-7B7B-177E-10377A4CB1A3}"/>
              </a:ext>
            </a:extLst>
          </p:cNvPr>
          <p:cNvSpPr txBox="1"/>
          <p:nvPr/>
        </p:nvSpPr>
        <p:spPr>
          <a:xfrm>
            <a:off x="247641" y="2483695"/>
            <a:ext cx="1759945" cy="646331"/>
          </a:xfrm>
          <a:prstGeom prst="rect">
            <a:avLst/>
          </a:prstGeom>
          <a:noFill/>
        </p:spPr>
        <p:txBody>
          <a:bodyPr wrap="square">
            <a:spAutoFit/>
          </a:bodyPr>
          <a:lstStyle/>
          <a:p>
            <a:pPr marL="0" indent="0" algn="ctr">
              <a:buNone/>
            </a:pPr>
            <a:r>
              <a:rPr lang="en-US" sz="1800" b="1" dirty="0"/>
              <a:t>NEW EXPERIENCE </a:t>
            </a:r>
            <a:r>
              <a:rPr lang="en-US" sz="1800" dirty="0"/>
              <a:t>:</a:t>
            </a:r>
          </a:p>
        </p:txBody>
      </p:sp>
      <p:sp>
        <p:nvSpPr>
          <p:cNvPr id="35" name="CasellaDiTesto 34">
            <a:extLst>
              <a:ext uri="{FF2B5EF4-FFF2-40B4-BE49-F238E27FC236}">
                <a16:creationId xmlns:a16="http://schemas.microsoft.com/office/drawing/2014/main" id="{E12D446B-6709-7F41-0F56-D4EB419F7215}"/>
              </a:ext>
            </a:extLst>
          </p:cNvPr>
          <p:cNvSpPr txBox="1"/>
          <p:nvPr/>
        </p:nvSpPr>
        <p:spPr>
          <a:xfrm>
            <a:off x="2233366" y="2490160"/>
            <a:ext cx="1709373" cy="646331"/>
          </a:xfrm>
          <a:prstGeom prst="rect">
            <a:avLst/>
          </a:prstGeom>
          <a:noFill/>
        </p:spPr>
        <p:txBody>
          <a:bodyPr wrap="square">
            <a:spAutoFit/>
          </a:bodyPr>
          <a:lstStyle/>
          <a:p>
            <a:pPr marL="0" indent="0" algn="ctr">
              <a:buNone/>
            </a:pPr>
            <a:r>
              <a:rPr lang="en-US" sz="1800" b="1" dirty="0"/>
              <a:t>CHOSEN STAKEHOLDER </a:t>
            </a:r>
            <a:r>
              <a:rPr lang="en-US" sz="1800" dirty="0"/>
              <a:t>:</a:t>
            </a:r>
          </a:p>
        </p:txBody>
      </p:sp>
    </p:spTree>
    <p:extLst>
      <p:ext uri="{BB962C8B-B14F-4D97-AF65-F5344CB8AC3E}">
        <p14:creationId xmlns:p14="http://schemas.microsoft.com/office/powerpoint/2010/main" val="334744223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A9A9840-127B-1BE3-B39A-28456D9D01F5}"/>
              </a:ext>
            </a:extLst>
          </p:cNvPr>
          <p:cNvSpPr>
            <a:spLocks noGrp="1"/>
          </p:cNvSpPr>
          <p:nvPr>
            <p:ph type="title"/>
          </p:nvPr>
        </p:nvSpPr>
        <p:spPr/>
        <p:txBody>
          <a:bodyPr>
            <a:noAutofit/>
          </a:bodyPr>
          <a:lstStyle/>
          <a:p>
            <a:r>
              <a:rPr lang="en-US" sz="3200" dirty="0"/>
              <a:t>Use Case 1 </a:t>
            </a:r>
            <a:br>
              <a:rPr lang="en-US" sz="3200" dirty="0"/>
            </a:br>
            <a:r>
              <a:rPr lang="en-US" sz="3200" dirty="0"/>
              <a:t>An enterprise transformation project about learning</a:t>
            </a:r>
          </a:p>
        </p:txBody>
      </p:sp>
      <p:pic>
        <p:nvPicPr>
          <p:cNvPr id="3" name="Graphique 45" descr="Balance de la justice avec un remplissage uni">
            <a:extLst>
              <a:ext uri="{FF2B5EF4-FFF2-40B4-BE49-F238E27FC236}">
                <a16:creationId xmlns:a16="http://schemas.microsoft.com/office/drawing/2014/main" id="{659F6413-BF20-1572-2450-1FE9563B5616}"/>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6972" t="7530" r="8041" b="7105"/>
          <a:stretch/>
        </p:blipFill>
        <p:spPr>
          <a:xfrm>
            <a:off x="7255123" y="1386286"/>
            <a:ext cx="3714904" cy="3731378"/>
          </a:xfrm>
          <a:prstGeom prst="rect">
            <a:avLst/>
          </a:prstGeom>
        </p:spPr>
      </p:pic>
      <p:sp>
        <p:nvSpPr>
          <p:cNvPr id="4" name="Rectangle 46">
            <a:extLst>
              <a:ext uri="{FF2B5EF4-FFF2-40B4-BE49-F238E27FC236}">
                <a16:creationId xmlns:a16="http://schemas.microsoft.com/office/drawing/2014/main" id="{E2CB23ED-4051-B325-EB53-FDB3B1BD4D68}"/>
              </a:ext>
            </a:extLst>
          </p:cNvPr>
          <p:cNvSpPr/>
          <p:nvPr/>
        </p:nvSpPr>
        <p:spPr>
          <a:xfrm>
            <a:off x="6918624" y="2940263"/>
            <a:ext cx="866233"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Rectangle 47">
            <a:extLst>
              <a:ext uri="{FF2B5EF4-FFF2-40B4-BE49-F238E27FC236}">
                <a16:creationId xmlns:a16="http://schemas.microsoft.com/office/drawing/2014/main" id="{BE8B0128-3107-BD27-E3E5-FB5812AFF0D9}"/>
              </a:ext>
            </a:extLst>
          </p:cNvPr>
          <p:cNvSpPr/>
          <p:nvPr/>
        </p:nvSpPr>
        <p:spPr>
          <a:xfrm>
            <a:off x="7888805" y="2956041"/>
            <a:ext cx="866233"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6" name="Rectangle 48">
            <a:extLst>
              <a:ext uri="{FF2B5EF4-FFF2-40B4-BE49-F238E27FC236}">
                <a16:creationId xmlns:a16="http://schemas.microsoft.com/office/drawing/2014/main" id="{04690D8A-9AC6-7FB5-79E9-69D840863F5F}"/>
              </a:ext>
            </a:extLst>
          </p:cNvPr>
          <p:cNvSpPr/>
          <p:nvPr/>
        </p:nvSpPr>
        <p:spPr>
          <a:xfrm>
            <a:off x="10577751" y="2966662"/>
            <a:ext cx="985536"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7" name="Rectangle 49">
            <a:extLst>
              <a:ext uri="{FF2B5EF4-FFF2-40B4-BE49-F238E27FC236}">
                <a16:creationId xmlns:a16="http://schemas.microsoft.com/office/drawing/2014/main" id="{E8E4E29D-F3EB-FAF3-AF69-D000DFA1F074}"/>
              </a:ext>
            </a:extLst>
          </p:cNvPr>
          <p:cNvSpPr/>
          <p:nvPr/>
        </p:nvSpPr>
        <p:spPr>
          <a:xfrm>
            <a:off x="7673485" y="2311175"/>
            <a:ext cx="866233" cy="550413"/>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8" name="Rectangle 50">
            <a:extLst>
              <a:ext uri="{FF2B5EF4-FFF2-40B4-BE49-F238E27FC236}">
                <a16:creationId xmlns:a16="http://schemas.microsoft.com/office/drawing/2014/main" id="{EDF9AA84-2EB7-6A39-0C20-4D6F631F5E6E}"/>
              </a:ext>
            </a:extLst>
          </p:cNvPr>
          <p:cNvSpPr/>
          <p:nvPr/>
        </p:nvSpPr>
        <p:spPr>
          <a:xfrm>
            <a:off x="9909182" y="2338118"/>
            <a:ext cx="985536"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9" name="Rectangle 51">
            <a:extLst>
              <a:ext uri="{FF2B5EF4-FFF2-40B4-BE49-F238E27FC236}">
                <a16:creationId xmlns:a16="http://schemas.microsoft.com/office/drawing/2014/main" id="{B0663352-BF71-9B90-C460-4FD1963BBB49}"/>
              </a:ext>
            </a:extLst>
          </p:cNvPr>
          <p:cNvSpPr/>
          <p:nvPr/>
        </p:nvSpPr>
        <p:spPr>
          <a:xfrm>
            <a:off x="9532115" y="2966662"/>
            <a:ext cx="985536" cy="550413"/>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10" name="Rectangle 52">
            <a:extLst>
              <a:ext uri="{FF2B5EF4-FFF2-40B4-BE49-F238E27FC236}">
                <a16:creationId xmlns:a16="http://schemas.microsoft.com/office/drawing/2014/main" id="{58ADD2EC-71C7-620E-C4C1-03289FCA9B47}"/>
              </a:ext>
            </a:extLst>
          </p:cNvPr>
          <p:cNvSpPr/>
          <p:nvPr/>
        </p:nvSpPr>
        <p:spPr>
          <a:xfrm>
            <a:off x="9152241" y="5259749"/>
            <a:ext cx="985536"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28" name="Rectangle 53">
            <a:extLst>
              <a:ext uri="{FF2B5EF4-FFF2-40B4-BE49-F238E27FC236}">
                <a16:creationId xmlns:a16="http://schemas.microsoft.com/office/drawing/2014/main" id="{D09DE783-6751-21B0-C272-C393A8DC7FDA}"/>
              </a:ext>
            </a:extLst>
          </p:cNvPr>
          <p:cNvSpPr/>
          <p:nvPr/>
        </p:nvSpPr>
        <p:spPr>
          <a:xfrm>
            <a:off x="8106601" y="5259749"/>
            <a:ext cx="985536"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29" name="Rectangle 54">
            <a:extLst>
              <a:ext uri="{FF2B5EF4-FFF2-40B4-BE49-F238E27FC236}">
                <a16:creationId xmlns:a16="http://schemas.microsoft.com/office/drawing/2014/main" id="{BEB3CF1B-FD7E-68D3-D0A0-00C47D37FF23}"/>
              </a:ext>
            </a:extLst>
          </p:cNvPr>
          <p:cNvSpPr/>
          <p:nvPr/>
        </p:nvSpPr>
        <p:spPr>
          <a:xfrm>
            <a:off x="8659473" y="5854608"/>
            <a:ext cx="985536" cy="550413"/>
          </a:xfrm>
          <a:prstGeom prst="rect">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bg1"/>
              </a:solidFill>
            </a:endParaRPr>
          </a:p>
        </p:txBody>
      </p:sp>
      <p:sp>
        <p:nvSpPr>
          <p:cNvPr id="30" name="ZoneTexte 55">
            <a:extLst>
              <a:ext uri="{FF2B5EF4-FFF2-40B4-BE49-F238E27FC236}">
                <a16:creationId xmlns:a16="http://schemas.microsoft.com/office/drawing/2014/main" id="{36B11756-B84E-E40A-4463-967AF099682E}"/>
              </a:ext>
            </a:extLst>
          </p:cNvPr>
          <p:cNvSpPr txBox="1"/>
          <p:nvPr/>
        </p:nvSpPr>
        <p:spPr>
          <a:xfrm>
            <a:off x="7052122" y="3628671"/>
            <a:ext cx="1673365" cy="646331"/>
          </a:xfrm>
          <a:prstGeom prst="rect">
            <a:avLst/>
          </a:prstGeom>
          <a:noFill/>
        </p:spPr>
        <p:txBody>
          <a:bodyPr wrap="square">
            <a:spAutoFit/>
          </a:bodyPr>
          <a:lstStyle/>
          <a:p>
            <a:pPr algn="ctr"/>
            <a:r>
              <a:rPr lang="en-US" sz="1200" b="1" dirty="0">
                <a:solidFill>
                  <a:schemeClr val="tx1"/>
                </a:solidFill>
              </a:rPr>
              <a:t>DIFFERENTIATION</a:t>
            </a:r>
          </a:p>
          <a:p>
            <a:pPr algn="ctr"/>
            <a:r>
              <a:rPr lang="en-US" sz="1200" dirty="0">
                <a:solidFill>
                  <a:schemeClr val="tx1"/>
                </a:solidFill>
              </a:rPr>
              <a:t>Project / Product experience</a:t>
            </a:r>
          </a:p>
        </p:txBody>
      </p:sp>
      <p:sp>
        <p:nvSpPr>
          <p:cNvPr id="31" name="ZoneTexte 56">
            <a:extLst>
              <a:ext uri="{FF2B5EF4-FFF2-40B4-BE49-F238E27FC236}">
                <a16:creationId xmlns:a16="http://schemas.microsoft.com/office/drawing/2014/main" id="{23815029-C16E-5FBF-2FD8-5D9FD8B0059C}"/>
              </a:ext>
            </a:extLst>
          </p:cNvPr>
          <p:cNvSpPr txBox="1"/>
          <p:nvPr/>
        </p:nvSpPr>
        <p:spPr>
          <a:xfrm>
            <a:off x="9645009" y="3640336"/>
            <a:ext cx="1589296" cy="646331"/>
          </a:xfrm>
          <a:prstGeom prst="rect">
            <a:avLst/>
          </a:prstGeom>
          <a:noFill/>
        </p:spPr>
        <p:txBody>
          <a:bodyPr wrap="square">
            <a:spAutoFit/>
          </a:bodyPr>
          <a:lstStyle/>
          <a:p>
            <a:pPr algn="ctr"/>
            <a:r>
              <a:rPr lang="en-US" sz="1200" b="1" dirty="0">
                <a:solidFill>
                  <a:schemeClr val="tx1"/>
                </a:solidFill>
              </a:rPr>
              <a:t>CURRENT STATUS</a:t>
            </a:r>
          </a:p>
          <a:p>
            <a:pPr algn="ctr"/>
            <a:r>
              <a:rPr lang="en-US" sz="1200" dirty="0">
                <a:solidFill>
                  <a:schemeClr val="tx1"/>
                </a:solidFill>
              </a:rPr>
              <a:t>Stakeholder current  experience</a:t>
            </a:r>
          </a:p>
        </p:txBody>
      </p:sp>
      <p:sp>
        <p:nvSpPr>
          <p:cNvPr id="32" name="ZoneTexte 57">
            <a:extLst>
              <a:ext uri="{FF2B5EF4-FFF2-40B4-BE49-F238E27FC236}">
                <a16:creationId xmlns:a16="http://schemas.microsoft.com/office/drawing/2014/main" id="{B8A6E060-0BE3-805A-BAE8-D9A9629F9BDB}"/>
              </a:ext>
            </a:extLst>
          </p:cNvPr>
          <p:cNvSpPr txBox="1"/>
          <p:nvPr/>
        </p:nvSpPr>
        <p:spPr>
          <a:xfrm>
            <a:off x="7460459" y="4475779"/>
            <a:ext cx="3383563" cy="830997"/>
          </a:xfrm>
          <a:prstGeom prst="rect">
            <a:avLst/>
          </a:prstGeom>
          <a:noFill/>
        </p:spPr>
        <p:txBody>
          <a:bodyPr wrap="square">
            <a:spAutoFit/>
          </a:bodyPr>
          <a:lstStyle/>
          <a:p>
            <a:pPr algn="ctr"/>
            <a:r>
              <a:rPr lang="en-US" sz="1200" b="1" dirty="0">
                <a:solidFill>
                  <a:schemeClr val="tx1"/>
                </a:solidFill>
              </a:rPr>
              <a:t>FAMILIARITY</a:t>
            </a:r>
          </a:p>
          <a:p>
            <a:pPr algn="ctr"/>
            <a:r>
              <a:rPr lang="en-US" sz="1200" dirty="0">
                <a:solidFill>
                  <a:schemeClr val="tx1"/>
                </a:solidFill>
              </a:rPr>
              <a:t>Common points between Project / Product Experience and Stakeholder current  experience</a:t>
            </a:r>
          </a:p>
          <a:p>
            <a:pPr algn="ctr"/>
            <a:endParaRPr lang="en-US" sz="1200" dirty="0">
              <a:solidFill>
                <a:schemeClr val="tx1"/>
              </a:solidFill>
            </a:endParaRPr>
          </a:p>
        </p:txBody>
      </p:sp>
      <p:sp>
        <p:nvSpPr>
          <p:cNvPr id="33" name="CasellaDiTesto 32">
            <a:extLst>
              <a:ext uri="{FF2B5EF4-FFF2-40B4-BE49-F238E27FC236}">
                <a16:creationId xmlns:a16="http://schemas.microsoft.com/office/drawing/2014/main" id="{B8AEFDB6-F058-332B-F67D-77F5C9CD4CA3}"/>
              </a:ext>
            </a:extLst>
          </p:cNvPr>
          <p:cNvSpPr txBox="1"/>
          <p:nvPr/>
        </p:nvSpPr>
        <p:spPr>
          <a:xfrm>
            <a:off x="4009613" y="2173055"/>
            <a:ext cx="1975268" cy="923330"/>
          </a:xfrm>
          <a:prstGeom prst="rect">
            <a:avLst/>
          </a:prstGeom>
          <a:noFill/>
        </p:spPr>
        <p:txBody>
          <a:bodyPr wrap="square">
            <a:spAutoFit/>
          </a:bodyPr>
          <a:lstStyle/>
          <a:p>
            <a:pPr marL="0" indent="0" algn="ctr">
              <a:buNone/>
            </a:pPr>
            <a:r>
              <a:rPr lang="en-US" sz="1800" b="1" dirty="0"/>
              <a:t>CURRENT STAKEHOLDER EXPERIENCE : </a:t>
            </a:r>
          </a:p>
        </p:txBody>
      </p:sp>
      <p:sp>
        <p:nvSpPr>
          <p:cNvPr id="34" name="CasellaDiTesto 33">
            <a:extLst>
              <a:ext uri="{FF2B5EF4-FFF2-40B4-BE49-F238E27FC236}">
                <a16:creationId xmlns:a16="http://schemas.microsoft.com/office/drawing/2014/main" id="{BDA8C875-065D-7B7B-177E-10377A4CB1A3}"/>
              </a:ext>
            </a:extLst>
          </p:cNvPr>
          <p:cNvSpPr txBox="1"/>
          <p:nvPr/>
        </p:nvSpPr>
        <p:spPr>
          <a:xfrm>
            <a:off x="247641" y="2483695"/>
            <a:ext cx="1759945" cy="646331"/>
          </a:xfrm>
          <a:prstGeom prst="rect">
            <a:avLst/>
          </a:prstGeom>
          <a:noFill/>
        </p:spPr>
        <p:txBody>
          <a:bodyPr wrap="square">
            <a:spAutoFit/>
          </a:bodyPr>
          <a:lstStyle/>
          <a:p>
            <a:pPr marL="0" indent="0" algn="ctr">
              <a:buNone/>
            </a:pPr>
            <a:r>
              <a:rPr lang="en-US" sz="1800" b="1" dirty="0"/>
              <a:t>NEW EXPERIENCE </a:t>
            </a:r>
            <a:r>
              <a:rPr lang="en-US" sz="1800" dirty="0"/>
              <a:t>:</a:t>
            </a:r>
          </a:p>
        </p:txBody>
      </p:sp>
      <p:sp>
        <p:nvSpPr>
          <p:cNvPr id="35" name="CasellaDiTesto 34">
            <a:extLst>
              <a:ext uri="{FF2B5EF4-FFF2-40B4-BE49-F238E27FC236}">
                <a16:creationId xmlns:a16="http://schemas.microsoft.com/office/drawing/2014/main" id="{E12D446B-6709-7F41-0F56-D4EB419F7215}"/>
              </a:ext>
            </a:extLst>
          </p:cNvPr>
          <p:cNvSpPr txBox="1"/>
          <p:nvPr/>
        </p:nvSpPr>
        <p:spPr>
          <a:xfrm>
            <a:off x="2233366" y="2490160"/>
            <a:ext cx="1709373" cy="646331"/>
          </a:xfrm>
          <a:prstGeom prst="rect">
            <a:avLst/>
          </a:prstGeom>
          <a:noFill/>
        </p:spPr>
        <p:txBody>
          <a:bodyPr wrap="square">
            <a:spAutoFit/>
          </a:bodyPr>
          <a:lstStyle/>
          <a:p>
            <a:pPr marL="0" indent="0" algn="ctr">
              <a:buNone/>
            </a:pPr>
            <a:r>
              <a:rPr lang="en-US" sz="1800" b="1" dirty="0"/>
              <a:t>CHOSEN STAKEHOLDER </a:t>
            </a:r>
            <a:r>
              <a:rPr lang="en-US" sz="1800" dirty="0"/>
              <a:t>:</a:t>
            </a:r>
          </a:p>
        </p:txBody>
      </p:sp>
    </p:spTree>
    <p:extLst>
      <p:ext uri="{BB962C8B-B14F-4D97-AF65-F5344CB8AC3E}">
        <p14:creationId xmlns:p14="http://schemas.microsoft.com/office/powerpoint/2010/main" val="2285335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Graphique 35" descr="Arbre avec racines avec un remplissage uni">
            <a:extLst>
              <a:ext uri="{FF2B5EF4-FFF2-40B4-BE49-F238E27FC236}">
                <a16:creationId xmlns:a16="http://schemas.microsoft.com/office/drawing/2014/main" id="{CE0FC025-C9B2-025F-BB28-6E163FB2399E}"/>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b="4039"/>
          <a:stretch/>
        </p:blipFill>
        <p:spPr>
          <a:xfrm>
            <a:off x="7060892" y="2416731"/>
            <a:ext cx="4584208" cy="4399043"/>
          </a:xfrm>
          <a:prstGeom prst="rect">
            <a:avLst/>
          </a:prstGeom>
        </p:spPr>
      </p:pic>
      <p:sp>
        <p:nvSpPr>
          <p:cNvPr id="2" name="Titre 1">
            <a:extLst>
              <a:ext uri="{FF2B5EF4-FFF2-40B4-BE49-F238E27FC236}">
                <a16:creationId xmlns:a16="http://schemas.microsoft.com/office/drawing/2014/main" id="{E0A9F8A1-9178-4444-8BA7-D32DCBFAEF9E}"/>
              </a:ext>
            </a:extLst>
          </p:cNvPr>
          <p:cNvSpPr>
            <a:spLocks noGrp="1"/>
          </p:cNvSpPr>
          <p:nvPr>
            <p:ph type="title"/>
          </p:nvPr>
        </p:nvSpPr>
        <p:spPr/>
        <p:txBody>
          <a:bodyPr/>
          <a:lstStyle/>
          <a:p>
            <a:r>
              <a:rPr lang="en-US"/>
              <a:t>  </a:t>
            </a:r>
          </a:p>
        </p:txBody>
      </p:sp>
      <p:sp>
        <p:nvSpPr>
          <p:cNvPr id="7" name="Rectangle 6">
            <a:extLst>
              <a:ext uri="{FF2B5EF4-FFF2-40B4-BE49-F238E27FC236}">
                <a16:creationId xmlns:a16="http://schemas.microsoft.com/office/drawing/2014/main" id="{8BBD3EE4-A57A-4AAE-954B-B34DFD9EA2E3}"/>
              </a:ext>
            </a:extLst>
          </p:cNvPr>
          <p:cNvSpPr/>
          <p:nvPr/>
        </p:nvSpPr>
        <p:spPr>
          <a:xfrm>
            <a:off x="8686430" y="6041131"/>
            <a:ext cx="1167042"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8" name="Rectangle 7">
            <a:extLst>
              <a:ext uri="{FF2B5EF4-FFF2-40B4-BE49-F238E27FC236}">
                <a16:creationId xmlns:a16="http://schemas.microsoft.com/office/drawing/2014/main" id="{C4AD232C-B7A0-4EE8-A68D-AE49854B1C5F}"/>
              </a:ext>
            </a:extLst>
          </p:cNvPr>
          <p:cNvSpPr/>
          <p:nvPr/>
        </p:nvSpPr>
        <p:spPr>
          <a:xfrm>
            <a:off x="7576723" y="5322672"/>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9" name="Rectangle 8">
            <a:extLst>
              <a:ext uri="{FF2B5EF4-FFF2-40B4-BE49-F238E27FC236}">
                <a16:creationId xmlns:a16="http://schemas.microsoft.com/office/drawing/2014/main" id="{78E9E3B0-B347-49E8-87F1-4CB5C2EFB561}"/>
              </a:ext>
            </a:extLst>
          </p:cNvPr>
          <p:cNvSpPr/>
          <p:nvPr/>
        </p:nvSpPr>
        <p:spPr>
          <a:xfrm>
            <a:off x="8840957" y="4255411"/>
            <a:ext cx="1167042"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10" name="Rectangle 9">
            <a:extLst>
              <a:ext uri="{FF2B5EF4-FFF2-40B4-BE49-F238E27FC236}">
                <a16:creationId xmlns:a16="http://schemas.microsoft.com/office/drawing/2014/main" id="{78B8CD5E-B9CB-494F-B964-6B0FEE9E7AC6}"/>
              </a:ext>
            </a:extLst>
          </p:cNvPr>
          <p:cNvSpPr/>
          <p:nvPr/>
        </p:nvSpPr>
        <p:spPr>
          <a:xfrm>
            <a:off x="9103684" y="3585812"/>
            <a:ext cx="1167042"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12" name="Rectangle 11">
            <a:extLst>
              <a:ext uri="{FF2B5EF4-FFF2-40B4-BE49-F238E27FC236}">
                <a16:creationId xmlns:a16="http://schemas.microsoft.com/office/drawing/2014/main" id="{E2453913-7934-46BD-8B4B-808BE69D022B}"/>
              </a:ext>
            </a:extLst>
          </p:cNvPr>
          <p:cNvSpPr/>
          <p:nvPr/>
        </p:nvSpPr>
        <p:spPr>
          <a:xfrm>
            <a:off x="8995485" y="4898509"/>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13" name="Rectangle 12">
            <a:extLst>
              <a:ext uri="{FF2B5EF4-FFF2-40B4-BE49-F238E27FC236}">
                <a16:creationId xmlns:a16="http://schemas.microsoft.com/office/drawing/2014/main" id="{DF863E33-35DE-48A1-8061-866DF2A58EE4}"/>
              </a:ext>
            </a:extLst>
          </p:cNvPr>
          <p:cNvSpPr/>
          <p:nvPr/>
        </p:nvSpPr>
        <p:spPr>
          <a:xfrm>
            <a:off x="10354694" y="5434152"/>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14" name="Rectangle 13">
            <a:extLst>
              <a:ext uri="{FF2B5EF4-FFF2-40B4-BE49-F238E27FC236}">
                <a16:creationId xmlns:a16="http://schemas.microsoft.com/office/drawing/2014/main" id="{0DC7688F-4500-40DC-973F-FB8D489404DB}"/>
              </a:ext>
            </a:extLst>
          </p:cNvPr>
          <p:cNvSpPr/>
          <p:nvPr/>
        </p:nvSpPr>
        <p:spPr>
          <a:xfrm>
            <a:off x="10077075" y="2884122"/>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15" name="Rectangle 14">
            <a:extLst>
              <a:ext uri="{FF2B5EF4-FFF2-40B4-BE49-F238E27FC236}">
                <a16:creationId xmlns:a16="http://schemas.microsoft.com/office/drawing/2014/main" id="{C830FD39-8721-4708-A014-2FD97F26EDFD}"/>
              </a:ext>
            </a:extLst>
          </p:cNvPr>
          <p:cNvSpPr/>
          <p:nvPr/>
        </p:nvSpPr>
        <p:spPr>
          <a:xfrm>
            <a:off x="10186758" y="2235049"/>
            <a:ext cx="1334978"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20" name="Rectangle 19">
            <a:extLst>
              <a:ext uri="{FF2B5EF4-FFF2-40B4-BE49-F238E27FC236}">
                <a16:creationId xmlns:a16="http://schemas.microsoft.com/office/drawing/2014/main" id="{26408BAC-151A-4937-8139-07370AEB2B17}"/>
              </a:ext>
            </a:extLst>
          </p:cNvPr>
          <p:cNvSpPr/>
          <p:nvPr/>
        </p:nvSpPr>
        <p:spPr>
          <a:xfrm>
            <a:off x="8532365" y="2913432"/>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21" name="Rectangle 20">
            <a:extLst>
              <a:ext uri="{FF2B5EF4-FFF2-40B4-BE49-F238E27FC236}">
                <a16:creationId xmlns:a16="http://schemas.microsoft.com/office/drawing/2014/main" id="{7E9AE98B-7633-42CE-A257-E818C048CA39}"/>
              </a:ext>
            </a:extLst>
          </p:cNvPr>
          <p:cNvSpPr/>
          <p:nvPr/>
        </p:nvSpPr>
        <p:spPr>
          <a:xfrm>
            <a:off x="7549346" y="2349685"/>
            <a:ext cx="1167042"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22" name="Rectangle 21">
            <a:extLst>
              <a:ext uri="{FF2B5EF4-FFF2-40B4-BE49-F238E27FC236}">
                <a16:creationId xmlns:a16="http://schemas.microsoft.com/office/drawing/2014/main" id="{36A1ECE8-8195-4A03-AD66-226F04A71916}"/>
              </a:ext>
            </a:extLst>
          </p:cNvPr>
          <p:cNvSpPr/>
          <p:nvPr/>
        </p:nvSpPr>
        <p:spPr>
          <a:xfrm>
            <a:off x="6236012" y="1730083"/>
            <a:ext cx="2138728"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23" name="Rectangle 22">
            <a:extLst>
              <a:ext uri="{FF2B5EF4-FFF2-40B4-BE49-F238E27FC236}">
                <a16:creationId xmlns:a16="http://schemas.microsoft.com/office/drawing/2014/main" id="{FF7A1404-6DD8-43DE-B941-FEE5C6190112}"/>
              </a:ext>
            </a:extLst>
          </p:cNvPr>
          <p:cNvSpPr/>
          <p:nvPr/>
        </p:nvSpPr>
        <p:spPr>
          <a:xfrm>
            <a:off x="6933924" y="1069349"/>
            <a:ext cx="1167042" cy="46557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sp>
        <p:nvSpPr>
          <p:cNvPr id="25" name="Rectangle 24">
            <a:extLst>
              <a:ext uri="{FF2B5EF4-FFF2-40B4-BE49-F238E27FC236}">
                <a16:creationId xmlns:a16="http://schemas.microsoft.com/office/drawing/2014/main" id="{7B686E76-2AF2-4BD3-A649-D17B01A6FA4A}"/>
              </a:ext>
            </a:extLst>
          </p:cNvPr>
          <p:cNvSpPr/>
          <p:nvPr/>
        </p:nvSpPr>
        <p:spPr>
          <a:xfrm>
            <a:off x="10938215" y="4319509"/>
            <a:ext cx="1167042" cy="811785"/>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cxnSp>
        <p:nvCxnSpPr>
          <p:cNvPr id="27" name="Connecteur droit avec flèche 26">
            <a:extLst>
              <a:ext uri="{FF2B5EF4-FFF2-40B4-BE49-F238E27FC236}">
                <a16:creationId xmlns:a16="http://schemas.microsoft.com/office/drawing/2014/main" id="{33D85ABA-102A-450E-8B61-BCB4F34CB347}"/>
              </a:ext>
            </a:extLst>
          </p:cNvPr>
          <p:cNvCxnSpPr>
            <a:cxnSpLocks/>
            <a:endCxn id="9" idx="2"/>
          </p:cNvCxnSpPr>
          <p:nvPr/>
        </p:nvCxnSpPr>
        <p:spPr>
          <a:xfrm flipH="1" flipV="1">
            <a:off x="9424478" y="4720981"/>
            <a:ext cx="85452" cy="20054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A7E3A03A-A26D-4BD8-9E96-37A495EB6B7F}"/>
              </a:ext>
            </a:extLst>
          </p:cNvPr>
          <p:cNvCxnSpPr>
            <a:cxnSpLocks/>
            <a:stCxn id="7" idx="0"/>
          </p:cNvCxnSpPr>
          <p:nvPr/>
        </p:nvCxnSpPr>
        <p:spPr>
          <a:xfrm flipH="1" flipV="1">
            <a:off x="8224420" y="5814414"/>
            <a:ext cx="1045531" cy="2267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C8F6108F-CEC8-4441-8475-51EC07DD415D}"/>
              </a:ext>
            </a:extLst>
          </p:cNvPr>
          <p:cNvCxnSpPr>
            <a:cxnSpLocks/>
            <a:stCxn id="7" idx="0"/>
            <a:endCxn id="12" idx="2"/>
          </p:cNvCxnSpPr>
          <p:nvPr/>
        </p:nvCxnSpPr>
        <p:spPr>
          <a:xfrm flipV="1">
            <a:off x="9269951" y="5364079"/>
            <a:ext cx="309055" cy="67705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E1C177F0-B382-49B0-8C49-EF1D99BD7F41}"/>
              </a:ext>
            </a:extLst>
          </p:cNvPr>
          <p:cNvCxnSpPr>
            <a:cxnSpLocks/>
            <a:stCxn id="7" idx="0"/>
            <a:endCxn id="13" idx="1"/>
          </p:cNvCxnSpPr>
          <p:nvPr/>
        </p:nvCxnSpPr>
        <p:spPr>
          <a:xfrm flipV="1">
            <a:off x="9269951" y="5666937"/>
            <a:ext cx="1084743" cy="37419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8" name="Connecteur droit avec flèche 37">
            <a:extLst>
              <a:ext uri="{FF2B5EF4-FFF2-40B4-BE49-F238E27FC236}">
                <a16:creationId xmlns:a16="http://schemas.microsoft.com/office/drawing/2014/main" id="{C71743C9-1C13-4545-B64B-E2B7FFB1DBC8}"/>
              </a:ext>
            </a:extLst>
          </p:cNvPr>
          <p:cNvCxnSpPr>
            <a:cxnSpLocks/>
            <a:stCxn id="13" idx="0"/>
            <a:endCxn id="25" idx="2"/>
          </p:cNvCxnSpPr>
          <p:nvPr/>
        </p:nvCxnSpPr>
        <p:spPr>
          <a:xfrm flipV="1">
            <a:off x="10938215" y="5131294"/>
            <a:ext cx="583521" cy="30285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0642B801-FA5B-41CA-8028-CCD50B5FCF61}"/>
              </a:ext>
            </a:extLst>
          </p:cNvPr>
          <p:cNvCxnSpPr>
            <a:cxnSpLocks/>
            <a:stCxn id="9" idx="0"/>
            <a:endCxn id="10" idx="2"/>
          </p:cNvCxnSpPr>
          <p:nvPr/>
        </p:nvCxnSpPr>
        <p:spPr>
          <a:xfrm flipV="1">
            <a:off x="9424478" y="4051382"/>
            <a:ext cx="262727" cy="2040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4" name="Connecteur droit avec flèche 43">
            <a:extLst>
              <a:ext uri="{FF2B5EF4-FFF2-40B4-BE49-F238E27FC236}">
                <a16:creationId xmlns:a16="http://schemas.microsoft.com/office/drawing/2014/main" id="{BA50A2F4-EAF1-47CD-88EB-4B215BD488F5}"/>
              </a:ext>
            </a:extLst>
          </p:cNvPr>
          <p:cNvCxnSpPr>
            <a:cxnSpLocks/>
            <a:stCxn id="10" idx="0"/>
            <a:endCxn id="14" idx="2"/>
          </p:cNvCxnSpPr>
          <p:nvPr/>
        </p:nvCxnSpPr>
        <p:spPr>
          <a:xfrm flipV="1">
            <a:off x="9687205" y="3349692"/>
            <a:ext cx="973391" cy="2361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8" name="Connecteur droit avec flèche 47">
            <a:extLst>
              <a:ext uri="{FF2B5EF4-FFF2-40B4-BE49-F238E27FC236}">
                <a16:creationId xmlns:a16="http://schemas.microsoft.com/office/drawing/2014/main" id="{038C3B39-285C-4E36-8BBD-2A2E60F7C292}"/>
              </a:ext>
            </a:extLst>
          </p:cNvPr>
          <p:cNvCxnSpPr>
            <a:cxnSpLocks/>
            <a:stCxn id="14" idx="0"/>
            <a:endCxn id="15" idx="2"/>
          </p:cNvCxnSpPr>
          <p:nvPr/>
        </p:nvCxnSpPr>
        <p:spPr>
          <a:xfrm flipV="1">
            <a:off x="10660596" y="2700619"/>
            <a:ext cx="193651" cy="18350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6F65F524-39BF-4DFC-8D78-CDE06B322583}"/>
              </a:ext>
            </a:extLst>
          </p:cNvPr>
          <p:cNvCxnSpPr>
            <a:cxnSpLocks/>
            <a:stCxn id="15" idx="0"/>
            <a:endCxn id="82" idx="2"/>
          </p:cNvCxnSpPr>
          <p:nvPr/>
        </p:nvCxnSpPr>
        <p:spPr>
          <a:xfrm flipV="1">
            <a:off x="10854247" y="2020186"/>
            <a:ext cx="201272" cy="21486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4" name="Titre 1">
            <a:extLst>
              <a:ext uri="{FF2B5EF4-FFF2-40B4-BE49-F238E27FC236}">
                <a16:creationId xmlns:a16="http://schemas.microsoft.com/office/drawing/2014/main" id="{3A5C2EB8-77CE-47CC-A392-E0B0C6D07634}"/>
              </a:ext>
            </a:extLst>
          </p:cNvPr>
          <p:cNvSpPr txBox="1">
            <a:spLocks/>
          </p:cNvSpPr>
          <p:nvPr/>
        </p:nvSpPr>
        <p:spPr>
          <a:xfrm>
            <a:off x="838200" y="365125"/>
            <a:ext cx="10515600" cy="58355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a:t>Why NOT trying?</a:t>
            </a:r>
            <a:br>
              <a:rPr lang="en-US" sz="3200"/>
            </a:br>
            <a:r>
              <a:rPr lang="en-US" sz="3200"/>
              <a:t>Tree of Serendipity (visual workshop version example)</a:t>
            </a:r>
          </a:p>
        </p:txBody>
      </p:sp>
      <p:cxnSp>
        <p:nvCxnSpPr>
          <p:cNvPr id="55" name="Connecteur droit avec flèche 54">
            <a:extLst>
              <a:ext uri="{FF2B5EF4-FFF2-40B4-BE49-F238E27FC236}">
                <a16:creationId xmlns:a16="http://schemas.microsoft.com/office/drawing/2014/main" id="{18DCCA77-3293-46CF-AB97-A0D2EF2AA15A}"/>
              </a:ext>
            </a:extLst>
          </p:cNvPr>
          <p:cNvCxnSpPr>
            <a:cxnSpLocks/>
            <a:stCxn id="10" idx="0"/>
            <a:endCxn id="20" idx="2"/>
          </p:cNvCxnSpPr>
          <p:nvPr/>
        </p:nvCxnSpPr>
        <p:spPr>
          <a:xfrm flipH="1" flipV="1">
            <a:off x="9115886" y="3379002"/>
            <a:ext cx="571319" cy="20681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E145D4DD-F79E-41A1-BE66-EA7886340BD6}"/>
              </a:ext>
            </a:extLst>
          </p:cNvPr>
          <p:cNvCxnSpPr>
            <a:cxnSpLocks/>
            <a:stCxn id="20" idx="0"/>
            <a:endCxn id="21" idx="2"/>
          </p:cNvCxnSpPr>
          <p:nvPr/>
        </p:nvCxnSpPr>
        <p:spPr>
          <a:xfrm flipH="1" flipV="1">
            <a:off x="8132867" y="2815255"/>
            <a:ext cx="983019" cy="9817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1" name="Connecteur droit avec flèche 60">
            <a:extLst>
              <a:ext uri="{FF2B5EF4-FFF2-40B4-BE49-F238E27FC236}">
                <a16:creationId xmlns:a16="http://schemas.microsoft.com/office/drawing/2014/main" id="{7B99EFB2-9C75-45E4-8F38-6320C6BD11F4}"/>
              </a:ext>
            </a:extLst>
          </p:cNvPr>
          <p:cNvCxnSpPr>
            <a:cxnSpLocks/>
            <a:stCxn id="21" idx="0"/>
            <a:endCxn id="22" idx="2"/>
          </p:cNvCxnSpPr>
          <p:nvPr/>
        </p:nvCxnSpPr>
        <p:spPr>
          <a:xfrm flipH="1" flipV="1">
            <a:off x="7305376" y="2195653"/>
            <a:ext cx="827491" cy="15403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4" name="Connecteur droit avec flèche 63">
            <a:extLst>
              <a:ext uri="{FF2B5EF4-FFF2-40B4-BE49-F238E27FC236}">
                <a16:creationId xmlns:a16="http://schemas.microsoft.com/office/drawing/2014/main" id="{2A590FD0-0FF6-4CC3-933A-6E95783E2224}"/>
              </a:ext>
            </a:extLst>
          </p:cNvPr>
          <p:cNvCxnSpPr>
            <a:cxnSpLocks/>
            <a:stCxn id="22" idx="0"/>
            <a:endCxn id="23" idx="2"/>
          </p:cNvCxnSpPr>
          <p:nvPr/>
        </p:nvCxnSpPr>
        <p:spPr>
          <a:xfrm flipV="1">
            <a:off x="7305376" y="1534919"/>
            <a:ext cx="212069" cy="19516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9D43EC3D-3287-4D7D-8D69-BDA79A92F59A}"/>
              </a:ext>
            </a:extLst>
          </p:cNvPr>
          <p:cNvSpPr/>
          <p:nvPr/>
        </p:nvSpPr>
        <p:spPr>
          <a:xfrm>
            <a:off x="8840957" y="2076345"/>
            <a:ext cx="1167042"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cxnSp>
        <p:nvCxnSpPr>
          <p:cNvPr id="69" name="Connecteur droit avec flèche 68">
            <a:extLst>
              <a:ext uri="{FF2B5EF4-FFF2-40B4-BE49-F238E27FC236}">
                <a16:creationId xmlns:a16="http://schemas.microsoft.com/office/drawing/2014/main" id="{424AA819-A39B-4455-8714-B1E0BD96D471}"/>
              </a:ext>
            </a:extLst>
          </p:cNvPr>
          <p:cNvCxnSpPr>
            <a:cxnSpLocks/>
            <a:stCxn id="20" idx="0"/>
            <a:endCxn id="68" idx="2"/>
          </p:cNvCxnSpPr>
          <p:nvPr/>
        </p:nvCxnSpPr>
        <p:spPr>
          <a:xfrm flipV="1">
            <a:off x="9115886" y="2541915"/>
            <a:ext cx="308592" cy="3715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0FDD4B90-B669-42E2-90CF-2EEBF116A170}"/>
              </a:ext>
            </a:extLst>
          </p:cNvPr>
          <p:cNvSpPr/>
          <p:nvPr/>
        </p:nvSpPr>
        <p:spPr>
          <a:xfrm>
            <a:off x="7517445" y="3584421"/>
            <a:ext cx="1167042"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solidFill>
                <a:schemeClr val="tx1"/>
              </a:solidFill>
            </a:endParaRPr>
          </a:p>
        </p:txBody>
      </p:sp>
      <p:cxnSp>
        <p:nvCxnSpPr>
          <p:cNvPr id="76" name="Connecteur droit avec flèche 75">
            <a:extLst>
              <a:ext uri="{FF2B5EF4-FFF2-40B4-BE49-F238E27FC236}">
                <a16:creationId xmlns:a16="http://schemas.microsoft.com/office/drawing/2014/main" id="{24338649-8076-4BFC-AA63-FA414A60B5DA}"/>
              </a:ext>
            </a:extLst>
          </p:cNvPr>
          <p:cNvCxnSpPr>
            <a:cxnSpLocks/>
            <a:stCxn id="9" idx="0"/>
            <a:endCxn id="74" idx="2"/>
          </p:cNvCxnSpPr>
          <p:nvPr/>
        </p:nvCxnSpPr>
        <p:spPr>
          <a:xfrm flipH="1" flipV="1">
            <a:off x="8100966" y="4049991"/>
            <a:ext cx="1323512" cy="20542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8D3286E4-41F7-460E-97AA-0FCE0C32F972}"/>
              </a:ext>
            </a:extLst>
          </p:cNvPr>
          <p:cNvSpPr/>
          <p:nvPr/>
        </p:nvSpPr>
        <p:spPr>
          <a:xfrm>
            <a:off x="10402180" y="1554616"/>
            <a:ext cx="1306678"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6" name="Rectangle 38">
            <a:extLst>
              <a:ext uri="{FF2B5EF4-FFF2-40B4-BE49-F238E27FC236}">
                <a16:creationId xmlns:a16="http://schemas.microsoft.com/office/drawing/2014/main" id="{5B2DEFE8-6EC9-3666-0078-CB9A4552989C}"/>
              </a:ext>
            </a:extLst>
          </p:cNvPr>
          <p:cNvSpPr/>
          <p:nvPr/>
        </p:nvSpPr>
        <p:spPr>
          <a:xfrm>
            <a:off x="4591619" y="5515153"/>
            <a:ext cx="1167042" cy="46557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Concretization</a:t>
            </a:r>
          </a:p>
        </p:txBody>
      </p:sp>
      <p:sp>
        <p:nvSpPr>
          <p:cNvPr id="11" name="Rectangle 39">
            <a:extLst>
              <a:ext uri="{FF2B5EF4-FFF2-40B4-BE49-F238E27FC236}">
                <a16:creationId xmlns:a16="http://schemas.microsoft.com/office/drawing/2014/main" id="{C251BD9A-6908-BA96-2B6B-AA42DE11484D}"/>
              </a:ext>
            </a:extLst>
          </p:cNvPr>
          <p:cNvSpPr/>
          <p:nvPr/>
        </p:nvSpPr>
        <p:spPr>
          <a:xfrm>
            <a:off x="4591619" y="4921527"/>
            <a:ext cx="1167042" cy="465570"/>
          </a:xfrm>
          <a:prstGeom prst="rect">
            <a:avLst/>
          </a:prstGeom>
          <a:solidFill>
            <a:srgbClr val="FF6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Positive Consequence</a:t>
            </a:r>
          </a:p>
        </p:txBody>
      </p:sp>
      <p:sp>
        <p:nvSpPr>
          <p:cNvPr id="16" name="Rectangle 44">
            <a:extLst>
              <a:ext uri="{FF2B5EF4-FFF2-40B4-BE49-F238E27FC236}">
                <a16:creationId xmlns:a16="http://schemas.microsoft.com/office/drawing/2014/main" id="{A26CD0A8-686E-0225-ED5C-58681CFE58B4}"/>
              </a:ext>
            </a:extLst>
          </p:cNvPr>
          <p:cNvSpPr/>
          <p:nvPr/>
        </p:nvSpPr>
        <p:spPr>
          <a:xfrm>
            <a:off x="4591619" y="6108779"/>
            <a:ext cx="1167042" cy="46557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solidFill>
                  <a:schemeClr val="tx1"/>
                </a:solidFill>
              </a:rPr>
              <a:t>Root Motivation</a:t>
            </a:r>
          </a:p>
        </p:txBody>
      </p:sp>
      <p:sp>
        <p:nvSpPr>
          <p:cNvPr id="18" name="CasellaDiTesto 17">
            <a:extLst>
              <a:ext uri="{FF2B5EF4-FFF2-40B4-BE49-F238E27FC236}">
                <a16:creationId xmlns:a16="http://schemas.microsoft.com/office/drawing/2014/main" id="{F53604D8-E692-7F96-F3BC-2F40E1A71B7E}"/>
              </a:ext>
            </a:extLst>
          </p:cNvPr>
          <p:cNvSpPr txBox="1"/>
          <p:nvPr/>
        </p:nvSpPr>
        <p:spPr>
          <a:xfrm>
            <a:off x="4431950" y="4252178"/>
            <a:ext cx="1544433" cy="646331"/>
          </a:xfrm>
          <a:prstGeom prst="rect">
            <a:avLst/>
          </a:prstGeom>
          <a:noFill/>
        </p:spPr>
        <p:txBody>
          <a:bodyPr wrap="square">
            <a:spAutoFit/>
          </a:bodyPr>
          <a:lstStyle/>
          <a:p>
            <a:pPr algn="ctr"/>
            <a:r>
              <a:rPr lang="en-US" b="1" dirty="0">
                <a:solidFill>
                  <a:schemeClr val="tx1"/>
                </a:solidFill>
              </a:rPr>
              <a:t>Workshop Legend</a:t>
            </a:r>
          </a:p>
        </p:txBody>
      </p:sp>
      <p:sp>
        <p:nvSpPr>
          <p:cNvPr id="24" name="Segnaposto contenuto 2">
            <a:extLst>
              <a:ext uri="{FF2B5EF4-FFF2-40B4-BE49-F238E27FC236}">
                <a16:creationId xmlns:a16="http://schemas.microsoft.com/office/drawing/2014/main" id="{24BAB7B8-4BC0-8943-594B-C8AD3EDBCBF7}"/>
              </a:ext>
            </a:extLst>
          </p:cNvPr>
          <p:cNvSpPr>
            <a:spLocks noGrp="1"/>
          </p:cNvSpPr>
          <p:nvPr>
            <p:ph idx="1"/>
          </p:nvPr>
        </p:nvSpPr>
        <p:spPr>
          <a:xfrm>
            <a:off x="380935" y="3717827"/>
            <a:ext cx="2731568" cy="2844799"/>
          </a:xfrm>
        </p:spPr>
        <p:txBody>
          <a:bodyPr>
            <a:normAutofit/>
          </a:bodyPr>
          <a:lstStyle/>
          <a:p>
            <a:pPr marL="0" indent="0">
              <a:buNone/>
            </a:pPr>
            <a:r>
              <a:rPr lang="en-US" sz="1400" dirty="0"/>
              <a:t>Brainstorming possible serendipitous effects of launching the new product “Chewable Toothpaste”</a:t>
            </a:r>
            <a:endParaRPr lang="en-US" sz="1200" dirty="0"/>
          </a:p>
        </p:txBody>
      </p:sp>
    </p:spTree>
    <p:extLst>
      <p:ext uri="{BB962C8B-B14F-4D97-AF65-F5344CB8AC3E}">
        <p14:creationId xmlns:p14="http://schemas.microsoft.com/office/powerpoint/2010/main" val="272542731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0BE2FA02-8970-4398-BAE0-CBF3D19A387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209437" y="643466"/>
            <a:ext cx="5773125" cy="5571067"/>
          </a:xfrm>
          <a:prstGeom prst="rect">
            <a:avLst/>
          </a:prstGeom>
        </p:spPr>
      </p:pic>
    </p:spTree>
    <p:extLst>
      <p:ext uri="{BB962C8B-B14F-4D97-AF65-F5344CB8AC3E}">
        <p14:creationId xmlns:p14="http://schemas.microsoft.com/office/powerpoint/2010/main" val="2150541220"/>
      </p:ext>
    </p:extLst>
  </p:cSld>
  <p:clrMapOvr>
    <a:masterClrMapping/>
  </p:clrMapOvr>
  <mc:AlternateContent xmlns:mc="http://schemas.openxmlformats.org/markup-compatibility/2006" xmlns:p14="http://schemas.microsoft.com/office/powerpoint/2010/main">
    <mc:Choice Requires="p14">
      <p:transition spd="slow" p14:dur="2000" advTm="22592"/>
    </mc:Choice>
    <mc:Fallback xmlns="">
      <p:transition spd="slow" advTm="22592"/>
    </mc:Fallback>
  </mc:AlternateContent>
</p:sld>
</file>

<file path=ppt/theme/theme1.xml><?xml version="1.0" encoding="utf-8"?>
<a:theme xmlns:a="http://schemas.openxmlformats.org/drawingml/2006/main" name="Thème Office">
  <a:themeElements>
    <a:clrScheme name="OpenSeriousGame">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e28f11b-d4f1-47fe-837d-5da7d4fdfa8d">
      <Terms xmlns="http://schemas.microsoft.com/office/infopath/2007/PartnerControls"/>
    </lcf76f155ced4ddcb4097134ff3c332f>
    <TaxCatchAll xmlns="2e054d75-df43-4e50-a610-0e7b0816d11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3095EDE67814541926D3AC5F9ACC08F" ma:contentTypeVersion="12" ma:contentTypeDescription="Crée un document." ma:contentTypeScope="" ma:versionID="4740bcd7563aace758bb5af16567afb8">
  <xsd:schema xmlns:xsd="http://www.w3.org/2001/XMLSchema" xmlns:xs="http://www.w3.org/2001/XMLSchema" xmlns:p="http://schemas.microsoft.com/office/2006/metadata/properties" xmlns:ns2="ae28f11b-d4f1-47fe-837d-5da7d4fdfa8d" xmlns:ns3="2e054d75-df43-4e50-a610-0e7b0816d11a" targetNamespace="http://schemas.microsoft.com/office/2006/metadata/properties" ma:root="true" ma:fieldsID="0c540144d36b116ed9070dbfae6023f7" ns2:_="" ns3:_="">
    <xsd:import namespace="ae28f11b-d4f1-47fe-837d-5da7d4fdfa8d"/>
    <xsd:import namespace="2e054d75-df43-4e50-a610-0e7b0816d11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28f11b-d4f1-47fe-837d-5da7d4fdfa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10fb7d0a-9414-48cb-b3b7-290175ae35a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e054d75-df43-4e50-a610-0e7b0816d11a"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TaxCatchAll" ma:index="14" nillable="true" ma:displayName="Taxonomy Catch All Column" ma:hidden="true" ma:list="{9dd72b47-dd46-40b1-8755-ebe9ce9f18af}" ma:internalName="TaxCatchAll" ma:showField="CatchAllData" ma:web="2e054d75-df43-4e50-a610-0e7b0816d1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D6F8CDF-F17C-4334-AF2B-81F8278F18EE}">
  <ds:schemaRefs>
    <ds:schemaRef ds:uri="http://schemas.microsoft.com/office/2006/metadata/properties"/>
    <ds:schemaRef ds:uri="2e054d75-df43-4e50-a610-0e7b0816d11a"/>
    <ds:schemaRef ds:uri="http://purl.org/dc/terms/"/>
    <ds:schemaRef ds:uri="http://schemas.microsoft.com/office/2006/documentManagement/types"/>
    <ds:schemaRef ds:uri="http://purl.org/dc/dcmitype/"/>
    <ds:schemaRef ds:uri="http://schemas.microsoft.com/office/infopath/2007/PartnerControls"/>
    <ds:schemaRef ds:uri="http://purl.org/dc/elements/1.1/"/>
    <ds:schemaRef ds:uri="http://schemas.openxmlformats.org/package/2006/metadata/core-properties"/>
    <ds:schemaRef ds:uri="ae28f11b-d4f1-47fe-837d-5da7d4fdfa8d"/>
    <ds:schemaRef ds:uri="http://www.w3.org/XML/1998/namespace"/>
  </ds:schemaRefs>
</ds:datastoreItem>
</file>

<file path=customXml/itemProps2.xml><?xml version="1.0" encoding="utf-8"?>
<ds:datastoreItem xmlns:ds="http://schemas.openxmlformats.org/officeDocument/2006/customXml" ds:itemID="{8FA46D5E-A839-42F9-9AEA-ABBA17052825}">
  <ds:schemaRefs>
    <ds:schemaRef ds:uri="http://schemas.microsoft.com/sharepoint/v3/contenttype/forms"/>
  </ds:schemaRefs>
</ds:datastoreItem>
</file>

<file path=customXml/itemProps3.xml><?xml version="1.0" encoding="utf-8"?>
<ds:datastoreItem xmlns:ds="http://schemas.openxmlformats.org/officeDocument/2006/customXml" ds:itemID="{42D845A2-5872-4F7C-8C79-BDD0578441E8}">
  <ds:schemaRefs>
    <ds:schemaRef ds:uri="2e054d75-df43-4e50-a610-0e7b0816d11a"/>
    <ds:schemaRef ds:uri="ae28f11b-d4f1-47fe-837d-5da7d4fdfa8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1391</TotalTime>
  <Words>10157</Words>
  <Application>Microsoft Office PowerPoint</Application>
  <PresentationFormat>Grand écran</PresentationFormat>
  <Paragraphs>1760</Paragraphs>
  <Slides>102</Slides>
  <Notes>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102</vt:i4>
      </vt:variant>
    </vt:vector>
  </HeadingPairs>
  <TitlesOfParts>
    <vt:vector size="106" baseType="lpstr">
      <vt:lpstr>Arial</vt:lpstr>
      <vt:lpstr>Calibri</vt:lpstr>
      <vt:lpstr>Calibri Light</vt:lpstr>
      <vt:lpstr>Thème Office</vt:lpstr>
      <vt:lpstr>Présentation PowerPoint</vt:lpstr>
      <vt:lpstr>Summary</vt:lpstr>
      <vt:lpstr>Alignment and WHYS</vt:lpstr>
      <vt:lpstr>Usual challenges about alignment around a Project / Product</vt:lpstr>
      <vt:lpstr>Project and Product WHYS Alignment by explanation</vt:lpstr>
      <vt:lpstr>Summary of 6 WHYS Canvases</vt:lpstr>
      <vt:lpstr>Target effect of each WHY Canvas</vt:lpstr>
      <vt:lpstr>Target effect of each Canvas</vt:lpstr>
      <vt:lpstr>The goals of Project / Product WHYS for alignment</vt:lpstr>
      <vt:lpstr>Why these very visual format ?</vt:lpstr>
      <vt:lpstr>WHY</vt:lpstr>
      <vt:lpstr>Usual challenges related to an “unclear why”</vt:lpstr>
      <vt:lpstr>WHY ? Pyramid of Project / Product Purpose</vt:lpstr>
      <vt:lpstr>WHY ? Pyramid of Project / Product Purpose Details of the fields</vt:lpstr>
      <vt:lpstr>WHY ? Pyramid of Project / Product Purpose Visual workshop version</vt:lpstr>
      <vt:lpstr>WHY ? Pyramid of Project / Product Purpose Visual workshop version example of results</vt:lpstr>
      <vt:lpstr>WHY ? Pyramid of Project / Product Purpose Visual workshop version example of results</vt:lpstr>
      <vt:lpstr>WHY US</vt:lpstr>
      <vt:lpstr>Usual challenges related to an unclear understanding of individual contributions</vt:lpstr>
      <vt:lpstr>Why US ?  House of contribution (visual workshop)</vt:lpstr>
      <vt:lpstr>Why US ? House of contribution (visual workshop version)</vt:lpstr>
      <vt:lpstr>Why US ? House of contribution (visual workshop version example) Example : Building a public Community of practice</vt:lpstr>
      <vt:lpstr>Why US ? House of contribution (visual workshop version example)</vt:lpstr>
      <vt:lpstr>Why US ? House of contribution (visual workshop version example)</vt:lpstr>
      <vt:lpstr>Why US ? House of contribution (visual workshop version example)</vt:lpstr>
      <vt:lpstr>Why US ? House of contribution (What to do with the results)</vt:lpstr>
      <vt:lpstr>Why US ? House of contribution (visual workshop version example)</vt:lpstr>
      <vt:lpstr>WHY NOW</vt:lpstr>
      <vt:lpstr>Usual challenges related to an unclear understanding of timing and opportunity</vt:lpstr>
      <vt:lpstr>Why NOW ? Timeline of opportunity </vt:lpstr>
      <vt:lpstr>Why NOW ?  Timeline of opportunity (visual workshop version)</vt:lpstr>
      <vt:lpstr>Why NOW ?  Timeline of opportunity (visual workshop version example)</vt:lpstr>
      <vt:lpstr>WHY HERE</vt:lpstr>
      <vt:lpstr>Usual challenges related to an unclear understanding of scope of impact</vt:lpstr>
      <vt:lpstr>Why HERE ? Map of Influence</vt:lpstr>
      <vt:lpstr>Why HERE ? Map of Influence</vt:lpstr>
      <vt:lpstr>Why HERE ? Map of Influence (visual workshop version)</vt:lpstr>
      <vt:lpstr>Why HERE ? Map of Influence (visual workshop version EXAMPLE)</vt:lpstr>
      <vt:lpstr>Why HERE ? Map of Influence (visual workshop version EXAMPLE)</vt:lpstr>
      <vt:lpstr>WHY THIS</vt:lpstr>
      <vt:lpstr>Usual challenges related to an unclear understanding of the change a project/product is making</vt:lpstr>
      <vt:lpstr>Why THIS ? Balance of Differentiation</vt:lpstr>
      <vt:lpstr>Why THIS ? Balance of Differentiation</vt:lpstr>
      <vt:lpstr>Why THIS ? Balance of Differentiation  </vt:lpstr>
      <vt:lpstr>WHY NOT</vt:lpstr>
      <vt:lpstr>Usual challenges related to underestimating the potential of serendipity</vt:lpstr>
      <vt:lpstr>  </vt:lpstr>
      <vt:lpstr>  </vt:lpstr>
      <vt:lpstr>  </vt:lpstr>
      <vt:lpstr>When and How can you use 6 WHYS Canvases ?</vt:lpstr>
      <vt:lpstr>Use Case 1 : Using a Canvas as a workshop in a bottom-up approach</vt:lpstr>
      <vt:lpstr>Use Case 2 : Using 6 WHYS as canvases in a top-down approach</vt:lpstr>
      <vt:lpstr>Use Case 3 : Using 6 WHYS as canvases in onboarding</vt:lpstr>
      <vt:lpstr>Operational situations that can lead to using the 6 WHYS</vt:lpstr>
      <vt:lpstr>Operational situations that can lead to using the 6 WHYS</vt:lpstr>
      <vt:lpstr>Operational situations that can lead to using the 6 WHYS</vt:lpstr>
      <vt:lpstr>Operational situations that can lead to using the 6 WHYS</vt:lpstr>
      <vt:lpstr>Operational situations that can lead to using the 6 WHYS</vt:lpstr>
      <vt:lpstr>Operational situations that can lead to using the 6 WHYS</vt:lpstr>
      <vt:lpstr>Summary of various use cases</vt:lpstr>
      <vt:lpstr>Using other formats of display</vt:lpstr>
      <vt:lpstr>Keep the substance, adapt the form</vt:lpstr>
      <vt:lpstr>Simplified version of the Project / Product WHYS The WHYS Canvas</vt:lpstr>
      <vt:lpstr>WHY Spreadsheet version</vt:lpstr>
      <vt:lpstr>WHY US ? Spreadsheet version</vt:lpstr>
      <vt:lpstr>Why NOW ?  Spreadsheet version</vt:lpstr>
      <vt:lpstr>WHY HERE ? Spreadsheet version</vt:lpstr>
      <vt:lpstr>Why THIS ?  Spreadsheet version</vt:lpstr>
      <vt:lpstr>  </vt:lpstr>
      <vt:lpstr>Example End-to-end 6 WHYS  Use Cases</vt:lpstr>
      <vt:lpstr>Example Use Cases</vt:lpstr>
      <vt:lpstr>Use Case 1  An enterprise transformation project around learning</vt:lpstr>
      <vt:lpstr>Use Case 1  An enterprise transformation project about learning</vt:lpstr>
      <vt:lpstr>Use Case 1  An enterprise transformation project about learning</vt:lpstr>
      <vt:lpstr>Use Case 1  An enterprise transformation project about learning</vt:lpstr>
      <vt:lpstr>Use Case 1  An enterprise transformation project about learning</vt:lpstr>
      <vt:lpstr>Use Case 1  An enterprise transformation project about learning</vt:lpstr>
      <vt:lpstr>Use Case 1  An enterprise transformation project about learning</vt:lpstr>
      <vt:lpstr>  </vt:lpstr>
      <vt:lpstr>Présentation PowerPoint</vt:lpstr>
      <vt:lpstr>Présentation PowerPoint</vt:lpstr>
      <vt:lpstr>Présentation PowerPoint</vt:lpstr>
      <vt:lpstr>Présentation PowerPoint</vt:lpstr>
      <vt:lpstr>Présentation PowerPoint</vt:lpstr>
      <vt:lpstr>Présentation PowerPoint</vt:lpstr>
      <vt:lpstr>  </vt:lpstr>
      <vt:lpstr>Using 6 Project / Product WHYS as a Workshop</vt:lpstr>
      <vt:lpstr>Project / Product WHYS workshop in a Nutshell</vt:lpstr>
      <vt:lpstr>Level 2 : How Project / Product WHYS  is conducted</vt:lpstr>
      <vt:lpstr>Level 3 : Organizing Project / Product  WHYS Workshops</vt:lpstr>
      <vt:lpstr>Level 5 : Hosting Project / Product Whys</vt:lpstr>
      <vt:lpstr>Appendix</vt:lpstr>
      <vt:lpstr>Level 6 : Adapting Project / Product WHYS</vt:lpstr>
      <vt:lpstr>Empty templates to create more examples</vt:lpstr>
      <vt:lpstr>Use Case 1  An enterprise transformation project about learning</vt:lpstr>
      <vt:lpstr>Use Case 1  An enterprise transformation project about learning</vt:lpstr>
      <vt:lpstr>Use Case 1  An enterprise transformation project about learning</vt:lpstr>
      <vt:lpstr>Use Case 1  An enterprise transformation project about learning</vt:lpstr>
      <vt:lpstr>Use Case 1  An enterprise transformation project about learning</vt:lpstr>
      <vt:lpstr>Use Case 1  An enterprise transformation project about learning</vt:lpstr>
      <vt:lpstr>  </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Alexandre Quach</dc:creator>
  <cp:lastModifiedBy>Thomas Froment</cp:lastModifiedBy>
  <cp:revision>2</cp:revision>
  <dcterms:created xsi:type="dcterms:W3CDTF">2021-02-02T23:16:24Z</dcterms:created>
  <dcterms:modified xsi:type="dcterms:W3CDTF">2023-01-26T14:17:15Z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0x01010043095EDE67814541926D3AC5F9ACC08F</vt:lpwstr>
  </property>
  <property fmtid="{D5CDD505-2E9C-101B-9397-08002B2CF9AE}" pid="3" name="MediaServiceImageTags">
    <vt:lpwstr/>
  </property>
</Properties>
</file>