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4"/>
  </p:notesMasterIdLst>
  <p:sldIdLst>
    <p:sldId id="414" r:id="rId5"/>
    <p:sldId id="371" r:id="rId6"/>
    <p:sldId id="401" r:id="rId7"/>
    <p:sldId id="417" r:id="rId8"/>
    <p:sldId id="413" r:id="rId9"/>
    <p:sldId id="385" r:id="rId10"/>
    <p:sldId id="378" r:id="rId11"/>
    <p:sldId id="411" r:id="rId12"/>
    <p:sldId id="392" r:id="rId13"/>
    <p:sldId id="393" r:id="rId14"/>
    <p:sldId id="399" r:id="rId15"/>
    <p:sldId id="409" r:id="rId16"/>
    <p:sldId id="419" r:id="rId17"/>
    <p:sldId id="420" r:id="rId18"/>
    <p:sldId id="421" r:id="rId19"/>
    <p:sldId id="380" r:id="rId20"/>
    <p:sldId id="422" r:id="rId21"/>
    <p:sldId id="396" r:id="rId22"/>
    <p:sldId id="397" r:id="rId23"/>
    <p:sldId id="410" r:id="rId24"/>
    <p:sldId id="398" r:id="rId25"/>
    <p:sldId id="395" r:id="rId26"/>
    <p:sldId id="400" r:id="rId27"/>
    <p:sldId id="403" r:id="rId28"/>
    <p:sldId id="381" r:id="rId29"/>
    <p:sldId id="405" r:id="rId30"/>
    <p:sldId id="406" r:id="rId31"/>
    <p:sldId id="423" r:id="rId32"/>
    <p:sldId id="407" r:id="rId33"/>
    <p:sldId id="408" r:id="rId34"/>
    <p:sldId id="412" r:id="rId35"/>
    <p:sldId id="415" r:id="rId36"/>
    <p:sldId id="416" r:id="rId37"/>
    <p:sldId id="418" r:id="rId38"/>
    <p:sldId id="372" r:id="rId39"/>
    <p:sldId id="373" r:id="rId40"/>
    <p:sldId id="374" r:id="rId41"/>
    <p:sldId id="377" r:id="rId42"/>
    <p:sldId id="368" r:id="rId4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DB06794-3271-4EA1-8EC7-BE20A928F995}">
          <p14:sldIdLst>
            <p14:sldId id="414"/>
            <p14:sldId id="371"/>
            <p14:sldId id="401"/>
            <p14:sldId id="417"/>
            <p14:sldId id="413"/>
          </p14:sldIdLst>
        </p14:section>
        <p14:section name="WHY" id="{B66AB95F-9191-4BE2-B4D9-900189BFE448}">
          <p14:sldIdLst>
            <p14:sldId id="385"/>
            <p14:sldId id="378"/>
            <p14:sldId id="411"/>
            <p14:sldId id="392"/>
          </p14:sldIdLst>
        </p14:section>
        <p14:section name="WHY US" id="{C253BAA7-5595-44F5-9309-0C5EE199B5C8}">
          <p14:sldIdLst>
            <p14:sldId id="393"/>
            <p14:sldId id="399"/>
            <p14:sldId id="409"/>
            <p14:sldId id="419"/>
            <p14:sldId id="420"/>
            <p14:sldId id="421"/>
            <p14:sldId id="380"/>
            <p14:sldId id="422"/>
          </p14:sldIdLst>
        </p14:section>
        <p14:section name="WHY NOW" id="{4060EAED-506E-4DE4-9BA1-F732DF7B6B61}">
          <p14:sldIdLst>
            <p14:sldId id="396"/>
            <p14:sldId id="397"/>
            <p14:sldId id="410"/>
            <p14:sldId id="398"/>
          </p14:sldIdLst>
        </p14:section>
        <p14:section name="WHY HERE" id="{2B7A4A53-A698-483E-8C3C-618F94507D58}">
          <p14:sldIdLst>
            <p14:sldId id="395"/>
            <p14:sldId id="400"/>
            <p14:sldId id="403"/>
            <p14:sldId id="381"/>
          </p14:sldIdLst>
        </p14:section>
        <p14:section name="WHY THIS" id="{34E62DC7-B96A-4D7E-BDC2-68180B6AA228}">
          <p14:sldIdLst>
            <p14:sldId id="405"/>
            <p14:sldId id="406"/>
            <p14:sldId id="423"/>
            <p14:sldId id="407"/>
            <p14:sldId id="408"/>
          </p14:sldIdLst>
        </p14:section>
        <p14:section name="WHY NOT" id="{1944C853-FCCF-4556-B988-0D91A1B1B297}">
          <p14:sldIdLst>
            <p14:sldId id="412"/>
            <p14:sldId id="415"/>
            <p14:sldId id="416"/>
            <p14:sldId id="418"/>
          </p14:sldIdLst>
        </p14:section>
        <p14:section name="#OpenSeriousTemplate (#OSG Metadata)" id="{4A600B86-7D56-4ADA-8F72-BB5795C2E74F}">
          <p14:sldIdLst>
            <p14:sldId id="372"/>
            <p14:sldId id="373"/>
            <p14:sldId id="374"/>
            <p14:sldId id="377"/>
            <p14:sldId id="3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0683AA"/>
    <a:srgbClr val="BFBFBF"/>
    <a:srgbClr val="9DC3E6"/>
    <a:srgbClr val="A9D18E"/>
    <a:srgbClr val="8FAADC"/>
    <a:srgbClr val="FFFFFF"/>
    <a:srgbClr val="A5A5A5"/>
    <a:srgbClr val="FF66FF"/>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39903F-6A71-47E4-B466-74135F6785DF}" v="3" dt="2023-02-06T09:43:10.719"/>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52" autoAdjust="0"/>
    <p:restoredTop sz="94660"/>
  </p:normalViewPr>
  <p:slideViewPr>
    <p:cSldViewPr snapToGrid="0">
      <p:cViewPr>
        <p:scale>
          <a:sx n="75" d="100"/>
          <a:sy n="75" d="100"/>
        </p:scale>
        <p:origin x="2274" y="7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02FC1550-7BBA-4F6A-83EA-5F36ED97F23D}"/>
    <pc:docChg chg="undo redo custSel addSld delSld modSld modSection">
      <pc:chgData name="Alexandre Quach" userId="7bb690c8a6e028e4" providerId="LiveId" clId="{02FC1550-7BBA-4F6A-83EA-5F36ED97F23D}" dt="2022-06-23T09:48:46.535" v="468" actId="20577"/>
      <pc:docMkLst>
        <pc:docMk/>
      </pc:docMkLst>
      <pc:sldChg chg="modSp mod">
        <pc:chgData name="Alexandre Quach" userId="7bb690c8a6e028e4" providerId="LiveId" clId="{02FC1550-7BBA-4F6A-83EA-5F36ED97F23D}" dt="2022-06-23T08:55:22.728" v="19" actId="20577"/>
        <pc:sldMkLst>
          <pc:docMk/>
          <pc:sldMk cId="1874237925" sldId="401"/>
        </pc:sldMkLst>
        <pc:spChg chg="mod">
          <ac:chgData name="Alexandre Quach" userId="7bb690c8a6e028e4" providerId="LiveId" clId="{02FC1550-7BBA-4F6A-83EA-5F36ED97F23D}" dt="2022-06-23T08:55:22.728" v="19" actId="20577"/>
          <ac:spMkLst>
            <pc:docMk/>
            <pc:sldMk cId="1874237925" sldId="401"/>
            <ac:spMk id="185" creationId="{7C0701B0-6A32-4967-B891-50888B09595C}"/>
          </ac:spMkLst>
        </pc:spChg>
      </pc:sldChg>
      <pc:sldChg chg="modSp mod">
        <pc:chgData name="Alexandre Quach" userId="7bb690c8a6e028e4" providerId="LiveId" clId="{02FC1550-7BBA-4F6A-83EA-5F36ED97F23D}" dt="2022-06-23T09:33:04.888" v="30" actId="1076"/>
        <pc:sldMkLst>
          <pc:docMk/>
          <pc:sldMk cId="4118035087" sldId="407"/>
        </pc:sldMkLst>
        <pc:spChg chg="mod">
          <ac:chgData name="Alexandre Quach" userId="7bb690c8a6e028e4" providerId="LiveId" clId="{02FC1550-7BBA-4F6A-83EA-5F36ED97F23D}" dt="2022-06-23T09:33:04.888" v="30" actId="1076"/>
          <ac:spMkLst>
            <pc:docMk/>
            <pc:sldMk cId="4118035087" sldId="407"/>
            <ac:spMk id="14" creationId="{4D052D77-04CC-457E-B197-BC4883211FB2}"/>
          </ac:spMkLst>
        </pc:spChg>
        <pc:spChg chg="mod">
          <ac:chgData name="Alexandre Quach" userId="7bb690c8a6e028e4" providerId="LiveId" clId="{02FC1550-7BBA-4F6A-83EA-5F36ED97F23D}" dt="2022-06-23T09:33:04.888" v="30" actId="1076"/>
          <ac:spMkLst>
            <pc:docMk/>
            <pc:sldMk cId="4118035087" sldId="407"/>
            <ac:spMk id="15" creationId="{E0AC4616-BF58-404B-B61C-B62E6AB1CCCC}"/>
          </ac:spMkLst>
        </pc:spChg>
      </pc:sldChg>
      <pc:sldChg chg="modSp mod">
        <pc:chgData name="Alexandre Quach" userId="7bb690c8a6e028e4" providerId="LiveId" clId="{02FC1550-7BBA-4F6A-83EA-5F36ED97F23D}" dt="2022-06-23T09:48:46.535" v="468" actId="20577"/>
        <pc:sldMkLst>
          <pc:docMk/>
          <pc:sldMk cId="914278064" sldId="408"/>
        </pc:sldMkLst>
        <pc:graphicFrameChg chg="mod modGraphic">
          <ac:chgData name="Alexandre Quach" userId="7bb690c8a6e028e4" providerId="LiveId" clId="{02FC1550-7BBA-4F6A-83EA-5F36ED97F23D}" dt="2022-06-23T09:48:46.535" v="468" actId="20577"/>
          <ac:graphicFrameMkLst>
            <pc:docMk/>
            <pc:sldMk cId="914278064" sldId="408"/>
            <ac:graphicFrameMk id="4" creationId="{3CCBA50E-CE70-4BAE-B841-81479971DA91}"/>
          </ac:graphicFrameMkLst>
        </pc:graphicFrameChg>
      </pc:sldChg>
      <pc:sldChg chg="modSp mod">
        <pc:chgData name="Alexandre Quach" userId="7bb690c8a6e028e4" providerId="LiveId" clId="{02FC1550-7BBA-4F6A-83EA-5F36ED97F23D}" dt="2022-06-23T08:54:59.337" v="10" actId="20577"/>
        <pc:sldMkLst>
          <pc:docMk/>
          <pc:sldMk cId="2892739459" sldId="412"/>
        </pc:sldMkLst>
        <pc:spChg chg="mod">
          <ac:chgData name="Alexandre Quach" userId="7bb690c8a6e028e4" providerId="LiveId" clId="{02FC1550-7BBA-4F6A-83EA-5F36ED97F23D}" dt="2022-06-23T08:54:59.337" v="10" actId="20577"/>
          <ac:spMkLst>
            <pc:docMk/>
            <pc:sldMk cId="2892739459" sldId="412"/>
            <ac:spMk id="54" creationId="{3A5C2EB8-77CE-47CC-A392-E0B0C6D07634}"/>
          </ac:spMkLst>
        </pc:spChg>
      </pc:sldChg>
      <pc:sldChg chg="modSp mod">
        <pc:chgData name="Alexandre Quach" userId="7bb690c8a6e028e4" providerId="LiveId" clId="{02FC1550-7BBA-4F6A-83EA-5F36ED97F23D}" dt="2022-06-23T09:33:06.942" v="32" actId="20577"/>
        <pc:sldMkLst>
          <pc:docMk/>
          <pc:sldMk cId="440633099" sldId="413"/>
        </pc:sldMkLst>
        <pc:graphicFrameChg chg="modGraphic">
          <ac:chgData name="Alexandre Quach" userId="7bb690c8a6e028e4" providerId="LiveId" clId="{02FC1550-7BBA-4F6A-83EA-5F36ED97F23D}" dt="2022-06-23T09:33:06.942" v="32" actId="20577"/>
          <ac:graphicFrameMkLst>
            <pc:docMk/>
            <pc:sldMk cId="440633099" sldId="413"/>
            <ac:graphicFrameMk id="4" creationId="{A26FED53-CE8B-4A5C-AD4F-4FB3B0A64553}"/>
          </ac:graphicFrameMkLst>
        </pc:graphicFrameChg>
      </pc:sldChg>
      <pc:sldChg chg="modSp mod">
        <pc:chgData name="Alexandre Quach" userId="7bb690c8a6e028e4" providerId="LiveId" clId="{02FC1550-7BBA-4F6A-83EA-5F36ED97F23D}" dt="2022-06-23T08:55:07.511" v="12"/>
        <pc:sldMkLst>
          <pc:docMk/>
          <pc:sldMk cId="489090406" sldId="415"/>
        </pc:sldMkLst>
        <pc:spChg chg="mod">
          <ac:chgData name="Alexandre Quach" userId="7bb690c8a6e028e4" providerId="LiveId" clId="{02FC1550-7BBA-4F6A-83EA-5F36ED97F23D}" dt="2022-06-23T08:55:07.511" v="12"/>
          <ac:spMkLst>
            <pc:docMk/>
            <pc:sldMk cId="489090406" sldId="415"/>
            <ac:spMk id="54" creationId="{3A5C2EB8-77CE-47CC-A392-E0B0C6D07634}"/>
          </ac:spMkLst>
        </pc:spChg>
      </pc:sldChg>
      <pc:sldChg chg="modSp mod">
        <pc:chgData name="Alexandre Quach" userId="7bb690c8a6e028e4" providerId="LiveId" clId="{02FC1550-7BBA-4F6A-83EA-5F36ED97F23D}" dt="2022-06-23T08:55:10.224" v="13"/>
        <pc:sldMkLst>
          <pc:docMk/>
          <pc:sldMk cId="530229596" sldId="416"/>
        </pc:sldMkLst>
        <pc:spChg chg="mod">
          <ac:chgData name="Alexandre Quach" userId="7bb690c8a6e028e4" providerId="LiveId" clId="{02FC1550-7BBA-4F6A-83EA-5F36ED97F23D}" dt="2022-06-23T08:55:10.224" v="13"/>
          <ac:spMkLst>
            <pc:docMk/>
            <pc:sldMk cId="530229596" sldId="416"/>
            <ac:spMk id="54" creationId="{3A5C2EB8-77CE-47CC-A392-E0B0C6D07634}"/>
          </ac:spMkLst>
        </pc:spChg>
      </pc:sldChg>
      <pc:sldChg chg="addSp modSp add del mod">
        <pc:chgData name="Alexandre Quach" userId="7bb690c8a6e028e4" providerId="LiveId" clId="{02FC1550-7BBA-4F6A-83EA-5F36ED97F23D}" dt="2022-06-23T09:42:19.165" v="391" actId="47"/>
        <pc:sldMkLst>
          <pc:docMk/>
          <pc:sldMk cId="1170368973" sldId="424"/>
        </pc:sldMkLst>
        <pc:spChg chg="mod">
          <ac:chgData name="Alexandre Quach" userId="7bb690c8a6e028e4" providerId="LiveId" clId="{02FC1550-7BBA-4F6A-83EA-5F36ED97F23D}" dt="2022-06-23T09:34:00.528" v="88" actId="1076"/>
          <ac:spMkLst>
            <pc:docMk/>
            <pc:sldMk cId="1170368973" sldId="424"/>
            <ac:spMk id="3" creationId="{FDB2C196-3B4C-4C55-AE3D-7F80DCFA9BEE}"/>
          </ac:spMkLst>
        </pc:spChg>
        <pc:spChg chg="mod">
          <ac:chgData name="Alexandre Quach" userId="7bb690c8a6e028e4" providerId="LiveId" clId="{02FC1550-7BBA-4F6A-83EA-5F36ED97F23D}" dt="2022-06-23T09:38:48.743" v="149" actId="20577"/>
          <ac:spMkLst>
            <pc:docMk/>
            <pc:sldMk cId="1170368973" sldId="424"/>
            <ac:spMk id="7" creationId="{1EA7F92A-9D58-4690-B3EF-10F0185C3FB4}"/>
          </ac:spMkLst>
        </pc:spChg>
        <pc:spChg chg="mod">
          <ac:chgData name="Alexandre Quach" userId="7bb690c8a6e028e4" providerId="LiveId" clId="{02FC1550-7BBA-4F6A-83EA-5F36ED97F23D}" dt="2022-06-23T09:33:56.840" v="87" actId="1076"/>
          <ac:spMkLst>
            <pc:docMk/>
            <pc:sldMk cId="1170368973" sldId="424"/>
            <ac:spMk id="10" creationId="{156D46A9-7D39-4193-8897-BE1C78F26054}"/>
          </ac:spMkLst>
        </pc:spChg>
        <pc:spChg chg="mod">
          <ac:chgData name="Alexandre Quach" userId="7bb690c8a6e028e4" providerId="LiveId" clId="{02FC1550-7BBA-4F6A-83EA-5F36ED97F23D}" dt="2022-06-23T09:33:56.840" v="87" actId="1076"/>
          <ac:spMkLst>
            <pc:docMk/>
            <pc:sldMk cId="1170368973" sldId="424"/>
            <ac:spMk id="11" creationId="{0F50BE30-DD34-417C-A694-8CD3A346BD96}"/>
          </ac:spMkLst>
        </pc:spChg>
        <pc:spChg chg="mod">
          <ac:chgData name="Alexandre Quach" userId="7bb690c8a6e028e4" providerId="LiveId" clId="{02FC1550-7BBA-4F6A-83EA-5F36ED97F23D}" dt="2022-06-23T09:34:00.528" v="88" actId="1076"/>
          <ac:spMkLst>
            <pc:docMk/>
            <pc:sldMk cId="1170368973" sldId="424"/>
            <ac:spMk id="12" creationId="{FFCDA98B-0811-4C87-BF81-EF464F0BCCD1}"/>
          </ac:spMkLst>
        </pc:spChg>
        <pc:spChg chg="mod">
          <ac:chgData name="Alexandre Quach" userId="7bb690c8a6e028e4" providerId="LiveId" clId="{02FC1550-7BBA-4F6A-83EA-5F36ED97F23D}" dt="2022-06-23T09:33:56.840" v="87" actId="1076"/>
          <ac:spMkLst>
            <pc:docMk/>
            <pc:sldMk cId="1170368973" sldId="424"/>
            <ac:spMk id="13" creationId="{7224CEDB-8300-4E83-A903-13DD45992F06}"/>
          </ac:spMkLst>
        </pc:spChg>
        <pc:spChg chg="mod">
          <ac:chgData name="Alexandre Quach" userId="7bb690c8a6e028e4" providerId="LiveId" clId="{02FC1550-7BBA-4F6A-83EA-5F36ED97F23D}" dt="2022-06-23T09:35:24.527" v="112" actId="1076"/>
          <ac:spMkLst>
            <pc:docMk/>
            <pc:sldMk cId="1170368973" sldId="424"/>
            <ac:spMk id="14" creationId="{4D052D77-04CC-457E-B197-BC4883211FB2}"/>
          </ac:spMkLst>
        </pc:spChg>
        <pc:spChg chg="mod">
          <ac:chgData name="Alexandre Quach" userId="7bb690c8a6e028e4" providerId="LiveId" clId="{02FC1550-7BBA-4F6A-83EA-5F36ED97F23D}" dt="2022-06-23T09:37:33.126" v="134" actId="1076"/>
          <ac:spMkLst>
            <pc:docMk/>
            <pc:sldMk cId="1170368973" sldId="424"/>
            <ac:spMk id="15" creationId="{E0AC4616-BF58-404B-B61C-B62E6AB1CCCC}"/>
          </ac:spMkLst>
        </pc:spChg>
        <pc:spChg chg="mod">
          <ac:chgData name="Alexandre Quach" userId="7bb690c8a6e028e4" providerId="LiveId" clId="{02FC1550-7BBA-4F6A-83EA-5F36ED97F23D}" dt="2022-06-23T09:33:56.840" v="87" actId="1076"/>
          <ac:spMkLst>
            <pc:docMk/>
            <pc:sldMk cId="1170368973" sldId="424"/>
            <ac:spMk id="16" creationId="{EEF12FFC-1CFF-45EF-B000-FF91CA435F67}"/>
          </ac:spMkLst>
        </pc:spChg>
        <pc:spChg chg="mod">
          <ac:chgData name="Alexandre Quach" userId="7bb690c8a6e028e4" providerId="LiveId" clId="{02FC1550-7BBA-4F6A-83EA-5F36ED97F23D}" dt="2022-06-23T09:38:36.071" v="135" actId="1076"/>
          <ac:spMkLst>
            <pc:docMk/>
            <pc:sldMk cId="1170368973" sldId="424"/>
            <ac:spMk id="17" creationId="{85E5B49E-36DB-4A4A-9295-E195EC1023A4}"/>
          </ac:spMkLst>
        </pc:spChg>
        <pc:spChg chg="mod">
          <ac:chgData name="Alexandre Quach" userId="7bb690c8a6e028e4" providerId="LiveId" clId="{02FC1550-7BBA-4F6A-83EA-5F36ED97F23D}" dt="2022-06-23T09:33:56.840" v="87" actId="1076"/>
          <ac:spMkLst>
            <pc:docMk/>
            <pc:sldMk cId="1170368973" sldId="424"/>
            <ac:spMk id="18" creationId="{43B69AA2-6209-4C6E-B091-1B7935B5C2BA}"/>
          </ac:spMkLst>
        </pc:spChg>
        <pc:spChg chg="mod">
          <ac:chgData name="Alexandre Quach" userId="7bb690c8a6e028e4" providerId="LiveId" clId="{02FC1550-7BBA-4F6A-83EA-5F36ED97F23D}" dt="2022-06-23T09:33:56.840" v="87" actId="1076"/>
          <ac:spMkLst>
            <pc:docMk/>
            <pc:sldMk cId="1170368973" sldId="424"/>
            <ac:spMk id="19" creationId="{29299F5F-0D82-45FB-97CF-A89A256DBCD2}"/>
          </ac:spMkLst>
        </pc:spChg>
        <pc:spChg chg="mod">
          <ac:chgData name="Alexandre Quach" userId="7bb690c8a6e028e4" providerId="LiveId" clId="{02FC1550-7BBA-4F6A-83EA-5F36ED97F23D}" dt="2022-06-23T09:35:09.918" v="109" actId="1076"/>
          <ac:spMkLst>
            <pc:docMk/>
            <pc:sldMk cId="1170368973" sldId="424"/>
            <ac:spMk id="20" creationId="{A5D1CA77-A662-4EA7-A7A6-F518206B2CD1}"/>
          </ac:spMkLst>
        </pc:spChg>
        <pc:spChg chg="add mod">
          <ac:chgData name="Alexandre Quach" userId="7bb690c8a6e028e4" providerId="LiveId" clId="{02FC1550-7BBA-4F6A-83EA-5F36ED97F23D}" dt="2022-06-23T09:36:05.937" v="132" actId="1076"/>
          <ac:spMkLst>
            <pc:docMk/>
            <pc:sldMk cId="1170368973" sldId="424"/>
            <ac:spMk id="21" creationId="{9F58E363-AC90-AE31-FB4F-E8465C434604}"/>
          </ac:spMkLst>
        </pc:spChg>
        <pc:spChg chg="add mod">
          <ac:chgData name="Alexandre Quach" userId="7bb690c8a6e028e4" providerId="LiveId" clId="{02FC1550-7BBA-4F6A-83EA-5F36ED97F23D}" dt="2022-06-23T09:35:51.664" v="124" actId="20577"/>
          <ac:spMkLst>
            <pc:docMk/>
            <pc:sldMk cId="1170368973" sldId="424"/>
            <ac:spMk id="22" creationId="{A67F8877-562D-8E2A-F103-921E60E0BD3E}"/>
          </ac:spMkLst>
        </pc:spChg>
      </pc:sldChg>
      <pc:sldChg chg="addSp delSp modSp new del mod">
        <pc:chgData name="Alexandre Quach" userId="7bb690c8a6e028e4" providerId="LiveId" clId="{02FC1550-7BBA-4F6A-83EA-5F36ED97F23D}" dt="2022-06-23T09:42:19.165" v="391" actId="47"/>
        <pc:sldMkLst>
          <pc:docMk/>
          <pc:sldMk cId="894135382" sldId="425"/>
        </pc:sldMkLst>
        <pc:spChg chg="del">
          <ac:chgData name="Alexandre Quach" userId="7bb690c8a6e028e4" providerId="LiveId" clId="{02FC1550-7BBA-4F6A-83EA-5F36ED97F23D}" dt="2022-06-23T09:39:26.712" v="151" actId="478"/>
          <ac:spMkLst>
            <pc:docMk/>
            <pc:sldMk cId="894135382" sldId="425"/>
            <ac:spMk id="2" creationId="{47E7F020-2FD2-FDFE-496F-97E8C1344707}"/>
          </ac:spMkLst>
        </pc:spChg>
        <pc:spChg chg="del">
          <ac:chgData name="Alexandre Quach" userId="7bb690c8a6e028e4" providerId="LiveId" clId="{02FC1550-7BBA-4F6A-83EA-5F36ED97F23D}" dt="2022-06-23T09:39:26.712" v="151" actId="478"/>
          <ac:spMkLst>
            <pc:docMk/>
            <pc:sldMk cId="894135382" sldId="425"/>
            <ac:spMk id="3" creationId="{66E7EE17-3E41-23C6-909C-CF957DAA3671}"/>
          </ac:spMkLst>
        </pc:spChg>
        <pc:spChg chg="add mod">
          <ac:chgData name="Alexandre Quach" userId="7bb690c8a6e028e4" providerId="LiveId" clId="{02FC1550-7BBA-4F6A-83EA-5F36ED97F23D}" dt="2022-06-23T09:39:34.703" v="154" actId="14100"/>
          <ac:spMkLst>
            <pc:docMk/>
            <pc:sldMk cId="894135382" sldId="425"/>
            <ac:spMk id="4" creationId="{0833710C-1B3B-96B6-C92D-575674043CA1}"/>
          </ac:spMkLst>
        </pc:spChg>
        <pc:spChg chg="add mod">
          <ac:chgData name="Alexandre Quach" userId="7bb690c8a6e028e4" providerId="LiveId" clId="{02FC1550-7BBA-4F6A-83EA-5F36ED97F23D}" dt="2022-06-23T09:39:36.952" v="155" actId="571"/>
          <ac:spMkLst>
            <pc:docMk/>
            <pc:sldMk cId="894135382" sldId="425"/>
            <ac:spMk id="5" creationId="{CF883A39-09F8-42C0-6DE8-8B255B2FE41B}"/>
          </ac:spMkLst>
        </pc:spChg>
        <pc:spChg chg="add mod">
          <ac:chgData name="Alexandre Quach" userId="7bb690c8a6e028e4" providerId="LiveId" clId="{02FC1550-7BBA-4F6A-83EA-5F36ED97F23D}" dt="2022-06-23T09:40:44.104" v="386" actId="20577"/>
          <ac:spMkLst>
            <pc:docMk/>
            <pc:sldMk cId="894135382" sldId="425"/>
            <ac:spMk id="6" creationId="{98F2594F-91C0-D92D-6A8B-762E840ABCBB}"/>
          </ac:spMkLst>
        </pc:spChg>
        <pc:spChg chg="add mod">
          <ac:chgData name="Alexandre Quach" userId="7bb690c8a6e028e4" providerId="LiveId" clId="{02FC1550-7BBA-4F6A-83EA-5F36ED97F23D}" dt="2022-06-23T09:40:27.457" v="330" actId="1076"/>
          <ac:spMkLst>
            <pc:docMk/>
            <pc:sldMk cId="894135382" sldId="425"/>
            <ac:spMk id="7" creationId="{3E60A3F1-FB7A-7222-FFD4-1398F7E93AC0}"/>
          </ac:spMkLst>
        </pc:spChg>
        <pc:spChg chg="add mod">
          <ac:chgData name="Alexandre Quach" userId="7bb690c8a6e028e4" providerId="LiveId" clId="{02FC1550-7BBA-4F6A-83EA-5F36ED97F23D}" dt="2022-06-23T09:40:23.958" v="329" actId="1076"/>
          <ac:spMkLst>
            <pc:docMk/>
            <pc:sldMk cId="894135382" sldId="425"/>
            <ac:spMk id="8" creationId="{796612ED-D2D9-FFAD-3EC2-3EAC9A53D652}"/>
          </ac:spMkLst>
        </pc:spChg>
        <pc:spChg chg="add mod">
          <ac:chgData name="Alexandre Quach" userId="7bb690c8a6e028e4" providerId="LiveId" clId="{02FC1550-7BBA-4F6A-83EA-5F36ED97F23D}" dt="2022-06-23T09:40:33.152" v="332" actId="1076"/>
          <ac:spMkLst>
            <pc:docMk/>
            <pc:sldMk cId="894135382" sldId="425"/>
            <ac:spMk id="9" creationId="{306594AC-E227-DE7A-5275-5487312E7CBD}"/>
          </ac:spMkLst>
        </pc:spChg>
        <pc:spChg chg="add mod">
          <ac:chgData name="Alexandre Quach" userId="7bb690c8a6e028e4" providerId="LiveId" clId="{02FC1550-7BBA-4F6A-83EA-5F36ED97F23D}" dt="2022-06-23T09:41:26.839" v="390" actId="1076"/>
          <ac:spMkLst>
            <pc:docMk/>
            <pc:sldMk cId="894135382" sldId="425"/>
            <ac:spMk id="10" creationId="{71C3A9CD-7043-0143-4B5B-283EA8A6115F}"/>
          </ac:spMkLst>
        </pc:spChg>
        <pc:spChg chg="add mod">
          <ac:chgData name="Alexandre Quach" userId="7bb690c8a6e028e4" providerId="LiveId" clId="{02FC1550-7BBA-4F6A-83EA-5F36ED97F23D}" dt="2022-06-23T09:40:51.990" v="387" actId="1076"/>
          <ac:spMkLst>
            <pc:docMk/>
            <pc:sldMk cId="894135382" sldId="425"/>
            <ac:spMk id="11" creationId="{E6DA8617-548C-009C-5914-C6E4444B524E}"/>
          </ac:spMkLst>
        </pc:spChg>
        <pc:spChg chg="add mod">
          <ac:chgData name="Alexandre Quach" userId="7bb690c8a6e028e4" providerId="LiveId" clId="{02FC1550-7BBA-4F6A-83EA-5F36ED97F23D}" dt="2022-06-23T09:40:33.152" v="332" actId="1076"/>
          <ac:spMkLst>
            <pc:docMk/>
            <pc:sldMk cId="894135382" sldId="425"/>
            <ac:spMk id="12" creationId="{0B2DC07F-05AF-C24A-B6C4-850070F896E1}"/>
          </ac:spMkLst>
        </pc:spChg>
      </pc:sldChg>
    </pc:docChg>
  </pc:docChgLst>
  <pc:docChgLst>
    <pc:chgData name="Alexandre Quach" userId="03a3b9a4-365b-425e-bba9-a77346403bac" providerId="ADAL" clId="{9339903F-6A71-47E4-B466-74135F6785DF}"/>
    <pc:docChg chg="undo custSel modSld">
      <pc:chgData name="Alexandre Quach" userId="03a3b9a4-365b-425e-bba9-a77346403bac" providerId="ADAL" clId="{9339903F-6A71-47E4-B466-74135F6785DF}" dt="2023-02-06T09:43:34.431" v="47" actId="1076"/>
      <pc:docMkLst>
        <pc:docMk/>
      </pc:docMkLst>
      <pc:sldChg chg="modSp mod">
        <pc:chgData name="Alexandre Quach" userId="03a3b9a4-365b-425e-bba9-a77346403bac" providerId="ADAL" clId="{9339903F-6A71-47E4-B466-74135F6785DF}" dt="2023-02-06T08:54:20.938" v="35" actId="6549"/>
        <pc:sldMkLst>
          <pc:docMk/>
          <pc:sldMk cId="471399303" sldId="373"/>
        </pc:sldMkLst>
        <pc:spChg chg="mod">
          <ac:chgData name="Alexandre Quach" userId="03a3b9a4-365b-425e-bba9-a77346403bac" providerId="ADAL" clId="{9339903F-6A71-47E4-B466-74135F6785DF}" dt="2023-02-06T08:54:20.938" v="35" actId="6549"/>
          <ac:spMkLst>
            <pc:docMk/>
            <pc:sldMk cId="471399303" sldId="373"/>
            <ac:spMk id="35" creationId="{67B0F38D-F1AC-4920-A67C-30199D2FB73D}"/>
          </ac:spMkLst>
        </pc:spChg>
      </pc:sldChg>
      <pc:sldChg chg="modSp">
        <pc:chgData name="Alexandre Quach" userId="03a3b9a4-365b-425e-bba9-a77346403bac" providerId="ADAL" clId="{9339903F-6A71-47E4-B466-74135F6785DF}" dt="2023-02-06T09:21:32.104" v="36" actId="21"/>
        <pc:sldMkLst>
          <pc:docMk/>
          <pc:sldMk cId="2545377066" sldId="377"/>
        </pc:sldMkLst>
        <pc:graphicFrameChg chg="mod">
          <ac:chgData name="Alexandre Quach" userId="03a3b9a4-365b-425e-bba9-a77346403bac" providerId="ADAL" clId="{9339903F-6A71-47E4-B466-74135F6785DF}" dt="2023-02-06T09:21:32.104" v="36" actId="21"/>
          <ac:graphicFrameMkLst>
            <pc:docMk/>
            <pc:sldMk cId="2545377066" sldId="377"/>
            <ac:graphicFrameMk id="46" creationId="{A1A89359-9EBD-4BE9-9EE7-2603FE9D0BEF}"/>
          </ac:graphicFrameMkLst>
        </pc:graphicFrameChg>
      </pc:sldChg>
      <pc:sldChg chg="addSp modSp mod">
        <pc:chgData name="Alexandre Quach" userId="03a3b9a4-365b-425e-bba9-a77346403bac" providerId="ADAL" clId="{9339903F-6A71-47E4-B466-74135F6785DF}" dt="2023-02-06T09:43:34.431" v="47" actId="1076"/>
        <pc:sldMkLst>
          <pc:docMk/>
          <pc:sldMk cId="3038443621" sldId="414"/>
        </pc:sldMkLst>
        <pc:spChg chg="mod">
          <ac:chgData name="Alexandre Quach" userId="03a3b9a4-365b-425e-bba9-a77346403bac" providerId="ADAL" clId="{9339903F-6A71-47E4-B466-74135F6785DF}" dt="2023-02-06T09:43:10.719" v="37"/>
          <ac:spMkLst>
            <pc:docMk/>
            <pc:sldMk cId="3038443621" sldId="414"/>
            <ac:spMk id="4" creationId="{8598E961-3B96-B660-A86A-1E27AB025CEA}"/>
          </ac:spMkLst>
        </pc:spChg>
        <pc:spChg chg="mod">
          <ac:chgData name="Alexandre Quach" userId="03a3b9a4-365b-425e-bba9-a77346403bac" providerId="ADAL" clId="{9339903F-6A71-47E4-B466-74135F6785DF}" dt="2023-02-06T09:43:10.719" v="37"/>
          <ac:spMkLst>
            <pc:docMk/>
            <pc:sldMk cId="3038443621" sldId="414"/>
            <ac:spMk id="5" creationId="{E351A02F-3021-8F74-6D04-E159AF14D21B}"/>
          </ac:spMkLst>
        </pc:spChg>
        <pc:spChg chg="mod">
          <ac:chgData name="Alexandre Quach" userId="03a3b9a4-365b-425e-bba9-a77346403bac" providerId="ADAL" clId="{9339903F-6A71-47E4-B466-74135F6785DF}" dt="2023-02-06T09:43:10.719" v="37"/>
          <ac:spMkLst>
            <pc:docMk/>
            <pc:sldMk cId="3038443621" sldId="414"/>
            <ac:spMk id="7" creationId="{E5AFC3DB-C5A5-724A-7B3B-7B28E1059782}"/>
          </ac:spMkLst>
        </pc:spChg>
        <pc:spChg chg="mod">
          <ac:chgData name="Alexandre Quach" userId="03a3b9a4-365b-425e-bba9-a77346403bac" providerId="ADAL" clId="{9339903F-6A71-47E4-B466-74135F6785DF}" dt="2023-02-06T09:43:10.719" v="37"/>
          <ac:spMkLst>
            <pc:docMk/>
            <pc:sldMk cId="3038443621" sldId="414"/>
            <ac:spMk id="8" creationId="{083CFC90-C532-E9B7-07DD-0AF046FF7B57}"/>
          </ac:spMkLst>
        </pc:spChg>
        <pc:spChg chg="mod">
          <ac:chgData name="Alexandre Quach" userId="03a3b9a4-365b-425e-bba9-a77346403bac" providerId="ADAL" clId="{9339903F-6A71-47E4-B466-74135F6785DF}" dt="2023-02-06T09:43:10.719" v="37"/>
          <ac:spMkLst>
            <pc:docMk/>
            <pc:sldMk cId="3038443621" sldId="414"/>
            <ac:spMk id="9" creationId="{D701A007-E246-B01D-D847-6B2E48341C74}"/>
          </ac:spMkLst>
        </pc:spChg>
        <pc:spChg chg="mod">
          <ac:chgData name="Alexandre Quach" userId="03a3b9a4-365b-425e-bba9-a77346403bac" providerId="ADAL" clId="{9339903F-6A71-47E4-B466-74135F6785DF}" dt="2023-02-06T09:43:10.719" v="37"/>
          <ac:spMkLst>
            <pc:docMk/>
            <pc:sldMk cId="3038443621" sldId="414"/>
            <ac:spMk id="10" creationId="{D6138B21-36E7-3913-AA5E-C868A83CD448}"/>
          </ac:spMkLst>
        </pc:spChg>
        <pc:spChg chg="mod">
          <ac:chgData name="Alexandre Quach" userId="03a3b9a4-365b-425e-bba9-a77346403bac" providerId="ADAL" clId="{9339903F-6A71-47E4-B466-74135F6785DF}" dt="2023-02-06T09:43:10.719" v="37"/>
          <ac:spMkLst>
            <pc:docMk/>
            <pc:sldMk cId="3038443621" sldId="414"/>
            <ac:spMk id="11" creationId="{E863E800-BEAC-1615-AD40-33954955E802}"/>
          </ac:spMkLst>
        </pc:spChg>
        <pc:spChg chg="mod">
          <ac:chgData name="Alexandre Quach" userId="03a3b9a4-365b-425e-bba9-a77346403bac" providerId="ADAL" clId="{9339903F-6A71-47E4-B466-74135F6785DF}" dt="2023-02-06T09:43:10.719" v="37"/>
          <ac:spMkLst>
            <pc:docMk/>
            <pc:sldMk cId="3038443621" sldId="414"/>
            <ac:spMk id="12" creationId="{02A92D5F-D1BC-23EA-A058-2D66DCE0F620}"/>
          </ac:spMkLst>
        </pc:spChg>
        <pc:spChg chg="mod">
          <ac:chgData name="Alexandre Quach" userId="03a3b9a4-365b-425e-bba9-a77346403bac" providerId="ADAL" clId="{9339903F-6A71-47E4-B466-74135F6785DF}" dt="2023-02-06T09:43:10.719" v="37"/>
          <ac:spMkLst>
            <pc:docMk/>
            <pc:sldMk cId="3038443621" sldId="414"/>
            <ac:spMk id="18" creationId="{DE3AF8F7-BD8E-CBB7-032D-4521C3DAC507}"/>
          </ac:spMkLst>
        </pc:spChg>
        <pc:spChg chg="mod">
          <ac:chgData name="Alexandre Quach" userId="03a3b9a4-365b-425e-bba9-a77346403bac" providerId="ADAL" clId="{9339903F-6A71-47E4-B466-74135F6785DF}" dt="2023-02-06T09:43:10.719" v="37"/>
          <ac:spMkLst>
            <pc:docMk/>
            <pc:sldMk cId="3038443621" sldId="414"/>
            <ac:spMk id="19" creationId="{A418D263-2703-66F9-7926-C645E1F244AB}"/>
          </ac:spMkLst>
        </pc:spChg>
        <pc:spChg chg="mod">
          <ac:chgData name="Alexandre Quach" userId="03a3b9a4-365b-425e-bba9-a77346403bac" providerId="ADAL" clId="{9339903F-6A71-47E4-B466-74135F6785DF}" dt="2023-02-06T09:43:10.719" v="37"/>
          <ac:spMkLst>
            <pc:docMk/>
            <pc:sldMk cId="3038443621" sldId="414"/>
            <ac:spMk id="34" creationId="{2318110A-058D-DE40-2F7B-A65C05A9C391}"/>
          </ac:spMkLst>
        </pc:spChg>
        <pc:spChg chg="mod">
          <ac:chgData name="Alexandre Quach" userId="03a3b9a4-365b-425e-bba9-a77346403bac" providerId="ADAL" clId="{9339903F-6A71-47E4-B466-74135F6785DF}" dt="2023-02-06T09:43:10.719" v="37"/>
          <ac:spMkLst>
            <pc:docMk/>
            <pc:sldMk cId="3038443621" sldId="414"/>
            <ac:spMk id="35" creationId="{016DC822-4A27-BE06-11D8-377E2E04E48C}"/>
          </ac:spMkLst>
        </pc:spChg>
        <pc:spChg chg="mod">
          <ac:chgData name="Alexandre Quach" userId="03a3b9a4-365b-425e-bba9-a77346403bac" providerId="ADAL" clId="{9339903F-6A71-47E4-B466-74135F6785DF}" dt="2023-02-06T09:43:10.719" v="37"/>
          <ac:spMkLst>
            <pc:docMk/>
            <pc:sldMk cId="3038443621" sldId="414"/>
            <ac:spMk id="36" creationId="{B8FCF653-19CA-8EE0-1E6A-A84F550665AB}"/>
          </ac:spMkLst>
        </pc:spChg>
        <pc:spChg chg="mod">
          <ac:chgData name="Alexandre Quach" userId="03a3b9a4-365b-425e-bba9-a77346403bac" providerId="ADAL" clId="{9339903F-6A71-47E4-B466-74135F6785DF}" dt="2023-02-06T09:43:10.719" v="37"/>
          <ac:spMkLst>
            <pc:docMk/>
            <pc:sldMk cId="3038443621" sldId="414"/>
            <ac:spMk id="37" creationId="{2CB42023-C358-B00B-314A-4DFEC96A4179}"/>
          </ac:spMkLst>
        </pc:spChg>
        <pc:spChg chg="mod">
          <ac:chgData name="Alexandre Quach" userId="03a3b9a4-365b-425e-bba9-a77346403bac" providerId="ADAL" clId="{9339903F-6A71-47E4-B466-74135F6785DF}" dt="2023-02-06T09:43:10.719" v="37"/>
          <ac:spMkLst>
            <pc:docMk/>
            <pc:sldMk cId="3038443621" sldId="414"/>
            <ac:spMk id="38" creationId="{05F291D8-87D1-BFFE-D187-32A84D0C7A42}"/>
          </ac:spMkLst>
        </pc:spChg>
        <pc:spChg chg="mod">
          <ac:chgData name="Alexandre Quach" userId="03a3b9a4-365b-425e-bba9-a77346403bac" providerId="ADAL" clId="{9339903F-6A71-47E4-B466-74135F6785DF}" dt="2023-02-06T09:43:10.719" v="37"/>
          <ac:spMkLst>
            <pc:docMk/>
            <pc:sldMk cId="3038443621" sldId="414"/>
            <ac:spMk id="39" creationId="{B9BC372D-73A4-7D1A-3753-21E1D3EEEC04}"/>
          </ac:spMkLst>
        </pc:spChg>
        <pc:spChg chg="mod">
          <ac:chgData name="Alexandre Quach" userId="03a3b9a4-365b-425e-bba9-a77346403bac" providerId="ADAL" clId="{9339903F-6A71-47E4-B466-74135F6785DF}" dt="2023-02-06T09:43:10.719" v="37"/>
          <ac:spMkLst>
            <pc:docMk/>
            <pc:sldMk cId="3038443621" sldId="414"/>
            <ac:spMk id="40" creationId="{4661166D-50BB-CD36-4FFF-D9E6E66071AA}"/>
          </ac:spMkLst>
        </pc:spChg>
        <pc:spChg chg="mod">
          <ac:chgData name="Alexandre Quach" userId="03a3b9a4-365b-425e-bba9-a77346403bac" providerId="ADAL" clId="{9339903F-6A71-47E4-B466-74135F6785DF}" dt="2023-02-06T09:43:10.719" v="37"/>
          <ac:spMkLst>
            <pc:docMk/>
            <pc:sldMk cId="3038443621" sldId="414"/>
            <ac:spMk id="41" creationId="{5CB90B6A-BE67-F504-ABE6-4F9569739B1B}"/>
          </ac:spMkLst>
        </pc:spChg>
        <pc:spChg chg="mod">
          <ac:chgData name="Alexandre Quach" userId="03a3b9a4-365b-425e-bba9-a77346403bac" providerId="ADAL" clId="{9339903F-6A71-47E4-B466-74135F6785DF}" dt="2023-02-06T09:43:10.719" v="37"/>
          <ac:spMkLst>
            <pc:docMk/>
            <pc:sldMk cId="3038443621" sldId="414"/>
            <ac:spMk id="42" creationId="{779BE5F4-1C55-FF22-CC1D-80F8AF737D6C}"/>
          </ac:spMkLst>
        </pc:spChg>
        <pc:spChg chg="mod">
          <ac:chgData name="Alexandre Quach" userId="03a3b9a4-365b-425e-bba9-a77346403bac" providerId="ADAL" clId="{9339903F-6A71-47E4-B466-74135F6785DF}" dt="2023-02-06T09:43:10.719" v="37"/>
          <ac:spMkLst>
            <pc:docMk/>
            <pc:sldMk cId="3038443621" sldId="414"/>
            <ac:spMk id="43" creationId="{4BE81A0B-7783-391C-991C-CB953EFD11DA}"/>
          </ac:spMkLst>
        </pc:spChg>
        <pc:spChg chg="mod">
          <ac:chgData name="Alexandre Quach" userId="03a3b9a4-365b-425e-bba9-a77346403bac" providerId="ADAL" clId="{9339903F-6A71-47E4-B466-74135F6785DF}" dt="2023-02-06T09:43:10.719" v="37"/>
          <ac:spMkLst>
            <pc:docMk/>
            <pc:sldMk cId="3038443621" sldId="414"/>
            <ac:spMk id="48" creationId="{2CA815F7-BD4A-3A40-8C1F-B81E7F2E3928}"/>
          </ac:spMkLst>
        </pc:spChg>
        <pc:spChg chg="mod">
          <ac:chgData name="Alexandre Quach" userId="03a3b9a4-365b-425e-bba9-a77346403bac" providerId="ADAL" clId="{9339903F-6A71-47E4-B466-74135F6785DF}" dt="2023-02-06T09:43:10.719" v="37"/>
          <ac:spMkLst>
            <pc:docMk/>
            <pc:sldMk cId="3038443621" sldId="414"/>
            <ac:spMk id="50" creationId="{34CE70FC-363E-A0BE-E279-2FF12A8CDAEA}"/>
          </ac:spMkLst>
        </pc:spChg>
        <pc:spChg chg="mod">
          <ac:chgData name="Alexandre Quach" userId="03a3b9a4-365b-425e-bba9-a77346403bac" providerId="ADAL" clId="{9339903F-6A71-47E4-B466-74135F6785DF}" dt="2023-02-06T09:43:10.719" v="37"/>
          <ac:spMkLst>
            <pc:docMk/>
            <pc:sldMk cId="3038443621" sldId="414"/>
            <ac:spMk id="51" creationId="{D5389FC1-D5AC-E554-4922-A919F2F3DC8F}"/>
          </ac:spMkLst>
        </pc:spChg>
        <pc:spChg chg="mod">
          <ac:chgData name="Alexandre Quach" userId="03a3b9a4-365b-425e-bba9-a77346403bac" providerId="ADAL" clId="{9339903F-6A71-47E4-B466-74135F6785DF}" dt="2023-02-06T09:43:10.719" v="37"/>
          <ac:spMkLst>
            <pc:docMk/>
            <pc:sldMk cId="3038443621" sldId="414"/>
            <ac:spMk id="52" creationId="{BB9C66DF-CC2B-87D3-5542-5D0BB1995C0F}"/>
          </ac:spMkLst>
        </pc:spChg>
        <pc:spChg chg="mod">
          <ac:chgData name="Alexandre Quach" userId="03a3b9a4-365b-425e-bba9-a77346403bac" providerId="ADAL" clId="{9339903F-6A71-47E4-B466-74135F6785DF}" dt="2023-02-06T09:43:10.719" v="37"/>
          <ac:spMkLst>
            <pc:docMk/>
            <pc:sldMk cId="3038443621" sldId="414"/>
            <ac:spMk id="53" creationId="{1BD96C93-3A35-770E-BD03-038A1ED39771}"/>
          </ac:spMkLst>
        </pc:spChg>
        <pc:spChg chg="mod">
          <ac:chgData name="Alexandre Quach" userId="03a3b9a4-365b-425e-bba9-a77346403bac" providerId="ADAL" clId="{9339903F-6A71-47E4-B466-74135F6785DF}" dt="2023-02-06T09:43:10.719" v="37"/>
          <ac:spMkLst>
            <pc:docMk/>
            <pc:sldMk cId="3038443621" sldId="414"/>
            <ac:spMk id="54" creationId="{24A050EC-1CB9-B00D-ECC2-ACAE7FEA0C66}"/>
          </ac:spMkLst>
        </pc:spChg>
        <pc:spChg chg="mod">
          <ac:chgData name="Alexandre Quach" userId="03a3b9a4-365b-425e-bba9-a77346403bac" providerId="ADAL" clId="{9339903F-6A71-47E4-B466-74135F6785DF}" dt="2023-02-06T09:43:10.719" v="37"/>
          <ac:spMkLst>
            <pc:docMk/>
            <pc:sldMk cId="3038443621" sldId="414"/>
            <ac:spMk id="55" creationId="{3311041B-C8DE-61F8-CA8B-DB60673F6BEB}"/>
          </ac:spMkLst>
        </pc:spChg>
        <pc:spChg chg="mod">
          <ac:chgData name="Alexandre Quach" userId="03a3b9a4-365b-425e-bba9-a77346403bac" providerId="ADAL" clId="{9339903F-6A71-47E4-B466-74135F6785DF}" dt="2023-02-06T09:43:10.719" v="37"/>
          <ac:spMkLst>
            <pc:docMk/>
            <pc:sldMk cId="3038443621" sldId="414"/>
            <ac:spMk id="56" creationId="{276A86ED-69AF-DE1C-AC5C-3E4F34B18A44}"/>
          </ac:spMkLst>
        </pc:spChg>
        <pc:spChg chg="mod">
          <ac:chgData name="Alexandre Quach" userId="03a3b9a4-365b-425e-bba9-a77346403bac" providerId="ADAL" clId="{9339903F-6A71-47E4-B466-74135F6785DF}" dt="2023-02-06T09:43:10.719" v="37"/>
          <ac:spMkLst>
            <pc:docMk/>
            <pc:sldMk cId="3038443621" sldId="414"/>
            <ac:spMk id="57" creationId="{26D8187D-62DA-0F02-C10B-1A0991ACCF35}"/>
          </ac:spMkLst>
        </pc:spChg>
        <pc:spChg chg="mod">
          <ac:chgData name="Alexandre Quach" userId="03a3b9a4-365b-425e-bba9-a77346403bac" providerId="ADAL" clId="{9339903F-6A71-47E4-B466-74135F6785DF}" dt="2023-02-06T09:43:10.719" v="37"/>
          <ac:spMkLst>
            <pc:docMk/>
            <pc:sldMk cId="3038443621" sldId="414"/>
            <ac:spMk id="58" creationId="{7025A626-A514-A367-B021-2F932F6A0050}"/>
          </ac:spMkLst>
        </pc:spChg>
        <pc:spChg chg="mod">
          <ac:chgData name="Alexandre Quach" userId="03a3b9a4-365b-425e-bba9-a77346403bac" providerId="ADAL" clId="{9339903F-6A71-47E4-B466-74135F6785DF}" dt="2023-02-06T09:43:10.719" v="37"/>
          <ac:spMkLst>
            <pc:docMk/>
            <pc:sldMk cId="3038443621" sldId="414"/>
            <ac:spMk id="59" creationId="{122A7AA5-3F6D-AAD5-1852-3A7D691AA129}"/>
          </ac:spMkLst>
        </pc:spChg>
        <pc:spChg chg="mod">
          <ac:chgData name="Alexandre Quach" userId="03a3b9a4-365b-425e-bba9-a77346403bac" providerId="ADAL" clId="{9339903F-6A71-47E4-B466-74135F6785DF}" dt="2023-02-06T09:43:10.719" v="37"/>
          <ac:spMkLst>
            <pc:docMk/>
            <pc:sldMk cId="3038443621" sldId="414"/>
            <ac:spMk id="60" creationId="{DB0423B8-3BFA-1F7F-3099-2D6BDBFAC8EB}"/>
          </ac:spMkLst>
        </pc:spChg>
        <pc:spChg chg="mod">
          <ac:chgData name="Alexandre Quach" userId="03a3b9a4-365b-425e-bba9-a77346403bac" providerId="ADAL" clId="{9339903F-6A71-47E4-B466-74135F6785DF}" dt="2023-02-06T09:43:10.719" v="37"/>
          <ac:spMkLst>
            <pc:docMk/>
            <pc:sldMk cId="3038443621" sldId="414"/>
            <ac:spMk id="61" creationId="{3D0DEC7C-F8CE-BB5A-5039-E40425A06BC5}"/>
          </ac:spMkLst>
        </pc:spChg>
        <pc:spChg chg="mod">
          <ac:chgData name="Alexandre Quach" userId="03a3b9a4-365b-425e-bba9-a77346403bac" providerId="ADAL" clId="{9339903F-6A71-47E4-B466-74135F6785DF}" dt="2023-02-06T09:43:10.719" v="37"/>
          <ac:spMkLst>
            <pc:docMk/>
            <pc:sldMk cId="3038443621" sldId="414"/>
            <ac:spMk id="62" creationId="{44112E95-9E3C-7FF0-9B8B-BB9AAE4D205F}"/>
          </ac:spMkLst>
        </pc:spChg>
        <pc:spChg chg="mod">
          <ac:chgData name="Alexandre Quach" userId="03a3b9a4-365b-425e-bba9-a77346403bac" providerId="ADAL" clId="{9339903F-6A71-47E4-B466-74135F6785DF}" dt="2023-02-06T09:43:10.719" v="37"/>
          <ac:spMkLst>
            <pc:docMk/>
            <pc:sldMk cId="3038443621" sldId="414"/>
            <ac:spMk id="63" creationId="{C82E03DE-530B-EA5C-8FCC-31D10AE08A51}"/>
          </ac:spMkLst>
        </pc:spChg>
        <pc:spChg chg="mod">
          <ac:chgData name="Alexandre Quach" userId="03a3b9a4-365b-425e-bba9-a77346403bac" providerId="ADAL" clId="{9339903F-6A71-47E4-B466-74135F6785DF}" dt="2023-02-06T09:43:10.719" v="37"/>
          <ac:spMkLst>
            <pc:docMk/>
            <pc:sldMk cId="3038443621" sldId="414"/>
            <ac:spMk id="64" creationId="{1A408BFC-103A-92DE-1B1D-1961A7AEC1F8}"/>
          </ac:spMkLst>
        </pc:spChg>
        <pc:spChg chg="mod">
          <ac:chgData name="Alexandre Quach" userId="03a3b9a4-365b-425e-bba9-a77346403bac" providerId="ADAL" clId="{9339903F-6A71-47E4-B466-74135F6785DF}" dt="2023-02-06T09:43:10.719" v="37"/>
          <ac:spMkLst>
            <pc:docMk/>
            <pc:sldMk cId="3038443621" sldId="414"/>
            <ac:spMk id="65" creationId="{EA24B4C8-2969-6028-933E-A7DC5911CE48}"/>
          </ac:spMkLst>
        </pc:spChg>
        <pc:spChg chg="mod">
          <ac:chgData name="Alexandre Quach" userId="03a3b9a4-365b-425e-bba9-a77346403bac" providerId="ADAL" clId="{9339903F-6A71-47E4-B466-74135F6785DF}" dt="2023-02-06T09:43:10.719" v="37"/>
          <ac:spMkLst>
            <pc:docMk/>
            <pc:sldMk cId="3038443621" sldId="414"/>
            <ac:spMk id="66" creationId="{D677298C-B399-C518-2BCB-A0CEC1DCA69F}"/>
          </ac:spMkLst>
        </pc:spChg>
        <pc:spChg chg="mod">
          <ac:chgData name="Alexandre Quach" userId="03a3b9a4-365b-425e-bba9-a77346403bac" providerId="ADAL" clId="{9339903F-6A71-47E4-B466-74135F6785DF}" dt="2023-02-06T09:43:10.719" v="37"/>
          <ac:spMkLst>
            <pc:docMk/>
            <pc:sldMk cId="3038443621" sldId="414"/>
            <ac:spMk id="67" creationId="{60E742F5-B458-BE57-AD52-61D4EC1F4386}"/>
          </ac:spMkLst>
        </pc:spChg>
        <pc:spChg chg="mod">
          <ac:chgData name="Alexandre Quach" userId="03a3b9a4-365b-425e-bba9-a77346403bac" providerId="ADAL" clId="{9339903F-6A71-47E4-B466-74135F6785DF}" dt="2023-02-06T09:43:10.719" v="37"/>
          <ac:spMkLst>
            <pc:docMk/>
            <pc:sldMk cId="3038443621" sldId="414"/>
            <ac:spMk id="68" creationId="{DBB611CD-368A-7671-5858-3005888ECF18}"/>
          </ac:spMkLst>
        </pc:spChg>
        <pc:spChg chg="mod">
          <ac:chgData name="Alexandre Quach" userId="03a3b9a4-365b-425e-bba9-a77346403bac" providerId="ADAL" clId="{9339903F-6A71-47E4-B466-74135F6785DF}" dt="2023-02-06T09:43:10.719" v="37"/>
          <ac:spMkLst>
            <pc:docMk/>
            <pc:sldMk cId="3038443621" sldId="414"/>
            <ac:spMk id="69" creationId="{2CE5397F-E1F6-F88F-A2ED-88F0660F7FDD}"/>
          </ac:spMkLst>
        </pc:spChg>
        <pc:spChg chg="mod">
          <ac:chgData name="Alexandre Quach" userId="03a3b9a4-365b-425e-bba9-a77346403bac" providerId="ADAL" clId="{9339903F-6A71-47E4-B466-74135F6785DF}" dt="2023-02-06T09:43:10.719" v="37"/>
          <ac:spMkLst>
            <pc:docMk/>
            <pc:sldMk cId="3038443621" sldId="414"/>
            <ac:spMk id="70" creationId="{8A1CA79A-501E-CE1B-9EAB-6D09105A87C8}"/>
          </ac:spMkLst>
        </pc:spChg>
        <pc:spChg chg="mod">
          <ac:chgData name="Alexandre Quach" userId="03a3b9a4-365b-425e-bba9-a77346403bac" providerId="ADAL" clId="{9339903F-6A71-47E4-B466-74135F6785DF}" dt="2023-02-06T09:43:10.719" v="37"/>
          <ac:spMkLst>
            <pc:docMk/>
            <pc:sldMk cId="3038443621" sldId="414"/>
            <ac:spMk id="71" creationId="{840CDD4C-49F9-0B7C-6271-27BA33DCCB10}"/>
          </ac:spMkLst>
        </pc:spChg>
        <pc:spChg chg="mod">
          <ac:chgData name="Alexandre Quach" userId="03a3b9a4-365b-425e-bba9-a77346403bac" providerId="ADAL" clId="{9339903F-6A71-47E4-B466-74135F6785DF}" dt="2023-02-06T09:43:10.719" v="37"/>
          <ac:spMkLst>
            <pc:docMk/>
            <pc:sldMk cId="3038443621" sldId="414"/>
            <ac:spMk id="72" creationId="{F83FE676-6CC6-B03F-096B-FC1E3A0B3410}"/>
          </ac:spMkLst>
        </pc:spChg>
        <pc:spChg chg="mod">
          <ac:chgData name="Alexandre Quach" userId="03a3b9a4-365b-425e-bba9-a77346403bac" providerId="ADAL" clId="{9339903F-6A71-47E4-B466-74135F6785DF}" dt="2023-02-06T09:43:10.719" v="37"/>
          <ac:spMkLst>
            <pc:docMk/>
            <pc:sldMk cId="3038443621" sldId="414"/>
            <ac:spMk id="73" creationId="{2B4C3EF3-6180-2CC0-3D18-A049F5841AD8}"/>
          </ac:spMkLst>
        </pc:spChg>
        <pc:spChg chg="mod">
          <ac:chgData name="Alexandre Quach" userId="03a3b9a4-365b-425e-bba9-a77346403bac" providerId="ADAL" clId="{9339903F-6A71-47E4-B466-74135F6785DF}" dt="2023-02-06T09:43:10.719" v="37"/>
          <ac:spMkLst>
            <pc:docMk/>
            <pc:sldMk cId="3038443621" sldId="414"/>
            <ac:spMk id="74" creationId="{37CEFE99-17EF-9F41-FA28-9839952A66C8}"/>
          </ac:spMkLst>
        </pc:spChg>
        <pc:spChg chg="mod">
          <ac:chgData name="Alexandre Quach" userId="03a3b9a4-365b-425e-bba9-a77346403bac" providerId="ADAL" clId="{9339903F-6A71-47E4-B466-74135F6785DF}" dt="2023-02-06T09:43:10.719" v="37"/>
          <ac:spMkLst>
            <pc:docMk/>
            <pc:sldMk cId="3038443621" sldId="414"/>
            <ac:spMk id="75" creationId="{344B304D-002B-BC00-AACD-075E791E1012}"/>
          </ac:spMkLst>
        </pc:spChg>
        <pc:spChg chg="mod">
          <ac:chgData name="Alexandre Quach" userId="03a3b9a4-365b-425e-bba9-a77346403bac" providerId="ADAL" clId="{9339903F-6A71-47E4-B466-74135F6785DF}" dt="2023-02-06T09:43:10.719" v="37"/>
          <ac:spMkLst>
            <pc:docMk/>
            <pc:sldMk cId="3038443621" sldId="414"/>
            <ac:spMk id="76" creationId="{862BAA39-D808-A098-6C31-EB4169F6C879}"/>
          </ac:spMkLst>
        </pc:spChg>
        <pc:spChg chg="mod">
          <ac:chgData name="Alexandre Quach" userId="03a3b9a4-365b-425e-bba9-a77346403bac" providerId="ADAL" clId="{9339903F-6A71-47E4-B466-74135F6785DF}" dt="2023-02-06T09:43:10.719" v="37"/>
          <ac:spMkLst>
            <pc:docMk/>
            <pc:sldMk cId="3038443621" sldId="414"/>
            <ac:spMk id="77" creationId="{4F3B9FC6-60C3-5CB6-8987-CFFCD9FF44A9}"/>
          </ac:spMkLst>
        </pc:spChg>
        <pc:spChg chg="mod">
          <ac:chgData name="Alexandre Quach" userId="03a3b9a4-365b-425e-bba9-a77346403bac" providerId="ADAL" clId="{9339903F-6A71-47E4-B466-74135F6785DF}" dt="2023-02-06T09:43:10.719" v="37"/>
          <ac:spMkLst>
            <pc:docMk/>
            <pc:sldMk cId="3038443621" sldId="414"/>
            <ac:spMk id="78" creationId="{D6768FB7-C5CF-1CE0-B05B-C817ADA95980}"/>
          </ac:spMkLst>
        </pc:spChg>
        <pc:spChg chg="mod">
          <ac:chgData name="Alexandre Quach" userId="03a3b9a4-365b-425e-bba9-a77346403bac" providerId="ADAL" clId="{9339903F-6A71-47E4-B466-74135F6785DF}" dt="2023-02-06T09:43:10.719" v="37"/>
          <ac:spMkLst>
            <pc:docMk/>
            <pc:sldMk cId="3038443621" sldId="414"/>
            <ac:spMk id="79" creationId="{74D2F490-9AAB-5A7E-6758-15A9318C0435}"/>
          </ac:spMkLst>
        </pc:spChg>
        <pc:spChg chg="mod">
          <ac:chgData name="Alexandre Quach" userId="03a3b9a4-365b-425e-bba9-a77346403bac" providerId="ADAL" clId="{9339903F-6A71-47E4-B466-74135F6785DF}" dt="2023-02-06T09:43:10.719" v="37"/>
          <ac:spMkLst>
            <pc:docMk/>
            <pc:sldMk cId="3038443621" sldId="414"/>
            <ac:spMk id="80" creationId="{57C35154-3EC2-6F40-8A1D-B1AE2E04F76E}"/>
          </ac:spMkLst>
        </pc:spChg>
        <pc:spChg chg="mod">
          <ac:chgData name="Alexandre Quach" userId="03a3b9a4-365b-425e-bba9-a77346403bac" providerId="ADAL" clId="{9339903F-6A71-47E4-B466-74135F6785DF}" dt="2023-02-06T09:43:10.719" v="37"/>
          <ac:spMkLst>
            <pc:docMk/>
            <pc:sldMk cId="3038443621" sldId="414"/>
            <ac:spMk id="81" creationId="{AA09B909-0FCF-91D3-2C7B-6385FB4F1147}"/>
          </ac:spMkLst>
        </pc:spChg>
        <pc:spChg chg="mod">
          <ac:chgData name="Alexandre Quach" userId="03a3b9a4-365b-425e-bba9-a77346403bac" providerId="ADAL" clId="{9339903F-6A71-47E4-B466-74135F6785DF}" dt="2023-02-06T09:43:10.719" v="37"/>
          <ac:spMkLst>
            <pc:docMk/>
            <pc:sldMk cId="3038443621" sldId="414"/>
            <ac:spMk id="82" creationId="{B01F107C-250A-E6A8-8F9B-E458C2881498}"/>
          </ac:spMkLst>
        </pc:spChg>
        <pc:spChg chg="mod">
          <ac:chgData name="Alexandre Quach" userId="03a3b9a4-365b-425e-bba9-a77346403bac" providerId="ADAL" clId="{9339903F-6A71-47E4-B466-74135F6785DF}" dt="2023-02-06T09:43:10.719" v="37"/>
          <ac:spMkLst>
            <pc:docMk/>
            <pc:sldMk cId="3038443621" sldId="414"/>
            <ac:spMk id="83" creationId="{E72A36C7-DC54-E2D1-FAB4-7A421C1E5CA1}"/>
          </ac:spMkLst>
        </pc:spChg>
        <pc:spChg chg="mod">
          <ac:chgData name="Alexandre Quach" userId="03a3b9a4-365b-425e-bba9-a77346403bac" providerId="ADAL" clId="{9339903F-6A71-47E4-B466-74135F6785DF}" dt="2023-02-06T09:43:10.719" v="37"/>
          <ac:spMkLst>
            <pc:docMk/>
            <pc:sldMk cId="3038443621" sldId="414"/>
            <ac:spMk id="84" creationId="{79391425-AE4F-8372-3E1B-DA6444C75330}"/>
          </ac:spMkLst>
        </pc:spChg>
        <pc:spChg chg="mod">
          <ac:chgData name="Alexandre Quach" userId="03a3b9a4-365b-425e-bba9-a77346403bac" providerId="ADAL" clId="{9339903F-6A71-47E4-B466-74135F6785DF}" dt="2023-02-06T09:43:10.719" v="37"/>
          <ac:spMkLst>
            <pc:docMk/>
            <pc:sldMk cId="3038443621" sldId="414"/>
            <ac:spMk id="85" creationId="{A3941C2B-4B2C-CD60-10E8-FF9AC4B80640}"/>
          </ac:spMkLst>
        </pc:spChg>
        <pc:spChg chg="mod">
          <ac:chgData name="Alexandre Quach" userId="03a3b9a4-365b-425e-bba9-a77346403bac" providerId="ADAL" clId="{9339903F-6A71-47E4-B466-74135F6785DF}" dt="2023-02-06T09:43:10.719" v="37"/>
          <ac:spMkLst>
            <pc:docMk/>
            <pc:sldMk cId="3038443621" sldId="414"/>
            <ac:spMk id="86" creationId="{808EC5C9-B784-4907-A833-D75B89643A7C}"/>
          </ac:spMkLst>
        </pc:spChg>
        <pc:spChg chg="mod">
          <ac:chgData name="Alexandre Quach" userId="03a3b9a4-365b-425e-bba9-a77346403bac" providerId="ADAL" clId="{9339903F-6A71-47E4-B466-74135F6785DF}" dt="2023-02-06T09:43:10.719" v="37"/>
          <ac:spMkLst>
            <pc:docMk/>
            <pc:sldMk cId="3038443621" sldId="414"/>
            <ac:spMk id="87" creationId="{DA2556B1-1DA6-B22D-22EB-4C011621F3E4}"/>
          </ac:spMkLst>
        </pc:spChg>
        <pc:spChg chg="mod">
          <ac:chgData name="Alexandre Quach" userId="03a3b9a4-365b-425e-bba9-a77346403bac" providerId="ADAL" clId="{9339903F-6A71-47E4-B466-74135F6785DF}" dt="2023-02-06T09:43:10.719" v="37"/>
          <ac:spMkLst>
            <pc:docMk/>
            <pc:sldMk cId="3038443621" sldId="414"/>
            <ac:spMk id="88" creationId="{92CAE79E-B361-561B-70DA-185DB64D1CA0}"/>
          </ac:spMkLst>
        </pc:spChg>
        <pc:spChg chg="mod">
          <ac:chgData name="Alexandre Quach" userId="03a3b9a4-365b-425e-bba9-a77346403bac" providerId="ADAL" clId="{9339903F-6A71-47E4-B466-74135F6785DF}" dt="2023-02-06T09:43:10.719" v="37"/>
          <ac:spMkLst>
            <pc:docMk/>
            <pc:sldMk cId="3038443621" sldId="414"/>
            <ac:spMk id="89" creationId="{81FC671E-A9F8-39FF-B4C5-CE3C9AAEA088}"/>
          </ac:spMkLst>
        </pc:spChg>
        <pc:spChg chg="mod">
          <ac:chgData name="Alexandre Quach" userId="03a3b9a4-365b-425e-bba9-a77346403bac" providerId="ADAL" clId="{9339903F-6A71-47E4-B466-74135F6785DF}" dt="2023-02-06T09:43:10.719" v="37"/>
          <ac:spMkLst>
            <pc:docMk/>
            <pc:sldMk cId="3038443621" sldId="414"/>
            <ac:spMk id="90" creationId="{D2213F81-63DB-D08B-3215-C90DC0914961}"/>
          </ac:spMkLst>
        </pc:spChg>
        <pc:spChg chg="mod">
          <ac:chgData name="Alexandre Quach" userId="03a3b9a4-365b-425e-bba9-a77346403bac" providerId="ADAL" clId="{9339903F-6A71-47E4-B466-74135F6785DF}" dt="2023-02-06T09:43:10.719" v="37"/>
          <ac:spMkLst>
            <pc:docMk/>
            <pc:sldMk cId="3038443621" sldId="414"/>
            <ac:spMk id="91" creationId="{533F98D8-D13E-95DB-B275-D72D231D8383}"/>
          </ac:spMkLst>
        </pc:spChg>
        <pc:spChg chg="mod">
          <ac:chgData name="Alexandre Quach" userId="03a3b9a4-365b-425e-bba9-a77346403bac" providerId="ADAL" clId="{9339903F-6A71-47E4-B466-74135F6785DF}" dt="2023-02-06T09:43:10.719" v="37"/>
          <ac:spMkLst>
            <pc:docMk/>
            <pc:sldMk cId="3038443621" sldId="414"/>
            <ac:spMk id="92" creationId="{8D8BCC42-CE23-D6CA-30C7-DE65301CC305}"/>
          </ac:spMkLst>
        </pc:spChg>
        <pc:spChg chg="mod">
          <ac:chgData name="Alexandre Quach" userId="03a3b9a4-365b-425e-bba9-a77346403bac" providerId="ADAL" clId="{9339903F-6A71-47E4-B466-74135F6785DF}" dt="2023-02-06T09:43:10.719" v="37"/>
          <ac:spMkLst>
            <pc:docMk/>
            <pc:sldMk cId="3038443621" sldId="414"/>
            <ac:spMk id="93" creationId="{62D2F074-DCF7-C507-A9A4-D955ED9641BD}"/>
          </ac:spMkLst>
        </pc:spChg>
        <pc:spChg chg="mod">
          <ac:chgData name="Alexandre Quach" userId="03a3b9a4-365b-425e-bba9-a77346403bac" providerId="ADAL" clId="{9339903F-6A71-47E4-B466-74135F6785DF}" dt="2023-02-06T09:43:10.719" v="37"/>
          <ac:spMkLst>
            <pc:docMk/>
            <pc:sldMk cId="3038443621" sldId="414"/>
            <ac:spMk id="94" creationId="{3C7816AE-7091-2E13-7F70-95CE398F2830}"/>
          </ac:spMkLst>
        </pc:spChg>
        <pc:spChg chg="mod">
          <ac:chgData name="Alexandre Quach" userId="03a3b9a4-365b-425e-bba9-a77346403bac" providerId="ADAL" clId="{9339903F-6A71-47E4-B466-74135F6785DF}" dt="2023-02-06T09:43:10.719" v="37"/>
          <ac:spMkLst>
            <pc:docMk/>
            <pc:sldMk cId="3038443621" sldId="414"/>
            <ac:spMk id="95" creationId="{2A3ED86D-CA9F-EC59-C3AA-B965818F6A91}"/>
          </ac:spMkLst>
        </pc:spChg>
        <pc:spChg chg="mod">
          <ac:chgData name="Alexandre Quach" userId="03a3b9a4-365b-425e-bba9-a77346403bac" providerId="ADAL" clId="{9339903F-6A71-47E4-B466-74135F6785DF}" dt="2023-02-06T09:43:10.719" v="37"/>
          <ac:spMkLst>
            <pc:docMk/>
            <pc:sldMk cId="3038443621" sldId="414"/>
            <ac:spMk id="96" creationId="{F0A7C318-80F1-BA2B-A2CA-6219BC1FB104}"/>
          </ac:spMkLst>
        </pc:spChg>
        <pc:spChg chg="mod">
          <ac:chgData name="Alexandre Quach" userId="03a3b9a4-365b-425e-bba9-a77346403bac" providerId="ADAL" clId="{9339903F-6A71-47E4-B466-74135F6785DF}" dt="2023-02-06T09:43:10.719" v="37"/>
          <ac:spMkLst>
            <pc:docMk/>
            <pc:sldMk cId="3038443621" sldId="414"/>
            <ac:spMk id="97" creationId="{0681288C-AB21-CABD-2BDB-B7299390D0AB}"/>
          </ac:spMkLst>
        </pc:spChg>
        <pc:spChg chg="mod">
          <ac:chgData name="Alexandre Quach" userId="03a3b9a4-365b-425e-bba9-a77346403bac" providerId="ADAL" clId="{9339903F-6A71-47E4-B466-74135F6785DF}" dt="2023-02-06T09:43:10.719" v="37"/>
          <ac:spMkLst>
            <pc:docMk/>
            <pc:sldMk cId="3038443621" sldId="414"/>
            <ac:spMk id="98" creationId="{8149E7E9-E137-B14B-65EA-C5950D7D6B26}"/>
          </ac:spMkLst>
        </pc:spChg>
        <pc:spChg chg="mod">
          <ac:chgData name="Alexandre Quach" userId="03a3b9a4-365b-425e-bba9-a77346403bac" providerId="ADAL" clId="{9339903F-6A71-47E4-B466-74135F6785DF}" dt="2023-02-06T09:43:10.719" v="37"/>
          <ac:spMkLst>
            <pc:docMk/>
            <pc:sldMk cId="3038443621" sldId="414"/>
            <ac:spMk id="99" creationId="{44E0F7C0-977A-6BBF-527E-F20928293612}"/>
          </ac:spMkLst>
        </pc:spChg>
        <pc:spChg chg="mod">
          <ac:chgData name="Alexandre Quach" userId="03a3b9a4-365b-425e-bba9-a77346403bac" providerId="ADAL" clId="{9339903F-6A71-47E4-B466-74135F6785DF}" dt="2023-02-06T09:43:10.719" v="37"/>
          <ac:spMkLst>
            <pc:docMk/>
            <pc:sldMk cId="3038443621" sldId="414"/>
            <ac:spMk id="100" creationId="{52590C10-7022-F641-AABF-39AB86A228F7}"/>
          </ac:spMkLst>
        </pc:spChg>
        <pc:spChg chg="mod">
          <ac:chgData name="Alexandre Quach" userId="03a3b9a4-365b-425e-bba9-a77346403bac" providerId="ADAL" clId="{9339903F-6A71-47E4-B466-74135F6785DF}" dt="2023-02-06T09:43:10.719" v="37"/>
          <ac:spMkLst>
            <pc:docMk/>
            <pc:sldMk cId="3038443621" sldId="414"/>
            <ac:spMk id="101" creationId="{C2417324-5A25-C6D8-810B-B8E50CEC5D05}"/>
          </ac:spMkLst>
        </pc:spChg>
        <pc:spChg chg="mod">
          <ac:chgData name="Alexandre Quach" userId="03a3b9a4-365b-425e-bba9-a77346403bac" providerId="ADAL" clId="{9339903F-6A71-47E4-B466-74135F6785DF}" dt="2023-02-06T09:43:10.719" v="37"/>
          <ac:spMkLst>
            <pc:docMk/>
            <pc:sldMk cId="3038443621" sldId="414"/>
            <ac:spMk id="102" creationId="{9224DB39-AC4D-EC33-EE71-009F1A2AF24F}"/>
          </ac:spMkLst>
        </pc:spChg>
        <pc:spChg chg="mod">
          <ac:chgData name="Alexandre Quach" userId="03a3b9a4-365b-425e-bba9-a77346403bac" providerId="ADAL" clId="{9339903F-6A71-47E4-B466-74135F6785DF}" dt="2023-02-06T09:43:10.719" v="37"/>
          <ac:spMkLst>
            <pc:docMk/>
            <pc:sldMk cId="3038443621" sldId="414"/>
            <ac:spMk id="103" creationId="{E767B310-8470-6F8A-EC67-E2A416E4D791}"/>
          </ac:spMkLst>
        </pc:spChg>
        <pc:spChg chg="mod">
          <ac:chgData name="Alexandre Quach" userId="03a3b9a4-365b-425e-bba9-a77346403bac" providerId="ADAL" clId="{9339903F-6A71-47E4-B466-74135F6785DF}" dt="2023-02-06T09:43:10.719" v="37"/>
          <ac:spMkLst>
            <pc:docMk/>
            <pc:sldMk cId="3038443621" sldId="414"/>
            <ac:spMk id="104" creationId="{F53E4302-76BA-79E4-0308-7A3A3F062045}"/>
          </ac:spMkLst>
        </pc:spChg>
        <pc:spChg chg="mod">
          <ac:chgData name="Alexandre Quach" userId="03a3b9a4-365b-425e-bba9-a77346403bac" providerId="ADAL" clId="{9339903F-6A71-47E4-B466-74135F6785DF}" dt="2023-02-06T09:43:10.719" v="37"/>
          <ac:spMkLst>
            <pc:docMk/>
            <pc:sldMk cId="3038443621" sldId="414"/>
            <ac:spMk id="105" creationId="{76983684-46FC-0131-CF39-DCF6AAF51E86}"/>
          </ac:spMkLst>
        </pc:spChg>
        <pc:spChg chg="mod">
          <ac:chgData name="Alexandre Quach" userId="03a3b9a4-365b-425e-bba9-a77346403bac" providerId="ADAL" clId="{9339903F-6A71-47E4-B466-74135F6785DF}" dt="2023-02-06T09:43:10.719" v="37"/>
          <ac:spMkLst>
            <pc:docMk/>
            <pc:sldMk cId="3038443621" sldId="414"/>
            <ac:spMk id="106" creationId="{64DB8D0D-6640-7FCF-60F5-495A2A0A718C}"/>
          </ac:spMkLst>
        </pc:spChg>
        <pc:spChg chg="mod">
          <ac:chgData name="Alexandre Quach" userId="03a3b9a4-365b-425e-bba9-a77346403bac" providerId="ADAL" clId="{9339903F-6A71-47E4-B466-74135F6785DF}" dt="2023-02-06T09:43:10.719" v="37"/>
          <ac:spMkLst>
            <pc:docMk/>
            <pc:sldMk cId="3038443621" sldId="414"/>
            <ac:spMk id="107" creationId="{DE7B4D68-F843-2B50-A3BE-1D91DA619EA5}"/>
          </ac:spMkLst>
        </pc:spChg>
        <pc:spChg chg="mod">
          <ac:chgData name="Alexandre Quach" userId="03a3b9a4-365b-425e-bba9-a77346403bac" providerId="ADAL" clId="{9339903F-6A71-47E4-B466-74135F6785DF}" dt="2023-02-06T09:43:10.719" v="37"/>
          <ac:spMkLst>
            <pc:docMk/>
            <pc:sldMk cId="3038443621" sldId="414"/>
            <ac:spMk id="108" creationId="{41DF3833-5ECF-C288-10F6-F2A40FFA2AAD}"/>
          </ac:spMkLst>
        </pc:spChg>
        <pc:spChg chg="mod">
          <ac:chgData name="Alexandre Quach" userId="03a3b9a4-365b-425e-bba9-a77346403bac" providerId="ADAL" clId="{9339903F-6A71-47E4-B466-74135F6785DF}" dt="2023-02-06T09:43:10.719" v="37"/>
          <ac:spMkLst>
            <pc:docMk/>
            <pc:sldMk cId="3038443621" sldId="414"/>
            <ac:spMk id="109" creationId="{2CCD7B88-C524-D81F-8089-A68CBF6A1B7A}"/>
          </ac:spMkLst>
        </pc:spChg>
        <pc:spChg chg="mod">
          <ac:chgData name="Alexandre Quach" userId="03a3b9a4-365b-425e-bba9-a77346403bac" providerId="ADAL" clId="{9339903F-6A71-47E4-B466-74135F6785DF}" dt="2023-02-06T09:43:10.719" v="37"/>
          <ac:spMkLst>
            <pc:docMk/>
            <pc:sldMk cId="3038443621" sldId="414"/>
            <ac:spMk id="110" creationId="{0C5978C6-47E9-3A24-7BD9-03F62F68FF68}"/>
          </ac:spMkLst>
        </pc:spChg>
        <pc:spChg chg="mod">
          <ac:chgData name="Alexandre Quach" userId="03a3b9a4-365b-425e-bba9-a77346403bac" providerId="ADAL" clId="{9339903F-6A71-47E4-B466-74135F6785DF}" dt="2023-02-06T09:43:10.719" v="37"/>
          <ac:spMkLst>
            <pc:docMk/>
            <pc:sldMk cId="3038443621" sldId="414"/>
            <ac:spMk id="111" creationId="{4BBBF0F9-F22B-A718-A983-97B162103747}"/>
          </ac:spMkLst>
        </pc:spChg>
        <pc:spChg chg="mod">
          <ac:chgData name="Alexandre Quach" userId="03a3b9a4-365b-425e-bba9-a77346403bac" providerId="ADAL" clId="{9339903F-6A71-47E4-B466-74135F6785DF}" dt="2023-02-06T09:43:10.719" v="37"/>
          <ac:spMkLst>
            <pc:docMk/>
            <pc:sldMk cId="3038443621" sldId="414"/>
            <ac:spMk id="113" creationId="{C77E5171-C38B-E93D-B84F-79F7BFE924FD}"/>
          </ac:spMkLst>
        </pc:spChg>
        <pc:spChg chg="mod">
          <ac:chgData name="Alexandre Quach" userId="03a3b9a4-365b-425e-bba9-a77346403bac" providerId="ADAL" clId="{9339903F-6A71-47E4-B466-74135F6785DF}" dt="2023-02-06T09:43:10.719" v="37"/>
          <ac:spMkLst>
            <pc:docMk/>
            <pc:sldMk cId="3038443621" sldId="414"/>
            <ac:spMk id="114" creationId="{E6124A09-1D1E-1AA8-396F-C0B256EFA1C6}"/>
          </ac:spMkLst>
        </pc:spChg>
        <pc:spChg chg="mod">
          <ac:chgData name="Alexandre Quach" userId="03a3b9a4-365b-425e-bba9-a77346403bac" providerId="ADAL" clId="{9339903F-6A71-47E4-B466-74135F6785DF}" dt="2023-02-06T09:43:10.719" v="37"/>
          <ac:spMkLst>
            <pc:docMk/>
            <pc:sldMk cId="3038443621" sldId="414"/>
            <ac:spMk id="115" creationId="{E1EDD18C-C984-E1F7-5A42-166A57AE5CCD}"/>
          </ac:spMkLst>
        </pc:spChg>
        <pc:spChg chg="mod">
          <ac:chgData name="Alexandre Quach" userId="03a3b9a4-365b-425e-bba9-a77346403bac" providerId="ADAL" clId="{9339903F-6A71-47E4-B466-74135F6785DF}" dt="2023-02-06T09:43:10.719" v="37"/>
          <ac:spMkLst>
            <pc:docMk/>
            <pc:sldMk cId="3038443621" sldId="414"/>
            <ac:spMk id="116" creationId="{5CD196E7-F5EB-5D95-638D-0D3CB34BE881}"/>
          </ac:spMkLst>
        </pc:spChg>
        <pc:spChg chg="mod">
          <ac:chgData name="Alexandre Quach" userId="03a3b9a4-365b-425e-bba9-a77346403bac" providerId="ADAL" clId="{9339903F-6A71-47E4-B466-74135F6785DF}" dt="2023-02-06T09:43:10.719" v="37"/>
          <ac:spMkLst>
            <pc:docMk/>
            <pc:sldMk cId="3038443621" sldId="414"/>
            <ac:spMk id="117" creationId="{D6DF98DA-4CE3-C878-D39B-1BA40A2FF115}"/>
          </ac:spMkLst>
        </pc:spChg>
        <pc:spChg chg="mod">
          <ac:chgData name="Alexandre Quach" userId="03a3b9a4-365b-425e-bba9-a77346403bac" providerId="ADAL" clId="{9339903F-6A71-47E4-B466-74135F6785DF}" dt="2023-02-06T09:43:10.719" v="37"/>
          <ac:spMkLst>
            <pc:docMk/>
            <pc:sldMk cId="3038443621" sldId="414"/>
            <ac:spMk id="120" creationId="{3543B00E-CC24-6168-5569-A534C14E4785}"/>
          </ac:spMkLst>
        </pc:spChg>
        <pc:spChg chg="mod">
          <ac:chgData name="Alexandre Quach" userId="03a3b9a4-365b-425e-bba9-a77346403bac" providerId="ADAL" clId="{9339903F-6A71-47E4-B466-74135F6785DF}" dt="2023-02-06T09:43:10.719" v="37"/>
          <ac:spMkLst>
            <pc:docMk/>
            <pc:sldMk cId="3038443621" sldId="414"/>
            <ac:spMk id="121" creationId="{B35D02FE-80DC-4275-FB57-441D3BE61689}"/>
          </ac:spMkLst>
        </pc:spChg>
        <pc:spChg chg="mod">
          <ac:chgData name="Alexandre Quach" userId="03a3b9a4-365b-425e-bba9-a77346403bac" providerId="ADAL" clId="{9339903F-6A71-47E4-B466-74135F6785DF}" dt="2023-02-06T09:43:10.719" v="37"/>
          <ac:spMkLst>
            <pc:docMk/>
            <pc:sldMk cId="3038443621" sldId="414"/>
            <ac:spMk id="122" creationId="{43D75A1C-5FD7-AC7B-9EA4-C4063CF7A73D}"/>
          </ac:spMkLst>
        </pc:spChg>
        <pc:spChg chg="mod">
          <ac:chgData name="Alexandre Quach" userId="03a3b9a4-365b-425e-bba9-a77346403bac" providerId="ADAL" clId="{9339903F-6A71-47E4-B466-74135F6785DF}" dt="2023-02-06T09:43:10.719" v="37"/>
          <ac:spMkLst>
            <pc:docMk/>
            <pc:sldMk cId="3038443621" sldId="414"/>
            <ac:spMk id="123" creationId="{D78651BC-020B-7F58-837A-9946644462CC}"/>
          </ac:spMkLst>
        </pc:spChg>
        <pc:spChg chg="mod">
          <ac:chgData name="Alexandre Quach" userId="03a3b9a4-365b-425e-bba9-a77346403bac" providerId="ADAL" clId="{9339903F-6A71-47E4-B466-74135F6785DF}" dt="2023-02-06T09:43:10.719" v="37"/>
          <ac:spMkLst>
            <pc:docMk/>
            <pc:sldMk cId="3038443621" sldId="414"/>
            <ac:spMk id="124" creationId="{5C1D455E-665B-BAA5-840A-195FBF5D7129}"/>
          </ac:spMkLst>
        </pc:spChg>
        <pc:spChg chg="mod">
          <ac:chgData name="Alexandre Quach" userId="03a3b9a4-365b-425e-bba9-a77346403bac" providerId="ADAL" clId="{9339903F-6A71-47E4-B466-74135F6785DF}" dt="2023-02-06T09:43:10.719" v="37"/>
          <ac:spMkLst>
            <pc:docMk/>
            <pc:sldMk cId="3038443621" sldId="414"/>
            <ac:spMk id="125" creationId="{BBC06F06-03A9-274C-02F4-75E95011CB46}"/>
          </ac:spMkLst>
        </pc:spChg>
        <pc:spChg chg="mod">
          <ac:chgData name="Alexandre Quach" userId="03a3b9a4-365b-425e-bba9-a77346403bac" providerId="ADAL" clId="{9339903F-6A71-47E4-B466-74135F6785DF}" dt="2023-02-06T09:43:10.719" v="37"/>
          <ac:spMkLst>
            <pc:docMk/>
            <pc:sldMk cId="3038443621" sldId="414"/>
            <ac:spMk id="126" creationId="{66D4F5C9-E049-08C7-A342-25CFB356ABE7}"/>
          </ac:spMkLst>
        </pc:spChg>
        <pc:spChg chg="mod">
          <ac:chgData name="Alexandre Quach" userId="03a3b9a4-365b-425e-bba9-a77346403bac" providerId="ADAL" clId="{9339903F-6A71-47E4-B466-74135F6785DF}" dt="2023-02-06T09:43:10.719" v="37"/>
          <ac:spMkLst>
            <pc:docMk/>
            <pc:sldMk cId="3038443621" sldId="414"/>
            <ac:spMk id="127" creationId="{3D46FB5C-00DD-FA94-5B6E-FDD4C6121254}"/>
          </ac:spMkLst>
        </pc:spChg>
        <pc:spChg chg="mod">
          <ac:chgData name="Alexandre Quach" userId="03a3b9a4-365b-425e-bba9-a77346403bac" providerId="ADAL" clId="{9339903F-6A71-47E4-B466-74135F6785DF}" dt="2023-02-06T09:43:10.719" v="37"/>
          <ac:spMkLst>
            <pc:docMk/>
            <pc:sldMk cId="3038443621" sldId="414"/>
            <ac:spMk id="128" creationId="{3C6FFC67-C0F4-BB5E-ECA4-C9B1D4CD477E}"/>
          </ac:spMkLst>
        </pc:spChg>
        <pc:spChg chg="mod">
          <ac:chgData name="Alexandre Quach" userId="03a3b9a4-365b-425e-bba9-a77346403bac" providerId="ADAL" clId="{9339903F-6A71-47E4-B466-74135F6785DF}" dt="2023-02-06T09:43:10.719" v="37"/>
          <ac:spMkLst>
            <pc:docMk/>
            <pc:sldMk cId="3038443621" sldId="414"/>
            <ac:spMk id="139" creationId="{A339DA29-927A-3EE1-1CB6-5D3BD1952DAF}"/>
          </ac:spMkLst>
        </pc:spChg>
        <pc:spChg chg="mod">
          <ac:chgData name="Alexandre Quach" userId="03a3b9a4-365b-425e-bba9-a77346403bac" providerId="ADAL" clId="{9339903F-6A71-47E4-B466-74135F6785DF}" dt="2023-02-06T09:43:10.719" v="37"/>
          <ac:spMkLst>
            <pc:docMk/>
            <pc:sldMk cId="3038443621" sldId="414"/>
            <ac:spMk id="140" creationId="{E8B97260-150E-8F3F-0502-0BB61B24280F}"/>
          </ac:spMkLst>
        </pc:spChg>
        <pc:spChg chg="mod">
          <ac:chgData name="Alexandre Quach" userId="03a3b9a4-365b-425e-bba9-a77346403bac" providerId="ADAL" clId="{9339903F-6A71-47E4-B466-74135F6785DF}" dt="2023-02-06T09:43:10.719" v="37"/>
          <ac:spMkLst>
            <pc:docMk/>
            <pc:sldMk cId="3038443621" sldId="414"/>
            <ac:spMk id="141" creationId="{6E3D7A31-6AD0-C1E5-B77F-121D1EAC998D}"/>
          </ac:spMkLst>
        </pc:spChg>
        <pc:spChg chg="mod">
          <ac:chgData name="Alexandre Quach" userId="03a3b9a4-365b-425e-bba9-a77346403bac" providerId="ADAL" clId="{9339903F-6A71-47E4-B466-74135F6785DF}" dt="2023-02-06T09:43:10.719" v="37"/>
          <ac:spMkLst>
            <pc:docMk/>
            <pc:sldMk cId="3038443621" sldId="414"/>
            <ac:spMk id="142" creationId="{3C5E3AAC-B2F8-4C36-937E-6F4DC3E51314}"/>
          </ac:spMkLst>
        </pc:spChg>
        <pc:spChg chg="mod">
          <ac:chgData name="Alexandre Quach" userId="03a3b9a4-365b-425e-bba9-a77346403bac" providerId="ADAL" clId="{9339903F-6A71-47E4-B466-74135F6785DF}" dt="2023-02-06T09:43:10.719" v="37"/>
          <ac:spMkLst>
            <pc:docMk/>
            <pc:sldMk cId="3038443621" sldId="414"/>
            <ac:spMk id="143" creationId="{7D373CD8-1473-93CF-2B5C-061F8935E8CA}"/>
          </ac:spMkLst>
        </pc:spChg>
        <pc:spChg chg="mod">
          <ac:chgData name="Alexandre Quach" userId="03a3b9a4-365b-425e-bba9-a77346403bac" providerId="ADAL" clId="{9339903F-6A71-47E4-B466-74135F6785DF}" dt="2023-02-06T09:43:10.719" v="37"/>
          <ac:spMkLst>
            <pc:docMk/>
            <pc:sldMk cId="3038443621" sldId="414"/>
            <ac:spMk id="144" creationId="{13693C75-2CCF-402F-903C-35E59F20E4DE}"/>
          </ac:spMkLst>
        </pc:spChg>
        <pc:spChg chg="mod">
          <ac:chgData name="Alexandre Quach" userId="03a3b9a4-365b-425e-bba9-a77346403bac" providerId="ADAL" clId="{9339903F-6A71-47E4-B466-74135F6785DF}" dt="2023-02-06T09:43:10.719" v="37"/>
          <ac:spMkLst>
            <pc:docMk/>
            <pc:sldMk cId="3038443621" sldId="414"/>
            <ac:spMk id="145" creationId="{763938C2-106A-262E-FD2F-C35668F588ED}"/>
          </ac:spMkLst>
        </pc:spChg>
        <pc:spChg chg="mod">
          <ac:chgData name="Alexandre Quach" userId="03a3b9a4-365b-425e-bba9-a77346403bac" providerId="ADAL" clId="{9339903F-6A71-47E4-B466-74135F6785DF}" dt="2023-02-06T09:43:10.719" v="37"/>
          <ac:spMkLst>
            <pc:docMk/>
            <pc:sldMk cId="3038443621" sldId="414"/>
            <ac:spMk id="146" creationId="{F3EBA0EC-F73A-276E-3601-210FCD8FB5A0}"/>
          </ac:spMkLst>
        </pc:spChg>
        <pc:spChg chg="mod">
          <ac:chgData name="Alexandre Quach" userId="03a3b9a4-365b-425e-bba9-a77346403bac" providerId="ADAL" clId="{9339903F-6A71-47E4-B466-74135F6785DF}" dt="2023-02-06T09:43:10.719" v="37"/>
          <ac:spMkLst>
            <pc:docMk/>
            <pc:sldMk cId="3038443621" sldId="414"/>
            <ac:spMk id="147" creationId="{D60F92A6-37FA-11BD-AF0B-677D7B0EE93F}"/>
          </ac:spMkLst>
        </pc:spChg>
        <pc:spChg chg="mod">
          <ac:chgData name="Alexandre Quach" userId="03a3b9a4-365b-425e-bba9-a77346403bac" providerId="ADAL" clId="{9339903F-6A71-47E4-B466-74135F6785DF}" dt="2023-02-06T09:43:10.719" v="37"/>
          <ac:spMkLst>
            <pc:docMk/>
            <pc:sldMk cId="3038443621" sldId="414"/>
            <ac:spMk id="151" creationId="{879E2C1F-B88C-7FFD-87FF-1DE7F04020C9}"/>
          </ac:spMkLst>
        </pc:spChg>
        <pc:spChg chg="mod">
          <ac:chgData name="Alexandre Quach" userId="03a3b9a4-365b-425e-bba9-a77346403bac" providerId="ADAL" clId="{9339903F-6A71-47E4-B466-74135F6785DF}" dt="2023-02-06T09:43:10.719" v="37"/>
          <ac:spMkLst>
            <pc:docMk/>
            <pc:sldMk cId="3038443621" sldId="414"/>
            <ac:spMk id="153" creationId="{C3B9824B-020A-1616-B9F1-8D9B4F076D6E}"/>
          </ac:spMkLst>
        </pc:spChg>
        <pc:spChg chg="mod">
          <ac:chgData name="Alexandre Quach" userId="03a3b9a4-365b-425e-bba9-a77346403bac" providerId="ADAL" clId="{9339903F-6A71-47E4-B466-74135F6785DF}" dt="2023-02-06T09:43:10.719" v="37"/>
          <ac:spMkLst>
            <pc:docMk/>
            <pc:sldMk cId="3038443621" sldId="414"/>
            <ac:spMk id="155" creationId="{16A51B98-0994-29BB-B677-5A7950A26FCA}"/>
          </ac:spMkLst>
        </pc:spChg>
        <pc:spChg chg="mod">
          <ac:chgData name="Alexandre Quach" userId="03a3b9a4-365b-425e-bba9-a77346403bac" providerId="ADAL" clId="{9339903F-6A71-47E4-B466-74135F6785DF}" dt="2023-02-06T09:43:10.719" v="37"/>
          <ac:spMkLst>
            <pc:docMk/>
            <pc:sldMk cId="3038443621" sldId="414"/>
            <ac:spMk id="157" creationId="{B8390FBC-D3A3-5BE2-3E8B-917AAF568D08}"/>
          </ac:spMkLst>
        </pc:spChg>
        <pc:spChg chg="mod">
          <ac:chgData name="Alexandre Quach" userId="03a3b9a4-365b-425e-bba9-a77346403bac" providerId="ADAL" clId="{9339903F-6A71-47E4-B466-74135F6785DF}" dt="2023-02-06T09:43:10.719" v="37"/>
          <ac:spMkLst>
            <pc:docMk/>
            <pc:sldMk cId="3038443621" sldId="414"/>
            <ac:spMk id="159" creationId="{B195286B-D90A-4C9F-1883-E14CDEB25959}"/>
          </ac:spMkLst>
        </pc:spChg>
        <pc:spChg chg="mod">
          <ac:chgData name="Alexandre Quach" userId="03a3b9a4-365b-425e-bba9-a77346403bac" providerId="ADAL" clId="{9339903F-6A71-47E4-B466-74135F6785DF}" dt="2023-02-06T09:43:10.719" v="37"/>
          <ac:spMkLst>
            <pc:docMk/>
            <pc:sldMk cId="3038443621" sldId="414"/>
            <ac:spMk id="161" creationId="{11A578B8-65A6-74D8-DEA6-0FB5101DF96A}"/>
          </ac:spMkLst>
        </pc:spChg>
        <pc:spChg chg="mod">
          <ac:chgData name="Alexandre Quach" userId="03a3b9a4-365b-425e-bba9-a77346403bac" providerId="ADAL" clId="{9339903F-6A71-47E4-B466-74135F6785DF}" dt="2023-02-06T09:43:10.719" v="37"/>
          <ac:spMkLst>
            <pc:docMk/>
            <pc:sldMk cId="3038443621" sldId="414"/>
            <ac:spMk id="164" creationId="{27DAB614-8AB3-67D4-9886-FA783A97EE40}"/>
          </ac:spMkLst>
        </pc:spChg>
        <pc:spChg chg="mod">
          <ac:chgData name="Alexandre Quach" userId="03a3b9a4-365b-425e-bba9-a77346403bac" providerId="ADAL" clId="{9339903F-6A71-47E4-B466-74135F6785DF}" dt="2023-02-06T09:43:10.719" v="37"/>
          <ac:spMkLst>
            <pc:docMk/>
            <pc:sldMk cId="3038443621" sldId="414"/>
            <ac:spMk id="165" creationId="{87EDA901-DD29-0A65-7821-CA10D5586DB2}"/>
          </ac:spMkLst>
        </pc:spChg>
        <pc:spChg chg="mod">
          <ac:chgData name="Alexandre Quach" userId="03a3b9a4-365b-425e-bba9-a77346403bac" providerId="ADAL" clId="{9339903F-6A71-47E4-B466-74135F6785DF}" dt="2023-02-06T09:43:10.719" v="37"/>
          <ac:spMkLst>
            <pc:docMk/>
            <pc:sldMk cId="3038443621" sldId="414"/>
            <ac:spMk id="166" creationId="{690F4E44-A564-AE28-5C76-D33F9EAF323D}"/>
          </ac:spMkLst>
        </pc:spChg>
        <pc:spChg chg="mod">
          <ac:chgData name="Alexandre Quach" userId="03a3b9a4-365b-425e-bba9-a77346403bac" providerId="ADAL" clId="{9339903F-6A71-47E4-B466-74135F6785DF}" dt="2023-02-06T09:43:10.719" v="37"/>
          <ac:spMkLst>
            <pc:docMk/>
            <pc:sldMk cId="3038443621" sldId="414"/>
            <ac:spMk id="167" creationId="{4927F080-E24C-156E-FFA5-F9C55C9FE0D8}"/>
          </ac:spMkLst>
        </pc:spChg>
        <pc:spChg chg="mod">
          <ac:chgData name="Alexandre Quach" userId="03a3b9a4-365b-425e-bba9-a77346403bac" providerId="ADAL" clId="{9339903F-6A71-47E4-B466-74135F6785DF}" dt="2023-02-06T09:43:10.719" v="37"/>
          <ac:spMkLst>
            <pc:docMk/>
            <pc:sldMk cId="3038443621" sldId="414"/>
            <ac:spMk id="168" creationId="{F0C7BF5B-F9BE-C16C-D4BD-2EF6A07C37CA}"/>
          </ac:spMkLst>
        </pc:spChg>
        <pc:spChg chg="mod">
          <ac:chgData name="Alexandre Quach" userId="03a3b9a4-365b-425e-bba9-a77346403bac" providerId="ADAL" clId="{9339903F-6A71-47E4-B466-74135F6785DF}" dt="2023-02-06T09:43:10.719" v="37"/>
          <ac:spMkLst>
            <pc:docMk/>
            <pc:sldMk cId="3038443621" sldId="414"/>
            <ac:spMk id="169" creationId="{BD6C64B8-D54B-F224-B2B3-B33A51860DE7}"/>
          </ac:spMkLst>
        </pc:spChg>
        <pc:spChg chg="mod">
          <ac:chgData name="Alexandre Quach" userId="03a3b9a4-365b-425e-bba9-a77346403bac" providerId="ADAL" clId="{9339903F-6A71-47E4-B466-74135F6785DF}" dt="2023-02-06T09:43:10.719" v="37"/>
          <ac:spMkLst>
            <pc:docMk/>
            <pc:sldMk cId="3038443621" sldId="414"/>
            <ac:spMk id="170" creationId="{F89AD5D9-8594-2C2C-4070-ABEC0B43EA01}"/>
          </ac:spMkLst>
        </pc:spChg>
        <pc:spChg chg="mod">
          <ac:chgData name="Alexandre Quach" userId="03a3b9a4-365b-425e-bba9-a77346403bac" providerId="ADAL" clId="{9339903F-6A71-47E4-B466-74135F6785DF}" dt="2023-02-06T09:43:10.719" v="37"/>
          <ac:spMkLst>
            <pc:docMk/>
            <pc:sldMk cId="3038443621" sldId="414"/>
            <ac:spMk id="171" creationId="{C3CD4848-4FDE-1842-D8F1-F99DB5AF9B13}"/>
          </ac:spMkLst>
        </pc:spChg>
        <pc:spChg chg="mod">
          <ac:chgData name="Alexandre Quach" userId="03a3b9a4-365b-425e-bba9-a77346403bac" providerId="ADAL" clId="{9339903F-6A71-47E4-B466-74135F6785DF}" dt="2023-02-06T09:43:10.719" v="37"/>
          <ac:spMkLst>
            <pc:docMk/>
            <pc:sldMk cId="3038443621" sldId="414"/>
            <ac:spMk id="172" creationId="{B26CB7A3-96F9-1FBF-2BDC-E575E64FF5FD}"/>
          </ac:spMkLst>
        </pc:spChg>
        <pc:spChg chg="mod">
          <ac:chgData name="Alexandre Quach" userId="03a3b9a4-365b-425e-bba9-a77346403bac" providerId="ADAL" clId="{9339903F-6A71-47E4-B466-74135F6785DF}" dt="2023-02-06T09:43:10.719" v="37"/>
          <ac:spMkLst>
            <pc:docMk/>
            <pc:sldMk cId="3038443621" sldId="414"/>
            <ac:spMk id="173" creationId="{2A92C27A-3A2A-4366-D238-6A5A4BCBD05D}"/>
          </ac:spMkLst>
        </pc:spChg>
        <pc:spChg chg="mod">
          <ac:chgData name="Alexandre Quach" userId="03a3b9a4-365b-425e-bba9-a77346403bac" providerId="ADAL" clId="{9339903F-6A71-47E4-B466-74135F6785DF}" dt="2023-02-06T09:43:10.719" v="37"/>
          <ac:spMkLst>
            <pc:docMk/>
            <pc:sldMk cId="3038443621" sldId="414"/>
            <ac:spMk id="174" creationId="{F79BC88B-60F5-5379-38F2-6AD127B34727}"/>
          </ac:spMkLst>
        </pc:spChg>
        <pc:spChg chg="mod">
          <ac:chgData name="Alexandre Quach" userId="03a3b9a4-365b-425e-bba9-a77346403bac" providerId="ADAL" clId="{9339903F-6A71-47E4-B466-74135F6785DF}" dt="2023-02-06T09:43:10.719" v="37"/>
          <ac:spMkLst>
            <pc:docMk/>
            <pc:sldMk cId="3038443621" sldId="414"/>
            <ac:spMk id="175" creationId="{4C23D5A0-FC51-16AC-CBC2-B8357DF12EAA}"/>
          </ac:spMkLst>
        </pc:spChg>
        <pc:spChg chg="mod">
          <ac:chgData name="Alexandre Quach" userId="03a3b9a4-365b-425e-bba9-a77346403bac" providerId="ADAL" clId="{9339903F-6A71-47E4-B466-74135F6785DF}" dt="2023-02-06T09:43:10.719" v="37"/>
          <ac:spMkLst>
            <pc:docMk/>
            <pc:sldMk cId="3038443621" sldId="414"/>
            <ac:spMk id="176" creationId="{526B97DD-3DEF-783F-D11A-4D41B5B204FC}"/>
          </ac:spMkLst>
        </pc:spChg>
        <pc:spChg chg="mod">
          <ac:chgData name="Alexandre Quach" userId="03a3b9a4-365b-425e-bba9-a77346403bac" providerId="ADAL" clId="{9339903F-6A71-47E4-B466-74135F6785DF}" dt="2023-02-06T09:43:10.719" v="37"/>
          <ac:spMkLst>
            <pc:docMk/>
            <pc:sldMk cId="3038443621" sldId="414"/>
            <ac:spMk id="190" creationId="{F8C2A6ED-1386-8BF2-B626-46D20B80116C}"/>
          </ac:spMkLst>
        </pc:spChg>
        <pc:spChg chg="mod">
          <ac:chgData name="Alexandre Quach" userId="03a3b9a4-365b-425e-bba9-a77346403bac" providerId="ADAL" clId="{9339903F-6A71-47E4-B466-74135F6785DF}" dt="2023-02-06T09:43:10.719" v="37"/>
          <ac:spMkLst>
            <pc:docMk/>
            <pc:sldMk cId="3038443621" sldId="414"/>
            <ac:spMk id="192" creationId="{45FFC4B8-78FE-826E-3B16-29DAB295F488}"/>
          </ac:spMkLst>
        </pc:spChg>
        <pc:spChg chg="mod">
          <ac:chgData name="Alexandre Quach" userId="03a3b9a4-365b-425e-bba9-a77346403bac" providerId="ADAL" clId="{9339903F-6A71-47E4-B466-74135F6785DF}" dt="2023-02-06T09:43:10.719" v="37"/>
          <ac:spMkLst>
            <pc:docMk/>
            <pc:sldMk cId="3038443621" sldId="414"/>
            <ac:spMk id="194" creationId="{DA78933E-6370-94AD-6F23-C1C206DEEA0B}"/>
          </ac:spMkLst>
        </pc:spChg>
        <pc:grpChg chg="add mod">
          <ac:chgData name="Alexandre Quach" userId="03a3b9a4-365b-425e-bba9-a77346403bac" providerId="ADAL" clId="{9339903F-6A71-47E4-B466-74135F6785DF}" dt="2023-02-06T09:43:13.534" v="38" actId="1076"/>
          <ac:grpSpMkLst>
            <pc:docMk/>
            <pc:sldMk cId="3038443621" sldId="414"/>
            <ac:grpSpMk id="3" creationId="{D5DC2F6A-F854-CC3B-0B82-A5EF24AAE8FE}"/>
          </ac:grpSpMkLst>
        </pc:grpChg>
        <pc:grpChg chg="mod">
          <ac:chgData name="Alexandre Quach" userId="03a3b9a4-365b-425e-bba9-a77346403bac" providerId="ADAL" clId="{9339903F-6A71-47E4-B466-74135F6785DF}" dt="2023-02-06T09:43:10.719" v="37"/>
          <ac:grpSpMkLst>
            <pc:docMk/>
            <pc:sldMk cId="3038443621" sldId="414"/>
            <ac:grpSpMk id="6" creationId="{1E6295A4-99B6-13C0-F834-693D862FE960}"/>
          </ac:grpSpMkLst>
        </pc:grpChg>
        <pc:grpChg chg="add mod">
          <ac:chgData name="Alexandre Quach" userId="03a3b9a4-365b-425e-bba9-a77346403bac" providerId="ADAL" clId="{9339903F-6A71-47E4-B466-74135F6785DF}" dt="2023-02-06T09:43:32.065" v="46" actId="1076"/>
          <ac:grpSpMkLst>
            <pc:docMk/>
            <pc:sldMk cId="3038443621" sldId="414"/>
            <ac:grpSpMk id="13" creationId="{B952ED72-CE1D-A1C4-E782-C318FC853F8B}"/>
          </ac:grpSpMkLst>
        </pc:grpChg>
        <pc:grpChg chg="mod">
          <ac:chgData name="Alexandre Quach" userId="03a3b9a4-365b-425e-bba9-a77346403bac" providerId="ADAL" clId="{9339903F-6A71-47E4-B466-74135F6785DF}" dt="2023-02-06T09:43:10.719" v="37"/>
          <ac:grpSpMkLst>
            <pc:docMk/>
            <pc:sldMk cId="3038443621" sldId="414"/>
            <ac:grpSpMk id="14" creationId="{271443BC-ECF9-4608-6278-6AB78957EBAC}"/>
          </ac:grpSpMkLst>
        </pc:grpChg>
        <pc:grpChg chg="mod">
          <ac:chgData name="Alexandre Quach" userId="03a3b9a4-365b-425e-bba9-a77346403bac" providerId="ADAL" clId="{9339903F-6A71-47E4-B466-74135F6785DF}" dt="2023-02-06T09:43:10.719" v="37"/>
          <ac:grpSpMkLst>
            <pc:docMk/>
            <pc:sldMk cId="3038443621" sldId="414"/>
            <ac:grpSpMk id="15" creationId="{F2926D7C-4882-9C6C-9E3D-8276DF55DA8F}"/>
          </ac:grpSpMkLst>
        </pc:grpChg>
        <pc:grpChg chg="mod">
          <ac:chgData name="Alexandre Quach" userId="03a3b9a4-365b-425e-bba9-a77346403bac" providerId="ADAL" clId="{9339903F-6A71-47E4-B466-74135F6785DF}" dt="2023-02-06T09:43:10.719" v="37"/>
          <ac:grpSpMkLst>
            <pc:docMk/>
            <pc:sldMk cId="3038443621" sldId="414"/>
            <ac:grpSpMk id="16" creationId="{5507E956-76C2-B2C0-04C6-1D93D3C459F6}"/>
          </ac:grpSpMkLst>
        </pc:grpChg>
        <pc:grpChg chg="mod">
          <ac:chgData name="Alexandre Quach" userId="03a3b9a4-365b-425e-bba9-a77346403bac" providerId="ADAL" clId="{9339903F-6A71-47E4-B466-74135F6785DF}" dt="2023-02-06T09:43:10.719" v="37"/>
          <ac:grpSpMkLst>
            <pc:docMk/>
            <pc:sldMk cId="3038443621" sldId="414"/>
            <ac:grpSpMk id="44" creationId="{B43E9D41-A640-458F-2F16-BB87E3F9D399}"/>
          </ac:grpSpMkLst>
        </pc:grpChg>
        <pc:grpChg chg="add mod">
          <ac:chgData name="Alexandre Quach" userId="03a3b9a4-365b-425e-bba9-a77346403bac" providerId="ADAL" clId="{9339903F-6A71-47E4-B466-74135F6785DF}" dt="2023-02-06T09:43:34.431" v="47" actId="1076"/>
          <ac:grpSpMkLst>
            <pc:docMk/>
            <pc:sldMk cId="3038443621" sldId="414"/>
            <ac:grpSpMk id="112" creationId="{CFEBC4AA-67D3-061A-3512-6302D07A72DB}"/>
          </ac:grpSpMkLst>
        </pc:grpChg>
        <pc:grpChg chg="add mod">
          <ac:chgData name="Alexandre Quach" userId="03a3b9a4-365b-425e-bba9-a77346403bac" providerId="ADAL" clId="{9339903F-6A71-47E4-B466-74135F6785DF}" dt="2023-02-06T09:43:26.144" v="44" actId="1076"/>
          <ac:grpSpMkLst>
            <pc:docMk/>
            <pc:sldMk cId="3038443621" sldId="414"/>
            <ac:grpSpMk id="118" creationId="{1E366CCF-D013-7A2B-CCE5-67265156B7D4}"/>
          </ac:grpSpMkLst>
        </pc:grpChg>
        <pc:grpChg chg="add mod">
          <ac:chgData name="Alexandre Quach" userId="03a3b9a4-365b-425e-bba9-a77346403bac" providerId="ADAL" clId="{9339903F-6A71-47E4-B466-74135F6785DF}" dt="2023-02-06T09:43:19.727" v="40" actId="1076"/>
          <ac:grpSpMkLst>
            <pc:docMk/>
            <pc:sldMk cId="3038443621" sldId="414"/>
            <ac:grpSpMk id="129" creationId="{8022A6BC-E61F-CF1C-EB5C-831F78DB7493}"/>
          </ac:grpSpMkLst>
        </pc:grpChg>
        <pc:grpChg chg="mod">
          <ac:chgData name="Alexandre Quach" userId="03a3b9a4-365b-425e-bba9-a77346403bac" providerId="ADAL" clId="{9339903F-6A71-47E4-B466-74135F6785DF}" dt="2023-02-06T09:43:10.719" v="37"/>
          <ac:grpSpMkLst>
            <pc:docMk/>
            <pc:sldMk cId="3038443621" sldId="414"/>
            <ac:grpSpMk id="131" creationId="{49940A71-07D4-026A-5390-6C9B5F666457}"/>
          </ac:grpSpMkLst>
        </pc:grpChg>
        <pc:grpChg chg="mod">
          <ac:chgData name="Alexandre Quach" userId="03a3b9a4-365b-425e-bba9-a77346403bac" providerId="ADAL" clId="{9339903F-6A71-47E4-B466-74135F6785DF}" dt="2023-02-06T09:43:10.719" v="37"/>
          <ac:grpSpMkLst>
            <pc:docMk/>
            <pc:sldMk cId="3038443621" sldId="414"/>
            <ac:grpSpMk id="132" creationId="{7768265C-2C9D-F5A7-1BE8-01DE316AB0B3}"/>
          </ac:grpSpMkLst>
        </pc:grpChg>
        <pc:grpChg chg="mod">
          <ac:chgData name="Alexandre Quach" userId="03a3b9a4-365b-425e-bba9-a77346403bac" providerId="ADAL" clId="{9339903F-6A71-47E4-B466-74135F6785DF}" dt="2023-02-06T09:43:10.719" v="37"/>
          <ac:grpSpMkLst>
            <pc:docMk/>
            <pc:sldMk cId="3038443621" sldId="414"/>
            <ac:grpSpMk id="133" creationId="{CF32226F-FBBB-2E6D-6809-B3697655BC03}"/>
          </ac:grpSpMkLst>
        </pc:grpChg>
        <pc:grpChg chg="mod">
          <ac:chgData name="Alexandre Quach" userId="03a3b9a4-365b-425e-bba9-a77346403bac" providerId="ADAL" clId="{9339903F-6A71-47E4-B466-74135F6785DF}" dt="2023-02-06T09:43:10.719" v="37"/>
          <ac:grpSpMkLst>
            <pc:docMk/>
            <pc:sldMk cId="3038443621" sldId="414"/>
            <ac:grpSpMk id="134" creationId="{4E331B5C-C6AB-A90C-BAC8-3E954A26B0CB}"/>
          </ac:grpSpMkLst>
        </pc:grpChg>
        <pc:grpChg chg="mod">
          <ac:chgData name="Alexandre Quach" userId="03a3b9a4-365b-425e-bba9-a77346403bac" providerId="ADAL" clId="{9339903F-6A71-47E4-B466-74135F6785DF}" dt="2023-02-06T09:43:10.719" v="37"/>
          <ac:grpSpMkLst>
            <pc:docMk/>
            <pc:sldMk cId="3038443621" sldId="414"/>
            <ac:grpSpMk id="135" creationId="{5EC9EA3F-8916-C7FF-590B-918BFDE62973}"/>
          </ac:grpSpMkLst>
        </pc:grpChg>
        <pc:grpChg chg="mod">
          <ac:chgData name="Alexandre Quach" userId="03a3b9a4-365b-425e-bba9-a77346403bac" providerId="ADAL" clId="{9339903F-6A71-47E4-B466-74135F6785DF}" dt="2023-02-06T09:43:10.719" v="37"/>
          <ac:grpSpMkLst>
            <pc:docMk/>
            <pc:sldMk cId="3038443621" sldId="414"/>
            <ac:grpSpMk id="137" creationId="{AEE3CA77-1788-54DC-B2A1-AA02A9EA619D}"/>
          </ac:grpSpMkLst>
        </pc:grpChg>
        <pc:grpChg chg="add mod">
          <ac:chgData name="Alexandre Quach" userId="03a3b9a4-365b-425e-bba9-a77346403bac" providerId="ADAL" clId="{9339903F-6A71-47E4-B466-74135F6785DF}" dt="2023-02-06T09:43:30.699" v="45" actId="1076"/>
          <ac:grpSpMkLst>
            <pc:docMk/>
            <pc:sldMk cId="3038443621" sldId="414"/>
            <ac:grpSpMk id="163" creationId="{6A4560E9-B6BA-159F-D5B1-9D9C95615CE7}"/>
          </ac:grpSpMkLst>
        </pc:grpChg>
        <pc:picChg chg="add mod">
          <ac:chgData name="Alexandre Quach" userId="03a3b9a4-365b-425e-bba9-a77346403bac" providerId="ADAL" clId="{9339903F-6A71-47E4-B466-74135F6785DF}" dt="2023-02-06T09:43:30.699" v="45" actId="1076"/>
          <ac:picMkLst>
            <pc:docMk/>
            <pc:sldMk cId="3038443621" sldId="414"/>
            <ac:picMk id="2" creationId="{9E0BEC77-E953-F28B-770A-56E79A55C4C3}"/>
          </ac:picMkLst>
        </pc:picChg>
        <pc:picChg chg="mod">
          <ac:chgData name="Alexandre Quach" userId="03a3b9a4-365b-425e-bba9-a77346403bac" providerId="ADAL" clId="{9339903F-6A71-47E4-B466-74135F6785DF}" dt="2023-02-06T09:43:10.719" v="37"/>
          <ac:picMkLst>
            <pc:docMk/>
            <pc:sldMk cId="3038443621" sldId="414"/>
            <ac:picMk id="17" creationId="{8F6C7F91-B0DD-E9E1-9B8F-C1132BDB6527}"/>
          </ac:picMkLst>
        </pc:picChg>
        <pc:picChg chg="mod">
          <ac:chgData name="Alexandre Quach" userId="03a3b9a4-365b-425e-bba9-a77346403bac" providerId="ADAL" clId="{9339903F-6A71-47E4-B466-74135F6785DF}" dt="2023-02-06T09:43:10.719" v="37"/>
          <ac:picMkLst>
            <pc:docMk/>
            <pc:sldMk cId="3038443621" sldId="414"/>
            <ac:picMk id="45" creationId="{8CE970C5-7B4E-87E4-392D-5D3CBD0CD359}"/>
          </ac:picMkLst>
        </pc:picChg>
        <pc:picChg chg="mod">
          <ac:chgData name="Alexandre Quach" userId="03a3b9a4-365b-425e-bba9-a77346403bac" providerId="ADAL" clId="{9339903F-6A71-47E4-B466-74135F6785DF}" dt="2023-02-06T09:43:10.719" v="37"/>
          <ac:picMkLst>
            <pc:docMk/>
            <pc:sldMk cId="3038443621" sldId="414"/>
            <ac:picMk id="46" creationId="{0F2C8A9F-3988-639B-7A5B-B76BBAB85ADE}"/>
          </ac:picMkLst>
        </pc:picChg>
        <pc:picChg chg="mod">
          <ac:chgData name="Alexandre Quach" userId="03a3b9a4-365b-425e-bba9-a77346403bac" providerId="ADAL" clId="{9339903F-6A71-47E4-B466-74135F6785DF}" dt="2023-02-06T09:43:10.719" v="37"/>
          <ac:picMkLst>
            <pc:docMk/>
            <pc:sldMk cId="3038443621" sldId="414"/>
            <ac:picMk id="47" creationId="{595F1F90-26A9-40A7-B060-CEADCB003570}"/>
          </ac:picMkLst>
        </pc:picChg>
        <pc:picChg chg="mod">
          <ac:chgData name="Alexandre Quach" userId="03a3b9a4-365b-425e-bba9-a77346403bac" providerId="ADAL" clId="{9339903F-6A71-47E4-B466-74135F6785DF}" dt="2023-02-06T09:43:10.719" v="37"/>
          <ac:picMkLst>
            <pc:docMk/>
            <pc:sldMk cId="3038443621" sldId="414"/>
            <ac:picMk id="49" creationId="{8D6A82B3-D48D-0BDD-BCD0-27F8A26D3C3A}"/>
          </ac:picMkLst>
        </pc:picChg>
        <pc:picChg chg="mod">
          <ac:chgData name="Alexandre Quach" userId="03a3b9a4-365b-425e-bba9-a77346403bac" providerId="ADAL" clId="{9339903F-6A71-47E4-B466-74135F6785DF}" dt="2023-02-06T09:43:10.719" v="37"/>
          <ac:picMkLst>
            <pc:docMk/>
            <pc:sldMk cId="3038443621" sldId="414"/>
            <ac:picMk id="119" creationId="{1BB19CAC-E1E1-8742-E676-C2F30D150862}"/>
          </ac:picMkLst>
        </pc:picChg>
        <pc:picChg chg="mod">
          <ac:chgData name="Alexandre Quach" userId="03a3b9a4-365b-425e-bba9-a77346403bac" providerId="ADAL" clId="{9339903F-6A71-47E4-B466-74135F6785DF}" dt="2023-02-06T09:43:10.719" v="37"/>
          <ac:picMkLst>
            <pc:docMk/>
            <pc:sldMk cId="3038443621" sldId="414"/>
            <ac:picMk id="130" creationId="{90769DBE-9405-C80A-AE9C-A75D720BE6C3}"/>
          </ac:picMkLst>
        </pc:picChg>
        <pc:picChg chg="mod">
          <ac:chgData name="Alexandre Quach" userId="03a3b9a4-365b-425e-bba9-a77346403bac" providerId="ADAL" clId="{9339903F-6A71-47E4-B466-74135F6785DF}" dt="2023-02-06T09:43:10.719" v="37"/>
          <ac:picMkLst>
            <pc:docMk/>
            <pc:sldMk cId="3038443621" sldId="414"/>
            <ac:picMk id="136" creationId="{11D99278-E976-E8B8-5BAA-E10409505598}"/>
          </ac:picMkLst>
        </pc:picChg>
        <pc:picChg chg="mod">
          <ac:chgData name="Alexandre Quach" userId="03a3b9a4-365b-425e-bba9-a77346403bac" providerId="ADAL" clId="{9339903F-6A71-47E4-B466-74135F6785DF}" dt="2023-02-06T09:43:10.719" v="37"/>
          <ac:picMkLst>
            <pc:docMk/>
            <pc:sldMk cId="3038443621" sldId="414"/>
            <ac:picMk id="138" creationId="{1D2799FE-7F26-B1DF-30FA-48FE7D4DCD47}"/>
          </ac:picMkLst>
        </pc:picChg>
        <pc:picChg chg="mod">
          <ac:chgData name="Alexandre Quach" userId="03a3b9a4-365b-425e-bba9-a77346403bac" providerId="ADAL" clId="{9339903F-6A71-47E4-B466-74135F6785DF}" dt="2023-02-06T09:43:10.719" v="37"/>
          <ac:picMkLst>
            <pc:docMk/>
            <pc:sldMk cId="3038443621" sldId="414"/>
            <ac:picMk id="148" creationId="{16D1ADBB-CA48-DC16-3C4F-6D395F2311B7}"/>
          </ac:picMkLst>
        </pc:picChg>
        <pc:picChg chg="mod">
          <ac:chgData name="Alexandre Quach" userId="03a3b9a4-365b-425e-bba9-a77346403bac" providerId="ADAL" clId="{9339903F-6A71-47E4-B466-74135F6785DF}" dt="2023-02-06T09:43:10.719" v="37"/>
          <ac:picMkLst>
            <pc:docMk/>
            <pc:sldMk cId="3038443621" sldId="414"/>
            <ac:picMk id="149" creationId="{9DF3837A-2D01-6677-E64D-50D1B3EECC24}"/>
          </ac:picMkLst>
        </pc:picChg>
        <pc:picChg chg="mod">
          <ac:chgData name="Alexandre Quach" userId="03a3b9a4-365b-425e-bba9-a77346403bac" providerId="ADAL" clId="{9339903F-6A71-47E4-B466-74135F6785DF}" dt="2023-02-06T09:43:10.719" v="37"/>
          <ac:picMkLst>
            <pc:docMk/>
            <pc:sldMk cId="3038443621" sldId="414"/>
            <ac:picMk id="150" creationId="{3915C83A-5878-57BD-2111-A5AB0FF2F1E1}"/>
          </ac:picMkLst>
        </pc:picChg>
        <pc:picChg chg="mod">
          <ac:chgData name="Alexandre Quach" userId="03a3b9a4-365b-425e-bba9-a77346403bac" providerId="ADAL" clId="{9339903F-6A71-47E4-B466-74135F6785DF}" dt="2023-02-06T09:43:10.719" v="37"/>
          <ac:picMkLst>
            <pc:docMk/>
            <pc:sldMk cId="3038443621" sldId="414"/>
            <ac:picMk id="152" creationId="{FC004B9F-F90E-0166-DF81-763F7440D6D6}"/>
          </ac:picMkLst>
        </pc:picChg>
        <pc:picChg chg="mod">
          <ac:chgData name="Alexandre Quach" userId="03a3b9a4-365b-425e-bba9-a77346403bac" providerId="ADAL" clId="{9339903F-6A71-47E4-B466-74135F6785DF}" dt="2023-02-06T09:43:10.719" v="37"/>
          <ac:picMkLst>
            <pc:docMk/>
            <pc:sldMk cId="3038443621" sldId="414"/>
            <ac:picMk id="154" creationId="{5F887433-0BBD-55D3-80C3-B3518529CCF4}"/>
          </ac:picMkLst>
        </pc:picChg>
        <pc:picChg chg="mod">
          <ac:chgData name="Alexandre Quach" userId="03a3b9a4-365b-425e-bba9-a77346403bac" providerId="ADAL" clId="{9339903F-6A71-47E4-B466-74135F6785DF}" dt="2023-02-06T09:43:10.719" v="37"/>
          <ac:picMkLst>
            <pc:docMk/>
            <pc:sldMk cId="3038443621" sldId="414"/>
            <ac:picMk id="156" creationId="{14EEA6E3-9343-42F3-5645-E5037A56B8EC}"/>
          </ac:picMkLst>
        </pc:picChg>
        <pc:picChg chg="mod">
          <ac:chgData name="Alexandre Quach" userId="03a3b9a4-365b-425e-bba9-a77346403bac" providerId="ADAL" clId="{9339903F-6A71-47E4-B466-74135F6785DF}" dt="2023-02-06T09:43:10.719" v="37"/>
          <ac:picMkLst>
            <pc:docMk/>
            <pc:sldMk cId="3038443621" sldId="414"/>
            <ac:picMk id="158" creationId="{ED66DEED-60DF-5D41-4C14-B27101987316}"/>
          </ac:picMkLst>
        </pc:picChg>
        <pc:picChg chg="mod">
          <ac:chgData name="Alexandre Quach" userId="03a3b9a4-365b-425e-bba9-a77346403bac" providerId="ADAL" clId="{9339903F-6A71-47E4-B466-74135F6785DF}" dt="2023-02-06T09:43:10.719" v="37"/>
          <ac:picMkLst>
            <pc:docMk/>
            <pc:sldMk cId="3038443621" sldId="414"/>
            <ac:picMk id="160" creationId="{32A51C50-6742-DE9F-E158-CC34E08EDB2C}"/>
          </ac:picMkLst>
        </pc:picChg>
        <pc:picChg chg="mod">
          <ac:chgData name="Alexandre Quach" userId="03a3b9a4-365b-425e-bba9-a77346403bac" providerId="ADAL" clId="{9339903F-6A71-47E4-B466-74135F6785DF}" dt="2023-02-06T09:43:10.719" v="37"/>
          <ac:picMkLst>
            <pc:docMk/>
            <pc:sldMk cId="3038443621" sldId="414"/>
            <ac:picMk id="162" creationId="{0D134EE6-2592-296F-4947-F33640FB4CAF}"/>
          </ac:picMkLst>
        </pc:picChg>
        <pc:picChg chg="add mod">
          <ac:chgData name="Alexandre Quach" userId="03a3b9a4-365b-425e-bba9-a77346403bac" providerId="ADAL" clId="{9339903F-6A71-47E4-B466-74135F6785DF}" dt="2023-02-06T09:43:26.144" v="44" actId="1076"/>
          <ac:picMkLst>
            <pc:docMk/>
            <pc:sldMk cId="3038443621" sldId="414"/>
            <ac:picMk id="195" creationId="{1F9452E3-09BA-96C3-EFF5-B5190180B895}"/>
          </ac:picMkLst>
        </pc:picChg>
        <pc:cxnChg chg="mod">
          <ac:chgData name="Alexandre Quach" userId="03a3b9a4-365b-425e-bba9-a77346403bac" providerId="ADAL" clId="{9339903F-6A71-47E4-B466-74135F6785DF}" dt="2023-02-06T09:43:10.719" v="37"/>
          <ac:cxnSpMkLst>
            <pc:docMk/>
            <pc:sldMk cId="3038443621" sldId="414"/>
            <ac:cxnSpMk id="177" creationId="{C2DB1177-361D-3F5A-8007-18F893B9C3AA}"/>
          </ac:cxnSpMkLst>
        </pc:cxnChg>
        <pc:cxnChg chg="mod">
          <ac:chgData name="Alexandre Quach" userId="03a3b9a4-365b-425e-bba9-a77346403bac" providerId="ADAL" clId="{9339903F-6A71-47E4-B466-74135F6785DF}" dt="2023-02-06T09:43:10.719" v="37"/>
          <ac:cxnSpMkLst>
            <pc:docMk/>
            <pc:sldMk cId="3038443621" sldId="414"/>
            <ac:cxnSpMk id="178" creationId="{D4CE1CF7-BAFE-B14D-E41D-7DD091893814}"/>
          </ac:cxnSpMkLst>
        </pc:cxnChg>
        <pc:cxnChg chg="mod">
          <ac:chgData name="Alexandre Quach" userId="03a3b9a4-365b-425e-bba9-a77346403bac" providerId="ADAL" clId="{9339903F-6A71-47E4-B466-74135F6785DF}" dt="2023-02-06T09:43:10.719" v="37"/>
          <ac:cxnSpMkLst>
            <pc:docMk/>
            <pc:sldMk cId="3038443621" sldId="414"/>
            <ac:cxnSpMk id="179" creationId="{E538F037-9587-9620-F790-B715038E3584}"/>
          </ac:cxnSpMkLst>
        </pc:cxnChg>
        <pc:cxnChg chg="mod">
          <ac:chgData name="Alexandre Quach" userId="03a3b9a4-365b-425e-bba9-a77346403bac" providerId="ADAL" clId="{9339903F-6A71-47E4-B466-74135F6785DF}" dt="2023-02-06T09:43:10.719" v="37"/>
          <ac:cxnSpMkLst>
            <pc:docMk/>
            <pc:sldMk cId="3038443621" sldId="414"/>
            <ac:cxnSpMk id="180" creationId="{3CCFFD01-9264-F4CD-0C2C-BC21843E39BC}"/>
          </ac:cxnSpMkLst>
        </pc:cxnChg>
        <pc:cxnChg chg="mod">
          <ac:chgData name="Alexandre Quach" userId="03a3b9a4-365b-425e-bba9-a77346403bac" providerId="ADAL" clId="{9339903F-6A71-47E4-B466-74135F6785DF}" dt="2023-02-06T09:43:10.719" v="37"/>
          <ac:cxnSpMkLst>
            <pc:docMk/>
            <pc:sldMk cId="3038443621" sldId="414"/>
            <ac:cxnSpMk id="181" creationId="{D275E6FF-C176-8220-BAE5-218D33E3769F}"/>
          </ac:cxnSpMkLst>
        </pc:cxnChg>
        <pc:cxnChg chg="mod">
          <ac:chgData name="Alexandre Quach" userId="03a3b9a4-365b-425e-bba9-a77346403bac" providerId="ADAL" clId="{9339903F-6A71-47E4-B466-74135F6785DF}" dt="2023-02-06T09:43:10.719" v="37"/>
          <ac:cxnSpMkLst>
            <pc:docMk/>
            <pc:sldMk cId="3038443621" sldId="414"/>
            <ac:cxnSpMk id="182" creationId="{F01010B5-D7FF-5299-A66E-C86267B5B685}"/>
          </ac:cxnSpMkLst>
        </pc:cxnChg>
        <pc:cxnChg chg="mod">
          <ac:chgData name="Alexandre Quach" userId="03a3b9a4-365b-425e-bba9-a77346403bac" providerId="ADAL" clId="{9339903F-6A71-47E4-B466-74135F6785DF}" dt="2023-02-06T09:43:10.719" v="37"/>
          <ac:cxnSpMkLst>
            <pc:docMk/>
            <pc:sldMk cId="3038443621" sldId="414"/>
            <ac:cxnSpMk id="183" creationId="{F4A346CB-41AC-D738-8EB8-AEE8E14A7B5E}"/>
          </ac:cxnSpMkLst>
        </pc:cxnChg>
        <pc:cxnChg chg="mod">
          <ac:chgData name="Alexandre Quach" userId="03a3b9a4-365b-425e-bba9-a77346403bac" providerId="ADAL" clId="{9339903F-6A71-47E4-B466-74135F6785DF}" dt="2023-02-06T09:43:10.719" v="37"/>
          <ac:cxnSpMkLst>
            <pc:docMk/>
            <pc:sldMk cId="3038443621" sldId="414"/>
            <ac:cxnSpMk id="184" creationId="{92E66F67-8FD1-3998-DB2A-C6008618CBCE}"/>
          </ac:cxnSpMkLst>
        </pc:cxnChg>
        <pc:cxnChg chg="mod">
          <ac:chgData name="Alexandre Quach" userId="03a3b9a4-365b-425e-bba9-a77346403bac" providerId="ADAL" clId="{9339903F-6A71-47E4-B466-74135F6785DF}" dt="2023-02-06T09:43:10.719" v="37"/>
          <ac:cxnSpMkLst>
            <pc:docMk/>
            <pc:sldMk cId="3038443621" sldId="414"/>
            <ac:cxnSpMk id="185" creationId="{E703E76B-3B4A-1BC7-21BC-429D2B5E88B0}"/>
          </ac:cxnSpMkLst>
        </pc:cxnChg>
        <pc:cxnChg chg="mod">
          <ac:chgData name="Alexandre Quach" userId="03a3b9a4-365b-425e-bba9-a77346403bac" providerId="ADAL" clId="{9339903F-6A71-47E4-B466-74135F6785DF}" dt="2023-02-06T09:43:10.719" v="37"/>
          <ac:cxnSpMkLst>
            <pc:docMk/>
            <pc:sldMk cId="3038443621" sldId="414"/>
            <ac:cxnSpMk id="186" creationId="{3BCC32BE-AB5E-A836-B90E-F50667FA3B19}"/>
          </ac:cxnSpMkLst>
        </pc:cxnChg>
        <pc:cxnChg chg="mod">
          <ac:chgData name="Alexandre Quach" userId="03a3b9a4-365b-425e-bba9-a77346403bac" providerId="ADAL" clId="{9339903F-6A71-47E4-B466-74135F6785DF}" dt="2023-02-06T09:43:10.719" v="37"/>
          <ac:cxnSpMkLst>
            <pc:docMk/>
            <pc:sldMk cId="3038443621" sldId="414"/>
            <ac:cxnSpMk id="187" creationId="{9E1CBA0E-5CF5-B1D9-8617-E3AD5194100E}"/>
          </ac:cxnSpMkLst>
        </pc:cxnChg>
        <pc:cxnChg chg="mod">
          <ac:chgData name="Alexandre Quach" userId="03a3b9a4-365b-425e-bba9-a77346403bac" providerId="ADAL" clId="{9339903F-6A71-47E4-B466-74135F6785DF}" dt="2023-02-06T09:43:10.719" v="37"/>
          <ac:cxnSpMkLst>
            <pc:docMk/>
            <pc:sldMk cId="3038443621" sldId="414"/>
            <ac:cxnSpMk id="188" creationId="{C2790A54-0544-E6A9-3C09-E15F86568279}"/>
          </ac:cxnSpMkLst>
        </pc:cxnChg>
        <pc:cxnChg chg="mod">
          <ac:chgData name="Alexandre Quach" userId="03a3b9a4-365b-425e-bba9-a77346403bac" providerId="ADAL" clId="{9339903F-6A71-47E4-B466-74135F6785DF}" dt="2023-02-06T09:43:10.719" v="37"/>
          <ac:cxnSpMkLst>
            <pc:docMk/>
            <pc:sldMk cId="3038443621" sldId="414"/>
            <ac:cxnSpMk id="189" creationId="{36A12DF6-5E5B-0121-1881-C89B8F0173FD}"/>
          </ac:cxnSpMkLst>
        </pc:cxnChg>
        <pc:cxnChg chg="mod">
          <ac:chgData name="Alexandre Quach" userId="03a3b9a4-365b-425e-bba9-a77346403bac" providerId="ADAL" clId="{9339903F-6A71-47E4-B466-74135F6785DF}" dt="2023-02-06T09:43:10.719" v="37"/>
          <ac:cxnSpMkLst>
            <pc:docMk/>
            <pc:sldMk cId="3038443621" sldId="414"/>
            <ac:cxnSpMk id="191" creationId="{BB7427D3-3C5F-D846-45BD-F0F4252304BF}"/>
          </ac:cxnSpMkLst>
        </pc:cxnChg>
        <pc:cxnChg chg="mod">
          <ac:chgData name="Alexandre Quach" userId="03a3b9a4-365b-425e-bba9-a77346403bac" providerId="ADAL" clId="{9339903F-6A71-47E4-B466-74135F6785DF}" dt="2023-02-06T09:43:10.719" v="37"/>
          <ac:cxnSpMkLst>
            <pc:docMk/>
            <pc:sldMk cId="3038443621" sldId="414"/>
            <ac:cxnSpMk id="193" creationId="{CE53949C-7A1A-BB53-27C3-7D6FF4F2CA29}"/>
          </ac:cxnSpMkLst>
        </pc:cxnChg>
      </pc:sldChg>
    </pc:docChg>
  </pc:docChgLst>
  <pc:docChgLst>
    <pc:chgData name="Thomas Froment" userId="4d47d833-7bbe-4dd6-859d-dcdc79e00258" providerId="ADAL" clId="{7741FE9B-AC82-49ED-B41C-EDA9B6551A74}"/>
    <pc:docChg chg="modSld">
      <pc:chgData name="Thomas Froment" userId="4d47d833-7bbe-4dd6-859d-dcdc79e00258" providerId="ADAL" clId="{7741FE9B-AC82-49ED-B41C-EDA9B6551A74}" dt="2023-01-26T14:21:16.380" v="0" actId="1076"/>
      <pc:docMkLst>
        <pc:docMk/>
      </pc:docMkLst>
      <pc:sldChg chg="modSp mod">
        <pc:chgData name="Thomas Froment" userId="4d47d833-7bbe-4dd6-859d-dcdc79e00258" providerId="ADAL" clId="{7741FE9B-AC82-49ED-B41C-EDA9B6551A74}" dt="2023-01-26T14:21:16.380" v="0" actId="1076"/>
        <pc:sldMkLst>
          <pc:docMk/>
          <pc:sldMk cId="471399303" sldId="373"/>
        </pc:sldMkLst>
        <pc:spChg chg="mod">
          <ac:chgData name="Thomas Froment" userId="4d47d833-7bbe-4dd6-859d-dcdc79e00258" providerId="ADAL" clId="{7741FE9B-AC82-49ED-B41C-EDA9B6551A74}" dt="2023-01-26T14:21:16.380" v="0" actId="1076"/>
          <ac:spMkLst>
            <pc:docMk/>
            <pc:sldMk cId="471399303" sldId="373"/>
            <ac:spMk id="28" creationId="{B390B424-EFD7-4CBA-9402-E7D75B769A03}"/>
          </ac:spMkLst>
        </pc:spChg>
        <pc:spChg chg="mod">
          <ac:chgData name="Thomas Froment" userId="4d47d833-7bbe-4dd6-859d-dcdc79e00258" providerId="ADAL" clId="{7741FE9B-AC82-49ED-B41C-EDA9B6551A74}" dt="2023-01-26T14:21:16.380" v="0" actId="1076"/>
          <ac:spMkLst>
            <pc:docMk/>
            <pc:sldMk cId="471399303" sldId="373"/>
            <ac:spMk id="29" creationId="{D7130EBC-B9CE-4EEE-B949-C9025E797D68}"/>
          </ac:spMkLst>
        </pc:spChg>
        <pc:spChg chg="mod">
          <ac:chgData name="Thomas Froment" userId="4d47d833-7bbe-4dd6-859d-dcdc79e00258" providerId="ADAL" clId="{7741FE9B-AC82-49ED-B41C-EDA9B6551A74}" dt="2023-01-26T14:21:16.380" v="0" actId="1076"/>
          <ac:spMkLst>
            <pc:docMk/>
            <pc:sldMk cId="471399303" sldId="373"/>
            <ac:spMk id="30" creationId="{F610BC8C-9DED-4B21-A11C-8F147E8E741A}"/>
          </ac:spMkLst>
        </pc:spChg>
        <pc:spChg chg="mod">
          <ac:chgData name="Thomas Froment" userId="4d47d833-7bbe-4dd6-859d-dcdc79e00258" providerId="ADAL" clId="{7741FE9B-AC82-49ED-B41C-EDA9B6551A74}" dt="2023-01-26T14:21:16.380" v="0" actId="1076"/>
          <ac:spMkLst>
            <pc:docMk/>
            <pc:sldMk cId="471399303" sldId="373"/>
            <ac:spMk id="31" creationId="{D2E68CD3-30C8-4477-96F6-39CEEE9FC5CD}"/>
          </ac:spMkLst>
        </pc:spChg>
        <pc:spChg chg="mod">
          <ac:chgData name="Thomas Froment" userId="4d47d833-7bbe-4dd6-859d-dcdc79e00258" providerId="ADAL" clId="{7741FE9B-AC82-49ED-B41C-EDA9B6551A74}" dt="2023-01-26T14:21:16.380" v="0" actId="1076"/>
          <ac:spMkLst>
            <pc:docMk/>
            <pc:sldMk cId="471399303" sldId="373"/>
            <ac:spMk id="32" creationId="{B3CDC92E-C27D-4DF4-9944-2E60887541FB}"/>
          </ac:spMkLst>
        </pc:spChg>
        <pc:spChg chg="mod">
          <ac:chgData name="Thomas Froment" userId="4d47d833-7bbe-4dd6-859d-dcdc79e00258" providerId="ADAL" clId="{7741FE9B-AC82-49ED-B41C-EDA9B6551A74}" dt="2023-01-26T14:21:16.380" v="0" actId="1076"/>
          <ac:spMkLst>
            <pc:docMk/>
            <pc:sldMk cId="471399303" sldId="373"/>
            <ac:spMk id="33" creationId="{12DBC631-96B9-49EC-A408-018C730BA38F}"/>
          </ac:spMkLst>
        </pc:spChg>
        <pc:spChg chg="mod">
          <ac:chgData name="Thomas Froment" userId="4d47d833-7bbe-4dd6-859d-dcdc79e00258" providerId="ADAL" clId="{7741FE9B-AC82-49ED-B41C-EDA9B6551A74}" dt="2023-01-26T14:21:16.380" v="0" actId="1076"/>
          <ac:spMkLst>
            <pc:docMk/>
            <pc:sldMk cId="471399303" sldId="373"/>
            <ac:spMk id="34" creationId="{C323340E-60D7-47A6-B24C-8D2DD89D7A16}"/>
          </ac:spMkLst>
        </pc:spChg>
        <pc:spChg chg="mod">
          <ac:chgData name="Thomas Froment" userId="4d47d833-7bbe-4dd6-859d-dcdc79e00258" providerId="ADAL" clId="{7741FE9B-AC82-49ED-B41C-EDA9B6551A74}" dt="2023-01-26T14:21:16.380" v="0" actId="1076"/>
          <ac:spMkLst>
            <pc:docMk/>
            <pc:sldMk cId="471399303" sldId="373"/>
            <ac:spMk id="35" creationId="{67B0F38D-F1AC-4920-A67C-30199D2FB73D}"/>
          </ac:spMkLst>
        </pc:spChg>
      </pc:sldChg>
    </pc:docChg>
  </pc:docChgLst>
  <pc:docChgLst>
    <pc:chgData name="Thomas Froment" userId="4d47d833-7bbe-4dd6-859d-dcdc79e00258" providerId="ADAL" clId="{DDC28250-07C7-4FCB-A54D-C3F720A4450B}"/>
    <pc:docChg chg="undo custSel modSld modMainMaster">
      <pc:chgData name="Thomas Froment" userId="4d47d833-7bbe-4dd6-859d-dcdc79e00258" providerId="ADAL" clId="{DDC28250-07C7-4FCB-A54D-C3F720A4450B}" dt="2023-01-26T14:19:25.349" v="115" actId="1076"/>
      <pc:docMkLst>
        <pc:docMk/>
      </pc:docMkLst>
      <pc:sldChg chg="modSp mod">
        <pc:chgData name="Thomas Froment" userId="4d47d833-7bbe-4dd6-859d-dcdc79e00258" providerId="ADAL" clId="{DDC28250-07C7-4FCB-A54D-C3F720A4450B}" dt="2023-01-26T14:10:51.001" v="101" actId="20577"/>
        <pc:sldMkLst>
          <pc:docMk/>
          <pc:sldMk cId="2545377066" sldId="377"/>
        </pc:sldMkLst>
        <pc:graphicFrameChg chg="mod modGraphic">
          <ac:chgData name="Thomas Froment" userId="4d47d833-7bbe-4dd6-859d-dcdc79e00258" providerId="ADAL" clId="{DDC28250-07C7-4FCB-A54D-C3F720A4450B}" dt="2023-01-26T14:10:51.001" v="101" actId="20577"/>
          <ac:graphicFrameMkLst>
            <pc:docMk/>
            <pc:sldMk cId="2545377066" sldId="377"/>
            <ac:graphicFrameMk id="47" creationId="{E532220D-FB7A-4D58-94AD-62D5519F5AAE}"/>
          </ac:graphicFrameMkLst>
        </pc:graphicFrameChg>
      </pc:sldChg>
      <pc:sldChg chg="modSp mod">
        <pc:chgData name="Thomas Froment" userId="4d47d833-7bbe-4dd6-859d-dcdc79e00258" providerId="ADAL" clId="{DDC28250-07C7-4FCB-A54D-C3F720A4450B}" dt="2023-01-26T14:19:04.954" v="106" actId="14100"/>
        <pc:sldMkLst>
          <pc:docMk/>
          <pc:sldMk cId="1170425949" sldId="378"/>
        </pc:sldMkLst>
        <pc:grpChg chg="mod">
          <ac:chgData name="Thomas Froment" userId="4d47d833-7bbe-4dd6-859d-dcdc79e00258" providerId="ADAL" clId="{DDC28250-07C7-4FCB-A54D-C3F720A4450B}" dt="2023-01-26T14:19:04.954" v="106" actId="14100"/>
          <ac:grpSpMkLst>
            <pc:docMk/>
            <pc:sldMk cId="1170425949" sldId="378"/>
            <ac:grpSpMk id="22" creationId="{4C6A6531-BC17-45C2-ACEE-E0D68875DE67}"/>
          </ac:grpSpMkLst>
        </pc:grpChg>
      </pc:sldChg>
      <pc:sldChg chg="modSp mod">
        <pc:chgData name="Thomas Froment" userId="4d47d833-7bbe-4dd6-859d-dcdc79e00258" providerId="ADAL" clId="{DDC28250-07C7-4FCB-A54D-C3F720A4450B}" dt="2023-01-26T14:19:25.349" v="115" actId="1076"/>
        <pc:sldMkLst>
          <pc:docMk/>
          <pc:sldMk cId="3732627575" sldId="411"/>
        </pc:sldMkLst>
        <pc:spChg chg="mod">
          <ac:chgData name="Thomas Froment" userId="4d47d833-7bbe-4dd6-859d-dcdc79e00258" providerId="ADAL" clId="{DDC28250-07C7-4FCB-A54D-C3F720A4450B}" dt="2023-01-26T14:19:17.817" v="112" actId="1076"/>
          <ac:spMkLst>
            <pc:docMk/>
            <pc:sldMk cId="3732627575" sldId="411"/>
            <ac:spMk id="2" creationId="{1AB40900-59F3-4B76-9D7B-14F8489569E4}"/>
          </ac:spMkLst>
        </pc:spChg>
        <pc:spChg chg="mod">
          <ac:chgData name="Thomas Froment" userId="4d47d833-7bbe-4dd6-859d-dcdc79e00258" providerId="ADAL" clId="{DDC28250-07C7-4FCB-A54D-C3F720A4450B}" dt="2023-01-26T14:19:25.349" v="115" actId="1076"/>
          <ac:spMkLst>
            <pc:docMk/>
            <pc:sldMk cId="3732627575" sldId="411"/>
            <ac:spMk id="15" creationId="{931ED3A0-3A92-4E8E-89BD-2F150AD7B50C}"/>
          </ac:spMkLst>
        </pc:spChg>
        <pc:spChg chg="mod">
          <ac:chgData name="Thomas Froment" userId="4d47d833-7bbe-4dd6-859d-dcdc79e00258" providerId="ADAL" clId="{DDC28250-07C7-4FCB-A54D-C3F720A4450B}" dt="2023-01-26T14:19:25.349" v="115" actId="1076"/>
          <ac:spMkLst>
            <pc:docMk/>
            <pc:sldMk cId="3732627575" sldId="411"/>
            <ac:spMk id="28" creationId="{CBB1940F-0E89-4402-9806-4C947E946E25}"/>
          </ac:spMkLst>
        </pc:spChg>
        <pc:spChg chg="mod">
          <ac:chgData name="Thomas Froment" userId="4d47d833-7bbe-4dd6-859d-dcdc79e00258" providerId="ADAL" clId="{DDC28250-07C7-4FCB-A54D-C3F720A4450B}" dt="2023-01-26T14:19:25.349" v="115" actId="1076"/>
          <ac:spMkLst>
            <pc:docMk/>
            <pc:sldMk cId="3732627575" sldId="411"/>
            <ac:spMk id="29" creationId="{67D74174-932B-4B33-8C34-BE9AA86A7D9E}"/>
          </ac:spMkLst>
        </pc:spChg>
        <pc:spChg chg="mod">
          <ac:chgData name="Thomas Froment" userId="4d47d833-7bbe-4dd6-859d-dcdc79e00258" providerId="ADAL" clId="{DDC28250-07C7-4FCB-A54D-C3F720A4450B}" dt="2023-01-26T14:19:25.349" v="115" actId="1076"/>
          <ac:spMkLst>
            <pc:docMk/>
            <pc:sldMk cId="3732627575" sldId="411"/>
            <ac:spMk id="30" creationId="{BA6503F8-DAA3-42FD-A7B0-B777EB79B58A}"/>
          </ac:spMkLst>
        </pc:spChg>
        <pc:spChg chg="mod">
          <ac:chgData name="Thomas Froment" userId="4d47d833-7bbe-4dd6-859d-dcdc79e00258" providerId="ADAL" clId="{DDC28250-07C7-4FCB-A54D-C3F720A4450B}" dt="2023-01-26T14:19:25.349" v="115" actId="1076"/>
          <ac:spMkLst>
            <pc:docMk/>
            <pc:sldMk cId="3732627575" sldId="411"/>
            <ac:spMk id="34" creationId="{E44D38C6-FBBC-4DF7-9F62-A1F30B410673}"/>
          </ac:spMkLst>
        </pc:spChg>
        <pc:spChg chg="mod">
          <ac:chgData name="Thomas Froment" userId="4d47d833-7bbe-4dd6-859d-dcdc79e00258" providerId="ADAL" clId="{DDC28250-07C7-4FCB-A54D-C3F720A4450B}" dt="2023-01-26T14:19:25.349" v="115" actId="1076"/>
          <ac:spMkLst>
            <pc:docMk/>
            <pc:sldMk cId="3732627575" sldId="411"/>
            <ac:spMk id="35" creationId="{F9B632FC-22D0-48C9-ABCB-B775849179BA}"/>
          </ac:spMkLst>
        </pc:spChg>
        <pc:spChg chg="mod">
          <ac:chgData name="Thomas Froment" userId="4d47d833-7bbe-4dd6-859d-dcdc79e00258" providerId="ADAL" clId="{DDC28250-07C7-4FCB-A54D-C3F720A4450B}" dt="2023-01-26T14:19:25.349" v="115" actId="1076"/>
          <ac:spMkLst>
            <pc:docMk/>
            <pc:sldMk cId="3732627575" sldId="411"/>
            <ac:spMk id="36" creationId="{4FF508ED-1802-40CA-9D67-BB9767775C0C}"/>
          </ac:spMkLst>
        </pc:spChg>
        <pc:spChg chg="mod">
          <ac:chgData name="Thomas Froment" userId="4d47d833-7bbe-4dd6-859d-dcdc79e00258" providerId="ADAL" clId="{DDC28250-07C7-4FCB-A54D-C3F720A4450B}" dt="2023-01-26T14:19:25.349" v="115" actId="1076"/>
          <ac:spMkLst>
            <pc:docMk/>
            <pc:sldMk cId="3732627575" sldId="411"/>
            <ac:spMk id="37" creationId="{59140D95-A43B-4263-B551-DD98CAA4AFFA}"/>
          </ac:spMkLst>
        </pc:spChg>
        <pc:spChg chg="mod">
          <ac:chgData name="Thomas Froment" userId="4d47d833-7bbe-4dd6-859d-dcdc79e00258" providerId="ADAL" clId="{DDC28250-07C7-4FCB-A54D-C3F720A4450B}" dt="2023-01-26T14:19:25.349" v="115" actId="1076"/>
          <ac:spMkLst>
            <pc:docMk/>
            <pc:sldMk cId="3732627575" sldId="411"/>
            <ac:spMk id="41" creationId="{2FB037F4-EB3E-4E62-8889-F3A58A7C9334}"/>
          </ac:spMkLst>
        </pc:spChg>
        <pc:spChg chg="mod">
          <ac:chgData name="Thomas Froment" userId="4d47d833-7bbe-4dd6-859d-dcdc79e00258" providerId="ADAL" clId="{DDC28250-07C7-4FCB-A54D-C3F720A4450B}" dt="2023-01-26T14:19:25.349" v="115" actId="1076"/>
          <ac:spMkLst>
            <pc:docMk/>
            <pc:sldMk cId="3732627575" sldId="411"/>
            <ac:spMk id="42" creationId="{326E550F-74C8-4805-9768-68069607E52F}"/>
          </ac:spMkLst>
        </pc:spChg>
        <pc:spChg chg="mod">
          <ac:chgData name="Thomas Froment" userId="4d47d833-7bbe-4dd6-859d-dcdc79e00258" providerId="ADAL" clId="{DDC28250-07C7-4FCB-A54D-C3F720A4450B}" dt="2023-01-26T14:19:25.349" v="115" actId="1076"/>
          <ac:spMkLst>
            <pc:docMk/>
            <pc:sldMk cId="3732627575" sldId="411"/>
            <ac:spMk id="43" creationId="{85CE9BC5-E6C8-4FE1-A874-45B2A994EB0E}"/>
          </ac:spMkLst>
        </pc:spChg>
        <pc:spChg chg="mod">
          <ac:chgData name="Thomas Froment" userId="4d47d833-7bbe-4dd6-859d-dcdc79e00258" providerId="ADAL" clId="{DDC28250-07C7-4FCB-A54D-C3F720A4450B}" dt="2023-01-26T14:19:25.349" v="115" actId="1076"/>
          <ac:spMkLst>
            <pc:docMk/>
            <pc:sldMk cId="3732627575" sldId="411"/>
            <ac:spMk id="44" creationId="{271544CF-27B6-49ED-B757-486D558A6BD9}"/>
          </ac:spMkLst>
        </pc:spChg>
        <pc:spChg chg="mod">
          <ac:chgData name="Thomas Froment" userId="4d47d833-7bbe-4dd6-859d-dcdc79e00258" providerId="ADAL" clId="{DDC28250-07C7-4FCB-A54D-C3F720A4450B}" dt="2023-01-26T14:19:25.349" v="115" actId="1076"/>
          <ac:spMkLst>
            <pc:docMk/>
            <pc:sldMk cId="3732627575" sldId="411"/>
            <ac:spMk id="45" creationId="{D43A0727-9E23-429C-92B1-B12657F0FB77}"/>
          </ac:spMkLst>
        </pc:spChg>
        <pc:spChg chg="mod">
          <ac:chgData name="Thomas Froment" userId="4d47d833-7bbe-4dd6-859d-dcdc79e00258" providerId="ADAL" clId="{DDC28250-07C7-4FCB-A54D-C3F720A4450B}" dt="2023-01-26T14:19:25.349" v="115" actId="1076"/>
          <ac:spMkLst>
            <pc:docMk/>
            <pc:sldMk cId="3732627575" sldId="411"/>
            <ac:spMk id="46" creationId="{25ADDED6-A855-462A-8F8D-69EA2075746D}"/>
          </ac:spMkLst>
        </pc:spChg>
        <pc:spChg chg="mod">
          <ac:chgData name="Thomas Froment" userId="4d47d833-7bbe-4dd6-859d-dcdc79e00258" providerId="ADAL" clId="{DDC28250-07C7-4FCB-A54D-C3F720A4450B}" dt="2023-01-26T14:19:25.349" v="115" actId="1076"/>
          <ac:spMkLst>
            <pc:docMk/>
            <pc:sldMk cId="3732627575" sldId="411"/>
            <ac:spMk id="47" creationId="{8BEB797D-1D73-407C-AD48-9DE77FAA1522}"/>
          </ac:spMkLst>
        </pc:spChg>
        <pc:grpChg chg="mod">
          <ac:chgData name="Thomas Froment" userId="4d47d833-7bbe-4dd6-859d-dcdc79e00258" providerId="ADAL" clId="{DDC28250-07C7-4FCB-A54D-C3F720A4450B}" dt="2023-01-26T14:19:25.349" v="115" actId="1076"/>
          <ac:grpSpMkLst>
            <pc:docMk/>
            <pc:sldMk cId="3732627575" sldId="411"/>
            <ac:grpSpMk id="22" creationId="{4C6A6531-BC17-45C2-ACEE-E0D68875DE67}"/>
          </ac:grpSpMkLst>
        </pc:grpChg>
      </pc:sldChg>
      <pc:sldMasterChg chg="addSp delSp modSp mod">
        <pc:chgData name="Thomas Froment" userId="4d47d833-7bbe-4dd6-859d-dcdc79e00258" providerId="ADAL" clId="{DDC28250-07C7-4FCB-A54D-C3F720A4450B}" dt="2023-01-26T14:18:51.765" v="105"/>
        <pc:sldMasterMkLst>
          <pc:docMk/>
          <pc:sldMasterMk cId="2469071416" sldId="2147483648"/>
        </pc:sldMasterMkLst>
        <pc:spChg chg="del">
          <ac:chgData name="Thomas Froment" userId="4d47d833-7bbe-4dd6-859d-dcdc79e00258" providerId="ADAL" clId="{DDC28250-07C7-4FCB-A54D-C3F720A4450B}" dt="2023-01-26T14:18:48.157" v="102" actId="478"/>
          <ac:spMkLst>
            <pc:docMk/>
            <pc:sldMasterMk cId="2469071416" sldId="2147483648"/>
            <ac:spMk id="4" creationId="{60AD8632-AF3B-4F7C-A2DA-A4F0278E2032}"/>
          </ac:spMkLst>
        </pc:spChg>
        <pc:spChg chg="del">
          <ac:chgData name="Thomas Froment" userId="4d47d833-7bbe-4dd6-859d-dcdc79e00258" providerId="ADAL" clId="{DDC28250-07C7-4FCB-A54D-C3F720A4450B}" dt="2023-01-26T14:18:49.663" v="103" actId="478"/>
          <ac:spMkLst>
            <pc:docMk/>
            <pc:sldMasterMk cId="2469071416" sldId="2147483648"/>
            <ac:spMk id="5" creationId="{A9719DEF-3A99-45A4-8595-267FAE0A202F}"/>
          </ac:spMkLst>
        </pc:spChg>
        <pc:spChg chg="del">
          <ac:chgData name="Thomas Froment" userId="4d47d833-7bbe-4dd6-859d-dcdc79e00258" providerId="ADAL" clId="{DDC28250-07C7-4FCB-A54D-C3F720A4450B}" dt="2023-01-26T14:18:50.588" v="104" actId="478"/>
          <ac:spMkLst>
            <pc:docMk/>
            <pc:sldMasterMk cId="2469071416" sldId="2147483648"/>
            <ac:spMk id="6" creationId="{7B1FB13C-4CB2-4D44-B791-DE40B8A97520}"/>
          </ac:spMkLst>
        </pc:spChg>
        <pc:picChg chg="add mod">
          <ac:chgData name="Thomas Froment" userId="4d47d833-7bbe-4dd6-859d-dcdc79e00258" providerId="ADAL" clId="{DDC28250-07C7-4FCB-A54D-C3F720A4450B}" dt="2023-01-26T14:18:51.765" v="105"/>
          <ac:picMkLst>
            <pc:docMk/>
            <pc:sldMasterMk cId="2469071416" sldId="2147483648"/>
            <ac:picMk id="7" creationId="{94E64E40-82A5-DFE4-106A-3BFCC3DC9497}"/>
          </ac:picMkLst>
        </pc:picChg>
        <pc:picChg chg="add mod">
          <ac:chgData name="Thomas Froment" userId="4d47d833-7bbe-4dd6-859d-dcdc79e00258" providerId="ADAL" clId="{DDC28250-07C7-4FCB-A54D-C3F720A4450B}" dt="2023-01-26T14:18:51.765" v="105"/>
          <ac:picMkLst>
            <pc:docMk/>
            <pc:sldMasterMk cId="2469071416" sldId="2147483648"/>
            <ac:picMk id="8" creationId="{0390E083-5AD7-B09B-2371-AD136EBD98EA}"/>
          </ac:picMkLst>
        </pc:picChg>
        <pc:picChg chg="add mod">
          <ac:chgData name="Thomas Froment" userId="4d47d833-7bbe-4dd6-859d-dcdc79e00258" providerId="ADAL" clId="{DDC28250-07C7-4FCB-A54D-C3F720A4450B}" dt="2023-01-26T14:18:51.765" v="105"/>
          <ac:picMkLst>
            <pc:docMk/>
            <pc:sldMasterMk cId="2469071416" sldId="2147483648"/>
            <ac:picMk id="9" creationId="{F1DFD6FE-0ADE-E3FA-4EAE-2D78122A30A6}"/>
          </ac:picMkLst>
        </pc:picChg>
      </pc:sldMasterChg>
    </pc:docChg>
  </pc:docChgLst>
  <pc:docChgLst>
    <pc:chgData name="Alexandre Quach" userId="7bb690c8a6e028e4" providerId="LiveId" clId="{C0821360-470E-483A-8315-AF72F1A3FBBA}"/>
    <pc:docChg chg="undo custSel addSld modSld modSection">
      <pc:chgData name="Alexandre Quach" userId="7bb690c8a6e028e4" providerId="LiveId" clId="{C0821360-470E-483A-8315-AF72F1A3FBBA}" dt="2022-05-10T07:05:35.487" v="68" actId="113"/>
      <pc:docMkLst>
        <pc:docMk/>
      </pc:docMkLst>
      <pc:sldChg chg="addSp modSp mod">
        <pc:chgData name="Alexandre Quach" userId="7bb690c8a6e028e4" providerId="LiveId" clId="{C0821360-470E-483A-8315-AF72F1A3FBBA}" dt="2022-05-05T13:33:22.412" v="49"/>
        <pc:sldMkLst>
          <pc:docMk/>
          <pc:sldMk cId="1874237925" sldId="401"/>
        </pc:sldMkLst>
        <pc:spChg chg="mod">
          <ac:chgData name="Alexandre Quach" userId="7bb690c8a6e028e4" providerId="LiveId" clId="{C0821360-470E-483A-8315-AF72F1A3FBBA}" dt="2022-05-05T13:32:24.104" v="29" actId="1076"/>
          <ac:spMkLst>
            <pc:docMk/>
            <pc:sldMk cId="1874237925" sldId="401"/>
            <ac:spMk id="185" creationId="{7C0701B0-6A32-4967-B891-50888B09595C}"/>
          </ac:spMkLst>
        </pc:spChg>
        <pc:picChg chg="add mod ord">
          <ac:chgData name="Alexandre Quach" userId="7bb690c8a6e028e4" providerId="LiveId" clId="{C0821360-470E-483A-8315-AF72F1A3FBBA}" dt="2022-05-05T13:32:26.445" v="30" actId="1076"/>
          <ac:picMkLst>
            <pc:docMk/>
            <pc:sldMk cId="1874237925" sldId="401"/>
            <ac:picMk id="16" creationId="{A791E67A-431D-FF7D-990F-277B6DF85F70}"/>
          </ac:picMkLst>
        </pc:picChg>
        <pc:picChg chg="add mod">
          <ac:chgData name="Alexandre Quach" userId="7bb690c8a6e028e4" providerId="LiveId" clId="{C0821360-470E-483A-8315-AF72F1A3FBBA}" dt="2022-05-05T13:33:22.412" v="49"/>
          <ac:picMkLst>
            <pc:docMk/>
            <pc:sldMk cId="1874237925" sldId="401"/>
            <ac:picMk id="228" creationId="{4F9071FE-ED19-541F-9627-1B3AA185084E}"/>
          </ac:picMkLst>
        </pc:picChg>
      </pc:sldChg>
      <pc:sldChg chg="addSp modSp mod">
        <pc:chgData name="Alexandre Quach" userId="7bb690c8a6e028e4" providerId="LiveId" clId="{C0821360-470E-483A-8315-AF72F1A3FBBA}" dt="2022-05-04T11:08:22.440" v="11" actId="1076"/>
        <pc:sldMkLst>
          <pc:docMk/>
          <pc:sldMk cId="3307899724" sldId="405"/>
        </pc:sldMkLst>
        <pc:spChg chg="mod">
          <ac:chgData name="Alexandre Quach" userId="7bb690c8a6e028e4" providerId="LiveId" clId="{C0821360-470E-483A-8315-AF72F1A3FBBA}" dt="2022-05-04T11:08:14.601" v="9" actId="1076"/>
          <ac:spMkLst>
            <pc:docMk/>
            <pc:sldMk cId="3307899724" sldId="405"/>
            <ac:spMk id="47" creationId="{323D737F-5036-4380-B5F8-34375B522397}"/>
          </ac:spMkLst>
        </pc:spChg>
        <pc:spChg chg="mod">
          <ac:chgData name="Alexandre Quach" userId="7bb690c8a6e028e4" providerId="LiveId" clId="{C0821360-470E-483A-8315-AF72F1A3FBBA}" dt="2022-05-04T11:08:14.601" v="9" actId="1076"/>
          <ac:spMkLst>
            <pc:docMk/>
            <pc:sldMk cId="3307899724" sldId="405"/>
            <ac:spMk id="48" creationId="{DE338C04-2FEC-473A-B213-C8BD599A23AA}"/>
          </ac:spMkLst>
        </pc:spChg>
        <pc:spChg chg="mod">
          <ac:chgData name="Alexandre Quach" userId="7bb690c8a6e028e4" providerId="LiveId" clId="{C0821360-470E-483A-8315-AF72F1A3FBBA}" dt="2022-05-04T11:08:14.601" v="9" actId="1076"/>
          <ac:spMkLst>
            <pc:docMk/>
            <pc:sldMk cId="3307899724" sldId="405"/>
            <ac:spMk id="49" creationId="{BEE65AB6-59F2-494F-80F5-AB2BFC858B5D}"/>
          </ac:spMkLst>
        </pc:spChg>
        <pc:spChg chg="mod">
          <ac:chgData name="Alexandre Quach" userId="7bb690c8a6e028e4" providerId="LiveId" clId="{C0821360-470E-483A-8315-AF72F1A3FBBA}" dt="2022-05-04T11:08:14.601" v="9" actId="1076"/>
          <ac:spMkLst>
            <pc:docMk/>
            <pc:sldMk cId="3307899724" sldId="405"/>
            <ac:spMk id="50" creationId="{560F5028-C2D7-41B9-A325-5CD938214C51}"/>
          </ac:spMkLst>
        </pc:spChg>
        <pc:spChg chg="mod">
          <ac:chgData name="Alexandre Quach" userId="7bb690c8a6e028e4" providerId="LiveId" clId="{C0821360-470E-483A-8315-AF72F1A3FBBA}" dt="2022-05-04T11:08:14.601" v="9" actId="1076"/>
          <ac:spMkLst>
            <pc:docMk/>
            <pc:sldMk cId="3307899724" sldId="405"/>
            <ac:spMk id="51" creationId="{87907E94-54C1-4DCC-B7E9-F673BB78ECAA}"/>
          </ac:spMkLst>
        </pc:spChg>
        <pc:spChg chg="mod">
          <ac:chgData name="Alexandre Quach" userId="7bb690c8a6e028e4" providerId="LiveId" clId="{C0821360-470E-483A-8315-AF72F1A3FBBA}" dt="2022-05-04T11:08:14.601" v="9" actId="1076"/>
          <ac:spMkLst>
            <pc:docMk/>
            <pc:sldMk cId="3307899724" sldId="405"/>
            <ac:spMk id="52" creationId="{6A80BBDF-726A-471B-90BF-EC31F9068722}"/>
          </ac:spMkLst>
        </pc:spChg>
        <pc:spChg chg="mod">
          <ac:chgData name="Alexandre Quach" userId="7bb690c8a6e028e4" providerId="LiveId" clId="{C0821360-470E-483A-8315-AF72F1A3FBBA}" dt="2022-05-04T11:08:14.601" v="9" actId="1076"/>
          <ac:spMkLst>
            <pc:docMk/>
            <pc:sldMk cId="3307899724" sldId="405"/>
            <ac:spMk id="53" creationId="{D659CB86-A26B-41D3-AF1E-6E4234DF9AC1}"/>
          </ac:spMkLst>
        </pc:spChg>
        <pc:spChg chg="mod">
          <ac:chgData name="Alexandre Quach" userId="7bb690c8a6e028e4" providerId="LiveId" clId="{C0821360-470E-483A-8315-AF72F1A3FBBA}" dt="2022-05-04T11:08:14.601" v="9" actId="1076"/>
          <ac:spMkLst>
            <pc:docMk/>
            <pc:sldMk cId="3307899724" sldId="405"/>
            <ac:spMk id="54" creationId="{469F5913-E773-4A10-8E9F-70F7E264EA38}"/>
          </ac:spMkLst>
        </pc:spChg>
        <pc:spChg chg="mod">
          <ac:chgData name="Alexandre Quach" userId="7bb690c8a6e028e4" providerId="LiveId" clId="{C0821360-470E-483A-8315-AF72F1A3FBBA}" dt="2022-05-04T11:08:14.601" v="9" actId="1076"/>
          <ac:spMkLst>
            <pc:docMk/>
            <pc:sldMk cId="3307899724" sldId="405"/>
            <ac:spMk id="55" creationId="{6AD417C4-DDBD-469B-9C3D-E2DDB2F585D5}"/>
          </ac:spMkLst>
        </pc:spChg>
        <pc:spChg chg="mod">
          <ac:chgData name="Alexandre Quach" userId="7bb690c8a6e028e4" providerId="LiveId" clId="{C0821360-470E-483A-8315-AF72F1A3FBBA}" dt="2022-05-04T11:08:14.601" v="9" actId="1076"/>
          <ac:spMkLst>
            <pc:docMk/>
            <pc:sldMk cId="3307899724" sldId="405"/>
            <ac:spMk id="56" creationId="{08494149-7CA9-458E-BB7E-288063089038}"/>
          </ac:spMkLst>
        </pc:spChg>
        <pc:spChg chg="mod">
          <ac:chgData name="Alexandre Quach" userId="7bb690c8a6e028e4" providerId="LiveId" clId="{C0821360-470E-483A-8315-AF72F1A3FBBA}" dt="2022-05-04T11:08:14.601" v="9" actId="1076"/>
          <ac:spMkLst>
            <pc:docMk/>
            <pc:sldMk cId="3307899724" sldId="405"/>
            <ac:spMk id="57" creationId="{ACA07B51-4663-40D2-8178-7613238563D2}"/>
          </ac:spMkLst>
        </pc:spChg>
        <pc:spChg chg="mod">
          <ac:chgData name="Alexandre Quach" userId="7bb690c8a6e028e4" providerId="LiveId" clId="{C0821360-470E-483A-8315-AF72F1A3FBBA}" dt="2022-05-04T11:08:14.601" v="9" actId="1076"/>
          <ac:spMkLst>
            <pc:docMk/>
            <pc:sldMk cId="3307899724" sldId="405"/>
            <ac:spMk id="58" creationId="{A1B19192-BCEB-4FE5-A6C8-FBC1B21B21AB}"/>
          </ac:spMkLst>
        </pc:spChg>
        <pc:picChg chg="add mod">
          <ac:chgData name="Alexandre Quach" userId="7bb690c8a6e028e4" providerId="LiveId" clId="{C0821360-470E-483A-8315-AF72F1A3FBBA}" dt="2022-05-04T11:08:22.440" v="11" actId="1076"/>
          <ac:picMkLst>
            <pc:docMk/>
            <pc:sldMk cId="3307899724" sldId="405"/>
            <ac:picMk id="4" creationId="{B6E175C3-3307-4A86-CA1F-5A1EB4C27E81}"/>
          </ac:picMkLst>
        </pc:picChg>
        <pc:picChg chg="mod">
          <ac:chgData name="Alexandre Quach" userId="7bb690c8a6e028e4" providerId="LiveId" clId="{C0821360-470E-483A-8315-AF72F1A3FBBA}" dt="2022-05-04T11:08:14.601" v="9" actId="1076"/>
          <ac:picMkLst>
            <pc:docMk/>
            <pc:sldMk cId="3307899724" sldId="405"/>
            <ac:picMk id="46" creationId="{AD51764C-0413-467C-9026-0CB82FDF6CEC}"/>
          </ac:picMkLst>
        </pc:picChg>
      </pc:sldChg>
      <pc:sldChg chg="addSp modSp mod">
        <pc:chgData name="Alexandre Quach" userId="7bb690c8a6e028e4" providerId="LiveId" clId="{C0821360-470E-483A-8315-AF72F1A3FBBA}" dt="2022-05-04T11:08:52.143" v="18" actId="732"/>
        <pc:sldMkLst>
          <pc:docMk/>
          <pc:sldMk cId="3153170382" sldId="406"/>
        </pc:sldMkLst>
        <pc:spChg chg="mod">
          <ac:chgData name="Alexandre Quach" userId="7bb690c8a6e028e4" providerId="LiveId" clId="{C0821360-470E-483A-8315-AF72F1A3FBBA}" dt="2022-05-04T11:08:31.162" v="12" actId="1076"/>
          <ac:spMkLst>
            <pc:docMk/>
            <pc:sldMk cId="3153170382" sldId="406"/>
            <ac:spMk id="7" creationId="{1EA7F92A-9D58-4690-B3EF-10F0185C3FB4}"/>
          </ac:spMkLst>
        </pc:spChg>
        <pc:spChg chg="mod">
          <ac:chgData name="Alexandre Quach" userId="7bb690c8a6e028e4" providerId="LiveId" clId="{C0821360-470E-483A-8315-AF72F1A3FBBA}" dt="2022-05-04T11:08:31.162" v="12" actId="1076"/>
          <ac:spMkLst>
            <pc:docMk/>
            <pc:sldMk cId="3153170382" sldId="406"/>
            <ac:spMk id="8" creationId="{0FE66CF2-F2E9-453F-AE18-83D316ADA839}"/>
          </ac:spMkLst>
        </pc:spChg>
        <pc:spChg chg="mod">
          <ac:chgData name="Alexandre Quach" userId="7bb690c8a6e028e4" providerId="LiveId" clId="{C0821360-470E-483A-8315-AF72F1A3FBBA}" dt="2022-05-04T11:08:41.536" v="15" actId="1076"/>
          <ac:spMkLst>
            <pc:docMk/>
            <pc:sldMk cId="3153170382" sldId="406"/>
            <ac:spMk id="9" creationId="{5CD16BB3-3F82-4555-9513-C77B4E71F292}"/>
          </ac:spMkLst>
        </pc:spChg>
        <pc:spChg chg="mod">
          <ac:chgData name="Alexandre Quach" userId="7bb690c8a6e028e4" providerId="LiveId" clId="{C0821360-470E-483A-8315-AF72F1A3FBBA}" dt="2022-05-04T11:08:31.162" v="12" actId="1076"/>
          <ac:spMkLst>
            <pc:docMk/>
            <pc:sldMk cId="3153170382" sldId="406"/>
            <ac:spMk id="12" creationId="{89315AC9-371A-4BF1-93C1-B2B96D990696}"/>
          </ac:spMkLst>
        </pc:spChg>
        <pc:spChg chg="mod">
          <ac:chgData name="Alexandre Quach" userId="7bb690c8a6e028e4" providerId="LiveId" clId="{C0821360-470E-483A-8315-AF72F1A3FBBA}" dt="2022-05-04T11:08:31.162" v="12" actId="1076"/>
          <ac:spMkLst>
            <pc:docMk/>
            <pc:sldMk cId="3153170382" sldId="406"/>
            <ac:spMk id="15" creationId="{108EBF4B-4876-4F67-B819-C983B258481C}"/>
          </ac:spMkLst>
        </pc:spChg>
        <pc:spChg chg="mod">
          <ac:chgData name="Alexandre Quach" userId="7bb690c8a6e028e4" providerId="LiveId" clId="{C0821360-470E-483A-8315-AF72F1A3FBBA}" dt="2022-05-04T11:08:31.162" v="12" actId="1076"/>
          <ac:spMkLst>
            <pc:docMk/>
            <pc:sldMk cId="3153170382" sldId="406"/>
            <ac:spMk id="16" creationId="{8F028BF0-60B1-4285-8A61-ADC7926745B8}"/>
          </ac:spMkLst>
        </pc:spChg>
        <pc:spChg chg="mod">
          <ac:chgData name="Alexandre Quach" userId="7bb690c8a6e028e4" providerId="LiveId" clId="{C0821360-470E-483A-8315-AF72F1A3FBBA}" dt="2022-05-04T11:08:31.162" v="12" actId="1076"/>
          <ac:spMkLst>
            <pc:docMk/>
            <pc:sldMk cId="3153170382" sldId="406"/>
            <ac:spMk id="17" creationId="{CC83C7CF-6DCA-4252-A103-083FFC396583}"/>
          </ac:spMkLst>
        </pc:spChg>
        <pc:spChg chg="mod">
          <ac:chgData name="Alexandre Quach" userId="7bb690c8a6e028e4" providerId="LiveId" clId="{C0821360-470E-483A-8315-AF72F1A3FBBA}" dt="2022-05-04T11:08:31.162" v="12" actId="1076"/>
          <ac:spMkLst>
            <pc:docMk/>
            <pc:sldMk cId="3153170382" sldId="406"/>
            <ac:spMk id="18" creationId="{828E0227-25F3-400C-BB15-E8C8BF6E2A24}"/>
          </ac:spMkLst>
        </pc:spChg>
        <pc:spChg chg="mod">
          <ac:chgData name="Alexandre Quach" userId="7bb690c8a6e028e4" providerId="LiveId" clId="{C0821360-470E-483A-8315-AF72F1A3FBBA}" dt="2022-05-04T11:08:31.162" v="12" actId="1076"/>
          <ac:spMkLst>
            <pc:docMk/>
            <pc:sldMk cId="3153170382" sldId="406"/>
            <ac:spMk id="22" creationId="{A85E9F43-FCC4-4BD0-8008-B4006017A4C0}"/>
          </ac:spMkLst>
        </pc:spChg>
        <pc:spChg chg="mod">
          <ac:chgData name="Alexandre Quach" userId="7bb690c8a6e028e4" providerId="LiveId" clId="{C0821360-470E-483A-8315-AF72F1A3FBBA}" dt="2022-05-04T11:08:37.328" v="13" actId="1076"/>
          <ac:spMkLst>
            <pc:docMk/>
            <pc:sldMk cId="3153170382" sldId="406"/>
            <ac:spMk id="23" creationId="{0EF31F09-4C08-47A8-A11A-25702FD2FEDD}"/>
          </ac:spMkLst>
        </pc:spChg>
        <pc:spChg chg="mod">
          <ac:chgData name="Alexandre Quach" userId="7bb690c8a6e028e4" providerId="LiveId" clId="{C0821360-470E-483A-8315-AF72F1A3FBBA}" dt="2022-05-04T11:08:37.328" v="13" actId="1076"/>
          <ac:spMkLst>
            <pc:docMk/>
            <pc:sldMk cId="3153170382" sldId="406"/>
            <ac:spMk id="24" creationId="{BAFEAA63-34A1-4F9D-BFA4-FEC2758F34D5}"/>
          </ac:spMkLst>
        </pc:spChg>
        <pc:spChg chg="mod">
          <ac:chgData name="Alexandre Quach" userId="7bb690c8a6e028e4" providerId="LiveId" clId="{C0821360-470E-483A-8315-AF72F1A3FBBA}" dt="2022-05-04T11:08:39.488" v="14" actId="1076"/>
          <ac:spMkLst>
            <pc:docMk/>
            <pc:sldMk cId="3153170382" sldId="406"/>
            <ac:spMk id="25" creationId="{925066D5-3552-4BE3-AA09-1E3DFC09F759}"/>
          </ac:spMkLst>
        </pc:spChg>
        <pc:picChg chg="add mod modCrop">
          <ac:chgData name="Alexandre Quach" userId="7bb690c8a6e028e4" providerId="LiveId" clId="{C0821360-470E-483A-8315-AF72F1A3FBBA}" dt="2022-05-04T11:08:52.143" v="18" actId="732"/>
          <ac:picMkLst>
            <pc:docMk/>
            <pc:sldMk cId="3153170382" sldId="406"/>
            <ac:picMk id="33" creationId="{B1212BEA-F6D4-D025-A026-B97E958D85A9}"/>
          </ac:picMkLst>
        </pc:picChg>
        <pc:picChg chg="mod">
          <ac:chgData name="Alexandre Quach" userId="7bb690c8a6e028e4" providerId="LiveId" clId="{C0821360-470E-483A-8315-AF72F1A3FBBA}" dt="2022-05-04T11:08:31.162" v="12" actId="1076"/>
          <ac:picMkLst>
            <pc:docMk/>
            <pc:sldMk cId="3153170382" sldId="406"/>
            <ac:picMk id="44" creationId="{302786D8-1A7C-499C-8A3F-408BC7B59F95}"/>
          </ac:picMkLst>
        </pc:picChg>
      </pc:sldChg>
      <pc:sldChg chg="addSp modSp mod">
        <pc:chgData name="Alexandre Quach" userId="7bb690c8a6e028e4" providerId="LiveId" clId="{C0821360-470E-483A-8315-AF72F1A3FBBA}" dt="2022-05-05T13:32:49.813" v="39" actId="167"/>
        <pc:sldMkLst>
          <pc:docMk/>
          <pc:sldMk cId="2892739459" sldId="412"/>
        </pc:sldMkLst>
        <pc:picChg chg="add mod ord modCrop">
          <ac:chgData name="Alexandre Quach" userId="7bb690c8a6e028e4" providerId="LiveId" clId="{C0821360-470E-483A-8315-AF72F1A3FBBA}" dt="2022-05-05T13:32:49.813" v="39" actId="167"/>
          <ac:picMkLst>
            <pc:docMk/>
            <pc:sldMk cId="2892739459" sldId="412"/>
            <ac:picMk id="36" creationId="{69E16617-9EFA-D7EC-B3CD-DB646B4529B7}"/>
          </ac:picMkLst>
        </pc:picChg>
      </pc:sldChg>
      <pc:sldChg chg="addSp modSp mod">
        <pc:chgData name="Alexandre Quach" userId="7bb690c8a6e028e4" providerId="LiveId" clId="{C0821360-470E-483A-8315-AF72F1A3FBBA}" dt="2022-05-05T13:32:54.860" v="41" actId="167"/>
        <pc:sldMkLst>
          <pc:docMk/>
          <pc:sldMk cId="489090406" sldId="415"/>
        </pc:sldMkLst>
        <pc:picChg chg="add mod ord">
          <ac:chgData name="Alexandre Quach" userId="7bb690c8a6e028e4" providerId="LiveId" clId="{C0821360-470E-483A-8315-AF72F1A3FBBA}" dt="2022-05-05T13:32:54.860" v="41" actId="167"/>
          <ac:picMkLst>
            <pc:docMk/>
            <pc:sldMk cId="489090406" sldId="415"/>
            <ac:picMk id="42" creationId="{9162E4C3-BA34-EAFF-8FB3-C105D89192CE}"/>
          </ac:picMkLst>
        </pc:picChg>
      </pc:sldChg>
      <pc:sldChg chg="addSp modSp mod">
        <pc:chgData name="Alexandre Quach" userId="7bb690c8a6e028e4" providerId="LiveId" clId="{C0821360-470E-483A-8315-AF72F1A3FBBA}" dt="2022-05-05T13:32:58.826" v="43" actId="167"/>
        <pc:sldMkLst>
          <pc:docMk/>
          <pc:sldMk cId="530229596" sldId="416"/>
        </pc:sldMkLst>
        <pc:picChg chg="add mod ord">
          <ac:chgData name="Alexandre Quach" userId="7bb690c8a6e028e4" providerId="LiveId" clId="{C0821360-470E-483A-8315-AF72F1A3FBBA}" dt="2022-05-05T13:32:58.826" v="43" actId="167"/>
          <ac:picMkLst>
            <pc:docMk/>
            <pc:sldMk cId="530229596" sldId="416"/>
            <ac:picMk id="36" creationId="{CE0FC025-C9B2-025F-BB28-6E163FB2399E}"/>
          </ac:picMkLst>
        </pc:picChg>
      </pc:sldChg>
      <pc:sldChg chg="addSp modSp mod">
        <pc:chgData name="Alexandre Quach" userId="7bb690c8a6e028e4" providerId="LiveId" clId="{C0821360-470E-483A-8315-AF72F1A3FBBA}" dt="2022-05-05T13:33:19.473" v="48" actId="1076"/>
        <pc:sldMkLst>
          <pc:docMk/>
          <pc:sldMk cId="3648992120" sldId="417"/>
        </pc:sldMkLst>
        <pc:spChg chg="mod">
          <ac:chgData name="Alexandre Quach" userId="7bb690c8a6e028e4" providerId="LiveId" clId="{C0821360-470E-483A-8315-AF72F1A3FBBA}" dt="2022-05-05T13:33:19.473" v="48" actId="1076"/>
          <ac:spMkLst>
            <pc:docMk/>
            <pc:sldMk cId="3648992120" sldId="417"/>
            <ac:spMk id="182" creationId="{36E315AB-7B21-4E5C-86B8-1A9AB35947FF}"/>
          </ac:spMkLst>
        </pc:spChg>
        <pc:picChg chg="add mod">
          <ac:chgData name="Alexandre Quach" userId="7bb690c8a6e028e4" providerId="LiveId" clId="{C0821360-470E-483A-8315-AF72F1A3FBBA}" dt="2022-05-05T13:33:14.237" v="46" actId="1076"/>
          <ac:picMkLst>
            <pc:docMk/>
            <pc:sldMk cId="3648992120" sldId="417"/>
            <ac:picMk id="228" creationId="{C004B001-FDF5-2477-8757-07C3FC65A9DB}"/>
          </ac:picMkLst>
        </pc:picChg>
      </pc:sldChg>
      <pc:sldChg chg="delSp modSp add mod">
        <pc:chgData name="Alexandre Quach" userId="7bb690c8a6e028e4" providerId="LiveId" clId="{C0821360-470E-483A-8315-AF72F1A3FBBA}" dt="2022-05-10T07:05:35.487" v="68" actId="113"/>
        <pc:sldMkLst>
          <pc:docMk/>
          <pc:sldMk cId="4155741764" sldId="423"/>
        </pc:sldMkLst>
        <pc:spChg chg="mod">
          <ac:chgData name="Alexandre Quach" userId="7bb690c8a6e028e4" providerId="LiveId" clId="{C0821360-470E-483A-8315-AF72F1A3FBBA}" dt="2022-05-10T07:05:23.760" v="66" actId="20577"/>
          <ac:spMkLst>
            <pc:docMk/>
            <pc:sldMk cId="4155741764" sldId="423"/>
            <ac:spMk id="2" creationId="{9FC970E8-85EC-4F9E-B2BA-5BE418DB4CBB}"/>
          </ac:spMkLst>
        </pc:spChg>
        <pc:spChg chg="mod">
          <ac:chgData name="Alexandre Quach" userId="7bb690c8a6e028e4" providerId="LiveId" clId="{C0821360-470E-483A-8315-AF72F1A3FBBA}" dt="2022-05-10T07:05:35.487" v="68" actId="113"/>
          <ac:spMkLst>
            <pc:docMk/>
            <pc:sldMk cId="4155741764" sldId="423"/>
            <ac:spMk id="7" creationId="{1EA7F92A-9D58-4690-B3EF-10F0185C3FB4}"/>
          </ac:spMkLst>
        </pc:spChg>
        <pc:spChg chg="mod">
          <ac:chgData name="Alexandre Quach" userId="7bb690c8a6e028e4" providerId="LiveId" clId="{C0821360-470E-483A-8315-AF72F1A3FBBA}" dt="2022-05-10T07:05:35.487" v="68" actId="113"/>
          <ac:spMkLst>
            <pc:docMk/>
            <pc:sldMk cId="4155741764" sldId="423"/>
            <ac:spMk id="8" creationId="{0FE66CF2-F2E9-453F-AE18-83D316ADA839}"/>
          </ac:spMkLst>
        </pc:spChg>
        <pc:spChg chg="mod">
          <ac:chgData name="Alexandre Quach" userId="7bb690c8a6e028e4" providerId="LiveId" clId="{C0821360-470E-483A-8315-AF72F1A3FBBA}" dt="2022-05-10T07:05:35.487" v="68" actId="113"/>
          <ac:spMkLst>
            <pc:docMk/>
            <pc:sldMk cId="4155741764" sldId="423"/>
            <ac:spMk id="9" creationId="{5CD16BB3-3F82-4555-9513-C77B4E71F292}"/>
          </ac:spMkLst>
        </pc:spChg>
        <pc:spChg chg="del">
          <ac:chgData name="Alexandre Quach" userId="7bb690c8a6e028e4" providerId="LiveId" clId="{C0821360-470E-483A-8315-AF72F1A3FBBA}" dt="2022-05-10T07:05:31.728" v="67" actId="478"/>
          <ac:spMkLst>
            <pc:docMk/>
            <pc:sldMk cId="4155741764" sldId="423"/>
            <ac:spMk id="12" creationId="{89315AC9-371A-4BF1-93C1-B2B96D990696}"/>
          </ac:spMkLst>
        </pc:spChg>
        <pc:spChg chg="del">
          <ac:chgData name="Alexandre Quach" userId="7bb690c8a6e028e4" providerId="LiveId" clId="{C0821360-470E-483A-8315-AF72F1A3FBBA}" dt="2022-05-10T07:05:31.728" v="67" actId="478"/>
          <ac:spMkLst>
            <pc:docMk/>
            <pc:sldMk cId="4155741764" sldId="423"/>
            <ac:spMk id="15" creationId="{108EBF4B-4876-4F67-B819-C983B258481C}"/>
          </ac:spMkLst>
        </pc:spChg>
        <pc:spChg chg="del">
          <ac:chgData name="Alexandre Quach" userId="7bb690c8a6e028e4" providerId="LiveId" clId="{C0821360-470E-483A-8315-AF72F1A3FBBA}" dt="2022-05-10T07:05:31.728" v="67" actId="478"/>
          <ac:spMkLst>
            <pc:docMk/>
            <pc:sldMk cId="4155741764" sldId="423"/>
            <ac:spMk id="16" creationId="{8F028BF0-60B1-4285-8A61-ADC7926745B8}"/>
          </ac:spMkLst>
        </pc:spChg>
        <pc:spChg chg="del">
          <ac:chgData name="Alexandre Quach" userId="7bb690c8a6e028e4" providerId="LiveId" clId="{C0821360-470E-483A-8315-AF72F1A3FBBA}" dt="2022-05-10T07:05:31.728" v="67" actId="478"/>
          <ac:spMkLst>
            <pc:docMk/>
            <pc:sldMk cId="4155741764" sldId="423"/>
            <ac:spMk id="17" creationId="{CC83C7CF-6DCA-4252-A103-083FFC396583}"/>
          </ac:spMkLst>
        </pc:spChg>
        <pc:spChg chg="del">
          <ac:chgData name="Alexandre Quach" userId="7bb690c8a6e028e4" providerId="LiveId" clId="{C0821360-470E-483A-8315-AF72F1A3FBBA}" dt="2022-05-10T07:05:31.728" v="67" actId="478"/>
          <ac:spMkLst>
            <pc:docMk/>
            <pc:sldMk cId="4155741764" sldId="423"/>
            <ac:spMk id="18" creationId="{828E0227-25F3-400C-BB15-E8C8BF6E2A24}"/>
          </ac:spMkLst>
        </pc:spChg>
        <pc:spChg chg="del">
          <ac:chgData name="Alexandre Quach" userId="7bb690c8a6e028e4" providerId="LiveId" clId="{C0821360-470E-483A-8315-AF72F1A3FBBA}" dt="2022-05-10T07:05:31.728" v="67" actId="478"/>
          <ac:spMkLst>
            <pc:docMk/>
            <pc:sldMk cId="4155741764" sldId="423"/>
            <ac:spMk id="22" creationId="{A85E9F43-FCC4-4BD0-8008-B4006017A4C0}"/>
          </ac:spMkLst>
        </pc:spChg>
        <pc:spChg chg="del">
          <ac:chgData name="Alexandre Quach" userId="7bb690c8a6e028e4" providerId="LiveId" clId="{C0821360-470E-483A-8315-AF72F1A3FBBA}" dt="2022-05-10T07:05:31.728" v="67" actId="478"/>
          <ac:spMkLst>
            <pc:docMk/>
            <pc:sldMk cId="4155741764" sldId="423"/>
            <ac:spMk id="23" creationId="{0EF31F09-4C08-47A8-A11A-25702FD2FEDD}"/>
          </ac:spMkLst>
        </pc:spChg>
        <pc:spChg chg="del">
          <ac:chgData name="Alexandre Quach" userId="7bb690c8a6e028e4" providerId="LiveId" clId="{C0821360-470E-483A-8315-AF72F1A3FBBA}" dt="2022-05-10T07:05:31.728" v="67" actId="478"/>
          <ac:spMkLst>
            <pc:docMk/>
            <pc:sldMk cId="4155741764" sldId="423"/>
            <ac:spMk id="24" creationId="{BAFEAA63-34A1-4F9D-BFA4-FEC2758F34D5}"/>
          </ac:spMkLst>
        </pc:spChg>
        <pc:spChg chg="del">
          <ac:chgData name="Alexandre Quach" userId="7bb690c8a6e028e4" providerId="LiveId" clId="{C0821360-470E-483A-8315-AF72F1A3FBBA}" dt="2022-05-10T07:05:31.728" v="67" actId="478"/>
          <ac:spMkLst>
            <pc:docMk/>
            <pc:sldMk cId="4155741764" sldId="423"/>
            <ac:spMk id="25" creationId="{925066D5-3552-4BE3-AA09-1E3DFC09F75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DC682-A0FA-4050-8373-3D0B6B41B593}" type="datetimeFigureOut">
              <a:rPr lang="fr-FR" smtClean="0"/>
              <a:t>06/02/2023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81247-AF34-4F93-ACB2-EAAC5B47D7E6}" type="slidenum">
              <a:rPr lang="fr-FR" smtClean="0"/>
              <a:t>‹N›</a:t>
            </a:fld>
            <a:endParaRPr lang="fr-FR"/>
          </a:p>
        </p:txBody>
      </p:sp>
    </p:spTree>
    <p:extLst>
      <p:ext uri="{BB962C8B-B14F-4D97-AF65-F5344CB8AC3E}">
        <p14:creationId xmlns:p14="http://schemas.microsoft.com/office/powerpoint/2010/main" val="407215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32</a:t>
            </a:fld>
            <a:endParaRPr lang="fr-FR"/>
          </a:p>
        </p:txBody>
      </p:sp>
    </p:spTree>
    <p:extLst>
      <p:ext uri="{BB962C8B-B14F-4D97-AF65-F5344CB8AC3E}">
        <p14:creationId xmlns:p14="http://schemas.microsoft.com/office/powerpoint/2010/main" val="449345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620E8B8-2550-49F0-BC3A-2E9212F48318}"/>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5" name="Espace réservé du pied de page 4">
            <a:extLst>
              <a:ext uri="{FF2B5EF4-FFF2-40B4-BE49-F238E27FC236}">
                <a16:creationId xmlns:a16="http://schemas.microsoft.com/office/drawing/2014/main" id="{742B22F5-7CE5-418E-BA73-7D740CD7FAB7}"/>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6E58BF29-CC9C-42AE-8CE7-BDEAD7D775BE}"/>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5717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dirty="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dirty="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dirty="0"/>
              <a:t>Debriefing</a:t>
            </a:r>
          </a:p>
        </p:txBody>
      </p:sp>
    </p:spTree>
    <p:extLst>
      <p:ext uri="{BB962C8B-B14F-4D97-AF65-F5344CB8AC3E}">
        <p14:creationId xmlns:p14="http://schemas.microsoft.com/office/powerpoint/2010/main" val="1485874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0A3F2E1-6410-450F-A2F1-20A06E33EF41}"/>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5" name="Espace réservé du pied de page 4">
            <a:extLst>
              <a:ext uri="{FF2B5EF4-FFF2-40B4-BE49-F238E27FC236}">
                <a16:creationId xmlns:a16="http://schemas.microsoft.com/office/drawing/2014/main" id="{4E458F88-CC4C-44D1-8A3D-708CD81D24CC}"/>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D68F6612-ED10-435C-9F69-798332FB1C9E}"/>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179951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E81EC0D-F0AB-4959-92E6-E708FD97B8DD}"/>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6" name="Espace réservé du pied de page 5">
            <a:extLst>
              <a:ext uri="{FF2B5EF4-FFF2-40B4-BE49-F238E27FC236}">
                <a16:creationId xmlns:a16="http://schemas.microsoft.com/office/drawing/2014/main" id="{FF06FDF8-5496-4A36-8B6D-DAEB8545D5DF}"/>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6332FEF2-9FF5-4D55-B5D5-65C4ED3574D2}"/>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699500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AADD7D6-40D2-404E-9827-38A49F4DE456}"/>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8" name="Espace réservé du pied de page 7">
            <a:extLst>
              <a:ext uri="{FF2B5EF4-FFF2-40B4-BE49-F238E27FC236}">
                <a16:creationId xmlns:a16="http://schemas.microsoft.com/office/drawing/2014/main" id="{43E4C597-FE12-4177-B73A-2E0477E1121B}"/>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9" name="Espace réservé du numéro de diapositive 8">
            <a:extLst>
              <a:ext uri="{FF2B5EF4-FFF2-40B4-BE49-F238E27FC236}">
                <a16:creationId xmlns:a16="http://schemas.microsoft.com/office/drawing/2014/main" id="{2FE31893-7592-4F7C-B754-E02850F8D62E}"/>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997732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CE87F8B-F0DD-4B62-8BB3-1B2A6690475B}"/>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4" name="Espace réservé du pied de page 3">
            <a:extLst>
              <a:ext uri="{FF2B5EF4-FFF2-40B4-BE49-F238E27FC236}">
                <a16:creationId xmlns:a16="http://schemas.microsoft.com/office/drawing/2014/main" id="{768A5997-972B-4E19-B70C-167B6EE65262}"/>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5" name="Espace réservé du numéro de diapositive 4">
            <a:extLst>
              <a:ext uri="{FF2B5EF4-FFF2-40B4-BE49-F238E27FC236}">
                <a16:creationId xmlns:a16="http://schemas.microsoft.com/office/drawing/2014/main" id="{64A7C1DE-0436-4509-8C57-39C1E2FD084F}"/>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069599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98BF9B8-C33F-455E-9D2E-E9133AF04E3C}"/>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3" name="Espace réservé du pied de page 2">
            <a:extLst>
              <a:ext uri="{FF2B5EF4-FFF2-40B4-BE49-F238E27FC236}">
                <a16:creationId xmlns:a16="http://schemas.microsoft.com/office/drawing/2014/main" id="{EDA78FEB-C0D0-467D-94FE-A6F44C9B45F5}"/>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4" name="Espace réservé du numéro de diapositive 3">
            <a:extLst>
              <a:ext uri="{FF2B5EF4-FFF2-40B4-BE49-F238E27FC236}">
                <a16:creationId xmlns:a16="http://schemas.microsoft.com/office/drawing/2014/main" id="{7D0FEB0A-B50E-45FC-A24C-D14D5C95E306}"/>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44830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8DD4A6-48C4-4B9C-9143-3A3BFA6D0360}"/>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6" name="Espace réservé du pied de page 5">
            <a:extLst>
              <a:ext uri="{FF2B5EF4-FFF2-40B4-BE49-F238E27FC236}">
                <a16:creationId xmlns:a16="http://schemas.microsoft.com/office/drawing/2014/main" id="{D9C4B816-33FB-4FDE-9AF2-FD91B87FCA4C}"/>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E55BADCF-7AC6-46F6-BAC8-F7C9840EDA29}"/>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176281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936B61B-E570-467C-9304-E4798B7A0E34}"/>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5" name="Espace réservé du pied de page 4">
            <a:extLst>
              <a:ext uri="{FF2B5EF4-FFF2-40B4-BE49-F238E27FC236}">
                <a16:creationId xmlns:a16="http://schemas.microsoft.com/office/drawing/2014/main" id="{EDA5D1A7-CDBF-4979-8E1C-84D5E8EFC837}"/>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66948957-746B-40ED-8ABA-E0201B1233DE}"/>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717362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F1EC447-C55E-4FE3-AD43-3BEA82AA44F1}"/>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5" name="Espace réservé du pied de page 4">
            <a:extLst>
              <a:ext uri="{FF2B5EF4-FFF2-40B4-BE49-F238E27FC236}">
                <a16:creationId xmlns:a16="http://schemas.microsoft.com/office/drawing/2014/main" id="{A59AC999-7ADC-444F-843C-C059B4BEC17C}"/>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401E9F14-4E0C-4E96-8DD7-EAF9BD7E7348}"/>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hyperlink" Target="https://www.komyu.io/"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7" name="Image 6" descr="Une image contenant texte, clipart&#10;&#10;Description générée automatiquement">
            <a:extLst>
              <a:ext uri="{FF2B5EF4-FFF2-40B4-BE49-F238E27FC236}">
                <a16:creationId xmlns:a16="http://schemas.microsoft.com/office/drawing/2014/main" id="{94E64E40-82A5-DFE4-106A-3BFCC3DC9497}"/>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1357" y="6579204"/>
            <a:ext cx="614777" cy="222893"/>
          </a:xfrm>
          <a:prstGeom prst="rect">
            <a:avLst/>
          </a:prstGeom>
        </p:spPr>
      </p:pic>
      <p:pic>
        <p:nvPicPr>
          <p:cNvPr id="8" name="Image 7" descr="Une image contenant texte, clipart&#10;&#10;Description générée automatiquement">
            <a:hlinkClick r:id="rId16"/>
            <a:extLst>
              <a:ext uri="{FF2B5EF4-FFF2-40B4-BE49-F238E27FC236}">
                <a16:creationId xmlns:a16="http://schemas.microsoft.com/office/drawing/2014/main" id="{0390E083-5AD7-B09B-2371-AD136EBD98EA}"/>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11290852" y="6485110"/>
            <a:ext cx="901148" cy="372889"/>
          </a:xfrm>
          <a:prstGeom prst="rect">
            <a:avLst/>
          </a:prstGeom>
        </p:spPr>
      </p:pic>
      <p:pic>
        <p:nvPicPr>
          <p:cNvPr id="9" name="Image 8">
            <a:extLst>
              <a:ext uri="{FF2B5EF4-FFF2-40B4-BE49-F238E27FC236}">
                <a16:creationId xmlns:a16="http://schemas.microsoft.com/office/drawing/2014/main" id="{F1DFD6FE-0ADE-E3FA-4EAE-2D78122A30A6}"/>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4081" y="6505021"/>
            <a:ext cx="736056" cy="333065"/>
          </a:xfrm>
          <a:prstGeom prst="rect">
            <a:avLst/>
          </a:prstGeom>
        </p:spPr>
      </p:pic>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2"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18" Type="http://schemas.openxmlformats.org/officeDocument/2006/relationships/image" Target="../media/image20.png"/><Relationship Id="rId26" Type="http://schemas.openxmlformats.org/officeDocument/2006/relationships/image" Target="../media/image28.png"/><Relationship Id="rId3" Type="http://schemas.openxmlformats.org/officeDocument/2006/relationships/image" Target="../media/image5.svg"/><Relationship Id="rId21" Type="http://schemas.openxmlformats.org/officeDocument/2006/relationships/image" Target="../media/image23.svg"/><Relationship Id="rId7" Type="http://schemas.openxmlformats.org/officeDocument/2006/relationships/image" Target="../media/image9.svg"/><Relationship Id="rId12" Type="http://schemas.openxmlformats.org/officeDocument/2006/relationships/image" Target="../media/image14.png"/><Relationship Id="rId17" Type="http://schemas.openxmlformats.org/officeDocument/2006/relationships/image" Target="../media/image19.svg"/><Relationship Id="rId25" Type="http://schemas.openxmlformats.org/officeDocument/2006/relationships/image" Target="../media/image27.svg"/><Relationship Id="rId2" Type="http://schemas.openxmlformats.org/officeDocument/2006/relationships/image" Target="../media/image4.png"/><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31.sv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svg"/><Relationship Id="rId24" Type="http://schemas.openxmlformats.org/officeDocument/2006/relationships/image" Target="../media/image26.png"/><Relationship Id="rId5" Type="http://schemas.openxmlformats.org/officeDocument/2006/relationships/image" Target="../media/image7.svg"/><Relationship Id="rId15" Type="http://schemas.openxmlformats.org/officeDocument/2006/relationships/image" Target="../media/image17.svg"/><Relationship Id="rId23" Type="http://schemas.openxmlformats.org/officeDocument/2006/relationships/image" Target="../media/image25.svg"/><Relationship Id="rId28" Type="http://schemas.openxmlformats.org/officeDocument/2006/relationships/image" Target="../media/image30.png"/><Relationship Id="rId10" Type="http://schemas.openxmlformats.org/officeDocument/2006/relationships/image" Target="../media/image12.png"/><Relationship Id="rId19" Type="http://schemas.openxmlformats.org/officeDocument/2006/relationships/image" Target="../media/image21.sv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6.png"/><Relationship Id="rId22" Type="http://schemas.openxmlformats.org/officeDocument/2006/relationships/image" Target="../media/image24.png"/><Relationship Id="rId27" Type="http://schemas.openxmlformats.org/officeDocument/2006/relationships/image" Target="../media/image29.svg"/></Relationships>
</file>

<file path=ppt/slides/_rels/slide2.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3.png"/><Relationship Id="rId3" Type="http://schemas.openxmlformats.org/officeDocument/2006/relationships/image" Target="../media/image33.svg"/><Relationship Id="rId7" Type="http://schemas.openxmlformats.org/officeDocument/2006/relationships/image" Target="../media/image37.png"/><Relationship Id="rId12" Type="http://schemas.openxmlformats.org/officeDocument/2006/relationships/image" Target="../media/image42.svg"/><Relationship Id="rId2"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sv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sv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18" Type="http://schemas.openxmlformats.org/officeDocument/2006/relationships/image" Target="../media/image20.png"/><Relationship Id="rId26" Type="http://schemas.openxmlformats.org/officeDocument/2006/relationships/image" Target="../media/image28.png"/><Relationship Id="rId3" Type="http://schemas.openxmlformats.org/officeDocument/2006/relationships/image" Target="../media/image5.svg"/><Relationship Id="rId21" Type="http://schemas.openxmlformats.org/officeDocument/2006/relationships/image" Target="../media/image23.svg"/><Relationship Id="rId7" Type="http://schemas.openxmlformats.org/officeDocument/2006/relationships/image" Target="../media/image9.svg"/><Relationship Id="rId12" Type="http://schemas.openxmlformats.org/officeDocument/2006/relationships/image" Target="../media/image14.png"/><Relationship Id="rId17" Type="http://schemas.openxmlformats.org/officeDocument/2006/relationships/image" Target="../media/image19.svg"/><Relationship Id="rId25" Type="http://schemas.openxmlformats.org/officeDocument/2006/relationships/image" Target="../media/image27.svg"/><Relationship Id="rId2" Type="http://schemas.openxmlformats.org/officeDocument/2006/relationships/image" Target="../media/image4.png"/><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31.sv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24" Type="http://schemas.openxmlformats.org/officeDocument/2006/relationships/image" Target="../media/image26.png"/><Relationship Id="rId5" Type="http://schemas.openxmlformats.org/officeDocument/2006/relationships/image" Target="../media/image7.svg"/><Relationship Id="rId15" Type="http://schemas.openxmlformats.org/officeDocument/2006/relationships/image" Target="../media/image17.svg"/><Relationship Id="rId23" Type="http://schemas.openxmlformats.org/officeDocument/2006/relationships/image" Target="../media/image25.svg"/><Relationship Id="rId28" Type="http://schemas.openxmlformats.org/officeDocument/2006/relationships/image" Target="../media/image30.png"/><Relationship Id="rId10" Type="http://schemas.openxmlformats.org/officeDocument/2006/relationships/image" Target="../media/image12.png"/><Relationship Id="rId19" Type="http://schemas.openxmlformats.org/officeDocument/2006/relationships/image" Target="../media/image21.sv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6.png"/><Relationship Id="rId22" Type="http://schemas.openxmlformats.org/officeDocument/2006/relationships/image" Target="../media/image24.png"/><Relationship Id="rId27" Type="http://schemas.openxmlformats.org/officeDocument/2006/relationships/image" Target="../media/image29.sv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svg"/><Relationship Id="rId21" Type="http://schemas.openxmlformats.org/officeDocument/2006/relationships/image" Target="../media/image25.svg"/><Relationship Id="rId7" Type="http://schemas.openxmlformats.org/officeDocument/2006/relationships/image" Target="../media/image11.svg"/><Relationship Id="rId12" Type="http://schemas.openxmlformats.org/officeDocument/2006/relationships/image" Target="../media/image16.png"/><Relationship Id="rId17" Type="http://schemas.openxmlformats.org/officeDocument/2006/relationships/image" Target="../media/image21.svg"/><Relationship Id="rId25" Type="http://schemas.openxmlformats.org/officeDocument/2006/relationships/image" Target="../media/image29.sv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svg"/><Relationship Id="rId24" Type="http://schemas.openxmlformats.org/officeDocument/2006/relationships/image" Target="../media/image28.png"/><Relationship Id="rId5" Type="http://schemas.openxmlformats.org/officeDocument/2006/relationships/image" Target="../media/image9.svg"/><Relationship Id="rId15" Type="http://schemas.openxmlformats.org/officeDocument/2006/relationships/image" Target="../media/image19.svg"/><Relationship Id="rId23" Type="http://schemas.openxmlformats.org/officeDocument/2006/relationships/image" Target="../media/image27.svg"/><Relationship Id="rId10" Type="http://schemas.openxmlformats.org/officeDocument/2006/relationships/image" Target="../media/image14.png"/><Relationship Id="rId19" Type="http://schemas.openxmlformats.org/officeDocument/2006/relationships/image" Target="../media/image23.svg"/><Relationship Id="rId4" Type="http://schemas.openxmlformats.org/officeDocument/2006/relationships/image" Target="../media/image8.png"/><Relationship Id="rId9" Type="http://schemas.openxmlformats.org/officeDocument/2006/relationships/image" Target="../media/image13.sv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48.svg"/><Relationship Id="rId18" Type="http://schemas.openxmlformats.org/officeDocument/2006/relationships/image" Target="../media/image51.png"/><Relationship Id="rId3" Type="http://schemas.openxmlformats.org/officeDocument/2006/relationships/image" Target="../media/image9.svg"/><Relationship Id="rId21" Type="http://schemas.openxmlformats.org/officeDocument/2006/relationships/image" Target="../media/image54.svg"/><Relationship Id="rId7" Type="http://schemas.openxmlformats.org/officeDocument/2006/relationships/image" Target="../media/image13.svg"/><Relationship Id="rId12" Type="http://schemas.openxmlformats.org/officeDocument/2006/relationships/image" Target="../media/image47.png"/><Relationship Id="rId17" Type="http://schemas.openxmlformats.org/officeDocument/2006/relationships/image" Target="../media/image50.svg"/><Relationship Id="rId2" Type="http://schemas.openxmlformats.org/officeDocument/2006/relationships/image" Target="../media/image8.png"/><Relationship Id="rId16" Type="http://schemas.openxmlformats.org/officeDocument/2006/relationships/image" Target="../media/image49.png"/><Relationship Id="rId20"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46.svg"/><Relationship Id="rId5" Type="http://schemas.openxmlformats.org/officeDocument/2006/relationships/image" Target="../media/image11.svg"/><Relationship Id="rId15" Type="http://schemas.openxmlformats.org/officeDocument/2006/relationships/image" Target="../media/image7.svg"/><Relationship Id="rId10" Type="http://schemas.openxmlformats.org/officeDocument/2006/relationships/image" Target="../media/image45.png"/><Relationship Id="rId19" Type="http://schemas.openxmlformats.org/officeDocument/2006/relationships/image" Target="../media/image52.sv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6.pn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48.svg"/><Relationship Id="rId18" Type="http://schemas.openxmlformats.org/officeDocument/2006/relationships/image" Target="../media/image51.png"/><Relationship Id="rId3" Type="http://schemas.openxmlformats.org/officeDocument/2006/relationships/image" Target="../media/image9.svg"/><Relationship Id="rId21" Type="http://schemas.openxmlformats.org/officeDocument/2006/relationships/image" Target="../media/image54.svg"/><Relationship Id="rId7" Type="http://schemas.openxmlformats.org/officeDocument/2006/relationships/image" Target="../media/image13.svg"/><Relationship Id="rId12" Type="http://schemas.openxmlformats.org/officeDocument/2006/relationships/image" Target="../media/image47.png"/><Relationship Id="rId17" Type="http://schemas.openxmlformats.org/officeDocument/2006/relationships/image" Target="../media/image50.svg"/><Relationship Id="rId2" Type="http://schemas.openxmlformats.org/officeDocument/2006/relationships/image" Target="../media/image8.png"/><Relationship Id="rId16" Type="http://schemas.openxmlformats.org/officeDocument/2006/relationships/image" Target="../media/image49.png"/><Relationship Id="rId20"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46.svg"/><Relationship Id="rId5" Type="http://schemas.openxmlformats.org/officeDocument/2006/relationships/image" Target="../media/image11.svg"/><Relationship Id="rId15" Type="http://schemas.openxmlformats.org/officeDocument/2006/relationships/image" Target="../media/image7.svg"/><Relationship Id="rId10" Type="http://schemas.openxmlformats.org/officeDocument/2006/relationships/image" Target="../media/image45.png"/><Relationship Id="rId19" Type="http://schemas.openxmlformats.org/officeDocument/2006/relationships/image" Target="../media/image52.sv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6.png"/></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48.svg"/><Relationship Id="rId18" Type="http://schemas.openxmlformats.org/officeDocument/2006/relationships/image" Target="../media/image51.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47.png"/><Relationship Id="rId17" Type="http://schemas.openxmlformats.org/officeDocument/2006/relationships/image" Target="../media/image50.svg"/><Relationship Id="rId2" Type="http://schemas.openxmlformats.org/officeDocument/2006/relationships/image" Target="../media/image8.png"/><Relationship Id="rId16"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46.svg"/><Relationship Id="rId5" Type="http://schemas.openxmlformats.org/officeDocument/2006/relationships/image" Target="../media/image11.svg"/><Relationship Id="rId15" Type="http://schemas.openxmlformats.org/officeDocument/2006/relationships/image" Target="../media/image7.svg"/><Relationship Id="rId10" Type="http://schemas.openxmlformats.org/officeDocument/2006/relationships/image" Target="../media/image45.png"/><Relationship Id="rId19" Type="http://schemas.openxmlformats.org/officeDocument/2006/relationships/image" Target="../media/image52.sv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6.png"/></Relationships>
</file>

<file path=ppt/slides/_rels/slide13.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48.svg"/><Relationship Id="rId5" Type="http://schemas.openxmlformats.org/officeDocument/2006/relationships/image" Target="../media/image11.svg"/><Relationship Id="rId10" Type="http://schemas.openxmlformats.org/officeDocument/2006/relationships/image" Target="../media/image47.png"/><Relationship Id="rId4" Type="http://schemas.openxmlformats.org/officeDocument/2006/relationships/image" Target="../media/image10.png"/><Relationship Id="rId9" Type="http://schemas.openxmlformats.org/officeDocument/2006/relationships/image" Target="../media/image46.svg"/></Relationships>
</file>

<file path=ppt/slides/_rels/slide14.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52.sv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svg"/><Relationship Id="rId4" Type="http://schemas.openxmlformats.org/officeDocument/2006/relationships/image" Target="../media/image49.png"/></Relationships>
</file>

<file path=ppt/slides/_rels/slide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48.svg"/><Relationship Id="rId18" Type="http://schemas.openxmlformats.org/officeDocument/2006/relationships/image" Target="../media/image51.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47.png"/><Relationship Id="rId17" Type="http://schemas.openxmlformats.org/officeDocument/2006/relationships/image" Target="../media/image50.svg"/><Relationship Id="rId2" Type="http://schemas.openxmlformats.org/officeDocument/2006/relationships/image" Target="../media/image8.png"/><Relationship Id="rId16"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46.svg"/><Relationship Id="rId5" Type="http://schemas.openxmlformats.org/officeDocument/2006/relationships/image" Target="../media/image11.svg"/><Relationship Id="rId15" Type="http://schemas.openxmlformats.org/officeDocument/2006/relationships/image" Target="../media/image7.svg"/><Relationship Id="rId10" Type="http://schemas.openxmlformats.org/officeDocument/2006/relationships/image" Target="../media/image45.png"/><Relationship Id="rId19" Type="http://schemas.openxmlformats.org/officeDocument/2006/relationships/image" Target="../media/image52.sv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s>
</file>

<file path=ppt/slides/_rels/slide23.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19.svg"/><Relationship Id="rId3" Type="http://schemas.openxmlformats.org/officeDocument/2006/relationships/image" Target="../media/image25.svg"/><Relationship Id="rId7" Type="http://schemas.openxmlformats.org/officeDocument/2006/relationships/image" Target="../media/image23.svg"/><Relationship Id="rId12" Type="http://schemas.openxmlformats.org/officeDocument/2006/relationships/image" Target="../media/image1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9.svg"/><Relationship Id="rId5" Type="http://schemas.openxmlformats.org/officeDocument/2006/relationships/image" Target="../media/image21.svg"/><Relationship Id="rId10" Type="http://schemas.openxmlformats.org/officeDocument/2006/relationships/image" Target="../media/image28.png"/><Relationship Id="rId4" Type="http://schemas.openxmlformats.org/officeDocument/2006/relationships/image" Target="../media/image20.png"/><Relationship Id="rId9" Type="http://schemas.openxmlformats.org/officeDocument/2006/relationships/image" Target="../media/image27.svg"/></Relationships>
</file>

<file path=ppt/slides/_rels/slide24.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19.svg"/><Relationship Id="rId3" Type="http://schemas.openxmlformats.org/officeDocument/2006/relationships/image" Target="../media/image25.svg"/><Relationship Id="rId7" Type="http://schemas.openxmlformats.org/officeDocument/2006/relationships/image" Target="../media/image23.svg"/><Relationship Id="rId12" Type="http://schemas.openxmlformats.org/officeDocument/2006/relationships/image" Target="../media/image1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9.svg"/><Relationship Id="rId5" Type="http://schemas.openxmlformats.org/officeDocument/2006/relationships/image" Target="../media/image21.svg"/><Relationship Id="rId10" Type="http://schemas.openxmlformats.org/officeDocument/2006/relationships/image" Target="../media/image28.png"/><Relationship Id="rId4" Type="http://schemas.openxmlformats.org/officeDocument/2006/relationships/image" Target="../media/image20.png"/><Relationship Id="rId9" Type="http://schemas.openxmlformats.org/officeDocument/2006/relationships/image" Target="../media/image27.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31.sv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31.sv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31.svg"/><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3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slideLayout" Target="../slideLayouts/slideLayout4.xml"/><Relationship Id="rId6" Type="http://schemas.openxmlformats.org/officeDocument/2006/relationships/image" Target="../media/image59.png"/><Relationship Id="rId5" Type="http://schemas.openxmlformats.org/officeDocument/2006/relationships/image" Target="../media/image58.svg"/><Relationship Id="rId4" Type="http://schemas.openxmlformats.org/officeDocument/2006/relationships/image" Target="../media/image57.png"/></Relationships>
</file>

<file path=ppt/slides/_rels/slide36.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61.svg"/><Relationship Id="rId7" Type="http://schemas.openxmlformats.org/officeDocument/2006/relationships/image" Target="../media/image64.svg"/><Relationship Id="rId12" Type="http://schemas.openxmlformats.org/officeDocument/2006/relationships/image" Target="../media/image68.svg"/><Relationship Id="rId2" Type="http://schemas.openxmlformats.org/officeDocument/2006/relationships/image" Target="../media/image60.png"/><Relationship Id="rId1" Type="http://schemas.openxmlformats.org/officeDocument/2006/relationships/slideLayout" Target="../slideLayouts/slideLayout4.xml"/><Relationship Id="rId6" Type="http://schemas.openxmlformats.org/officeDocument/2006/relationships/image" Target="../media/image16.png"/><Relationship Id="rId11" Type="http://schemas.openxmlformats.org/officeDocument/2006/relationships/image" Target="../media/image67.png"/><Relationship Id="rId5" Type="http://schemas.openxmlformats.org/officeDocument/2006/relationships/image" Target="../media/image63.svg"/><Relationship Id="rId10" Type="http://schemas.openxmlformats.org/officeDocument/2006/relationships/image" Target="../media/image66.svg"/><Relationship Id="rId4" Type="http://schemas.openxmlformats.org/officeDocument/2006/relationships/image" Target="../media/image62.png"/><Relationship Id="rId9" Type="http://schemas.openxmlformats.org/officeDocument/2006/relationships/image" Target="../media/image65.png"/></Relationships>
</file>

<file path=ppt/slides/_rels/slide37.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70.svg"/><Relationship Id="rId7" Type="http://schemas.openxmlformats.org/officeDocument/2006/relationships/image" Target="../media/image72.png"/><Relationship Id="rId2" Type="http://schemas.openxmlformats.org/officeDocument/2006/relationships/image" Target="../media/image69.png"/><Relationship Id="rId1" Type="http://schemas.openxmlformats.org/officeDocument/2006/relationships/slideLayout" Target="../slideLayouts/slideLayout4.xml"/><Relationship Id="rId6" Type="http://schemas.openxmlformats.org/officeDocument/2006/relationships/image" Target="../media/image59.png"/><Relationship Id="rId5" Type="http://schemas.openxmlformats.org/officeDocument/2006/relationships/image" Target="../media/image71.svg"/><Relationship Id="rId4" Type="http://schemas.openxmlformats.org/officeDocument/2006/relationships/image" Target="../media/image62.png"/></Relationships>
</file>

<file path=ppt/slides/_rels/slide38.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74.png"/><Relationship Id="rId1" Type="http://schemas.openxmlformats.org/officeDocument/2006/relationships/slideLayout" Target="../slideLayouts/slideLayout4.xml"/><Relationship Id="rId6" Type="http://schemas.openxmlformats.org/officeDocument/2006/relationships/image" Target="../media/image59.png"/><Relationship Id="rId5" Type="http://schemas.openxmlformats.org/officeDocument/2006/relationships/image" Target="../media/image77.svg"/><Relationship Id="rId4" Type="http://schemas.openxmlformats.org/officeDocument/2006/relationships/image" Target="../media/image76.png"/></Relationships>
</file>

<file path=ppt/slides/_rels/slide3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id="{AE30B5AE-E64E-4950-A02B-BC046BCFAA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6">
            <a:extLst>
              <a:ext uri="{FF2B5EF4-FFF2-40B4-BE49-F238E27FC236}">
                <a16:creationId xmlns:a16="http://schemas.microsoft.com/office/drawing/2014/main" id="{65773763-FADC-4FA0-AFA9-EC8F8F13B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7">
            <a:extLst>
              <a:ext uri="{FF2B5EF4-FFF2-40B4-BE49-F238E27FC236}">
                <a16:creationId xmlns:a16="http://schemas.microsoft.com/office/drawing/2014/main" id="{ACCDD214-F2D1-40E5-8B71-F6590EBD20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8">
            <a:extLst>
              <a:ext uri="{FF2B5EF4-FFF2-40B4-BE49-F238E27FC236}">
                <a16:creationId xmlns:a16="http://schemas.microsoft.com/office/drawing/2014/main" id="{07CB2B58-2B9F-46D9-806F-271B0A33A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9">
            <a:extLst>
              <a:ext uri="{FF2B5EF4-FFF2-40B4-BE49-F238E27FC236}">
                <a16:creationId xmlns:a16="http://schemas.microsoft.com/office/drawing/2014/main" id="{5C7162D8-BD53-445D-B1A6-AB379C9110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0">
            <a:extLst>
              <a:ext uri="{FF2B5EF4-FFF2-40B4-BE49-F238E27FC236}">
                <a16:creationId xmlns:a16="http://schemas.microsoft.com/office/drawing/2014/main" id="{BAD70A04-49C4-4B0F-86C3-B05472EDFF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2">
            <a:extLst>
              <a:ext uri="{FF2B5EF4-FFF2-40B4-BE49-F238E27FC236}">
                <a16:creationId xmlns:a16="http://schemas.microsoft.com/office/drawing/2014/main" id="{36358B04-BA95-4FAD-94A1-C0A03AA05C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4">
            <a:extLst>
              <a:ext uri="{FF2B5EF4-FFF2-40B4-BE49-F238E27FC236}">
                <a16:creationId xmlns:a16="http://schemas.microsoft.com/office/drawing/2014/main" id="{9CC29BE5-AA36-4F06-8FAB-0C0728562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16">
            <a:extLst>
              <a:ext uri="{FF2B5EF4-FFF2-40B4-BE49-F238E27FC236}">
                <a16:creationId xmlns:a16="http://schemas.microsoft.com/office/drawing/2014/main" id="{3ED594E3-89E0-4513-8FC6-4293688667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a:extLst>
              <a:ext uri="{FF2B5EF4-FFF2-40B4-BE49-F238E27FC236}">
                <a16:creationId xmlns:a16="http://schemas.microsoft.com/office/drawing/2014/main" id="{F06E4798-B088-493E-903F-564C1058CA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21">
            <a:extLst>
              <a:ext uri="{FF2B5EF4-FFF2-40B4-BE49-F238E27FC236}">
                <a16:creationId xmlns:a16="http://schemas.microsoft.com/office/drawing/2014/main" id="{105CB4F1-CDA9-44B6-AFBD-9089B6DA1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2">
            <a:extLst>
              <a:ext uri="{FF2B5EF4-FFF2-40B4-BE49-F238E27FC236}">
                <a16:creationId xmlns:a16="http://schemas.microsoft.com/office/drawing/2014/main" id="{3A07A001-2689-4430-B966-9A6A2DAB17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3">
            <a:extLst>
              <a:ext uri="{FF2B5EF4-FFF2-40B4-BE49-F238E27FC236}">
                <a16:creationId xmlns:a16="http://schemas.microsoft.com/office/drawing/2014/main" id="{A60F327C-CB34-4AE2-B930-B3F6082B6A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ZoneTexte 32">
            <a:extLst>
              <a:ext uri="{FF2B5EF4-FFF2-40B4-BE49-F238E27FC236}">
                <a16:creationId xmlns:a16="http://schemas.microsoft.com/office/drawing/2014/main" id="{CC659D1E-70C9-47BC-8377-632F08CFA179}"/>
              </a:ext>
            </a:extLst>
          </p:cNvPr>
          <p:cNvSpPr txBox="1"/>
          <p:nvPr/>
        </p:nvSpPr>
        <p:spPr>
          <a:xfrm>
            <a:off x="1002707" y="1356349"/>
            <a:ext cx="7295202" cy="4647426"/>
          </a:xfrm>
          <a:prstGeom prst="rect">
            <a:avLst/>
          </a:prstGeom>
          <a:noFill/>
        </p:spPr>
        <p:txBody>
          <a:bodyPr wrap="none" rtlCol="0">
            <a:spAutoFit/>
          </a:bodyPr>
          <a:lstStyle/>
          <a:p>
            <a:r>
              <a:rPr lang="en-US" sz="8000" b="1" i="1" dirty="0">
                <a:solidFill>
                  <a:srgbClr val="ED7D31"/>
                </a:solidFill>
              </a:rPr>
              <a:t>6 </a:t>
            </a:r>
            <a:r>
              <a:rPr lang="en-US" sz="8000" b="1" i="1" dirty="0"/>
              <a:t>Community </a:t>
            </a:r>
          </a:p>
          <a:p>
            <a:r>
              <a:rPr lang="en-US" sz="8000" b="1" i="1" dirty="0">
                <a:solidFill>
                  <a:srgbClr val="ED7D31"/>
                </a:solidFill>
              </a:rPr>
              <a:t>WHYs</a:t>
            </a:r>
          </a:p>
          <a:p>
            <a:r>
              <a:rPr lang="en-US" sz="8000" b="1" i="1" dirty="0">
                <a:solidFill>
                  <a:srgbClr val="0683AA"/>
                </a:solidFill>
              </a:rPr>
              <a:t>Workshops</a:t>
            </a:r>
          </a:p>
          <a:p>
            <a:endParaRPr lang="en-US" sz="2800" b="1" i="1" dirty="0"/>
          </a:p>
          <a:p>
            <a:r>
              <a:rPr lang="en-US" sz="2800" b="1" i="1" dirty="0"/>
              <a:t>Questions to ask before launching a Community</a:t>
            </a:r>
          </a:p>
        </p:txBody>
      </p:sp>
      <p:pic>
        <p:nvPicPr>
          <p:cNvPr id="2" name="Graphique 15" descr="Arbre avec racines avec un remplissage uni">
            <a:extLst>
              <a:ext uri="{FF2B5EF4-FFF2-40B4-BE49-F238E27FC236}">
                <a16:creationId xmlns:a16="http://schemas.microsoft.com/office/drawing/2014/main" id="{9E0BEC77-E953-F28B-770A-56E79A55C4C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79303" y="523529"/>
            <a:ext cx="1405651" cy="1405651"/>
          </a:xfrm>
          <a:prstGeom prst="rect">
            <a:avLst/>
          </a:prstGeom>
        </p:spPr>
      </p:pic>
      <p:grpSp>
        <p:nvGrpSpPr>
          <p:cNvPr id="3" name="Groupe 5">
            <a:extLst>
              <a:ext uri="{FF2B5EF4-FFF2-40B4-BE49-F238E27FC236}">
                <a16:creationId xmlns:a16="http://schemas.microsoft.com/office/drawing/2014/main" id="{D5DC2F6A-F854-CC3B-0B82-A5EF24AAE8FE}"/>
              </a:ext>
            </a:extLst>
          </p:cNvPr>
          <p:cNvGrpSpPr/>
          <p:nvPr/>
        </p:nvGrpSpPr>
        <p:grpSpPr>
          <a:xfrm>
            <a:off x="6928546" y="394091"/>
            <a:ext cx="2328941" cy="1090103"/>
            <a:chOff x="463550" y="1420160"/>
            <a:chExt cx="11264900" cy="5272740"/>
          </a:xfrm>
        </p:grpSpPr>
        <p:sp>
          <p:nvSpPr>
            <p:cNvPr id="4" name="Trapèze 6">
              <a:extLst>
                <a:ext uri="{FF2B5EF4-FFF2-40B4-BE49-F238E27FC236}">
                  <a16:creationId xmlns:a16="http://schemas.microsoft.com/office/drawing/2014/main" id="{8598E961-3B96-B660-A86A-1E27AB025CEA}"/>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b="1" dirty="0"/>
                <a:t>CAUSE</a:t>
              </a:r>
            </a:p>
          </p:txBody>
        </p:sp>
        <p:sp>
          <p:nvSpPr>
            <p:cNvPr id="5" name="Triangle isocèle 7">
              <a:extLst>
                <a:ext uri="{FF2B5EF4-FFF2-40B4-BE49-F238E27FC236}">
                  <a16:creationId xmlns:a16="http://schemas.microsoft.com/office/drawing/2014/main" id="{E351A02F-3021-8F74-6D04-E159AF14D21B}"/>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a:t>GREAT GOAL</a:t>
              </a:r>
            </a:p>
            <a:p>
              <a:pPr algn="ctr"/>
              <a:endParaRPr lang="en-US" sz="600" dirty="0"/>
            </a:p>
          </p:txBody>
        </p:sp>
        <p:grpSp>
          <p:nvGrpSpPr>
            <p:cNvPr id="6" name="Groupe 8">
              <a:extLst>
                <a:ext uri="{FF2B5EF4-FFF2-40B4-BE49-F238E27FC236}">
                  <a16:creationId xmlns:a16="http://schemas.microsoft.com/office/drawing/2014/main" id="{1E6295A4-99B6-13C0-F834-693D862FE960}"/>
                </a:ext>
              </a:extLst>
            </p:cNvPr>
            <p:cNvGrpSpPr/>
            <p:nvPr/>
          </p:nvGrpSpPr>
          <p:grpSpPr>
            <a:xfrm>
              <a:off x="1527175" y="3040767"/>
              <a:ext cx="9137650" cy="1969383"/>
              <a:chOff x="1644650" y="3040767"/>
              <a:chExt cx="9137650" cy="1907219"/>
            </a:xfrm>
          </p:grpSpPr>
          <p:sp>
            <p:nvSpPr>
              <p:cNvPr id="9" name="Trapèze 11">
                <a:extLst>
                  <a:ext uri="{FF2B5EF4-FFF2-40B4-BE49-F238E27FC236}">
                    <a16:creationId xmlns:a16="http://schemas.microsoft.com/office/drawing/2014/main" id="{D701A007-E246-B01D-D847-6B2E48341C74}"/>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BAD MEMORIES</a:t>
                </a:r>
                <a:endParaRPr lang="en-US" sz="300" dirty="0"/>
              </a:p>
            </p:txBody>
          </p:sp>
          <p:sp>
            <p:nvSpPr>
              <p:cNvPr id="10" name="Trapèze 12">
                <a:extLst>
                  <a:ext uri="{FF2B5EF4-FFF2-40B4-BE49-F238E27FC236}">
                    <a16:creationId xmlns:a16="http://schemas.microsoft.com/office/drawing/2014/main" id="{D6138B21-36E7-3913-AA5E-C868A83CD448}"/>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WRONG STORIES</a:t>
                </a:r>
              </a:p>
            </p:txBody>
          </p:sp>
          <p:sp>
            <p:nvSpPr>
              <p:cNvPr id="11" name="Trapèze 13">
                <a:extLst>
                  <a:ext uri="{FF2B5EF4-FFF2-40B4-BE49-F238E27FC236}">
                    <a16:creationId xmlns:a16="http://schemas.microsoft.com/office/drawing/2014/main" id="{E863E800-BEAC-1615-AD40-33954955E802}"/>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GOOD MEMORIES</a:t>
                </a:r>
                <a:endParaRPr lang="en-US" sz="300" dirty="0"/>
              </a:p>
            </p:txBody>
          </p:sp>
          <p:sp>
            <p:nvSpPr>
              <p:cNvPr id="12" name="Trapèze 14">
                <a:extLst>
                  <a:ext uri="{FF2B5EF4-FFF2-40B4-BE49-F238E27FC236}">
                    <a16:creationId xmlns:a16="http://schemas.microsoft.com/office/drawing/2014/main" id="{02A92D5F-D1BC-23EA-A058-2D66DCE0F620}"/>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IDEAL STORIES</a:t>
                </a:r>
              </a:p>
            </p:txBody>
          </p:sp>
        </p:grpSp>
        <p:sp>
          <p:nvSpPr>
            <p:cNvPr id="7" name="Triangle isocèle 9">
              <a:extLst>
                <a:ext uri="{FF2B5EF4-FFF2-40B4-BE49-F238E27FC236}">
                  <a16:creationId xmlns:a16="http://schemas.microsoft.com/office/drawing/2014/main" id="{E5AFC3DB-C5A5-724A-7B3B-7B28E1059782}"/>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8" name="ZoneTexte 10">
              <a:extLst>
                <a:ext uri="{FF2B5EF4-FFF2-40B4-BE49-F238E27FC236}">
                  <a16:creationId xmlns:a16="http://schemas.microsoft.com/office/drawing/2014/main" id="{083CFC90-C532-E9B7-07DD-0AF046FF7B57}"/>
                </a:ext>
              </a:extLst>
            </p:cNvPr>
            <p:cNvSpPr txBox="1"/>
            <p:nvPr/>
          </p:nvSpPr>
          <p:spPr>
            <a:xfrm>
              <a:off x="4952497" y="3044170"/>
              <a:ext cx="2287007" cy="744344"/>
            </a:xfrm>
            <a:prstGeom prst="rect">
              <a:avLst/>
            </a:prstGeom>
            <a:noFill/>
          </p:spPr>
          <p:txBody>
            <a:bodyPr wrap="square">
              <a:spAutoFit/>
            </a:bodyPr>
            <a:lstStyle/>
            <a:p>
              <a:pPr algn="ctr"/>
              <a:r>
                <a:rPr lang="en-US" sz="400" b="1" dirty="0"/>
                <a:t>CONDITIONS</a:t>
              </a:r>
            </a:p>
          </p:txBody>
        </p:sp>
      </p:grpSp>
      <p:grpSp>
        <p:nvGrpSpPr>
          <p:cNvPr id="13" name="Groupe 172">
            <a:extLst>
              <a:ext uri="{FF2B5EF4-FFF2-40B4-BE49-F238E27FC236}">
                <a16:creationId xmlns:a16="http://schemas.microsoft.com/office/drawing/2014/main" id="{B952ED72-CE1D-A1C4-E782-C318FC853F8B}"/>
              </a:ext>
            </a:extLst>
          </p:cNvPr>
          <p:cNvGrpSpPr/>
          <p:nvPr/>
        </p:nvGrpSpPr>
        <p:grpSpPr>
          <a:xfrm>
            <a:off x="7547206" y="1913682"/>
            <a:ext cx="3001901" cy="1119025"/>
            <a:chOff x="7527020" y="2036345"/>
            <a:chExt cx="3826780" cy="1426517"/>
          </a:xfrm>
        </p:grpSpPr>
        <p:grpSp>
          <p:nvGrpSpPr>
            <p:cNvPr id="14" name="Groupe 32">
              <a:extLst>
                <a:ext uri="{FF2B5EF4-FFF2-40B4-BE49-F238E27FC236}">
                  <a16:creationId xmlns:a16="http://schemas.microsoft.com/office/drawing/2014/main" id="{271443BC-ECF9-4608-6278-6AB78957EBAC}"/>
                </a:ext>
              </a:extLst>
            </p:cNvPr>
            <p:cNvGrpSpPr/>
            <p:nvPr/>
          </p:nvGrpSpPr>
          <p:grpSpPr>
            <a:xfrm>
              <a:off x="10055197" y="2036345"/>
              <a:ext cx="1298603" cy="1298603"/>
              <a:chOff x="9835911" y="2807662"/>
              <a:chExt cx="1796250" cy="1796250"/>
            </a:xfrm>
          </p:grpSpPr>
          <p:pic>
            <p:nvPicPr>
              <p:cNvPr id="49" name="Graphique 49" descr="Cathédrale avec un remplissage uni">
                <a:extLst>
                  <a:ext uri="{FF2B5EF4-FFF2-40B4-BE49-F238E27FC236}">
                    <a16:creationId xmlns:a16="http://schemas.microsoft.com/office/drawing/2014/main" id="{8D6A82B3-D48D-0BDD-BCD0-27F8A26D3C3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35911" y="2807662"/>
                <a:ext cx="1796250" cy="1796250"/>
              </a:xfrm>
              <a:prstGeom prst="rect">
                <a:avLst/>
              </a:prstGeom>
            </p:spPr>
          </p:pic>
          <p:sp>
            <p:nvSpPr>
              <p:cNvPr id="50" name="Rectangle 50">
                <a:extLst>
                  <a:ext uri="{FF2B5EF4-FFF2-40B4-BE49-F238E27FC236}">
                    <a16:creationId xmlns:a16="http://schemas.microsoft.com/office/drawing/2014/main" id="{34CE70FC-363E-A0BE-E279-2FF12A8CDAEA}"/>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51">
                <a:extLst>
                  <a:ext uri="{FF2B5EF4-FFF2-40B4-BE49-F238E27FC236}">
                    <a16:creationId xmlns:a16="http://schemas.microsoft.com/office/drawing/2014/main" id="{D5389FC1-D5AC-E554-4922-A919F2F3DC8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52">
                <a:extLst>
                  <a:ext uri="{FF2B5EF4-FFF2-40B4-BE49-F238E27FC236}">
                    <a16:creationId xmlns:a16="http://schemas.microsoft.com/office/drawing/2014/main" id="{BB9C66DF-CC2B-87D3-5542-5D0BB1995C0F}"/>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53">
                <a:extLst>
                  <a:ext uri="{FF2B5EF4-FFF2-40B4-BE49-F238E27FC236}">
                    <a16:creationId xmlns:a16="http://schemas.microsoft.com/office/drawing/2014/main" id="{1BD96C93-3A35-770E-BD03-038A1ED39771}"/>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4">
                <a:extLst>
                  <a:ext uri="{FF2B5EF4-FFF2-40B4-BE49-F238E27FC236}">
                    <a16:creationId xmlns:a16="http://schemas.microsoft.com/office/drawing/2014/main" id="{24A050EC-1CB9-B00D-ECC2-ACAE7FEA0C66}"/>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55">
                <a:extLst>
                  <a:ext uri="{FF2B5EF4-FFF2-40B4-BE49-F238E27FC236}">
                    <a16:creationId xmlns:a16="http://schemas.microsoft.com/office/drawing/2014/main" id="{3311041B-C8DE-61F8-CA8B-DB60673F6BEB}"/>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56">
                <a:extLst>
                  <a:ext uri="{FF2B5EF4-FFF2-40B4-BE49-F238E27FC236}">
                    <a16:creationId xmlns:a16="http://schemas.microsoft.com/office/drawing/2014/main" id="{276A86ED-69AF-DE1C-AC5C-3E4F34B18A44}"/>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57">
                <a:extLst>
                  <a:ext uri="{FF2B5EF4-FFF2-40B4-BE49-F238E27FC236}">
                    <a16:creationId xmlns:a16="http://schemas.microsoft.com/office/drawing/2014/main" id="{26D8187D-62DA-0F02-C10B-1A0991ACCF35}"/>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58">
                <a:extLst>
                  <a:ext uri="{FF2B5EF4-FFF2-40B4-BE49-F238E27FC236}">
                    <a16:creationId xmlns:a16="http://schemas.microsoft.com/office/drawing/2014/main" id="{7025A626-A514-A367-B021-2F932F6A0050}"/>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59">
                <a:extLst>
                  <a:ext uri="{FF2B5EF4-FFF2-40B4-BE49-F238E27FC236}">
                    <a16:creationId xmlns:a16="http://schemas.microsoft.com/office/drawing/2014/main" id="{122A7AA5-3F6D-AAD5-1852-3A7D691AA129}"/>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60">
                <a:extLst>
                  <a:ext uri="{FF2B5EF4-FFF2-40B4-BE49-F238E27FC236}">
                    <a16:creationId xmlns:a16="http://schemas.microsoft.com/office/drawing/2014/main" id="{DB0423B8-3BFA-1F7F-3099-2D6BDBFAC8EB}"/>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61">
                <a:extLst>
                  <a:ext uri="{FF2B5EF4-FFF2-40B4-BE49-F238E27FC236}">
                    <a16:creationId xmlns:a16="http://schemas.microsoft.com/office/drawing/2014/main" id="{3D0DEC7C-F8CE-BB5A-5039-E40425A06BC5}"/>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62">
                <a:extLst>
                  <a:ext uri="{FF2B5EF4-FFF2-40B4-BE49-F238E27FC236}">
                    <a16:creationId xmlns:a16="http://schemas.microsoft.com/office/drawing/2014/main" id="{44112E95-9E3C-7FF0-9B8B-BB9AAE4D205F}"/>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63">
                <a:extLst>
                  <a:ext uri="{FF2B5EF4-FFF2-40B4-BE49-F238E27FC236}">
                    <a16:creationId xmlns:a16="http://schemas.microsoft.com/office/drawing/2014/main" id="{C82E03DE-530B-EA5C-8FCC-31D10AE08A51}"/>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64">
                <a:extLst>
                  <a:ext uri="{FF2B5EF4-FFF2-40B4-BE49-F238E27FC236}">
                    <a16:creationId xmlns:a16="http://schemas.microsoft.com/office/drawing/2014/main" id="{1A408BFC-103A-92DE-1B1D-1961A7AEC1F8}"/>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65">
                <a:extLst>
                  <a:ext uri="{FF2B5EF4-FFF2-40B4-BE49-F238E27FC236}">
                    <a16:creationId xmlns:a16="http://schemas.microsoft.com/office/drawing/2014/main" id="{EA24B4C8-2969-6028-933E-A7DC5911CE48}"/>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66">
                <a:extLst>
                  <a:ext uri="{FF2B5EF4-FFF2-40B4-BE49-F238E27FC236}">
                    <a16:creationId xmlns:a16="http://schemas.microsoft.com/office/drawing/2014/main" id="{D677298C-B399-C518-2BCB-A0CEC1DCA69F}"/>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67">
                <a:extLst>
                  <a:ext uri="{FF2B5EF4-FFF2-40B4-BE49-F238E27FC236}">
                    <a16:creationId xmlns:a16="http://schemas.microsoft.com/office/drawing/2014/main" id="{60E742F5-B458-BE57-AD52-61D4EC1F4386}"/>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68">
                <a:extLst>
                  <a:ext uri="{FF2B5EF4-FFF2-40B4-BE49-F238E27FC236}">
                    <a16:creationId xmlns:a16="http://schemas.microsoft.com/office/drawing/2014/main" id="{DBB611CD-368A-7671-5858-3005888ECF18}"/>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9">
                <a:extLst>
                  <a:ext uri="{FF2B5EF4-FFF2-40B4-BE49-F238E27FC236}">
                    <a16:creationId xmlns:a16="http://schemas.microsoft.com/office/drawing/2014/main" id="{2CE5397F-E1F6-F88F-A2ED-88F0660F7FDD}"/>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70">
                <a:extLst>
                  <a:ext uri="{FF2B5EF4-FFF2-40B4-BE49-F238E27FC236}">
                    <a16:creationId xmlns:a16="http://schemas.microsoft.com/office/drawing/2014/main" id="{8A1CA79A-501E-CE1B-9EAB-6D09105A87C8}"/>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71">
                <a:extLst>
                  <a:ext uri="{FF2B5EF4-FFF2-40B4-BE49-F238E27FC236}">
                    <a16:creationId xmlns:a16="http://schemas.microsoft.com/office/drawing/2014/main" id="{840CDD4C-49F9-0B7C-6271-27BA33DCCB10}"/>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72">
                <a:extLst>
                  <a:ext uri="{FF2B5EF4-FFF2-40B4-BE49-F238E27FC236}">
                    <a16:creationId xmlns:a16="http://schemas.microsoft.com/office/drawing/2014/main" id="{F83FE676-6CC6-B03F-096B-FC1E3A0B3410}"/>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73">
                <a:extLst>
                  <a:ext uri="{FF2B5EF4-FFF2-40B4-BE49-F238E27FC236}">
                    <a16:creationId xmlns:a16="http://schemas.microsoft.com/office/drawing/2014/main" id="{2B4C3EF3-6180-2CC0-3D18-A049F5841AD8}"/>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74">
                <a:extLst>
                  <a:ext uri="{FF2B5EF4-FFF2-40B4-BE49-F238E27FC236}">
                    <a16:creationId xmlns:a16="http://schemas.microsoft.com/office/drawing/2014/main" id="{37CEFE99-17EF-9F41-FA28-9839952A66C8}"/>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75">
                <a:extLst>
                  <a:ext uri="{FF2B5EF4-FFF2-40B4-BE49-F238E27FC236}">
                    <a16:creationId xmlns:a16="http://schemas.microsoft.com/office/drawing/2014/main" id="{344B304D-002B-BC00-AACD-075E791E1012}"/>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76">
                <a:extLst>
                  <a:ext uri="{FF2B5EF4-FFF2-40B4-BE49-F238E27FC236}">
                    <a16:creationId xmlns:a16="http://schemas.microsoft.com/office/drawing/2014/main" id="{862BAA39-D808-A098-6C31-EB4169F6C879}"/>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77">
                <a:extLst>
                  <a:ext uri="{FF2B5EF4-FFF2-40B4-BE49-F238E27FC236}">
                    <a16:creationId xmlns:a16="http://schemas.microsoft.com/office/drawing/2014/main" id="{4F3B9FC6-60C3-5CB6-8987-CFFCD9FF44A9}"/>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78">
                <a:extLst>
                  <a:ext uri="{FF2B5EF4-FFF2-40B4-BE49-F238E27FC236}">
                    <a16:creationId xmlns:a16="http://schemas.microsoft.com/office/drawing/2014/main" id="{D6768FB7-C5CF-1CE0-B05B-C817ADA95980}"/>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79">
                <a:extLst>
                  <a:ext uri="{FF2B5EF4-FFF2-40B4-BE49-F238E27FC236}">
                    <a16:creationId xmlns:a16="http://schemas.microsoft.com/office/drawing/2014/main" id="{74D2F490-9AAB-5A7E-6758-15A9318C0435}"/>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80">
                <a:extLst>
                  <a:ext uri="{FF2B5EF4-FFF2-40B4-BE49-F238E27FC236}">
                    <a16:creationId xmlns:a16="http://schemas.microsoft.com/office/drawing/2014/main" id="{57C35154-3EC2-6F40-8A1D-B1AE2E04F76E}"/>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81">
                <a:extLst>
                  <a:ext uri="{FF2B5EF4-FFF2-40B4-BE49-F238E27FC236}">
                    <a16:creationId xmlns:a16="http://schemas.microsoft.com/office/drawing/2014/main" id="{AA09B909-0FCF-91D3-2C7B-6385FB4F1147}"/>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82">
                <a:extLst>
                  <a:ext uri="{FF2B5EF4-FFF2-40B4-BE49-F238E27FC236}">
                    <a16:creationId xmlns:a16="http://schemas.microsoft.com/office/drawing/2014/main" id="{B01F107C-250A-E6A8-8F9B-E458C2881498}"/>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83">
                <a:extLst>
                  <a:ext uri="{FF2B5EF4-FFF2-40B4-BE49-F238E27FC236}">
                    <a16:creationId xmlns:a16="http://schemas.microsoft.com/office/drawing/2014/main" id="{E72A36C7-DC54-E2D1-FAB4-7A421C1E5CA1}"/>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84">
                <a:extLst>
                  <a:ext uri="{FF2B5EF4-FFF2-40B4-BE49-F238E27FC236}">
                    <a16:creationId xmlns:a16="http://schemas.microsoft.com/office/drawing/2014/main" id="{79391425-AE4F-8372-3E1B-DA6444C75330}"/>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85">
                <a:extLst>
                  <a:ext uri="{FF2B5EF4-FFF2-40B4-BE49-F238E27FC236}">
                    <a16:creationId xmlns:a16="http://schemas.microsoft.com/office/drawing/2014/main" id="{A3941C2B-4B2C-CD60-10E8-FF9AC4B80640}"/>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86">
                <a:extLst>
                  <a:ext uri="{FF2B5EF4-FFF2-40B4-BE49-F238E27FC236}">
                    <a16:creationId xmlns:a16="http://schemas.microsoft.com/office/drawing/2014/main" id="{808EC5C9-B784-4907-A833-D75B89643A7C}"/>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87">
                <a:extLst>
                  <a:ext uri="{FF2B5EF4-FFF2-40B4-BE49-F238E27FC236}">
                    <a16:creationId xmlns:a16="http://schemas.microsoft.com/office/drawing/2014/main" id="{DA2556B1-1DA6-B22D-22EB-4C011621F3E4}"/>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88">
                <a:extLst>
                  <a:ext uri="{FF2B5EF4-FFF2-40B4-BE49-F238E27FC236}">
                    <a16:creationId xmlns:a16="http://schemas.microsoft.com/office/drawing/2014/main" id="{92CAE79E-B361-561B-70DA-185DB64D1CA0}"/>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89">
                <a:extLst>
                  <a:ext uri="{FF2B5EF4-FFF2-40B4-BE49-F238E27FC236}">
                    <a16:creationId xmlns:a16="http://schemas.microsoft.com/office/drawing/2014/main" id="{81FC671E-A9F8-39FF-B4C5-CE3C9AAEA088}"/>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90">
                <a:extLst>
                  <a:ext uri="{FF2B5EF4-FFF2-40B4-BE49-F238E27FC236}">
                    <a16:creationId xmlns:a16="http://schemas.microsoft.com/office/drawing/2014/main" id="{D2213F81-63DB-D08B-3215-C90DC0914961}"/>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91">
                <a:extLst>
                  <a:ext uri="{FF2B5EF4-FFF2-40B4-BE49-F238E27FC236}">
                    <a16:creationId xmlns:a16="http://schemas.microsoft.com/office/drawing/2014/main" id="{533F98D8-D13E-95DB-B275-D72D231D8383}"/>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92">
                <a:extLst>
                  <a:ext uri="{FF2B5EF4-FFF2-40B4-BE49-F238E27FC236}">
                    <a16:creationId xmlns:a16="http://schemas.microsoft.com/office/drawing/2014/main" id="{8D8BCC42-CE23-D6CA-30C7-DE65301CC305}"/>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3">
                <a:extLst>
                  <a:ext uri="{FF2B5EF4-FFF2-40B4-BE49-F238E27FC236}">
                    <a16:creationId xmlns:a16="http://schemas.microsoft.com/office/drawing/2014/main" id="{62D2F074-DCF7-C507-A9A4-D955ED9641BD}"/>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4">
                <a:extLst>
                  <a:ext uri="{FF2B5EF4-FFF2-40B4-BE49-F238E27FC236}">
                    <a16:creationId xmlns:a16="http://schemas.microsoft.com/office/drawing/2014/main" id="{3C7816AE-7091-2E13-7F70-95CE398F2830}"/>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5">
                <a:extLst>
                  <a:ext uri="{FF2B5EF4-FFF2-40B4-BE49-F238E27FC236}">
                    <a16:creationId xmlns:a16="http://schemas.microsoft.com/office/drawing/2014/main" id="{2A3ED86D-CA9F-EC59-C3AA-B965818F6A91}"/>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6">
                <a:extLst>
                  <a:ext uri="{FF2B5EF4-FFF2-40B4-BE49-F238E27FC236}">
                    <a16:creationId xmlns:a16="http://schemas.microsoft.com/office/drawing/2014/main" id="{F0A7C318-80F1-BA2B-A2CA-6219BC1FB104}"/>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7">
                <a:extLst>
                  <a:ext uri="{FF2B5EF4-FFF2-40B4-BE49-F238E27FC236}">
                    <a16:creationId xmlns:a16="http://schemas.microsoft.com/office/drawing/2014/main" id="{0681288C-AB21-CABD-2BDB-B7299390D0A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8">
                <a:extLst>
                  <a:ext uri="{FF2B5EF4-FFF2-40B4-BE49-F238E27FC236}">
                    <a16:creationId xmlns:a16="http://schemas.microsoft.com/office/drawing/2014/main" id="{8149E7E9-E137-B14B-65EA-C5950D7D6B26}"/>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9">
                <a:extLst>
                  <a:ext uri="{FF2B5EF4-FFF2-40B4-BE49-F238E27FC236}">
                    <a16:creationId xmlns:a16="http://schemas.microsoft.com/office/drawing/2014/main" id="{44E0F7C0-977A-6BBF-527E-F20928293612}"/>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100">
                <a:extLst>
                  <a:ext uri="{FF2B5EF4-FFF2-40B4-BE49-F238E27FC236}">
                    <a16:creationId xmlns:a16="http://schemas.microsoft.com/office/drawing/2014/main" id="{52590C10-7022-F641-AABF-39AB86A228F7}"/>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1">
                <a:extLst>
                  <a:ext uri="{FF2B5EF4-FFF2-40B4-BE49-F238E27FC236}">
                    <a16:creationId xmlns:a16="http://schemas.microsoft.com/office/drawing/2014/main" id="{C2417324-5A25-C6D8-810B-B8E50CEC5D05}"/>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2">
                <a:extLst>
                  <a:ext uri="{FF2B5EF4-FFF2-40B4-BE49-F238E27FC236}">
                    <a16:creationId xmlns:a16="http://schemas.microsoft.com/office/drawing/2014/main" id="{9224DB39-AC4D-EC33-EE71-009F1A2AF24F}"/>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03">
                <a:extLst>
                  <a:ext uri="{FF2B5EF4-FFF2-40B4-BE49-F238E27FC236}">
                    <a16:creationId xmlns:a16="http://schemas.microsoft.com/office/drawing/2014/main" id="{E767B310-8470-6F8A-EC67-E2A416E4D791}"/>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04">
                <a:extLst>
                  <a:ext uri="{FF2B5EF4-FFF2-40B4-BE49-F238E27FC236}">
                    <a16:creationId xmlns:a16="http://schemas.microsoft.com/office/drawing/2014/main" id="{F53E4302-76BA-79E4-0308-7A3A3F062045}"/>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05">
                <a:extLst>
                  <a:ext uri="{FF2B5EF4-FFF2-40B4-BE49-F238E27FC236}">
                    <a16:creationId xmlns:a16="http://schemas.microsoft.com/office/drawing/2014/main" id="{76983684-46FC-0131-CF39-DCF6AAF51E86}"/>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06">
                <a:extLst>
                  <a:ext uri="{FF2B5EF4-FFF2-40B4-BE49-F238E27FC236}">
                    <a16:creationId xmlns:a16="http://schemas.microsoft.com/office/drawing/2014/main" id="{64DB8D0D-6640-7FCF-60F5-495A2A0A718C}"/>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7">
                <a:extLst>
                  <a:ext uri="{FF2B5EF4-FFF2-40B4-BE49-F238E27FC236}">
                    <a16:creationId xmlns:a16="http://schemas.microsoft.com/office/drawing/2014/main" id="{DE7B4D68-F843-2B50-A3BE-1D91DA619EA5}"/>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8">
                <a:extLst>
                  <a:ext uri="{FF2B5EF4-FFF2-40B4-BE49-F238E27FC236}">
                    <a16:creationId xmlns:a16="http://schemas.microsoft.com/office/drawing/2014/main" id="{41DF3833-5ECF-C288-10F6-F2A40FFA2AAD}"/>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9">
                <a:extLst>
                  <a:ext uri="{FF2B5EF4-FFF2-40B4-BE49-F238E27FC236}">
                    <a16:creationId xmlns:a16="http://schemas.microsoft.com/office/drawing/2014/main" id="{2CCD7B88-C524-D81F-8089-A68CBF6A1B7A}"/>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10">
                <a:extLst>
                  <a:ext uri="{FF2B5EF4-FFF2-40B4-BE49-F238E27FC236}">
                    <a16:creationId xmlns:a16="http://schemas.microsoft.com/office/drawing/2014/main" id="{0C5978C6-47E9-3A24-7BD9-03F62F68FF68}"/>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11">
                <a:extLst>
                  <a:ext uri="{FF2B5EF4-FFF2-40B4-BE49-F238E27FC236}">
                    <a16:creationId xmlns:a16="http://schemas.microsoft.com/office/drawing/2014/main" id="{4BBBF0F9-F22B-A718-A983-97B162103747}"/>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5" name="Groupe 152">
              <a:extLst>
                <a:ext uri="{FF2B5EF4-FFF2-40B4-BE49-F238E27FC236}">
                  <a16:creationId xmlns:a16="http://schemas.microsoft.com/office/drawing/2014/main" id="{F2926D7C-4882-9C6C-9E3D-8276DF55DA8F}"/>
                </a:ext>
              </a:extLst>
            </p:cNvPr>
            <p:cNvGrpSpPr/>
            <p:nvPr/>
          </p:nvGrpSpPr>
          <p:grpSpPr>
            <a:xfrm>
              <a:off x="7527020" y="2174293"/>
              <a:ext cx="1467257" cy="1169474"/>
              <a:chOff x="2609577" y="1563591"/>
              <a:chExt cx="1467257" cy="1169474"/>
            </a:xfrm>
          </p:grpSpPr>
          <p:grpSp>
            <p:nvGrpSpPr>
              <p:cNvPr id="44" name="Groupe 153">
                <a:extLst>
                  <a:ext uri="{FF2B5EF4-FFF2-40B4-BE49-F238E27FC236}">
                    <a16:creationId xmlns:a16="http://schemas.microsoft.com/office/drawing/2014/main" id="{B43E9D41-A640-458F-2F16-BB87E3F9D399}"/>
                  </a:ext>
                </a:extLst>
              </p:cNvPr>
              <p:cNvGrpSpPr/>
              <p:nvPr/>
            </p:nvGrpSpPr>
            <p:grpSpPr>
              <a:xfrm>
                <a:off x="2609577" y="1563591"/>
                <a:ext cx="1412109" cy="1169474"/>
                <a:chOff x="2645545" y="3994190"/>
                <a:chExt cx="1412109" cy="1169474"/>
              </a:xfrm>
            </p:grpSpPr>
            <p:pic>
              <p:nvPicPr>
                <p:cNvPr id="46" name="Graphique 155" descr="Diable avec un remplissage uni">
                  <a:extLst>
                    <a:ext uri="{FF2B5EF4-FFF2-40B4-BE49-F238E27FC236}">
                      <a16:creationId xmlns:a16="http://schemas.microsoft.com/office/drawing/2014/main" id="{0F2C8A9F-3988-639B-7A5B-B76BBAB85AD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037365" y="4143375"/>
                  <a:ext cx="1020289" cy="1020289"/>
                </a:xfrm>
                <a:prstGeom prst="rect">
                  <a:avLst/>
                </a:prstGeom>
              </p:spPr>
            </p:pic>
            <p:pic>
              <p:nvPicPr>
                <p:cNvPr id="47" name="Graphique 156" descr="Base-ball avec un remplissage uni">
                  <a:extLst>
                    <a:ext uri="{FF2B5EF4-FFF2-40B4-BE49-F238E27FC236}">
                      <a16:creationId xmlns:a16="http://schemas.microsoft.com/office/drawing/2014/main" id="{595F1F90-26A9-40A7-B060-CEADCB00357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2645545" y="4030462"/>
                  <a:ext cx="993713" cy="1133202"/>
                </a:xfrm>
                <a:prstGeom prst="rect">
                  <a:avLst/>
                </a:prstGeom>
              </p:spPr>
            </p:pic>
            <p:sp>
              <p:nvSpPr>
                <p:cNvPr id="48" name="Rectangle 157">
                  <a:extLst>
                    <a:ext uri="{FF2B5EF4-FFF2-40B4-BE49-F238E27FC236}">
                      <a16:creationId xmlns:a16="http://schemas.microsoft.com/office/drawing/2014/main" id="{2CA815F7-BD4A-3A40-8C1F-B81E7F2E3928}"/>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5" name="Graphique 154" descr="Boîte à archives avec un remplissage uni">
                <a:extLst>
                  <a:ext uri="{FF2B5EF4-FFF2-40B4-BE49-F238E27FC236}">
                    <a16:creationId xmlns:a16="http://schemas.microsoft.com/office/drawing/2014/main" id="{8CE970C5-7B4E-87E4-392D-5D3CBD0CD35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20255485">
                <a:off x="3419733" y="1863768"/>
                <a:ext cx="657101" cy="657101"/>
              </a:xfrm>
              <a:prstGeom prst="rect">
                <a:avLst/>
              </a:prstGeom>
            </p:spPr>
          </p:pic>
        </p:grpSp>
        <p:grpSp>
          <p:nvGrpSpPr>
            <p:cNvPr id="16" name="Groupe 158">
              <a:extLst>
                <a:ext uri="{FF2B5EF4-FFF2-40B4-BE49-F238E27FC236}">
                  <a16:creationId xmlns:a16="http://schemas.microsoft.com/office/drawing/2014/main" id="{5507E956-76C2-B2C0-04C6-1D93D3C459F6}"/>
                </a:ext>
              </a:extLst>
            </p:cNvPr>
            <p:cNvGrpSpPr/>
            <p:nvPr/>
          </p:nvGrpSpPr>
          <p:grpSpPr>
            <a:xfrm flipH="1">
              <a:off x="8944157" y="2297704"/>
              <a:ext cx="1093937" cy="1165158"/>
              <a:chOff x="1680627" y="1783722"/>
              <a:chExt cx="1331514" cy="1331514"/>
            </a:xfrm>
          </p:grpSpPr>
          <p:pic>
            <p:nvPicPr>
              <p:cNvPr id="17" name="Graphique 159" descr="Mur de briques en construction avec un remplissage uni">
                <a:extLst>
                  <a:ext uri="{FF2B5EF4-FFF2-40B4-BE49-F238E27FC236}">
                    <a16:creationId xmlns:a16="http://schemas.microsoft.com/office/drawing/2014/main" id="{8F6C7F91-B0DD-E9E1-9B8F-C1132BDB652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680627" y="1783722"/>
                <a:ext cx="1331514" cy="1331514"/>
              </a:xfrm>
              <a:prstGeom prst="rect">
                <a:avLst/>
              </a:prstGeom>
            </p:spPr>
          </p:pic>
          <p:sp>
            <p:nvSpPr>
              <p:cNvPr id="18" name="Rectangle 160">
                <a:extLst>
                  <a:ext uri="{FF2B5EF4-FFF2-40B4-BE49-F238E27FC236}">
                    <a16:creationId xmlns:a16="http://schemas.microsoft.com/office/drawing/2014/main" id="{DE3AF8F7-BD8E-CBB7-032D-4521C3DAC507}"/>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61">
                <a:extLst>
                  <a:ext uri="{FF2B5EF4-FFF2-40B4-BE49-F238E27FC236}">
                    <a16:creationId xmlns:a16="http://schemas.microsoft.com/office/drawing/2014/main" id="{A418D263-2703-66F9-7926-C645E1F244AB}"/>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162">
                <a:extLst>
                  <a:ext uri="{FF2B5EF4-FFF2-40B4-BE49-F238E27FC236}">
                    <a16:creationId xmlns:a16="http://schemas.microsoft.com/office/drawing/2014/main" id="{2318110A-058D-DE40-2F7B-A65C05A9C391}"/>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163">
                <a:extLst>
                  <a:ext uri="{FF2B5EF4-FFF2-40B4-BE49-F238E27FC236}">
                    <a16:creationId xmlns:a16="http://schemas.microsoft.com/office/drawing/2014/main" id="{016DC822-4A27-BE06-11D8-377E2E04E48C}"/>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Rectangle 164">
                <a:extLst>
                  <a:ext uri="{FF2B5EF4-FFF2-40B4-BE49-F238E27FC236}">
                    <a16:creationId xmlns:a16="http://schemas.microsoft.com/office/drawing/2014/main" id="{B8FCF653-19CA-8EE0-1E6A-A84F550665AB}"/>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Rectangle 165">
                <a:extLst>
                  <a:ext uri="{FF2B5EF4-FFF2-40B4-BE49-F238E27FC236}">
                    <a16:creationId xmlns:a16="http://schemas.microsoft.com/office/drawing/2014/main" id="{2CB42023-C358-B00B-314A-4DFEC96A4179}"/>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Rectangle 166">
                <a:extLst>
                  <a:ext uri="{FF2B5EF4-FFF2-40B4-BE49-F238E27FC236}">
                    <a16:creationId xmlns:a16="http://schemas.microsoft.com/office/drawing/2014/main" id="{05F291D8-87D1-BFFE-D187-32A84D0C7A42}"/>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167">
                <a:extLst>
                  <a:ext uri="{FF2B5EF4-FFF2-40B4-BE49-F238E27FC236}">
                    <a16:creationId xmlns:a16="http://schemas.microsoft.com/office/drawing/2014/main" id="{B9BC372D-73A4-7D1A-3753-21E1D3EEEC04}"/>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Rectangle 168">
                <a:extLst>
                  <a:ext uri="{FF2B5EF4-FFF2-40B4-BE49-F238E27FC236}">
                    <a16:creationId xmlns:a16="http://schemas.microsoft.com/office/drawing/2014/main" id="{4661166D-50BB-CD36-4FFF-D9E6E66071AA}"/>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169">
                <a:extLst>
                  <a:ext uri="{FF2B5EF4-FFF2-40B4-BE49-F238E27FC236}">
                    <a16:creationId xmlns:a16="http://schemas.microsoft.com/office/drawing/2014/main" id="{5CB90B6A-BE67-F504-ABE6-4F9569739B1B}"/>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170">
                <a:extLst>
                  <a:ext uri="{FF2B5EF4-FFF2-40B4-BE49-F238E27FC236}">
                    <a16:creationId xmlns:a16="http://schemas.microsoft.com/office/drawing/2014/main" id="{779BE5F4-1C55-FF22-CC1D-80F8AF737D6C}"/>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Rectangle 171">
                <a:extLst>
                  <a:ext uri="{FF2B5EF4-FFF2-40B4-BE49-F238E27FC236}">
                    <a16:creationId xmlns:a16="http://schemas.microsoft.com/office/drawing/2014/main" id="{4BE81A0B-7783-391C-991C-CB953EFD11DA}"/>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112" name="Groupe 173">
            <a:extLst>
              <a:ext uri="{FF2B5EF4-FFF2-40B4-BE49-F238E27FC236}">
                <a16:creationId xmlns:a16="http://schemas.microsoft.com/office/drawing/2014/main" id="{CFEBC4AA-67D3-061A-3512-6302D07A72DB}"/>
              </a:ext>
            </a:extLst>
          </p:cNvPr>
          <p:cNvGrpSpPr/>
          <p:nvPr/>
        </p:nvGrpSpPr>
        <p:grpSpPr>
          <a:xfrm>
            <a:off x="6852479" y="3396172"/>
            <a:ext cx="2449701" cy="1195165"/>
            <a:chOff x="127000" y="915986"/>
            <a:chExt cx="12052300" cy="5880100"/>
          </a:xfrm>
        </p:grpSpPr>
        <p:sp>
          <p:nvSpPr>
            <p:cNvPr id="113" name="Flèche : droite 174">
              <a:extLst>
                <a:ext uri="{FF2B5EF4-FFF2-40B4-BE49-F238E27FC236}">
                  <a16:creationId xmlns:a16="http://schemas.microsoft.com/office/drawing/2014/main" id="{C77E5171-C38B-E93D-B84F-79F7BFE924FD}"/>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solidFill>
                  <a:schemeClr val="tx1"/>
                </a:solidFill>
              </a:endParaRPr>
            </a:p>
          </p:txBody>
        </p:sp>
        <p:sp>
          <p:nvSpPr>
            <p:cNvPr id="114" name="Rectangle 175">
              <a:extLst>
                <a:ext uri="{FF2B5EF4-FFF2-40B4-BE49-F238E27FC236}">
                  <a16:creationId xmlns:a16="http://schemas.microsoft.com/office/drawing/2014/main" id="{E6124A09-1D1E-1AA8-396F-C0B256EFA1C6}"/>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p>
          </p:txBody>
        </p:sp>
        <p:sp>
          <p:nvSpPr>
            <p:cNvPr id="115" name="Rectangle 176">
              <a:extLst>
                <a:ext uri="{FF2B5EF4-FFF2-40B4-BE49-F238E27FC236}">
                  <a16:creationId xmlns:a16="http://schemas.microsoft.com/office/drawing/2014/main" id="{E1EDD18C-C984-E1F7-5A42-166A57AE5CCD}"/>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solidFill>
                  <a:schemeClr val="tx1"/>
                </a:solidFill>
              </a:endParaRPr>
            </a:p>
          </p:txBody>
        </p:sp>
        <p:sp>
          <p:nvSpPr>
            <p:cNvPr id="116" name="Rectangle 177">
              <a:extLst>
                <a:ext uri="{FF2B5EF4-FFF2-40B4-BE49-F238E27FC236}">
                  <a16:creationId xmlns:a16="http://schemas.microsoft.com/office/drawing/2014/main" id="{5CD196E7-F5EB-5D95-638D-0D3CB34BE881}"/>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p>
          </p:txBody>
        </p:sp>
        <p:sp>
          <p:nvSpPr>
            <p:cNvPr id="117" name="Rectangle 178">
              <a:extLst>
                <a:ext uri="{FF2B5EF4-FFF2-40B4-BE49-F238E27FC236}">
                  <a16:creationId xmlns:a16="http://schemas.microsoft.com/office/drawing/2014/main" id="{D6DF98DA-4CE3-C878-D39B-1BA40A2FF115}"/>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p>
          </p:txBody>
        </p:sp>
      </p:grpSp>
      <p:grpSp>
        <p:nvGrpSpPr>
          <p:cNvPr id="118" name="Groupe 1">
            <a:extLst>
              <a:ext uri="{FF2B5EF4-FFF2-40B4-BE49-F238E27FC236}">
                <a16:creationId xmlns:a16="http://schemas.microsoft.com/office/drawing/2014/main" id="{1E366CCF-D013-7A2B-CCE5-67265156B7D4}"/>
              </a:ext>
            </a:extLst>
          </p:cNvPr>
          <p:cNvGrpSpPr/>
          <p:nvPr/>
        </p:nvGrpSpPr>
        <p:grpSpPr>
          <a:xfrm>
            <a:off x="10579360" y="3326870"/>
            <a:ext cx="1471902" cy="1550016"/>
            <a:chOff x="6119047" y="342948"/>
            <a:chExt cx="5553478" cy="5848201"/>
          </a:xfrm>
        </p:grpSpPr>
        <p:pic>
          <p:nvPicPr>
            <p:cNvPr id="119" name="Graphique 112" descr="Balance de la justice avec un remplissage uni">
              <a:extLst>
                <a:ext uri="{FF2B5EF4-FFF2-40B4-BE49-F238E27FC236}">
                  <a16:creationId xmlns:a16="http://schemas.microsoft.com/office/drawing/2014/main" id="{1BB19CAC-E1E1-8742-E676-C2F30D15086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6972" t="7530" r="8041" b="7105"/>
            <a:stretch/>
          </p:blipFill>
          <p:spPr>
            <a:xfrm>
              <a:off x="6521388" y="342948"/>
              <a:ext cx="4441794" cy="4461491"/>
            </a:xfrm>
            <a:prstGeom prst="rect">
              <a:avLst/>
            </a:prstGeom>
          </p:spPr>
        </p:pic>
        <p:sp>
          <p:nvSpPr>
            <p:cNvPr id="120" name="Rectangle 116">
              <a:extLst>
                <a:ext uri="{FF2B5EF4-FFF2-40B4-BE49-F238E27FC236}">
                  <a16:creationId xmlns:a16="http://schemas.microsoft.com/office/drawing/2014/main" id="{3543B00E-CC24-6168-5569-A534C14E4785}"/>
                </a:ext>
              </a:extLst>
            </p:cNvPr>
            <p:cNvSpPr/>
            <p:nvPr/>
          </p:nvSpPr>
          <p:spPr>
            <a:xfrm>
              <a:off x="6119047" y="220098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1" name="Rectangle 117">
              <a:extLst>
                <a:ext uri="{FF2B5EF4-FFF2-40B4-BE49-F238E27FC236}">
                  <a16:creationId xmlns:a16="http://schemas.microsoft.com/office/drawing/2014/main" id="{B35D02FE-80DC-4275-FB57-441D3BE61689}"/>
                </a:ext>
              </a:extLst>
            </p:cNvPr>
            <p:cNvSpPr/>
            <p:nvPr/>
          </p:nvSpPr>
          <p:spPr>
            <a:xfrm>
              <a:off x="7279062" y="221985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2" name="Rectangle 118">
              <a:extLst>
                <a:ext uri="{FF2B5EF4-FFF2-40B4-BE49-F238E27FC236}">
                  <a16:creationId xmlns:a16="http://schemas.microsoft.com/office/drawing/2014/main" id="{43D75A1C-5FD7-AC7B-9EA4-C4063CF7A73D}"/>
                </a:ext>
              </a:extLst>
            </p:cNvPr>
            <p:cNvSpPr/>
            <p:nvPr/>
          </p:nvSpPr>
          <p:spPr>
            <a:xfrm>
              <a:off x="10494151"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3" name="Rectangle 119">
              <a:extLst>
                <a:ext uri="{FF2B5EF4-FFF2-40B4-BE49-F238E27FC236}">
                  <a16:creationId xmlns:a16="http://schemas.microsoft.com/office/drawing/2014/main" id="{D78651BC-020B-7F58-837A-9946644462CC}"/>
                </a:ext>
              </a:extLst>
            </p:cNvPr>
            <p:cNvSpPr/>
            <p:nvPr/>
          </p:nvSpPr>
          <p:spPr>
            <a:xfrm>
              <a:off x="7021611" y="144880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4" name="Rectangle 120">
              <a:extLst>
                <a:ext uri="{FF2B5EF4-FFF2-40B4-BE49-F238E27FC236}">
                  <a16:creationId xmlns:a16="http://schemas.microsoft.com/office/drawing/2014/main" id="{5C1D455E-665B-BAA5-840A-195FBF5D7129}"/>
                </a:ext>
              </a:extLst>
            </p:cNvPr>
            <p:cNvSpPr/>
            <p:nvPr/>
          </p:nvSpPr>
          <p:spPr>
            <a:xfrm>
              <a:off x="9694763" y="1481023"/>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5" name="Rectangle 121">
              <a:extLst>
                <a:ext uri="{FF2B5EF4-FFF2-40B4-BE49-F238E27FC236}">
                  <a16:creationId xmlns:a16="http://schemas.microsoft.com/office/drawing/2014/main" id="{BBC06F06-03A9-274C-02F4-75E95011CB46}"/>
                </a:ext>
              </a:extLst>
            </p:cNvPr>
            <p:cNvSpPr/>
            <p:nvPr/>
          </p:nvSpPr>
          <p:spPr>
            <a:xfrm>
              <a:off x="9243916"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6" name="Rectangle 122">
              <a:extLst>
                <a:ext uri="{FF2B5EF4-FFF2-40B4-BE49-F238E27FC236}">
                  <a16:creationId xmlns:a16="http://schemas.microsoft.com/office/drawing/2014/main" id="{66D4F5C9-E049-08C7-A342-25CFB356ABE7}"/>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7" name="Rectangle 123">
              <a:extLst>
                <a:ext uri="{FF2B5EF4-FFF2-40B4-BE49-F238E27FC236}">
                  <a16:creationId xmlns:a16="http://schemas.microsoft.com/office/drawing/2014/main" id="{3D46FB5C-00DD-FA94-5B6E-FDD4C6121254}"/>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8" name="Rectangle 124">
              <a:extLst>
                <a:ext uri="{FF2B5EF4-FFF2-40B4-BE49-F238E27FC236}">
                  <a16:creationId xmlns:a16="http://schemas.microsoft.com/office/drawing/2014/main" id="{3C6FFC67-C0F4-BB5E-ECA4-C9B1D4CD477E}"/>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grpSp>
      <p:grpSp>
        <p:nvGrpSpPr>
          <p:cNvPr id="129" name="Groupe 125">
            <a:extLst>
              <a:ext uri="{FF2B5EF4-FFF2-40B4-BE49-F238E27FC236}">
                <a16:creationId xmlns:a16="http://schemas.microsoft.com/office/drawing/2014/main" id="{8022A6BC-E61F-CF1C-EB5C-831F78DB7493}"/>
              </a:ext>
            </a:extLst>
          </p:cNvPr>
          <p:cNvGrpSpPr/>
          <p:nvPr/>
        </p:nvGrpSpPr>
        <p:grpSpPr>
          <a:xfrm>
            <a:off x="8784221" y="4725544"/>
            <a:ext cx="1618049" cy="1201642"/>
            <a:chOff x="4856111" y="1739195"/>
            <a:chExt cx="6696567" cy="4973195"/>
          </a:xfrm>
        </p:grpSpPr>
        <p:pic>
          <p:nvPicPr>
            <p:cNvPr id="130" name="Graphique 126" descr="Sphères de Harvey 100% avec un remplissage uni">
              <a:extLst>
                <a:ext uri="{FF2B5EF4-FFF2-40B4-BE49-F238E27FC236}">
                  <a16:creationId xmlns:a16="http://schemas.microsoft.com/office/drawing/2014/main" id="{90769DBE-9405-C80A-AE9C-A75D720BE6C3}"/>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0326" t="10344" r="10326" b="10240"/>
            <a:stretch/>
          </p:blipFill>
          <p:spPr>
            <a:xfrm>
              <a:off x="4856111" y="3574539"/>
              <a:ext cx="1792339" cy="1793874"/>
            </a:xfrm>
            <a:prstGeom prst="rect">
              <a:avLst/>
            </a:prstGeom>
          </p:spPr>
        </p:pic>
        <p:grpSp>
          <p:nvGrpSpPr>
            <p:cNvPr id="131" name="Groupe 128">
              <a:extLst>
                <a:ext uri="{FF2B5EF4-FFF2-40B4-BE49-F238E27FC236}">
                  <a16:creationId xmlns:a16="http://schemas.microsoft.com/office/drawing/2014/main" id="{49940A71-07D4-026A-5390-6C9B5F666457}"/>
                </a:ext>
              </a:extLst>
            </p:cNvPr>
            <p:cNvGrpSpPr/>
            <p:nvPr/>
          </p:nvGrpSpPr>
          <p:grpSpPr>
            <a:xfrm>
              <a:off x="8201266" y="2889716"/>
              <a:ext cx="1203959" cy="1114429"/>
              <a:chOff x="495541" y="3991241"/>
              <a:chExt cx="1203959" cy="1114429"/>
            </a:xfrm>
          </p:grpSpPr>
          <p:sp>
            <p:nvSpPr>
              <p:cNvPr id="161" name="Rectangle 195">
                <a:extLst>
                  <a:ext uri="{FF2B5EF4-FFF2-40B4-BE49-F238E27FC236}">
                    <a16:creationId xmlns:a16="http://schemas.microsoft.com/office/drawing/2014/main" id="{11A578B8-65A6-74D8-DEA6-0FB5101DF96A}"/>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162" name="Graphique 196" descr="Utilisateurs avec un remplissage uni">
                <a:extLst>
                  <a:ext uri="{FF2B5EF4-FFF2-40B4-BE49-F238E27FC236}">
                    <a16:creationId xmlns:a16="http://schemas.microsoft.com/office/drawing/2014/main" id="{0D134EE6-2592-296F-4947-F33640FB4CA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83195" y="3991241"/>
                <a:ext cx="710146" cy="710146"/>
              </a:xfrm>
              <a:prstGeom prst="rect">
                <a:avLst/>
              </a:prstGeom>
            </p:spPr>
          </p:pic>
        </p:grpSp>
        <p:grpSp>
          <p:nvGrpSpPr>
            <p:cNvPr id="132" name="Groupe 129">
              <a:extLst>
                <a:ext uri="{FF2B5EF4-FFF2-40B4-BE49-F238E27FC236}">
                  <a16:creationId xmlns:a16="http://schemas.microsoft.com/office/drawing/2014/main" id="{7768265C-2C9D-F5A7-1BE8-01DE316AB0B3}"/>
                </a:ext>
              </a:extLst>
            </p:cNvPr>
            <p:cNvGrpSpPr/>
            <p:nvPr/>
          </p:nvGrpSpPr>
          <p:grpSpPr>
            <a:xfrm>
              <a:off x="8144116" y="4080387"/>
              <a:ext cx="1203959" cy="1114429"/>
              <a:chOff x="495541" y="3991241"/>
              <a:chExt cx="1203959" cy="1114429"/>
            </a:xfrm>
            <a:solidFill>
              <a:srgbClr val="0683AA"/>
            </a:solidFill>
          </p:grpSpPr>
          <p:sp>
            <p:nvSpPr>
              <p:cNvPr id="159" name="Rectangle 193">
                <a:extLst>
                  <a:ext uri="{FF2B5EF4-FFF2-40B4-BE49-F238E27FC236}">
                    <a16:creationId xmlns:a16="http://schemas.microsoft.com/office/drawing/2014/main" id="{B195286B-D90A-4C9F-1883-E14CDEB25959}"/>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160" name="Graphique 194" descr="Utilisateurs avec un remplissage uni">
                <a:extLst>
                  <a:ext uri="{FF2B5EF4-FFF2-40B4-BE49-F238E27FC236}">
                    <a16:creationId xmlns:a16="http://schemas.microsoft.com/office/drawing/2014/main" id="{32A51C50-6742-DE9F-E158-CC34E08EDB2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83195" y="3991241"/>
                <a:ext cx="710146" cy="710146"/>
              </a:xfrm>
              <a:prstGeom prst="rect">
                <a:avLst/>
              </a:prstGeom>
            </p:spPr>
          </p:pic>
        </p:grpSp>
        <p:grpSp>
          <p:nvGrpSpPr>
            <p:cNvPr id="133" name="Groupe 130">
              <a:extLst>
                <a:ext uri="{FF2B5EF4-FFF2-40B4-BE49-F238E27FC236}">
                  <a16:creationId xmlns:a16="http://schemas.microsoft.com/office/drawing/2014/main" id="{CF32226F-FBBB-2E6D-6809-B3697655BC03}"/>
                </a:ext>
              </a:extLst>
            </p:cNvPr>
            <p:cNvGrpSpPr/>
            <p:nvPr/>
          </p:nvGrpSpPr>
          <p:grpSpPr>
            <a:xfrm>
              <a:off x="7765182" y="5459500"/>
              <a:ext cx="1203959" cy="1114429"/>
              <a:chOff x="495541" y="3991241"/>
              <a:chExt cx="1203959" cy="1114429"/>
            </a:xfrm>
          </p:grpSpPr>
          <p:sp>
            <p:nvSpPr>
              <p:cNvPr id="157" name="Rectangle 191">
                <a:extLst>
                  <a:ext uri="{FF2B5EF4-FFF2-40B4-BE49-F238E27FC236}">
                    <a16:creationId xmlns:a16="http://schemas.microsoft.com/office/drawing/2014/main" id="{B8390FBC-D3A3-5BE2-3E8B-917AAF568D08}"/>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158" name="Graphique 192" descr="Utilisateurs avec un remplissage uni">
                <a:extLst>
                  <a:ext uri="{FF2B5EF4-FFF2-40B4-BE49-F238E27FC236}">
                    <a16:creationId xmlns:a16="http://schemas.microsoft.com/office/drawing/2014/main" id="{ED66DEED-60DF-5D41-4C14-B2710198731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83195" y="3991241"/>
                <a:ext cx="710146" cy="710146"/>
              </a:xfrm>
              <a:prstGeom prst="rect">
                <a:avLst/>
              </a:prstGeom>
            </p:spPr>
          </p:pic>
        </p:grpSp>
        <p:grpSp>
          <p:nvGrpSpPr>
            <p:cNvPr id="134" name="Groupe 131">
              <a:extLst>
                <a:ext uri="{FF2B5EF4-FFF2-40B4-BE49-F238E27FC236}">
                  <a16:creationId xmlns:a16="http://schemas.microsoft.com/office/drawing/2014/main" id="{4E331B5C-C6AB-A90C-BAC8-3E954A26B0CB}"/>
                </a:ext>
              </a:extLst>
            </p:cNvPr>
            <p:cNvGrpSpPr/>
            <p:nvPr/>
          </p:nvGrpSpPr>
          <p:grpSpPr>
            <a:xfrm>
              <a:off x="10040031" y="5626122"/>
              <a:ext cx="1203959" cy="1086268"/>
              <a:chOff x="1844480" y="4004145"/>
              <a:chExt cx="1203959" cy="1086268"/>
            </a:xfrm>
          </p:grpSpPr>
          <p:sp>
            <p:nvSpPr>
              <p:cNvPr id="155" name="Rectangle 189">
                <a:extLst>
                  <a:ext uri="{FF2B5EF4-FFF2-40B4-BE49-F238E27FC236}">
                    <a16:creationId xmlns:a16="http://schemas.microsoft.com/office/drawing/2014/main" id="{16A51B98-0994-29BB-B677-5A7950A26FCA}"/>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endParaRPr>
              </a:p>
            </p:txBody>
          </p:sp>
          <p:pic>
            <p:nvPicPr>
              <p:cNvPr id="156" name="Graphique 190" descr="Utilisateurs avec un remplissage uni">
                <a:extLst>
                  <a:ext uri="{FF2B5EF4-FFF2-40B4-BE49-F238E27FC236}">
                    <a16:creationId xmlns:a16="http://schemas.microsoft.com/office/drawing/2014/main" id="{14EEA6E3-9343-42F3-5645-E5037A56B8E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091386" y="4004145"/>
                <a:ext cx="710146" cy="710146"/>
              </a:xfrm>
              <a:prstGeom prst="rect">
                <a:avLst/>
              </a:prstGeom>
            </p:spPr>
          </p:pic>
        </p:grpSp>
        <p:grpSp>
          <p:nvGrpSpPr>
            <p:cNvPr id="135" name="Groupe 132">
              <a:extLst>
                <a:ext uri="{FF2B5EF4-FFF2-40B4-BE49-F238E27FC236}">
                  <a16:creationId xmlns:a16="http://schemas.microsoft.com/office/drawing/2014/main" id="{5EC9EA3F-8916-C7FF-590B-918BFDE62973}"/>
                </a:ext>
              </a:extLst>
            </p:cNvPr>
            <p:cNvGrpSpPr/>
            <p:nvPr/>
          </p:nvGrpSpPr>
          <p:grpSpPr>
            <a:xfrm>
              <a:off x="10348719" y="4140742"/>
              <a:ext cx="1203959" cy="1086268"/>
              <a:chOff x="1844480" y="4004145"/>
              <a:chExt cx="1203959" cy="1086268"/>
            </a:xfrm>
          </p:grpSpPr>
          <p:sp>
            <p:nvSpPr>
              <p:cNvPr id="153" name="Rectangle 187">
                <a:extLst>
                  <a:ext uri="{FF2B5EF4-FFF2-40B4-BE49-F238E27FC236}">
                    <a16:creationId xmlns:a16="http://schemas.microsoft.com/office/drawing/2014/main" id="{C3B9824B-020A-1616-B9F1-8D9B4F076D6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endParaRPr>
              </a:p>
            </p:txBody>
          </p:sp>
          <p:pic>
            <p:nvPicPr>
              <p:cNvPr id="154" name="Graphique 188" descr="Utilisateurs avec un remplissage uni">
                <a:extLst>
                  <a:ext uri="{FF2B5EF4-FFF2-40B4-BE49-F238E27FC236}">
                    <a16:creationId xmlns:a16="http://schemas.microsoft.com/office/drawing/2014/main" id="{5F887433-0BBD-55D3-80C3-B3518529CCF4}"/>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091386" y="4004145"/>
                <a:ext cx="710146" cy="710146"/>
              </a:xfrm>
              <a:prstGeom prst="rect">
                <a:avLst/>
              </a:prstGeom>
            </p:spPr>
          </p:pic>
        </p:grpSp>
        <p:pic>
          <p:nvPicPr>
            <p:cNvPr id="136" name="Graphique 185" descr="Utilisateur avec un remplissage uni">
              <a:extLst>
                <a:ext uri="{FF2B5EF4-FFF2-40B4-BE49-F238E27FC236}">
                  <a16:creationId xmlns:a16="http://schemas.microsoft.com/office/drawing/2014/main" id="{11D99278-E976-E8B8-5BAA-E10409505598}"/>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7451137" y="1940358"/>
              <a:ext cx="634194" cy="634194"/>
            </a:xfrm>
            <a:prstGeom prst="rect">
              <a:avLst/>
            </a:prstGeom>
          </p:spPr>
        </p:pic>
        <p:grpSp>
          <p:nvGrpSpPr>
            <p:cNvPr id="137" name="Groupe 134">
              <a:extLst>
                <a:ext uri="{FF2B5EF4-FFF2-40B4-BE49-F238E27FC236}">
                  <a16:creationId xmlns:a16="http://schemas.microsoft.com/office/drawing/2014/main" id="{AEE3CA77-1788-54DC-B2A1-AA02A9EA619D}"/>
                </a:ext>
              </a:extLst>
            </p:cNvPr>
            <p:cNvGrpSpPr/>
            <p:nvPr/>
          </p:nvGrpSpPr>
          <p:grpSpPr>
            <a:xfrm>
              <a:off x="10058713" y="1739195"/>
              <a:ext cx="1203959" cy="1086268"/>
              <a:chOff x="1844480" y="4004145"/>
              <a:chExt cx="1203959" cy="1086268"/>
            </a:xfrm>
          </p:grpSpPr>
          <p:sp>
            <p:nvSpPr>
              <p:cNvPr id="151" name="Rectangle 150">
                <a:extLst>
                  <a:ext uri="{FF2B5EF4-FFF2-40B4-BE49-F238E27FC236}">
                    <a16:creationId xmlns:a16="http://schemas.microsoft.com/office/drawing/2014/main" id="{879E2C1F-B88C-7FFD-87FF-1DE7F04020C9}"/>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endParaRPr>
              </a:p>
            </p:txBody>
          </p:sp>
          <p:pic>
            <p:nvPicPr>
              <p:cNvPr id="152" name="Graphique 151" descr="Utilisateurs avec un remplissage uni">
                <a:extLst>
                  <a:ext uri="{FF2B5EF4-FFF2-40B4-BE49-F238E27FC236}">
                    <a16:creationId xmlns:a16="http://schemas.microsoft.com/office/drawing/2014/main" id="{FC004B9F-F90E-0166-DF81-763F7440D6D6}"/>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091386" y="4004145"/>
                <a:ext cx="710146" cy="710146"/>
              </a:xfrm>
              <a:prstGeom prst="rect">
                <a:avLst/>
              </a:prstGeom>
            </p:spPr>
          </p:pic>
        </p:grpSp>
        <p:pic>
          <p:nvPicPr>
            <p:cNvPr id="138" name="Graphique 148" descr="Utilisateur avec un remplissage uni">
              <a:extLst>
                <a:ext uri="{FF2B5EF4-FFF2-40B4-BE49-F238E27FC236}">
                  <a16:creationId xmlns:a16="http://schemas.microsoft.com/office/drawing/2014/main" id="{1D2799FE-7F26-B1DF-30FA-48FE7D4DCD47}"/>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324912" y="3254927"/>
              <a:ext cx="634194" cy="634194"/>
            </a:xfrm>
            <a:prstGeom prst="rect">
              <a:avLst/>
            </a:prstGeom>
          </p:spPr>
        </p:pic>
        <p:sp>
          <p:nvSpPr>
            <p:cNvPr id="139" name="Flèche : droite 136">
              <a:extLst>
                <a:ext uri="{FF2B5EF4-FFF2-40B4-BE49-F238E27FC236}">
                  <a16:creationId xmlns:a16="http://schemas.microsoft.com/office/drawing/2014/main" id="{A339DA29-927A-3EE1-1CB6-5D3BD1952DAF}"/>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40" name="Flèche : droite 137">
              <a:extLst>
                <a:ext uri="{FF2B5EF4-FFF2-40B4-BE49-F238E27FC236}">
                  <a16:creationId xmlns:a16="http://schemas.microsoft.com/office/drawing/2014/main" id="{E8B97260-150E-8F3F-0502-0BB61B24280F}"/>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41" name="Flèche : droite 138">
              <a:extLst>
                <a:ext uri="{FF2B5EF4-FFF2-40B4-BE49-F238E27FC236}">
                  <a16:creationId xmlns:a16="http://schemas.microsoft.com/office/drawing/2014/main" id="{6E3D7A31-6AD0-C1E5-B77F-121D1EAC998D}"/>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42" name="Flèche : droite 139">
              <a:extLst>
                <a:ext uri="{FF2B5EF4-FFF2-40B4-BE49-F238E27FC236}">
                  <a16:creationId xmlns:a16="http://schemas.microsoft.com/office/drawing/2014/main" id="{3C5E3AAC-B2F8-4C36-937E-6F4DC3E51314}"/>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43" name="Flèche : droite 140">
              <a:extLst>
                <a:ext uri="{FF2B5EF4-FFF2-40B4-BE49-F238E27FC236}">
                  <a16:creationId xmlns:a16="http://schemas.microsoft.com/office/drawing/2014/main" id="{7D373CD8-1473-93CF-2B5C-061F8935E8CA}"/>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44" name="Flèche : droite 141">
              <a:extLst>
                <a:ext uri="{FF2B5EF4-FFF2-40B4-BE49-F238E27FC236}">
                  <a16:creationId xmlns:a16="http://schemas.microsoft.com/office/drawing/2014/main" id="{13693C75-2CCF-402F-903C-35E59F20E4DE}"/>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sp>
          <p:nvSpPr>
            <p:cNvPr id="145" name="Flèche : droite 142">
              <a:extLst>
                <a:ext uri="{FF2B5EF4-FFF2-40B4-BE49-F238E27FC236}">
                  <a16:creationId xmlns:a16="http://schemas.microsoft.com/office/drawing/2014/main" id="{763938C2-106A-262E-FD2F-C35668F588ED}"/>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sp>
          <p:nvSpPr>
            <p:cNvPr id="146" name="Flèche : droite 143">
              <a:extLst>
                <a:ext uri="{FF2B5EF4-FFF2-40B4-BE49-F238E27FC236}">
                  <a16:creationId xmlns:a16="http://schemas.microsoft.com/office/drawing/2014/main" id="{F3EBA0EC-F73A-276E-3601-210FCD8FB5A0}"/>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sp>
          <p:nvSpPr>
            <p:cNvPr id="147" name="Flèche : droite 144">
              <a:extLst>
                <a:ext uri="{FF2B5EF4-FFF2-40B4-BE49-F238E27FC236}">
                  <a16:creationId xmlns:a16="http://schemas.microsoft.com/office/drawing/2014/main" id="{D60F92A6-37FA-11BD-AF0B-677D7B0EE93F}"/>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pic>
          <p:nvPicPr>
            <p:cNvPr id="148" name="Graphique 145" descr="Utilisateur avec un remplissage uni">
              <a:extLst>
                <a:ext uri="{FF2B5EF4-FFF2-40B4-BE49-F238E27FC236}">
                  <a16:creationId xmlns:a16="http://schemas.microsoft.com/office/drawing/2014/main" id="{16D1ADBB-CA48-DC16-3C4F-6D395F2311B7}"/>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199066" y="3752255"/>
              <a:ext cx="410445" cy="410445"/>
            </a:xfrm>
            <a:prstGeom prst="rect">
              <a:avLst/>
            </a:prstGeom>
          </p:spPr>
        </p:pic>
        <p:pic>
          <p:nvPicPr>
            <p:cNvPr id="149" name="Graphique 146" descr="Utilisateur avec un remplissage uni">
              <a:extLst>
                <a:ext uri="{FF2B5EF4-FFF2-40B4-BE49-F238E27FC236}">
                  <a16:creationId xmlns:a16="http://schemas.microsoft.com/office/drawing/2014/main" id="{9DF3837A-2D01-6677-E64D-50D1B3EECC24}"/>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7997464" y="4944818"/>
              <a:ext cx="410445" cy="410445"/>
            </a:xfrm>
            <a:prstGeom prst="rect">
              <a:avLst/>
            </a:prstGeom>
          </p:spPr>
        </p:pic>
        <p:pic>
          <p:nvPicPr>
            <p:cNvPr id="150" name="Graphique 147" descr="Utilisateur avec un remplissage uni">
              <a:extLst>
                <a:ext uri="{FF2B5EF4-FFF2-40B4-BE49-F238E27FC236}">
                  <a16:creationId xmlns:a16="http://schemas.microsoft.com/office/drawing/2014/main" id="{3915C83A-5878-57BD-2111-A5AB0FF2F1E1}"/>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0985327" y="2533953"/>
              <a:ext cx="410445" cy="410445"/>
            </a:xfrm>
            <a:prstGeom prst="rect">
              <a:avLst/>
            </a:prstGeom>
          </p:spPr>
        </p:pic>
      </p:grpSp>
      <p:grpSp>
        <p:nvGrpSpPr>
          <p:cNvPr id="163" name="Groupe 2">
            <a:extLst>
              <a:ext uri="{FF2B5EF4-FFF2-40B4-BE49-F238E27FC236}">
                <a16:creationId xmlns:a16="http://schemas.microsoft.com/office/drawing/2014/main" id="{6A4560E9-B6BA-159F-D5B1-9D9C95615CE7}"/>
              </a:ext>
            </a:extLst>
          </p:cNvPr>
          <p:cNvGrpSpPr/>
          <p:nvPr/>
        </p:nvGrpSpPr>
        <p:grpSpPr>
          <a:xfrm>
            <a:off x="10719416" y="116741"/>
            <a:ext cx="1423632" cy="1509929"/>
            <a:chOff x="6900539" y="986484"/>
            <a:chExt cx="5204718" cy="5520217"/>
          </a:xfrm>
        </p:grpSpPr>
        <p:sp>
          <p:nvSpPr>
            <p:cNvPr id="164" name="Rectangle 186">
              <a:extLst>
                <a:ext uri="{FF2B5EF4-FFF2-40B4-BE49-F238E27FC236}">
                  <a16:creationId xmlns:a16="http://schemas.microsoft.com/office/drawing/2014/main" id="{27DAB614-8AB3-67D4-9886-FA783A97EE40}"/>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Root Motivation</a:t>
              </a:r>
            </a:p>
          </p:txBody>
        </p:sp>
        <p:sp>
          <p:nvSpPr>
            <p:cNvPr id="165" name="Rectangle 197">
              <a:extLst>
                <a:ext uri="{FF2B5EF4-FFF2-40B4-BE49-F238E27FC236}">
                  <a16:creationId xmlns:a16="http://schemas.microsoft.com/office/drawing/2014/main" id="{87EDA901-DD29-0A65-7821-CA10D5586DB2}"/>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166" name="Rectangle 198">
              <a:extLst>
                <a:ext uri="{FF2B5EF4-FFF2-40B4-BE49-F238E27FC236}">
                  <a16:creationId xmlns:a16="http://schemas.microsoft.com/office/drawing/2014/main" id="{690F4E44-A564-AE28-5C76-D33F9EAF323D}"/>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sp>
          <p:nvSpPr>
            <p:cNvPr id="167" name="Rectangle 199">
              <a:extLst>
                <a:ext uri="{FF2B5EF4-FFF2-40B4-BE49-F238E27FC236}">
                  <a16:creationId xmlns:a16="http://schemas.microsoft.com/office/drawing/2014/main" id="{4927F080-E24C-156E-FFA5-F9C55C9FE0D8}"/>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Motivation</a:t>
              </a:r>
            </a:p>
          </p:txBody>
        </p:sp>
        <p:sp>
          <p:nvSpPr>
            <p:cNvPr id="168" name="Rectangle 200">
              <a:extLst>
                <a:ext uri="{FF2B5EF4-FFF2-40B4-BE49-F238E27FC236}">
                  <a16:creationId xmlns:a16="http://schemas.microsoft.com/office/drawing/2014/main" id="{F0C7BF5B-F9BE-C16C-D4BD-2EF6A07C37CA}"/>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169" name="Rectangle 201">
              <a:extLst>
                <a:ext uri="{FF2B5EF4-FFF2-40B4-BE49-F238E27FC236}">
                  <a16:creationId xmlns:a16="http://schemas.microsoft.com/office/drawing/2014/main" id="{BD6C64B8-D54B-F224-B2B3-B33A51860DE7}"/>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170" name="Rectangle 202">
              <a:extLst>
                <a:ext uri="{FF2B5EF4-FFF2-40B4-BE49-F238E27FC236}">
                  <a16:creationId xmlns:a16="http://schemas.microsoft.com/office/drawing/2014/main" id="{F89AD5D9-8594-2C2C-4070-ABEC0B43EA01}"/>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171" name="Rectangle 203">
              <a:extLst>
                <a:ext uri="{FF2B5EF4-FFF2-40B4-BE49-F238E27FC236}">
                  <a16:creationId xmlns:a16="http://schemas.microsoft.com/office/drawing/2014/main" id="{C3CD4848-4FDE-1842-D8F1-F99DB5AF9B13}"/>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Motivation</a:t>
              </a:r>
            </a:p>
          </p:txBody>
        </p:sp>
        <p:sp>
          <p:nvSpPr>
            <p:cNvPr id="172" name="Rectangle 204">
              <a:extLst>
                <a:ext uri="{FF2B5EF4-FFF2-40B4-BE49-F238E27FC236}">
                  <a16:creationId xmlns:a16="http://schemas.microsoft.com/office/drawing/2014/main" id="{B26CB7A3-96F9-1FBF-2BDC-E575E64FF5FD}"/>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173" name="Rectangle 205">
              <a:extLst>
                <a:ext uri="{FF2B5EF4-FFF2-40B4-BE49-F238E27FC236}">
                  <a16:creationId xmlns:a16="http://schemas.microsoft.com/office/drawing/2014/main" id="{2A92C27A-3A2A-4366-D238-6A5A4BCBD05D}"/>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sp>
          <p:nvSpPr>
            <p:cNvPr id="174" name="Rectangle 206">
              <a:extLst>
                <a:ext uri="{FF2B5EF4-FFF2-40B4-BE49-F238E27FC236}">
                  <a16:creationId xmlns:a16="http://schemas.microsoft.com/office/drawing/2014/main" id="{F79BC88B-60F5-5379-38F2-6AD127B34727}"/>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sp>
          <p:nvSpPr>
            <p:cNvPr id="175" name="Rectangle 207">
              <a:extLst>
                <a:ext uri="{FF2B5EF4-FFF2-40B4-BE49-F238E27FC236}">
                  <a16:creationId xmlns:a16="http://schemas.microsoft.com/office/drawing/2014/main" id="{4C23D5A0-FC51-16AC-CBC2-B8357DF12EAA}"/>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Motivation</a:t>
              </a:r>
            </a:p>
          </p:txBody>
        </p:sp>
        <p:sp>
          <p:nvSpPr>
            <p:cNvPr id="176" name="Rectangle 208">
              <a:extLst>
                <a:ext uri="{FF2B5EF4-FFF2-40B4-BE49-F238E27FC236}">
                  <a16:creationId xmlns:a16="http://schemas.microsoft.com/office/drawing/2014/main" id="{526B97DD-3DEF-783F-D11A-4D41B5B204FC}"/>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cxnSp>
          <p:nvCxnSpPr>
            <p:cNvPr id="177" name="Connecteur droit avec flèche 209">
              <a:extLst>
                <a:ext uri="{FF2B5EF4-FFF2-40B4-BE49-F238E27FC236}">
                  <a16:creationId xmlns:a16="http://schemas.microsoft.com/office/drawing/2014/main" id="{C2DB1177-361D-3F5A-8007-18F893B9C3AA}"/>
                </a:ext>
              </a:extLst>
            </p:cNvPr>
            <p:cNvCxnSpPr>
              <a:cxnSpLocks/>
              <a:endCxn id="166"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78" name="Connecteur droit avec flèche 210">
              <a:extLst>
                <a:ext uri="{FF2B5EF4-FFF2-40B4-BE49-F238E27FC236}">
                  <a16:creationId xmlns:a16="http://schemas.microsoft.com/office/drawing/2014/main" id="{D4CE1CF7-BAFE-B14D-E41D-7DD091893814}"/>
                </a:ext>
              </a:extLst>
            </p:cNvPr>
            <p:cNvCxnSpPr>
              <a:cxnSpLocks/>
              <a:stCxn id="164"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79" name="Connecteur droit avec flèche 211">
              <a:extLst>
                <a:ext uri="{FF2B5EF4-FFF2-40B4-BE49-F238E27FC236}">
                  <a16:creationId xmlns:a16="http://schemas.microsoft.com/office/drawing/2014/main" id="{E538F037-9587-9620-F790-B715038E3584}"/>
                </a:ext>
              </a:extLst>
            </p:cNvPr>
            <p:cNvCxnSpPr>
              <a:cxnSpLocks/>
              <a:stCxn id="164" idx="0"/>
              <a:endCxn id="168"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80" name="Connecteur droit avec flèche 212">
              <a:extLst>
                <a:ext uri="{FF2B5EF4-FFF2-40B4-BE49-F238E27FC236}">
                  <a16:creationId xmlns:a16="http://schemas.microsoft.com/office/drawing/2014/main" id="{3CCFFD01-9264-F4CD-0C2C-BC21843E39BC}"/>
                </a:ext>
              </a:extLst>
            </p:cNvPr>
            <p:cNvCxnSpPr>
              <a:cxnSpLocks/>
              <a:stCxn id="164" idx="0"/>
              <a:endCxn id="169"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81" name="Connecteur droit avec flèche 213">
              <a:extLst>
                <a:ext uri="{FF2B5EF4-FFF2-40B4-BE49-F238E27FC236}">
                  <a16:creationId xmlns:a16="http://schemas.microsoft.com/office/drawing/2014/main" id="{D275E6FF-C176-8220-BAE5-218D33E3769F}"/>
                </a:ext>
              </a:extLst>
            </p:cNvPr>
            <p:cNvCxnSpPr>
              <a:cxnSpLocks/>
              <a:stCxn id="169" idx="0"/>
              <a:endCxn id="176"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82" name="Connecteur droit avec flèche 214">
              <a:extLst>
                <a:ext uri="{FF2B5EF4-FFF2-40B4-BE49-F238E27FC236}">
                  <a16:creationId xmlns:a16="http://schemas.microsoft.com/office/drawing/2014/main" id="{F01010B5-D7FF-5299-A66E-C86267B5B685}"/>
                </a:ext>
              </a:extLst>
            </p:cNvPr>
            <p:cNvCxnSpPr>
              <a:cxnSpLocks/>
              <a:stCxn id="166" idx="0"/>
              <a:endCxn id="167"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83" name="Connecteur droit avec flèche 215">
              <a:extLst>
                <a:ext uri="{FF2B5EF4-FFF2-40B4-BE49-F238E27FC236}">
                  <a16:creationId xmlns:a16="http://schemas.microsoft.com/office/drawing/2014/main" id="{F4A346CB-41AC-D738-8EB8-AEE8E14A7B5E}"/>
                </a:ext>
              </a:extLst>
            </p:cNvPr>
            <p:cNvCxnSpPr>
              <a:cxnSpLocks/>
              <a:stCxn id="167" idx="0"/>
              <a:endCxn id="170"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84" name="Connecteur droit avec flèche 216">
              <a:extLst>
                <a:ext uri="{FF2B5EF4-FFF2-40B4-BE49-F238E27FC236}">
                  <a16:creationId xmlns:a16="http://schemas.microsoft.com/office/drawing/2014/main" id="{92E66F67-8FD1-3998-DB2A-C6008618CBCE}"/>
                </a:ext>
              </a:extLst>
            </p:cNvPr>
            <p:cNvCxnSpPr>
              <a:cxnSpLocks/>
              <a:stCxn id="170" idx="0"/>
              <a:endCxn id="171"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85" name="Connecteur droit avec flèche 217">
              <a:extLst>
                <a:ext uri="{FF2B5EF4-FFF2-40B4-BE49-F238E27FC236}">
                  <a16:creationId xmlns:a16="http://schemas.microsoft.com/office/drawing/2014/main" id="{E703E76B-3B4A-1BC7-21BC-429D2B5E88B0}"/>
                </a:ext>
              </a:extLst>
            </p:cNvPr>
            <p:cNvCxnSpPr>
              <a:cxnSpLocks/>
              <a:stCxn id="171" idx="0"/>
              <a:endCxn id="194"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86" name="Connecteur droit avec flèche 218">
              <a:extLst>
                <a:ext uri="{FF2B5EF4-FFF2-40B4-BE49-F238E27FC236}">
                  <a16:creationId xmlns:a16="http://schemas.microsoft.com/office/drawing/2014/main" id="{3BCC32BE-AB5E-A836-B90E-F50667FA3B19}"/>
                </a:ext>
              </a:extLst>
            </p:cNvPr>
            <p:cNvCxnSpPr>
              <a:cxnSpLocks/>
              <a:stCxn id="167" idx="0"/>
              <a:endCxn id="172"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87" name="Connecteur droit avec flèche 219">
              <a:extLst>
                <a:ext uri="{FF2B5EF4-FFF2-40B4-BE49-F238E27FC236}">
                  <a16:creationId xmlns:a16="http://schemas.microsoft.com/office/drawing/2014/main" id="{9E1CBA0E-5CF5-B1D9-8617-E3AD5194100E}"/>
                </a:ext>
              </a:extLst>
            </p:cNvPr>
            <p:cNvCxnSpPr>
              <a:cxnSpLocks/>
              <a:stCxn id="172" idx="0"/>
              <a:endCxn id="173"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88" name="Connecteur droit avec flèche 220">
              <a:extLst>
                <a:ext uri="{FF2B5EF4-FFF2-40B4-BE49-F238E27FC236}">
                  <a16:creationId xmlns:a16="http://schemas.microsoft.com/office/drawing/2014/main" id="{C2790A54-0544-E6A9-3C09-E15F86568279}"/>
                </a:ext>
              </a:extLst>
            </p:cNvPr>
            <p:cNvCxnSpPr>
              <a:cxnSpLocks/>
              <a:stCxn id="173" idx="0"/>
              <a:endCxn id="174"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89" name="Connecteur droit avec flèche 221">
              <a:extLst>
                <a:ext uri="{FF2B5EF4-FFF2-40B4-BE49-F238E27FC236}">
                  <a16:creationId xmlns:a16="http://schemas.microsoft.com/office/drawing/2014/main" id="{36A12DF6-5E5B-0121-1881-C89B8F0173FD}"/>
                </a:ext>
              </a:extLst>
            </p:cNvPr>
            <p:cNvCxnSpPr>
              <a:cxnSpLocks/>
              <a:stCxn id="174" idx="0"/>
              <a:endCxn id="175"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190" name="Rectangle 222">
              <a:extLst>
                <a:ext uri="{FF2B5EF4-FFF2-40B4-BE49-F238E27FC236}">
                  <a16:creationId xmlns:a16="http://schemas.microsoft.com/office/drawing/2014/main" id="{F8C2A6ED-1386-8BF2-B626-46D20B80116C}"/>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cxnSp>
          <p:nvCxnSpPr>
            <p:cNvPr id="191" name="Connecteur droit avec flèche 223">
              <a:extLst>
                <a:ext uri="{FF2B5EF4-FFF2-40B4-BE49-F238E27FC236}">
                  <a16:creationId xmlns:a16="http://schemas.microsoft.com/office/drawing/2014/main" id="{BB7427D3-3C5F-D846-45BD-F0F4252304BF}"/>
                </a:ext>
              </a:extLst>
            </p:cNvPr>
            <p:cNvCxnSpPr>
              <a:cxnSpLocks/>
              <a:stCxn id="172" idx="0"/>
              <a:endCxn id="190"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192" name="Rectangle 224">
              <a:extLst>
                <a:ext uri="{FF2B5EF4-FFF2-40B4-BE49-F238E27FC236}">
                  <a16:creationId xmlns:a16="http://schemas.microsoft.com/office/drawing/2014/main" id="{45FFC4B8-78FE-826E-3B16-29DAB295F488}"/>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Motivation</a:t>
              </a:r>
            </a:p>
          </p:txBody>
        </p:sp>
        <p:cxnSp>
          <p:nvCxnSpPr>
            <p:cNvPr id="193" name="Connecteur droit avec flèche 225">
              <a:extLst>
                <a:ext uri="{FF2B5EF4-FFF2-40B4-BE49-F238E27FC236}">
                  <a16:creationId xmlns:a16="http://schemas.microsoft.com/office/drawing/2014/main" id="{CE53949C-7A1A-BB53-27C3-7D6FF4F2CA29}"/>
                </a:ext>
              </a:extLst>
            </p:cNvPr>
            <p:cNvCxnSpPr>
              <a:cxnSpLocks/>
              <a:stCxn id="166" idx="0"/>
              <a:endCxn id="192"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194" name="Rectangle 226">
              <a:extLst>
                <a:ext uri="{FF2B5EF4-FFF2-40B4-BE49-F238E27FC236}">
                  <a16:creationId xmlns:a16="http://schemas.microsoft.com/office/drawing/2014/main" id="{DA78933E-6370-94AD-6F23-C1C206DEEA0B}"/>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grpSp>
      <p:pic>
        <p:nvPicPr>
          <p:cNvPr id="195" name="Graphique 227" descr="Poumons avec un remplissage uni">
            <a:extLst>
              <a:ext uri="{FF2B5EF4-FFF2-40B4-BE49-F238E27FC236}">
                <a16:creationId xmlns:a16="http://schemas.microsoft.com/office/drawing/2014/main" id="{1F9452E3-09BA-96C3-EFF5-B5190180B895}"/>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t="16884"/>
          <a:stretch/>
        </p:blipFill>
        <p:spPr>
          <a:xfrm>
            <a:off x="10925950" y="2951647"/>
            <a:ext cx="730448" cy="607118"/>
          </a:xfrm>
          <a:prstGeom prst="rect">
            <a:avLst/>
          </a:prstGeom>
        </p:spPr>
      </p:pic>
    </p:spTree>
    <p:extLst>
      <p:ext uri="{BB962C8B-B14F-4D97-AF65-F5344CB8AC3E}">
        <p14:creationId xmlns:p14="http://schemas.microsoft.com/office/powerpoint/2010/main" val="303844362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Graphique 30" descr="Femme avec bras prothétique">
            <a:extLst>
              <a:ext uri="{FF2B5EF4-FFF2-40B4-BE49-F238E27FC236}">
                <a16:creationId xmlns:a16="http://schemas.microsoft.com/office/drawing/2014/main" id="{76F30985-E7BA-4A7D-B574-D6B94F0FE3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6782321" y="3983309"/>
            <a:ext cx="1022969" cy="1092860"/>
          </a:xfrm>
          <a:prstGeom prst="rect">
            <a:avLst/>
          </a:prstGeom>
        </p:spPr>
      </p:pic>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p:txBody>
          <a:bodyPr>
            <a:normAutofit/>
          </a:bodyPr>
          <a:lstStyle/>
          <a:p>
            <a:r>
              <a:rPr lang="en-US" sz="4000" dirty="0"/>
              <a:t>Level 1 : Community WHYS in a Nutshell</a:t>
            </a:r>
          </a:p>
        </p:txBody>
      </p:sp>
      <p:pic>
        <p:nvPicPr>
          <p:cNvPr id="12" name="Espace réservé pour une image  11">
            <a:extLst>
              <a:ext uri="{FF2B5EF4-FFF2-40B4-BE49-F238E27FC236}">
                <a16:creationId xmlns:a16="http://schemas.microsoft.com/office/drawing/2014/main" id="{983BADE5-F342-499E-8E0F-B9550C3DD310}"/>
              </a:ext>
            </a:extLst>
          </p:cNvPr>
          <p:cNvPicPr>
            <a:picLocks noGrp="1" noChangeAspect="1"/>
          </p:cNvPicPr>
          <p:nvPr>
            <p:ph type="pic" sz="quarter" idx="13"/>
          </p:nvPr>
        </p:nvPicPr>
        <p:blipFill rotWithShape="1">
          <a:blip r:embed="rId4">
            <a:extLst>
              <a:ext uri="{28A0092B-C50C-407E-A947-70E740481C1C}">
                <a14:useLocalDpi xmlns:a14="http://schemas.microsoft.com/office/drawing/2010/main" val="0"/>
              </a:ext>
            </a:extLst>
          </a:blip>
          <a:srcRect l="-2370" r="1975"/>
          <a:stretch/>
        </p:blipFill>
        <p:spPr>
          <a:xfrm>
            <a:off x="655290" y="1862686"/>
            <a:ext cx="3256803" cy="1474016"/>
          </a:xfrm>
        </p:spPr>
      </p:pic>
      <p:pic>
        <p:nvPicPr>
          <p:cNvPr id="14" name="Espace réservé pour une image  13">
            <a:extLst>
              <a:ext uri="{FF2B5EF4-FFF2-40B4-BE49-F238E27FC236}">
                <a16:creationId xmlns:a16="http://schemas.microsoft.com/office/drawing/2014/main" id="{5A779619-FBCF-4594-83C1-5C590AFF4656}"/>
              </a:ext>
            </a:extLst>
          </p:cNvPr>
          <p:cNvPicPr>
            <a:picLocks noGrp="1" noChangeAspect="1"/>
          </p:cNvPicPr>
          <p:nvPr>
            <p:ph type="pic" sz="quarter" idx="14"/>
          </p:nvPr>
        </p:nvPicPr>
        <p:blipFill rotWithShape="1">
          <a:blip r:embed="rId5">
            <a:extLst>
              <a:ext uri="{28A0092B-C50C-407E-A947-70E740481C1C}">
                <a14:useLocalDpi xmlns:a14="http://schemas.microsoft.com/office/drawing/2010/main" val="0"/>
              </a:ext>
            </a:extLst>
          </a:blip>
          <a:srcRect l="-351" r="59"/>
          <a:stretch/>
        </p:blipFill>
        <p:spPr>
          <a:xfrm>
            <a:off x="4648218" y="1980268"/>
            <a:ext cx="2912131" cy="1356434"/>
          </a:xfrm>
        </p:spPr>
      </p:pic>
      <p:pic>
        <p:nvPicPr>
          <p:cNvPr id="16" name="Espace réservé pour une image  15">
            <a:extLst>
              <a:ext uri="{FF2B5EF4-FFF2-40B4-BE49-F238E27FC236}">
                <a16:creationId xmlns:a16="http://schemas.microsoft.com/office/drawing/2014/main" id="{4549714A-6116-4F75-97F7-7D922FF4BABE}"/>
              </a:ext>
            </a:extLst>
          </p:cNvPr>
          <p:cNvPicPr>
            <a:picLocks noGrp="1" noChangeAspect="1"/>
          </p:cNvPicPr>
          <p:nvPr>
            <p:ph type="pic" sz="quarter" idx="15"/>
          </p:nvPr>
        </p:nvPicPr>
        <p:blipFill rotWithShape="1">
          <a:blip r:embed="rId6">
            <a:extLst>
              <a:ext uri="{28A0092B-C50C-407E-A947-70E740481C1C}">
                <a14:useLocalDpi xmlns:a14="http://schemas.microsoft.com/office/drawing/2010/main" val="0"/>
              </a:ext>
            </a:extLst>
          </a:blip>
          <a:srcRect l="-1136" r="665"/>
          <a:stretch/>
        </p:blipFill>
        <p:spPr>
          <a:xfrm>
            <a:off x="8239590" y="1980268"/>
            <a:ext cx="3098307" cy="1401722"/>
          </a:xfrm>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a:xfrm>
            <a:off x="854104" y="5461000"/>
            <a:ext cx="3402012" cy="574675"/>
          </a:xfrm>
        </p:spPr>
        <p:txBody>
          <a:bodyPr/>
          <a:lstStyle/>
          <a:p>
            <a:r>
              <a:rPr lang="en-US" sz="1200" dirty="0"/>
              <a:t>1. Among the different ways (sub-workshops) to prepare a Community, choose one that fits best the participants intention</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a:xfrm>
            <a:off x="4403278" y="5461000"/>
            <a:ext cx="3402012" cy="574675"/>
          </a:xfrm>
        </p:spPr>
        <p:txBody>
          <a:bodyPr/>
          <a:lstStyle/>
          <a:p>
            <a:r>
              <a:rPr lang="en-US" sz="1200" dirty="0"/>
              <a:t>2. Use the canvas (or the simplified version), to share between participants</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p:txBody>
          <a:bodyPr/>
          <a:lstStyle/>
          <a:p>
            <a:r>
              <a:rPr lang="en-US" sz="1200" dirty="0"/>
              <a:t>3. You can follow-up by doing another sub-workshop  (can also be done in small groups) or decide it is enough to start planning the launch</a:t>
            </a:r>
          </a:p>
        </p:txBody>
      </p:sp>
      <p:pic>
        <p:nvPicPr>
          <p:cNvPr id="4" name="Graphique 3" descr="Homme avec un remplissage uni">
            <a:extLst>
              <a:ext uri="{FF2B5EF4-FFF2-40B4-BE49-F238E27FC236}">
                <a16:creationId xmlns:a16="http://schemas.microsoft.com/office/drawing/2014/main" id="{64A36C4C-D4B7-4279-953B-9930E54F0B11}"/>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759" b="1"/>
          <a:stretch/>
        </p:blipFill>
        <p:spPr>
          <a:xfrm>
            <a:off x="10929622" y="694941"/>
            <a:ext cx="848356" cy="841919"/>
          </a:xfrm>
          <a:prstGeom prst="rect">
            <a:avLst/>
          </a:prstGeom>
        </p:spPr>
      </p:pic>
      <p:sp>
        <p:nvSpPr>
          <p:cNvPr id="5" name="Bulle narrative : ronde 4">
            <a:extLst>
              <a:ext uri="{FF2B5EF4-FFF2-40B4-BE49-F238E27FC236}">
                <a16:creationId xmlns:a16="http://schemas.microsoft.com/office/drawing/2014/main" id="{9B8DB8F1-89C6-441B-99AE-E4A1D33D057D}"/>
              </a:ext>
            </a:extLst>
          </p:cNvPr>
          <p:cNvSpPr/>
          <p:nvPr/>
        </p:nvSpPr>
        <p:spPr>
          <a:xfrm>
            <a:off x="9234684" y="365125"/>
            <a:ext cx="1422360" cy="932108"/>
          </a:xfrm>
          <a:prstGeom prst="wedgeEllipseCallout">
            <a:avLst>
              <a:gd name="adj1" fmla="val 85896"/>
              <a:gd name="adj2" fmla="val 53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To get a very quick idea in 3 pictures and 3 descriptions</a:t>
            </a:r>
          </a:p>
        </p:txBody>
      </p:sp>
      <p:pic>
        <p:nvPicPr>
          <p:cNvPr id="18" name="Graphique 17" descr="Personne portant un masque">
            <a:extLst>
              <a:ext uri="{FF2B5EF4-FFF2-40B4-BE49-F238E27FC236}">
                <a16:creationId xmlns:a16="http://schemas.microsoft.com/office/drawing/2014/main" id="{74B429C2-6BAA-401F-BC5B-CEA83EB5FCA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flipH="1">
            <a:off x="2370338" y="3597334"/>
            <a:ext cx="980744" cy="1341259"/>
          </a:xfrm>
          <a:prstGeom prst="rect">
            <a:avLst/>
          </a:prstGeom>
        </p:spPr>
      </p:pic>
      <p:pic>
        <p:nvPicPr>
          <p:cNvPr id="22" name="Graphique 21" descr="Femme aux cheveux bouclés qui lève la main">
            <a:extLst>
              <a:ext uri="{FF2B5EF4-FFF2-40B4-BE49-F238E27FC236}">
                <a16:creationId xmlns:a16="http://schemas.microsoft.com/office/drawing/2014/main" id="{9E535040-BADD-457D-9E77-8C2D08A10FE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3085383" y="3986882"/>
            <a:ext cx="980742" cy="1235020"/>
          </a:xfrm>
          <a:prstGeom prst="rect">
            <a:avLst/>
          </a:prstGeom>
        </p:spPr>
      </p:pic>
      <p:pic>
        <p:nvPicPr>
          <p:cNvPr id="24" name="Graphique 23" descr="Femme avec bras prothétique">
            <a:extLst>
              <a:ext uri="{FF2B5EF4-FFF2-40B4-BE49-F238E27FC236}">
                <a16:creationId xmlns:a16="http://schemas.microsoft.com/office/drawing/2014/main" id="{CE39557E-6F85-45DA-AB1E-346A8FB26A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5290" y="3508700"/>
            <a:ext cx="1536420" cy="1613241"/>
          </a:xfrm>
          <a:prstGeom prst="rect">
            <a:avLst/>
          </a:prstGeom>
        </p:spPr>
      </p:pic>
      <p:pic>
        <p:nvPicPr>
          <p:cNvPr id="25" name="Graphique 24" descr="Homme barbu en peignoir">
            <a:extLst>
              <a:ext uri="{FF2B5EF4-FFF2-40B4-BE49-F238E27FC236}">
                <a16:creationId xmlns:a16="http://schemas.microsoft.com/office/drawing/2014/main" id="{B774CE6D-542E-4F20-BC98-2F1D47336CA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flipH="1">
            <a:off x="2677881" y="4171583"/>
            <a:ext cx="980743" cy="1168621"/>
          </a:xfrm>
          <a:prstGeom prst="rect">
            <a:avLst/>
          </a:prstGeom>
        </p:spPr>
      </p:pic>
      <p:pic>
        <p:nvPicPr>
          <p:cNvPr id="26" name="Graphique 25" descr="Femme aux cheveux bouclés qui lève la main">
            <a:extLst>
              <a:ext uri="{FF2B5EF4-FFF2-40B4-BE49-F238E27FC236}">
                <a16:creationId xmlns:a16="http://schemas.microsoft.com/office/drawing/2014/main" id="{371EC5E0-FE16-4B44-9189-CFA6BBF9F82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729979" y="3661842"/>
            <a:ext cx="1170531" cy="1474017"/>
          </a:xfrm>
          <a:prstGeom prst="rect">
            <a:avLst/>
          </a:prstGeom>
        </p:spPr>
      </p:pic>
      <p:sp>
        <p:nvSpPr>
          <p:cNvPr id="28" name="Rectangle 27">
            <a:extLst>
              <a:ext uri="{FF2B5EF4-FFF2-40B4-BE49-F238E27FC236}">
                <a16:creationId xmlns:a16="http://schemas.microsoft.com/office/drawing/2014/main" id="{56D60CEA-12A3-4A63-9EE9-3CF5246C78B3}"/>
              </a:ext>
            </a:extLst>
          </p:cNvPr>
          <p:cNvSpPr/>
          <p:nvPr/>
        </p:nvSpPr>
        <p:spPr>
          <a:xfrm>
            <a:off x="5697158" y="3864031"/>
            <a:ext cx="618191" cy="52685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Lorem Ipsum</a:t>
            </a:r>
          </a:p>
        </p:txBody>
      </p:sp>
      <p:pic>
        <p:nvPicPr>
          <p:cNvPr id="30" name="Graphique 29" descr="Homme barbu en peignoir">
            <a:extLst>
              <a:ext uri="{FF2B5EF4-FFF2-40B4-BE49-F238E27FC236}">
                <a16:creationId xmlns:a16="http://schemas.microsoft.com/office/drawing/2014/main" id="{1D59C1AC-663F-40AD-ABFA-DE034708868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flipH="1">
            <a:off x="6404496" y="3731009"/>
            <a:ext cx="980743" cy="1168621"/>
          </a:xfrm>
          <a:prstGeom prst="rect">
            <a:avLst/>
          </a:prstGeom>
        </p:spPr>
      </p:pic>
      <p:pic>
        <p:nvPicPr>
          <p:cNvPr id="29" name="Graphique 28" descr="Personne portant un masque">
            <a:extLst>
              <a:ext uri="{FF2B5EF4-FFF2-40B4-BE49-F238E27FC236}">
                <a16:creationId xmlns:a16="http://schemas.microsoft.com/office/drawing/2014/main" id="{AD413A4B-7EEA-4F15-B18B-C6D3AD2A2E2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flipH="1">
            <a:off x="6404496" y="4267963"/>
            <a:ext cx="885664" cy="1211228"/>
          </a:xfrm>
          <a:prstGeom prst="rect">
            <a:avLst/>
          </a:prstGeom>
        </p:spPr>
      </p:pic>
      <p:pic>
        <p:nvPicPr>
          <p:cNvPr id="32" name="Graphique 31" descr="Femme avec bras prothétique">
            <a:extLst>
              <a:ext uri="{FF2B5EF4-FFF2-40B4-BE49-F238E27FC236}">
                <a16:creationId xmlns:a16="http://schemas.microsoft.com/office/drawing/2014/main" id="{644E731E-003B-441E-BD43-3F6FBC7E2A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8881" y="3522618"/>
            <a:ext cx="1536420" cy="1613241"/>
          </a:xfrm>
          <a:prstGeom prst="rect">
            <a:avLst/>
          </a:prstGeom>
        </p:spPr>
      </p:pic>
      <p:pic>
        <p:nvPicPr>
          <p:cNvPr id="33" name="Graphique 32" descr="Personne portant un masque">
            <a:extLst>
              <a:ext uri="{FF2B5EF4-FFF2-40B4-BE49-F238E27FC236}">
                <a16:creationId xmlns:a16="http://schemas.microsoft.com/office/drawing/2014/main" id="{68A4ED37-3D08-4050-B367-D4F033DAE16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flipH="1">
            <a:off x="9658013" y="3529747"/>
            <a:ext cx="980744" cy="1341259"/>
          </a:xfrm>
          <a:prstGeom prst="rect">
            <a:avLst/>
          </a:prstGeom>
        </p:spPr>
      </p:pic>
      <p:pic>
        <p:nvPicPr>
          <p:cNvPr id="34" name="Graphique 33" descr="Femme aux cheveux bouclés qui lève la main">
            <a:extLst>
              <a:ext uri="{FF2B5EF4-FFF2-40B4-BE49-F238E27FC236}">
                <a16:creationId xmlns:a16="http://schemas.microsoft.com/office/drawing/2014/main" id="{FA65E1A0-D8E4-43AF-B57B-30E3792DF82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10373058" y="3919295"/>
            <a:ext cx="980742" cy="1235020"/>
          </a:xfrm>
          <a:prstGeom prst="rect">
            <a:avLst/>
          </a:prstGeom>
        </p:spPr>
      </p:pic>
      <p:pic>
        <p:nvPicPr>
          <p:cNvPr id="35" name="Graphique 34" descr="Homme barbu en peignoir">
            <a:extLst>
              <a:ext uri="{FF2B5EF4-FFF2-40B4-BE49-F238E27FC236}">
                <a16:creationId xmlns:a16="http://schemas.microsoft.com/office/drawing/2014/main" id="{3EB88336-ECF9-4E0B-80EC-A4999E81C35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flipH="1">
            <a:off x="9965556" y="4103996"/>
            <a:ext cx="980743" cy="1168621"/>
          </a:xfrm>
          <a:prstGeom prst="rect">
            <a:avLst/>
          </a:prstGeom>
        </p:spPr>
      </p:pic>
    </p:spTree>
    <p:extLst>
      <p:ext uri="{BB962C8B-B14F-4D97-AF65-F5344CB8AC3E}">
        <p14:creationId xmlns:p14="http://schemas.microsoft.com/office/powerpoint/2010/main" val="2067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Graphique 15" descr="Arbre avec racines avec un remplissage uni">
            <a:extLst>
              <a:ext uri="{FF2B5EF4-FFF2-40B4-BE49-F238E27FC236}">
                <a16:creationId xmlns:a16="http://schemas.microsoft.com/office/drawing/2014/main" id="{A791E67A-431D-FF7D-990F-277B6DF85F7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11318" y="4324917"/>
            <a:ext cx="1405651" cy="1405651"/>
          </a:xfrm>
          <a:prstGeom prst="rect">
            <a:avLst/>
          </a:prstGeom>
        </p:spPr>
      </p:pic>
      <p:sp>
        <p:nvSpPr>
          <p:cNvPr id="4" name="Titre 3">
            <a:extLst>
              <a:ext uri="{FF2B5EF4-FFF2-40B4-BE49-F238E27FC236}">
                <a16:creationId xmlns:a16="http://schemas.microsoft.com/office/drawing/2014/main" id="{38836D63-6DFE-46AB-94A1-E6206E2D3EB9}"/>
              </a:ext>
            </a:extLst>
          </p:cNvPr>
          <p:cNvSpPr>
            <a:spLocks noGrp="1"/>
          </p:cNvSpPr>
          <p:nvPr>
            <p:ph type="title"/>
          </p:nvPr>
        </p:nvSpPr>
        <p:spPr/>
        <p:txBody>
          <a:bodyPr/>
          <a:lstStyle/>
          <a:p>
            <a:r>
              <a:rPr lang="en-US" dirty="0"/>
              <a:t>Summary of sub-workshops</a:t>
            </a:r>
          </a:p>
        </p:txBody>
      </p:sp>
      <p:grpSp>
        <p:nvGrpSpPr>
          <p:cNvPr id="6" name="Groupe 5">
            <a:extLst>
              <a:ext uri="{FF2B5EF4-FFF2-40B4-BE49-F238E27FC236}">
                <a16:creationId xmlns:a16="http://schemas.microsoft.com/office/drawing/2014/main" id="{F81F2C56-FC5C-42EB-A91F-4A356A30D949}"/>
              </a:ext>
            </a:extLst>
          </p:cNvPr>
          <p:cNvGrpSpPr/>
          <p:nvPr/>
        </p:nvGrpSpPr>
        <p:grpSpPr>
          <a:xfrm>
            <a:off x="1127051" y="1528302"/>
            <a:ext cx="2328941" cy="1090103"/>
            <a:chOff x="463550" y="1420160"/>
            <a:chExt cx="11264900" cy="5272740"/>
          </a:xfrm>
        </p:grpSpPr>
        <p:sp>
          <p:nvSpPr>
            <p:cNvPr id="7" name="Trapèze 6">
              <a:extLst>
                <a:ext uri="{FF2B5EF4-FFF2-40B4-BE49-F238E27FC236}">
                  <a16:creationId xmlns:a16="http://schemas.microsoft.com/office/drawing/2014/main" id="{4743612D-0E95-4FA6-A892-6C5B65B9E761}"/>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b="1" dirty="0"/>
                <a:t>CAUSE</a:t>
              </a:r>
            </a:p>
          </p:txBody>
        </p:sp>
        <p:sp>
          <p:nvSpPr>
            <p:cNvPr id="8" name="Triangle isocèle 7">
              <a:extLst>
                <a:ext uri="{FF2B5EF4-FFF2-40B4-BE49-F238E27FC236}">
                  <a16:creationId xmlns:a16="http://schemas.microsoft.com/office/drawing/2014/main" id="{A71530D7-CB14-43CF-BBDC-05205DB884C2}"/>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a:t>GREAT GOAL</a:t>
              </a:r>
            </a:p>
            <a:p>
              <a:pPr algn="ctr"/>
              <a:endParaRPr lang="en-US" sz="600" dirty="0"/>
            </a:p>
          </p:txBody>
        </p:sp>
        <p:grpSp>
          <p:nvGrpSpPr>
            <p:cNvPr id="9" name="Groupe 8">
              <a:extLst>
                <a:ext uri="{FF2B5EF4-FFF2-40B4-BE49-F238E27FC236}">
                  <a16:creationId xmlns:a16="http://schemas.microsoft.com/office/drawing/2014/main" id="{4A81CFD3-AF2F-4A32-934F-C5B9B0BB3FE9}"/>
                </a:ext>
              </a:extLst>
            </p:cNvPr>
            <p:cNvGrpSpPr/>
            <p:nvPr/>
          </p:nvGrpSpPr>
          <p:grpSpPr>
            <a:xfrm>
              <a:off x="1527175" y="3040767"/>
              <a:ext cx="9137650" cy="1969383"/>
              <a:chOff x="1644650" y="3040767"/>
              <a:chExt cx="9137650" cy="1907219"/>
            </a:xfrm>
          </p:grpSpPr>
          <p:sp>
            <p:nvSpPr>
              <p:cNvPr id="12" name="Trapèze 11">
                <a:extLst>
                  <a:ext uri="{FF2B5EF4-FFF2-40B4-BE49-F238E27FC236}">
                    <a16:creationId xmlns:a16="http://schemas.microsoft.com/office/drawing/2014/main" id="{3AC45F21-4A70-4345-A9A3-08D7B8969937}"/>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BAD MEMORIES</a:t>
                </a:r>
                <a:endParaRPr lang="en-US" sz="300" dirty="0"/>
              </a:p>
            </p:txBody>
          </p:sp>
          <p:sp>
            <p:nvSpPr>
              <p:cNvPr id="13" name="Trapèze 12">
                <a:extLst>
                  <a:ext uri="{FF2B5EF4-FFF2-40B4-BE49-F238E27FC236}">
                    <a16:creationId xmlns:a16="http://schemas.microsoft.com/office/drawing/2014/main" id="{E168BC59-16B7-45CD-B3DA-278835C61955}"/>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WRONG STORIES</a:t>
                </a:r>
              </a:p>
            </p:txBody>
          </p:sp>
          <p:sp>
            <p:nvSpPr>
              <p:cNvPr id="14" name="Trapèze 13">
                <a:extLst>
                  <a:ext uri="{FF2B5EF4-FFF2-40B4-BE49-F238E27FC236}">
                    <a16:creationId xmlns:a16="http://schemas.microsoft.com/office/drawing/2014/main" id="{1BF4DF4C-F19E-4C2B-80B6-86E9FDF7E913}"/>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GOOD MEMORIES</a:t>
                </a:r>
                <a:endParaRPr lang="en-US" sz="300" dirty="0"/>
              </a:p>
            </p:txBody>
          </p:sp>
          <p:sp>
            <p:nvSpPr>
              <p:cNvPr id="15" name="Trapèze 14">
                <a:extLst>
                  <a:ext uri="{FF2B5EF4-FFF2-40B4-BE49-F238E27FC236}">
                    <a16:creationId xmlns:a16="http://schemas.microsoft.com/office/drawing/2014/main" id="{47FDFEDF-F2F2-4825-A4C1-32EA65A2B2EA}"/>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IDEAL STORIES</a:t>
                </a:r>
              </a:p>
            </p:txBody>
          </p:sp>
        </p:grpSp>
        <p:sp>
          <p:nvSpPr>
            <p:cNvPr id="10" name="Triangle isocèle 9">
              <a:extLst>
                <a:ext uri="{FF2B5EF4-FFF2-40B4-BE49-F238E27FC236}">
                  <a16:creationId xmlns:a16="http://schemas.microsoft.com/office/drawing/2014/main" id="{A58BB35F-7816-44D4-B00F-3E5D81E27EAE}"/>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11" name="ZoneTexte 10">
              <a:extLst>
                <a:ext uri="{FF2B5EF4-FFF2-40B4-BE49-F238E27FC236}">
                  <a16:creationId xmlns:a16="http://schemas.microsoft.com/office/drawing/2014/main" id="{302820B5-91C0-4193-AD45-F3968FA0F56C}"/>
                </a:ext>
              </a:extLst>
            </p:cNvPr>
            <p:cNvSpPr txBox="1"/>
            <p:nvPr/>
          </p:nvSpPr>
          <p:spPr>
            <a:xfrm>
              <a:off x="4952497" y="3044170"/>
              <a:ext cx="2287007" cy="744344"/>
            </a:xfrm>
            <a:prstGeom prst="rect">
              <a:avLst/>
            </a:prstGeom>
            <a:noFill/>
          </p:spPr>
          <p:txBody>
            <a:bodyPr wrap="square">
              <a:spAutoFit/>
            </a:bodyPr>
            <a:lstStyle/>
            <a:p>
              <a:pPr algn="ctr"/>
              <a:r>
                <a:rPr lang="en-US" sz="400" b="1" dirty="0"/>
                <a:t>CONDITIONS</a:t>
              </a:r>
            </a:p>
          </p:txBody>
        </p:sp>
      </p:grpSp>
      <p:grpSp>
        <p:nvGrpSpPr>
          <p:cNvPr id="173" name="Groupe 172">
            <a:extLst>
              <a:ext uri="{FF2B5EF4-FFF2-40B4-BE49-F238E27FC236}">
                <a16:creationId xmlns:a16="http://schemas.microsoft.com/office/drawing/2014/main" id="{36C573ED-2DDD-45A0-8ECD-8441E6290E94}"/>
              </a:ext>
            </a:extLst>
          </p:cNvPr>
          <p:cNvGrpSpPr/>
          <p:nvPr/>
        </p:nvGrpSpPr>
        <p:grpSpPr>
          <a:xfrm>
            <a:off x="4719990" y="1510081"/>
            <a:ext cx="3001901" cy="1119025"/>
            <a:chOff x="7527020" y="2036345"/>
            <a:chExt cx="3826780" cy="1426517"/>
          </a:xfrm>
        </p:grpSpPr>
        <p:grpSp>
          <p:nvGrpSpPr>
            <p:cNvPr id="33" name="Groupe 32">
              <a:extLst>
                <a:ext uri="{FF2B5EF4-FFF2-40B4-BE49-F238E27FC236}">
                  <a16:creationId xmlns:a16="http://schemas.microsoft.com/office/drawing/2014/main" id="{261A8053-89DB-4FB0-B1E6-673EC35351F7}"/>
                </a:ext>
              </a:extLst>
            </p:cNvPr>
            <p:cNvGrpSpPr/>
            <p:nvPr/>
          </p:nvGrpSpPr>
          <p:grpSpPr>
            <a:xfrm>
              <a:off x="10055197" y="2036345"/>
              <a:ext cx="1298603" cy="1298603"/>
              <a:chOff x="9835911" y="2807662"/>
              <a:chExt cx="1796250" cy="1796250"/>
            </a:xfrm>
          </p:grpSpPr>
          <p:pic>
            <p:nvPicPr>
              <p:cNvPr id="50" name="Graphique 49" descr="Cathédrale avec un remplissage uni">
                <a:extLst>
                  <a:ext uri="{FF2B5EF4-FFF2-40B4-BE49-F238E27FC236}">
                    <a16:creationId xmlns:a16="http://schemas.microsoft.com/office/drawing/2014/main" id="{ECA6B174-326F-4EF1-B262-67E82014D23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35911" y="2807662"/>
                <a:ext cx="1796250" cy="1796250"/>
              </a:xfrm>
              <a:prstGeom prst="rect">
                <a:avLst/>
              </a:prstGeom>
            </p:spPr>
          </p:pic>
          <p:sp>
            <p:nvSpPr>
              <p:cNvPr id="51" name="Rectangle 50">
                <a:extLst>
                  <a:ext uri="{FF2B5EF4-FFF2-40B4-BE49-F238E27FC236}">
                    <a16:creationId xmlns:a16="http://schemas.microsoft.com/office/drawing/2014/main" id="{910AC9FB-9470-4F43-9CBB-ACDE5D101C30}"/>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51">
                <a:extLst>
                  <a:ext uri="{FF2B5EF4-FFF2-40B4-BE49-F238E27FC236}">
                    <a16:creationId xmlns:a16="http://schemas.microsoft.com/office/drawing/2014/main" id="{A94E8C19-E760-4725-9330-73DC86C0DCE6}"/>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52">
                <a:extLst>
                  <a:ext uri="{FF2B5EF4-FFF2-40B4-BE49-F238E27FC236}">
                    <a16:creationId xmlns:a16="http://schemas.microsoft.com/office/drawing/2014/main" id="{EACF0D40-8792-4F94-94EA-2ADACE8AD6E7}"/>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3">
                <a:extLst>
                  <a:ext uri="{FF2B5EF4-FFF2-40B4-BE49-F238E27FC236}">
                    <a16:creationId xmlns:a16="http://schemas.microsoft.com/office/drawing/2014/main" id="{8BE1BBFE-5B40-4A1A-88D7-615444BBE586}"/>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54">
                <a:extLst>
                  <a:ext uri="{FF2B5EF4-FFF2-40B4-BE49-F238E27FC236}">
                    <a16:creationId xmlns:a16="http://schemas.microsoft.com/office/drawing/2014/main" id="{B56C609E-5C22-4E3F-9514-D2411E536DAD}"/>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55">
                <a:extLst>
                  <a:ext uri="{FF2B5EF4-FFF2-40B4-BE49-F238E27FC236}">
                    <a16:creationId xmlns:a16="http://schemas.microsoft.com/office/drawing/2014/main" id="{DC39F6B5-9152-48AC-BC1F-185EC10986B8}"/>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56">
                <a:extLst>
                  <a:ext uri="{FF2B5EF4-FFF2-40B4-BE49-F238E27FC236}">
                    <a16:creationId xmlns:a16="http://schemas.microsoft.com/office/drawing/2014/main" id="{16452F9A-E369-4DF8-8BA6-C48572D43E41}"/>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57">
                <a:extLst>
                  <a:ext uri="{FF2B5EF4-FFF2-40B4-BE49-F238E27FC236}">
                    <a16:creationId xmlns:a16="http://schemas.microsoft.com/office/drawing/2014/main" id="{AEEE7CD0-7B77-4C04-9300-E6041B9F8084}"/>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58">
                <a:extLst>
                  <a:ext uri="{FF2B5EF4-FFF2-40B4-BE49-F238E27FC236}">
                    <a16:creationId xmlns:a16="http://schemas.microsoft.com/office/drawing/2014/main" id="{E2801E31-3A13-4A00-AF02-65B7EB744D24}"/>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8BEA4D33-182E-4C2C-8AE2-31203D588B3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60">
                <a:extLst>
                  <a:ext uri="{FF2B5EF4-FFF2-40B4-BE49-F238E27FC236}">
                    <a16:creationId xmlns:a16="http://schemas.microsoft.com/office/drawing/2014/main" id="{69CAFA45-E325-4D44-849D-02BA1995F2D7}"/>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61">
                <a:extLst>
                  <a:ext uri="{FF2B5EF4-FFF2-40B4-BE49-F238E27FC236}">
                    <a16:creationId xmlns:a16="http://schemas.microsoft.com/office/drawing/2014/main" id="{BA7A1BAE-F22B-40F8-B69E-330D8A429231}"/>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62">
                <a:extLst>
                  <a:ext uri="{FF2B5EF4-FFF2-40B4-BE49-F238E27FC236}">
                    <a16:creationId xmlns:a16="http://schemas.microsoft.com/office/drawing/2014/main" id="{15E57D91-1734-4707-B636-EC7A42B75648}"/>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63">
                <a:extLst>
                  <a:ext uri="{FF2B5EF4-FFF2-40B4-BE49-F238E27FC236}">
                    <a16:creationId xmlns:a16="http://schemas.microsoft.com/office/drawing/2014/main" id="{7EB82026-5C2F-4E72-B70A-A9575C1EC076}"/>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64">
                <a:extLst>
                  <a:ext uri="{FF2B5EF4-FFF2-40B4-BE49-F238E27FC236}">
                    <a16:creationId xmlns:a16="http://schemas.microsoft.com/office/drawing/2014/main" id="{427E0018-0073-4AB8-910D-5FB0A93B1E4E}"/>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65">
                <a:extLst>
                  <a:ext uri="{FF2B5EF4-FFF2-40B4-BE49-F238E27FC236}">
                    <a16:creationId xmlns:a16="http://schemas.microsoft.com/office/drawing/2014/main" id="{8FA8812D-2969-4E95-BCAA-1842BCBD2758}"/>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66">
                <a:extLst>
                  <a:ext uri="{FF2B5EF4-FFF2-40B4-BE49-F238E27FC236}">
                    <a16:creationId xmlns:a16="http://schemas.microsoft.com/office/drawing/2014/main" id="{2A6AED67-B7B5-47FD-A882-1A895EEDAFC2}"/>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67">
                <a:extLst>
                  <a:ext uri="{FF2B5EF4-FFF2-40B4-BE49-F238E27FC236}">
                    <a16:creationId xmlns:a16="http://schemas.microsoft.com/office/drawing/2014/main" id="{A0F42609-CCFE-42D6-A072-84A86DE5D4C6}"/>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7F5141EA-528D-4C38-A637-4CBB675BAF9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69">
                <a:extLst>
                  <a:ext uri="{FF2B5EF4-FFF2-40B4-BE49-F238E27FC236}">
                    <a16:creationId xmlns:a16="http://schemas.microsoft.com/office/drawing/2014/main" id="{8A6E6DAC-A064-4A79-AB44-7501B41B4875}"/>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70">
                <a:extLst>
                  <a:ext uri="{FF2B5EF4-FFF2-40B4-BE49-F238E27FC236}">
                    <a16:creationId xmlns:a16="http://schemas.microsoft.com/office/drawing/2014/main" id="{65174E8C-1D14-4B2F-8FB2-B20796D276A3}"/>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71">
                <a:extLst>
                  <a:ext uri="{FF2B5EF4-FFF2-40B4-BE49-F238E27FC236}">
                    <a16:creationId xmlns:a16="http://schemas.microsoft.com/office/drawing/2014/main" id="{5F8091C7-9BEB-485F-9BF1-0F230C0739AA}"/>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72">
                <a:extLst>
                  <a:ext uri="{FF2B5EF4-FFF2-40B4-BE49-F238E27FC236}">
                    <a16:creationId xmlns:a16="http://schemas.microsoft.com/office/drawing/2014/main" id="{7A099271-5185-47AE-8FFA-138E828B2735}"/>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73">
                <a:extLst>
                  <a:ext uri="{FF2B5EF4-FFF2-40B4-BE49-F238E27FC236}">
                    <a16:creationId xmlns:a16="http://schemas.microsoft.com/office/drawing/2014/main" id="{595C006A-D5DE-4981-AD4D-EB49FE0B6970}"/>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74">
                <a:extLst>
                  <a:ext uri="{FF2B5EF4-FFF2-40B4-BE49-F238E27FC236}">
                    <a16:creationId xmlns:a16="http://schemas.microsoft.com/office/drawing/2014/main" id="{4F6AD431-FD9E-419C-B5C7-DDCACC0AF5E4}"/>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75">
                <a:extLst>
                  <a:ext uri="{FF2B5EF4-FFF2-40B4-BE49-F238E27FC236}">
                    <a16:creationId xmlns:a16="http://schemas.microsoft.com/office/drawing/2014/main" id="{26A02868-896B-43A3-8135-7A7D4639403D}"/>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76">
                <a:extLst>
                  <a:ext uri="{FF2B5EF4-FFF2-40B4-BE49-F238E27FC236}">
                    <a16:creationId xmlns:a16="http://schemas.microsoft.com/office/drawing/2014/main" id="{1A350117-A9C9-40DC-BBCC-BE39D26BF97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77">
                <a:extLst>
                  <a:ext uri="{FF2B5EF4-FFF2-40B4-BE49-F238E27FC236}">
                    <a16:creationId xmlns:a16="http://schemas.microsoft.com/office/drawing/2014/main" id="{712E6D59-8A6A-492D-98FC-B38C0AB141C2}"/>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78">
                <a:extLst>
                  <a:ext uri="{FF2B5EF4-FFF2-40B4-BE49-F238E27FC236}">
                    <a16:creationId xmlns:a16="http://schemas.microsoft.com/office/drawing/2014/main" id="{8820B401-F6C3-4C5D-8D7B-38DDA44DD42F}"/>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79">
                <a:extLst>
                  <a:ext uri="{FF2B5EF4-FFF2-40B4-BE49-F238E27FC236}">
                    <a16:creationId xmlns:a16="http://schemas.microsoft.com/office/drawing/2014/main" id="{C3A46CC8-484F-4084-9737-E3B1A738D6C3}"/>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80">
                <a:extLst>
                  <a:ext uri="{FF2B5EF4-FFF2-40B4-BE49-F238E27FC236}">
                    <a16:creationId xmlns:a16="http://schemas.microsoft.com/office/drawing/2014/main" id="{2A526F6E-9A2E-4957-AF2D-B9D4EE68E4B0}"/>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81">
                <a:extLst>
                  <a:ext uri="{FF2B5EF4-FFF2-40B4-BE49-F238E27FC236}">
                    <a16:creationId xmlns:a16="http://schemas.microsoft.com/office/drawing/2014/main" id="{B4A668B0-F1ED-44E7-A0DB-3C052A987F36}"/>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82">
                <a:extLst>
                  <a:ext uri="{FF2B5EF4-FFF2-40B4-BE49-F238E27FC236}">
                    <a16:creationId xmlns:a16="http://schemas.microsoft.com/office/drawing/2014/main" id="{2665197A-F23D-4D81-9CAD-5F39414E1080}"/>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83">
                <a:extLst>
                  <a:ext uri="{FF2B5EF4-FFF2-40B4-BE49-F238E27FC236}">
                    <a16:creationId xmlns:a16="http://schemas.microsoft.com/office/drawing/2014/main" id="{84BA6480-BA16-434D-B3AE-C7ABC8341264}"/>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84">
                <a:extLst>
                  <a:ext uri="{FF2B5EF4-FFF2-40B4-BE49-F238E27FC236}">
                    <a16:creationId xmlns:a16="http://schemas.microsoft.com/office/drawing/2014/main" id="{FE8B7327-34BF-4C63-98E8-1F6733FE9D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85">
                <a:extLst>
                  <a:ext uri="{FF2B5EF4-FFF2-40B4-BE49-F238E27FC236}">
                    <a16:creationId xmlns:a16="http://schemas.microsoft.com/office/drawing/2014/main" id="{8F36B8F7-F400-45F5-A532-FC91E946AE96}"/>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86">
                <a:extLst>
                  <a:ext uri="{FF2B5EF4-FFF2-40B4-BE49-F238E27FC236}">
                    <a16:creationId xmlns:a16="http://schemas.microsoft.com/office/drawing/2014/main" id="{B6D82DCE-31B7-46D6-BC6D-DF24D0B2EB4B}"/>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87">
                <a:extLst>
                  <a:ext uri="{FF2B5EF4-FFF2-40B4-BE49-F238E27FC236}">
                    <a16:creationId xmlns:a16="http://schemas.microsoft.com/office/drawing/2014/main" id="{FE841201-68F3-4124-A74C-4B305AE84D3D}"/>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88">
                <a:extLst>
                  <a:ext uri="{FF2B5EF4-FFF2-40B4-BE49-F238E27FC236}">
                    <a16:creationId xmlns:a16="http://schemas.microsoft.com/office/drawing/2014/main" id="{87DFFE43-C42D-409E-A3EF-6B5110707141}"/>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89">
                <a:extLst>
                  <a:ext uri="{FF2B5EF4-FFF2-40B4-BE49-F238E27FC236}">
                    <a16:creationId xmlns:a16="http://schemas.microsoft.com/office/drawing/2014/main" id="{880B595F-FF2F-4869-ABE3-F516239B4936}"/>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90">
                <a:extLst>
                  <a:ext uri="{FF2B5EF4-FFF2-40B4-BE49-F238E27FC236}">
                    <a16:creationId xmlns:a16="http://schemas.microsoft.com/office/drawing/2014/main" id="{BC854FD4-987C-49E8-8594-9909B752512F}"/>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91">
                <a:extLst>
                  <a:ext uri="{FF2B5EF4-FFF2-40B4-BE49-F238E27FC236}">
                    <a16:creationId xmlns:a16="http://schemas.microsoft.com/office/drawing/2014/main" id="{14EFD31E-9EBB-4B8B-88D8-7AF1792AC0CB}"/>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121ED887-806F-42CE-8D0F-B4C968DF4426}"/>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3">
                <a:extLst>
                  <a:ext uri="{FF2B5EF4-FFF2-40B4-BE49-F238E27FC236}">
                    <a16:creationId xmlns:a16="http://schemas.microsoft.com/office/drawing/2014/main" id="{27C6A0BA-AECC-4197-A496-D606F2722630}"/>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4">
                <a:extLst>
                  <a:ext uri="{FF2B5EF4-FFF2-40B4-BE49-F238E27FC236}">
                    <a16:creationId xmlns:a16="http://schemas.microsoft.com/office/drawing/2014/main" id="{ED9EF6FB-C938-4894-BB2B-FA4688CDFCCA}"/>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F68F7D7D-DADA-42F5-9CF1-18D5CA033224}"/>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3B6100CC-73DD-4DFC-A55A-E314F8002A13}"/>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7E93D1E9-CC47-4B53-AEB6-BA74D4B90F17}"/>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73123A61-FADA-4D59-BF5F-8279B3232CCA}"/>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0D2F5A8A-F8D1-400D-98D2-D4671FDD3D36}"/>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A5AC43E3-7F6B-41B2-9D7E-92A5171456E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1">
                <a:extLst>
                  <a:ext uri="{FF2B5EF4-FFF2-40B4-BE49-F238E27FC236}">
                    <a16:creationId xmlns:a16="http://schemas.microsoft.com/office/drawing/2014/main" id="{0BB3EB76-44FD-42C0-8932-E91E7771FB80}"/>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02">
                <a:extLst>
                  <a:ext uri="{FF2B5EF4-FFF2-40B4-BE49-F238E27FC236}">
                    <a16:creationId xmlns:a16="http://schemas.microsoft.com/office/drawing/2014/main" id="{0EED64BA-CB10-4FAF-8264-FEC84FDA667D}"/>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03">
                <a:extLst>
                  <a:ext uri="{FF2B5EF4-FFF2-40B4-BE49-F238E27FC236}">
                    <a16:creationId xmlns:a16="http://schemas.microsoft.com/office/drawing/2014/main" id="{87090F66-3E20-4BA5-A252-83CB96FB150A}"/>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04">
                <a:extLst>
                  <a:ext uri="{FF2B5EF4-FFF2-40B4-BE49-F238E27FC236}">
                    <a16:creationId xmlns:a16="http://schemas.microsoft.com/office/drawing/2014/main" id="{6D00E74E-FD31-427E-A5A5-075AA72741EB}"/>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05">
                <a:extLst>
                  <a:ext uri="{FF2B5EF4-FFF2-40B4-BE49-F238E27FC236}">
                    <a16:creationId xmlns:a16="http://schemas.microsoft.com/office/drawing/2014/main" id="{7BF60BEA-F3FD-484E-82A6-795D0EE4E977}"/>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3CD73D34-1FDE-49BE-859C-A2B327C74D1D}"/>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F639DF2B-D9CE-46CF-910E-B78522EADBE3}"/>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45B6A6D9-8A19-427F-B666-17B5CFD50738}"/>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09">
                <a:extLst>
                  <a:ext uri="{FF2B5EF4-FFF2-40B4-BE49-F238E27FC236}">
                    <a16:creationId xmlns:a16="http://schemas.microsoft.com/office/drawing/2014/main" id="{6E1D6FA7-8564-4214-B9C4-D7A79592FA2E}"/>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10">
                <a:extLst>
                  <a:ext uri="{FF2B5EF4-FFF2-40B4-BE49-F238E27FC236}">
                    <a16:creationId xmlns:a16="http://schemas.microsoft.com/office/drawing/2014/main" id="{0D63E776-D1A7-4691-9529-604C8D973978}"/>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11">
                <a:extLst>
                  <a:ext uri="{FF2B5EF4-FFF2-40B4-BE49-F238E27FC236}">
                    <a16:creationId xmlns:a16="http://schemas.microsoft.com/office/drawing/2014/main" id="{69557EB4-6D05-41E5-8344-DB81B4211CF0}"/>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53" name="Groupe 152">
              <a:extLst>
                <a:ext uri="{FF2B5EF4-FFF2-40B4-BE49-F238E27FC236}">
                  <a16:creationId xmlns:a16="http://schemas.microsoft.com/office/drawing/2014/main" id="{E923A2FE-870A-4B13-9C9D-E0B997DCBAF3}"/>
                </a:ext>
              </a:extLst>
            </p:cNvPr>
            <p:cNvGrpSpPr/>
            <p:nvPr/>
          </p:nvGrpSpPr>
          <p:grpSpPr>
            <a:xfrm>
              <a:off x="7527020" y="2174293"/>
              <a:ext cx="1467257" cy="1169474"/>
              <a:chOff x="2609577" y="1563591"/>
              <a:chExt cx="1467257" cy="1169474"/>
            </a:xfrm>
          </p:grpSpPr>
          <p:grpSp>
            <p:nvGrpSpPr>
              <p:cNvPr id="154" name="Groupe 153">
                <a:extLst>
                  <a:ext uri="{FF2B5EF4-FFF2-40B4-BE49-F238E27FC236}">
                    <a16:creationId xmlns:a16="http://schemas.microsoft.com/office/drawing/2014/main" id="{BEB2E3F4-DB49-450A-93CD-BA4C7647DBFE}"/>
                  </a:ext>
                </a:extLst>
              </p:cNvPr>
              <p:cNvGrpSpPr/>
              <p:nvPr/>
            </p:nvGrpSpPr>
            <p:grpSpPr>
              <a:xfrm>
                <a:off x="2609577" y="1563591"/>
                <a:ext cx="1412109" cy="1169474"/>
                <a:chOff x="2645545" y="3994190"/>
                <a:chExt cx="1412109" cy="1169474"/>
              </a:xfrm>
            </p:grpSpPr>
            <p:pic>
              <p:nvPicPr>
                <p:cNvPr id="156" name="Graphique 155" descr="Diable avec un remplissage uni">
                  <a:extLst>
                    <a:ext uri="{FF2B5EF4-FFF2-40B4-BE49-F238E27FC236}">
                      <a16:creationId xmlns:a16="http://schemas.microsoft.com/office/drawing/2014/main" id="{450597DF-974E-4CD3-81D5-4E564244AC8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037365" y="4143375"/>
                  <a:ext cx="1020289" cy="1020289"/>
                </a:xfrm>
                <a:prstGeom prst="rect">
                  <a:avLst/>
                </a:prstGeom>
              </p:spPr>
            </p:pic>
            <p:pic>
              <p:nvPicPr>
                <p:cNvPr id="157" name="Graphique 156" descr="Base-ball avec un remplissage uni">
                  <a:extLst>
                    <a:ext uri="{FF2B5EF4-FFF2-40B4-BE49-F238E27FC236}">
                      <a16:creationId xmlns:a16="http://schemas.microsoft.com/office/drawing/2014/main" id="{80983266-A0C0-4B07-AB9E-7926CFB2540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2645545" y="4030462"/>
                  <a:ext cx="993713" cy="1133202"/>
                </a:xfrm>
                <a:prstGeom prst="rect">
                  <a:avLst/>
                </a:prstGeom>
              </p:spPr>
            </p:pic>
            <p:sp>
              <p:nvSpPr>
                <p:cNvPr id="158" name="Rectangle 157">
                  <a:extLst>
                    <a:ext uri="{FF2B5EF4-FFF2-40B4-BE49-F238E27FC236}">
                      <a16:creationId xmlns:a16="http://schemas.microsoft.com/office/drawing/2014/main" id="{A33E9C91-DE8D-4344-B222-A8C9E93C5269}"/>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5" name="Graphique 154" descr="Boîte à archives avec un remplissage uni">
                <a:extLst>
                  <a:ext uri="{FF2B5EF4-FFF2-40B4-BE49-F238E27FC236}">
                    <a16:creationId xmlns:a16="http://schemas.microsoft.com/office/drawing/2014/main" id="{1A35B308-28DD-44B9-B815-1C665FA00AD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20255485">
                <a:off x="3419733" y="1863768"/>
                <a:ext cx="657101" cy="657101"/>
              </a:xfrm>
              <a:prstGeom prst="rect">
                <a:avLst/>
              </a:prstGeom>
            </p:spPr>
          </p:pic>
        </p:grpSp>
        <p:grpSp>
          <p:nvGrpSpPr>
            <p:cNvPr id="159" name="Groupe 158">
              <a:extLst>
                <a:ext uri="{FF2B5EF4-FFF2-40B4-BE49-F238E27FC236}">
                  <a16:creationId xmlns:a16="http://schemas.microsoft.com/office/drawing/2014/main" id="{83F99538-7261-4DC5-88F3-F475EFB91677}"/>
                </a:ext>
              </a:extLst>
            </p:cNvPr>
            <p:cNvGrpSpPr/>
            <p:nvPr/>
          </p:nvGrpSpPr>
          <p:grpSpPr>
            <a:xfrm flipH="1">
              <a:off x="8944157" y="2297704"/>
              <a:ext cx="1093937" cy="1165158"/>
              <a:chOff x="1680627" y="1783722"/>
              <a:chExt cx="1331514" cy="1331514"/>
            </a:xfrm>
          </p:grpSpPr>
          <p:pic>
            <p:nvPicPr>
              <p:cNvPr id="160" name="Graphique 159" descr="Mur de briques en construction avec un remplissage uni">
                <a:extLst>
                  <a:ext uri="{FF2B5EF4-FFF2-40B4-BE49-F238E27FC236}">
                    <a16:creationId xmlns:a16="http://schemas.microsoft.com/office/drawing/2014/main" id="{9FD566E8-9903-41BF-B024-27E14AF0F5E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680627" y="1783722"/>
                <a:ext cx="1331514" cy="1331514"/>
              </a:xfrm>
              <a:prstGeom prst="rect">
                <a:avLst/>
              </a:prstGeom>
            </p:spPr>
          </p:pic>
          <p:sp>
            <p:nvSpPr>
              <p:cNvPr id="161" name="Rectangle 160">
                <a:extLst>
                  <a:ext uri="{FF2B5EF4-FFF2-40B4-BE49-F238E27FC236}">
                    <a16:creationId xmlns:a16="http://schemas.microsoft.com/office/drawing/2014/main" id="{BB286622-82AB-4364-8416-52C34C46E0BF}"/>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161">
                <a:extLst>
                  <a:ext uri="{FF2B5EF4-FFF2-40B4-BE49-F238E27FC236}">
                    <a16:creationId xmlns:a16="http://schemas.microsoft.com/office/drawing/2014/main" id="{DC3CCF92-9065-4BC3-8423-990F32C4FADC}"/>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162">
                <a:extLst>
                  <a:ext uri="{FF2B5EF4-FFF2-40B4-BE49-F238E27FC236}">
                    <a16:creationId xmlns:a16="http://schemas.microsoft.com/office/drawing/2014/main" id="{616B57C2-4840-45D1-988A-8893BED507CF}"/>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163">
                <a:extLst>
                  <a:ext uri="{FF2B5EF4-FFF2-40B4-BE49-F238E27FC236}">
                    <a16:creationId xmlns:a16="http://schemas.microsoft.com/office/drawing/2014/main" id="{C6CECCF0-25C9-4279-AEDC-B425E522D60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164">
                <a:extLst>
                  <a:ext uri="{FF2B5EF4-FFF2-40B4-BE49-F238E27FC236}">
                    <a16:creationId xmlns:a16="http://schemas.microsoft.com/office/drawing/2014/main" id="{5D6AD566-8FDA-4335-84CE-2745ED611AD8}"/>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FF821FFB-0A98-4604-9396-1CB20A1D91D5}"/>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Rectangle 166">
                <a:extLst>
                  <a:ext uri="{FF2B5EF4-FFF2-40B4-BE49-F238E27FC236}">
                    <a16:creationId xmlns:a16="http://schemas.microsoft.com/office/drawing/2014/main" id="{D028B255-E5C2-4E7C-8A05-364E884C9E1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167">
                <a:extLst>
                  <a:ext uri="{FF2B5EF4-FFF2-40B4-BE49-F238E27FC236}">
                    <a16:creationId xmlns:a16="http://schemas.microsoft.com/office/drawing/2014/main" id="{C51F5D7A-2ED5-49BE-946C-6868FC60548F}"/>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FB6B9371-B022-4747-96F2-237C213E15E3}"/>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169">
                <a:extLst>
                  <a:ext uri="{FF2B5EF4-FFF2-40B4-BE49-F238E27FC236}">
                    <a16:creationId xmlns:a16="http://schemas.microsoft.com/office/drawing/2014/main" id="{C9F24064-C35F-4B29-9744-5D9FB21AED86}"/>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170">
                <a:extLst>
                  <a:ext uri="{FF2B5EF4-FFF2-40B4-BE49-F238E27FC236}">
                    <a16:creationId xmlns:a16="http://schemas.microsoft.com/office/drawing/2014/main" id="{868BE277-C70F-46E1-B895-F1EAD1AFC8C0}"/>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8E4CA0C9-7987-4877-B817-85E9E4E4C4C5}"/>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174" name="Groupe 173">
            <a:extLst>
              <a:ext uri="{FF2B5EF4-FFF2-40B4-BE49-F238E27FC236}">
                <a16:creationId xmlns:a16="http://schemas.microsoft.com/office/drawing/2014/main" id="{4102CAF8-10F0-4072-800E-4EBEB6D3510B}"/>
              </a:ext>
            </a:extLst>
          </p:cNvPr>
          <p:cNvGrpSpPr/>
          <p:nvPr/>
        </p:nvGrpSpPr>
        <p:grpSpPr>
          <a:xfrm>
            <a:off x="8811398" y="1671748"/>
            <a:ext cx="2449701" cy="1195165"/>
            <a:chOff x="127000" y="915986"/>
            <a:chExt cx="12052300" cy="5880100"/>
          </a:xfrm>
        </p:grpSpPr>
        <p:sp>
          <p:nvSpPr>
            <p:cNvPr id="175" name="Flèche : droite 174">
              <a:extLst>
                <a:ext uri="{FF2B5EF4-FFF2-40B4-BE49-F238E27FC236}">
                  <a16:creationId xmlns:a16="http://schemas.microsoft.com/office/drawing/2014/main" id="{0E8B1384-E70D-4F0B-8C85-CAE34F4251A3}"/>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solidFill>
                  <a:schemeClr val="tx1"/>
                </a:solidFill>
              </a:endParaRPr>
            </a:p>
          </p:txBody>
        </p:sp>
        <p:sp>
          <p:nvSpPr>
            <p:cNvPr id="176" name="Rectangle 175">
              <a:extLst>
                <a:ext uri="{FF2B5EF4-FFF2-40B4-BE49-F238E27FC236}">
                  <a16:creationId xmlns:a16="http://schemas.microsoft.com/office/drawing/2014/main" id="{A3DA068B-6E06-4FA5-98FA-82BB6C57A670}"/>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p>
          </p:txBody>
        </p:sp>
        <p:sp>
          <p:nvSpPr>
            <p:cNvPr id="177" name="Rectangle 176">
              <a:extLst>
                <a:ext uri="{FF2B5EF4-FFF2-40B4-BE49-F238E27FC236}">
                  <a16:creationId xmlns:a16="http://schemas.microsoft.com/office/drawing/2014/main" id="{ADC6C2F7-04AE-486C-9B16-DD653DE24CE0}"/>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solidFill>
                  <a:schemeClr val="tx1"/>
                </a:solidFill>
              </a:endParaRPr>
            </a:p>
          </p:txBody>
        </p:sp>
        <p:sp>
          <p:nvSpPr>
            <p:cNvPr id="178" name="Rectangle 177">
              <a:extLst>
                <a:ext uri="{FF2B5EF4-FFF2-40B4-BE49-F238E27FC236}">
                  <a16:creationId xmlns:a16="http://schemas.microsoft.com/office/drawing/2014/main" id="{6D6E3682-ACDC-48C5-B4A4-78B83ED6CF4A}"/>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p>
          </p:txBody>
        </p:sp>
        <p:sp>
          <p:nvSpPr>
            <p:cNvPr id="179" name="Rectangle 178">
              <a:extLst>
                <a:ext uri="{FF2B5EF4-FFF2-40B4-BE49-F238E27FC236}">
                  <a16:creationId xmlns:a16="http://schemas.microsoft.com/office/drawing/2014/main" id="{A53EFCB9-C09A-4E98-AF2C-7E6DDE9B9823}"/>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p>
          </p:txBody>
        </p:sp>
      </p:grpSp>
      <p:sp>
        <p:nvSpPr>
          <p:cNvPr id="180" name="ZoneTexte 179">
            <a:extLst>
              <a:ext uri="{FF2B5EF4-FFF2-40B4-BE49-F238E27FC236}">
                <a16:creationId xmlns:a16="http://schemas.microsoft.com/office/drawing/2014/main" id="{DDA1A4E1-96B5-42AD-B469-802EE7E61B72}"/>
              </a:ext>
            </a:extLst>
          </p:cNvPr>
          <p:cNvSpPr txBox="1"/>
          <p:nvPr/>
        </p:nvSpPr>
        <p:spPr>
          <a:xfrm>
            <a:off x="375524" y="2682800"/>
            <a:ext cx="3812036" cy="738664"/>
          </a:xfrm>
          <a:prstGeom prst="rect">
            <a:avLst/>
          </a:prstGeom>
          <a:noFill/>
        </p:spPr>
        <p:txBody>
          <a:bodyPr wrap="square" rtlCol="0">
            <a:spAutoFit/>
          </a:bodyPr>
          <a:lstStyle/>
          <a:p>
            <a:pPr algn="ctr"/>
            <a:r>
              <a:rPr lang="en-US" sz="1400" b="1" dirty="0"/>
              <a:t>WHY ?</a:t>
            </a:r>
          </a:p>
          <a:p>
            <a:pPr algn="ctr"/>
            <a:r>
              <a:rPr lang="en-US" sz="1400" dirty="0"/>
              <a:t>Clarifying why the Community is launched with the </a:t>
            </a:r>
            <a:r>
              <a:rPr lang="en-US" sz="1400" b="1" dirty="0">
                <a:solidFill>
                  <a:srgbClr val="ED7D31"/>
                </a:solidFill>
              </a:rPr>
              <a:t>Pyramid of Purpose</a:t>
            </a:r>
          </a:p>
        </p:txBody>
      </p:sp>
      <p:sp>
        <p:nvSpPr>
          <p:cNvPr id="181" name="ZoneTexte 180">
            <a:extLst>
              <a:ext uri="{FF2B5EF4-FFF2-40B4-BE49-F238E27FC236}">
                <a16:creationId xmlns:a16="http://schemas.microsoft.com/office/drawing/2014/main" id="{A8C608CE-75EF-4A8A-A18F-954494591C84}"/>
              </a:ext>
            </a:extLst>
          </p:cNvPr>
          <p:cNvSpPr txBox="1"/>
          <p:nvPr/>
        </p:nvSpPr>
        <p:spPr>
          <a:xfrm>
            <a:off x="4829269" y="2614055"/>
            <a:ext cx="2915439" cy="954107"/>
          </a:xfrm>
          <a:prstGeom prst="rect">
            <a:avLst/>
          </a:prstGeom>
          <a:noFill/>
        </p:spPr>
        <p:txBody>
          <a:bodyPr wrap="square" rtlCol="0">
            <a:spAutoFit/>
          </a:bodyPr>
          <a:lstStyle/>
          <a:p>
            <a:pPr algn="ctr"/>
            <a:r>
              <a:rPr lang="en-US" sz="1400" b="1" dirty="0"/>
              <a:t>WHY US ?</a:t>
            </a:r>
          </a:p>
          <a:p>
            <a:pPr algn="ctr"/>
            <a:r>
              <a:rPr lang="en-US" sz="1400" dirty="0"/>
              <a:t>Clarifying why gathering as a Community is important with the </a:t>
            </a:r>
          </a:p>
          <a:p>
            <a:pPr algn="ctr"/>
            <a:r>
              <a:rPr lang="en-US" sz="1400" b="1" dirty="0">
                <a:solidFill>
                  <a:srgbClr val="ED7D31"/>
                </a:solidFill>
              </a:rPr>
              <a:t>House of Contribution</a:t>
            </a:r>
          </a:p>
        </p:txBody>
      </p:sp>
      <p:sp>
        <p:nvSpPr>
          <p:cNvPr id="182" name="ZoneTexte 181">
            <a:extLst>
              <a:ext uri="{FF2B5EF4-FFF2-40B4-BE49-F238E27FC236}">
                <a16:creationId xmlns:a16="http://schemas.microsoft.com/office/drawing/2014/main" id="{36E315AB-7B21-4E5C-86B8-1A9AB35947FF}"/>
              </a:ext>
            </a:extLst>
          </p:cNvPr>
          <p:cNvSpPr txBox="1"/>
          <p:nvPr/>
        </p:nvSpPr>
        <p:spPr>
          <a:xfrm>
            <a:off x="8443867" y="2646026"/>
            <a:ext cx="3024718" cy="954107"/>
          </a:xfrm>
          <a:prstGeom prst="rect">
            <a:avLst/>
          </a:prstGeom>
          <a:noFill/>
        </p:spPr>
        <p:txBody>
          <a:bodyPr wrap="square" rtlCol="0">
            <a:spAutoFit/>
          </a:bodyPr>
          <a:lstStyle/>
          <a:p>
            <a:pPr algn="ctr"/>
            <a:r>
              <a:rPr lang="en-US" sz="1400" b="1" dirty="0"/>
              <a:t>WHY NOW ?</a:t>
            </a:r>
          </a:p>
          <a:p>
            <a:pPr algn="ctr"/>
            <a:r>
              <a:rPr lang="en-US" sz="1400" dirty="0"/>
              <a:t>Clarifying why the Community should be launched now with the </a:t>
            </a:r>
          </a:p>
          <a:p>
            <a:pPr algn="ctr"/>
            <a:r>
              <a:rPr lang="en-US" sz="1400" b="1" dirty="0">
                <a:solidFill>
                  <a:srgbClr val="ED7D31"/>
                </a:solidFill>
              </a:rPr>
              <a:t>Timeline of Opportunity</a:t>
            </a:r>
          </a:p>
        </p:txBody>
      </p:sp>
      <p:sp>
        <p:nvSpPr>
          <p:cNvPr id="183" name="ZoneTexte 182">
            <a:extLst>
              <a:ext uri="{FF2B5EF4-FFF2-40B4-BE49-F238E27FC236}">
                <a16:creationId xmlns:a16="http://schemas.microsoft.com/office/drawing/2014/main" id="{ABFBEC17-2C98-486C-801B-0392178A06BA}"/>
              </a:ext>
            </a:extLst>
          </p:cNvPr>
          <p:cNvSpPr txBox="1"/>
          <p:nvPr/>
        </p:nvSpPr>
        <p:spPr>
          <a:xfrm>
            <a:off x="778060" y="5428277"/>
            <a:ext cx="3024718" cy="954107"/>
          </a:xfrm>
          <a:prstGeom prst="rect">
            <a:avLst/>
          </a:prstGeom>
          <a:noFill/>
        </p:spPr>
        <p:txBody>
          <a:bodyPr wrap="square" rtlCol="0">
            <a:spAutoFit/>
          </a:bodyPr>
          <a:lstStyle/>
          <a:p>
            <a:pPr algn="ctr"/>
            <a:r>
              <a:rPr lang="en-US" sz="1400" b="1" dirty="0"/>
              <a:t>WHY HERE ?</a:t>
            </a:r>
          </a:p>
          <a:p>
            <a:pPr algn="ctr"/>
            <a:r>
              <a:rPr lang="en-US" sz="1400" dirty="0"/>
              <a:t>Clarifying why the Community directs its efforts in specific targets with the </a:t>
            </a:r>
          </a:p>
          <a:p>
            <a:pPr algn="ctr"/>
            <a:r>
              <a:rPr lang="en-US" sz="1400" b="1" dirty="0">
                <a:solidFill>
                  <a:srgbClr val="ED7D31"/>
                </a:solidFill>
              </a:rPr>
              <a:t>Map of Influence</a:t>
            </a:r>
          </a:p>
        </p:txBody>
      </p:sp>
      <p:sp>
        <p:nvSpPr>
          <p:cNvPr id="184" name="ZoneTexte 183">
            <a:extLst>
              <a:ext uri="{FF2B5EF4-FFF2-40B4-BE49-F238E27FC236}">
                <a16:creationId xmlns:a16="http://schemas.microsoft.com/office/drawing/2014/main" id="{63AEEA97-8883-401C-AD16-3087BF270664}"/>
              </a:ext>
            </a:extLst>
          </p:cNvPr>
          <p:cNvSpPr txBox="1"/>
          <p:nvPr/>
        </p:nvSpPr>
        <p:spPr>
          <a:xfrm>
            <a:off x="4772652" y="5428277"/>
            <a:ext cx="3024718" cy="954107"/>
          </a:xfrm>
          <a:prstGeom prst="rect">
            <a:avLst/>
          </a:prstGeom>
          <a:noFill/>
        </p:spPr>
        <p:txBody>
          <a:bodyPr wrap="square" rtlCol="0">
            <a:spAutoFit/>
          </a:bodyPr>
          <a:lstStyle/>
          <a:p>
            <a:pPr algn="ctr"/>
            <a:r>
              <a:rPr lang="en-US" sz="1400" b="1" dirty="0"/>
              <a:t>WHY THIS ?</a:t>
            </a:r>
          </a:p>
          <a:p>
            <a:pPr algn="ctr"/>
            <a:r>
              <a:rPr lang="en-US" sz="1400" dirty="0"/>
              <a:t>Clarifying why the Community experience has its format with the </a:t>
            </a:r>
            <a:r>
              <a:rPr lang="en-US" sz="1400" b="1" dirty="0">
                <a:solidFill>
                  <a:srgbClr val="ED7D31"/>
                </a:solidFill>
              </a:rPr>
              <a:t>Balance of Breathing</a:t>
            </a:r>
          </a:p>
        </p:txBody>
      </p:sp>
      <p:sp>
        <p:nvSpPr>
          <p:cNvPr id="185" name="ZoneTexte 184">
            <a:extLst>
              <a:ext uri="{FF2B5EF4-FFF2-40B4-BE49-F238E27FC236}">
                <a16:creationId xmlns:a16="http://schemas.microsoft.com/office/drawing/2014/main" id="{7C0701B0-6A32-4967-B891-50888B09595C}"/>
              </a:ext>
            </a:extLst>
          </p:cNvPr>
          <p:cNvSpPr txBox="1"/>
          <p:nvPr/>
        </p:nvSpPr>
        <p:spPr>
          <a:xfrm>
            <a:off x="8443867" y="5449610"/>
            <a:ext cx="3224167" cy="1169551"/>
          </a:xfrm>
          <a:prstGeom prst="rect">
            <a:avLst/>
          </a:prstGeom>
          <a:noFill/>
        </p:spPr>
        <p:txBody>
          <a:bodyPr wrap="square" rtlCol="0">
            <a:spAutoFit/>
          </a:bodyPr>
          <a:lstStyle/>
          <a:p>
            <a:pPr algn="ctr"/>
            <a:r>
              <a:rPr lang="en-US" sz="1400" b="1" dirty="0"/>
              <a:t>WHY NOT TRYING?</a:t>
            </a:r>
          </a:p>
          <a:p>
            <a:pPr algn="ctr"/>
            <a:r>
              <a:rPr lang="en-US" sz="1400" dirty="0"/>
              <a:t>Opening minds and motivations on a range of unplanned possibilities, pushing founders to try with the </a:t>
            </a:r>
          </a:p>
          <a:p>
            <a:pPr algn="ctr"/>
            <a:r>
              <a:rPr lang="en-US" sz="1400" b="1" dirty="0">
                <a:solidFill>
                  <a:srgbClr val="ED7D31"/>
                </a:solidFill>
              </a:rPr>
              <a:t>Tree of Serendipity</a:t>
            </a:r>
          </a:p>
        </p:txBody>
      </p:sp>
      <p:grpSp>
        <p:nvGrpSpPr>
          <p:cNvPr id="2" name="Groupe 1">
            <a:extLst>
              <a:ext uri="{FF2B5EF4-FFF2-40B4-BE49-F238E27FC236}">
                <a16:creationId xmlns:a16="http://schemas.microsoft.com/office/drawing/2014/main" id="{A5AEB6CC-F4D4-40F1-B3FC-BBE9989EF586}"/>
              </a:ext>
            </a:extLst>
          </p:cNvPr>
          <p:cNvGrpSpPr/>
          <p:nvPr/>
        </p:nvGrpSpPr>
        <p:grpSpPr>
          <a:xfrm>
            <a:off x="5655037" y="3889628"/>
            <a:ext cx="1471902" cy="1550016"/>
            <a:chOff x="6119047" y="342948"/>
            <a:chExt cx="5553478" cy="5848201"/>
          </a:xfrm>
        </p:grpSpPr>
        <p:pic>
          <p:nvPicPr>
            <p:cNvPr id="113" name="Graphique 112" descr="Balance de la justice avec un remplissage uni">
              <a:extLst>
                <a:ext uri="{FF2B5EF4-FFF2-40B4-BE49-F238E27FC236}">
                  <a16:creationId xmlns:a16="http://schemas.microsoft.com/office/drawing/2014/main" id="{D727BF1F-F629-4109-800D-114F9A0E6AC8}"/>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6972" t="7530" r="8041" b="7105"/>
            <a:stretch/>
          </p:blipFill>
          <p:spPr>
            <a:xfrm>
              <a:off x="6521388" y="342948"/>
              <a:ext cx="4441794" cy="4461491"/>
            </a:xfrm>
            <a:prstGeom prst="rect">
              <a:avLst/>
            </a:prstGeom>
          </p:spPr>
        </p:pic>
        <p:sp>
          <p:nvSpPr>
            <p:cNvPr id="117" name="Rectangle 116">
              <a:extLst>
                <a:ext uri="{FF2B5EF4-FFF2-40B4-BE49-F238E27FC236}">
                  <a16:creationId xmlns:a16="http://schemas.microsoft.com/office/drawing/2014/main" id="{519E6671-F7B7-4241-9CCE-B381EB88E414}"/>
                </a:ext>
              </a:extLst>
            </p:cNvPr>
            <p:cNvSpPr/>
            <p:nvPr/>
          </p:nvSpPr>
          <p:spPr>
            <a:xfrm>
              <a:off x="6119047" y="220098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18" name="Rectangle 117">
              <a:extLst>
                <a:ext uri="{FF2B5EF4-FFF2-40B4-BE49-F238E27FC236}">
                  <a16:creationId xmlns:a16="http://schemas.microsoft.com/office/drawing/2014/main" id="{400EA242-F69C-4C78-A78B-956E857FDB73}"/>
                </a:ext>
              </a:extLst>
            </p:cNvPr>
            <p:cNvSpPr/>
            <p:nvPr/>
          </p:nvSpPr>
          <p:spPr>
            <a:xfrm>
              <a:off x="7279062" y="221985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19" name="Rectangle 118">
              <a:extLst>
                <a:ext uri="{FF2B5EF4-FFF2-40B4-BE49-F238E27FC236}">
                  <a16:creationId xmlns:a16="http://schemas.microsoft.com/office/drawing/2014/main" id="{04855CDF-AB50-4765-AE79-5C9C827BD968}"/>
                </a:ext>
              </a:extLst>
            </p:cNvPr>
            <p:cNvSpPr/>
            <p:nvPr/>
          </p:nvSpPr>
          <p:spPr>
            <a:xfrm>
              <a:off x="10494151"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0" name="Rectangle 119">
              <a:extLst>
                <a:ext uri="{FF2B5EF4-FFF2-40B4-BE49-F238E27FC236}">
                  <a16:creationId xmlns:a16="http://schemas.microsoft.com/office/drawing/2014/main" id="{D2EDEB57-83B9-4AF8-8E49-6654A63479F0}"/>
                </a:ext>
              </a:extLst>
            </p:cNvPr>
            <p:cNvSpPr/>
            <p:nvPr/>
          </p:nvSpPr>
          <p:spPr>
            <a:xfrm>
              <a:off x="7021611" y="144880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1" name="Rectangle 120">
              <a:extLst>
                <a:ext uri="{FF2B5EF4-FFF2-40B4-BE49-F238E27FC236}">
                  <a16:creationId xmlns:a16="http://schemas.microsoft.com/office/drawing/2014/main" id="{83EC2602-0163-4F40-AB14-33AA150F2855}"/>
                </a:ext>
              </a:extLst>
            </p:cNvPr>
            <p:cNvSpPr/>
            <p:nvPr/>
          </p:nvSpPr>
          <p:spPr>
            <a:xfrm>
              <a:off x="9694763" y="1481023"/>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2" name="Rectangle 121">
              <a:extLst>
                <a:ext uri="{FF2B5EF4-FFF2-40B4-BE49-F238E27FC236}">
                  <a16:creationId xmlns:a16="http://schemas.microsoft.com/office/drawing/2014/main" id="{79E7C151-81A6-4CA9-8B46-7163A3939585}"/>
                </a:ext>
              </a:extLst>
            </p:cNvPr>
            <p:cNvSpPr/>
            <p:nvPr/>
          </p:nvSpPr>
          <p:spPr>
            <a:xfrm>
              <a:off x="9243916"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3" name="Rectangle 122">
              <a:extLst>
                <a:ext uri="{FF2B5EF4-FFF2-40B4-BE49-F238E27FC236}">
                  <a16:creationId xmlns:a16="http://schemas.microsoft.com/office/drawing/2014/main" id="{C13371B2-247C-4893-831F-248AF5EDEF0F}"/>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4" name="Rectangle 123">
              <a:extLst>
                <a:ext uri="{FF2B5EF4-FFF2-40B4-BE49-F238E27FC236}">
                  <a16:creationId xmlns:a16="http://schemas.microsoft.com/office/drawing/2014/main" id="{B7EE96ED-1FB3-4724-A510-E0ED95F23260}"/>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5" name="Rectangle 124">
              <a:extLst>
                <a:ext uri="{FF2B5EF4-FFF2-40B4-BE49-F238E27FC236}">
                  <a16:creationId xmlns:a16="http://schemas.microsoft.com/office/drawing/2014/main" id="{6A120DE3-C2E6-4E3F-B187-FC707F7D2965}"/>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grpSp>
      <p:grpSp>
        <p:nvGrpSpPr>
          <p:cNvPr id="126" name="Groupe 125">
            <a:extLst>
              <a:ext uri="{FF2B5EF4-FFF2-40B4-BE49-F238E27FC236}">
                <a16:creationId xmlns:a16="http://schemas.microsoft.com/office/drawing/2014/main" id="{7492EF25-FBA4-451D-99EA-BBF7E092517B}"/>
              </a:ext>
            </a:extLst>
          </p:cNvPr>
          <p:cNvGrpSpPr/>
          <p:nvPr/>
        </p:nvGrpSpPr>
        <p:grpSpPr>
          <a:xfrm>
            <a:off x="1420529" y="4111588"/>
            <a:ext cx="1618049" cy="1201642"/>
            <a:chOff x="4856111" y="1739195"/>
            <a:chExt cx="6696567" cy="4973195"/>
          </a:xfrm>
        </p:grpSpPr>
        <p:pic>
          <p:nvPicPr>
            <p:cNvPr id="127" name="Graphique 126" descr="Sphères de Harvey 100% avec un remplissage uni">
              <a:extLst>
                <a:ext uri="{FF2B5EF4-FFF2-40B4-BE49-F238E27FC236}">
                  <a16:creationId xmlns:a16="http://schemas.microsoft.com/office/drawing/2014/main" id="{F6EC2676-9191-4B4B-8852-D8B82D45127A}"/>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0326" t="10344" r="10326" b="10240"/>
            <a:stretch/>
          </p:blipFill>
          <p:spPr>
            <a:xfrm>
              <a:off x="4856111" y="3574539"/>
              <a:ext cx="1792339" cy="1793874"/>
            </a:xfrm>
            <a:prstGeom prst="rect">
              <a:avLst/>
            </a:prstGeom>
          </p:spPr>
        </p:pic>
        <p:grpSp>
          <p:nvGrpSpPr>
            <p:cNvPr id="129" name="Groupe 128">
              <a:extLst>
                <a:ext uri="{FF2B5EF4-FFF2-40B4-BE49-F238E27FC236}">
                  <a16:creationId xmlns:a16="http://schemas.microsoft.com/office/drawing/2014/main" id="{637F6B16-A26A-4E0D-9F93-224A051D4AC4}"/>
                </a:ext>
              </a:extLst>
            </p:cNvPr>
            <p:cNvGrpSpPr/>
            <p:nvPr/>
          </p:nvGrpSpPr>
          <p:grpSpPr>
            <a:xfrm>
              <a:off x="8201266" y="2889716"/>
              <a:ext cx="1203959" cy="1114429"/>
              <a:chOff x="495541" y="3991241"/>
              <a:chExt cx="1203959" cy="1114429"/>
            </a:xfrm>
          </p:grpSpPr>
          <p:sp>
            <p:nvSpPr>
              <p:cNvPr id="196" name="Rectangle 195">
                <a:extLst>
                  <a:ext uri="{FF2B5EF4-FFF2-40B4-BE49-F238E27FC236}">
                    <a16:creationId xmlns:a16="http://schemas.microsoft.com/office/drawing/2014/main" id="{B930C710-26D6-4F11-91F5-2066F896E089}"/>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197" name="Graphique 196" descr="Utilisateurs avec un remplissage uni">
                <a:extLst>
                  <a:ext uri="{FF2B5EF4-FFF2-40B4-BE49-F238E27FC236}">
                    <a16:creationId xmlns:a16="http://schemas.microsoft.com/office/drawing/2014/main" id="{720E5FB9-7E38-4ECF-A609-D9008B1A524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83195" y="3991241"/>
                <a:ext cx="710146" cy="710146"/>
              </a:xfrm>
              <a:prstGeom prst="rect">
                <a:avLst/>
              </a:prstGeom>
            </p:spPr>
          </p:pic>
        </p:grpSp>
        <p:grpSp>
          <p:nvGrpSpPr>
            <p:cNvPr id="130" name="Groupe 129">
              <a:extLst>
                <a:ext uri="{FF2B5EF4-FFF2-40B4-BE49-F238E27FC236}">
                  <a16:creationId xmlns:a16="http://schemas.microsoft.com/office/drawing/2014/main" id="{EB6E3782-9F74-4DE5-8227-EB9ACAA5FA8F}"/>
                </a:ext>
              </a:extLst>
            </p:cNvPr>
            <p:cNvGrpSpPr/>
            <p:nvPr/>
          </p:nvGrpSpPr>
          <p:grpSpPr>
            <a:xfrm>
              <a:off x="8144116" y="4080387"/>
              <a:ext cx="1203959" cy="1114429"/>
              <a:chOff x="495541" y="3991241"/>
              <a:chExt cx="1203959" cy="1114429"/>
            </a:xfrm>
            <a:solidFill>
              <a:srgbClr val="0683AA"/>
            </a:solidFill>
          </p:grpSpPr>
          <p:sp>
            <p:nvSpPr>
              <p:cNvPr id="194" name="Rectangle 193">
                <a:extLst>
                  <a:ext uri="{FF2B5EF4-FFF2-40B4-BE49-F238E27FC236}">
                    <a16:creationId xmlns:a16="http://schemas.microsoft.com/office/drawing/2014/main" id="{1C23D1B9-468A-4D3D-92BC-46F0AEA35AFE}"/>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195" name="Graphique 194" descr="Utilisateurs avec un remplissage uni">
                <a:extLst>
                  <a:ext uri="{FF2B5EF4-FFF2-40B4-BE49-F238E27FC236}">
                    <a16:creationId xmlns:a16="http://schemas.microsoft.com/office/drawing/2014/main" id="{AD639024-CF9C-4A33-B010-153F8D7D283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83195" y="3991241"/>
                <a:ext cx="710146" cy="710146"/>
              </a:xfrm>
              <a:prstGeom prst="rect">
                <a:avLst/>
              </a:prstGeom>
            </p:spPr>
          </p:pic>
        </p:grpSp>
        <p:grpSp>
          <p:nvGrpSpPr>
            <p:cNvPr id="131" name="Groupe 130">
              <a:extLst>
                <a:ext uri="{FF2B5EF4-FFF2-40B4-BE49-F238E27FC236}">
                  <a16:creationId xmlns:a16="http://schemas.microsoft.com/office/drawing/2014/main" id="{08A4B057-7998-478F-8364-D6283875E1E7}"/>
                </a:ext>
              </a:extLst>
            </p:cNvPr>
            <p:cNvGrpSpPr/>
            <p:nvPr/>
          </p:nvGrpSpPr>
          <p:grpSpPr>
            <a:xfrm>
              <a:off x="7765182" y="5459500"/>
              <a:ext cx="1203959" cy="1114429"/>
              <a:chOff x="495541" y="3991241"/>
              <a:chExt cx="1203959" cy="1114429"/>
            </a:xfrm>
          </p:grpSpPr>
          <p:sp>
            <p:nvSpPr>
              <p:cNvPr id="192" name="Rectangle 191">
                <a:extLst>
                  <a:ext uri="{FF2B5EF4-FFF2-40B4-BE49-F238E27FC236}">
                    <a16:creationId xmlns:a16="http://schemas.microsoft.com/office/drawing/2014/main" id="{1D3FDDF0-38B8-4D69-A7C3-DBBC518138F2}"/>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193" name="Graphique 192" descr="Utilisateurs avec un remplissage uni">
                <a:extLst>
                  <a:ext uri="{FF2B5EF4-FFF2-40B4-BE49-F238E27FC236}">
                    <a16:creationId xmlns:a16="http://schemas.microsoft.com/office/drawing/2014/main" id="{0F1725F0-68D6-45C4-AF93-5695262A33D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83195" y="3991241"/>
                <a:ext cx="710146" cy="710146"/>
              </a:xfrm>
              <a:prstGeom prst="rect">
                <a:avLst/>
              </a:prstGeom>
            </p:spPr>
          </p:pic>
        </p:grpSp>
        <p:grpSp>
          <p:nvGrpSpPr>
            <p:cNvPr id="132" name="Groupe 131">
              <a:extLst>
                <a:ext uri="{FF2B5EF4-FFF2-40B4-BE49-F238E27FC236}">
                  <a16:creationId xmlns:a16="http://schemas.microsoft.com/office/drawing/2014/main" id="{AB97BD3F-7C24-41A0-8879-9CAF0C39043D}"/>
                </a:ext>
              </a:extLst>
            </p:cNvPr>
            <p:cNvGrpSpPr/>
            <p:nvPr/>
          </p:nvGrpSpPr>
          <p:grpSpPr>
            <a:xfrm>
              <a:off x="10040031" y="5626122"/>
              <a:ext cx="1203959" cy="1086268"/>
              <a:chOff x="1844480" y="4004145"/>
              <a:chExt cx="1203959" cy="1086268"/>
            </a:xfrm>
          </p:grpSpPr>
          <p:sp>
            <p:nvSpPr>
              <p:cNvPr id="190" name="Rectangle 189">
                <a:extLst>
                  <a:ext uri="{FF2B5EF4-FFF2-40B4-BE49-F238E27FC236}">
                    <a16:creationId xmlns:a16="http://schemas.microsoft.com/office/drawing/2014/main" id="{417B9E64-1F73-4519-AA06-EBA45A218B90}"/>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endParaRPr>
              </a:p>
            </p:txBody>
          </p:sp>
          <p:pic>
            <p:nvPicPr>
              <p:cNvPr id="191" name="Graphique 190" descr="Utilisateurs avec un remplissage uni">
                <a:extLst>
                  <a:ext uri="{FF2B5EF4-FFF2-40B4-BE49-F238E27FC236}">
                    <a16:creationId xmlns:a16="http://schemas.microsoft.com/office/drawing/2014/main" id="{BF460FAC-EDC5-4A80-9E52-C57ACCEA7DB5}"/>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091386" y="4004145"/>
                <a:ext cx="710146" cy="710146"/>
              </a:xfrm>
              <a:prstGeom prst="rect">
                <a:avLst/>
              </a:prstGeom>
            </p:spPr>
          </p:pic>
        </p:grpSp>
        <p:grpSp>
          <p:nvGrpSpPr>
            <p:cNvPr id="133" name="Groupe 132">
              <a:extLst>
                <a:ext uri="{FF2B5EF4-FFF2-40B4-BE49-F238E27FC236}">
                  <a16:creationId xmlns:a16="http://schemas.microsoft.com/office/drawing/2014/main" id="{0EDB9673-C09B-407F-97A3-333684C0815C}"/>
                </a:ext>
              </a:extLst>
            </p:cNvPr>
            <p:cNvGrpSpPr/>
            <p:nvPr/>
          </p:nvGrpSpPr>
          <p:grpSpPr>
            <a:xfrm>
              <a:off x="10348719" y="4140742"/>
              <a:ext cx="1203959" cy="1086268"/>
              <a:chOff x="1844480" y="4004145"/>
              <a:chExt cx="1203959" cy="1086268"/>
            </a:xfrm>
          </p:grpSpPr>
          <p:sp>
            <p:nvSpPr>
              <p:cNvPr id="188" name="Rectangle 187">
                <a:extLst>
                  <a:ext uri="{FF2B5EF4-FFF2-40B4-BE49-F238E27FC236}">
                    <a16:creationId xmlns:a16="http://schemas.microsoft.com/office/drawing/2014/main" id="{54A64524-54B2-4A03-9EA5-94C79D25BCB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endParaRPr>
              </a:p>
            </p:txBody>
          </p:sp>
          <p:pic>
            <p:nvPicPr>
              <p:cNvPr id="189" name="Graphique 188" descr="Utilisateurs avec un remplissage uni">
                <a:extLst>
                  <a:ext uri="{FF2B5EF4-FFF2-40B4-BE49-F238E27FC236}">
                    <a16:creationId xmlns:a16="http://schemas.microsoft.com/office/drawing/2014/main" id="{AD77B965-404D-4A3D-9E73-1BCE7110EFDD}"/>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091386" y="4004145"/>
                <a:ext cx="710146" cy="710146"/>
              </a:xfrm>
              <a:prstGeom prst="rect">
                <a:avLst/>
              </a:prstGeom>
            </p:spPr>
          </p:pic>
        </p:grpSp>
        <p:pic>
          <p:nvPicPr>
            <p:cNvPr id="186" name="Graphique 185" descr="Utilisateur avec un remplissage uni">
              <a:extLst>
                <a:ext uri="{FF2B5EF4-FFF2-40B4-BE49-F238E27FC236}">
                  <a16:creationId xmlns:a16="http://schemas.microsoft.com/office/drawing/2014/main" id="{8DB735BA-FC6F-4D76-BAC4-5B9DDCF45AC8}"/>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7451137" y="1940358"/>
              <a:ext cx="634194" cy="634194"/>
            </a:xfrm>
            <a:prstGeom prst="rect">
              <a:avLst/>
            </a:prstGeom>
          </p:spPr>
        </p:pic>
        <p:grpSp>
          <p:nvGrpSpPr>
            <p:cNvPr id="135" name="Groupe 134">
              <a:extLst>
                <a:ext uri="{FF2B5EF4-FFF2-40B4-BE49-F238E27FC236}">
                  <a16:creationId xmlns:a16="http://schemas.microsoft.com/office/drawing/2014/main" id="{DAF853B2-E765-4464-A85B-7BDBDFA55A05}"/>
                </a:ext>
              </a:extLst>
            </p:cNvPr>
            <p:cNvGrpSpPr/>
            <p:nvPr/>
          </p:nvGrpSpPr>
          <p:grpSpPr>
            <a:xfrm>
              <a:off x="10058713" y="1739195"/>
              <a:ext cx="1203959" cy="1086268"/>
              <a:chOff x="1844480" y="4004145"/>
              <a:chExt cx="1203959" cy="1086268"/>
            </a:xfrm>
          </p:grpSpPr>
          <p:sp>
            <p:nvSpPr>
              <p:cNvPr id="151" name="Rectangle 150">
                <a:extLst>
                  <a:ext uri="{FF2B5EF4-FFF2-40B4-BE49-F238E27FC236}">
                    <a16:creationId xmlns:a16="http://schemas.microsoft.com/office/drawing/2014/main" id="{AA06EBC8-0AFF-4687-B620-CF3EC308BC6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endParaRPr>
              </a:p>
            </p:txBody>
          </p:sp>
          <p:pic>
            <p:nvPicPr>
              <p:cNvPr id="152" name="Graphique 151" descr="Utilisateurs avec un remplissage uni">
                <a:extLst>
                  <a:ext uri="{FF2B5EF4-FFF2-40B4-BE49-F238E27FC236}">
                    <a16:creationId xmlns:a16="http://schemas.microsoft.com/office/drawing/2014/main" id="{ADA7894C-F9C4-4288-811A-E7929BCA4AF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091386" y="4004145"/>
                <a:ext cx="710146" cy="710146"/>
              </a:xfrm>
              <a:prstGeom prst="rect">
                <a:avLst/>
              </a:prstGeom>
            </p:spPr>
          </p:pic>
        </p:grpSp>
        <p:pic>
          <p:nvPicPr>
            <p:cNvPr id="149" name="Graphique 148" descr="Utilisateur avec un remplissage uni">
              <a:extLst>
                <a:ext uri="{FF2B5EF4-FFF2-40B4-BE49-F238E27FC236}">
                  <a16:creationId xmlns:a16="http://schemas.microsoft.com/office/drawing/2014/main" id="{A108329F-6CC6-4F92-B707-9BD3DC3B83E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324912" y="3254927"/>
              <a:ext cx="634194" cy="634194"/>
            </a:xfrm>
            <a:prstGeom prst="rect">
              <a:avLst/>
            </a:prstGeom>
          </p:spPr>
        </p:pic>
        <p:sp>
          <p:nvSpPr>
            <p:cNvPr id="137" name="Flèche : droite 136">
              <a:extLst>
                <a:ext uri="{FF2B5EF4-FFF2-40B4-BE49-F238E27FC236}">
                  <a16:creationId xmlns:a16="http://schemas.microsoft.com/office/drawing/2014/main" id="{0F1F7299-D564-4EBB-950B-DD1623179C7F}"/>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38" name="Flèche : droite 137">
              <a:extLst>
                <a:ext uri="{FF2B5EF4-FFF2-40B4-BE49-F238E27FC236}">
                  <a16:creationId xmlns:a16="http://schemas.microsoft.com/office/drawing/2014/main" id="{B1FE98E7-392C-48E2-8F68-E18A049B0271}"/>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39" name="Flèche : droite 138">
              <a:extLst>
                <a:ext uri="{FF2B5EF4-FFF2-40B4-BE49-F238E27FC236}">
                  <a16:creationId xmlns:a16="http://schemas.microsoft.com/office/drawing/2014/main" id="{B7136CAD-88E8-45C8-BCE3-1A1FE4996CD9}"/>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40" name="Flèche : droite 139">
              <a:extLst>
                <a:ext uri="{FF2B5EF4-FFF2-40B4-BE49-F238E27FC236}">
                  <a16:creationId xmlns:a16="http://schemas.microsoft.com/office/drawing/2014/main" id="{8E2EDCCF-263E-4FED-9169-397123EAE1F6}"/>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41" name="Flèche : droite 140">
              <a:extLst>
                <a:ext uri="{FF2B5EF4-FFF2-40B4-BE49-F238E27FC236}">
                  <a16:creationId xmlns:a16="http://schemas.microsoft.com/office/drawing/2014/main" id="{3F84FDF7-BFAD-45B2-A8F0-DEB94F3CB283}"/>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42" name="Flèche : droite 141">
              <a:extLst>
                <a:ext uri="{FF2B5EF4-FFF2-40B4-BE49-F238E27FC236}">
                  <a16:creationId xmlns:a16="http://schemas.microsoft.com/office/drawing/2014/main" id="{A0B54517-F6B2-4C0D-8E28-01F1F7A21B5F}"/>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sp>
          <p:nvSpPr>
            <p:cNvPr id="143" name="Flèche : droite 142">
              <a:extLst>
                <a:ext uri="{FF2B5EF4-FFF2-40B4-BE49-F238E27FC236}">
                  <a16:creationId xmlns:a16="http://schemas.microsoft.com/office/drawing/2014/main" id="{F01D3F3A-A1B3-46F3-8043-C8C523B014B8}"/>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sp>
          <p:nvSpPr>
            <p:cNvPr id="144" name="Flèche : droite 143">
              <a:extLst>
                <a:ext uri="{FF2B5EF4-FFF2-40B4-BE49-F238E27FC236}">
                  <a16:creationId xmlns:a16="http://schemas.microsoft.com/office/drawing/2014/main" id="{D9FE7BD3-1CA1-47CF-8019-04A9045DA9B4}"/>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sp>
          <p:nvSpPr>
            <p:cNvPr id="145" name="Flèche : droite 144">
              <a:extLst>
                <a:ext uri="{FF2B5EF4-FFF2-40B4-BE49-F238E27FC236}">
                  <a16:creationId xmlns:a16="http://schemas.microsoft.com/office/drawing/2014/main" id="{A44AC7FF-A7ED-4780-BC7C-71B82E5753EE}"/>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pic>
          <p:nvPicPr>
            <p:cNvPr id="146" name="Graphique 145" descr="Utilisateur avec un remplissage uni">
              <a:extLst>
                <a:ext uri="{FF2B5EF4-FFF2-40B4-BE49-F238E27FC236}">
                  <a16:creationId xmlns:a16="http://schemas.microsoft.com/office/drawing/2014/main" id="{ABC11953-5B91-4A10-A34E-CD5BE26494EF}"/>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199066" y="3752255"/>
              <a:ext cx="410445" cy="410445"/>
            </a:xfrm>
            <a:prstGeom prst="rect">
              <a:avLst/>
            </a:prstGeom>
          </p:spPr>
        </p:pic>
        <p:pic>
          <p:nvPicPr>
            <p:cNvPr id="147" name="Graphique 146" descr="Utilisateur avec un remplissage uni">
              <a:extLst>
                <a:ext uri="{FF2B5EF4-FFF2-40B4-BE49-F238E27FC236}">
                  <a16:creationId xmlns:a16="http://schemas.microsoft.com/office/drawing/2014/main" id="{2DE17752-A064-4A74-849A-17FC556168B0}"/>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7997464" y="4944818"/>
              <a:ext cx="410445" cy="410445"/>
            </a:xfrm>
            <a:prstGeom prst="rect">
              <a:avLst/>
            </a:prstGeom>
          </p:spPr>
        </p:pic>
        <p:pic>
          <p:nvPicPr>
            <p:cNvPr id="148" name="Graphique 147" descr="Utilisateur avec un remplissage uni">
              <a:extLst>
                <a:ext uri="{FF2B5EF4-FFF2-40B4-BE49-F238E27FC236}">
                  <a16:creationId xmlns:a16="http://schemas.microsoft.com/office/drawing/2014/main" id="{25010774-0452-4323-9121-7C1EC2A44C88}"/>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0985327" y="2533953"/>
              <a:ext cx="410445" cy="410445"/>
            </a:xfrm>
            <a:prstGeom prst="rect">
              <a:avLst/>
            </a:prstGeom>
          </p:spPr>
        </p:pic>
      </p:grpSp>
      <p:grpSp>
        <p:nvGrpSpPr>
          <p:cNvPr id="3" name="Groupe 2">
            <a:extLst>
              <a:ext uri="{FF2B5EF4-FFF2-40B4-BE49-F238E27FC236}">
                <a16:creationId xmlns:a16="http://schemas.microsoft.com/office/drawing/2014/main" id="{FE14B718-E7ED-4394-9888-BF039280BDA1}"/>
              </a:ext>
            </a:extLst>
          </p:cNvPr>
          <p:cNvGrpSpPr/>
          <p:nvPr/>
        </p:nvGrpSpPr>
        <p:grpSpPr>
          <a:xfrm>
            <a:off x="9351431" y="3918129"/>
            <a:ext cx="1423632" cy="1509929"/>
            <a:chOff x="6900539" y="986484"/>
            <a:chExt cx="5204718" cy="5520217"/>
          </a:xfrm>
        </p:grpSpPr>
        <p:sp>
          <p:nvSpPr>
            <p:cNvPr id="187" name="Rectangle 186">
              <a:extLst>
                <a:ext uri="{FF2B5EF4-FFF2-40B4-BE49-F238E27FC236}">
                  <a16:creationId xmlns:a16="http://schemas.microsoft.com/office/drawing/2014/main" id="{119F8547-B7E2-4C0F-9FED-AF2B4883B0D6}"/>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Root Motivation</a:t>
              </a:r>
            </a:p>
          </p:txBody>
        </p:sp>
        <p:sp>
          <p:nvSpPr>
            <p:cNvPr id="198" name="Rectangle 197">
              <a:extLst>
                <a:ext uri="{FF2B5EF4-FFF2-40B4-BE49-F238E27FC236}">
                  <a16:creationId xmlns:a16="http://schemas.microsoft.com/office/drawing/2014/main" id="{BB215A08-8CBF-428D-AA8A-B89187CA1908}"/>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199" name="Rectangle 198">
              <a:extLst>
                <a:ext uri="{FF2B5EF4-FFF2-40B4-BE49-F238E27FC236}">
                  <a16:creationId xmlns:a16="http://schemas.microsoft.com/office/drawing/2014/main" id="{AB49DAD4-CBCD-4458-8985-8FAE9D706ED1}"/>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sp>
          <p:nvSpPr>
            <p:cNvPr id="200" name="Rectangle 199">
              <a:extLst>
                <a:ext uri="{FF2B5EF4-FFF2-40B4-BE49-F238E27FC236}">
                  <a16:creationId xmlns:a16="http://schemas.microsoft.com/office/drawing/2014/main" id="{15237684-2207-449B-B60E-1F529DBA3A4B}"/>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Motivation</a:t>
              </a:r>
            </a:p>
          </p:txBody>
        </p:sp>
        <p:sp>
          <p:nvSpPr>
            <p:cNvPr id="201" name="Rectangle 200">
              <a:extLst>
                <a:ext uri="{FF2B5EF4-FFF2-40B4-BE49-F238E27FC236}">
                  <a16:creationId xmlns:a16="http://schemas.microsoft.com/office/drawing/2014/main" id="{35177DE5-8147-4C9A-A3DA-96E7540B15AE}"/>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202" name="Rectangle 201">
              <a:extLst>
                <a:ext uri="{FF2B5EF4-FFF2-40B4-BE49-F238E27FC236}">
                  <a16:creationId xmlns:a16="http://schemas.microsoft.com/office/drawing/2014/main" id="{7B251975-264D-4D46-94DB-6EAFF1395E0D}"/>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203" name="Rectangle 202">
              <a:extLst>
                <a:ext uri="{FF2B5EF4-FFF2-40B4-BE49-F238E27FC236}">
                  <a16:creationId xmlns:a16="http://schemas.microsoft.com/office/drawing/2014/main" id="{61435256-9386-4709-A793-A7D66D0EC760}"/>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204" name="Rectangle 203">
              <a:extLst>
                <a:ext uri="{FF2B5EF4-FFF2-40B4-BE49-F238E27FC236}">
                  <a16:creationId xmlns:a16="http://schemas.microsoft.com/office/drawing/2014/main" id="{C4D9BD3F-4ADD-44E4-B235-358C785835A0}"/>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Motivation</a:t>
              </a:r>
            </a:p>
          </p:txBody>
        </p:sp>
        <p:sp>
          <p:nvSpPr>
            <p:cNvPr id="205" name="Rectangle 204">
              <a:extLst>
                <a:ext uri="{FF2B5EF4-FFF2-40B4-BE49-F238E27FC236}">
                  <a16:creationId xmlns:a16="http://schemas.microsoft.com/office/drawing/2014/main" id="{A379E002-0EF8-4B46-B28A-DE3FCD34A949}"/>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206" name="Rectangle 205">
              <a:extLst>
                <a:ext uri="{FF2B5EF4-FFF2-40B4-BE49-F238E27FC236}">
                  <a16:creationId xmlns:a16="http://schemas.microsoft.com/office/drawing/2014/main" id="{A43AA990-9E81-4130-8BAB-D9005EC16139}"/>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sp>
          <p:nvSpPr>
            <p:cNvPr id="207" name="Rectangle 206">
              <a:extLst>
                <a:ext uri="{FF2B5EF4-FFF2-40B4-BE49-F238E27FC236}">
                  <a16:creationId xmlns:a16="http://schemas.microsoft.com/office/drawing/2014/main" id="{9CCE5B3B-8A4F-424E-B35D-849743982574}"/>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sp>
          <p:nvSpPr>
            <p:cNvPr id="208" name="Rectangle 207">
              <a:extLst>
                <a:ext uri="{FF2B5EF4-FFF2-40B4-BE49-F238E27FC236}">
                  <a16:creationId xmlns:a16="http://schemas.microsoft.com/office/drawing/2014/main" id="{602A743C-BB4D-4ACC-A358-3D11D84F7977}"/>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Motivation</a:t>
              </a:r>
            </a:p>
          </p:txBody>
        </p:sp>
        <p:sp>
          <p:nvSpPr>
            <p:cNvPr id="209" name="Rectangle 208">
              <a:extLst>
                <a:ext uri="{FF2B5EF4-FFF2-40B4-BE49-F238E27FC236}">
                  <a16:creationId xmlns:a16="http://schemas.microsoft.com/office/drawing/2014/main" id="{8A2C3534-27C9-4DFA-A2D1-E530CCAA4DDD}"/>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cxnSp>
          <p:nvCxnSpPr>
            <p:cNvPr id="210" name="Connecteur droit avec flèche 209">
              <a:extLst>
                <a:ext uri="{FF2B5EF4-FFF2-40B4-BE49-F238E27FC236}">
                  <a16:creationId xmlns:a16="http://schemas.microsoft.com/office/drawing/2014/main" id="{C43F2EAD-19D5-4AF5-B9A1-0FF2EC412D5C}"/>
                </a:ext>
              </a:extLst>
            </p:cNvPr>
            <p:cNvCxnSpPr>
              <a:cxnSpLocks/>
              <a:endCxn id="199"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1" name="Connecteur droit avec flèche 210">
              <a:extLst>
                <a:ext uri="{FF2B5EF4-FFF2-40B4-BE49-F238E27FC236}">
                  <a16:creationId xmlns:a16="http://schemas.microsoft.com/office/drawing/2014/main" id="{F6F66D94-0F26-4972-84A9-FDCCB2737CA0}"/>
                </a:ext>
              </a:extLst>
            </p:cNvPr>
            <p:cNvCxnSpPr>
              <a:cxnSpLocks/>
              <a:stCxn id="187"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2" name="Connecteur droit avec flèche 211">
              <a:extLst>
                <a:ext uri="{FF2B5EF4-FFF2-40B4-BE49-F238E27FC236}">
                  <a16:creationId xmlns:a16="http://schemas.microsoft.com/office/drawing/2014/main" id="{19525D97-A315-4E6F-A899-EF173372C7C9}"/>
                </a:ext>
              </a:extLst>
            </p:cNvPr>
            <p:cNvCxnSpPr>
              <a:cxnSpLocks/>
              <a:stCxn id="187" idx="0"/>
              <a:endCxn id="201"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3" name="Connecteur droit avec flèche 212">
              <a:extLst>
                <a:ext uri="{FF2B5EF4-FFF2-40B4-BE49-F238E27FC236}">
                  <a16:creationId xmlns:a16="http://schemas.microsoft.com/office/drawing/2014/main" id="{039605D0-88AB-437B-9F8D-A93144D1634F}"/>
                </a:ext>
              </a:extLst>
            </p:cNvPr>
            <p:cNvCxnSpPr>
              <a:cxnSpLocks/>
              <a:stCxn id="187" idx="0"/>
              <a:endCxn id="202"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4" name="Connecteur droit avec flèche 213">
              <a:extLst>
                <a:ext uri="{FF2B5EF4-FFF2-40B4-BE49-F238E27FC236}">
                  <a16:creationId xmlns:a16="http://schemas.microsoft.com/office/drawing/2014/main" id="{581583ED-3973-4991-9AF4-54AF0D639331}"/>
                </a:ext>
              </a:extLst>
            </p:cNvPr>
            <p:cNvCxnSpPr>
              <a:cxnSpLocks/>
              <a:stCxn id="202" idx="0"/>
              <a:endCxn id="209"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5" name="Connecteur droit avec flèche 214">
              <a:extLst>
                <a:ext uri="{FF2B5EF4-FFF2-40B4-BE49-F238E27FC236}">
                  <a16:creationId xmlns:a16="http://schemas.microsoft.com/office/drawing/2014/main" id="{2D98C83F-94F9-4B01-8B26-75B60A38BC70}"/>
                </a:ext>
              </a:extLst>
            </p:cNvPr>
            <p:cNvCxnSpPr>
              <a:cxnSpLocks/>
              <a:stCxn id="199" idx="0"/>
              <a:endCxn id="200"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6" name="Connecteur droit avec flèche 215">
              <a:extLst>
                <a:ext uri="{FF2B5EF4-FFF2-40B4-BE49-F238E27FC236}">
                  <a16:creationId xmlns:a16="http://schemas.microsoft.com/office/drawing/2014/main" id="{D94DCEE1-B276-4695-A04F-CDD0F73B7145}"/>
                </a:ext>
              </a:extLst>
            </p:cNvPr>
            <p:cNvCxnSpPr>
              <a:cxnSpLocks/>
              <a:stCxn id="200" idx="0"/>
              <a:endCxn id="203"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7" name="Connecteur droit avec flèche 216">
              <a:extLst>
                <a:ext uri="{FF2B5EF4-FFF2-40B4-BE49-F238E27FC236}">
                  <a16:creationId xmlns:a16="http://schemas.microsoft.com/office/drawing/2014/main" id="{5A313353-9E32-4C97-A6E9-39D475B19541}"/>
                </a:ext>
              </a:extLst>
            </p:cNvPr>
            <p:cNvCxnSpPr>
              <a:cxnSpLocks/>
              <a:stCxn id="203" idx="0"/>
              <a:endCxn id="204"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8" name="Connecteur droit avec flèche 217">
              <a:extLst>
                <a:ext uri="{FF2B5EF4-FFF2-40B4-BE49-F238E27FC236}">
                  <a16:creationId xmlns:a16="http://schemas.microsoft.com/office/drawing/2014/main" id="{DF1369FB-FCE0-4F3F-AE31-B8CBCD31CFFC}"/>
                </a:ext>
              </a:extLst>
            </p:cNvPr>
            <p:cNvCxnSpPr>
              <a:cxnSpLocks/>
              <a:stCxn id="204" idx="0"/>
              <a:endCxn id="227"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9" name="Connecteur droit avec flèche 218">
              <a:extLst>
                <a:ext uri="{FF2B5EF4-FFF2-40B4-BE49-F238E27FC236}">
                  <a16:creationId xmlns:a16="http://schemas.microsoft.com/office/drawing/2014/main" id="{489655B1-DED9-4820-A318-03D9D9C2A972}"/>
                </a:ext>
              </a:extLst>
            </p:cNvPr>
            <p:cNvCxnSpPr>
              <a:cxnSpLocks/>
              <a:stCxn id="200" idx="0"/>
              <a:endCxn id="205"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0" name="Connecteur droit avec flèche 219">
              <a:extLst>
                <a:ext uri="{FF2B5EF4-FFF2-40B4-BE49-F238E27FC236}">
                  <a16:creationId xmlns:a16="http://schemas.microsoft.com/office/drawing/2014/main" id="{C96B087F-C325-4A8D-B46D-C09780C4AF79}"/>
                </a:ext>
              </a:extLst>
            </p:cNvPr>
            <p:cNvCxnSpPr>
              <a:cxnSpLocks/>
              <a:stCxn id="205" idx="0"/>
              <a:endCxn id="206"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1" name="Connecteur droit avec flèche 220">
              <a:extLst>
                <a:ext uri="{FF2B5EF4-FFF2-40B4-BE49-F238E27FC236}">
                  <a16:creationId xmlns:a16="http://schemas.microsoft.com/office/drawing/2014/main" id="{FE1AF577-C3F2-4BCE-BFCD-20A95F5F7932}"/>
                </a:ext>
              </a:extLst>
            </p:cNvPr>
            <p:cNvCxnSpPr>
              <a:cxnSpLocks/>
              <a:stCxn id="206" idx="0"/>
              <a:endCxn id="207"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2" name="Connecteur droit avec flèche 221">
              <a:extLst>
                <a:ext uri="{FF2B5EF4-FFF2-40B4-BE49-F238E27FC236}">
                  <a16:creationId xmlns:a16="http://schemas.microsoft.com/office/drawing/2014/main" id="{8DDC9B54-4F13-47C5-B890-7D3FAE1366FC}"/>
                </a:ext>
              </a:extLst>
            </p:cNvPr>
            <p:cNvCxnSpPr>
              <a:cxnSpLocks/>
              <a:stCxn id="207" idx="0"/>
              <a:endCxn id="208"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3" name="Rectangle 222">
              <a:extLst>
                <a:ext uri="{FF2B5EF4-FFF2-40B4-BE49-F238E27FC236}">
                  <a16:creationId xmlns:a16="http://schemas.microsoft.com/office/drawing/2014/main" id="{6B686BC2-D851-4081-810A-BD075C6574DB}"/>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cxnSp>
          <p:nvCxnSpPr>
            <p:cNvPr id="224" name="Connecteur droit avec flèche 223">
              <a:extLst>
                <a:ext uri="{FF2B5EF4-FFF2-40B4-BE49-F238E27FC236}">
                  <a16:creationId xmlns:a16="http://schemas.microsoft.com/office/drawing/2014/main" id="{67CAB7AE-EAEA-43EB-9789-728CDD3D8BCC}"/>
                </a:ext>
              </a:extLst>
            </p:cNvPr>
            <p:cNvCxnSpPr>
              <a:cxnSpLocks/>
              <a:stCxn id="205" idx="0"/>
              <a:endCxn id="223"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5" name="Rectangle 224">
              <a:extLst>
                <a:ext uri="{FF2B5EF4-FFF2-40B4-BE49-F238E27FC236}">
                  <a16:creationId xmlns:a16="http://schemas.microsoft.com/office/drawing/2014/main" id="{10C0D416-1484-419E-A5C5-CAD46152A914}"/>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Motivation</a:t>
              </a:r>
            </a:p>
          </p:txBody>
        </p:sp>
        <p:cxnSp>
          <p:nvCxnSpPr>
            <p:cNvPr id="226" name="Connecteur droit avec flèche 225">
              <a:extLst>
                <a:ext uri="{FF2B5EF4-FFF2-40B4-BE49-F238E27FC236}">
                  <a16:creationId xmlns:a16="http://schemas.microsoft.com/office/drawing/2014/main" id="{5F49D0C7-DC11-4D66-B2E2-8DA5DC1687F3}"/>
                </a:ext>
              </a:extLst>
            </p:cNvPr>
            <p:cNvCxnSpPr>
              <a:cxnSpLocks/>
              <a:stCxn id="199" idx="0"/>
              <a:endCxn id="225"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7" name="Rectangle 226">
              <a:extLst>
                <a:ext uri="{FF2B5EF4-FFF2-40B4-BE49-F238E27FC236}">
                  <a16:creationId xmlns:a16="http://schemas.microsoft.com/office/drawing/2014/main" id="{8B33A708-4ADB-4FC5-A38C-80B0E51F6613}"/>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grpSp>
      <p:pic>
        <p:nvPicPr>
          <p:cNvPr id="228" name="Graphique 227" descr="Poumons avec un remplissage uni">
            <a:extLst>
              <a:ext uri="{FF2B5EF4-FFF2-40B4-BE49-F238E27FC236}">
                <a16:creationId xmlns:a16="http://schemas.microsoft.com/office/drawing/2014/main" id="{4F9071FE-ED19-541F-9627-1B3AA185084E}"/>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t="16884"/>
          <a:stretch/>
        </p:blipFill>
        <p:spPr>
          <a:xfrm>
            <a:off x="6001627" y="3514405"/>
            <a:ext cx="730448" cy="607118"/>
          </a:xfrm>
          <a:prstGeom prst="rect">
            <a:avLst/>
          </a:prstGeom>
        </p:spPr>
      </p:pic>
    </p:spTree>
    <p:extLst>
      <p:ext uri="{BB962C8B-B14F-4D97-AF65-F5344CB8AC3E}">
        <p14:creationId xmlns:p14="http://schemas.microsoft.com/office/powerpoint/2010/main" val="1874237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38836D63-6DFE-46AB-94A1-E6206E2D3EB9}"/>
              </a:ext>
            </a:extLst>
          </p:cNvPr>
          <p:cNvSpPr>
            <a:spLocks noGrp="1"/>
          </p:cNvSpPr>
          <p:nvPr>
            <p:ph type="title"/>
          </p:nvPr>
        </p:nvSpPr>
        <p:spPr/>
        <p:txBody>
          <a:bodyPr/>
          <a:lstStyle/>
          <a:p>
            <a:r>
              <a:rPr lang="en-US" dirty="0"/>
              <a:t>Target effect of each </a:t>
            </a:r>
            <a:r>
              <a:rPr lang="en-US" dirty="0" err="1"/>
              <a:t>subworkshop</a:t>
            </a:r>
            <a:endParaRPr lang="en-US" dirty="0"/>
          </a:p>
        </p:txBody>
      </p:sp>
      <p:grpSp>
        <p:nvGrpSpPr>
          <p:cNvPr id="6" name="Groupe 5">
            <a:extLst>
              <a:ext uri="{FF2B5EF4-FFF2-40B4-BE49-F238E27FC236}">
                <a16:creationId xmlns:a16="http://schemas.microsoft.com/office/drawing/2014/main" id="{F81F2C56-FC5C-42EB-A91F-4A356A30D949}"/>
              </a:ext>
            </a:extLst>
          </p:cNvPr>
          <p:cNvGrpSpPr/>
          <p:nvPr/>
        </p:nvGrpSpPr>
        <p:grpSpPr>
          <a:xfrm>
            <a:off x="1127051" y="1528302"/>
            <a:ext cx="2328941" cy="1090103"/>
            <a:chOff x="463550" y="1420160"/>
            <a:chExt cx="11264900" cy="5272740"/>
          </a:xfrm>
        </p:grpSpPr>
        <p:sp>
          <p:nvSpPr>
            <p:cNvPr id="7" name="Trapèze 6">
              <a:extLst>
                <a:ext uri="{FF2B5EF4-FFF2-40B4-BE49-F238E27FC236}">
                  <a16:creationId xmlns:a16="http://schemas.microsoft.com/office/drawing/2014/main" id="{4743612D-0E95-4FA6-A892-6C5B65B9E761}"/>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b="1" dirty="0"/>
                <a:t>CAUSE</a:t>
              </a:r>
            </a:p>
          </p:txBody>
        </p:sp>
        <p:sp>
          <p:nvSpPr>
            <p:cNvPr id="8" name="Triangle isocèle 7">
              <a:extLst>
                <a:ext uri="{FF2B5EF4-FFF2-40B4-BE49-F238E27FC236}">
                  <a16:creationId xmlns:a16="http://schemas.microsoft.com/office/drawing/2014/main" id="{A71530D7-CB14-43CF-BBDC-05205DB884C2}"/>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a:t>GREAT GOAL</a:t>
              </a:r>
            </a:p>
            <a:p>
              <a:pPr algn="ctr"/>
              <a:endParaRPr lang="en-US" sz="600" dirty="0"/>
            </a:p>
          </p:txBody>
        </p:sp>
        <p:grpSp>
          <p:nvGrpSpPr>
            <p:cNvPr id="9" name="Groupe 8">
              <a:extLst>
                <a:ext uri="{FF2B5EF4-FFF2-40B4-BE49-F238E27FC236}">
                  <a16:creationId xmlns:a16="http://schemas.microsoft.com/office/drawing/2014/main" id="{4A81CFD3-AF2F-4A32-934F-C5B9B0BB3FE9}"/>
                </a:ext>
              </a:extLst>
            </p:cNvPr>
            <p:cNvGrpSpPr/>
            <p:nvPr/>
          </p:nvGrpSpPr>
          <p:grpSpPr>
            <a:xfrm>
              <a:off x="1527175" y="3040767"/>
              <a:ext cx="9137650" cy="1969383"/>
              <a:chOff x="1644650" y="3040767"/>
              <a:chExt cx="9137650" cy="1907219"/>
            </a:xfrm>
          </p:grpSpPr>
          <p:sp>
            <p:nvSpPr>
              <p:cNvPr id="12" name="Trapèze 11">
                <a:extLst>
                  <a:ext uri="{FF2B5EF4-FFF2-40B4-BE49-F238E27FC236}">
                    <a16:creationId xmlns:a16="http://schemas.microsoft.com/office/drawing/2014/main" id="{3AC45F21-4A70-4345-A9A3-08D7B8969937}"/>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BAD MEMORIES</a:t>
                </a:r>
                <a:endParaRPr lang="en-US" sz="300" dirty="0"/>
              </a:p>
            </p:txBody>
          </p:sp>
          <p:sp>
            <p:nvSpPr>
              <p:cNvPr id="13" name="Trapèze 12">
                <a:extLst>
                  <a:ext uri="{FF2B5EF4-FFF2-40B4-BE49-F238E27FC236}">
                    <a16:creationId xmlns:a16="http://schemas.microsoft.com/office/drawing/2014/main" id="{E168BC59-16B7-45CD-B3DA-278835C61955}"/>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WRONG STORIES</a:t>
                </a:r>
              </a:p>
            </p:txBody>
          </p:sp>
          <p:sp>
            <p:nvSpPr>
              <p:cNvPr id="14" name="Trapèze 13">
                <a:extLst>
                  <a:ext uri="{FF2B5EF4-FFF2-40B4-BE49-F238E27FC236}">
                    <a16:creationId xmlns:a16="http://schemas.microsoft.com/office/drawing/2014/main" id="{1BF4DF4C-F19E-4C2B-80B6-86E9FDF7E913}"/>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GOOD MEMORIES</a:t>
                </a:r>
                <a:endParaRPr lang="en-US" sz="300" dirty="0"/>
              </a:p>
            </p:txBody>
          </p:sp>
          <p:sp>
            <p:nvSpPr>
              <p:cNvPr id="15" name="Trapèze 14">
                <a:extLst>
                  <a:ext uri="{FF2B5EF4-FFF2-40B4-BE49-F238E27FC236}">
                    <a16:creationId xmlns:a16="http://schemas.microsoft.com/office/drawing/2014/main" id="{47FDFEDF-F2F2-4825-A4C1-32EA65A2B2EA}"/>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IDEAL STORIES</a:t>
                </a:r>
              </a:p>
            </p:txBody>
          </p:sp>
        </p:grpSp>
        <p:sp>
          <p:nvSpPr>
            <p:cNvPr id="10" name="Triangle isocèle 9">
              <a:extLst>
                <a:ext uri="{FF2B5EF4-FFF2-40B4-BE49-F238E27FC236}">
                  <a16:creationId xmlns:a16="http://schemas.microsoft.com/office/drawing/2014/main" id="{A58BB35F-7816-44D4-B00F-3E5D81E27EAE}"/>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11" name="ZoneTexte 10">
              <a:extLst>
                <a:ext uri="{FF2B5EF4-FFF2-40B4-BE49-F238E27FC236}">
                  <a16:creationId xmlns:a16="http://schemas.microsoft.com/office/drawing/2014/main" id="{302820B5-91C0-4193-AD45-F3968FA0F56C}"/>
                </a:ext>
              </a:extLst>
            </p:cNvPr>
            <p:cNvSpPr txBox="1"/>
            <p:nvPr/>
          </p:nvSpPr>
          <p:spPr>
            <a:xfrm>
              <a:off x="4952497" y="3044170"/>
              <a:ext cx="2287007" cy="744344"/>
            </a:xfrm>
            <a:prstGeom prst="rect">
              <a:avLst/>
            </a:prstGeom>
            <a:noFill/>
          </p:spPr>
          <p:txBody>
            <a:bodyPr wrap="square">
              <a:spAutoFit/>
            </a:bodyPr>
            <a:lstStyle/>
            <a:p>
              <a:pPr algn="ctr"/>
              <a:r>
                <a:rPr lang="en-US" sz="400" b="1" dirty="0"/>
                <a:t>CONDITIONS</a:t>
              </a:r>
            </a:p>
          </p:txBody>
        </p:sp>
      </p:grpSp>
      <p:grpSp>
        <p:nvGrpSpPr>
          <p:cNvPr id="173" name="Groupe 172">
            <a:extLst>
              <a:ext uri="{FF2B5EF4-FFF2-40B4-BE49-F238E27FC236}">
                <a16:creationId xmlns:a16="http://schemas.microsoft.com/office/drawing/2014/main" id="{36C573ED-2DDD-45A0-8ECD-8441E6290E94}"/>
              </a:ext>
            </a:extLst>
          </p:cNvPr>
          <p:cNvGrpSpPr/>
          <p:nvPr/>
        </p:nvGrpSpPr>
        <p:grpSpPr>
          <a:xfrm>
            <a:off x="4719990" y="1510081"/>
            <a:ext cx="3001901" cy="1119025"/>
            <a:chOff x="7527020" y="2036345"/>
            <a:chExt cx="3826780" cy="1426517"/>
          </a:xfrm>
        </p:grpSpPr>
        <p:grpSp>
          <p:nvGrpSpPr>
            <p:cNvPr id="33" name="Groupe 32">
              <a:extLst>
                <a:ext uri="{FF2B5EF4-FFF2-40B4-BE49-F238E27FC236}">
                  <a16:creationId xmlns:a16="http://schemas.microsoft.com/office/drawing/2014/main" id="{261A8053-89DB-4FB0-B1E6-673EC35351F7}"/>
                </a:ext>
              </a:extLst>
            </p:cNvPr>
            <p:cNvGrpSpPr/>
            <p:nvPr/>
          </p:nvGrpSpPr>
          <p:grpSpPr>
            <a:xfrm>
              <a:off x="10055197" y="2036345"/>
              <a:ext cx="1298603" cy="1298603"/>
              <a:chOff x="9835911" y="2807662"/>
              <a:chExt cx="1796250" cy="1796250"/>
            </a:xfrm>
          </p:grpSpPr>
          <p:pic>
            <p:nvPicPr>
              <p:cNvPr id="50" name="Graphique 49" descr="Cathédrale avec un remplissage uni">
                <a:extLst>
                  <a:ext uri="{FF2B5EF4-FFF2-40B4-BE49-F238E27FC236}">
                    <a16:creationId xmlns:a16="http://schemas.microsoft.com/office/drawing/2014/main" id="{ECA6B174-326F-4EF1-B262-67E82014D2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35911" y="2807662"/>
                <a:ext cx="1796250" cy="1796250"/>
              </a:xfrm>
              <a:prstGeom prst="rect">
                <a:avLst/>
              </a:prstGeom>
            </p:spPr>
          </p:pic>
          <p:sp>
            <p:nvSpPr>
              <p:cNvPr id="51" name="Rectangle 50">
                <a:extLst>
                  <a:ext uri="{FF2B5EF4-FFF2-40B4-BE49-F238E27FC236}">
                    <a16:creationId xmlns:a16="http://schemas.microsoft.com/office/drawing/2014/main" id="{910AC9FB-9470-4F43-9CBB-ACDE5D101C30}"/>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51">
                <a:extLst>
                  <a:ext uri="{FF2B5EF4-FFF2-40B4-BE49-F238E27FC236}">
                    <a16:creationId xmlns:a16="http://schemas.microsoft.com/office/drawing/2014/main" id="{A94E8C19-E760-4725-9330-73DC86C0DCE6}"/>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52">
                <a:extLst>
                  <a:ext uri="{FF2B5EF4-FFF2-40B4-BE49-F238E27FC236}">
                    <a16:creationId xmlns:a16="http://schemas.microsoft.com/office/drawing/2014/main" id="{EACF0D40-8792-4F94-94EA-2ADACE8AD6E7}"/>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3">
                <a:extLst>
                  <a:ext uri="{FF2B5EF4-FFF2-40B4-BE49-F238E27FC236}">
                    <a16:creationId xmlns:a16="http://schemas.microsoft.com/office/drawing/2014/main" id="{8BE1BBFE-5B40-4A1A-88D7-615444BBE586}"/>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54">
                <a:extLst>
                  <a:ext uri="{FF2B5EF4-FFF2-40B4-BE49-F238E27FC236}">
                    <a16:creationId xmlns:a16="http://schemas.microsoft.com/office/drawing/2014/main" id="{B56C609E-5C22-4E3F-9514-D2411E536DAD}"/>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55">
                <a:extLst>
                  <a:ext uri="{FF2B5EF4-FFF2-40B4-BE49-F238E27FC236}">
                    <a16:creationId xmlns:a16="http://schemas.microsoft.com/office/drawing/2014/main" id="{DC39F6B5-9152-48AC-BC1F-185EC10986B8}"/>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56">
                <a:extLst>
                  <a:ext uri="{FF2B5EF4-FFF2-40B4-BE49-F238E27FC236}">
                    <a16:creationId xmlns:a16="http://schemas.microsoft.com/office/drawing/2014/main" id="{16452F9A-E369-4DF8-8BA6-C48572D43E41}"/>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57">
                <a:extLst>
                  <a:ext uri="{FF2B5EF4-FFF2-40B4-BE49-F238E27FC236}">
                    <a16:creationId xmlns:a16="http://schemas.microsoft.com/office/drawing/2014/main" id="{AEEE7CD0-7B77-4C04-9300-E6041B9F8084}"/>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58">
                <a:extLst>
                  <a:ext uri="{FF2B5EF4-FFF2-40B4-BE49-F238E27FC236}">
                    <a16:creationId xmlns:a16="http://schemas.microsoft.com/office/drawing/2014/main" id="{E2801E31-3A13-4A00-AF02-65B7EB744D24}"/>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8BEA4D33-182E-4C2C-8AE2-31203D588B3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60">
                <a:extLst>
                  <a:ext uri="{FF2B5EF4-FFF2-40B4-BE49-F238E27FC236}">
                    <a16:creationId xmlns:a16="http://schemas.microsoft.com/office/drawing/2014/main" id="{69CAFA45-E325-4D44-849D-02BA1995F2D7}"/>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61">
                <a:extLst>
                  <a:ext uri="{FF2B5EF4-FFF2-40B4-BE49-F238E27FC236}">
                    <a16:creationId xmlns:a16="http://schemas.microsoft.com/office/drawing/2014/main" id="{BA7A1BAE-F22B-40F8-B69E-330D8A429231}"/>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62">
                <a:extLst>
                  <a:ext uri="{FF2B5EF4-FFF2-40B4-BE49-F238E27FC236}">
                    <a16:creationId xmlns:a16="http://schemas.microsoft.com/office/drawing/2014/main" id="{15E57D91-1734-4707-B636-EC7A42B75648}"/>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63">
                <a:extLst>
                  <a:ext uri="{FF2B5EF4-FFF2-40B4-BE49-F238E27FC236}">
                    <a16:creationId xmlns:a16="http://schemas.microsoft.com/office/drawing/2014/main" id="{7EB82026-5C2F-4E72-B70A-A9575C1EC076}"/>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64">
                <a:extLst>
                  <a:ext uri="{FF2B5EF4-FFF2-40B4-BE49-F238E27FC236}">
                    <a16:creationId xmlns:a16="http://schemas.microsoft.com/office/drawing/2014/main" id="{427E0018-0073-4AB8-910D-5FB0A93B1E4E}"/>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65">
                <a:extLst>
                  <a:ext uri="{FF2B5EF4-FFF2-40B4-BE49-F238E27FC236}">
                    <a16:creationId xmlns:a16="http://schemas.microsoft.com/office/drawing/2014/main" id="{8FA8812D-2969-4E95-BCAA-1842BCBD2758}"/>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66">
                <a:extLst>
                  <a:ext uri="{FF2B5EF4-FFF2-40B4-BE49-F238E27FC236}">
                    <a16:creationId xmlns:a16="http://schemas.microsoft.com/office/drawing/2014/main" id="{2A6AED67-B7B5-47FD-A882-1A895EEDAFC2}"/>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67">
                <a:extLst>
                  <a:ext uri="{FF2B5EF4-FFF2-40B4-BE49-F238E27FC236}">
                    <a16:creationId xmlns:a16="http://schemas.microsoft.com/office/drawing/2014/main" id="{A0F42609-CCFE-42D6-A072-84A86DE5D4C6}"/>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7F5141EA-528D-4C38-A637-4CBB675BAF9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69">
                <a:extLst>
                  <a:ext uri="{FF2B5EF4-FFF2-40B4-BE49-F238E27FC236}">
                    <a16:creationId xmlns:a16="http://schemas.microsoft.com/office/drawing/2014/main" id="{8A6E6DAC-A064-4A79-AB44-7501B41B4875}"/>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70">
                <a:extLst>
                  <a:ext uri="{FF2B5EF4-FFF2-40B4-BE49-F238E27FC236}">
                    <a16:creationId xmlns:a16="http://schemas.microsoft.com/office/drawing/2014/main" id="{65174E8C-1D14-4B2F-8FB2-B20796D276A3}"/>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71">
                <a:extLst>
                  <a:ext uri="{FF2B5EF4-FFF2-40B4-BE49-F238E27FC236}">
                    <a16:creationId xmlns:a16="http://schemas.microsoft.com/office/drawing/2014/main" id="{5F8091C7-9BEB-485F-9BF1-0F230C0739AA}"/>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72">
                <a:extLst>
                  <a:ext uri="{FF2B5EF4-FFF2-40B4-BE49-F238E27FC236}">
                    <a16:creationId xmlns:a16="http://schemas.microsoft.com/office/drawing/2014/main" id="{7A099271-5185-47AE-8FFA-138E828B2735}"/>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73">
                <a:extLst>
                  <a:ext uri="{FF2B5EF4-FFF2-40B4-BE49-F238E27FC236}">
                    <a16:creationId xmlns:a16="http://schemas.microsoft.com/office/drawing/2014/main" id="{595C006A-D5DE-4981-AD4D-EB49FE0B6970}"/>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74">
                <a:extLst>
                  <a:ext uri="{FF2B5EF4-FFF2-40B4-BE49-F238E27FC236}">
                    <a16:creationId xmlns:a16="http://schemas.microsoft.com/office/drawing/2014/main" id="{4F6AD431-FD9E-419C-B5C7-DDCACC0AF5E4}"/>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75">
                <a:extLst>
                  <a:ext uri="{FF2B5EF4-FFF2-40B4-BE49-F238E27FC236}">
                    <a16:creationId xmlns:a16="http://schemas.microsoft.com/office/drawing/2014/main" id="{26A02868-896B-43A3-8135-7A7D4639403D}"/>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76">
                <a:extLst>
                  <a:ext uri="{FF2B5EF4-FFF2-40B4-BE49-F238E27FC236}">
                    <a16:creationId xmlns:a16="http://schemas.microsoft.com/office/drawing/2014/main" id="{1A350117-A9C9-40DC-BBCC-BE39D26BF97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77">
                <a:extLst>
                  <a:ext uri="{FF2B5EF4-FFF2-40B4-BE49-F238E27FC236}">
                    <a16:creationId xmlns:a16="http://schemas.microsoft.com/office/drawing/2014/main" id="{712E6D59-8A6A-492D-98FC-B38C0AB141C2}"/>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78">
                <a:extLst>
                  <a:ext uri="{FF2B5EF4-FFF2-40B4-BE49-F238E27FC236}">
                    <a16:creationId xmlns:a16="http://schemas.microsoft.com/office/drawing/2014/main" id="{8820B401-F6C3-4C5D-8D7B-38DDA44DD42F}"/>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79">
                <a:extLst>
                  <a:ext uri="{FF2B5EF4-FFF2-40B4-BE49-F238E27FC236}">
                    <a16:creationId xmlns:a16="http://schemas.microsoft.com/office/drawing/2014/main" id="{C3A46CC8-484F-4084-9737-E3B1A738D6C3}"/>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80">
                <a:extLst>
                  <a:ext uri="{FF2B5EF4-FFF2-40B4-BE49-F238E27FC236}">
                    <a16:creationId xmlns:a16="http://schemas.microsoft.com/office/drawing/2014/main" id="{2A526F6E-9A2E-4957-AF2D-B9D4EE68E4B0}"/>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81">
                <a:extLst>
                  <a:ext uri="{FF2B5EF4-FFF2-40B4-BE49-F238E27FC236}">
                    <a16:creationId xmlns:a16="http://schemas.microsoft.com/office/drawing/2014/main" id="{B4A668B0-F1ED-44E7-A0DB-3C052A987F36}"/>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82">
                <a:extLst>
                  <a:ext uri="{FF2B5EF4-FFF2-40B4-BE49-F238E27FC236}">
                    <a16:creationId xmlns:a16="http://schemas.microsoft.com/office/drawing/2014/main" id="{2665197A-F23D-4D81-9CAD-5F39414E1080}"/>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83">
                <a:extLst>
                  <a:ext uri="{FF2B5EF4-FFF2-40B4-BE49-F238E27FC236}">
                    <a16:creationId xmlns:a16="http://schemas.microsoft.com/office/drawing/2014/main" id="{84BA6480-BA16-434D-B3AE-C7ABC8341264}"/>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84">
                <a:extLst>
                  <a:ext uri="{FF2B5EF4-FFF2-40B4-BE49-F238E27FC236}">
                    <a16:creationId xmlns:a16="http://schemas.microsoft.com/office/drawing/2014/main" id="{FE8B7327-34BF-4C63-98E8-1F6733FE9D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85">
                <a:extLst>
                  <a:ext uri="{FF2B5EF4-FFF2-40B4-BE49-F238E27FC236}">
                    <a16:creationId xmlns:a16="http://schemas.microsoft.com/office/drawing/2014/main" id="{8F36B8F7-F400-45F5-A532-FC91E946AE96}"/>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86">
                <a:extLst>
                  <a:ext uri="{FF2B5EF4-FFF2-40B4-BE49-F238E27FC236}">
                    <a16:creationId xmlns:a16="http://schemas.microsoft.com/office/drawing/2014/main" id="{B6D82DCE-31B7-46D6-BC6D-DF24D0B2EB4B}"/>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87">
                <a:extLst>
                  <a:ext uri="{FF2B5EF4-FFF2-40B4-BE49-F238E27FC236}">
                    <a16:creationId xmlns:a16="http://schemas.microsoft.com/office/drawing/2014/main" id="{FE841201-68F3-4124-A74C-4B305AE84D3D}"/>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88">
                <a:extLst>
                  <a:ext uri="{FF2B5EF4-FFF2-40B4-BE49-F238E27FC236}">
                    <a16:creationId xmlns:a16="http://schemas.microsoft.com/office/drawing/2014/main" id="{87DFFE43-C42D-409E-A3EF-6B5110707141}"/>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89">
                <a:extLst>
                  <a:ext uri="{FF2B5EF4-FFF2-40B4-BE49-F238E27FC236}">
                    <a16:creationId xmlns:a16="http://schemas.microsoft.com/office/drawing/2014/main" id="{880B595F-FF2F-4869-ABE3-F516239B4936}"/>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90">
                <a:extLst>
                  <a:ext uri="{FF2B5EF4-FFF2-40B4-BE49-F238E27FC236}">
                    <a16:creationId xmlns:a16="http://schemas.microsoft.com/office/drawing/2014/main" id="{BC854FD4-987C-49E8-8594-9909B752512F}"/>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91">
                <a:extLst>
                  <a:ext uri="{FF2B5EF4-FFF2-40B4-BE49-F238E27FC236}">
                    <a16:creationId xmlns:a16="http://schemas.microsoft.com/office/drawing/2014/main" id="{14EFD31E-9EBB-4B8B-88D8-7AF1792AC0CB}"/>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121ED887-806F-42CE-8D0F-B4C968DF4426}"/>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3">
                <a:extLst>
                  <a:ext uri="{FF2B5EF4-FFF2-40B4-BE49-F238E27FC236}">
                    <a16:creationId xmlns:a16="http://schemas.microsoft.com/office/drawing/2014/main" id="{27C6A0BA-AECC-4197-A496-D606F2722630}"/>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4">
                <a:extLst>
                  <a:ext uri="{FF2B5EF4-FFF2-40B4-BE49-F238E27FC236}">
                    <a16:creationId xmlns:a16="http://schemas.microsoft.com/office/drawing/2014/main" id="{ED9EF6FB-C938-4894-BB2B-FA4688CDFCCA}"/>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F68F7D7D-DADA-42F5-9CF1-18D5CA033224}"/>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3B6100CC-73DD-4DFC-A55A-E314F8002A13}"/>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7E93D1E9-CC47-4B53-AEB6-BA74D4B90F17}"/>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73123A61-FADA-4D59-BF5F-8279B3232CCA}"/>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0D2F5A8A-F8D1-400D-98D2-D4671FDD3D36}"/>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A5AC43E3-7F6B-41B2-9D7E-92A5171456E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1">
                <a:extLst>
                  <a:ext uri="{FF2B5EF4-FFF2-40B4-BE49-F238E27FC236}">
                    <a16:creationId xmlns:a16="http://schemas.microsoft.com/office/drawing/2014/main" id="{0BB3EB76-44FD-42C0-8932-E91E7771FB80}"/>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02">
                <a:extLst>
                  <a:ext uri="{FF2B5EF4-FFF2-40B4-BE49-F238E27FC236}">
                    <a16:creationId xmlns:a16="http://schemas.microsoft.com/office/drawing/2014/main" id="{0EED64BA-CB10-4FAF-8264-FEC84FDA667D}"/>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03">
                <a:extLst>
                  <a:ext uri="{FF2B5EF4-FFF2-40B4-BE49-F238E27FC236}">
                    <a16:creationId xmlns:a16="http://schemas.microsoft.com/office/drawing/2014/main" id="{87090F66-3E20-4BA5-A252-83CB96FB150A}"/>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04">
                <a:extLst>
                  <a:ext uri="{FF2B5EF4-FFF2-40B4-BE49-F238E27FC236}">
                    <a16:creationId xmlns:a16="http://schemas.microsoft.com/office/drawing/2014/main" id="{6D00E74E-FD31-427E-A5A5-075AA72741EB}"/>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05">
                <a:extLst>
                  <a:ext uri="{FF2B5EF4-FFF2-40B4-BE49-F238E27FC236}">
                    <a16:creationId xmlns:a16="http://schemas.microsoft.com/office/drawing/2014/main" id="{7BF60BEA-F3FD-484E-82A6-795D0EE4E977}"/>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3CD73D34-1FDE-49BE-859C-A2B327C74D1D}"/>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F639DF2B-D9CE-46CF-910E-B78522EADBE3}"/>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45B6A6D9-8A19-427F-B666-17B5CFD50738}"/>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09">
                <a:extLst>
                  <a:ext uri="{FF2B5EF4-FFF2-40B4-BE49-F238E27FC236}">
                    <a16:creationId xmlns:a16="http://schemas.microsoft.com/office/drawing/2014/main" id="{6E1D6FA7-8564-4214-B9C4-D7A79592FA2E}"/>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10">
                <a:extLst>
                  <a:ext uri="{FF2B5EF4-FFF2-40B4-BE49-F238E27FC236}">
                    <a16:creationId xmlns:a16="http://schemas.microsoft.com/office/drawing/2014/main" id="{0D63E776-D1A7-4691-9529-604C8D973978}"/>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11">
                <a:extLst>
                  <a:ext uri="{FF2B5EF4-FFF2-40B4-BE49-F238E27FC236}">
                    <a16:creationId xmlns:a16="http://schemas.microsoft.com/office/drawing/2014/main" id="{69557EB4-6D05-41E5-8344-DB81B4211CF0}"/>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53" name="Groupe 152">
              <a:extLst>
                <a:ext uri="{FF2B5EF4-FFF2-40B4-BE49-F238E27FC236}">
                  <a16:creationId xmlns:a16="http://schemas.microsoft.com/office/drawing/2014/main" id="{E923A2FE-870A-4B13-9C9D-E0B997DCBAF3}"/>
                </a:ext>
              </a:extLst>
            </p:cNvPr>
            <p:cNvGrpSpPr/>
            <p:nvPr/>
          </p:nvGrpSpPr>
          <p:grpSpPr>
            <a:xfrm>
              <a:off x="7527020" y="2174293"/>
              <a:ext cx="1467257" cy="1169474"/>
              <a:chOff x="2609577" y="1563591"/>
              <a:chExt cx="1467257" cy="1169474"/>
            </a:xfrm>
          </p:grpSpPr>
          <p:grpSp>
            <p:nvGrpSpPr>
              <p:cNvPr id="154" name="Groupe 153">
                <a:extLst>
                  <a:ext uri="{FF2B5EF4-FFF2-40B4-BE49-F238E27FC236}">
                    <a16:creationId xmlns:a16="http://schemas.microsoft.com/office/drawing/2014/main" id="{BEB2E3F4-DB49-450A-93CD-BA4C7647DBFE}"/>
                  </a:ext>
                </a:extLst>
              </p:cNvPr>
              <p:cNvGrpSpPr/>
              <p:nvPr/>
            </p:nvGrpSpPr>
            <p:grpSpPr>
              <a:xfrm>
                <a:off x="2609577" y="1563591"/>
                <a:ext cx="1412109" cy="1169474"/>
                <a:chOff x="2645545" y="3994190"/>
                <a:chExt cx="1412109" cy="1169474"/>
              </a:xfrm>
            </p:grpSpPr>
            <p:pic>
              <p:nvPicPr>
                <p:cNvPr id="156" name="Graphique 155" descr="Diable avec un remplissage uni">
                  <a:extLst>
                    <a:ext uri="{FF2B5EF4-FFF2-40B4-BE49-F238E27FC236}">
                      <a16:creationId xmlns:a16="http://schemas.microsoft.com/office/drawing/2014/main" id="{450597DF-974E-4CD3-81D5-4E564244AC8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37365" y="4143375"/>
                  <a:ext cx="1020289" cy="1020289"/>
                </a:xfrm>
                <a:prstGeom prst="rect">
                  <a:avLst/>
                </a:prstGeom>
              </p:spPr>
            </p:pic>
            <p:pic>
              <p:nvPicPr>
                <p:cNvPr id="157" name="Graphique 156" descr="Base-ball avec un remplissage uni">
                  <a:extLst>
                    <a:ext uri="{FF2B5EF4-FFF2-40B4-BE49-F238E27FC236}">
                      <a16:creationId xmlns:a16="http://schemas.microsoft.com/office/drawing/2014/main" id="{80983266-A0C0-4B07-AB9E-7926CFB2540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2645545" y="4030462"/>
                  <a:ext cx="993713" cy="1133202"/>
                </a:xfrm>
                <a:prstGeom prst="rect">
                  <a:avLst/>
                </a:prstGeom>
              </p:spPr>
            </p:pic>
            <p:sp>
              <p:nvSpPr>
                <p:cNvPr id="158" name="Rectangle 157">
                  <a:extLst>
                    <a:ext uri="{FF2B5EF4-FFF2-40B4-BE49-F238E27FC236}">
                      <a16:creationId xmlns:a16="http://schemas.microsoft.com/office/drawing/2014/main" id="{A33E9C91-DE8D-4344-B222-A8C9E93C5269}"/>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5" name="Graphique 154" descr="Boîte à archives avec un remplissage uni">
                <a:extLst>
                  <a:ext uri="{FF2B5EF4-FFF2-40B4-BE49-F238E27FC236}">
                    <a16:creationId xmlns:a16="http://schemas.microsoft.com/office/drawing/2014/main" id="{1A35B308-28DD-44B9-B815-1C665FA00AD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20255485">
                <a:off x="3419733" y="1863768"/>
                <a:ext cx="657101" cy="657101"/>
              </a:xfrm>
              <a:prstGeom prst="rect">
                <a:avLst/>
              </a:prstGeom>
            </p:spPr>
          </p:pic>
        </p:grpSp>
        <p:grpSp>
          <p:nvGrpSpPr>
            <p:cNvPr id="159" name="Groupe 158">
              <a:extLst>
                <a:ext uri="{FF2B5EF4-FFF2-40B4-BE49-F238E27FC236}">
                  <a16:creationId xmlns:a16="http://schemas.microsoft.com/office/drawing/2014/main" id="{83F99538-7261-4DC5-88F3-F475EFB91677}"/>
                </a:ext>
              </a:extLst>
            </p:cNvPr>
            <p:cNvGrpSpPr/>
            <p:nvPr/>
          </p:nvGrpSpPr>
          <p:grpSpPr>
            <a:xfrm flipH="1">
              <a:off x="8944157" y="2297704"/>
              <a:ext cx="1093937" cy="1165158"/>
              <a:chOff x="1680627" y="1783722"/>
              <a:chExt cx="1331514" cy="1331514"/>
            </a:xfrm>
          </p:grpSpPr>
          <p:pic>
            <p:nvPicPr>
              <p:cNvPr id="160" name="Graphique 159" descr="Mur de briques en construction avec un remplissage uni">
                <a:extLst>
                  <a:ext uri="{FF2B5EF4-FFF2-40B4-BE49-F238E27FC236}">
                    <a16:creationId xmlns:a16="http://schemas.microsoft.com/office/drawing/2014/main" id="{9FD566E8-9903-41BF-B024-27E14AF0F5E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680627" y="1783722"/>
                <a:ext cx="1331514" cy="1331514"/>
              </a:xfrm>
              <a:prstGeom prst="rect">
                <a:avLst/>
              </a:prstGeom>
            </p:spPr>
          </p:pic>
          <p:sp>
            <p:nvSpPr>
              <p:cNvPr id="161" name="Rectangle 160">
                <a:extLst>
                  <a:ext uri="{FF2B5EF4-FFF2-40B4-BE49-F238E27FC236}">
                    <a16:creationId xmlns:a16="http://schemas.microsoft.com/office/drawing/2014/main" id="{BB286622-82AB-4364-8416-52C34C46E0BF}"/>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161">
                <a:extLst>
                  <a:ext uri="{FF2B5EF4-FFF2-40B4-BE49-F238E27FC236}">
                    <a16:creationId xmlns:a16="http://schemas.microsoft.com/office/drawing/2014/main" id="{DC3CCF92-9065-4BC3-8423-990F32C4FADC}"/>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162">
                <a:extLst>
                  <a:ext uri="{FF2B5EF4-FFF2-40B4-BE49-F238E27FC236}">
                    <a16:creationId xmlns:a16="http://schemas.microsoft.com/office/drawing/2014/main" id="{616B57C2-4840-45D1-988A-8893BED507CF}"/>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163">
                <a:extLst>
                  <a:ext uri="{FF2B5EF4-FFF2-40B4-BE49-F238E27FC236}">
                    <a16:creationId xmlns:a16="http://schemas.microsoft.com/office/drawing/2014/main" id="{C6CECCF0-25C9-4279-AEDC-B425E522D60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164">
                <a:extLst>
                  <a:ext uri="{FF2B5EF4-FFF2-40B4-BE49-F238E27FC236}">
                    <a16:creationId xmlns:a16="http://schemas.microsoft.com/office/drawing/2014/main" id="{5D6AD566-8FDA-4335-84CE-2745ED611AD8}"/>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FF821FFB-0A98-4604-9396-1CB20A1D91D5}"/>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Rectangle 166">
                <a:extLst>
                  <a:ext uri="{FF2B5EF4-FFF2-40B4-BE49-F238E27FC236}">
                    <a16:creationId xmlns:a16="http://schemas.microsoft.com/office/drawing/2014/main" id="{D028B255-E5C2-4E7C-8A05-364E884C9E1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167">
                <a:extLst>
                  <a:ext uri="{FF2B5EF4-FFF2-40B4-BE49-F238E27FC236}">
                    <a16:creationId xmlns:a16="http://schemas.microsoft.com/office/drawing/2014/main" id="{C51F5D7A-2ED5-49BE-946C-6868FC60548F}"/>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FB6B9371-B022-4747-96F2-237C213E15E3}"/>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169">
                <a:extLst>
                  <a:ext uri="{FF2B5EF4-FFF2-40B4-BE49-F238E27FC236}">
                    <a16:creationId xmlns:a16="http://schemas.microsoft.com/office/drawing/2014/main" id="{C9F24064-C35F-4B29-9744-5D9FB21AED86}"/>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170">
                <a:extLst>
                  <a:ext uri="{FF2B5EF4-FFF2-40B4-BE49-F238E27FC236}">
                    <a16:creationId xmlns:a16="http://schemas.microsoft.com/office/drawing/2014/main" id="{868BE277-C70F-46E1-B895-F1EAD1AFC8C0}"/>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8E4CA0C9-7987-4877-B817-85E9E4E4C4C5}"/>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174" name="Groupe 173">
            <a:extLst>
              <a:ext uri="{FF2B5EF4-FFF2-40B4-BE49-F238E27FC236}">
                <a16:creationId xmlns:a16="http://schemas.microsoft.com/office/drawing/2014/main" id="{4102CAF8-10F0-4072-800E-4EBEB6D3510B}"/>
              </a:ext>
            </a:extLst>
          </p:cNvPr>
          <p:cNvGrpSpPr/>
          <p:nvPr/>
        </p:nvGrpSpPr>
        <p:grpSpPr>
          <a:xfrm>
            <a:off x="8811398" y="1671748"/>
            <a:ext cx="2449701" cy="1195165"/>
            <a:chOff x="127000" y="915986"/>
            <a:chExt cx="12052300" cy="5880100"/>
          </a:xfrm>
        </p:grpSpPr>
        <p:sp>
          <p:nvSpPr>
            <p:cNvPr id="175" name="Flèche : droite 174">
              <a:extLst>
                <a:ext uri="{FF2B5EF4-FFF2-40B4-BE49-F238E27FC236}">
                  <a16:creationId xmlns:a16="http://schemas.microsoft.com/office/drawing/2014/main" id="{0E8B1384-E70D-4F0B-8C85-CAE34F4251A3}"/>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solidFill>
                  <a:schemeClr val="tx1"/>
                </a:solidFill>
              </a:endParaRPr>
            </a:p>
          </p:txBody>
        </p:sp>
        <p:sp>
          <p:nvSpPr>
            <p:cNvPr id="176" name="Rectangle 175">
              <a:extLst>
                <a:ext uri="{FF2B5EF4-FFF2-40B4-BE49-F238E27FC236}">
                  <a16:creationId xmlns:a16="http://schemas.microsoft.com/office/drawing/2014/main" id="{A3DA068B-6E06-4FA5-98FA-82BB6C57A670}"/>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p>
          </p:txBody>
        </p:sp>
        <p:sp>
          <p:nvSpPr>
            <p:cNvPr id="177" name="Rectangle 176">
              <a:extLst>
                <a:ext uri="{FF2B5EF4-FFF2-40B4-BE49-F238E27FC236}">
                  <a16:creationId xmlns:a16="http://schemas.microsoft.com/office/drawing/2014/main" id="{ADC6C2F7-04AE-486C-9B16-DD653DE24CE0}"/>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solidFill>
                  <a:schemeClr val="tx1"/>
                </a:solidFill>
              </a:endParaRPr>
            </a:p>
          </p:txBody>
        </p:sp>
        <p:sp>
          <p:nvSpPr>
            <p:cNvPr id="178" name="Rectangle 177">
              <a:extLst>
                <a:ext uri="{FF2B5EF4-FFF2-40B4-BE49-F238E27FC236}">
                  <a16:creationId xmlns:a16="http://schemas.microsoft.com/office/drawing/2014/main" id="{6D6E3682-ACDC-48C5-B4A4-78B83ED6CF4A}"/>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p>
          </p:txBody>
        </p:sp>
        <p:sp>
          <p:nvSpPr>
            <p:cNvPr id="179" name="Rectangle 178">
              <a:extLst>
                <a:ext uri="{FF2B5EF4-FFF2-40B4-BE49-F238E27FC236}">
                  <a16:creationId xmlns:a16="http://schemas.microsoft.com/office/drawing/2014/main" id="{A53EFCB9-C09A-4E98-AF2C-7E6DDE9B9823}"/>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p>
          </p:txBody>
        </p:sp>
      </p:grpSp>
      <p:sp>
        <p:nvSpPr>
          <p:cNvPr id="180" name="ZoneTexte 179">
            <a:extLst>
              <a:ext uri="{FF2B5EF4-FFF2-40B4-BE49-F238E27FC236}">
                <a16:creationId xmlns:a16="http://schemas.microsoft.com/office/drawing/2014/main" id="{DDA1A4E1-96B5-42AD-B469-802EE7E61B72}"/>
              </a:ext>
            </a:extLst>
          </p:cNvPr>
          <p:cNvSpPr txBox="1"/>
          <p:nvPr/>
        </p:nvSpPr>
        <p:spPr>
          <a:xfrm>
            <a:off x="429516" y="2861075"/>
            <a:ext cx="3505477" cy="523220"/>
          </a:xfrm>
          <a:prstGeom prst="rect">
            <a:avLst/>
          </a:prstGeom>
          <a:noFill/>
        </p:spPr>
        <p:txBody>
          <a:bodyPr wrap="square" rtlCol="0">
            <a:spAutoFit/>
          </a:bodyPr>
          <a:lstStyle/>
          <a:p>
            <a:pPr algn="ctr"/>
            <a:r>
              <a:rPr lang="en-US" sz="1400" i="1" dirty="0"/>
              <a:t>“We have an idea of the story we want to tell in the future”</a:t>
            </a:r>
            <a:endParaRPr lang="en-US" sz="1400" i="1" dirty="0">
              <a:solidFill>
                <a:srgbClr val="ED7D31"/>
              </a:solidFill>
            </a:endParaRPr>
          </a:p>
        </p:txBody>
      </p:sp>
      <p:sp>
        <p:nvSpPr>
          <p:cNvPr id="181" name="ZoneTexte 180">
            <a:extLst>
              <a:ext uri="{FF2B5EF4-FFF2-40B4-BE49-F238E27FC236}">
                <a16:creationId xmlns:a16="http://schemas.microsoft.com/office/drawing/2014/main" id="{A8C608CE-75EF-4A8A-A18F-954494591C84}"/>
              </a:ext>
            </a:extLst>
          </p:cNvPr>
          <p:cNvSpPr txBox="1"/>
          <p:nvPr/>
        </p:nvSpPr>
        <p:spPr>
          <a:xfrm>
            <a:off x="4786528" y="2792904"/>
            <a:ext cx="2915439" cy="523220"/>
          </a:xfrm>
          <a:prstGeom prst="rect">
            <a:avLst/>
          </a:prstGeom>
          <a:noFill/>
        </p:spPr>
        <p:txBody>
          <a:bodyPr wrap="square" rtlCol="0">
            <a:spAutoFit/>
          </a:bodyPr>
          <a:lstStyle/>
          <a:p>
            <a:pPr algn="ctr"/>
            <a:r>
              <a:rPr lang="en-US" sz="1400" i="1" dirty="0"/>
              <a:t>“We can do as a Community what we could not as individuals”</a:t>
            </a:r>
          </a:p>
        </p:txBody>
      </p:sp>
      <p:sp>
        <p:nvSpPr>
          <p:cNvPr id="182" name="ZoneTexte 181">
            <a:extLst>
              <a:ext uri="{FF2B5EF4-FFF2-40B4-BE49-F238E27FC236}">
                <a16:creationId xmlns:a16="http://schemas.microsoft.com/office/drawing/2014/main" id="{36E315AB-7B21-4E5C-86B8-1A9AB35947FF}"/>
              </a:ext>
            </a:extLst>
          </p:cNvPr>
          <p:cNvSpPr txBox="1"/>
          <p:nvPr/>
        </p:nvSpPr>
        <p:spPr>
          <a:xfrm>
            <a:off x="8240044" y="2806574"/>
            <a:ext cx="3505477" cy="523220"/>
          </a:xfrm>
          <a:prstGeom prst="rect">
            <a:avLst/>
          </a:prstGeom>
          <a:noFill/>
        </p:spPr>
        <p:txBody>
          <a:bodyPr wrap="square" rtlCol="0">
            <a:spAutoFit/>
          </a:bodyPr>
          <a:lstStyle/>
          <a:p>
            <a:pPr algn="ctr"/>
            <a:r>
              <a:rPr lang="en-US" sz="1400" i="1" dirty="0"/>
              <a:t>“It is the best time to launch the Community and we can seize this opportunity well”</a:t>
            </a:r>
            <a:endParaRPr lang="en-US" sz="1400" i="1" dirty="0">
              <a:solidFill>
                <a:srgbClr val="ED7D31"/>
              </a:solidFill>
            </a:endParaRPr>
          </a:p>
        </p:txBody>
      </p:sp>
      <p:sp>
        <p:nvSpPr>
          <p:cNvPr id="183" name="ZoneTexte 182">
            <a:extLst>
              <a:ext uri="{FF2B5EF4-FFF2-40B4-BE49-F238E27FC236}">
                <a16:creationId xmlns:a16="http://schemas.microsoft.com/office/drawing/2014/main" id="{ABFBEC17-2C98-486C-801B-0392178A06BA}"/>
              </a:ext>
            </a:extLst>
          </p:cNvPr>
          <p:cNvSpPr txBox="1"/>
          <p:nvPr/>
        </p:nvSpPr>
        <p:spPr>
          <a:xfrm>
            <a:off x="735319" y="5607126"/>
            <a:ext cx="3024718" cy="523220"/>
          </a:xfrm>
          <a:prstGeom prst="rect">
            <a:avLst/>
          </a:prstGeom>
          <a:noFill/>
        </p:spPr>
        <p:txBody>
          <a:bodyPr wrap="square" rtlCol="0">
            <a:spAutoFit/>
          </a:bodyPr>
          <a:lstStyle/>
          <a:p>
            <a:pPr algn="ctr"/>
            <a:r>
              <a:rPr lang="en-US" sz="1400" i="1" dirty="0"/>
              <a:t>“We can have a real impact on real people”</a:t>
            </a:r>
          </a:p>
        </p:txBody>
      </p:sp>
      <p:sp>
        <p:nvSpPr>
          <p:cNvPr id="184" name="ZoneTexte 183">
            <a:extLst>
              <a:ext uri="{FF2B5EF4-FFF2-40B4-BE49-F238E27FC236}">
                <a16:creationId xmlns:a16="http://schemas.microsoft.com/office/drawing/2014/main" id="{63AEEA97-8883-401C-AD16-3087BF270664}"/>
              </a:ext>
            </a:extLst>
          </p:cNvPr>
          <p:cNvSpPr txBox="1"/>
          <p:nvPr/>
        </p:nvSpPr>
        <p:spPr>
          <a:xfrm>
            <a:off x="4729911" y="5607126"/>
            <a:ext cx="3024718" cy="738664"/>
          </a:xfrm>
          <a:prstGeom prst="rect">
            <a:avLst/>
          </a:prstGeom>
          <a:noFill/>
        </p:spPr>
        <p:txBody>
          <a:bodyPr wrap="square" rtlCol="0">
            <a:spAutoFit/>
          </a:bodyPr>
          <a:lstStyle/>
          <a:p>
            <a:pPr algn="ctr"/>
            <a:r>
              <a:rPr lang="en-US" sz="1400" i="1" dirty="0"/>
              <a:t>“The Community will let us breathe from our daily activities and still be easy to adopt”</a:t>
            </a:r>
          </a:p>
        </p:txBody>
      </p:sp>
      <p:sp>
        <p:nvSpPr>
          <p:cNvPr id="185" name="ZoneTexte 184">
            <a:extLst>
              <a:ext uri="{FF2B5EF4-FFF2-40B4-BE49-F238E27FC236}">
                <a16:creationId xmlns:a16="http://schemas.microsoft.com/office/drawing/2014/main" id="{7C0701B0-6A32-4967-B891-50888B09595C}"/>
              </a:ext>
            </a:extLst>
          </p:cNvPr>
          <p:cNvSpPr txBox="1"/>
          <p:nvPr/>
        </p:nvSpPr>
        <p:spPr>
          <a:xfrm>
            <a:off x="8401126" y="5602269"/>
            <a:ext cx="3224167" cy="738664"/>
          </a:xfrm>
          <a:prstGeom prst="rect">
            <a:avLst/>
          </a:prstGeom>
          <a:noFill/>
        </p:spPr>
        <p:txBody>
          <a:bodyPr wrap="square" rtlCol="0">
            <a:spAutoFit/>
          </a:bodyPr>
          <a:lstStyle/>
          <a:p>
            <a:pPr algn="ctr"/>
            <a:r>
              <a:rPr lang="en-US" sz="1400" i="1" dirty="0"/>
              <a:t>“There could be many unknown opportunities along the way if just allow ourselves to try”</a:t>
            </a:r>
            <a:endParaRPr lang="en-US" sz="1400" i="1" dirty="0">
              <a:solidFill>
                <a:srgbClr val="ED7D31"/>
              </a:solidFill>
            </a:endParaRPr>
          </a:p>
        </p:txBody>
      </p:sp>
      <p:grpSp>
        <p:nvGrpSpPr>
          <p:cNvPr id="2" name="Groupe 1">
            <a:extLst>
              <a:ext uri="{FF2B5EF4-FFF2-40B4-BE49-F238E27FC236}">
                <a16:creationId xmlns:a16="http://schemas.microsoft.com/office/drawing/2014/main" id="{A5AEB6CC-F4D4-40F1-B3FC-BBE9989EF586}"/>
              </a:ext>
            </a:extLst>
          </p:cNvPr>
          <p:cNvGrpSpPr/>
          <p:nvPr/>
        </p:nvGrpSpPr>
        <p:grpSpPr>
          <a:xfrm>
            <a:off x="5655037" y="3889628"/>
            <a:ext cx="1471902" cy="1550016"/>
            <a:chOff x="6119047" y="342948"/>
            <a:chExt cx="5553478" cy="5848201"/>
          </a:xfrm>
        </p:grpSpPr>
        <p:pic>
          <p:nvPicPr>
            <p:cNvPr id="113" name="Graphique 112" descr="Balance de la justice avec un remplissage uni">
              <a:extLst>
                <a:ext uri="{FF2B5EF4-FFF2-40B4-BE49-F238E27FC236}">
                  <a16:creationId xmlns:a16="http://schemas.microsoft.com/office/drawing/2014/main" id="{D727BF1F-F629-4109-800D-114F9A0E6AC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972" t="7530" r="8041" b="7105"/>
            <a:stretch/>
          </p:blipFill>
          <p:spPr>
            <a:xfrm>
              <a:off x="6521388" y="342948"/>
              <a:ext cx="4441794" cy="4461491"/>
            </a:xfrm>
            <a:prstGeom prst="rect">
              <a:avLst/>
            </a:prstGeom>
          </p:spPr>
        </p:pic>
        <p:sp>
          <p:nvSpPr>
            <p:cNvPr id="117" name="Rectangle 116">
              <a:extLst>
                <a:ext uri="{FF2B5EF4-FFF2-40B4-BE49-F238E27FC236}">
                  <a16:creationId xmlns:a16="http://schemas.microsoft.com/office/drawing/2014/main" id="{519E6671-F7B7-4241-9CCE-B381EB88E414}"/>
                </a:ext>
              </a:extLst>
            </p:cNvPr>
            <p:cNvSpPr/>
            <p:nvPr/>
          </p:nvSpPr>
          <p:spPr>
            <a:xfrm>
              <a:off x="6119047" y="220098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18" name="Rectangle 117">
              <a:extLst>
                <a:ext uri="{FF2B5EF4-FFF2-40B4-BE49-F238E27FC236}">
                  <a16:creationId xmlns:a16="http://schemas.microsoft.com/office/drawing/2014/main" id="{400EA242-F69C-4C78-A78B-956E857FDB73}"/>
                </a:ext>
              </a:extLst>
            </p:cNvPr>
            <p:cNvSpPr/>
            <p:nvPr/>
          </p:nvSpPr>
          <p:spPr>
            <a:xfrm>
              <a:off x="7279062" y="221985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19" name="Rectangle 118">
              <a:extLst>
                <a:ext uri="{FF2B5EF4-FFF2-40B4-BE49-F238E27FC236}">
                  <a16:creationId xmlns:a16="http://schemas.microsoft.com/office/drawing/2014/main" id="{04855CDF-AB50-4765-AE79-5C9C827BD968}"/>
                </a:ext>
              </a:extLst>
            </p:cNvPr>
            <p:cNvSpPr/>
            <p:nvPr/>
          </p:nvSpPr>
          <p:spPr>
            <a:xfrm>
              <a:off x="10494151"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0" name="Rectangle 119">
              <a:extLst>
                <a:ext uri="{FF2B5EF4-FFF2-40B4-BE49-F238E27FC236}">
                  <a16:creationId xmlns:a16="http://schemas.microsoft.com/office/drawing/2014/main" id="{D2EDEB57-83B9-4AF8-8E49-6654A63479F0}"/>
                </a:ext>
              </a:extLst>
            </p:cNvPr>
            <p:cNvSpPr/>
            <p:nvPr/>
          </p:nvSpPr>
          <p:spPr>
            <a:xfrm>
              <a:off x="7021611" y="144880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1" name="Rectangle 120">
              <a:extLst>
                <a:ext uri="{FF2B5EF4-FFF2-40B4-BE49-F238E27FC236}">
                  <a16:creationId xmlns:a16="http://schemas.microsoft.com/office/drawing/2014/main" id="{83EC2602-0163-4F40-AB14-33AA150F2855}"/>
                </a:ext>
              </a:extLst>
            </p:cNvPr>
            <p:cNvSpPr/>
            <p:nvPr/>
          </p:nvSpPr>
          <p:spPr>
            <a:xfrm>
              <a:off x="9694763" y="1481023"/>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2" name="Rectangle 121">
              <a:extLst>
                <a:ext uri="{FF2B5EF4-FFF2-40B4-BE49-F238E27FC236}">
                  <a16:creationId xmlns:a16="http://schemas.microsoft.com/office/drawing/2014/main" id="{79E7C151-81A6-4CA9-8B46-7163A3939585}"/>
                </a:ext>
              </a:extLst>
            </p:cNvPr>
            <p:cNvSpPr/>
            <p:nvPr/>
          </p:nvSpPr>
          <p:spPr>
            <a:xfrm>
              <a:off x="9243916"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3" name="Rectangle 122">
              <a:extLst>
                <a:ext uri="{FF2B5EF4-FFF2-40B4-BE49-F238E27FC236}">
                  <a16:creationId xmlns:a16="http://schemas.microsoft.com/office/drawing/2014/main" id="{C13371B2-247C-4893-831F-248AF5EDEF0F}"/>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4" name="Rectangle 123">
              <a:extLst>
                <a:ext uri="{FF2B5EF4-FFF2-40B4-BE49-F238E27FC236}">
                  <a16:creationId xmlns:a16="http://schemas.microsoft.com/office/drawing/2014/main" id="{B7EE96ED-1FB3-4724-A510-E0ED95F23260}"/>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25" name="Rectangle 124">
              <a:extLst>
                <a:ext uri="{FF2B5EF4-FFF2-40B4-BE49-F238E27FC236}">
                  <a16:creationId xmlns:a16="http://schemas.microsoft.com/office/drawing/2014/main" id="{6A120DE3-C2E6-4E3F-B187-FC707F7D2965}"/>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grpSp>
      <p:grpSp>
        <p:nvGrpSpPr>
          <p:cNvPr id="126" name="Groupe 125">
            <a:extLst>
              <a:ext uri="{FF2B5EF4-FFF2-40B4-BE49-F238E27FC236}">
                <a16:creationId xmlns:a16="http://schemas.microsoft.com/office/drawing/2014/main" id="{7492EF25-FBA4-451D-99EA-BBF7E092517B}"/>
              </a:ext>
            </a:extLst>
          </p:cNvPr>
          <p:cNvGrpSpPr/>
          <p:nvPr/>
        </p:nvGrpSpPr>
        <p:grpSpPr>
          <a:xfrm>
            <a:off x="1420529" y="4111588"/>
            <a:ext cx="1618049" cy="1201642"/>
            <a:chOff x="4856111" y="1739195"/>
            <a:chExt cx="6696567" cy="4973195"/>
          </a:xfrm>
        </p:grpSpPr>
        <p:pic>
          <p:nvPicPr>
            <p:cNvPr id="127" name="Graphique 126" descr="Sphères de Harvey 100% avec un remplissage uni">
              <a:extLst>
                <a:ext uri="{FF2B5EF4-FFF2-40B4-BE49-F238E27FC236}">
                  <a16:creationId xmlns:a16="http://schemas.microsoft.com/office/drawing/2014/main" id="{F6EC2676-9191-4B4B-8852-D8B82D45127A}"/>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0326" t="10344" r="10326" b="10240"/>
            <a:stretch/>
          </p:blipFill>
          <p:spPr>
            <a:xfrm>
              <a:off x="4856111" y="3574539"/>
              <a:ext cx="1792339" cy="1793874"/>
            </a:xfrm>
            <a:prstGeom prst="rect">
              <a:avLst/>
            </a:prstGeom>
          </p:spPr>
        </p:pic>
        <p:grpSp>
          <p:nvGrpSpPr>
            <p:cNvPr id="129" name="Groupe 128">
              <a:extLst>
                <a:ext uri="{FF2B5EF4-FFF2-40B4-BE49-F238E27FC236}">
                  <a16:creationId xmlns:a16="http://schemas.microsoft.com/office/drawing/2014/main" id="{637F6B16-A26A-4E0D-9F93-224A051D4AC4}"/>
                </a:ext>
              </a:extLst>
            </p:cNvPr>
            <p:cNvGrpSpPr/>
            <p:nvPr/>
          </p:nvGrpSpPr>
          <p:grpSpPr>
            <a:xfrm>
              <a:off x="8201266" y="2889716"/>
              <a:ext cx="1203959" cy="1114429"/>
              <a:chOff x="495541" y="3991241"/>
              <a:chExt cx="1203959" cy="1114429"/>
            </a:xfrm>
          </p:grpSpPr>
          <p:sp>
            <p:nvSpPr>
              <p:cNvPr id="196" name="Rectangle 195">
                <a:extLst>
                  <a:ext uri="{FF2B5EF4-FFF2-40B4-BE49-F238E27FC236}">
                    <a16:creationId xmlns:a16="http://schemas.microsoft.com/office/drawing/2014/main" id="{B930C710-26D6-4F11-91F5-2066F896E089}"/>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197" name="Graphique 196" descr="Utilisateurs avec un remplissage uni">
                <a:extLst>
                  <a:ext uri="{FF2B5EF4-FFF2-40B4-BE49-F238E27FC236}">
                    <a16:creationId xmlns:a16="http://schemas.microsoft.com/office/drawing/2014/main" id="{720E5FB9-7E38-4ECF-A609-D9008B1A524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130" name="Groupe 129">
              <a:extLst>
                <a:ext uri="{FF2B5EF4-FFF2-40B4-BE49-F238E27FC236}">
                  <a16:creationId xmlns:a16="http://schemas.microsoft.com/office/drawing/2014/main" id="{EB6E3782-9F74-4DE5-8227-EB9ACAA5FA8F}"/>
                </a:ext>
              </a:extLst>
            </p:cNvPr>
            <p:cNvGrpSpPr/>
            <p:nvPr/>
          </p:nvGrpSpPr>
          <p:grpSpPr>
            <a:xfrm>
              <a:off x="8144116" y="4080387"/>
              <a:ext cx="1203959" cy="1114429"/>
              <a:chOff x="495541" y="3991241"/>
              <a:chExt cx="1203959" cy="1114429"/>
            </a:xfrm>
            <a:solidFill>
              <a:srgbClr val="0683AA"/>
            </a:solidFill>
          </p:grpSpPr>
          <p:sp>
            <p:nvSpPr>
              <p:cNvPr id="194" name="Rectangle 193">
                <a:extLst>
                  <a:ext uri="{FF2B5EF4-FFF2-40B4-BE49-F238E27FC236}">
                    <a16:creationId xmlns:a16="http://schemas.microsoft.com/office/drawing/2014/main" id="{1C23D1B9-468A-4D3D-92BC-46F0AEA35AFE}"/>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195" name="Graphique 194" descr="Utilisateurs avec un remplissage uni">
                <a:extLst>
                  <a:ext uri="{FF2B5EF4-FFF2-40B4-BE49-F238E27FC236}">
                    <a16:creationId xmlns:a16="http://schemas.microsoft.com/office/drawing/2014/main" id="{AD639024-CF9C-4A33-B010-153F8D7D283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131" name="Groupe 130">
              <a:extLst>
                <a:ext uri="{FF2B5EF4-FFF2-40B4-BE49-F238E27FC236}">
                  <a16:creationId xmlns:a16="http://schemas.microsoft.com/office/drawing/2014/main" id="{08A4B057-7998-478F-8364-D6283875E1E7}"/>
                </a:ext>
              </a:extLst>
            </p:cNvPr>
            <p:cNvGrpSpPr/>
            <p:nvPr/>
          </p:nvGrpSpPr>
          <p:grpSpPr>
            <a:xfrm>
              <a:off x="7765182" y="5459500"/>
              <a:ext cx="1203959" cy="1114429"/>
              <a:chOff x="495541" y="3991241"/>
              <a:chExt cx="1203959" cy="1114429"/>
            </a:xfrm>
          </p:grpSpPr>
          <p:sp>
            <p:nvSpPr>
              <p:cNvPr id="192" name="Rectangle 191">
                <a:extLst>
                  <a:ext uri="{FF2B5EF4-FFF2-40B4-BE49-F238E27FC236}">
                    <a16:creationId xmlns:a16="http://schemas.microsoft.com/office/drawing/2014/main" id="{1D3FDDF0-38B8-4D69-A7C3-DBBC518138F2}"/>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193" name="Graphique 192" descr="Utilisateurs avec un remplissage uni">
                <a:extLst>
                  <a:ext uri="{FF2B5EF4-FFF2-40B4-BE49-F238E27FC236}">
                    <a16:creationId xmlns:a16="http://schemas.microsoft.com/office/drawing/2014/main" id="{0F1725F0-68D6-45C4-AF93-5695262A33D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132" name="Groupe 131">
              <a:extLst>
                <a:ext uri="{FF2B5EF4-FFF2-40B4-BE49-F238E27FC236}">
                  <a16:creationId xmlns:a16="http://schemas.microsoft.com/office/drawing/2014/main" id="{AB97BD3F-7C24-41A0-8879-9CAF0C39043D}"/>
                </a:ext>
              </a:extLst>
            </p:cNvPr>
            <p:cNvGrpSpPr/>
            <p:nvPr/>
          </p:nvGrpSpPr>
          <p:grpSpPr>
            <a:xfrm>
              <a:off x="10040031" y="5626122"/>
              <a:ext cx="1203959" cy="1086268"/>
              <a:chOff x="1844480" y="4004145"/>
              <a:chExt cx="1203959" cy="1086268"/>
            </a:xfrm>
          </p:grpSpPr>
          <p:sp>
            <p:nvSpPr>
              <p:cNvPr id="190" name="Rectangle 189">
                <a:extLst>
                  <a:ext uri="{FF2B5EF4-FFF2-40B4-BE49-F238E27FC236}">
                    <a16:creationId xmlns:a16="http://schemas.microsoft.com/office/drawing/2014/main" id="{417B9E64-1F73-4519-AA06-EBA45A218B90}"/>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endParaRPr>
              </a:p>
            </p:txBody>
          </p:sp>
          <p:pic>
            <p:nvPicPr>
              <p:cNvPr id="191" name="Graphique 190" descr="Utilisateurs avec un remplissage uni">
                <a:extLst>
                  <a:ext uri="{FF2B5EF4-FFF2-40B4-BE49-F238E27FC236}">
                    <a16:creationId xmlns:a16="http://schemas.microsoft.com/office/drawing/2014/main" id="{BF460FAC-EDC5-4A80-9E52-C57ACCEA7DB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grpSp>
          <p:nvGrpSpPr>
            <p:cNvPr id="133" name="Groupe 132">
              <a:extLst>
                <a:ext uri="{FF2B5EF4-FFF2-40B4-BE49-F238E27FC236}">
                  <a16:creationId xmlns:a16="http://schemas.microsoft.com/office/drawing/2014/main" id="{0EDB9673-C09B-407F-97A3-333684C0815C}"/>
                </a:ext>
              </a:extLst>
            </p:cNvPr>
            <p:cNvGrpSpPr/>
            <p:nvPr/>
          </p:nvGrpSpPr>
          <p:grpSpPr>
            <a:xfrm>
              <a:off x="10348719" y="4140742"/>
              <a:ext cx="1203959" cy="1086268"/>
              <a:chOff x="1844480" y="4004145"/>
              <a:chExt cx="1203959" cy="1086268"/>
            </a:xfrm>
          </p:grpSpPr>
          <p:sp>
            <p:nvSpPr>
              <p:cNvPr id="188" name="Rectangle 187">
                <a:extLst>
                  <a:ext uri="{FF2B5EF4-FFF2-40B4-BE49-F238E27FC236}">
                    <a16:creationId xmlns:a16="http://schemas.microsoft.com/office/drawing/2014/main" id="{54A64524-54B2-4A03-9EA5-94C79D25BCB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endParaRPr>
              </a:p>
            </p:txBody>
          </p:sp>
          <p:pic>
            <p:nvPicPr>
              <p:cNvPr id="189" name="Graphique 188" descr="Utilisateurs avec un remplissage uni">
                <a:extLst>
                  <a:ext uri="{FF2B5EF4-FFF2-40B4-BE49-F238E27FC236}">
                    <a16:creationId xmlns:a16="http://schemas.microsoft.com/office/drawing/2014/main" id="{AD77B965-404D-4A3D-9E73-1BCE7110EFD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pic>
          <p:nvPicPr>
            <p:cNvPr id="186" name="Graphique 185" descr="Utilisateur avec un remplissage uni">
              <a:extLst>
                <a:ext uri="{FF2B5EF4-FFF2-40B4-BE49-F238E27FC236}">
                  <a16:creationId xmlns:a16="http://schemas.microsoft.com/office/drawing/2014/main" id="{8DB735BA-FC6F-4D76-BAC4-5B9DDCF45AC8}"/>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451137" y="1940358"/>
              <a:ext cx="634194" cy="634194"/>
            </a:xfrm>
            <a:prstGeom prst="rect">
              <a:avLst/>
            </a:prstGeom>
          </p:spPr>
        </p:pic>
        <p:grpSp>
          <p:nvGrpSpPr>
            <p:cNvPr id="135" name="Groupe 134">
              <a:extLst>
                <a:ext uri="{FF2B5EF4-FFF2-40B4-BE49-F238E27FC236}">
                  <a16:creationId xmlns:a16="http://schemas.microsoft.com/office/drawing/2014/main" id="{DAF853B2-E765-4464-A85B-7BDBDFA55A05}"/>
                </a:ext>
              </a:extLst>
            </p:cNvPr>
            <p:cNvGrpSpPr/>
            <p:nvPr/>
          </p:nvGrpSpPr>
          <p:grpSpPr>
            <a:xfrm>
              <a:off x="10058713" y="1739195"/>
              <a:ext cx="1203959" cy="1086268"/>
              <a:chOff x="1844480" y="4004145"/>
              <a:chExt cx="1203959" cy="1086268"/>
            </a:xfrm>
          </p:grpSpPr>
          <p:sp>
            <p:nvSpPr>
              <p:cNvPr id="151" name="Rectangle 150">
                <a:extLst>
                  <a:ext uri="{FF2B5EF4-FFF2-40B4-BE49-F238E27FC236}">
                    <a16:creationId xmlns:a16="http://schemas.microsoft.com/office/drawing/2014/main" id="{AA06EBC8-0AFF-4687-B620-CF3EC308BC6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endParaRPr>
              </a:p>
            </p:txBody>
          </p:sp>
          <p:pic>
            <p:nvPicPr>
              <p:cNvPr id="152" name="Graphique 151" descr="Utilisateurs avec un remplissage uni">
                <a:extLst>
                  <a:ext uri="{FF2B5EF4-FFF2-40B4-BE49-F238E27FC236}">
                    <a16:creationId xmlns:a16="http://schemas.microsoft.com/office/drawing/2014/main" id="{ADA7894C-F9C4-4288-811A-E7929BCA4AF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pic>
          <p:nvPicPr>
            <p:cNvPr id="149" name="Graphique 148" descr="Utilisateur avec un remplissage uni">
              <a:extLst>
                <a:ext uri="{FF2B5EF4-FFF2-40B4-BE49-F238E27FC236}">
                  <a16:creationId xmlns:a16="http://schemas.microsoft.com/office/drawing/2014/main" id="{A108329F-6CC6-4F92-B707-9BD3DC3B83E2}"/>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0324912" y="3254927"/>
              <a:ext cx="634194" cy="634194"/>
            </a:xfrm>
            <a:prstGeom prst="rect">
              <a:avLst/>
            </a:prstGeom>
          </p:spPr>
        </p:pic>
        <p:sp>
          <p:nvSpPr>
            <p:cNvPr id="137" name="Flèche : droite 136">
              <a:extLst>
                <a:ext uri="{FF2B5EF4-FFF2-40B4-BE49-F238E27FC236}">
                  <a16:creationId xmlns:a16="http://schemas.microsoft.com/office/drawing/2014/main" id="{0F1F7299-D564-4EBB-950B-DD1623179C7F}"/>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38" name="Flèche : droite 137">
              <a:extLst>
                <a:ext uri="{FF2B5EF4-FFF2-40B4-BE49-F238E27FC236}">
                  <a16:creationId xmlns:a16="http://schemas.microsoft.com/office/drawing/2014/main" id="{B1FE98E7-392C-48E2-8F68-E18A049B0271}"/>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39" name="Flèche : droite 138">
              <a:extLst>
                <a:ext uri="{FF2B5EF4-FFF2-40B4-BE49-F238E27FC236}">
                  <a16:creationId xmlns:a16="http://schemas.microsoft.com/office/drawing/2014/main" id="{B7136CAD-88E8-45C8-BCE3-1A1FE4996CD9}"/>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40" name="Flèche : droite 139">
              <a:extLst>
                <a:ext uri="{FF2B5EF4-FFF2-40B4-BE49-F238E27FC236}">
                  <a16:creationId xmlns:a16="http://schemas.microsoft.com/office/drawing/2014/main" id="{8E2EDCCF-263E-4FED-9169-397123EAE1F6}"/>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41" name="Flèche : droite 140">
              <a:extLst>
                <a:ext uri="{FF2B5EF4-FFF2-40B4-BE49-F238E27FC236}">
                  <a16:creationId xmlns:a16="http://schemas.microsoft.com/office/drawing/2014/main" id="{3F84FDF7-BFAD-45B2-A8F0-DEB94F3CB283}"/>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42" name="Flèche : droite 141">
              <a:extLst>
                <a:ext uri="{FF2B5EF4-FFF2-40B4-BE49-F238E27FC236}">
                  <a16:creationId xmlns:a16="http://schemas.microsoft.com/office/drawing/2014/main" id="{A0B54517-F6B2-4C0D-8E28-01F1F7A21B5F}"/>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sp>
          <p:nvSpPr>
            <p:cNvPr id="143" name="Flèche : droite 142">
              <a:extLst>
                <a:ext uri="{FF2B5EF4-FFF2-40B4-BE49-F238E27FC236}">
                  <a16:creationId xmlns:a16="http://schemas.microsoft.com/office/drawing/2014/main" id="{F01D3F3A-A1B3-46F3-8043-C8C523B014B8}"/>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sp>
          <p:nvSpPr>
            <p:cNvPr id="144" name="Flèche : droite 143">
              <a:extLst>
                <a:ext uri="{FF2B5EF4-FFF2-40B4-BE49-F238E27FC236}">
                  <a16:creationId xmlns:a16="http://schemas.microsoft.com/office/drawing/2014/main" id="{D9FE7BD3-1CA1-47CF-8019-04A9045DA9B4}"/>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sp>
          <p:nvSpPr>
            <p:cNvPr id="145" name="Flèche : droite 144">
              <a:extLst>
                <a:ext uri="{FF2B5EF4-FFF2-40B4-BE49-F238E27FC236}">
                  <a16:creationId xmlns:a16="http://schemas.microsoft.com/office/drawing/2014/main" id="{A44AC7FF-A7ED-4780-BC7C-71B82E5753EE}"/>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pic>
          <p:nvPicPr>
            <p:cNvPr id="146" name="Graphique 145" descr="Utilisateur avec un remplissage uni">
              <a:extLst>
                <a:ext uri="{FF2B5EF4-FFF2-40B4-BE49-F238E27FC236}">
                  <a16:creationId xmlns:a16="http://schemas.microsoft.com/office/drawing/2014/main" id="{ABC11953-5B91-4A10-A34E-CD5BE26494EF}"/>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9199066" y="3752255"/>
              <a:ext cx="410445" cy="410445"/>
            </a:xfrm>
            <a:prstGeom prst="rect">
              <a:avLst/>
            </a:prstGeom>
          </p:spPr>
        </p:pic>
        <p:pic>
          <p:nvPicPr>
            <p:cNvPr id="147" name="Graphique 146" descr="Utilisateur avec un remplissage uni">
              <a:extLst>
                <a:ext uri="{FF2B5EF4-FFF2-40B4-BE49-F238E27FC236}">
                  <a16:creationId xmlns:a16="http://schemas.microsoft.com/office/drawing/2014/main" id="{2DE17752-A064-4A74-849A-17FC556168B0}"/>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997464" y="4944818"/>
              <a:ext cx="410445" cy="410445"/>
            </a:xfrm>
            <a:prstGeom prst="rect">
              <a:avLst/>
            </a:prstGeom>
          </p:spPr>
        </p:pic>
        <p:pic>
          <p:nvPicPr>
            <p:cNvPr id="148" name="Graphique 147" descr="Utilisateur avec un remplissage uni">
              <a:extLst>
                <a:ext uri="{FF2B5EF4-FFF2-40B4-BE49-F238E27FC236}">
                  <a16:creationId xmlns:a16="http://schemas.microsoft.com/office/drawing/2014/main" id="{25010774-0452-4323-9121-7C1EC2A44C88}"/>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985327" y="2533953"/>
              <a:ext cx="410445" cy="410445"/>
            </a:xfrm>
            <a:prstGeom prst="rect">
              <a:avLst/>
            </a:prstGeom>
          </p:spPr>
        </p:pic>
      </p:grpSp>
      <p:grpSp>
        <p:nvGrpSpPr>
          <p:cNvPr id="3" name="Groupe 2">
            <a:extLst>
              <a:ext uri="{FF2B5EF4-FFF2-40B4-BE49-F238E27FC236}">
                <a16:creationId xmlns:a16="http://schemas.microsoft.com/office/drawing/2014/main" id="{FE14B718-E7ED-4394-9888-BF039280BDA1}"/>
              </a:ext>
            </a:extLst>
          </p:cNvPr>
          <p:cNvGrpSpPr/>
          <p:nvPr/>
        </p:nvGrpSpPr>
        <p:grpSpPr>
          <a:xfrm>
            <a:off x="9351431" y="3918129"/>
            <a:ext cx="1423632" cy="1509929"/>
            <a:chOff x="6900539" y="986484"/>
            <a:chExt cx="5204718" cy="5520217"/>
          </a:xfrm>
        </p:grpSpPr>
        <p:sp>
          <p:nvSpPr>
            <p:cNvPr id="187" name="Rectangle 186">
              <a:extLst>
                <a:ext uri="{FF2B5EF4-FFF2-40B4-BE49-F238E27FC236}">
                  <a16:creationId xmlns:a16="http://schemas.microsoft.com/office/drawing/2014/main" id="{119F8547-B7E2-4C0F-9FED-AF2B4883B0D6}"/>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Root Motivation</a:t>
              </a:r>
            </a:p>
          </p:txBody>
        </p:sp>
        <p:sp>
          <p:nvSpPr>
            <p:cNvPr id="198" name="Rectangle 197">
              <a:extLst>
                <a:ext uri="{FF2B5EF4-FFF2-40B4-BE49-F238E27FC236}">
                  <a16:creationId xmlns:a16="http://schemas.microsoft.com/office/drawing/2014/main" id="{BB215A08-8CBF-428D-AA8A-B89187CA1908}"/>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199" name="Rectangle 198">
              <a:extLst>
                <a:ext uri="{FF2B5EF4-FFF2-40B4-BE49-F238E27FC236}">
                  <a16:creationId xmlns:a16="http://schemas.microsoft.com/office/drawing/2014/main" id="{AB49DAD4-CBCD-4458-8985-8FAE9D706ED1}"/>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sp>
          <p:nvSpPr>
            <p:cNvPr id="200" name="Rectangle 199">
              <a:extLst>
                <a:ext uri="{FF2B5EF4-FFF2-40B4-BE49-F238E27FC236}">
                  <a16:creationId xmlns:a16="http://schemas.microsoft.com/office/drawing/2014/main" id="{15237684-2207-449B-B60E-1F529DBA3A4B}"/>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Motivation</a:t>
              </a:r>
            </a:p>
          </p:txBody>
        </p:sp>
        <p:sp>
          <p:nvSpPr>
            <p:cNvPr id="201" name="Rectangle 200">
              <a:extLst>
                <a:ext uri="{FF2B5EF4-FFF2-40B4-BE49-F238E27FC236}">
                  <a16:creationId xmlns:a16="http://schemas.microsoft.com/office/drawing/2014/main" id="{35177DE5-8147-4C9A-A3DA-96E7540B15AE}"/>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202" name="Rectangle 201">
              <a:extLst>
                <a:ext uri="{FF2B5EF4-FFF2-40B4-BE49-F238E27FC236}">
                  <a16:creationId xmlns:a16="http://schemas.microsoft.com/office/drawing/2014/main" id="{7B251975-264D-4D46-94DB-6EAFF1395E0D}"/>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203" name="Rectangle 202">
              <a:extLst>
                <a:ext uri="{FF2B5EF4-FFF2-40B4-BE49-F238E27FC236}">
                  <a16:creationId xmlns:a16="http://schemas.microsoft.com/office/drawing/2014/main" id="{61435256-9386-4709-A793-A7D66D0EC760}"/>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204" name="Rectangle 203">
              <a:extLst>
                <a:ext uri="{FF2B5EF4-FFF2-40B4-BE49-F238E27FC236}">
                  <a16:creationId xmlns:a16="http://schemas.microsoft.com/office/drawing/2014/main" id="{C4D9BD3F-4ADD-44E4-B235-358C785835A0}"/>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Motivation</a:t>
              </a:r>
            </a:p>
          </p:txBody>
        </p:sp>
        <p:sp>
          <p:nvSpPr>
            <p:cNvPr id="205" name="Rectangle 204">
              <a:extLst>
                <a:ext uri="{FF2B5EF4-FFF2-40B4-BE49-F238E27FC236}">
                  <a16:creationId xmlns:a16="http://schemas.microsoft.com/office/drawing/2014/main" id="{A379E002-0EF8-4B46-B28A-DE3FCD34A949}"/>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206" name="Rectangle 205">
              <a:extLst>
                <a:ext uri="{FF2B5EF4-FFF2-40B4-BE49-F238E27FC236}">
                  <a16:creationId xmlns:a16="http://schemas.microsoft.com/office/drawing/2014/main" id="{A43AA990-9E81-4130-8BAB-D9005EC16139}"/>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sp>
          <p:nvSpPr>
            <p:cNvPr id="207" name="Rectangle 206">
              <a:extLst>
                <a:ext uri="{FF2B5EF4-FFF2-40B4-BE49-F238E27FC236}">
                  <a16:creationId xmlns:a16="http://schemas.microsoft.com/office/drawing/2014/main" id="{9CCE5B3B-8A4F-424E-B35D-849743982574}"/>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sp>
          <p:nvSpPr>
            <p:cNvPr id="208" name="Rectangle 207">
              <a:extLst>
                <a:ext uri="{FF2B5EF4-FFF2-40B4-BE49-F238E27FC236}">
                  <a16:creationId xmlns:a16="http://schemas.microsoft.com/office/drawing/2014/main" id="{602A743C-BB4D-4ACC-A358-3D11D84F7977}"/>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Motivation</a:t>
              </a:r>
            </a:p>
          </p:txBody>
        </p:sp>
        <p:sp>
          <p:nvSpPr>
            <p:cNvPr id="209" name="Rectangle 208">
              <a:extLst>
                <a:ext uri="{FF2B5EF4-FFF2-40B4-BE49-F238E27FC236}">
                  <a16:creationId xmlns:a16="http://schemas.microsoft.com/office/drawing/2014/main" id="{8A2C3534-27C9-4DFA-A2D1-E530CCAA4DDD}"/>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cxnSp>
          <p:nvCxnSpPr>
            <p:cNvPr id="210" name="Connecteur droit avec flèche 209">
              <a:extLst>
                <a:ext uri="{FF2B5EF4-FFF2-40B4-BE49-F238E27FC236}">
                  <a16:creationId xmlns:a16="http://schemas.microsoft.com/office/drawing/2014/main" id="{C43F2EAD-19D5-4AF5-B9A1-0FF2EC412D5C}"/>
                </a:ext>
              </a:extLst>
            </p:cNvPr>
            <p:cNvCxnSpPr>
              <a:cxnSpLocks/>
              <a:endCxn id="199"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1" name="Connecteur droit avec flèche 210">
              <a:extLst>
                <a:ext uri="{FF2B5EF4-FFF2-40B4-BE49-F238E27FC236}">
                  <a16:creationId xmlns:a16="http://schemas.microsoft.com/office/drawing/2014/main" id="{F6F66D94-0F26-4972-84A9-FDCCB2737CA0}"/>
                </a:ext>
              </a:extLst>
            </p:cNvPr>
            <p:cNvCxnSpPr>
              <a:cxnSpLocks/>
              <a:stCxn id="187"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2" name="Connecteur droit avec flèche 211">
              <a:extLst>
                <a:ext uri="{FF2B5EF4-FFF2-40B4-BE49-F238E27FC236}">
                  <a16:creationId xmlns:a16="http://schemas.microsoft.com/office/drawing/2014/main" id="{19525D97-A315-4E6F-A899-EF173372C7C9}"/>
                </a:ext>
              </a:extLst>
            </p:cNvPr>
            <p:cNvCxnSpPr>
              <a:cxnSpLocks/>
              <a:stCxn id="187" idx="0"/>
              <a:endCxn id="201"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3" name="Connecteur droit avec flèche 212">
              <a:extLst>
                <a:ext uri="{FF2B5EF4-FFF2-40B4-BE49-F238E27FC236}">
                  <a16:creationId xmlns:a16="http://schemas.microsoft.com/office/drawing/2014/main" id="{039605D0-88AB-437B-9F8D-A93144D1634F}"/>
                </a:ext>
              </a:extLst>
            </p:cNvPr>
            <p:cNvCxnSpPr>
              <a:cxnSpLocks/>
              <a:stCxn id="187" idx="0"/>
              <a:endCxn id="202"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4" name="Connecteur droit avec flèche 213">
              <a:extLst>
                <a:ext uri="{FF2B5EF4-FFF2-40B4-BE49-F238E27FC236}">
                  <a16:creationId xmlns:a16="http://schemas.microsoft.com/office/drawing/2014/main" id="{581583ED-3973-4991-9AF4-54AF0D639331}"/>
                </a:ext>
              </a:extLst>
            </p:cNvPr>
            <p:cNvCxnSpPr>
              <a:cxnSpLocks/>
              <a:stCxn id="202" idx="0"/>
              <a:endCxn id="209"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5" name="Connecteur droit avec flèche 214">
              <a:extLst>
                <a:ext uri="{FF2B5EF4-FFF2-40B4-BE49-F238E27FC236}">
                  <a16:creationId xmlns:a16="http://schemas.microsoft.com/office/drawing/2014/main" id="{2D98C83F-94F9-4B01-8B26-75B60A38BC70}"/>
                </a:ext>
              </a:extLst>
            </p:cNvPr>
            <p:cNvCxnSpPr>
              <a:cxnSpLocks/>
              <a:stCxn id="199" idx="0"/>
              <a:endCxn id="200"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6" name="Connecteur droit avec flèche 215">
              <a:extLst>
                <a:ext uri="{FF2B5EF4-FFF2-40B4-BE49-F238E27FC236}">
                  <a16:creationId xmlns:a16="http://schemas.microsoft.com/office/drawing/2014/main" id="{D94DCEE1-B276-4695-A04F-CDD0F73B7145}"/>
                </a:ext>
              </a:extLst>
            </p:cNvPr>
            <p:cNvCxnSpPr>
              <a:cxnSpLocks/>
              <a:stCxn id="200" idx="0"/>
              <a:endCxn id="203"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7" name="Connecteur droit avec flèche 216">
              <a:extLst>
                <a:ext uri="{FF2B5EF4-FFF2-40B4-BE49-F238E27FC236}">
                  <a16:creationId xmlns:a16="http://schemas.microsoft.com/office/drawing/2014/main" id="{5A313353-9E32-4C97-A6E9-39D475B19541}"/>
                </a:ext>
              </a:extLst>
            </p:cNvPr>
            <p:cNvCxnSpPr>
              <a:cxnSpLocks/>
              <a:stCxn id="203" idx="0"/>
              <a:endCxn id="204"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8" name="Connecteur droit avec flèche 217">
              <a:extLst>
                <a:ext uri="{FF2B5EF4-FFF2-40B4-BE49-F238E27FC236}">
                  <a16:creationId xmlns:a16="http://schemas.microsoft.com/office/drawing/2014/main" id="{DF1369FB-FCE0-4F3F-AE31-B8CBCD31CFFC}"/>
                </a:ext>
              </a:extLst>
            </p:cNvPr>
            <p:cNvCxnSpPr>
              <a:cxnSpLocks/>
              <a:stCxn id="204" idx="0"/>
              <a:endCxn id="227"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9" name="Connecteur droit avec flèche 218">
              <a:extLst>
                <a:ext uri="{FF2B5EF4-FFF2-40B4-BE49-F238E27FC236}">
                  <a16:creationId xmlns:a16="http://schemas.microsoft.com/office/drawing/2014/main" id="{489655B1-DED9-4820-A318-03D9D9C2A972}"/>
                </a:ext>
              </a:extLst>
            </p:cNvPr>
            <p:cNvCxnSpPr>
              <a:cxnSpLocks/>
              <a:stCxn id="200" idx="0"/>
              <a:endCxn id="205"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0" name="Connecteur droit avec flèche 219">
              <a:extLst>
                <a:ext uri="{FF2B5EF4-FFF2-40B4-BE49-F238E27FC236}">
                  <a16:creationId xmlns:a16="http://schemas.microsoft.com/office/drawing/2014/main" id="{C96B087F-C325-4A8D-B46D-C09780C4AF79}"/>
                </a:ext>
              </a:extLst>
            </p:cNvPr>
            <p:cNvCxnSpPr>
              <a:cxnSpLocks/>
              <a:stCxn id="205" idx="0"/>
              <a:endCxn id="206"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1" name="Connecteur droit avec flèche 220">
              <a:extLst>
                <a:ext uri="{FF2B5EF4-FFF2-40B4-BE49-F238E27FC236}">
                  <a16:creationId xmlns:a16="http://schemas.microsoft.com/office/drawing/2014/main" id="{FE1AF577-C3F2-4BCE-BFCD-20A95F5F7932}"/>
                </a:ext>
              </a:extLst>
            </p:cNvPr>
            <p:cNvCxnSpPr>
              <a:cxnSpLocks/>
              <a:stCxn id="206" idx="0"/>
              <a:endCxn id="207"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2" name="Connecteur droit avec flèche 221">
              <a:extLst>
                <a:ext uri="{FF2B5EF4-FFF2-40B4-BE49-F238E27FC236}">
                  <a16:creationId xmlns:a16="http://schemas.microsoft.com/office/drawing/2014/main" id="{8DDC9B54-4F13-47C5-B890-7D3FAE1366FC}"/>
                </a:ext>
              </a:extLst>
            </p:cNvPr>
            <p:cNvCxnSpPr>
              <a:cxnSpLocks/>
              <a:stCxn id="207" idx="0"/>
              <a:endCxn id="208"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3" name="Rectangle 222">
              <a:extLst>
                <a:ext uri="{FF2B5EF4-FFF2-40B4-BE49-F238E27FC236}">
                  <a16:creationId xmlns:a16="http://schemas.microsoft.com/office/drawing/2014/main" id="{6B686BC2-D851-4081-810A-BD075C6574DB}"/>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cxnSp>
          <p:nvCxnSpPr>
            <p:cNvPr id="224" name="Connecteur droit avec flèche 223">
              <a:extLst>
                <a:ext uri="{FF2B5EF4-FFF2-40B4-BE49-F238E27FC236}">
                  <a16:creationId xmlns:a16="http://schemas.microsoft.com/office/drawing/2014/main" id="{67CAB7AE-EAEA-43EB-9789-728CDD3D8BCC}"/>
                </a:ext>
              </a:extLst>
            </p:cNvPr>
            <p:cNvCxnSpPr>
              <a:cxnSpLocks/>
              <a:stCxn id="205" idx="0"/>
              <a:endCxn id="223"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5" name="Rectangle 224">
              <a:extLst>
                <a:ext uri="{FF2B5EF4-FFF2-40B4-BE49-F238E27FC236}">
                  <a16:creationId xmlns:a16="http://schemas.microsoft.com/office/drawing/2014/main" id="{10C0D416-1484-419E-A5C5-CAD46152A914}"/>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Motivation</a:t>
              </a:r>
            </a:p>
          </p:txBody>
        </p:sp>
        <p:cxnSp>
          <p:nvCxnSpPr>
            <p:cNvPr id="226" name="Connecteur droit avec flèche 225">
              <a:extLst>
                <a:ext uri="{FF2B5EF4-FFF2-40B4-BE49-F238E27FC236}">
                  <a16:creationId xmlns:a16="http://schemas.microsoft.com/office/drawing/2014/main" id="{5F49D0C7-DC11-4D66-B2E2-8DA5DC1687F3}"/>
                </a:ext>
              </a:extLst>
            </p:cNvPr>
            <p:cNvCxnSpPr>
              <a:cxnSpLocks/>
              <a:stCxn id="199" idx="0"/>
              <a:endCxn id="225"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7" name="Rectangle 226">
              <a:extLst>
                <a:ext uri="{FF2B5EF4-FFF2-40B4-BE49-F238E27FC236}">
                  <a16:creationId xmlns:a16="http://schemas.microsoft.com/office/drawing/2014/main" id="{8B33A708-4ADB-4FC5-A38C-80B0E51F6613}"/>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grpSp>
      <p:pic>
        <p:nvPicPr>
          <p:cNvPr id="228" name="Graphique 227" descr="Poumons avec un remplissage uni">
            <a:extLst>
              <a:ext uri="{FF2B5EF4-FFF2-40B4-BE49-F238E27FC236}">
                <a16:creationId xmlns:a16="http://schemas.microsoft.com/office/drawing/2014/main" id="{C004B001-FDF5-2477-8757-07C3FC65A9DB}"/>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6884"/>
          <a:stretch/>
        </p:blipFill>
        <p:spPr>
          <a:xfrm>
            <a:off x="6001627" y="3514405"/>
            <a:ext cx="730448" cy="607118"/>
          </a:xfrm>
          <a:prstGeom prst="rect">
            <a:avLst/>
          </a:prstGeom>
        </p:spPr>
      </p:pic>
    </p:spTree>
    <p:extLst>
      <p:ext uri="{BB962C8B-B14F-4D97-AF65-F5344CB8AC3E}">
        <p14:creationId xmlns:p14="http://schemas.microsoft.com/office/powerpoint/2010/main" val="3648992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B0323F-D267-4C75-906C-E32C71BBED5C}"/>
              </a:ext>
            </a:extLst>
          </p:cNvPr>
          <p:cNvSpPr>
            <a:spLocks noGrp="1"/>
          </p:cNvSpPr>
          <p:nvPr>
            <p:ph type="title"/>
          </p:nvPr>
        </p:nvSpPr>
        <p:spPr/>
        <p:txBody>
          <a:bodyPr/>
          <a:lstStyle/>
          <a:p>
            <a:r>
              <a:rPr lang="en-US" dirty="0"/>
              <a:t>Simplified version of the Community WHYS</a:t>
            </a:r>
          </a:p>
        </p:txBody>
      </p:sp>
      <p:sp>
        <p:nvSpPr>
          <p:cNvPr id="3" name="Espace réservé du contenu 2">
            <a:extLst>
              <a:ext uri="{FF2B5EF4-FFF2-40B4-BE49-F238E27FC236}">
                <a16:creationId xmlns:a16="http://schemas.microsoft.com/office/drawing/2014/main" id="{754F3EAC-1436-438D-8F6E-925CC75E2260}"/>
              </a:ext>
            </a:extLst>
          </p:cNvPr>
          <p:cNvSpPr>
            <a:spLocks noGrp="1"/>
          </p:cNvSpPr>
          <p:nvPr>
            <p:ph idx="1"/>
          </p:nvPr>
        </p:nvSpPr>
        <p:spPr>
          <a:xfrm>
            <a:off x="838200" y="1825625"/>
            <a:ext cx="10515600" cy="704511"/>
          </a:xfrm>
        </p:spPr>
        <p:txBody>
          <a:bodyPr>
            <a:normAutofit fontScale="85000" lnSpcReduction="20000"/>
          </a:bodyPr>
          <a:lstStyle/>
          <a:p>
            <a:pPr marL="0" indent="0">
              <a:buNone/>
            </a:pPr>
            <a:r>
              <a:rPr lang="en-US" sz="2000" dirty="0"/>
              <a:t>This is a very simplified version of the Community WHYS, without the visual workshop metaphors, and with less level of details. It can be used like a starting Canvas or when time is short. If needed, one can go to the sub-workshops for further details.</a:t>
            </a:r>
          </a:p>
        </p:txBody>
      </p:sp>
      <p:graphicFrame>
        <p:nvGraphicFramePr>
          <p:cNvPr id="4" name="Tableau 4">
            <a:extLst>
              <a:ext uri="{FF2B5EF4-FFF2-40B4-BE49-F238E27FC236}">
                <a16:creationId xmlns:a16="http://schemas.microsoft.com/office/drawing/2014/main" id="{A26FED53-CE8B-4A5C-AD4F-4FB3B0A64553}"/>
              </a:ext>
            </a:extLst>
          </p:cNvPr>
          <p:cNvGraphicFramePr>
            <a:graphicFrameLocks noGrp="1"/>
          </p:cNvGraphicFramePr>
          <p:nvPr>
            <p:extLst>
              <p:ext uri="{D42A27DB-BD31-4B8C-83A1-F6EECF244321}">
                <p14:modId xmlns:p14="http://schemas.microsoft.com/office/powerpoint/2010/main" val="418820492"/>
              </p:ext>
            </p:extLst>
          </p:nvPr>
        </p:nvGraphicFramePr>
        <p:xfrm>
          <a:off x="593817" y="2739663"/>
          <a:ext cx="11195730" cy="3753212"/>
        </p:xfrm>
        <a:graphic>
          <a:graphicData uri="http://schemas.openxmlformats.org/drawingml/2006/table">
            <a:tbl>
              <a:tblPr firstRow="1" bandRow="1">
                <a:tableStyleId>{5C22544A-7EE6-4342-B048-85BDC9FD1C3A}</a:tableStyleId>
              </a:tblPr>
              <a:tblGrid>
                <a:gridCol w="3731910">
                  <a:extLst>
                    <a:ext uri="{9D8B030D-6E8A-4147-A177-3AD203B41FA5}">
                      <a16:colId xmlns:a16="http://schemas.microsoft.com/office/drawing/2014/main" val="4026071118"/>
                    </a:ext>
                  </a:extLst>
                </a:gridCol>
                <a:gridCol w="3731910">
                  <a:extLst>
                    <a:ext uri="{9D8B030D-6E8A-4147-A177-3AD203B41FA5}">
                      <a16:colId xmlns:a16="http://schemas.microsoft.com/office/drawing/2014/main" val="624515629"/>
                    </a:ext>
                  </a:extLst>
                </a:gridCol>
                <a:gridCol w="3731910">
                  <a:extLst>
                    <a:ext uri="{9D8B030D-6E8A-4147-A177-3AD203B41FA5}">
                      <a16:colId xmlns:a16="http://schemas.microsoft.com/office/drawing/2014/main" val="3925909638"/>
                    </a:ext>
                  </a:extLst>
                </a:gridCol>
              </a:tblGrid>
              <a:tr h="0">
                <a:tc>
                  <a:txBody>
                    <a:bodyPr/>
                    <a:lstStyle/>
                    <a:p>
                      <a:r>
                        <a:rPr lang="en-US" dirty="0"/>
                        <a:t>WHY this Community ?</a:t>
                      </a:r>
                    </a:p>
                  </a:txBody>
                  <a:tcPr/>
                </a:tc>
                <a:tc>
                  <a:txBody>
                    <a:bodyPr/>
                    <a:lstStyle/>
                    <a:p>
                      <a:r>
                        <a:rPr lang="en-US" dirty="0"/>
                        <a:t>Why US ?</a:t>
                      </a:r>
                    </a:p>
                  </a:txBody>
                  <a:tcPr/>
                </a:tc>
                <a:tc>
                  <a:txBody>
                    <a:bodyPr/>
                    <a:lstStyle/>
                    <a:p>
                      <a:r>
                        <a:rPr lang="en-US" dirty="0"/>
                        <a:t>Why NOW ?</a:t>
                      </a:r>
                    </a:p>
                  </a:txBody>
                  <a:tcPr/>
                </a:tc>
                <a:extLst>
                  <a:ext uri="{0D108BD9-81ED-4DB2-BD59-A6C34878D82A}">
                    <a16:rowId xmlns:a16="http://schemas.microsoft.com/office/drawing/2014/main" val="2565916048"/>
                  </a:ext>
                </a:extLst>
              </a:tr>
              <a:tr h="1510846">
                <a:tc>
                  <a:txBody>
                    <a:bodyPr/>
                    <a:lstStyle/>
                    <a:p>
                      <a:r>
                        <a:rPr lang="en-US" sz="1200" i="1" dirty="0"/>
                        <a:t>What is our cause ? Our goal ? What story do we want to tell ?</a:t>
                      </a:r>
                    </a:p>
                  </a:txBody>
                  <a:tcPr/>
                </a:tc>
                <a:tc>
                  <a:txBody>
                    <a:bodyPr/>
                    <a:lstStyle/>
                    <a:p>
                      <a:r>
                        <a:rPr lang="en-US" sz="1200" i="1" dirty="0"/>
                        <a:t>What does everyone think they can bring to the Community ? What can we start building together ? What are the challenges we cannot reach as individuals ?</a:t>
                      </a:r>
                    </a:p>
                  </a:txBody>
                  <a:tcPr/>
                </a:tc>
                <a:tc>
                  <a:txBody>
                    <a:bodyPr/>
                    <a:lstStyle/>
                    <a:p>
                      <a:r>
                        <a:rPr lang="en-US" sz="1200" i="1" dirty="0"/>
                        <a:t>Why didn’t we launch earlier ? Why shouldn’t we wait for too long ? How to make the most of our window of opportunity ?</a:t>
                      </a:r>
                    </a:p>
                  </a:txBody>
                  <a:tcPr/>
                </a:tc>
                <a:extLst>
                  <a:ext uri="{0D108BD9-81ED-4DB2-BD59-A6C34878D82A}">
                    <a16:rowId xmlns:a16="http://schemas.microsoft.com/office/drawing/2014/main" val="1510266931"/>
                  </a:ext>
                </a:extLst>
              </a:tr>
              <a:tr h="0">
                <a:tc>
                  <a:txBody>
                    <a:bodyPr/>
                    <a:lstStyle/>
                    <a:p>
                      <a:r>
                        <a:rPr lang="en-US" b="1" dirty="0"/>
                        <a:t>Why HERE ? </a:t>
                      </a:r>
                    </a:p>
                  </a:txBody>
                  <a:tcPr>
                    <a:solidFill>
                      <a:schemeClr val="accent2"/>
                    </a:solidFill>
                  </a:tcPr>
                </a:tc>
                <a:tc>
                  <a:txBody>
                    <a:bodyPr/>
                    <a:lstStyle/>
                    <a:p>
                      <a:r>
                        <a:rPr lang="en-US" b="1" dirty="0"/>
                        <a:t>Why THIS ?</a:t>
                      </a:r>
                    </a:p>
                  </a:txBody>
                  <a:tcPr>
                    <a:solidFill>
                      <a:schemeClr val="accent2"/>
                    </a:solidFill>
                  </a:tcPr>
                </a:tc>
                <a:tc>
                  <a:txBody>
                    <a:bodyPr/>
                    <a:lstStyle/>
                    <a:p>
                      <a:r>
                        <a:rPr lang="en-US" b="1" dirty="0"/>
                        <a:t>Why NOT trying ? </a:t>
                      </a:r>
                    </a:p>
                  </a:txBody>
                  <a:tcPr>
                    <a:solidFill>
                      <a:schemeClr val="accent2"/>
                    </a:solidFill>
                  </a:tcPr>
                </a:tc>
                <a:extLst>
                  <a:ext uri="{0D108BD9-81ED-4DB2-BD59-A6C34878D82A}">
                    <a16:rowId xmlns:a16="http://schemas.microsoft.com/office/drawing/2014/main" val="3486925273"/>
                  </a:ext>
                </a:extLst>
              </a:tr>
              <a:tr h="1510846">
                <a:tc>
                  <a:txBody>
                    <a:bodyPr/>
                    <a:lstStyle/>
                    <a:p>
                      <a:r>
                        <a:rPr lang="en-US" sz="1200" i="1" dirty="0"/>
                        <a:t>Who do we target with the Community ? Why are they good targets ? What will be the direct and indirect impacts of our Community ?</a:t>
                      </a:r>
                    </a:p>
                  </a:txBody>
                  <a:tcPr>
                    <a:solidFill>
                      <a:schemeClr val="accent2">
                        <a:lumMod val="20000"/>
                        <a:lumOff val="80000"/>
                      </a:schemeClr>
                    </a:solidFill>
                  </a:tcPr>
                </a:tc>
                <a:tc>
                  <a:txBody>
                    <a:bodyPr/>
                    <a:lstStyle/>
                    <a:p>
                      <a:r>
                        <a:rPr lang="en-US" sz="1200" i="1" dirty="0"/>
                        <a:t>Why should the Community be different from the day-to-day activities outside of the Community ? What would be the differences ? The similarities ?</a:t>
                      </a:r>
                    </a:p>
                  </a:txBody>
                  <a:tcPr>
                    <a:solidFill>
                      <a:schemeClr val="accent2">
                        <a:lumMod val="20000"/>
                        <a:lumOff val="80000"/>
                      </a:schemeClr>
                    </a:solidFill>
                  </a:tcPr>
                </a:tc>
                <a:tc>
                  <a:txBody>
                    <a:bodyPr/>
                    <a:lstStyle/>
                    <a:p>
                      <a:r>
                        <a:rPr lang="en-US" sz="1200" i="1" dirty="0"/>
                        <a:t>What is our ROOT motivation ? What stories can we imagine from a small starting Community that is really motivated  ? What stories can we imagine from these stories ?</a:t>
                      </a:r>
                    </a:p>
                  </a:txBody>
                  <a:tcPr>
                    <a:solidFill>
                      <a:schemeClr val="accent2">
                        <a:lumMod val="20000"/>
                        <a:lumOff val="80000"/>
                      </a:schemeClr>
                    </a:solidFill>
                  </a:tcPr>
                </a:tc>
                <a:extLst>
                  <a:ext uri="{0D108BD9-81ED-4DB2-BD59-A6C34878D82A}">
                    <a16:rowId xmlns:a16="http://schemas.microsoft.com/office/drawing/2014/main" val="2354464328"/>
                  </a:ext>
                </a:extLst>
              </a:tr>
            </a:tbl>
          </a:graphicData>
        </a:graphic>
      </p:graphicFrame>
    </p:spTree>
    <p:extLst>
      <p:ext uri="{BB962C8B-B14F-4D97-AF65-F5344CB8AC3E}">
        <p14:creationId xmlns:p14="http://schemas.microsoft.com/office/powerpoint/2010/main" val="440633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27E581-B7DC-4DA0-8DF5-B524E555247E}"/>
              </a:ext>
            </a:extLst>
          </p:cNvPr>
          <p:cNvSpPr>
            <a:spLocks noGrp="1"/>
          </p:cNvSpPr>
          <p:nvPr>
            <p:ph type="title"/>
          </p:nvPr>
        </p:nvSpPr>
        <p:spPr/>
        <p:txBody>
          <a:bodyPr>
            <a:normAutofit/>
          </a:bodyPr>
          <a:lstStyle/>
          <a:p>
            <a:r>
              <a:rPr lang="en-US" sz="4000" dirty="0"/>
              <a:t>WHY ?</a:t>
            </a:r>
            <a:br>
              <a:rPr lang="en-US" sz="4000" dirty="0"/>
            </a:br>
            <a:r>
              <a:rPr lang="en-US" sz="4000" dirty="0"/>
              <a:t>Pyramid of Community Purpose</a:t>
            </a:r>
          </a:p>
        </p:txBody>
      </p:sp>
      <p:sp>
        <p:nvSpPr>
          <p:cNvPr id="3" name="Espace réservé du contenu 2">
            <a:extLst>
              <a:ext uri="{FF2B5EF4-FFF2-40B4-BE49-F238E27FC236}">
                <a16:creationId xmlns:a16="http://schemas.microsoft.com/office/drawing/2014/main" id="{BE747FA3-6359-4721-BDFD-62B7689EFABA}"/>
              </a:ext>
            </a:extLst>
          </p:cNvPr>
          <p:cNvSpPr>
            <a:spLocks noGrp="1"/>
          </p:cNvSpPr>
          <p:nvPr>
            <p:ph idx="1"/>
          </p:nvPr>
        </p:nvSpPr>
        <p:spPr>
          <a:xfrm>
            <a:off x="838200" y="1825625"/>
            <a:ext cx="4431458" cy="4667250"/>
          </a:xfrm>
        </p:spPr>
        <p:txBody>
          <a:bodyPr>
            <a:normAutofit fontScale="85000" lnSpcReduction="10000"/>
          </a:bodyPr>
          <a:lstStyle/>
          <a:p>
            <a:r>
              <a:rPr lang="en-US" sz="1800" dirty="0"/>
              <a:t>A purpose that can be related to a </a:t>
            </a:r>
            <a:r>
              <a:rPr lang="en-US" sz="1800" b="1" dirty="0">
                <a:solidFill>
                  <a:srgbClr val="0683AA"/>
                </a:solidFill>
              </a:rPr>
              <a:t>cause </a:t>
            </a:r>
            <a:r>
              <a:rPr lang="en-US" sz="1800" dirty="0"/>
              <a:t>is more likely to engage at large scale by being easily understandable and relatable.</a:t>
            </a:r>
          </a:p>
          <a:p>
            <a:r>
              <a:rPr lang="en-US" sz="1800" dirty="0"/>
              <a:t>A purpose that can be related to </a:t>
            </a:r>
            <a:r>
              <a:rPr lang="en-US" sz="1800" b="1" dirty="0">
                <a:solidFill>
                  <a:srgbClr val="0683AA"/>
                </a:solidFill>
              </a:rPr>
              <a:t>past and existing situations</a:t>
            </a:r>
            <a:r>
              <a:rPr lang="en-US" sz="1800" dirty="0"/>
              <a:t> is more likely to engage and offer concrete examples</a:t>
            </a:r>
          </a:p>
          <a:p>
            <a:r>
              <a:rPr lang="en-US" sz="1800" dirty="0"/>
              <a:t>A purpose that is related to </a:t>
            </a:r>
            <a:r>
              <a:rPr lang="en-US" sz="1800" b="1" dirty="0">
                <a:solidFill>
                  <a:srgbClr val="ED7D31"/>
                </a:solidFill>
              </a:rPr>
              <a:t>fictional situations </a:t>
            </a:r>
            <a:r>
              <a:rPr lang="en-US" sz="1800" dirty="0"/>
              <a:t>is more likely to call to creativity and imagination</a:t>
            </a:r>
          </a:p>
          <a:p>
            <a:r>
              <a:rPr lang="en-US" sz="1800" dirty="0"/>
              <a:t>A purpose with a </a:t>
            </a:r>
            <a:r>
              <a:rPr lang="en-US" sz="1800" b="1" dirty="0">
                <a:solidFill>
                  <a:srgbClr val="ED7D31"/>
                </a:solidFill>
              </a:rPr>
              <a:t>measurable great goal </a:t>
            </a:r>
            <a:r>
              <a:rPr lang="en-US" sz="1800" dirty="0"/>
              <a:t>(must be simple, measurable) is more likely to engage on the long run, by showing progression that can endure crises of meaning.</a:t>
            </a:r>
          </a:p>
          <a:p>
            <a:r>
              <a:rPr lang="en-US" sz="1800" b="1" dirty="0"/>
              <a:t>Conditions</a:t>
            </a:r>
            <a:r>
              <a:rPr lang="en-US" sz="1800" dirty="0"/>
              <a:t>, even if not related to purpose itself, can be important for some communities. It helps members maintain continuity of their identity (positive effect on long term) and can help define limits for a “by all means necessary” approach. Values that are not reflected in the cause or purpose are often reflected in the conditions.</a:t>
            </a:r>
          </a:p>
          <a:p>
            <a:r>
              <a:rPr lang="en-US" sz="1800" dirty="0"/>
              <a:t>Combining all these elements help make the purpose consistent, easier to share and maintain.</a:t>
            </a:r>
          </a:p>
        </p:txBody>
      </p:sp>
      <p:grpSp>
        <p:nvGrpSpPr>
          <p:cNvPr id="4" name="Groupe 3">
            <a:extLst>
              <a:ext uri="{FF2B5EF4-FFF2-40B4-BE49-F238E27FC236}">
                <a16:creationId xmlns:a16="http://schemas.microsoft.com/office/drawing/2014/main" id="{E79764DF-D8D2-49F0-9CAD-6CA6B4F19715}"/>
              </a:ext>
            </a:extLst>
          </p:cNvPr>
          <p:cNvGrpSpPr/>
          <p:nvPr/>
        </p:nvGrpSpPr>
        <p:grpSpPr>
          <a:xfrm>
            <a:off x="5269658" y="1978025"/>
            <a:ext cx="6600055" cy="3089275"/>
            <a:chOff x="463550" y="1420160"/>
            <a:chExt cx="11264900" cy="5272740"/>
          </a:xfrm>
        </p:grpSpPr>
        <p:sp>
          <p:nvSpPr>
            <p:cNvPr id="5" name="Trapèze 4">
              <a:extLst>
                <a:ext uri="{FF2B5EF4-FFF2-40B4-BE49-F238E27FC236}">
                  <a16:creationId xmlns:a16="http://schemas.microsoft.com/office/drawing/2014/main" id="{2A9B9D3A-4FEF-4E18-BB40-0CCC15C1AE3C}"/>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CAUSE</a:t>
              </a:r>
            </a:p>
          </p:txBody>
        </p:sp>
        <p:sp>
          <p:nvSpPr>
            <p:cNvPr id="6" name="Triangle isocèle 5">
              <a:extLst>
                <a:ext uri="{FF2B5EF4-FFF2-40B4-BE49-F238E27FC236}">
                  <a16:creationId xmlns:a16="http://schemas.microsoft.com/office/drawing/2014/main" id="{EBC15E9F-C3B4-4B3E-AC3A-12D333D8F354}"/>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GREAT GOAL</a:t>
              </a:r>
            </a:p>
            <a:p>
              <a:pPr algn="ctr"/>
              <a:endParaRPr lang="en-US" dirty="0"/>
            </a:p>
          </p:txBody>
        </p:sp>
        <p:grpSp>
          <p:nvGrpSpPr>
            <p:cNvPr id="7" name="Groupe 6">
              <a:extLst>
                <a:ext uri="{FF2B5EF4-FFF2-40B4-BE49-F238E27FC236}">
                  <a16:creationId xmlns:a16="http://schemas.microsoft.com/office/drawing/2014/main" id="{106386FC-02C0-46B1-9DED-937EBD45862E}"/>
                </a:ext>
              </a:extLst>
            </p:cNvPr>
            <p:cNvGrpSpPr/>
            <p:nvPr/>
          </p:nvGrpSpPr>
          <p:grpSpPr>
            <a:xfrm>
              <a:off x="1527175" y="3040767"/>
              <a:ext cx="9137650" cy="1969383"/>
              <a:chOff x="1644650" y="3040767"/>
              <a:chExt cx="9137650" cy="1907219"/>
            </a:xfrm>
          </p:grpSpPr>
          <p:sp>
            <p:nvSpPr>
              <p:cNvPr id="10" name="Trapèze 9">
                <a:extLst>
                  <a:ext uri="{FF2B5EF4-FFF2-40B4-BE49-F238E27FC236}">
                    <a16:creationId xmlns:a16="http://schemas.microsoft.com/office/drawing/2014/main" id="{695F4170-66C7-443B-B47D-6E9790727F84}"/>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dirty="0"/>
                  <a:t>BAD MEMORIES</a:t>
                </a:r>
                <a:endParaRPr lang="en-US" sz="1200" dirty="0"/>
              </a:p>
            </p:txBody>
          </p:sp>
          <p:sp>
            <p:nvSpPr>
              <p:cNvPr id="11" name="Trapèze 10">
                <a:extLst>
                  <a:ext uri="{FF2B5EF4-FFF2-40B4-BE49-F238E27FC236}">
                    <a16:creationId xmlns:a16="http://schemas.microsoft.com/office/drawing/2014/main" id="{4A2476DE-003C-4786-BB78-2FC21BFFC572}"/>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dirty="0"/>
                  <a:t>WRONG STORIES</a:t>
                </a:r>
              </a:p>
            </p:txBody>
          </p:sp>
          <p:sp>
            <p:nvSpPr>
              <p:cNvPr id="12" name="Trapèze 11">
                <a:extLst>
                  <a:ext uri="{FF2B5EF4-FFF2-40B4-BE49-F238E27FC236}">
                    <a16:creationId xmlns:a16="http://schemas.microsoft.com/office/drawing/2014/main" id="{8E935927-DF05-413B-9159-8687B0F31A10}"/>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dirty="0"/>
                  <a:t>GOOD MEMORIES</a:t>
                </a:r>
                <a:endParaRPr lang="en-US" sz="1200" dirty="0"/>
              </a:p>
            </p:txBody>
          </p:sp>
          <p:sp>
            <p:nvSpPr>
              <p:cNvPr id="13" name="Trapèze 12">
                <a:extLst>
                  <a:ext uri="{FF2B5EF4-FFF2-40B4-BE49-F238E27FC236}">
                    <a16:creationId xmlns:a16="http://schemas.microsoft.com/office/drawing/2014/main" id="{BEB05664-B4AE-4F7A-8FEA-F9FFED8F31FB}"/>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dirty="0"/>
                  <a:t>IDEAL STORIES</a:t>
                </a:r>
              </a:p>
            </p:txBody>
          </p:sp>
        </p:grpSp>
        <p:sp>
          <p:nvSpPr>
            <p:cNvPr id="8" name="Triangle isocèle 7">
              <a:extLst>
                <a:ext uri="{FF2B5EF4-FFF2-40B4-BE49-F238E27FC236}">
                  <a16:creationId xmlns:a16="http://schemas.microsoft.com/office/drawing/2014/main" id="{849A6BA4-E164-44B7-BA5C-B2A97E52B334}"/>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ZoneTexte 8">
              <a:extLst>
                <a:ext uri="{FF2B5EF4-FFF2-40B4-BE49-F238E27FC236}">
                  <a16:creationId xmlns:a16="http://schemas.microsoft.com/office/drawing/2014/main" id="{CF4E118F-233F-41A2-9D1E-FC55EC7BD249}"/>
                </a:ext>
              </a:extLst>
            </p:cNvPr>
            <p:cNvSpPr txBox="1"/>
            <p:nvPr/>
          </p:nvSpPr>
          <p:spPr>
            <a:xfrm>
              <a:off x="4952497" y="3044170"/>
              <a:ext cx="2287008" cy="525310"/>
            </a:xfrm>
            <a:prstGeom prst="rect">
              <a:avLst/>
            </a:prstGeom>
            <a:noFill/>
          </p:spPr>
          <p:txBody>
            <a:bodyPr wrap="square">
              <a:spAutoFit/>
            </a:bodyPr>
            <a:lstStyle/>
            <a:p>
              <a:pPr algn="ctr"/>
              <a:r>
                <a:rPr lang="en-US" sz="1400" b="1" dirty="0"/>
                <a:t>CONDITIONS</a:t>
              </a:r>
            </a:p>
          </p:txBody>
        </p:sp>
      </p:grpSp>
    </p:spTree>
    <p:extLst>
      <p:ext uri="{BB962C8B-B14F-4D97-AF65-F5344CB8AC3E}">
        <p14:creationId xmlns:p14="http://schemas.microsoft.com/office/powerpoint/2010/main" val="2722699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B40900-59F3-4B76-9D7B-14F8489569E4}"/>
              </a:ext>
            </a:extLst>
          </p:cNvPr>
          <p:cNvSpPr>
            <a:spLocks noGrp="1"/>
          </p:cNvSpPr>
          <p:nvPr>
            <p:ph type="title"/>
          </p:nvPr>
        </p:nvSpPr>
        <p:spPr>
          <a:xfrm>
            <a:off x="419099" y="365125"/>
            <a:ext cx="11772901" cy="811486"/>
          </a:xfrm>
        </p:spPr>
        <p:txBody>
          <a:bodyPr>
            <a:noAutofit/>
          </a:bodyPr>
          <a:lstStyle/>
          <a:p>
            <a:r>
              <a:rPr lang="en-US" sz="3600" dirty="0"/>
              <a:t>WHY</a:t>
            </a:r>
            <a:br>
              <a:rPr lang="en-US" sz="3600" dirty="0"/>
            </a:br>
            <a:r>
              <a:rPr lang="en-US" sz="3600" dirty="0"/>
              <a:t>Pyramid of Community Purpose(visual workshop version)</a:t>
            </a:r>
          </a:p>
        </p:txBody>
      </p:sp>
      <p:grpSp>
        <p:nvGrpSpPr>
          <p:cNvPr id="22" name="Groupe 21">
            <a:extLst>
              <a:ext uri="{FF2B5EF4-FFF2-40B4-BE49-F238E27FC236}">
                <a16:creationId xmlns:a16="http://schemas.microsoft.com/office/drawing/2014/main" id="{4C6A6531-BC17-45C2-ACEE-E0D68875DE67}"/>
              </a:ext>
            </a:extLst>
          </p:cNvPr>
          <p:cNvGrpSpPr/>
          <p:nvPr/>
        </p:nvGrpSpPr>
        <p:grpSpPr>
          <a:xfrm>
            <a:off x="463550" y="1420160"/>
            <a:ext cx="11264900" cy="5072715"/>
            <a:chOff x="463550" y="1420160"/>
            <a:chExt cx="11264900" cy="5272740"/>
          </a:xfrm>
        </p:grpSpPr>
        <p:sp>
          <p:nvSpPr>
            <p:cNvPr id="5" name="Trapèze 4">
              <a:extLst>
                <a:ext uri="{FF2B5EF4-FFF2-40B4-BE49-F238E27FC236}">
                  <a16:creationId xmlns:a16="http://schemas.microsoft.com/office/drawing/2014/main" id="{4289C218-9240-42AD-9CE8-75EC7CE223E9}"/>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CAUSE</a:t>
              </a:r>
            </a:p>
            <a:p>
              <a:pPr algn="ctr"/>
              <a:endParaRPr lang="en-US" sz="1200" dirty="0"/>
            </a:p>
            <a:p>
              <a:pPr algn="ctr"/>
              <a:r>
                <a:rPr lang="en-US" sz="1200" dirty="0"/>
                <a:t>General description of Community motivation</a:t>
              </a:r>
            </a:p>
            <a:p>
              <a:pPr algn="ctr"/>
              <a:r>
                <a:rPr lang="en-US" sz="1200" dirty="0"/>
                <a:t>State of the Current world</a:t>
              </a:r>
            </a:p>
            <a:p>
              <a:pPr algn="ctr"/>
              <a:r>
                <a:rPr lang="en-US" sz="1200" dirty="0"/>
                <a:t>Global picture</a:t>
              </a:r>
            </a:p>
            <a:p>
              <a:pPr algn="ctr"/>
              <a:r>
                <a:rPr lang="en-US" sz="1200" dirty="0"/>
                <a:t>Keyword</a:t>
              </a:r>
              <a:endParaRPr lang="en-US" dirty="0"/>
            </a:p>
          </p:txBody>
        </p:sp>
        <p:sp>
          <p:nvSpPr>
            <p:cNvPr id="10" name="Triangle isocèle 9">
              <a:extLst>
                <a:ext uri="{FF2B5EF4-FFF2-40B4-BE49-F238E27FC236}">
                  <a16:creationId xmlns:a16="http://schemas.microsoft.com/office/drawing/2014/main" id="{F44F215C-2BEC-4554-9D98-C4FD070183E7}"/>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GREAT GOAL</a:t>
              </a:r>
            </a:p>
            <a:p>
              <a:pPr algn="ctr"/>
              <a:endParaRPr lang="en-US" sz="1400" b="1" dirty="0"/>
            </a:p>
            <a:p>
              <a:pPr algn="ctr"/>
              <a:r>
                <a:rPr lang="en-US" sz="1400" dirty="0"/>
                <a:t>Easily understandable, measurable, and relatable to actions.</a:t>
              </a:r>
            </a:p>
            <a:p>
              <a:pPr algn="ctr"/>
              <a:endParaRPr lang="en-US" sz="1400" dirty="0"/>
            </a:p>
            <a:p>
              <a:pPr algn="ctr"/>
              <a:endParaRPr lang="en-US" sz="1400" dirty="0"/>
            </a:p>
            <a:p>
              <a:pPr algn="ctr"/>
              <a:endParaRPr lang="en-US" sz="1400" dirty="0"/>
            </a:p>
          </p:txBody>
        </p:sp>
        <p:grpSp>
          <p:nvGrpSpPr>
            <p:cNvPr id="17" name="Groupe 16">
              <a:extLst>
                <a:ext uri="{FF2B5EF4-FFF2-40B4-BE49-F238E27FC236}">
                  <a16:creationId xmlns:a16="http://schemas.microsoft.com/office/drawing/2014/main" id="{9BF4AA2E-532A-4440-A263-1FC630895566}"/>
                </a:ext>
              </a:extLst>
            </p:cNvPr>
            <p:cNvGrpSpPr/>
            <p:nvPr/>
          </p:nvGrpSpPr>
          <p:grpSpPr>
            <a:xfrm>
              <a:off x="1527175" y="3040767"/>
              <a:ext cx="9137650" cy="1969383"/>
              <a:chOff x="1644650" y="3040767"/>
              <a:chExt cx="9137650" cy="1907219"/>
            </a:xfrm>
          </p:grpSpPr>
          <p:sp>
            <p:nvSpPr>
              <p:cNvPr id="6" name="Trapèze 5">
                <a:extLst>
                  <a:ext uri="{FF2B5EF4-FFF2-40B4-BE49-F238E27FC236}">
                    <a16:creationId xmlns:a16="http://schemas.microsoft.com/office/drawing/2014/main" id="{FBD08814-5536-4C93-B7C5-9CE3890241D5}"/>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BAD MEMORIES</a:t>
                </a:r>
              </a:p>
              <a:p>
                <a:pPr algn="ctr"/>
                <a:r>
                  <a:rPr lang="en-US" sz="1100" dirty="0"/>
                  <a:t>Past or existing situations we never want to witness again</a:t>
                </a:r>
              </a:p>
            </p:txBody>
          </p:sp>
          <p:sp>
            <p:nvSpPr>
              <p:cNvPr id="8" name="Trapèze 7">
                <a:extLst>
                  <a:ext uri="{FF2B5EF4-FFF2-40B4-BE49-F238E27FC236}">
                    <a16:creationId xmlns:a16="http://schemas.microsoft.com/office/drawing/2014/main" id="{B049311D-5C7A-42FF-BBA9-F762FBBC3FEB}"/>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WRONG STORIES</a:t>
                </a:r>
              </a:p>
              <a:p>
                <a:pPr algn="ctr"/>
                <a:r>
                  <a:rPr lang="en-US" sz="1100" dirty="0"/>
                  <a:t>Fictional situations we want to avoid</a:t>
                </a:r>
              </a:p>
            </p:txBody>
          </p:sp>
          <p:sp>
            <p:nvSpPr>
              <p:cNvPr id="13" name="Trapèze 12">
                <a:extLst>
                  <a:ext uri="{FF2B5EF4-FFF2-40B4-BE49-F238E27FC236}">
                    <a16:creationId xmlns:a16="http://schemas.microsoft.com/office/drawing/2014/main" id="{6088D12F-5C5D-4F51-B2F2-2D3E87A1D135}"/>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GOOD MEMORIES</a:t>
                </a:r>
              </a:p>
              <a:p>
                <a:pPr algn="ctr"/>
                <a:r>
                  <a:rPr lang="en-US" sz="1100" dirty="0"/>
                  <a:t>Past or existing situations we want to witness again</a:t>
                </a:r>
              </a:p>
            </p:txBody>
          </p:sp>
          <p:sp>
            <p:nvSpPr>
              <p:cNvPr id="14" name="Trapèze 13">
                <a:extLst>
                  <a:ext uri="{FF2B5EF4-FFF2-40B4-BE49-F238E27FC236}">
                    <a16:creationId xmlns:a16="http://schemas.microsoft.com/office/drawing/2014/main" id="{6A9B144A-40D6-42CF-80A5-0896AD11EDE4}"/>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IDEAL STORIES</a:t>
                </a:r>
              </a:p>
              <a:p>
                <a:pPr algn="ctr"/>
                <a:r>
                  <a:rPr lang="en-US" sz="1100" dirty="0"/>
                  <a:t>Fictional situations we want to create</a:t>
                </a:r>
              </a:p>
            </p:txBody>
          </p:sp>
        </p:grpSp>
        <p:sp>
          <p:nvSpPr>
            <p:cNvPr id="16" name="Triangle isocèle 15">
              <a:extLst>
                <a:ext uri="{FF2B5EF4-FFF2-40B4-BE49-F238E27FC236}">
                  <a16:creationId xmlns:a16="http://schemas.microsoft.com/office/drawing/2014/main" id="{963FE96F-DB14-48B6-8AD5-6C71A572B880}"/>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ZoneTexte 18">
              <a:extLst>
                <a:ext uri="{FF2B5EF4-FFF2-40B4-BE49-F238E27FC236}">
                  <a16:creationId xmlns:a16="http://schemas.microsoft.com/office/drawing/2014/main" id="{11F4FD41-5370-460D-B968-30E15161AA7F}"/>
                </a:ext>
              </a:extLst>
            </p:cNvPr>
            <p:cNvSpPr txBox="1"/>
            <p:nvPr/>
          </p:nvSpPr>
          <p:spPr>
            <a:xfrm>
              <a:off x="4952496" y="3044169"/>
              <a:ext cx="2287009" cy="646331"/>
            </a:xfrm>
            <a:prstGeom prst="rect">
              <a:avLst/>
            </a:prstGeom>
            <a:noFill/>
          </p:spPr>
          <p:txBody>
            <a:bodyPr wrap="square">
              <a:spAutoFit/>
            </a:bodyPr>
            <a:lstStyle/>
            <a:p>
              <a:pPr algn="ctr"/>
              <a:r>
                <a:rPr lang="en-US" sz="1200" b="1" dirty="0"/>
                <a:t>CONDITIONS</a:t>
              </a:r>
            </a:p>
            <a:p>
              <a:pPr algn="ctr"/>
              <a:r>
                <a:rPr lang="en-US" sz="1200" dirty="0"/>
                <a:t>The conditions in which we want to reach our goal</a:t>
              </a:r>
            </a:p>
          </p:txBody>
        </p:sp>
      </p:grpSp>
    </p:spTree>
    <p:extLst>
      <p:ext uri="{BB962C8B-B14F-4D97-AF65-F5344CB8AC3E}">
        <p14:creationId xmlns:p14="http://schemas.microsoft.com/office/powerpoint/2010/main" val="1170425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B40900-59F3-4B76-9D7B-14F8489569E4}"/>
              </a:ext>
            </a:extLst>
          </p:cNvPr>
          <p:cNvSpPr>
            <a:spLocks noGrp="1"/>
          </p:cNvSpPr>
          <p:nvPr>
            <p:ph type="title"/>
          </p:nvPr>
        </p:nvSpPr>
        <p:spPr>
          <a:xfrm>
            <a:off x="419099" y="365125"/>
            <a:ext cx="11772901" cy="811486"/>
          </a:xfrm>
        </p:spPr>
        <p:txBody>
          <a:bodyPr>
            <a:noAutofit/>
          </a:bodyPr>
          <a:lstStyle/>
          <a:p>
            <a:r>
              <a:rPr lang="en-US" sz="3200" dirty="0"/>
              <a:t>WHY</a:t>
            </a:r>
            <a:br>
              <a:rPr lang="en-US" sz="3200" dirty="0"/>
            </a:br>
            <a:r>
              <a:rPr lang="en-US" sz="3200" dirty="0"/>
              <a:t>Pyramid of Community Purpose(visual workshop version example)</a:t>
            </a:r>
          </a:p>
        </p:txBody>
      </p:sp>
      <p:grpSp>
        <p:nvGrpSpPr>
          <p:cNvPr id="22" name="Groupe 21">
            <a:extLst>
              <a:ext uri="{FF2B5EF4-FFF2-40B4-BE49-F238E27FC236}">
                <a16:creationId xmlns:a16="http://schemas.microsoft.com/office/drawing/2014/main" id="{4C6A6531-BC17-45C2-ACEE-E0D68875DE67}"/>
              </a:ext>
            </a:extLst>
          </p:cNvPr>
          <p:cNvGrpSpPr/>
          <p:nvPr/>
        </p:nvGrpSpPr>
        <p:grpSpPr>
          <a:xfrm>
            <a:off x="463550" y="1220135"/>
            <a:ext cx="11264900" cy="5272740"/>
            <a:chOff x="463550" y="1420160"/>
            <a:chExt cx="11264900" cy="5272740"/>
          </a:xfrm>
        </p:grpSpPr>
        <p:sp>
          <p:nvSpPr>
            <p:cNvPr id="5" name="Trapèze 4">
              <a:extLst>
                <a:ext uri="{FF2B5EF4-FFF2-40B4-BE49-F238E27FC236}">
                  <a16:creationId xmlns:a16="http://schemas.microsoft.com/office/drawing/2014/main" id="{4289C218-9240-42AD-9CE8-75EC7CE223E9}"/>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CAUSE</a:t>
              </a:r>
            </a:p>
            <a:p>
              <a:pPr algn="ctr"/>
              <a:endParaRPr lang="en-US" sz="1200" dirty="0"/>
            </a:p>
            <a:p>
              <a:pPr algn="ctr"/>
              <a:endParaRPr lang="en-US" sz="1200" dirty="0"/>
            </a:p>
            <a:p>
              <a:pPr algn="ctr"/>
              <a:endParaRPr lang="en-US" sz="1200" dirty="0"/>
            </a:p>
            <a:p>
              <a:pPr algn="ctr"/>
              <a:endParaRPr lang="en-US" sz="1200" dirty="0"/>
            </a:p>
            <a:p>
              <a:pPr algn="ctr"/>
              <a:endParaRPr lang="en-US" sz="1200" dirty="0"/>
            </a:p>
            <a:p>
              <a:pPr algn="ctr"/>
              <a:endParaRPr lang="en-US" sz="1200" dirty="0"/>
            </a:p>
            <a:p>
              <a:pPr algn="ctr"/>
              <a:endParaRPr lang="en-US" sz="1200" dirty="0"/>
            </a:p>
          </p:txBody>
        </p:sp>
        <p:sp>
          <p:nvSpPr>
            <p:cNvPr id="10" name="Triangle isocèle 9">
              <a:extLst>
                <a:ext uri="{FF2B5EF4-FFF2-40B4-BE49-F238E27FC236}">
                  <a16:creationId xmlns:a16="http://schemas.microsoft.com/office/drawing/2014/main" id="{F44F215C-2BEC-4554-9D98-C4FD070183E7}"/>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GREAT GOAL</a:t>
              </a:r>
            </a:p>
            <a:p>
              <a:pPr algn="ctr"/>
              <a:endParaRPr lang="en-US" sz="1400" b="1" dirty="0"/>
            </a:p>
            <a:p>
              <a:pPr algn="ctr"/>
              <a:endParaRPr lang="en-US" sz="1400" dirty="0"/>
            </a:p>
            <a:p>
              <a:pPr algn="ctr"/>
              <a:endParaRPr lang="en-US" sz="1400" dirty="0"/>
            </a:p>
            <a:p>
              <a:pPr algn="ctr"/>
              <a:endParaRPr lang="en-US" sz="1400" dirty="0"/>
            </a:p>
            <a:p>
              <a:pPr algn="ctr"/>
              <a:endParaRPr lang="en-US" sz="1400" dirty="0"/>
            </a:p>
            <a:p>
              <a:pPr algn="ctr"/>
              <a:endParaRPr lang="en-US" sz="1400" dirty="0"/>
            </a:p>
            <a:p>
              <a:pPr algn="ctr"/>
              <a:endParaRPr lang="en-US" sz="1400" dirty="0"/>
            </a:p>
          </p:txBody>
        </p:sp>
        <p:grpSp>
          <p:nvGrpSpPr>
            <p:cNvPr id="17" name="Groupe 16">
              <a:extLst>
                <a:ext uri="{FF2B5EF4-FFF2-40B4-BE49-F238E27FC236}">
                  <a16:creationId xmlns:a16="http://schemas.microsoft.com/office/drawing/2014/main" id="{9BF4AA2E-532A-4440-A263-1FC630895566}"/>
                </a:ext>
              </a:extLst>
            </p:cNvPr>
            <p:cNvGrpSpPr/>
            <p:nvPr/>
          </p:nvGrpSpPr>
          <p:grpSpPr>
            <a:xfrm>
              <a:off x="1527175" y="3040767"/>
              <a:ext cx="9137650" cy="1969383"/>
              <a:chOff x="1644650" y="3040767"/>
              <a:chExt cx="9137650" cy="1907219"/>
            </a:xfrm>
          </p:grpSpPr>
          <p:sp>
            <p:nvSpPr>
              <p:cNvPr id="6" name="Trapèze 5">
                <a:extLst>
                  <a:ext uri="{FF2B5EF4-FFF2-40B4-BE49-F238E27FC236}">
                    <a16:creationId xmlns:a16="http://schemas.microsoft.com/office/drawing/2014/main" id="{FBD08814-5536-4C93-B7C5-9CE3890241D5}"/>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BAD MEMORIES TO PREVENT</a:t>
                </a:r>
              </a:p>
            </p:txBody>
          </p:sp>
          <p:sp>
            <p:nvSpPr>
              <p:cNvPr id="8" name="Trapèze 7">
                <a:extLst>
                  <a:ext uri="{FF2B5EF4-FFF2-40B4-BE49-F238E27FC236}">
                    <a16:creationId xmlns:a16="http://schemas.microsoft.com/office/drawing/2014/main" id="{B049311D-5C7A-42FF-BBA9-F762FBBC3FEB}"/>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WRONG STORIES</a:t>
                </a:r>
              </a:p>
            </p:txBody>
          </p:sp>
          <p:sp>
            <p:nvSpPr>
              <p:cNvPr id="13" name="Trapèze 12">
                <a:extLst>
                  <a:ext uri="{FF2B5EF4-FFF2-40B4-BE49-F238E27FC236}">
                    <a16:creationId xmlns:a16="http://schemas.microsoft.com/office/drawing/2014/main" id="{6088D12F-5C5D-4F51-B2F2-2D3E87A1D135}"/>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GOOD MEMORIES TO RECREATE</a:t>
                </a:r>
              </a:p>
            </p:txBody>
          </p:sp>
          <p:sp>
            <p:nvSpPr>
              <p:cNvPr id="14" name="Trapèze 13">
                <a:extLst>
                  <a:ext uri="{FF2B5EF4-FFF2-40B4-BE49-F238E27FC236}">
                    <a16:creationId xmlns:a16="http://schemas.microsoft.com/office/drawing/2014/main" id="{6A9B144A-40D6-42CF-80A5-0896AD11EDE4}"/>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IDEAL STORIES</a:t>
                </a:r>
              </a:p>
            </p:txBody>
          </p:sp>
        </p:grpSp>
        <p:sp>
          <p:nvSpPr>
            <p:cNvPr id="16" name="Triangle isocèle 15">
              <a:extLst>
                <a:ext uri="{FF2B5EF4-FFF2-40B4-BE49-F238E27FC236}">
                  <a16:creationId xmlns:a16="http://schemas.microsoft.com/office/drawing/2014/main" id="{963FE96F-DB14-48B6-8AD5-6C71A572B880}"/>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ZoneTexte 18">
              <a:extLst>
                <a:ext uri="{FF2B5EF4-FFF2-40B4-BE49-F238E27FC236}">
                  <a16:creationId xmlns:a16="http://schemas.microsoft.com/office/drawing/2014/main" id="{11F4FD41-5370-460D-B968-30E15161AA7F}"/>
                </a:ext>
              </a:extLst>
            </p:cNvPr>
            <p:cNvSpPr txBox="1"/>
            <p:nvPr/>
          </p:nvSpPr>
          <p:spPr>
            <a:xfrm>
              <a:off x="4952496" y="3044169"/>
              <a:ext cx="2287009" cy="276999"/>
            </a:xfrm>
            <a:prstGeom prst="rect">
              <a:avLst/>
            </a:prstGeom>
            <a:noFill/>
          </p:spPr>
          <p:txBody>
            <a:bodyPr wrap="square">
              <a:spAutoFit/>
            </a:bodyPr>
            <a:lstStyle/>
            <a:p>
              <a:pPr algn="ctr"/>
              <a:r>
                <a:rPr lang="en-US" sz="1200" b="1" dirty="0"/>
                <a:t>CONDITIONS</a:t>
              </a:r>
            </a:p>
          </p:txBody>
        </p:sp>
      </p:grpSp>
      <p:sp>
        <p:nvSpPr>
          <p:cNvPr id="15" name="Rectangle 14">
            <a:extLst>
              <a:ext uri="{FF2B5EF4-FFF2-40B4-BE49-F238E27FC236}">
                <a16:creationId xmlns:a16="http://schemas.microsoft.com/office/drawing/2014/main" id="{931ED3A0-3A92-4E8E-89BD-2F150AD7B50C}"/>
              </a:ext>
            </a:extLst>
          </p:cNvPr>
          <p:cNvSpPr/>
          <p:nvPr/>
        </p:nvSpPr>
        <p:spPr>
          <a:xfrm>
            <a:off x="5586100" y="1816447"/>
            <a:ext cx="912354" cy="80279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Train 1000 certified facilitators by 202x</a:t>
            </a:r>
          </a:p>
        </p:txBody>
      </p:sp>
      <p:sp>
        <p:nvSpPr>
          <p:cNvPr id="28" name="Rectangle 27">
            <a:extLst>
              <a:ext uri="{FF2B5EF4-FFF2-40B4-BE49-F238E27FC236}">
                <a16:creationId xmlns:a16="http://schemas.microsoft.com/office/drawing/2014/main" id="{CBB1940F-0E89-4402-9806-4C947E946E25}"/>
              </a:ext>
            </a:extLst>
          </p:cNvPr>
          <p:cNvSpPr/>
          <p:nvPr/>
        </p:nvSpPr>
        <p:spPr>
          <a:xfrm>
            <a:off x="6673401" y="4095546"/>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Spontaneous facilitators at company events in 201x</a:t>
            </a:r>
          </a:p>
        </p:txBody>
      </p:sp>
      <p:sp>
        <p:nvSpPr>
          <p:cNvPr id="29" name="Rectangle 28">
            <a:extLst>
              <a:ext uri="{FF2B5EF4-FFF2-40B4-BE49-F238E27FC236}">
                <a16:creationId xmlns:a16="http://schemas.microsoft.com/office/drawing/2014/main" id="{67D74174-932B-4B33-8C34-BE9AA86A7D9E}"/>
              </a:ext>
            </a:extLst>
          </p:cNvPr>
          <p:cNvSpPr/>
          <p:nvPr/>
        </p:nvSpPr>
        <p:spPr>
          <a:xfrm>
            <a:off x="7863348" y="4095546"/>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Manager ABC sharing facilitation skills with peers</a:t>
            </a:r>
          </a:p>
        </p:txBody>
      </p:sp>
      <p:sp>
        <p:nvSpPr>
          <p:cNvPr id="30" name="Rectangle 29">
            <a:extLst>
              <a:ext uri="{FF2B5EF4-FFF2-40B4-BE49-F238E27FC236}">
                <a16:creationId xmlns:a16="http://schemas.microsoft.com/office/drawing/2014/main" id="{BA6503F8-DAA3-42FD-A7B0-B777EB79B58A}"/>
              </a:ext>
            </a:extLst>
          </p:cNvPr>
          <p:cNvSpPr/>
          <p:nvPr/>
        </p:nvSpPr>
        <p:spPr>
          <a:xfrm>
            <a:off x="9053295" y="4095545"/>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Shared documentation about “meeting best practices”</a:t>
            </a:r>
          </a:p>
        </p:txBody>
      </p:sp>
      <p:sp>
        <p:nvSpPr>
          <p:cNvPr id="34" name="Rectangle 33">
            <a:extLst>
              <a:ext uri="{FF2B5EF4-FFF2-40B4-BE49-F238E27FC236}">
                <a16:creationId xmlns:a16="http://schemas.microsoft.com/office/drawing/2014/main" id="{E44D38C6-FBBC-4DF7-9F62-A1F30B410673}"/>
              </a:ext>
            </a:extLst>
          </p:cNvPr>
          <p:cNvSpPr/>
          <p:nvPr/>
        </p:nvSpPr>
        <p:spPr>
          <a:xfrm>
            <a:off x="3577702" y="5235151"/>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Collective Intelligence</a:t>
            </a:r>
          </a:p>
        </p:txBody>
      </p:sp>
      <p:sp>
        <p:nvSpPr>
          <p:cNvPr id="35" name="Rectangle 34">
            <a:extLst>
              <a:ext uri="{FF2B5EF4-FFF2-40B4-BE49-F238E27FC236}">
                <a16:creationId xmlns:a16="http://schemas.microsoft.com/office/drawing/2014/main" id="{F9B632FC-22D0-48C9-ABCB-B775849179BA}"/>
              </a:ext>
            </a:extLst>
          </p:cNvPr>
          <p:cNvSpPr/>
          <p:nvPr/>
        </p:nvSpPr>
        <p:spPr>
          <a:xfrm>
            <a:off x="5315018" y="5251968"/>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Empowerment</a:t>
            </a:r>
          </a:p>
        </p:txBody>
      </p:sp>
      <p:sp>
        <p:nvSpPr>
          <p:cNvPr id="36" name="Rectangle 35">
            <a:extLst>
              <a:ext uri="{FF2B5EF4-FFF2-40B4-BE49-F238E27FC236}">
                <a16:creationId xmlns:a16="http://schemas.microsoft.com/office/drawing/2014/main" id="{4FF508ED-1802-40CA-9D67-BB9767775C0C}"/>
              </a:ext>
            </a:extLst>
          </p:cNvPr>
          <p:cNvSpPr/>
          <p:nvPr/>
        </p:nvSpPr>
        <p:spPr>
          <a:xfrm>
            <a:off x="7028508" y="5251968"/>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Facilitation</a:t>
            </a:r>
          </a:p>
        </p:txBody>
      </p:sp>
      <p:sp>
        <p:nvSpPr>
          <p:cNvPr id="37" name="Titre 1">
            <a:extLst>
              <a:ext uri="{FF2B5EF4-FFF2-40B4-BE49-F238E27FC236}">
                <a16:creationId xmlns:a16="http://schemas.microsoft.com/office/drawing/2014/main" id="{59140D95-A43B-4263-B551-DD98CAA4AFFA}"/>
              </a:ext>
            </a:extLst>
          </p:cNvPr>
          <p:cNvSpPr txBox="1">
            <a:spLocks/>
          </p:cNvSpPr>
          <p:nvPr/>
        </p:nvSpPr>
        <p:spPr>
          <a:xfrm>
            <a:off x="107303" y="1946320"/>
            <a:ext cx="1928603" cy="143140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Example with a Facilitation Community</a:t>
            </a:r>
          </a:p>
        </p:txBody>
      </p:sp>
      <p:sp>
        <p:nvSpPr>
          <p:cNvPr id="41" name="Rectangle 40">
            <a:extLst>
              <a:ext uri="{FF2B5EF4-FFF2-40B4-BE49-F238E27FC236}">
                <a16:creationId xmlns:a16="http://schemas.microsoft.com/office/drawing/2014/main" id="{2FB037F4-EB3E-4E62-8889-F3A58A7C9334}"/>
              </a:ext>
            </a:extLst>
          </p:cNvPr>
          <p:cNvSpPr/>
          <p:nvPr/>
        </p:nvSpPr>
        <p:spPr>
          <a:xfrm>
            <a:off x="5409326" y="3076868"/>
            <a:ext cx="776662"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As Eco-Friendly as possible</a:t>
            </a:r>
          </a:p>
        </p:txBody>
      </p:sp>
      <p:sp>
        <p:nvSpPr>
          <p:cNvPr id="42" name="Rectangle 41">
            <a:extLst>
              <a:ext uri="{FF2B5EF4-FFF2-40B4-BE49-F238E27FC236}">
                <a16:creationId xmlns:a16="http://schemas.microsoft.com/office/drawing/2014/main" id="{326E550F-74C8-4805-9768-68069607E52F}"/>
              </a:ext>
            </a:extLst>
          </p:cNvPr>
          <p:cNvSpPr/>
          <p:nvPr/>
        </p:nvSpPr>
        <p:spPr>
          <a:xfrm>
            <a:off x="5679979" y="3764591"/>
            <a:ext cx="776662"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Using French Tools only</a:t>
            </a:r>
          </a:p>
        </p:txBody>
      </p:sp>
      <p:sp>
        <p:nvSpPr>
          <p:cNvPr id="43" name="Rectangle 42">
            <a:extLst>
              <a:ext uri="{FF2B5EF4-FFF2-40B4-BE49-F238E27FC236}">
                <a16:creationId xmlns:a16="http://schemas.microsoft.com/office/drawing/2014/main" id="{85CE9BC5-E6C8-4FE1-A874-45B2A994EB0E}"/>
              </a:ext>
            </a:extLst>
          </p:cNvPr>
          <p:cNvSpPr/>
          <p:nvPr/>
        </p:nvSpPr>
        <p:spPr>
          <a:xfrm>
            <a:off x="2043198" y="4148217"/>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Company Seminar that went unproductive in 202x</a:t>
            </a:r>
          </a:p>
        </p:txBody>
      </p:sp>
      <p:sp>
        <p:nvSpPr>
          <p:cNvPr id="44" name="Rectangle 43">
            <a:extLst>
              <a:ext uri="{FF2B5EF4-FFF2-40B4-BE49-F238E27FC236}">
                <a16:creationId xmlns:a16="http://schemas.microsoft.com/office/drawing/2014/main" id="{271544CF-27B6-49ED-B757-486D558A6BD9}"/>
              </a:ext>
            </a:extLst>
          </p:cNvPr>
          <p:cNvSpPr/>
          <p:nvPr/>
        </p:nvSpPr>
        <p:spPr>
          <a:xfrm>
            <a:off x="3219609" y="4148218"/>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15 meetings for the topic XYZ because participants could not talk</a:t>
            </a:r>
          </a:p>
        </p:txBody>
      </p:sp>
      <p:sp>
        <p:nvSpPr>
          <p:cNvPr id="45" name="Rectangle 44">
            <a:extLst>
              <a:ext uri="{FF2B5EF4-FFF2-40B4-BE49-F238E27FC236}">
                <a16:creationId xmlns:a16="http://schemas.microsoft.com/office/drawing/2014/main" id="{D43A0727-9E23-429C-92B1-B12657F0FB77}"/>
              </a:ext>
            </a:extLst>
          </p:cNvPr>
          <p:cNvSpPr/>
          <p:nvPr/>
        </p:nvSpPr>
        <p:spPr>
          <a:xfrm>
            <a:off x="4409556" y="4148217"/>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Interns left with the responsibility to facilitate without training</a:t>
            </a:r>
          </a:p>
        </p:txBody>
      </p:sp>
      <p:sp>
        <p:nvSpPr>
          <p:cNvPr id="46" name="Rectangle 45">
            <a:extLst>
              <a:ext uri="{FF2B5EF4-FFF2-40B4-BE49-F238E27FC236}">
                <a16:creationId xmlns:a16="http://schemas.microsoft.com/office/drawing/2014/main" id="{25ADDED6-A855-462A-8F8D-69EA2075746D}"/>
              </a:ext>
            </a:extLst>
          </p:cNvPr>
          <p:cNvSpPr/>
          <p:nvPr/>
        </p:nvSpPr>
        <p:spPr>
          <a:xfrm>
            <a:off x="7940975" y="3228975"/>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Every newcomer in the company has a mini training in facilitation</a:t>
            </a:r>
          </a:p>
        </p:txBody>
      </p:sp>
      <p:sp>
        <p:nvSpPr>
          <p:cNvPr id="47" name="Rectangle 46">
            <a:extLst>
              <a:ext uri="{FF2B5EF4-FFF2-40B4-BE49-F238E27FC236}">
                <a16:creationId xmlns:a16="http://schemas.microsoft.com/office/drawing/2014/main" id="{8BEB797D-1D73-407C-AD48-9DE77FAA1522}"/>
              </a:ext>
            </a:extLst>
          </p:cNvPr>
          <p:cNvSpPr/>
          <p:nvPr/>
        </p:nvSpPr>
        <p:spPr>
          <a:xfrm>
            <a:off x="3125597" y="3212267"/>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People see facilitation as an entertainment skill without real value</a:t>
            </a:r>
          </a:p>
        </p:txBody>
      </p:sp>
    </p:spTree>
    <p:extLst>
      <p:ext uri="{BB962C8B-B14F-4D97-AF65-F5344CB8AC3E}">
        <p14:creationId xmlns:p14="http://schemas.microsoft.com/office/powerpoint/2010/main" val="3732627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B40900-59F3-4B76-9D7B-14F8489569E4}"/>
              </a:ext>
            </a:extLst>
          </p:cNvPr>
          <p:cNvSpPr>
            <a:spLocks noGrp="1"/>
          </p:cNvSpPr>
          <p:nvPr>
            <p:ph type="title"/>
          </p:nvPr>
        </p:nvSpPr>
        <p:spPr>
          <a:xfrm>
            <a:off x="419099" y="365125"/>
            <a:ext cx="11363324" cy="811486"/>
          </a:xfrm>
        </p:spPr>
        <p:txBody>
          <a:bodyPr>
            <a:normAutofit fontScale="90000"/>
          </a:bodyPr>
          <a:lstStyle/>
          <a:p>
            <a:r>
              <a:rPr lang="en-US" dirty="0"/>
              <a:t>WHY</a:t>
            </a:r>
            <a:br>
              <a:rPr lang="en-US" dirty="0"/>
            </a:br>
            <a:r>
              <a:rPr lang="en-US" dirty="0"/>
              <a:t>Pyramid of Community Purpose (Classic version)</a:t>
            </a:r>
          </a:p>
        </p:txBody>
      </p:sp>
      <p:graphicFrame>
        <p:nvGraphicFramePr>
          <p:cNvPr id="4" name="Tableau 4">
            <a:extLst>
              <a:ext uri="{FF2B5EF4-FFF2-40B4-BE49-F238E27FC236}">
                <a16:creationId xmlns:a16="http://schemas.microsoft.com/office/drawing/2014/main" id="{1E9BD25C-FBC0-4B3D-A8A8-D9AFBCB8D293}"/>
              </a:ext>
            </a:extLst>
          </p:cNvPr>
          <p:cNvGraphicFramePr>
            <a:graphicFrameLocks noGrp="1"/>
          </p:cNvGraphicFramePr>
          <p:nvPr>
            <p:ph idx="1"/>
            <p:extLst>
              <p:ext uri="{D42A27DB-BD31-4B8C-83A1-F6EECF244321}">
                <p14:modId xmlns:p14="http://schemas.microsoft.com/office/powerpoint/2010/main" val="1586340986"/>
              </p:ext>
            </p:extLst>
          </p:nvPr>
        </p:nvGraphicFramePr>
        <p:xfrm>
          <a:off x="419099" y="1786943"/>
          <a:ext cx="11363324" cy="4553175"/>
        </p:xfrm>
        <a:graphic>
          <a:graphicData uri="http://schemas.openxmlformats.org/drawingml/2006/table">
            <a:tbl>
              <a:tblPr firstRow="1" bandRow="1">
                <a:tableStyleId>{5C22544A-7EE6-4342-B048-85BDC9FD1C3A}</a:tableStyleId>
              </a:tblPr>
              <a:tblGrid>
                <a:gridCol w="1623332">
                  <a:extLst>
                    <a:ext uri="{9D8B030D-6E8A-4147-A177-3AD203B41FA5}">
                      <a16:colId xmlns:a16="http://schemas.microsoft.com/office/drawing/2014/main" val="1566518169"/>
                    </a:ext>
                  </a:extLst>
                </a:gridCol>
                <a:gridCol w="1623332">
                  <a:extLst>
                    <a:ext uri="{9D8B030D-6E8A-4147-A177-3AD203B41FA5}">
                      <a16:colId xmlns:a16="http://schemas.microsoft.com/office/drawing/2014/main" val="2322797741"/>
                    </a:ext>
                  </a:extLst>
                </a:gridCol>
                <a:gridCol w="1623332">
                  <a:extLst>
                    <a:ext uri="{9D8B030D-6E8A-4147-A177-3AD203B41FA5}">
                      <a16:colId xmlns:a16="http://schemas.microsoft.com/office/drawing/2014/main" val="622285905"/>
                    </a:ext>
                  </a:extLst>
                </a:gridCol>
                <a:gridCol w="1623332">
                  <a:extLst>
                    <a:ext uri="{9D8B030D-6E8A-4147-A177-3AD203B41FA5}">
                      <a16:colId xmlns:a16="http://schemas.microsoft.com/office/drawing/2014/main" val="3043492688"/>
                    </a:ext>
                  </a:extLst>
                </a:gridCol>
                <a:gridCol w="1623332">
                  <a:extLst>
                    <a:ext uri="{9D8B030D-6E8A-4147-A177-3AD203B41FA5}">
                      <a16:colId xmlns:a16="http://schemas.microsoft.com/office/drawing/2014/main" val="262395946"/>
                    </a:ext>
                  </a:extLst>
                </a:gridCol>
                <a:gridCol w="1623332">
                  <a:extLst>
                    <a:ext uri="{9D8B030D-6E8A-4147-A177-3AD203B41FA5}">
                      <a16:colId xmlns:a16="http://schemas.microsoft.com/office/drawing/2014/main" val="4089803428"/>
                    </a:ext>
                  </a:extLst>
                </a:gridCol>
                <a:gridCol w="1623332">
                  <a:extLst>
                    <a:ext uri="{9D8B030D-6E8A-4147-A177-3AD203B41FA5}">
                      <a16:colId xmlns:a16="http://schemas.microsoft.com/office/drawing/2014/main" val="2784887812"/>
                    </a:ext>
                  </a:extLst>
                </a:gridCol>
              </a:tblGrid>
              <a:tr h="1565857">
                <a:tc>
                  <a:txBody>
                    <a:bodyPr/>
                    <a:lstStyle/>
                    <a:p>
                      <a:r>
                        <a:rPr lang="en-US" dirty="0"/>
                        <a:t>Our CAUSE</a:t>
                      </a:r>
                    </a:p>
                  </a:txBody>
                  <a:tcPr/>
                </a:tc>
                <a:tc>
                  <a:txBody>
                    <a:bodyPr/>
                    <a:lstStyle/>
                    <a:p>
                      <a:r>
                        <a:rPr lang="en-US"/>
                        <a:t>Real past situations we never want to witness again</a:t>
                      </a:r>
                      <a:endParaRPr lang="en-US" dirty="0"/>
                    </a:p>
                  </a:txBody>
                  <a:tcPr/>
                </a:tc>
                <a:tc>
                  <a:txBody>
                    <a:bodyPr/>
                    <a:lstStyle/>
                    <a:p>
                      <a:r>
                        <a:rPr lang="en-US" dirty="0"/>
                        <a:t>Real past situations we want to witness again</a:t>
                      </a:r>
                    </a:p>
                  </a:txBody>
                  <a:tcPr/>
                </a:tc>
                <a:tc>
                  <a:txBody>
                    <a:bodyPr/>
                    <a:lstStyle/>
                    <a:p>
                      <a:r>
                        <a:rPr lang="en-US" dirty="0"/>
                        <a:t>Fictional Situations we want to avoid</a:t>
                      </a:r>
                    </a:p>
                  </a:txBody>
                  <a:tcPr/>
                </a:tc>
                <a:tc>
                  <a:txBody>
                    <a:bodyPr/>
                    <a:lstStyle/>
                    <a:p>
                      <a:r>
                        <a:rPr lang="en-US" dirty="0"/>
                        <a:t>Fictional situations we want to happen</a:t>
                      </a:r>
                    </a:p>
                  </a:txBody>
                  <a:tcPr/>
                </a:tc>
                <a:tc>
                  <a:txBody>
                    <a:bodyPr/>
                    <a:lstStyle/>
                    <a:p>
                      <a:pPr algn="ctr"/>
                      <a:r>
                        <a:rPr lang="en-US" sz="1800" b="1" dirty="0"/>
                        <a:t>CONDITIONS</a:t>
                      </a:r>
                    </a:p>
                    <a:p>
                      <a:pPr algn="ctr"/>
                      <a:r>
                        <a:rPr lang="en-US" sz="1800" b="1" dirty="0"/>
                        <a:t>The conditions in which we want to reach our goal</a:t>
                      </a:r>
                    </a:p>
                  </a:txBody>
                  <a:tcPr/>
                </a:tc>
                <a:tc>
                  <a:txBody>
                    <a:bodyPr/>
                    <a:lstStyle/>
                    <a:p>
                      <a:r>
                        <a:rPr lang="en-US" dirty="0"/>
                        <a:t>Our ONE Great Goal</a:t>
                      </a:r>
                    </a:p>
                  </a:txBody>
                  <a:tcPr/>
                </a:tc>
                <a:extLst>
                  <a:ext uri="{0D108BD9-81ED-4DB2-BD59-A6C34878D82A}">
                    <a16:rowId xmlns:a16="http://schemas.microsoft.com/office/drawing/2014/main" val="2906519638"/>
                  </a:ext>
                </a:extLst>
              </a:tr>
              <a:tr h="1493659">
                <a:tc rowSpan="2">
                  <a:txBody>
                    <a:bodyPr/>
                    <a:lstStyle/>
                    <a:p>
                      <a:endParaRPr lang="en-US" dirty="0"/>
                    </a:p>
                  </a:txBody>
                  <a:tcPr/>
                </a:tc>
                <a:tc>
                  <a:txBody>
                    <a:bodyPr/>
                    <a:lstStyle/>
                    <a:p>
                      <a:r>
                        <a:rPr lang="en-US" dirty="0"/>
                        <a:t>Top 3</a:t>
                      </a:r>
                    </a:p>
                  </a:txBody>
                  <a:tcPr/>
                </a:tc>
                <a:tc>
                  <a:txBody>
                    <a:bodyPr/>
                    <a:lstStyle/>
                    <a:p>
                      <a:r>
                        <a:rPr lang="en-US" dirty="0"/>
                        <a:t>Top 3</a:t>
                      </a:r>
                    </a:p>
                  </a:txBody>
                  <a:tcPr/>
                </a:tc>
                <a:tc>
                  <a:txBody>
                    <a:bodyPr/>
                    <a:lstStyle/>
                    <a:p>
                      <a:r>
                        <a:rPr lang="en-US" dirty="0"/>
                        <a:t>Top 3</a:t>
                      </a:r>
                    </a:p>
                  </a:txBody>
                  <a:tcPr/>
                </a:tc>
                <a:tc>
                  <a:txBody>
                    <a:bodyPr/>
                    <a:lstStyle/>
                    <a:p>
                      <a:r>
                        <a:rPr lang="en-US" dirty="0"/>
                        <a:t>Top 3</a:t>
                      </a:r>
                    </a:p>
                  </a:txBody>
                  <a:tcPr/>
                </a:tc>
                <a:tc rowSpan="2">
                  <a:txBody>
                    <a:bodyPr/>
                    <a:lstStyle/>
                    <a:p>
                      <a:endParaRPr lang="en-US" dirty="0"/>
                    </a:p>
                  </a:txBody>
                  <a:tcPr/>
                </a:tc>
                <a:tc rowSpan="2">
                  <a:txBody>
                    <a:bodyPr/>
                    <a:lstStyle/>
                    <a:p>
                      <a:endParaRPr lang="en-US" dirty="0"/>
                    </a:p>
                  </a:txBody>
                  <a:tcPr/>
                </a:tc>
                <a:extLst>
                  <a:ext uri="{0D108BD9-81ED-4DB2-BD59-A6C34878D82A}">
                    <a16:rowId xmlns:a16="http://schemas.microsoft.com/office/drawing/2014/main" val="4083776639"/>
                  </a:ext>
                </a:extLst>
              </a:tr>
              <a:tr h="1493659">
                <a:tc vMerge="1">
                  <a:txBody>
                    <a:bodyPr/>
                    <a:lstStyle/>
                    <a:p>
                      <a:endParaRPr lang="en-US" dirty="0"/>
                    </a:p>
                  </a:txBody>
                  <a:tcPr/>
                </a:tc>
                <a:tc>
                  <a:txBody>
                    <a:bodyPr/>
                    <a:lstStyle/>
                    <a:p>
                      <a:r>
                        <a:rPr lang="en-US" dirty="0"/>
                        <a:t>Others</a:t>
                      </a:r>
                    </a:p>
                  </a:txBody>
                  <a:tcPr/>
                </a:tc>
                <a:tc>
                  <a:txBody>
                    <a:bodyPr/>
                    <a:lstStyle/>
                    <a:p>
                      <a:r>
                        <a:rPr lang="en-US" dirty="0"/>
                        <a:t>Others</a:t>
                      </a:r>
                    </a:p>
                  </a:txBody>
                  <a:tcPr/>
                </a:tc>
                <a:tc>
                  <a:txBody>
                    <a:bodyPr/>
                    <a:lstStyle/>
                    <a:p>
                      <a:r>
                        <a:rPr lang="en-US" dirty="0"/>
                        <a:t>Others</a:t>
                      </a:r>
                    </a:p>
                  </a:txBody>
                  <a:tcPr/>
                </a:tc>
                <a:tc>
                  <a:txBody>
                    <a:bodyPr/>
                    <a:lstStyle/>
                    <a:p>
                      <a:r>
                        <a:rPr lang="en-US" dirty="0"/>
                        <a:t>Others</a:t>
                      </a:r>
                    </a:p>
                  </a:txBody>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3482631526"/>
                  </a:ext>
                </a:extLst>
              </a:tr>
            </a:tbl>
          </a:graphicData>
        </a:graphic>
      </p:graphicFrame>
    </p:spTree>
    <p:extLst>
      <p:ext uri="{BB962C8B-B14F-4D97-AF65-F5344CB8AC3E}">
        <p14:creationId xmlns:p14="http://schemas.microsoft.com/office/powerpoint/2010/main" val="2801917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rmAutofit fontScale="90000"/>
          </a:bodyPr>
          <a:lstStyle/>
          <a:p>
            <a:r>
              <a:rPr lang="en-US" dirty="0"/>
              <a:t>Why US ? </a:t>
            </a:r>
            <a:br>
              <a:rPr lang="en-US" dirty="0"/>
            </a:br>
            <a:r>
              <a:rPr lang="en-US" dirty="0"/>
              <a:t>House of contribution (visual workshop)</a:t>
            </a:r>
          </a:p>
        </p:txBody>
      </p:sp>
      <p:grpSp>
        <p:nvGrpSpPr>
          <p:cNvPr id="10" name="Groupe 9">
            <a:extLst>
              <a:ext uri="{FF2B5EF4-FFF2-40B4-BE49-F238E27FC236}">
                <a16:creationId xmlns:a16="http://schemas.microsoft.com/office/drawing/2014/main" id="{D5893CD2-51F7-416A-8A62-C9A2EEB42DAA}"/>
              </a:ext>
            </a:extLst>
          </p:cNvPr>
          <p:cNvGrpSpPr/>
          <p:nvPr/>
        </p:nvGrpSpPr>
        <p:grpSpPr>
          <a:xfrm>
            <a:off x="5469514" y="2247900"/>
            <a:ext cx="6554101" cy="2912588"/>
            <a:chOff x="262080" y="1563591"/>
            <a:chExt cx="11723435" cy="5209797"/>
          </a:xfrm>
        </p:grpSpPr>
        <p:grpSp>
          <p:nvGrpSpPr>
            <p:cNvPr id="55" name="Groupe 54">
              <a:extLst>
                <a:ext uri="{FF2B5EF4-FFF2-40B4-BE49-F238E27FC236}">
                  <a16:creationId xmlns:a16="http://schemas.microsoft.com/office/drawing/2014/main" id="{26EBE82C-A9CF-44DD-A535-F92283AA2649}"/>
                </a:ext>
              </a:extLst>
            </p:cNvPr>
            <p:cNvGrpSpPr/>
            <p:nvPr/>
          </p:nvGrpSpPr>
          <p:grpSpPr>
            <a:xfrm>
              <a:off x="2609577" y="1563591"/>
              <a:ext cx="1467257" cy="1169474"/>
              <a:chOff x="2609577" y="1563591"/>
              <a:chExt cx="1467257" cy="1169474"/>
            </a:xfrm>
          </p:grpSpPr>
          <p:grpSp>
            <p:nvGrpSpPr>
              <p:cNvPr id="42" name="Groupe 41">
                <a:extLst>
                  <a:ext uri="{FF2B5EF4-FFF2-40B4-BE49-F238E27FC236}">
                    <a16:creationId xmlns:a16="http://schemas.microsoft.com/office/drawing/2014/main" id="{355A2826-D35C-4355-8D6F-CA811352584A}"/>
                  </a:ext>
                </a:extLst>
              </p:cNvPr>
              <p:cNvGrpSpPr/>
              <p:nvPr/>
            </p:nvGrpSpPr>
            <p:grpSpPr>
              <a:xfrm>
                <a:off x="2609577" y="1563591"/>
                <a:ext cx="1412109" cy="1169474"/>
                <a:chOff x="2645545" y="3994190"/>
                <a:chExt cx="1412109" cy="1169474"/>
              </a:xfrm>
            </p:grpSpPr>
            <p:pic>
              <p:nvPicPr>
                <p:cNvPr id="43" name="Graphique 42" descr="Diable avec un remplissage uni">
                  <a:extLst>
                    <a:ext uri="{FF2B5EF4-FFF2-40B4-BE49-F238E27FC236}">
                      <a16:creationId xmlns:a16="http://schemas.microsoft.com/office/drawing/2014/main" id="{8244A6A4-C5E1-4062-A01E-7F8B5AD111C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4" name="Graphique 43" descr="Base-ball avec un remplissage uni">
                  <a:extLst>
                    <a:ext uri="{FF2B5EF4-FFF2-40B4-BE49-F238E27FC236}">
                      <a16:creationId xmlns:a16="http://schemas.microsoft.com/office/drawing/2014/main" id="{5C12E74D-1A36-40E7-8099-519692F521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5" name="Rectangle 44">
                  <a:extLst>
                    <a:ext uri="{FF2B5EF4-FFF2-40B4-BE49-F238E27FC236}">
                      <a16:creationId xmlns:a16="http://schemas.microsoft.com/office/drawing/2014/main" id="{1AFD5C9D-8C2F-4199-9991-CDDA10264D43}"/>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4" name="Graphique 53" descr="Boîte à archives avec un remplissage uni">
                <a:extLst>
                  <a:ext uri="{FF2B5EF4-FFF2-40B4-BE49-F238E27FC236}">
                    <a16:creationId xmlns:a16="http://schemas.microsoft.com/office/drawing/2014/main" id="{78459876-A327-48F8-A172-A2B68D6C0D8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0" name="Groupe 79">
              <a:extLst>
                <a:ext uri="{FF2B5EF4-FFF2-40B4-BE49-F238E27FC236}">
                  <a16:creationId xmlns:a16="http://schemas.microsoft.com/office/drawing/2014/main" id="{C5C2CD00-8B2B-4B4C-A81E-8B0F1CACDA4D}"/>
                </a:ext>
              </a:extLst>
            </p:cNvPr>
            <p:cNvGrpSpPr/>
            <p:nvPr/>
          </p:nvGrpSpPr>
          <p:grpSpPr>
            <a:xfrm>
              <a:off x="2907742" y="4287731"/>
              <a:ext cx="1467257" cy="1169474"/>
              <a:chOff x="2609577" y="1563591"/>
              <a:chExt cx="1467257" cy="1169474"/>
            </a:xfrm>
          </p:grpSpPr>
          <p:grpSp>
            <p:nvGrpSpPr>
              <p:cNvPr id="81" name="Groupe 80">
                <a:extLst>
                  <a:ext uri="{FF2B5EF4-FFF2-40B4-BE49-F238E27FC236}">
                    <a16:creationId xmlns:a16="http://schemas.microsoft.com/office/drawing/2014/main" id="{F3CC8DA8-B904-4687-9A23-3C4BA94E2FDE}"/>
                  </a:ext>
                </a:extLst>
              </p:cNvPr>
              <p:cNvGrpSpPr/>
              <p:nvPr/>
            </p:nvGrpSpPr>
            <p:grpSpPr>
              <a:xfrm>
                <a:off x="2609577" y="1563591"/>
                <a:ext cx="1412109" cy="1169474"/>
                <a:chOff x="2645545" y="3994190"/>
                <a:chExt cx="1412109" cy="1169474"/>
              </a:xfrm>
            </p:grpSpPr>
            <p:pic>
              <p:nvPicPr>
                <p:cNvPr id="83" name="Graphique 82" descr="Diable avec un remplissage uni">
                  <a:extLst>
                    <a:ext uri="{FF2B5EF4-FFF2-40B4-BE49-F238E27FC236}">
                      <a16:creationId xmlns:a16="http://schemas.microsoft.com/office/drawing/2014/main" id="{AF514076-F83A-4A89-ABCF-58AD67E4B4A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84" name="Graphique 83" descr="Base-ball avec un remplissage uni">
                  <a:extLst>
                    <a:ext uri="{FF2B5EF4-FFF2-40B4-BE49-F238E27FC236}">
                      <a16:creationId xmlns:a16="http://schemas.microsoft.com/office/drawing/2014/main" id="{A04ED57F-AFFD-409B-8C24-D22B629FC4A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85" name="Rectangle 84">
                  <a:extLst>
                    <a:ext uri="{FF2B5EF4-FFF2-40B4-BE49-F238E27FC236}">
                      <a16:creationId xmlns:a16="http://schemas.microsoft.com/office/drawing/2014/main" id="{C91B5379-3E46-4A37-B2D6-C4F3CD53700B}"/>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2" name="Graphique 81" descr="Boîte à archives avec un remplissage uni">
                <a:extLst>
                  <a:ext uri="{FF2B5EF4-FFF2-40B4-BE49-F238E27FC236}">
                    <a16:creationId xmlns:a16="http://schemas.microsoft.com/office/drawing/2014/main" id="{DA1A851F-C5EF-43C9-A0B3-7187DBCFD40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6" name="Groupe 85">
              <a:extLst>
                <a:ext uri="{FF2B5EF4-FFF2-40B4-BE49-F238E27FC236}">
                  <a16:creationId xmlns:a16="http://schemas.microsoft.com/office/drawing/2014/main" id="{2866E67F-F311-4588-B703-8A697368E469}"/>
                </a:ext>
              </a:extLst>
            </p:cNvPr>
            <p:cNvGrpSpPr/>
            <p:nvPr/>
          </p:nvGrpSpPr>
          <p:grpSpPr>
            <a:xfrm>
              <a:off x="2547542" y="5603914"/>
              <a:ext cx="1467257" cy="1169474"/>
              <a:chOff x="2609577" y="1563591"/>
              <a:chExt cx="1467257" cy="1169474"/>
            </a:xfrm>
          </p:grpSpPr>
          <p:grpSp>
            <p:nvGrpSpPr>
              <p:cNvPr id="87" name="Groupe 86">
                <a:extLst>
                  <a:ext uri="{FF2B5EF4-FFF2-40B4-BE49-F238E27FC236}">
                    <a16:creationId xmlns:a16="http://schemas.microsoft.com/office/drawing/2014/main" id="{F451FCE1-F2B0-484F-A08F-2CB7D2FEC9EC}"/>
                  </a:ext>
                </a:extLst>
              </p:cNvPr>
              <p:cNvGrpSpPr/>
              <p:nvPr/>
            </p:nvGrpSpPr>
            <p:grpSpPr>
              <a:xfrm>
                <a:off x="2609577" y="1563591"/>
                <a:ext cx="1412109" cy="1169474"/>
                <a:chOff x="2645545" y="3994190"/>
                <a:chExt cx="1412109" cy="1169474"/>
              </a:xfrm>
            </p:grpSpPr>
            <p:pic>
              <p:nvPicPr>
                <p:cNvPr id="89" name="Graphique 88" descr="Diable avec un remplissage uni">
                  <a:extLst>
                    <a:ext uri="{FF2B5EF4-FFF2-40B4-BE49-F238E27FC236}">
                      <a16:creationId xmlns:a16="http://schemas.microsoft.com/office/drawing/2014/main" id="{9F087DA0-B39B-45CC-B709-2E92EC9B9C5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0" name="Graphique 89" descr="Base-ball avec un remplissage uni">
                  <a:extLst>
                    <a:ext uri="{FF2B5EF4-FFF2-40B4-BE49-F238E27FC236}">
                      <a16:creationId xmlns:a16="http://schemas.microsoft.com/office/drawing/2014/main" id="{E0377BB5-85CB-4162-B1DD-0EDAEE890DD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1" name="Rectangle 90">
                  <a:extLst>
                    <a:ext uri="{FF2B5EF4-FFF2-40B4-BE49-F238E27FC236}">
                      <a16:creationId xmlns:a16="http://schemas.microsoft.com/office/drawing/2014/main" id="{F7F87CA6-C82F-4A7C-810C-6966E88C7137}"/>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8" name="Graphique 87" descr="Boîte à archives avec un remplissage uni">
                <a:extLst>
                  <a:ext uri="{FF2B5EF4-FFF2-40B4-BE49-F238E27FC236}">
                    <a16:creationId xmlns:a16="http://schemas.microsoft.com/office/drawing/2014/main" id="{D1F7AED6-42D3-4C34-9625-A3D14E52FB4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92" name="Groupe 91">
              <a:extLst>
                <a:ext uri="{FF2B5EF4-FFF2-40B4-BE49-F238E27FC236}">
                  <a16:creationId xmlns:a16="http://schemas.microsoft.com/office/drawing/2014/main" id="{68F73D70-3EBC-4AF5-9B49-5677BCD0692C}"/>
                </a:ext>
              </a:extLst>
            </p:cNvPr>
            <p:cNvGrpSpPr/>
            <p:nvPr/>
          </p:nvGrpSpPr>
          <p:grpSpPr>
            <a:xfrm>
              <a:off x="1098866" y="4806407"/>
              <a:ext cx="1467257" cy="1169474"/>
              <a:chOff x="2609577" y="1563591"/>
              <a:chExt cx="1467257" cy="1169474"/>
            </a:xfrm>
          </p:grpSpPr>
          <p:grpSp>
            <p:nvGrpSpPr>
              <p:cNvPr id="93" name="Groupe 92">
                <a:extLst>
                  <a:ext uri="{FF2B5EF4-FFF2-40B4-BE49-F238E27FC236}">
                    <a16:creationId xmlns:a16="http://schemas.microsoft.com/office/drawing/2014/main" id="{34ECD60C-FED1-40EC-86AE-5BD2ADB1B80E}"/>
                  </a:ext>
                </a:extLst>
              </p:cNvPr>
              <p:cNvGrpSpPr/>
              <p:nvPr/>
            </p:nvGrpSpPr>
            <p:grpSpPr>
              <a:xfrm>
                <a:off x="2609577" y="1563591"/>
                <a:ext cx="1412109" cy="1169474"/>
                <a:chOff x="2645545" y="3994190"/>
                <a:chExt cx="1412109" cy="1169474"/>
              </a:xfrm>
            </p:grpSpPr>
            <p:pic>
              <p:nvPicPr>
                <p:cNvPr id="95" name="Graphique 94" descr="Diable avec un remplissage uni">
                  <a:extLst>
                    <a:ext uri="{FF2B5EF4-FFF2-40B4-BE49-F238E27FC236}">
                      <a16:creationId xmlns:a16="http://schemas.microsoft.com/office/drawing/2014/main" id="{70B2987C-0D9D-4AC6-8F1B-8EBBCD3A3FC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6" name="Graphique 95" descr="Base-ball avec un remplissage uni">
                  <a:extLst>
                    <a:ext uri="{FF2B5EF4-FFF2-40B4-BE49-F238E27FC236}">
                      <a16:creationId xmlns:a16="http://schemas.microsoft.com/office/drawing/2014/main" id="{15C99CA0-E99E-4FC2-A1F6-3BF87723B0B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7" name="Rectangle 96">
                  <a:extLst>
                    <a:ext uri="{FF2B5EF4-FFF2-40B4-BE49-F238E27FC236}">
                      <a16:creationId xmlns:a16="http://schemas.microsoft.com/office/drawing/2014/main" id="{8E1C9C35-8E8A-45E1-93BD-7C1B2D3A73AE}"/>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4" name="Graphique 93" descr="Boîte à archives avec un remplissage uni">
                <a:extLst>
                  <a:ext uri="{FF2B5EF4-FFF2-40B4-BE49-F238E27FC236}">
                    <a16:creationId xmlns:a16="http://schemas.microsoft.com/office/drawing/2014/main" id="{6F9288F9-231B-409D-90E8-A93108A86BC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106" name="Groupe 105">
              <a:extLst>
                <a:ext uri="{FF2B5EF4-FFF2-40B4-BE49-F238E27FC236}">
                  <a16:creationId xmlns:a16="http://schemas.microsoft.com/office/drawing/2014/main" id="{13B2CE95-C8C7-4A5C-92F1-EC2A4420DB71}"/>
                </a:ext>
              </a:extLst>
            </p:cNvPr>
            <p:cNvGrpSpPr/>
            <p:nvPr/>
          </p:nvGrpSpPr>
          <p:grpSpPr>
            <a:xfrm flipH="1">
              <a:off x="5650743" y="2263842"/>
              <a:ext cx="1093937" cy="1165158"/>
              <a:chOff x="1680627" y="1783722"/>
              <a:chExt cx="1331514" cy="1331514"/>
            </a:xfrm>
          </p:grpSpPr>
          <p:pic>
            <p:nvPicPr>
              <p:cNvPr id="179" name="Graphique 178" descr="Mur de briques en construction avec un remplissage uni">
                <a:extLst>
                  <a:ext uri="{FF2B5EF4-FFF2-40B4-BE49-F238E27FC236}">
                    <a16:creationId xmlns:a16="http://schemas.microsoft.com/office/drawing/2014/main" id="{13F6B018-6351-4C3D-852E-8A5F57E1A2E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180" name="Rectangle 179">
                <a:extLst>
                  <a:ext uri="{FF2B5EF4-FFF2-40B4-BE49-F238E27FC236}">
                    <a16:creationId xmlns:a16="http://schemas.microsoft.com/office/drawing/2014/main" id="{20453177-74D5-4E14-8160-B24A3B16BED5}"/>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180">
                <a:extLst>
                  <a:ext uri="{FF2B5EF4-FFF2-40B4-BE49-F238E27FC236}">
                    <a16:creationId xmlns:a16="http://schemas.microsoft.com/office/drawing/2014/main" id="{608979AE-BCF6-4155-9BB1-95B5C1F1340E}"/>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2" name="Rectangle 181">
                <a:extLst>
                  <a:ext uri="{FF2B5EF4-FFF2-40B4-BE49-F238E27FC236}">
                    <a16:creationId xmlns:a16="http://schemas.microsoft.com/office/drawing/2014/main" id="{02C316F3-CA2B-4EA0-AF38-F8DAC5FBC24E}"/>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3" name="Rectangle 182">
                <a:extLst>
                  <a:ext uri="{FF2B5EF4-FFF2-40B4-BE49-F238E27FC236}">
                    <a16:creationId xmlns:a16="http://schemas.microsoft.com/office/drawing/2014/main" id="{BA80DE65-F676-4621-A539-AB4D3597716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Rectangle 183">
                <a:extLst>
                  <a:ext uri="{FF2B5EF4-FFF2-40B4-BE49-F238E27FC236}">
                    <a16:creationId xmlns:a16="http://schemas.microsoft.com/office/drawing/2014/main" id="{29BF593B-0BA1-4BDC-80A3-7FA615968603}"/>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5" name="Rectangle 184">
                <a:extLst>
                  <a:ext uri="{FF2B5EF4-FFF2-40B4-BE49-F238E27FC236}">
                    <a16:creationId xmlns:a16="http://schemas.microsoft.com/office/drawing/2014/main" id="{0D5BE12D-03C5-4DD0-BF71-89429BA75C97}"/>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6" name="Rectangle 185">
                <a:extLst>
                  <a:ext uri="{FF2B5EF4-FFF2-40B4-BE49-F238E27FC236}">
                    <a16:creationId xmlns:a16="http://schemas.microsoft.com/office/drawing/2014/main" id="{0681DF30-CC73-4F27-891A-7FD462F2AC3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7" name="Rectangle 186">
                <a:extLst>
                  <a:ext uri="{FF2B5EF4-FFF2-40B4-BE49-F238E27FC236}">
                    <a16:creationId xmlns:a16="http://schemas.microsoft.com/office/drawing/2014/main" id="{1EA142A9-06C7-46C4-9582-20D260698656}"/>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8" name="Rectangle 187">
                <a:extLst>
                  <a:ext uri="{FF2B5EF4-FFF2-40B4-BE49-F238E27FC236}">
                    <a16:creationId xmlns:a16="http://schemas.microsoft.com/office/drawing/2014/main" id="{244F9E9F-C7C5-4A31-9D4A-89EBDC670E72}"/>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9" name="Rectangle 188">
                <a:extLst>
                  <a:ext uri="{FF2B5EF4-FFF2-40B4-BE49-F238E27FC236}">
                    <a16:creationId xmlns:a16="http://schemas.microsoft.com/office/drawing/2014/main" id="{AB653C7E-B238-43C1-8F70-E3DA990C935B}"/>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0" name="Rectangle 189">
                <a:extLst>
                  <a:ext uri="{FF2B5EF4-FFF2-40B4-BE49-F238E27FC236}">
                    <a16:creationId xmlns:a16="http://schemas.microsoft.com/office/drawing/2014/main" id="{49030794-D3C4-4CEB-8EE3-A4746FE26978}"/>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1" name="Rectangle 190">
                <a:extLst>
                  <a:ext uri="{FF2B5EF4-FFF2-40B4-BE49-F238E27FC236}">
                    <a16:creationId xmlns:a16="http://schemas.microsoft.com/office/drawing/2014/main" id="{F8C415E8-93A8-4681-879B-8FFEF4578AD1}"/>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 name="Groupe 5">
              <a:extLst>
                <a:ext uri="{FF2B5EF4-FFF2-40B4-BE49-F238E27FC236}">
                  <a16:creationId xmlns:a16="http://schemas.microsoft.com/office/drawing/2014/main" id="{5FB41C06-1F54-4F63-8814-51F4614A43BD}"/>
                </a:ext>
              </a:extLst>
            </p:cNvPr>
            <p:cNvGrpSpPr/>
            <p:nvPr/>
          </p:nvGrpSpPr>
          <p:grpSpPr>
            <a:xfrm>
              <a:off x="875862" y="1893808"/>
              <a:ext cx="1383385" cy="1242096"/>
              <a:chOff x="5247267" y="8072371"/>
              <a:chExt cx="817082" cy="733631"/>
            </a:xfrm>
          </p:grpSpPr>
          <p:grpSp>
            <p:nvGrpSpPr>
              <p:cNvPr id="105" name="Groupe 104">
                <a:extLst>
                  <a:ext uri="{FF2B5EF4-FFF2-40B4-BE49-F238E27FC236}">
                    <a16:creationId xmlns:a16="http://schemas.microsoft.com/office/drawing/2014/main" id="{C0F240FA-5C73-4FB1-8941-6BE1105F18DB}"/>
                  </a:ext>
                </a:extLst>
              </p:cNvPr>
              <p:cNvGrpSpPr/>
              <p:nvPr/>
            </p:nvGrpSpPr>
            <p:grpSpPr>
              <a:xfrm>
                <a:off x="5247267" y="8117813"/>
                <a:ext cx="817082" cy="688189"/>
                <a:chOff x="3890963" y="2438774"/>
                <a:chExt cx="1085661" cy="914400"/>
              </a:xfrm>
            </p:grpSpPr>
            <p:pic>
              <p:nvPicPr>
                <p:cNvPr id="192" name="Graphique 191" descr="Culturiste avec un remplissage uni">
                  <a:extLst>
                    <a:ext uri="{FF2B5EF4-FFF2-40B4-BE49-F238E27FC236}">
                      <a16:creationId xmlns:a16="http://schemas.microsoft.com/office/drawing/2014/main" id="{76A45FC6-5C96-49A8-AC35-BC18F11D6CB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3" name="Rectangle 192">
                  <a:extLst>
                    <a:ext uri="{FF2B5EF4-FFF2-40B4-BE49-F238E27FC236}">
                      <a16:creationId xmlns:a16="http://schemas.microsoft.com/office/drawing/2014/main" id="{CB8D01E4-F3DD-439C-927A-661004280E40}"/>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4" name="Rectangle 193">
                  <a:extLst>
                    <a:ext uri="{FF2B5EF4-FFF2-40B4-BE49-F238E27FC236}">
                      <a16:creationId xmlns:a16="http://schemas.microsoft.com/office/drawing/2014/main" id="{8232BE64-879E-4932-8F1C-EBC70379A39D}"/>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07" name="Rectangle 106">
                <a:extLst>
                  <a:ext uri="{FF2B5EF4-FFF2-40B4-BE49-F238E27FC236}">
                    <a16:creationId xmlns:a16="http://schemas.microsoft.com/office/drawing/2014/main" id="{9BF03B67-30A6-425A-9D7A-E2238247F21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09" name="Groupe 108">
              <a:extLst>
                <a:ext uri="{FF2B5EF4-FFF2-40B4-BE49-F238E27FC236}">
                  <a16:creationId xmlns:a16="http://schemas.microsoft.com/office/drawing/2014/main" id="{35A820B9-71C1-40B2-949A-BA546FD0C884}"/>
                </a:ext>
              </a:extLst>
            </p:cNvPr>
            <p:cNvGrpSpPr/>
            <p:nvPr/>
          </p:nvGrpSpPr>
          <p:grpSpPr>
            <a:xfrm flipH="1">
              <a:off x="648773" y="3490364"/>
              <a:ext cx="627050" cy="1144490"/>
              <a:chOff x="5134003" y="2196472"/>
              <a:chExt cx="563254" cy="1156702"/>
            </a:xfrm>
          </p:grpSpPr>
          <p:pic>
            <p:nvPicPr>
              <p:cNvPr id="175" name="Graphique 174" descr="Réussite du groupe avec un remplissage uni">
                <a:extLst>
                  <a:ext uri="{FF2B5EF4-FFF2-40B4-BE49-F238E27FC236}">
                    <a16:creationId xmlns:a16="http://schemas.microsoft.com/office/drawing/2014/main" id="{BE19C2B3-0721-44D3-8CD1-48D9E0F7C05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76" name="Rectangle 175">
                <a:extLst>
                  <a:ext uri="{FF2B5EF4-FFF2-40B4-BE49-F238E27FC236}">
                    <a16:creationId xmlns:a16="http://schemas.microsoft.com/office/drawing/2014/main" id="{FA4C0BA6-2A92-40FD-9077-52FC594CF4A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7" name="Groupe 6">
              <a:extLst>
                <a:ext uri="{FF2B5EF4-FFF2-40B4-BE49-F238E27FC236}">
                  <a16:creationId xmlns:a16="http://schemas.microsoft.com/office/drawing/2014/main" id="{36F23E62-E00E-4089-9506-DDF4061A25F6}"/>
                </a:ext>
              </a:extLst>
            </p:cNvPr>
            <p:cNvGrpSpPr/>
            <p:nvPr/>
          </p:nvGrpSpPr>
          <p:grpSpPr>
            <a:xfrm>
              <a:off x="9653107" y="2807835"/>
              <a:ext cx="2332408" cy="2332408"/>
              <a:chOff x="9835911" y="2807662"/>
              <a:chExt cx="1796250" cy="1796250"/>
            </a:xfrm>
          </p:grpSpPr>
          <p:pic>
            <p:nvPicPr>
              <p:cNvPr id="104" name="Graphique 103" descr="Cathédrale avec un remplissage uni">
                <a:extLst>
                  <a:ext uri="{FF2B5EF4-FFF2-40B4-BE49-F238E27FC236}">
                    <a16:creationId xmlns:a16="http://schemas.microsoft.com/office/drawing/2014/main" id="{E59C6277-AA1A-4489-91DF-5BA7B244261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113" name="Rectangle 112">
                <a:extLst>
                  <a:ext uri="{FF2B5EF4-FFF2-40B4-BE49-F238E27FC236}">
                    <a16:creationId xmlns:a16="http://schemas.microsoft.com/office/drawing/2014/main" id="{31970C2C-4382-4D6F-ADF6-471972759529}"/>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13">
                <a:extLst>
                  <a:ext uri="{FF2B5EF4-FFF2-40B4-BE49-F238E27FC236}">
                    <a16:creationId xmlns:a16="http://schemas.microsoft.com/office/drawing/2014/main" id="{D5D40D35-3B33-472C-BB36-27310377B46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14">
                <a:extLst>
                  <a:ext uri="{FF2B5EF4-FFF2-40B4-BE49-F238E27FC236}">
                    <a16:creationId xmlns:a16="http://schemas.microsoft.com/office/drawing/2014/main" id="{0DF1613C-64EF-4B26-B600-36E33E288236}"/>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DD222A77-3CAA-44FC-8012-A0B8E33C44DB}"/>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0A42DEAE-71FB-4AC0-A235-6D8A7C681B9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17">
                <a:extLst>
                  <a:ext uri="{FF2B5EF4-FFF2-40B4-BE49-F238E27FC236}">
                    <a16:creationId xmlns:a16="http://schemas.microsoft.com/office/drawing/2014/main" id="{7E7C3645-4EB6-42D8-8D16-A4131BD9553A}"/>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18">
                <a:extLst>
                  <a:ext uri="{FF2B5EF4-FFF2-40B4-BE49-F238E27FC236}">
                    <a16:creationId xmlns:a16="http://schemas.microsoft.com/office/drawing/2014/main" id="{B2E68E23-64DB-4588-97BF-38D7F767E1B0}"/>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19">
                <a:extLst>
                  <a:ext uri="{FF2B5EF4-FFF2-40B4-BE49-F238E27FC236}">
                    <a16:creationId xmlns:a16="http://schemas.microsoft.com/office/drawing/2014/main" id="{C0E89C3C-47BB-4FA0-8A5A-42149CC65920}"/>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20">
                <a:extLst>
                  <a:ext uri="{FF2B5EF4-FFF2-40B4-BE49-F238E27FC236}">
                    <a16:creationId xmlns:a16="http://schemas.microsoft.com/office/drawing/2014/main" id="{609A3087-8282-4996-900F-0E7A07C3D6AE}"/>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21">
                <a:extLst>
                  <a:ext uri="{FF2B5EF4-FFF2-40B4-BE49-F238E27FC236}">
                    <a16:creationId xmlns:a16="http://schemas.microsoft.com/office/drawing/2014/main" id="{B19A238C-F0C2-4B75-8E5F-4F1F2916275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22">
                <a:extLst>
                  <a:ext uri="{FF2B5EF4-FFF2-40B4-BE49-F238E27FC236}">
                    <a16:creationId xmlns:a16="http://schemas.microsoft.com/office/drawing/2014/main" id="{C2ADAAE2-FB7B-4FC2-907C-FFC0835BCD6D}"/>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23">
                <a:extLst>
                  <a:ext uri="{FF2B5EF4-FFF2-40B4-BE49-F238E27FC236}">
                    <a16:creationId xmlns:a16="http://schemas.microsoft.com/office/drawing/2014/main" id="{78EFB23D-18AD-4B60-9D20-CC94500410AB}"/>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24">
                <a:extLst>
                  <a:ext uri="{FF2B5EF4-FFF2-40B4-BE49-F238E27FC236}">
                    <a16:creationId xmlns:a16="http://schemas.microsoft.com/office/drawing/2014/main" id="{A1F4E50B-79C5-45CA-A04D-3B8F9282A53E}"/>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25">
                <a:extLst>
                  <a:ext uri="{FF2B5EF4-FFF2-40B4-BE49-F238E27FC236}">
                    <a16:creationId xmlns:a16="http://schemas.microsoft.com/office/drawing/2014/main" id="{A7227401-C246-4F70-8233-3B976B59A38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26">
                <a:extLst>
                  <a:ext uri="{FF2B5EF4-FFF2-40B4-BE49-F238E27FC236}">
                    <a16:creationId xmlns:a16="http://schemas.microsoft.com/office/drawing/2014/main" id="{D4A1FD11-27D7-4758-8443-A06B09B0075F}"/>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27">
                <a:extLst>
                  <a:ext uri="{FF2B5EF4-FFF2-40B4-BE49-F238E27FC236}">
                    <a16:creationId xmlns:a16="http://schemas.microsoft.com/office/drawing/2014/main" id="{D8CF8BBE-A434-41D8-A5A3-FB14CBABB85D}"/>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28">
                <a:extLst>
                  <a:ext uri="{FF2B5EF4-FFF2-40B4-BE49-F238E27FC236}">
                    <a16:creationId xmlns:a16="http://schemas.microsoft.com/office/drawing/2014/main" id="{567B45F6-BBAA-46C4-B84D-608C4E3EC488}"/>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Rectangle 129">
                <a:extLst>
                  <a:ext uri="{FF2B5EF4-FFF2-40B4-BE49-F238E27FC236}">
                    <a16:creationId xmlns:a16="http://schemas.microsoft.com/office/drawing/2014/main" id="{D2AB2C3A-CE3B-46BF-9284-48F1FA6115DE}"/>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Rectangle 130">
                <a:extLst>
                  <a:ext uri="{FF2B5EF4-FFF2-40B4-BE49-F238E27FC236}">
                    <a16:creationId xmlns:a16="http://schemas.microsoft.com/office/drawing/2014/main" id="{D2CF42FA-73FD-4459-8D46-409BFD7D421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Rectangle 131">
                <a:extLst>
                  <a:ext uri="{FF2B5EF4-FFF2-40B4-BE49-F238E27FC236}">
                    <a16:creationId xmlns:a16="http://schemas.microsoft.com/office/drawing/2014/main" id="{85A890B8-0AA7-4032-923D-793C195C5CE1}"/>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132">
                <a:extLst>
                  <a:ext uri="{FF2B5EF4-FFF2-40B4-BE49-F238E27FC236}">
                    <a16:creationId xmlns:a16="http://schemas.microsoft.com/office/drawing/2014/main" id="{B68FCF4F-73A8-4C2F-8903-418DDF82F2BC}"/>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133">
                <a:extLst>
                  <a:ext uri="{FF2B5EF4-FFF2-40B4-BE49-F238E27FC236}">
                    <a16:creationId xmlns:a16="http://schemas.microsoft.com/office/drawing/2014/main" id="{F0D57C8D-6B6E-4732-AFDF-6244C7DA291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31642D44-DD6E-4219-98E8-12D56D81B76A}"/>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3AEFD0B8-EC2D-4AC6-BB11-7415B9B0721F}"/>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0EF8A19B-434C-42F6-B74E-A63EEFA632F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Rectangle 137">
                <a:extLst>
                  <a:ext uri="{FF2B5EF4-FFF2-40B4-BE49-F238E27FC236}">
                    <a16:creationId xmlns:a16="http://schemas.microsoft.com/office/drawing/2014/main" id="{5F78E096-1BCA-4266-A5ED-81CB0F17F2D6}"/>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Rectangle 138">
                <a:extLst>
                  <a:ext uri="{FF2B5EF4-FFF2-40B4-BE49-F238E27FC236}">
                    <a16:creationId xmlns:a16="http://schemas.microsoft.com/office/drawing/2014/main" id="{55F7BFB3-E97C-4FC1-B2C6-051F488161C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0" name="Rectangle 139">
                <a:extLst>
                  <a:ext uri="{FF2B5EF4-FFF2-40B4-BE49-F238E27FC236}">
                    <a16:creationId xmlns:a16="http://schemas.microsoft.com/office/drawing/2014/main" id="{DAFE8FEF-7E38-4DB4-9082-A1C7EEDDBE70}"/>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1" name="Rectangle 140">
                <a:extLst>
                  <a:ext uri="{FF2B5EF4-FFF2-40B4-BE49-F238E27FC236}">
                    <a16:creationId xmlns:a16="http://schemas.microsoft.com/office/drawing/2014/main" id="{B37D0C40-53C6-424E-8E04-059941C6C968}"/>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Rectangle 141">
                <a:extLst>
                  <a:ext uri="{FF2B5EF4-FFF2-40B4-BE49-F238E27FC236}">
                    <a16:creationId xmlns:a16="http://schemas.microsoft.com/office/drawing/2014/main" id="{4ED4F46F-4771-4F09-B696-AF22CD6311D7}"/>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142">
                <a:extLst>
                  <a:ext uri="{FF2B5EF4-FFF2-40B4-BE49-F238E27FC236}">
                    <a16:creationId xmlns:a16="http://schemas.microsoft.com/office/drawing/2014/main" id="{5E33E992-D7D9-4B63-BD88-5D1A2962B63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143">
                <a:extLst>
                  <a:ext uri="{FF2B5EF4-FFF2-40B4-BE49-F238E27FC236}">
                    <a16:creationId xmlns:a16="http://schemas.microsoft.com/office/drawing/2014/main" id="{629CB49E-8C2E-4F55-A412-731C7694AF8C}"/>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144">
                <a:extLst>
                  <a:ext uri="{FF2B5EF4-FFF2-40B4-BE49-F238E27FC236}">
                    <a16:creationId xmlns:a16="http://schemas.microsoft.com/office/drawing/2014/main" id="{757B551F-863B-47F7-BAC0-34BAADC98CAF}"/>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145">
                <a:extLst>
                  <a:ext uri="{FF2B5EF4-FFF2-40B4-BE49-F238E27FC236}">
                    <a16:creationId xmlns:a16="http://schemas.microsoft.com/office/drawing/2014/main" id="{2052CDD7-3222-4885-AB3B-A204ECE1D02D}"/>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146">
                <a:extLst>
                  <a:ext uri="{FF2B5EF4-FFF2-40B4-BE49-F238E27FC236}">
                    <a16:creationId xmlns:a16="http://schemas.microsoft.com/office/drawing/2014/main" id="{37956E86-A3B8-485F-A01D-2D7E474715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147">
                <a:extLst>
                  <a:ext uri="{FF2B5EF4-FFF2-40B4-BE49-F238E27FC236}">
                    <a16:creationId xmlns:a16="http://schemas.microsoft.com/office/drawing/2014/main" id="{EC20EC68-CA18-401A-81A1-AA7D128BE33E}"/>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Rectangle 148">
                <a:extLst>
                  <a:ext uri="{FF2B5EF4-FFF2-40B4-BE49-F238E27FC236}">
                    <a16:creationId xmlns:a16="http://schemas.microsoft.com/office/drawing/2014/main" id="{DB995F29-816A-4234-9DBB-7ABA7501AB1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Rectangle 149">
                <a:extLst>
                  <a:ext uri="{FF2B5EF4-FFF2-40B4-BE49-F238E27FC236}">
                    <a16:creationId xmlns:a16="http://schemas.microsoft.com/office/drawing/2014/main" id="{62EF13DB-A7F4-4596-84C8-46D83BAED6D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150">
                <a:extLst>
                  <a:ext uri="{FF2B5EF4-FFF2-40B4-BE49-F238E27FC236}">
                    <a16:creationId xmlns:a16="http://schemas.microsoft.com/office/drawing/2014/main" id="{1E4640AC-DC03-4CB7-B5C9-ABE31A2A09D0}"/>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151">
                <a:extLst>
                  <a:ext uri="{FF2B5EF4-FFF2-40B4-BE49-F238E27FC236}">
                    <a16:creationId xmlns:a16="http://schemas.microsoft.com/office/drawing/2014/main" id="{32626AC5-B3D7-424D-A014-FD699C3FE5B1}"/>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152">
                <a:extLst>
                  <a:ext uri="{FF2B5EF4-FFF2-40B4-BE49-F238E27FC236}">
                    <a16:creationId xmlns:a16="http://schemas.microsoft.com/office/drawing/2014/main" id="{1B1B0FF3-5B8A-47F8-A0F9-B83350A4B0BB}"/>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153">
                <a:extLst>
                  <a:ext uri="{FF2B5EF4-FFF2-40B4-BE49-F238E27FC236}">
                    <a16:creationId xmlns:a16="http://schemas.microsoft.com/office/drawing/2014/main" id="{02191479-99DB-4E96-9714-ECB6235F11A8}"/>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Rectangle 154">
                <a:extLst>
                  <a:ext uri="{FF2B5EF4-FFF2-40B4-BE49-F238E27FC236}">
                    <a16:creationId xmlns:a16="http://schemas.microsoft.com/office/drawing/2014/main" id="{048E7B28-A528-403F-98ED-B95E8A919AB5}"/>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6" name="Rectangle 155">
                <a:extLst>
                  <a:ext uri="{FF2B5EF4-FFF2-40B4-BE49-F238E27FC236}">
                    <a16:creationId xmlns:a16="http://schemas.microsoft.com/office/drawing/2014/main" id="{D7A6A081-56AA-499A-8BC9-E18C8B413A39}"/>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7" name="Rectangle 156">
                <a:extLst>
                  <a:ext uri="{FF2B5EF4-FFF2-40B4-BE49-F238E27FC236}">
                    <a16:creationId xmlns:a16="http://schemas.microsoft.com/office/drawing/2014/main" id="{4F231F0F-A33D-4E87-9D2B-3BF68009A99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8" name="Rectangle 157">
                <a:extLst>
                  <a:ext uri="{FF2B5EF4-FFF2-40B4-BE49-F238E27FC236}">
                    <a16:creationId xmlns:a16="http://schemas.microsoft.com/office/drawing/2014/main" id="{12AD0196-E4B3-448D-9E50-2EFD8806B691}"/>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9" name="Rectangle 158">
                <a:extLst>
                  <a:ext uri="{FF2B5EF4-FFF2-40B4-BE49-F238E27FC236}">
                    <a16:creationId xmlns:a16="http://schemas.microsoft.com/office/drawing/2014/main" id="{DE3B190F-4879-4013-967B-19F696ECCF7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0" name="Rectangle 159">
                <a:extLst>
                  <a:ext uri="{FF2B5EF4-FFF2-40B4-BE49-F238E27FC236}">
                    <a16:creationId xmlns:a16="http://schemas.microsoft.com/office/drawing/2014/main" id="{E581297B-DB9C-4165-A5C2-1F94C8EC59D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1" name="Rectangle 160">
                <a:extLst>
                  <a:ext uri="{FF2B5EF4-FFF2-40B4-BE49-F238E27FC236}">
                    <a16:creationId xmlns:a16="http://schemas.microsoft.com/office/drawing/2014/main" id="{A480F958-6414-4B6F-9A69-12DADD839CE8}"/>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161">
                <a:extLst>
                  <a:ext uri="{FF2B5EF4-FFF2-40B4-BE49-F238E27FC236}">
                    <a16:creationId xmlns:a16="http://schemas.microsoft.com/office/drawing/2014/main" id="{2B4DDC10-9BF6-4B3A-9820-B5C6C91FCED9}"/>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162">
                <a:extLst>
                  <a:ext uri="{FF2B5EF4-FFF2-40B4-BE49-F238E27FC236}">
                    <a16:creationId xmlns:a16="http://schemas.microsoft.com/office/drawing/2014/main" id="{A40418D4-A0CC-4146-BD30-95CDF1AD895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163">
                <a:extLst>
                  <a:ext uri="{FF2B5EF4-FFF2-40B4-BE49-F238E27FC236}">
                    <a16:creationId xmlns:a16="http://schemas.microsoft.com/office/drawing/2014/main" id="{9948AFD8-F25B-4AD5-AF67-E54303BFAA51}"/>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164">
                <a:extLst>
                  <a:ext uri="{FF2B5EF4-FFF2-40B4-BE49-F238E27FC236}">
                    <a16:creationId xmlns:a16="http://schemas.microsoft.com/office/drawing/2014/main" id="{00E465FE-90B8-4505-BCCA-9D33E27EF255}"/>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8931AC8B-654B-4C90-8E40-B284E1CAD3AF}"/>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Rectangle 166">
                <a:extLst>
                  <a:ext uri="{FF2B5EF4-FFF2-40B4-BE49-F238E27FC236}">
                    <a16:creationId xmlns:a16="http://schemas.microsoft.com/office/drawing/2014/main" id="{69A8E121-0537-4086-BE81-F6175F23F929}"/>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167">
                <a:extLst>
                  <a:ext uri="{FF2B5EF4-FFF2-40B4-BE49-F238E27FC236}">
                    <a16:creationId xmlns:a16="http://schemas.microsoft.com/office/drawing/2014/main" id="{275B4E6F-2F8B-4325-8F52-D884C0FB346C}"/>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5EA3F49E-7CE3-4EB8-B86D-E27C3E719152}"/>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169">
                <a:extLst>
                  <a:ext uri="{FF2B5EF4-FFF2-40B4-BE49-F238E27FC236}">
                    <a16:creationId xmlns:a16="http://schemas.microsoft.com/office/drawing/2014/main" id="{B28906DF-32BE-46B7-BDA6-7203BF8256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170">
                <a:extLst>
                  <a:ext uri="{FF2B5EF4-FFF2-40B4-BE49-F238E27FC236}">
                    <a16:creationId xmlns:a16="http://schemas.microsoft.com/office/drawing/2014/main" id="{131CF3C7-AAFB-4489-B09C-1D9AAD112044}"/>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B448FAA0-5785-4F8D-8AA5-CE2F4522E799}"/>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3" name="Rectangle 172">
                <a:extLst>
                  <a:ext uri="{FF2B5EF4-FFF2-40B4-BE49-F238E27FC236}">
                    <a16:creationId xmlns:a16="http://schemas.microsoft.com/office/drawing/2014/main" id="{03A6A3FB-2F87-4C6F-89FC-DDEF96CAD85D}"/>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4" name="Rectangle 173">
                <a:extLst>
                  <a:ext uri="{FF2B5EF4-FFF2-40B4-BE49-F238E27FC236}">
                    <a16:creationId xmlns:a16="http://schemas.microsoft.com/office/drawing/2014/main" id="{1638A7E7-900B-4755-A4E8-B7A678004DE2}"/>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5" name="Groupe 194">
              <a:extLst>
                <a:ext uri="{FF2B5EF4-FFF2-40B4-BE49-F238E27FC236}">
                  <a16:creationId xmlns:a16="http://schemas.microsoft.com/office/drawing/2014/main" id="{4E1CCD66-BD6E-44D5-8754-3F78CF91EE84}"/>
                </a:ext>
              </a:extLst>
            </p:cNvPr>
            <p:cNvGrpSpPr/>
            <p:nvPr/>
          </p:nvGrpSpPr>
          <p:grpSpPr>
            <a:xfrm>
              <a:off x="1586592" y="3400064"/>
              <a:ext cx="1383385" cy="1242096"/>
              <a:chOff x="5247267" y="8072371"/>
              <a:chExt cx="817082" cy="733631"/>
            </a:xfrm>
          </p:grpSpPr>
          <p:grpSp>
            <p:nvGrpSpPr>
              <p:cNvPr id="196" name="Groupe 195">
                <a:extLst>
                  <a:ext uri="{FF2B5EF4-FFF2-40B4-BE49-F238E27FC236}">
                    <a16:creationId xmlns:a16="http://schemas.microsoft.com/office/drawing/2014/main" id="{98ADEBB3-869F-4DF0-9E84-CB3CEA5A7DE3}"/>
                  </a:ext>
                </a:extLst>
              </p:cNvPr>
              <p:cNvGrpSpPr/>
              <p:nvPr/>
            </p:nvGrpSpPr>
            <p:grpSpPr>
              <a:xfrm>
                <a:off x="5247267" y="8117813"/>
                <a:ext cx="817082" cy="688189"/>
                <a:chOff x="3890963" y="2438774"/>
                <a:chExt cx="1085661" cy="914400"/>
              </a:xfrm>
            </p:grpSpPr>
            <p:pic>
              <p:nvPicPr>
                <p:cNvPr id="198" name="Graphique 197" descr="Culturiste avec un remplissage uni">
                  <a:extLst>
                    <a:ext uri="{FF2B5EF4-FFF2-40B4-BE49-F238E27FC236}">
                      <a16:creationId xmlns:a16="http://schemas.microsoft.com/office/drawing/2014/main" id="{AC7B218B-262F-409C-B9EB-C90FB52588D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9" name="Rectangle 198">
                  <a:extLst>
                    <a:ext uri="{FF2B5EF4-FFF2-40B4-BE49-F238E27FC236}">
                      <a16:creationId xmlns:a16="http://schemas.microsoft.com/office/drawing/2014/main" id="{B5FDC8FE-C73E-409E-BAED-AA5F4566E30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0" name="Rectangle 199">
                  <a:extLst>
                    <a:ext uri="{FF2B5EF4-FFF2-40B4-BE49-F238E27FC236}">
                      <a16:creationId xmlns:a16="http://schemas.microsoft.com/office/drawing/2014/main" id="{118BDBAE-CAD8-437A-B143-72E96592EE25}"/>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7" name="Rectangle 196">
                <a:extLst>
                  <a:ext uri="{FF2B5EF4-FFF2-40B4-BE49-F238E27FC236}">
                    <a16:creationId xmlns:a16="http://schemas.microsoft.com/office/drawing/2014/main" id="{01AFD1CB-4387-4339-ABD7-CDEAFF91FC7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1" name="Groupe 200">
              <a:extLst>
                <a:ext uri="{FF2B5EF4-FFF2-40B4-BE49-F238E27FC236}">
                  <a16:creationId xmlns:a16="http://schemas.microsoft.com/office/drawing/2014/main" id="{7853BF78-AA9F-461F-B621-B7EFE53AFBFA}"/>
                </a:ext>
              </a:extLst>
            </p:cNvPr>
            <p:cNvGrpSpPr/>
            <p:nvPr/>
          </p:nvGrpSpPr>
          <p:grpSpPr>
            <a:xfrm flipH="1">
              <a:off x="262080" y="5046378"/>
              <a:ext cx="635480" cy="1274252"/>
              <a:chOff x="5134003" y="2196472"/>
              <a:chExt cx="563254" cy="1156702"/>
            </a:xfrm>
          </p:grpSpPr>
          <p:pic>
            <p:nvPicPr>
              <p:cNvPr id="202" name="Graphique 201" descr="Réussite du groupe avec un remplissage uni">
                <a:extLst>
                  <a:ext uri="{FF2B5EF4-FFF2-40B4-BE49-F238E27FC236}">
                    <a16:creationId xmlns:a16="http://schemas.microsoft.com/office/drawing/2014/main" id="{DB737901-907F-4ED9-B81C-24BCBF00515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3" name="Rectangle 202">
                <a:extLst>
                  <a:ext uri="{FF2B5EF4-FFF2-40B4-BE49-F238E27FC236}">
                    <a16:creationId xmlns:a16="http://schemas.microsoft.com/office/drawing/2014/main" id="{3D35CB96-3794-4B3B-A7DB-5861F45A8F9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4" name="Groupe 203">
              <a:extLst>
                <a:ext uri="{FF2B5EF4-FFF2-40B4-BE49-F238E27FC236}">
                  <a16:creationId xmlns:a16="http://schemas.microsoft.com/office/drawing/2014/main" id="{64C304F4-7F94-4FD2-BC45-B7945319CAB8}"/>
                </a:ext>
              </a:extLst>
            </p:cNvPr>
            <p:cNvGrpSpPr/>
            <p:nvPr/>
          </p:nvGrpSpPr>
          <p:grpSpPr>
            <a:xfrm flipH="1">
              <a:off x="3424466" y="3197940"/>
              <a:ext cx="544643" cy="1109212"/>
              <a:chOff x="5134003" y="2196472"/>
              <a:chExt cx="563254" cy="1156702"/>
            </a:xfrm>
          </p:grpSpPr>
          <p:pic>
            <p:nvPicPr>
              <p:cNvPr id="205" name="Graphique 204" descr="Réussite du groupe avec un remplissage uni">
                <a:extLst>
                  <a:ext uri="{FF2B5EF4-FFF2-40B4-BE49-F238E27FC236}">
                    <a16:creationId xmlns:a16="http://schemas.microsoft.com/office/drawing/2014/main" id="{B45A7477-1594-4A43-A8DC-C7551975CD5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6" name="Rectangle 205">
                <a:extLst>
                  <a:ext uri="{FF2B5EF4-FFF2-40B4-BE49-F238E27FC236}">
                    <a16:creationId xmlns:a16="http://schemas.microsoft.com/office/drawing/2014/main" id="{4666D706-FB2B-426F-8DB0-1FB75CA41269}"/>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9" name="Graphique 8" descr="Mur de briques en construction avec un remplissage uni">
              <a:extLst>
                <a:ext uri="{FF2B5EF4-FFF2-40B4-BE49-F238E27FC236}">
                  <a16:creationId xmlns:a16="http://schemas.microsoft.com/office/drawing/2014/main" id="{3F30A76B-3311-4246-99E5-7DF4D9975A4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7209724" y="2927004"/>
              <a:ext cx="993712" cy="1005521"/>
            </a:xfrm>
            <a:prstGeom prst="rect">
              <a:avLst/>
            </a:prstGeom>
          </p:spPr>
        </p:pic>
        <p:pic>
          <p:nvPicPr>
            <p:cNvPr id="249" name="Graphique 248" descr="Mur de briques en construction avec un remplissage uni">
              <a:extLst>
                <a:ext uri="{FF2B5EF4-FFF2-40B4-BE49-F238E27FC236}">
                  <a16:creationId xmlns:a16="http://schemas.microsoft.com/office/drawing/2014/main" id="{2609CF9A-449F-4A80-AC18-FC15FC76B1A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flipH="1">
              <a:off x="5736911" y="3981151"/>
              <a:ext cx="993712" cy="1005521"/>
            </a:xfrm>
            <a:prstGeom prst="rect">
              <a:avLst/>
            </a:prstGeom>
          </p:spPr>
        </p:pic>
        <p:pic>
          <p:nvPicPr>
            <p:cNvPr id="250" name="Graphique 249" descr="Mur de briques en construction avec un remplissage uni">
              <a:extLst>
                <a:ext uri="{FF2B5EF4-FFF2-40B4-BE49-F238E27FC236}">
                  <a16:creationId xmlns:a16="http://schemas.microsoft.com/office/drawing/2014/main" id="{4DA4D23A-5BF4-40FF-8A44-BB87426AF1B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flipH="1">
              <a:off x="7150179" y="4248794"/>
              <a:ext cx="993712" cy="1005521"/>
            </a:xfrm>
            <a:prstGeom prst="rect">
              <a:avLst/>
            </a:prstGeom>
          </p:spPr>
        </p:pic>
        <p:pic>
          <p:nvPicPr>
            <p:cNvPr id="251" name="Graphique 250" descr="Mur de briques en construction avec un remplissage uni">
              <a:extLst>
                <a:ext uri="{FF2B5EF4-FFF2-40B4-BE49-F238E27FC236}">
                  <a16:creationId xmlns:a16="http://schemas.microsoft.com/office/drawing/2014/main" id="{2734F6DB-BBC3-4B7D-BE4E-08A62338D7E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6192810" y="5310114"/>
              <a:ext cx="993712" cy="1005521"/>
            </a:xfrm>
            <a:prstGeom prst="rect">
              <a:avLst/>
            </a:prstGeom>
          </p:spPr>
        </p:pic>
      </p:grpSp>
      <p:sp>
        <p:nvSpPr>
          <p:cNvPr id="252" name="Espace réservé du contenu 2">
            <a:extLst>
              <a:ext uri="{FF2B5EF4-FFF2-40B4-BE49-F238E27FC236}">
                <a16:creationId xmlns:a16="http://schemas.microsoft.com/office/drawing/2014/main" id="{42BAE5F9-7E7E-4181-89CE-3D9C5DC880A7}"/>
              </a:ext>
            </a:extLst>
          </p:cNvPr>
          <p:cNvSpPr>
            <a:spLocks noGrp="1"/>
          </p:cNvSpPr>
          <p:nvPr>
            <p:ph idx="1"/>
          </p:nvPr>
        </p:nvSpPr>
        <p:spPr>
          <a:xfrm>
            <a:off x="838200" y="1825625"/>
            <a:ext cx="4396757" cy="4351338"/>
          </a:xfrm>
        </p:spPr>
        <p:txBody>
          <a:bodyPr>
            <a:normAutofit fontScale="62500" lnSpcReduction="20000"/>
          </a:bodyPr>
          <a:lstStyle/>
          <a:p>
            <a:r>
              <a:rPr lang="en-US" dirty="0"/>
              <a:t>Founding a Community often requires motivation, energy, skills, resources, network.</a:t>
            </a:r>
          </a:p>
          <a:p>
            <a:endParaRPr lang="en-US" dirty="0"/>
          </a:p>
          <a:p>
            <a:r>
              <a:rPr lang="en-US" dirty="0"/>
              <a:t>Community Founders who can picture </a:t>
            </a:r>
            <a:r>
              <a:rPr lang="en-US" b="1" dirty="0">
                <a:solidFill>
                  <a:srgbClr val="0683AA"/>
                </a:solidFill>
              </a:rPr>
              <a:t>their own individual contribution </a:t>
            </a:r>
            <a:r>
              <a:rPr lang="en-US" dirty="0"/>
              <a:t>are more likely to engage (even if unequally) and appreciate each other.</a:t>
            </a:r>
          </a:p>
          <a:p>
            <a:endParaRPr lang="en-US" dirty="0"/>
          </a:p>
          <a:p>
            <a:r>
              <a:rPr lang="en-US" dirty="0"/>
              <a:t>Discussing </a:t>
            </a:r>
            <a:r>
              <a:rPr lang="en-US" b="1" dirty="0">
                <a:solidFill>
                  <a:srgbClr val="ED7D31"/>
                </a:solidFill>
              </a:rPr>
              <a:t>first opportunities of combining contributions </a:t>
            </a:r>
            <a:r>
              <a:rPr lang="en-US" dirty="0"/>
              <a:t>can help imagine activities.</a:t>
            </a:r>
          </a:p>
          <a:p>
            <a:endParaRPr lang="en-US" dirty="0"/>
          </a:p>
          <a:p>
            <a:r>
              <a:rPr lang="en-US" dirty="0"/>
              <a:t>A community can often do together what individuals alone can’t. </a:t>
            </a:r>
            <a:r>
              <a:rPr lang="en-US" b="1" dirty="0">
                <a:solidFill>
                  <a:srgbClr val="0683AA"/>
                </a:solidFill>
              </a:rPr>
              <a:t>Understanding the difference of possibilities </a:t>
            </a:r>
            <a:r>
              <a:rPr lang="en-US" dirty="0"/>
              <a:t>and focus on collective strength can increase engagement.</a:t>
            </a:r>
          </a:p>
        </p:txBody>
      </p:sp>
    </p:spTree>
    <p:extLst>
      <p:ext uri="{BB962C8B-B14F-4D97-AF65-F5344CB8AC3E}">
        <p14:creationId xmlns:p14="http://schemas.microsoft.com/office/powerpoint/2010/main" val="2607133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rmAutofit fontScale="90000"/>
          </a:bodyPr>
          <a:lstStyle/>
          <a:p>
            <a:r>
              <a:rPr lang="en-US" dirty="0"/>
              <a:t>Why US ?</a:t>
            </a:r>
            <a:br>
              <a:rPr lang="en-US" dirty="0"/>
            </a:br>
            <a:r>
              <a:rPr lang="en-US" dirty="0"/>
              <a:t>House of contribution (visual workshop version)</a:t>
            </a:r>
          </a:p>
        </p:txBody>
      </p:sp>
      <p:sp>
        <p:nvSpPr>
          <p:cNvPr id="48" name="ZoneTexte 47">
            <a:extLst>
              <a:ext uri="{FF2B5EF4-FFF2-40B4-BE49-F238E27FC236}">
                <a16:creationId xmlns:a16="http://schemas.microsoft.com/office/drawing/2014/main" id="{3342C862-0507-44EC-BE7E-B1D8E38192A5}"/>
              </a:ext>
            </a:extLst>
          </p:cNvPr>
          <p:cNvSpPr txBox="1"/>
          <p:nvPr/>
        </p:nvSpPr>
        <p:spPr>
          <a:xfrm>
            <a:off x="383780" y="1358255"/>
            <a:ext cx="4136283" cy="338554"/>
          </a:xfrm>
          <a:prstGeom prst="rect">
            <a:avLst/>
          </a:prstGeom>
          <a:noFill/>
        </p:spPr>
        <p:txBody>
          <a:bodyPr wrap="square">
            <a:spAutoFit/>
          </a:bodyPr>
          <a:lstStyle/>
          <a:p>
            <a:pPr algn="ctr"/>
            <a:r>
              <a:rPr lang="en-US" sz="1600" b="1" i="1" dirty="0"/>
              <a:t>What everyone can start bringing for the goal</a:t>
            </a:r>
          </a:p>
        </p:txBody>
      </p:sp>
      <p:sp>
        <p:nvSpPr>
          <p:cNvPr id="49" name="ZoneTexte 48">
            <a:extLst>
              <a:ext uri="{FF2B5EF4-FFF2-40B4-BE49-F238E27FC236}">
                <a16:creationId xmlns:a16="http://schemas.microsoft.com/office/drawing/2014/main" id="{13C61C05-6FCE-4C2F-B888-2189F503860F}"/>
              </a:ext>
            </a:extLst>
          </p:cNvPr>
          <p:cNvSpPr txBox="1"/>
          <p:nvPr/>
        </p:nvSpPr>
        <p:spPr>
          <a:xfrm>
            <a:off x="5804381" y="1365741"/>
            <a:ext cx="2258641" cy="584775"/>
          </a:xfrm>
          <a:prstGeom prst="rect">
            <a:avLst/>
          </a:prstGeom>
          <a:noFill/>
        </p:spPr>
        <p:txBody>
          <a:bodyPr wrap="square">
            <a:spAutoFit/>
          </a:bodyPr>
          <a:lstStyle/>
          <a:p>
            <a:pPr algn="ctr"/>
            <a:r>
              <a:rPr lang="en-US" sz="1600" b="1" i="1" dirty="0"/>
              <a:t>First Ideas of combined contributions</a:t>
            </a:r>
          </a:p>
        </p:txBody>
      </p:sp>
      <p:sp>
        <p:nvSpPr>
          <p:cNvPr id="52" name="ZoneTexte 51">
            <a:extLst>
              <a:ext uri="{FF2B5EF4-FFF2-40B4-BE49-F238E27FC236}">
                <a16:creationId xmlns:a16="http://schemas.microsoft.com/office/drawing/2014/main" id="{F7A9D8FC-D848-4D9F-91E9-9318A289E46D}"/>
              </a:ext>
            </a:extLst>
          </p:cNvPr>
          <p:cNvSpPr txBox="1"/>
          <p:nvPr/>
        </p:nvSpPr>
        <p:spPr>
          <a:xfrm>
            <a:off x="9738227" y="1361321"/>
            <a:ext cx="2258641" cy="830997"/>
          </a:xfrm>
          <a:prstGeom prst="rect">
            <a:avLst/>
          </a:prstGeom>
          <a:noFill/>
        </p:spPr>
        <p:txBody>
          <a:bodyPr wrap="square">
            <a:spAutoFit/>
          </a:bodyPr>
          <a:lstStyle/>
          <a:p>
            <a:pPr algn="ctr"/>
            <a:r>
              <a:rPr lang="en-US" sz="1600" b="1" i="1" dirty="0"/>
              <a:t>Successes that we could not reach as scattered individuals</a:t>
            </a:r>
          </a:p>
        </p:txBody>
      </p:sp>
      <p:grpSp>
        <p:nvGrpSpPr>
          <p:cNvPr id="55" name="Groupe 54">
            <a:extLst>
              <a:ext uri="{FF2B5EF4-FFF2-40B4-BE49-F238E27FC236}">
                <a16:creationId xmlns:a16="http://schemas.microsoft.com/office/drawing/2014/main" id="{26EBE82C-A9CF-44DD-A535-F92283AA2649}"/>
              </a:ext>
            </a:extLst>
          </p:cNvPr>
          <p:cNvGrpSpPr/>
          <p:nvPr/>
        </p:nvGrpSpPr>
        <p:grpSpPr>
          <a:xfrm>
            <a:off x="2609577" y="1563591"/>
            <a:ext cx="1467257" cy="1169474"/>
            <a:chOff x="2609577" y="1563591"/>
            <a:chExt cx="1467257" cy="1169474"/>
          </a:xfrm>
        </p:grpSpPr>
        <p:grpSp>
          <p:nvGrpSpPr>
            <p:cNvPr id="42" name="Groupe 41">
              <a:extLst>
                <a:ext uri="{FF2B5EF4-FFF2-40B4-BE49-F238E27FC236}">
                  <a16:creationId xmlns:a16="http://schemas.microsoft.com/office/drawing/2014/main" id="{355A2826-D35C-4355-8D6F-CA811352584A}"/>
                </a:ext>
              </a:extLst>
            </p:cNvPr>
            <p:cNvGrpSpPr/>
            <p:nvPr/>
          </p:nvGrpSpPr>
          <p:grpSpPr>
            <a:xfrm>
              <a:off x="2609577" y="1563591"/>
              <a:ext cx="1412109" cy="1169474"/>
              <a:chOff x="2645545" y="3994190"/>
              <a:chExt cx="1412109" cy="1169474"/>
            </a:xfrm>
          </p:grpSpPr>
          <p:pic>
            <p:nvPicPr>
              <p:cNvPr id="43" name="Graphique 42" descr="Diable avec un remplissage uni">
                <a:extLst>
                  <a:ext uri="{FF2B5EF4-FFF2-40B4-BE49-F238E27FC236}">
                    <a16:creationId xmlns:a16="http://schemas.microsoft.com/office/drawing/2014/main" id="{8244A6A4-C5E1-4062-A01E-7F8B5AD111C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4" name="Graphique 43" descr="Base-ball avec un remplissage uni">
                <a:extLst>
                  <a:ext uri="{FF2B5EF4-FFF2-40B4-BE49-F238E27FC236}">
                    <a16:creationId xmlns:a16="http://schemas.microsoft.com/office/drawing/2014/main" id="{5C12E74D-1A36-40E7-8099-519692F521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5" name="Rectangle 44">
                <a:extLst>
                  <a:ext uri="{FF2B5EF4-FFF2-40B4-BE49-F238E27FC236}">
                    <a16:creationId xmlns:a16="http://schemas.microsoft.com/office/drawing/2014/main" id="{1AFD5C9D-8C2F-4199-9991-CDDA10264D43}"/>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4" name="Graphique 53" descr="Boîte à archives avec un remplissage uni">
              <a:extLst>
                <a:ext uri="{FF2B5EF4-FFF2-40B4-BE49-F238E27FC236}">
                  <a16:creationId xmlns:a16="http://schemas.microsoft.com/office/drawing/2014/main" id="{78459876-A327-48F8-A172-A2B68D6C0D8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0" name="Groupe 79">
            <a:extLst>
              <a:ext uri="{FF2B5EF4-FFF2-40B4-BE49-F238E27FC236}">
                <a16:creationId xmlns:a16="http://schemas.microsoft.com/office/drawing/2014/main" id="{C5C2CD00-8B2B-4B4C-A81E-8B0F1CACDA4D}"/>
              </a:ext>
            </a:extLst>
          </p:cNvPr>
          <p:cNvGrpSpPr/>
          <p:nvPr/>
        </p:nvGrpSpPr>
        <p:grpSpPr>
          <a:xfrm>
            <a:off x="2907742" y="4287731"/>
            <a:ext cx="1467257" cy="1169474"/>
            <a:chOff x="2609577" y="1563591"/>
            <a:chExt cx="1467257" cy="1169474"/>
          </a:xfrm>
        </p:grpSpPr>
        <p:grpSp>
          <p:nvGrpSpPr>
            <p:cNvPr id="81" name="Groupe 80">
              <a:extLst>
                <a:ext uri="{FF2B5EF4-FFF2-40B4-BE49-F238E27FC236}">
                  <a16:creationId xmlns:a16="http://schemas.microsoft.com/office/drawing/2014/main" id="{F3CC8DA8-B904-4687-9A23-3C4BA94E2FDE}"/>
                </a:ext>
              </a:extLst>
            </p:cNvPr>
            <p:cNvGrpSpPr/>
            <p:nvPr/>
          </p:nvGrpSpPr>
          <p:grpSpPr>
            <a:xfrm>
              <a:off x="2609577" y="1563591"/>
              <a:ext cx="1412109" cy="1169474"/>
              <a:chOff x="2645545" y="3994190"/>
              <a:chExt cx="1412109" cy="1169474"/>
            </a:xfrm>
          </p:grpSpPr>
          <p:pic>
            <p:nvPicPr>
              <p:cNvPr id="83" name="Graphique 82" descr="Diable avec un remplissage uni">
                <a:extLst>
                  <a:ext uri="{FF2B5EF4-FFF2-40B4-BE49-F238E27FC236}">
                    <a16:creationId xmlns:a16="http://schemas.microsoft.com/office/drawing/2014/main" id="{AF514076-F83A-4A89-ABCF-58AD67E4B4A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84" name="Graphique 83" descr="Base-ball avec un remplissage uni">
                <a:extLst>
                  <a:ext uri="{FF2B5EF4-FFF2-40B4-BE49-F238E27FC236}">
                    <a16:creationId xmlns:a16="http://schemas.microsoft.com/office/drawing/2014/main" id="{A04ED57F-AFFD-409B-8C24-D22B629FC4A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85" name="Rectangle 84">
                <a:extLst>
                  <a:ext uri="{FF2B5EF4-FFF2-40B4-BE49-F238E27FC236}">
                    <a16:creationId xmlns:a16="http://schemas.microsoft.com/office/drawing/2014/main" id="{C91B5379-3E46-4A37-B2D6-C4F3CD53700B}"/>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2" name="Graphique 81" descr="Boîte à archives avec un remplissage uni">
              <a:extLst>
                <a:ext uri="{FF2B5EF4-FFF2-40B4-BE49-F238E27FC236}">
                  <a16:creationId xmlns:a16="http://schemas.microsoft.com/office/drawing/2014/main" id="{DA1A851F-C5EF-43C9-A0B3-7187DBCFD40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6" name="Groupe 85">
            <a:extLst>
              <a:ext uri="{FF2B5EF4-FFF2-40B4-BE49-F238E27FC236}">
                <a16:creationId xmlns:a16="http://schemas.microsoft.com/office/drawing/2014/main" id="{2866E67F-F311-4588-B703-8A697368E469}"/>
              </a:ext>
            </a:extLst>
          </p:cNvPr>
          <p:cNvGrpSpPr/>
          <p:nvPr/>
        </p:nvGrpSpPr>
        <p:grpSpPr>
          <a:xfrm>
            <a:off x="2547542" y="5603914"/>
            <a:ext cx="1467257" cy="1169474"/>
            <a:chOff x="2609577" y="1563591"/>
            <a:chExt cx="1467257" cy="1169474"/>
          </a:xfrm>
        </p:grpSpPr>
        <p:grpSp>
          <p:nvGrpSpPr>
            <p:cNvPr id="87" name="Groupe 86">
              <a:extLst>
                <a:ext uri="{FF2B5EF4-FFF2-40B4-BE49-F238E27FC236}">
                  <a16:creationId xmlns:a16="http://schemas.microsoft.com/office/drawing/2014/main" id="{F451FCE1-F2B0-484F-A08F-2CB7D2FEC9EC}"/>
                </a:ext>
              </a:extLst>
            </p:cNvPr>
            <p:cNvGrpSpPr/>
            <p:nvPr/>
          </p:nvGrpSpPr>
          <p:grpSpPr>
            <a:xfrm>
              <a:off x="2609577" y="1563591"/>
              <a:ext cx="1412109" cy="1169474"/>
              <a:chOff x="2645545" y="3994190"/>
              <a:chExt cx="1412109" cy="1169474"/>
            </a:xfrm>
          </p:grpSpPr>
          <p:pic>
            <p:nvPicPr>
              <p:cNvPr id="89" name="Graphique 88" descr="Diable avec un remplissage uni">
                <a:extLst>
                  <a:ext uri="{FF2B5EF4-FFF2-40B4-BE49-F238E27FC236}">
                    <a16:creationId xmlns:a16="http://schemas.microsoft.com/office/drawing/2014/main" id="{9F087DA0-B39B-45CC-B709-2E92EC9B9C5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0" name="Graphique 89" descr="Base-ball avec un remplissage uni">
                <a:extLst>
                  <a:ext uri="{FF2B5EF4-FFF2-40B4-BE49-F238E27FC236}">
                    <a16:creationId xmlns:a16="http://schemas.microsoft.com/office/drawing/2014/main" id="{E0377BB5-85CB-4162-B1DD-0EDAEE890DD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1" name="Rectangle 90">
                <a:extLst>
                  <a:ext uri="{FF2B5EF4-FFF2-40B4-BE49-F238E27FC236}">
                    <a16:creationId xmlns:a16="http://schemas.microsoft.com/office/drawing/2014/main" id="{F7F87CA6-C82F-4A7C-810C-6966E88C7137}"/>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8" name="Graphique 87" descr="Boîte à archives avec un remplissage uni">
              <a:extLst>
                <a:ext uri="{FF2B5EF4-FFF2-40B4-BE49-F238E27FC236}">
                  <a16:creationId xmlns:a16="http://schemas.microsoft.com/office/drawing/2014/main" id="{D1F7AED6-42D3-4C34-9625-A3D14E52FB4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92" name="Groupe 91">
            <a:extLst>
              <a:ext uri="{FF2B5EF4-FFF2-40B4-BE49-F238E27FC236}">
                <a16:creationId xmlns:a16="http://schemas.microsoft.com/office/drawing/2014/main" id="{68F73D70-3EBC-4AF5-9B49-5677BCD0692C}"/>
              </a:ext>
            </a:extLst>
          </p:cNvPr>
          <p:cNvGrpSpPr/>
          <p:nvPr/>
        </p:nvGrpSpPr>
        <p:grpSpPr>
          <a:xfrm>
            <a:off x="1098866" y="4806407"/>
            <a:ext cx="1467257" cy="1169474"/>
            <a:chOff x="2609577" y="1563591"/>
            <a:chExt cx="1467257" cy="1169474"/>
          </a:xfrm>
        </p:grpSpPr>
        <p:grpSp>
          <p:nvGrpSpPr>
            <p:cNvPr id="93" name="Groupe 92">
              <a:extLst>
                <a:ext uri="{FF2B5EF4-FFF2-40B4-BE49-F238E27FC236}">
                  <a16:creationId xmlns:a16="http://schemas.microsoft.com/office/drawing/2014/main" id="{34ECD60C-FED1-40EC-86AE-5BD2ADB1B80E}"/>
                </a:ext>
              </a:extLst>
            </p:cNvPr>
            <p:cNvGrpSpPr/>
            <p:nvPr/>
          </p:nvGrpSpPr>
          <p:grpSpPr>
            <a:xfrm>
              <a:off x="2609577" y="1563591"/>
              <a:ext cx="1412109" cy="1169474"/>
              <a:chOff x="2645545" y="3994190"/>
              <a:chExt cx="1412109" cy="1169474"/>
            </a:xfrm>
          </p:grpSpPr>
          <p:pic>
            <p:nvPicPr>
              <p:cNvPr id="95" name="Graphique 94" descr="Diable avec un remplissage uni">
                <a:extLst>
                  <a:ext uri="{FF2B5EF4-FFF2-40B4-BE49-F238E27FC236}">
                    <a16:creationId xmlns:a16="http://schemas.microsoft.com/office/drawing/2014/main" id="{70B2987C-0D9D-4AC6-8F1B-8EBBCD3A3FC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6" name="Graphique 95" descr="Base-ball avec un remplissage uni">
                <a:extLst>
                  <a:ext uri="{FF2B5EF4-FFF2-40B4-BE49-F238E27FC236}">
                    <a16:creationId xmlns:a16="http://schemas.microsoft.com/office/drawing/2014/main" id="{15C99CA0-E99E-4FC2-A1F6-3BF87723B0B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7" name="Rectangle 96">
                <a:extLst>
                  <a:ext uri="{FF2B5EF4-FFF2-40B4-BE49-F238E27FC236}">
                    <a16:creationId xmlns:a16="http://schemas.microsoft.com/office/drawing/2014/main" id="{8E1C9C35-8E8A-45E1-93BD-7C1B2D3A73AE}"/>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4" name="Graphique 93" descr="Boîte à archives avec un remplissage uni">
              <a:extLst>
                <a:ext uri="{FF2B5EF4-FFF2-40B4-BE49-F238E27FC236}">
                  <a16:creationId xmlns:a16="http://schemas.microsoft.com/office/drawing/2014/main" id="{6F9288F9-231B-409D-90E8-A93108A86BC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106" name="Groupe 105">
            <a:extLst>
              <a:ext uri="{FF2B5EF4-FFF2-40B4-BE49-F238E27FC236}">
                <a16:creationId xmlns:a16="http://schemas.microsoft.com/office/drawing/2014/main" id="{13B2CE95-C8C7-4A5C-92F1-EC2A4420DB71}"/>
              </a:ext>
            </a:extLst>
          </p:cNvPr>
          <p:cNvGrpSpPr/>
          <p:nvPr/>
        </p:nvGrpSpPr>
        <p:grpSpPr>
          <a:xfrm flipH="1">
            <a:off x="5650743" y="2263842"/>
            <a:ext cx="1093937" cy="1165158"/>
            <a:chOff x="1680627" y="1783722"/>
            <a:chExt cx="1331514" cy="1331514"/>
          </a:xfrm>
        </p:grpSpPr>
        <p:pic>
          <p:nvPicPr>
            <p:cNvPr id="179" name="Graphique 178" descr="Mur de briques en construction avec un remplissage uni">
              <a:extLst>
                <a:ext uri="{FF2B5EF4-FFF2-40B4-BE49-F238E27FC236}">
                  <a16:creationId xmlns:a16="http://schemas.microsoft.com/office/drawing/2014/main" id="{13F6B018-6351-4C3D-852E-8A5F57E1A2E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180" name="Rectangle 179">
              <a:extLst>
                <a:ext uri="{FF2B5EF4-FFF2-40B4-BE49-F238E27FC236}">
                  <a16:creationId xmlns:a16="http://schemas.microsoft.com/office/drawing/2014/main" id="{20453177-74D5-4E14-8160-B24A3B16BED5}"/>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180">
              <a:extLst>
                <a:ext uri="{FF2B5EF4-FFF2-40B4-BE49-F238E27FC236}">
                  <a16:creationId xmlns:a16="http://schemas.microsoft.com/office/drawing/2014/main" id="{608979AE-BCF6-4155-9BB1-95B5C1F1340E}"/>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2" name="Rectangle 181">
              <a:extLst>
                <a:ext uri="{FF2B5EF4-FFF2-40B4-BE49-F238E27FC236}">
                  <a16:creationId xmlns:a16="http://schemas.microsoft.com/office/drawing/2014/main" id="{02C316F3-CA2B-4EA0-AF38-F8DAC5FBC24E}"/>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3" name="Rectangle 182">
              <a:extLst>
                <a:ext uri="{FF2B5EF4-FFF2-40B4-BE49-F238E27FC236}">
                  <a16:creationId xmlns:a16="http://schemas.microsoft.com/office/drawing/2014/main" id="{BA80DE65-F676-4621-A539-AB4D3597716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Rectangle 183">
              <a:extLst>
                <a:ext uri="{FF2B5EF4-FFF2-40B4-BE49-F238E27FC236}">
                  <a16:creationId xmlns:a16="http://schemas.microsoft.com/office/drawing/2014/main" id="{29BF593B-0BA1-4BDC-80A3-7FA615968603}"/>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5" name="Rectangle 184">
              <a:extLst>
                <a:ext uri="{FF2B5EF4-FFF2-40B4-BE49-F238E27FC236}">
                  <a16:creationId xmlns:a16="http://schemas.microsoft.com/office/drawing/2014/main" id="{0D5BE12D-03C5-4DD0-BF71-89429BA75C97}"/>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6" name="Rectangle 185">
              <a:extLst>
                <a:ext uri="{FF2B5EF4-FFF2-40B4-BE49-F238E27FC236}">
                  <a16:creationId xmlns:a16="http://schemas.microsoft.com/office/drawing/2014/main" id="{0681DF30-CC73-4F27-891A-7FD462F2AC3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7" name="Rectangle 186">
              <a:extLst>
                <a:ext uri="{FF2B5EF4-FFF2-40B4-BE49-F238E27FC236}">
                  <a16:creationId xmlns:a16="http://schemas.microsoft.com/office/drawing/2014/main" id="{1EA142A9-06C7-46C4-9582-20D260698656}"/>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8" name="Rectangle 187">
              <a:extLst>
                <a:ext uri="{FF2B5EF4-FFF2-40B4-BE49-F238E27FC236}">
                  <a16:creationId xmlns:a16="http://schemas.microsoft.com/office/drawing/2014/main" id="{244F9E9F-C7C5-4A31-9D4A-89EBDC670E72}"/>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9" name="Rectangle 188">
              <a:extLst>
                <a:ext uri="{FF2B5EF4-FFF2-40B4-BE49-F238E27FC236}">
                  <a16:creationId xmlns:a16="http://schemas.microsoft.com/office/drawing/2014/main" id="{AB653C7E-B238-43C1-8F70-E3DA990C935B}"/>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0" name="Rectangle 189">
              <a:extLst>
                <a:ext uri="{FF2B5EF4-FFF2-40B4-BE49-F238E27FC236}">
                  <a16:creationId xmlns:a16="http://schemas.microsoft.com/office/drawing/2014/main" id="{49030794-D3C4-4CEB-8EE3-A4746FE26978}"/>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1" name="Rectangle 190">
              <a:extLst>
                <a:ext uri="{FF2B5EF4-FFF2-40B4-BE49-F238E27FC236}">
                  <a16:creationId xmlns:a16="http://schemas.microsoft.com/office/drawing/2014/main" id="{F8C415E8-93A8-4681-879B-8FFEF4578AD1}"/>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 name="Groupe 5">
            <a:extLst>
              <a:ext uri="{FF2B5EF4-FFF2-40B4-BE49-F238E27FC236}">
                <a16:creationId xmlns:a16="http://schemas.microsoft.com/office/drawing/2014/main" id="{5FB41C06-1F54-4F63-8814-51F4614A43BD}"/>
              </a:ext>
            </a:extLst>
          </p:cNvPr>
          <p:cNvGrpSpPr/>
          <p:nvPr/>
        </p:nvGrpSpPr>
        <p:grpSpPr>
          <a:xfrm>
            <a:off x="875862" y="1893808"/>
            <a:ext cx="1383385" cy="1242096"/>
            <a:chOff x="5247267" y="8072371"/>
            <a:chExt cx="817082" cy="733631"/>
          </a:xfrm>
        </p:grpSpPr>
        <p:grpSp>
          <p:nvGrpSpPr>
            <p:cNvPr id="105" name="Groupe 104">
              <a:extLst>
                <a:ext uri="{FF2B5EF4-FFF2-40B4-BE49-F238E27FC236}">
                  <a16:creationId xmlns:a16="http://schemas.microsoft.com/office/drawing/2014/main" id="{C0F240FA-5C73-4FB1-8941-6BE1105F18DB}"/>
                </a:ext>
              </a:extLst>
            </p:cNvPr>
            <p:cNvGrpSpPr/>
            <p:nvPr/>
          </p:nvGrpSpPr>
          <p:grpSpPr>
            <a:xfrm>
              <a:off x="5247267" y="8117813"/>
              <a:ext cx="817082" cy="688189"/>
              <a:chOff x="3890963" y="2438774"/>
              <a:chExt cx="1085661" cy="914400"/>
            </a:xfrm>
          </p:grpSpPr>
          <p:pic>
            <p:nvPicPr>
              <p:cNvPr id="192" name="Graphique 191" descr="Culturiste avec un remplissage uni">
                <a:extLst>
                  <a:ext uri="{FF2B5EF4-FFF2-40B4-BE49-F238E27FC236}">
                    <a16:creationId xmlns:a16="http://schemas.microsoft.com/office/drawing/2014/main" id="{76A45FC6-5C96-49A8-AC35-BC18F11D6CB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3" name="Rectangle 192">
                <a:extLst>
                  <a:ext uri="{FF2B5EF4-FFF2-40B4-BE49-F238E27FC236}">
                    <a16:creationId xmlns:a16="http://schemas.microsoft.com/office/drawing/2014/main" id="{CB8D01E4-F3DD-439C-927A-661004280E40}"/>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4" name="Rectangle 193">
                <a:extLst>
                  <a:ext uri="{FF2B5EF4-FFF2-40B4-BE49-F238E27FC236}">
                    <a16:creationId xmlns:a16="http://schemas.microsoft.com/office/drawing/2014/main" id="{8232BE64-879E-4932-8F1C-EBC70379A39D}"/>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07" name="Rectangle 106">
              <a:extLst>
                <a:ext uri="{FF2B5EF4-FFF2-40B4-BE49-F238E27FC236}">
                  <a16:creationId xmlns:a16="http://schemas.microsoft.com/office/drawing/2014/main" id="{9BF03B67-30A6-425A-9D7A-E2238247F21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09" name="Groupe 108">
            <a:extLst>
              <a:ext uri="{FF2B5EF4-FFF2-40B4-BE49-F238E27FC236}">
                <a16:creationId xmlns:a16="http://schemas.microsoft.com/office/drawing/2014/main" id="{35A820B9-71C1-40B2-949A-BA546FD0C884}"/>
              </a:ext>
            </a:extLst>
          </p:cNvPr>
          <p:cNvGrpSpPr/>
          <p:nvPr/>
        </p:nvGrpSpPr>
        <p:grpSpPr>
          <a:xfrm flipH="1">
            <a:off x="648773" y="3490364"/>
            <a:ext cx="627050" cy="1144490"/>
            <a:chOff x="5134003" y="2196472"/>
            <a:chExt cx="563254" cy="1156702"/>
          </a:xfrm>
        </p:grpSpPr>
        <p:pic>
          <p:nvPicPr>
            <p:cNvPr id="175" name="Graphique 174" descr="Réussite du groupe avec un remplissage uni">
              <a:extLst>
                <a:ext uri="{FF2B5EF4-FFF2-40B4-BE49-F238E27FC236}">
                  <a16:creationId xmlns:a16="http://schemas.microsoft.com/office/drawing/2014/main" id="{BE19C2B3-0721-44D3-8CD1-48D9E0F7C05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76" name="Rectangle 175">
              <a:extLst>
                <a:ext uri="{FF2B5EF4-FFF2-40B4-BE49-F238E27FC236}">
                  <a16:creationId xmlns:a16="http://schemas.microsoft.com/office/drawing/2014/main" id="{FA4C0BA6-2A92-40FD-9077-52FC594CF4A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7" name="Groupe 6">
            <a:extLst>
              <a:ext uri="{FF2B5EF4-FFF2-40B4-BE49-F238E27FC236}">
                <a16:creationId xmlns:a16="http://schemas.microsoft.com/office/drawing/2014/main" id="{36F23E62-E00E-4089-9506-DDF4061A25F6}"/>
              </a:ext>
            </a:extLst>
          </p:cNvPr>
          <p:cNvGrpSpPr/>
          <p:nvPr/>
        </p:nvGrpSpPr>
        <p:grpSpPr>
          <a:xfrm>
            <a:off x="9653107" y="2807835"/>
            <a:ext cx="2332408" cy="2332408"/>
            <a:chOff x="9835911" y="2807662"/>
            <a:chExt cx="1796250" cy="1796250"/>
          </a:xfrm>
        </p:grpSpPr>
        <p:pic>
          <p:nvPicPr>
            <p:cNvPr id="104" name="Graphique 103" descr="Cathédrale avec un remplissage uni">
              <a:extLst>
                <a:ext uri="{FF2B5EF4-FFF2-40B4-BE49-F238E27FC236}">
                  <a16:creationId xmlns:a16="http://schemas.microsoft.com/office/drawing/2014/main" id="{E59C6277-AA1A-4489-91DF-5BA7B244261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113" name="Rectangle 112">
              <a:extLst>
                <a:ext uri="{FF2B5EF4-FFF2-40B4-BE49-F238E27FC236}">
                  <a16:creationId xmlns:a16="http://schemas.microsoft.com/office/drawing/2014/main" id="{31970C2C-4382-4D6F-ADF6-471972759529}"/>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13">
              <a:extLst>
                <a:ext uri="{FF2B5EF4-FFF2-40B4-BE49-F238E27FC236}">
                  <a16:creationId xmlns:a16="http://schemas.microsoft.com/office/drawing/2014/main" id="{D5D40D35-3B33-472C-BB36-27310377B46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14">
              <a:extLst>
                <a:ext uri="{FF2B5EF4-FFF2-40B4-BE49-F238E27FC236}">
                  <a16:creationId xmlns:a16="http://schemas.microsoft.com/office/drawing/2014/main" id="{0DF1613C-64EF-4B26-B600-36E33E288236}"/>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DD222A77-3CAA-44FC-8012-A0B8E33C44DB}"/>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0A42DEAE-71FB-4AC0-A235-6D8A7C681B9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17">
              <a:extLst>
                <a:ext uri="{FF2B5EF4-FFF2-40B4-BE49-F238E27FC236}">
                  <a16:creationId xmlns:a16="http://schemas.microsoft.com/office/drawing/2014/main" id="{7E7C3645-4EB6-42D8-8D16-A4131BD9553A}"/>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18">
              <a:extLst>
                <a:ext uri="{FF2B5EF4-FFF2-40B4-BE49-F238E27FC236}">
                  <a16:creationId xmlns:a16="http://schemas.microsoft.com/office/drawing/2014/main" id="{B2E68E23-64DB-4588-97BF-38D7F767E1B0}"/>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19">
              <a:extLst>
                <a:ext uri="{FF2B5EF4-FFF2-40B4-BE49-F238E27FC236}">
                  <a16:creationId xmlns:a16="http://schemas.microsoft.com/office/drawing/2014/main" id="{C0E89C3C-47BB-4FA0-8A5A-42149CC65920}"/>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20">
              <a:extLst>
                <a:ext uri="{FF2B5EF4-FFF2-40B4-BE49-F238E27FC236}">
                  <a16:creationId xmlns:a16="http://schemas.microsoft.com/office/drawing/2014/main" id="{609A3087-8282-4996-900F-0E7A07C3D6AE}"/>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21">
              <a:extLst>
                <a:ext uri="{FF2B5EF4-FFF2-40B4-BE49-F238E27FC236}">
                  <a16:creationId xmlns:a16="http://schemas.microsoft.com/office/drawing/2014/main" id="{B19A238C-F0C2-4B75-8E5F-4F1F2916275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22">
              <a:extLst>
                <a:ext uri="{FF2B5EF4-FFF2-40B4-BE49-F238E27FC236}">
                  <a16:creationId xmlns:a16="http://schemas.microsoft.com/office/drawing/2014/main" id="{C2ADAAE2-FB7B-4FC2-907C-FFC0835BCD6D}"/>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23">
              <a:extLst>
                <a:ext uri="{FF2B5EF4-FFF2-40B4-BE49-F238E27FC236}">
                  <a16:creationId xmlns:a16="http://schemas.microsoft.com/office/drawing/2014/main" id="{78EFB23D-18AD-4B60-9D20-CC94500410AB}"/>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24">
              <a:extLst>
                <a:ext uri="{FF2B5EF4-FFF2-40B4-BE49-F238E27FC236}">
                  <a16:creationId xmlns:a16="http://schemas.microsoft.com/office/drawing/2014/main" id="{A1F4E50B-79C5-45CA-A04D-3B8F9282A53E}"/>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25">
              <a:extLst>
                <a:ext uri="{FF2B5EF4-FFF2-40B4-BE49-F238E27FC236}">
                  <a16:creationId xmlns:a16="http://schemas.microsoft.com/office/drawing/2014/main" id="{A7227401-C246-4F70-8233-3B976B59A38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26">
              <a:extLst>
                <a:ext uri="{FF2B5EF4-FFF2-40B4-BE49-F238E27FC236}">
                  <a16:creationId xmlns:a16="http://schemas.microsoft.com/office/drawing/2014/main" id="{D4A1FD11-27D7-4758-8443-A06B09B0075F}"/>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27">
              <a:extLst>
                <a:ext uri="{FF2B5EF4-FFF2-40B4-BE49-F238E27FC236}">
                  <a16:creationId xmlns:a16="http://schemas.microsoft.com/office/drawing/2014/main" id="{D8CF8BBE-A434-41D8-A5A3-FB14CBABB85D}"/>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28">
              <a:extLst>
                <a:ext uri="{FF2B5EF4-FFF2-40B4-BE49-F238E27FC236}">
                  <a16:creationId xmlns:a16="http://schemas.microsoft.com/office/drawing/2014/main" id="{567B45F6-BBAA-46C4-B84D-608C4E3EC488}"/>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Rectangle 129">
              <a:extLst>
                <a:ext uri="{FF2B5EF4-FFF2-40B4-BE49-F238E27FC236}">
                  <a16:creationId xmlns:a16="http://schemas.microsoft.com/office/drawing/2014/main" id="{D2AB2C3A-CE3B-46BF-9284-48F1FA6115DE}"/>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Rectangle 130">
              <a:extLst>
                <a:ext uri="{FF2B5EF4-FFF2-40B4-BE49-F238E27FC236}">
                  <a16:creationId xmlns:a16="http://schemas.microsoft.com/office/drawing/2014/main" id="{D2CF42FA-73FD-4459-8D46-409BFD7D421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Rectangle 131">
              <a:extLst>
                <a:ext uri="{FF2B5EF4-FFF2-40B4-BE49-F238E27FC236}">
                  <a16:creationId xmlns:a16="http://schemas.microsoft.com/office/drawing/2014/main" id="{85A890B8-0AA7-4032-923D-793C195C5CE1}"/>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132">
              <a:extLst>
                <a:ext uri="{FF2B5EF4-FFF2-40B4-BE49-F238E27FC236}">
                  <a16:creationId xmlns:a16="http://schemas.microsoft.com/office/drawing/2014/main" id="{B68FCF4F-73A8-4C2F-8903-418DDF82F2BC}"/>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133">
              <a:extLst>
                <a:ext uri="{FF2B5EF4-FFF2-40B4-BE49-F238E27FC236}">
                  <a16:creationId xmlns:a16="http://schemas.microsoft.com/office/drawing/2014/main" id="{F0D57C8D-6B6E-4732-AFDF-6244C7DA291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31642D44-DD6E-4219-98E8-12D56D81B76A}"/>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3AEFD0B8-EC2D-4AC6-BB11-7415B9B0721F}"/>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0EF8A19B-434C-42F6-B74E-A63EEFA632F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Rectangle 137">
              <a:extLst>
                <a:ext uri="{FF2B5EF4-FFF2-40B4-BE49-F238E27FC236}">
                  <a16:creationId xmlns:a16="http://schemas.microsoft.com/office/drawing/2014/main" id="{5F78E096-1BCA-4266-A5ED-81CB0F17F2D6}"/>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Rectangle 138">
              <a:extLst>
                <a:ext uri="{FF2B5EF4-FFF2-40B4-BE49-F238E27FC236}">
                  <a16:creationId xmlns:a16="http://schemas.microsoft.com/office/drawing/2014/main" id="{55F7BFB3-E97C-4FC1-B2C6-051F488161C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0" name="Rectangle 139">
              <a:extLst>
                <a:ext uri="{FF2B5EF4-FFF2-40B4-BE49-F238E27FC236}">
                  <a16:creationId xmlns:a16="http://schemas.microsoft.com/office/drawing/2014/main" id="{DAFE8FEF-7E38-4DB4-9082-A1C7EEDDBE70}"/>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1" name="Rectangle 140">
              <a:extLst>
                <a:ext uri="{FF2B5EF4-FFF2-40B4-BE49-F238E27FC236}">
                  <a16:creationId xmlns:a16="http://schemas.microsoft.com/office/drawing/2014/main" id="{B37D0C40-53C6-424E-8E04-059941C6C968}"/>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Rectangle 141">
              <a:extLst>
                <a:ext uri="{FF2B5EF4-FFF2-40B4-BE49-F238E27FC236}">
                  <a16:creationId xmlns:a16="http://schemas.microsoft.com/office/drawing/2014/main" id="{4ED4F46F-4771-4F09-B696-AF22CD6311D7}"/>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142">
              <a:extLst>
                <a:ext uri="{FF2B5EF4-FFF2-40B4-BE49-F238E27FC236}">
                  <a16:creationId xmlns:a16="http://schemas.microsoft.com/office/drawing/2014/main" id="{5E33E992-D7D9-4B63-BD88-5D1A2962B63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143">
              <a:extLst>
                <a:ext uri="{FF2B5EF4-FFF2-40B4-BE49-F238E27FC236}">
                  <a16:creationId xmlns:a16="http://schemas.microsoft.com/office/drawing/2014/main" id="{629CB49E-8C2E-4F55-A412-731C7694AF8C}"/>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144">
              <a:extLst>
                <a:ext uri="{FF2B5EF4-FFF2-40B4-BE49-F238E27FC236}">
                  <a16:creationId xmlns:a16="http://schemas.microsoft.com/office/drawing/2014/main" id="{757B551F-863B-47F7-BAC0-34BAADC98CAF}"/>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145">
              <a:extLst>
                <a:ext uri="{FF2B5EF4-FFF2-40B4-BE49-F238E27FC236}">
                  <a16:creationId xmlns:a16="http://schemas.microsoft.com/office/drawing/2014/main" id="{2052CDD7-3222-4885-AB3B-A204ECE1D02D}"/>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146">
              <a:extLst>
                <a:ext uri="{FF2B5EF4-FFF2-40B4-BE49-F238E27FC236}">
                  <a16:creationId xmlns:a16="http://schemas.microsoft.com/office/drawing/2014/main" id="{37956E86-A3B8-485F-A01D-2D7E474715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147">
              <a:extLst>
                <a:ext uri="{FF2B5EF4-FFF2-40B4-BE49-F238E27FC236}">
                  <a16:creationId xmlns:a16="http://schemas.microsoft.com/office/drawing/2014/main" id="{EC20EC68-CA18-401A-81A1-AA7D128BE33E}"/>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Rectangle 148">
              <a:extLst>
                <a:ext uri="{FF2B5EF4-FFF2-40B4-BE49-F238E27FC236}">
                  <a16:creationId xmlns:a16="http://schemas.microsoft.com/office/drawing/2014/main" id="{DB995F29-816A-4234-9DBB-7ABA7501AB1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Rectangle 149">
              <a:extLst>
                <a:ext uri="{FF2B5EF4-FFF2-40B4-BE49-F238E27FC236}">
                  <a16:creationId xmlns:a16="http://schemas.microsoft.com/office/drawing/2014/main" id="{62EF13DB-A7F4-4596-84C8-46D83BAED6D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150">
              <a:extLst>
                <a:ext uri="{FF2B5EF4-FFF2-40B4-BE49-F238E27FC236}">
                  <a16:creationId xmlns:a16="http://schemas.microsoft.com/office/drawing/2014/main" id="{1E4640AC-DC03-4CB7-B5C9-ABE31A2A09D0}"/>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151">
              <a:extLst>
                <a:ext uri="{FF2B5EF4-FFF2-40B4-BE49-F238E27FC236}">
                  <a16:creationId xmlns:a16="http://schemas.microsoft.com/office/drawing/2014/main" id="{32626AC5-B3D7-424D-A014-FD699C3FE5B1}"/>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152">
              <a:extLst>
                <a:ext uri="{FF2B5EF4-FFF2-40B4-BE49-F238E27FC236}">
                  <a16:creationId xmlns:a16="http://schemas.microsoft.com/office/drawing/2014/main" id="{1B1B0FF3-5B8A-47F8-A0F9-B83350A4B0BB}"/>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153">
              <a:extLst>
                <a:ext uri="{FF2B5EF4-FFF2-40B4-BE49-F238E27FC236}">
                  <a16:creationId xmlns:a16="http://schemas.microsoft.com/office/drawing/2014/main" id="{02191479-99DB-4E96-9714-ECB6235F11A8}"/>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Rectangle 154">
              <a:extLst>
                <a:ext uri="{FF2B5EF4-FFF2-40B4-BE49-F238E27FC236}">
                  <a16:creationId xmlns:a16="http://schemas.microsoft.com/office/drawing/2014/main" id="{048E7B28-A528-403F-98ED-B95E8A919AB5}"/>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6" name="Rectangle 155">
              <a:extLst>
                <a:ext uri="{FF2B5EF4-FFF2-40B4-BE49-F238E27FC236}">
                  <a16:creationId xmlns:a16="http://schemas.microsoft.com/office/drawing/2014/main" id="{D7A6A081-56AA-499A-8BC9-E18C8B413A39}"/>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7" name="Rectangle 156">
              <a:extLst>
                <a:ext uri="{FF2B5EF4-FFF2-40B4-BE49-F238E27FC236}">
                  <a16:creationId xmlns:a16="http://schemas.microsoft.com/office/drawing/2014/main" id="{4F231F0F-A33D-4E87-9D2B-3BF68009A99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8" name="Rectangle 157">
              <a:extLst>
                <a:ext uri="{FF2B5EF4-FFF2-40B4-BE49-F238E27FC236}">
                  <a16:creationId xmlns:a16="http://schemas.microsoft.com/office/drawing/2014/main" id="{12AD0196-E4B3-448D-9E50-2EFD8806B691}"/>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9" name="Rectangle 158">
              <a:extLst>
                <a:ext uri="{FF2B5EF4-FFF2-40B4-BE49-F238E27FC236}">
                  <a16:creationId xmlns:a16="http://schemas.microsoft.com/office/drawing/2014/main" id="{DE3B190F-4879-4013-967B-19F696ECCF7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0" name="Rectangle 159">
              <a:extLst>
                <a:ext uri="{FF2B5EF4-FFF2-40B4-BE49-F238E27FC236}">
                  <a16:creationId xmlns:a16="http://schemas.microsoft.com/office/drawing/2014/main" id="{E581297B-DB9C-4165-A5C2-1F94C8EC59D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1" name="Rectangle 160">
              <a:extLst>
                <a:ext uri="{FF2B5EF4-FFF2-40B4-BE49-F238E27FC236}">
                  <a16:creationId xmlns:a16="http://schemas.microsoft.com/office/drawing/2014/main" id="{A480F958-6414-4B6F-9A69-12DADD839CE8}"/>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161">
              <a:extLst>
                <a:ext uri="{FF2B5EF4-FFF2-40B4-BE49-F238E27FC236}">
                  <a16:creationId xmlns:a16="http://schemas.microsoft.com/office/drawing/2014/main" id="{2B4DDC10-9BF6-4B3A-9820-B5C6C91FCED9}"/>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162">
              <a:extLst>
                <a:ext uri="{FF2B5EF4-FFF2-40B4-BE49-F238E27FC236}">
                  <a16:creationId xmlns:a16="http://schemas.microsoft.com/office/drawing/2014/main" id="{A40418D4-A0CC-4146-BD30-95CDF1AD895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163">
              <a:extLst>
                <a:ext uri="{FF2B5EF4-FFF2-40B4-BE49-F238E27FC236}">
                  <a16:creationId xmlns:a16="http://schemas.microsoft.com/office/drawing/2014/main" id="{9948AFD8-F25B-4AD5-AF67-E54303BFAA51}"/>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164">
              <a:extLst>
                <a:ext uri="{FF2B5EF4-FFF2-40B4-BE49-F238E27FC236}">
                  <a16:creationId xmlns:a16="http://schemas.microsoft.com/office/drawing/2014/main" id="{00E465FE-90B8-4505-BCCA-9D33E27EF255}"/>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8931AC8B-654B-4C90-8E40-B284E1CAD3AF}"/>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Rectangle 166">
              <a:extLst>
                <a:ext uri="{FF2B5EF4-FFF2-40B4-BE49-F238E27FC236}">
                  <a16:creationId xmlns:a16="http://schemas.microsoft.com/office/drawing/2014/main" id="{69A8E121-0537-4086-BE81-F6175F23F929}"/>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167">
              <a:extLst>
                <a:ext uri="{FF2B5EF4-FFF2-40B4-BE49-F238E27FC236}">
                  <a16:creationId xmlns:a16="http://schemas.microsoft.com/office/drawing/2014/main" id="{275B4E6F-2F8B-4325-8F52-D884C0FB346C}"/>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5EA3F49E-7CE3-4EB8-B86D-E27C3E719152}"/>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169">
              <a:extLst>
                <a:ext uri="{FF2B5EF4-FFF2-40B4-BE49-F238E27FC236}">
                  <a16:creationId xmlns:a16="http://schemas.microsoft.com/office/drawing/2014/main" id="{B28906DF-32BE-46B7-BDA6-7203BF8256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170">
              <a:extLst>
                <a:ext uri="{FF2B5EF4-FFF2-40B4-BE49-F238E27FC236}">
                  <a16:creationId xmlns:a16="http://schemas.microsoft.com/office/drawing/2014/main" id="{131CF3C7-AAFB-4489-B09C-1D9AAD112044}"/>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B448FAA0-5785-4F8D-8AA5-CE2F4522E799}"/>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3" name="Rectangle 172">
              <a:extLst>
                <a:ext uri="{FF2B5EF4-FFF2-40B4-BE49-F238E27FC236}">
                  <a16:creationId xmlns:a16="http://schemas.microsoft.com/office/drawing/2014/main" id="{03A6A3FB-2F87-4C6F-89FC-DDEF96CAD85D}"/>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4" name="Rectangle 173">
              <a:extLst>
                <a:ext uri="{FF2B5EF4-FFF2-40B4-BE49-F238E27FC236}">
                  <a16:creationId xmlns:a16="http://schemas.microsoft.com/office/drawing/2014/main" id="{1638A7E7-900B-4755-A4E8-B7A678004DE2}"/>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5" name="Groupe 194">
            <a:extLst>
              <a:ext uri="{FF2B5EF4-FFF2-40B4-BE49-F238E27FC236}">
                <a16:creationId xmlns:a16="http://schemas.microsoft.com/office/drawing/2014/main" id="{4E1CCD66-BD6E-44D5-8754-3F78CF91EE84}"/>
              </a:ext>
            </a:extLst>
          </p:cNvPr>
          <p:cNvGrpSpPr/>
          <p:nvPr/>
        </p:nvGrpSpPr>
        <p:grpSpPr>
          <a:xfrm>
            <a:off x="1586592" y="3400064"/>
            <a:ext cx="1383385" cy="1242096"/>
            <a:chOff x="5247267" y="8072371"/>
            <a:chExt cx="817082" cy="733631"/>
          </a:xfrm>
        </p:grpSpPr>
        <p:grpSp>
          <p:nvGrpSpPr>
            <p:cNvPr id="196" name="Groupe 195">
              <a:extLst>
                <a:ext uri="{FF2B5EF4-FFF2-40B4-BE49-F238E27FC236}">
                  <a16:creationId xmlns:a16="http://schemas.microsoft.com/office/drawing/2014/main" id="{98ADEBB3-869F-4DF0-9E84-CB3CEA5A7DE3}"/>
                </a:ext>
              </a:extLst>
            </p:cNvPr>
            <p:cNvGrpSpPr/>
            <p:nvPr/>
          </p:nvGrpSpPr>
          <p:grpSpPr>
            <a:xfrm>
              <a:off x="5247267" y="8117813"/>
              <a:ext cx="817082" cy="688189"/>
              <a:chOff x="3890963" y="2438774"/>
              <a:chExt cx="1085661" cy="914400"/>
            </a:xfrm>
          </p:grpSpPr>
          <p:pic>
            <p:nvPicPr>
              <p:cNvPr id="198" name="Graphique 197" descr="Culturiste avec un remplissage uni">
                <a:extLst>
                  <a:ext uri="{FF2B5EF4-FFF2-40B4-BE49-F238E27FC236}">
                    <a16:creationId xmlns:a16="http://schemas.microsoft.com/office/drawing/2014/main" id="{AC7B218B-262F-409C-B9EB-C90FB52588D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9" name="Rectangle 198">
                <a:extLst>
                  <a:ext uri="{FF2B5EF4-FFF2-40B4-BE49-F238E27FC236}">
                    <a16:creationId xmlns:a16="http://schemas.microsoft.com/office/drawing/2014/main" id="{B5FDC8FE-C73E-409E-BAED-AA5F4566E30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0" name="Rectangle 199">
                <a:extLst>
                  <a:ext uri="{FF2B5EF4-FFF2-40B4-BE49-F238E27FC236}">
                    <a16:creationId xmlns:a16="http://schemas.microsoft.com/office/drawing/2014/main" id="{118BDBAE-CAD8-437A-B143-72E96592EE25}"/>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7" name="Rectangle 196">
              <a:extLst>
                <a:ext uri="{FF2B5EF4-FFF2-40B4-BE49-F238E27FC236}">
                  <a16:creationId xmlns:a16="http://schemas.microsoft.com/office/drawing/2014/main" id="{01AFD1CB-4387-4339-ABD7-CDEAFF91FC7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1" name="Groupe 200">
            <a:extLst>
              <a:ext uri="{FF2B5EF4-FFF2-40B4-BE49-F238E27FC236}">
                <a16:creationId xmlns:a16="http://schemas.microsoft.com/office/drawing/2014/main" id="{7853BF78-AA9F-461F-B621-B7EFE53AFBFA}"/>
              </a:ext>
            </a:extLst>
          </p:cNvPr>
          <p:cNvGrpSpPr/>
          <p:nvPr/>
        </p:nvGrpSpPr>
        <p:grpSpPr>
          <a:xfrm flipH="1">
            <a:off x="262080" y="5046378"/>
            <a:ext cx="635480" cy="1274252"/>
            <a:chOff x="5134003" y="2196472"/>
            <a:chExt cx="563254" cy="1156702"/>
          </a:xfrm>
        </p:grpSpPr>
        <p:pic>
          <p:nvPicPr>
            <p:cNvPr id="202" name="Graphique 201" descr="Réussite du groupe avec un remplissage uni">
              <a:extLst>
                <a:ext uri="{FF2B5EF4-FFF2-40B4-BE49-F238E27FC236}">
                  <a16:creationId xmlns:a16="http://schemas.microsoft.com/office/drawing/2014/main" id="{DB737901-907F-4ED9-B81C-24BCBF00515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3" name="Rectangle 202">
              <a:extLst>
                <a:ext uri="{FF2B5EF4-FFF2-40B4-BE49-F238E27FC236}">
                  <a16:creationId xmlns:a16="http://schemas.microsoft.com/office/drawing/2014/main" id="{3D35CB96-3794-4B3B-A7DB-5861F45A8F9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4" name="Groupe 203">
            <a:extLst>
              <a:ext uri="{FF2B5EF4-FFF2-40B4-BE49-F238E27FC236}">
                <a16:creationId xmlns:a16="http://schemas.microsoft.com/office/drawing/2014/main" id="{64C304F4-7F94-4FD2-BC45-B7945319CAB8}"/>
              </a:ext>
            </a:extLst>
          </p:cNvPr>
          <p:cNvGrpSpPr/>
          <p:nvPr/>
        </p:nvGrpSpPr>
        <p:grpSpPr>
          <a:xfrm flipH="1">
            <a:off x="3424466" y="3197940"/>
            <a:ext cx="544643" cy="1109212"/>
            <a:chOff x="5134003" y="2196472"/>
            <a:chExt cx="563254" cy="1156702"/>
          </a:xfrm>
        </p:grpSpPr>
        <p:pic>
          <p:nvPicPr>
            <p:cNvPr id="205" name="Graphique 204" descr="Réussite du groupe avec un remplissage uni">
              <a:extLst>
                <a:ext uri="{FF2B5EF4-FFF2-40B4-BE49-F238E27FC236}">
                  <a16:creationId xmlns:a16="http://schemas.microsoft.com/office/drawing/2014/main" id="{B45A7477-1594-4A43-A8DC-C7551975CD5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6" name="Rectangle 205">
              <a:extLst>
                <a:ext uri="{FF2B5EF4-FFF2-40B4-BE49-F238E27FC236}">
                  <a16:creationId xmlns:a16="http://schemas.microsoft.com/office/drawing/2014/main" id="{4666D706-FB2B-426F-8DB0-1FB75CA41269}"/>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9" name="Graphique 8" descr="Mur de briques en construction avec un remplissage uni">
            <a:extLst>
              <a:ext uri="{FF2B5EF4-FFF2-40B4-BE49-F238E27FC236}">
                <a16:creationId xmlns:a16="http://schemas.microsoft.com/office/drawing/2014/main" id="{3F30A76B-3311-4246-99E5-7DF4D9975A4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7209724" y="2927004"/>
            <a:ext cx="993712" cy="1005521"/>
          </a:xfrm>
          <a:prstGeom prst="rect">
            <a:avLst/>
          </a:prstGeom>
        </p:spPr>
      </p:pic>
      <p:pic>
        <p:nvPicPr>
          <p:cNvPr id="249" name="Graphique 248" descr="Mur de briques en construction avec un remplissage uni">
            <a:extLst>
              <a:ext uri="{FF2B5EF4-FFF2-40B4-BE49-F238E27FC236}">
                <a16:creationId xmlns:a16="http://schemas.microsoft.com/office/drawing/2014/main" id="{2609CF9A-449F-4A80-AC18-FC15FC76B1A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flipH="1">
            <a:off x="5736911" y="3981151"/>
            <a:ext cx="993712" cy="1005521"/>
          </a:xfrm>
          <a:prstGeom prst="rect">
            <a:avLst/>
          </a:prstGeom>
        </p:spPr>
      </p:pic>
      <p:pic>
        <p:nvPicPr>
          <p:cNvPr id="250" name="Graphique 249" descr="Mur de briques en construction avec un remplissage uni">
            <a:extLst>
              <a:ext uri="{FF2B5EF4-FFF2-40B4-BE49-F238E27FC236}">
                <a16:creationId xmlns:a16="http://schemas.microsoft.com/office/drawing/2014/main" id="{4DA4D23A-5BF4-40FF-8A44-BB87426AF1B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flipH="1">
            <a:off x="7150179" y="4248794"/>
            <a:ext cx="993712" cy="1005521"/>
          </a:xfrm>
          <a:prstGeom prst="rect">
            <a:avLst/>
          </a:prstGeom>
        </p:spPr>
      </p:pic>
      <p:pic>
        <p:nvPicPr>
          <p:cNvPr id="251" name="Graphique 250" descr="Mur de briques en construction avec un remplissage uni">
            <a:extLst>
              <a:ext uri="{FF2B5EF4-FFF2-40B4-BE49-F238E27FC236}">
                <a16:creationId xmlns:a16="http://schemas.microsoft.com/office/drawing/2014/main" id="{2734F6DB-BBC3-4B7D-BE4E-08A62338D7E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6192810" y="5310114"/>
            <a:ext cx="993712" cy="1005521"/>
          </a:xfrm>
          <a:prstGeom prst="rect">
            <a:avLst/>
          </a:prstGeom>
        </p:spPr>
      </p:pic>
    </p:spTree>
    <p:extLst>
      <p:ext uri="{BB962C8B-B14F-4D97-AF65-F5344CB8AC3E}">
        <p14:creationId xmlns:p14="http://schemas.microsoft.com/office/powerpoint/2010/main" val="3089494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Autofit/>
          </a:bodyPr>
          <a:lstStyle/>
          <a:p>
            <a:r>
              <a:rPr lang="en-US" sz="3200" dirty="0"/>
              <a:t>Why US ?</a:t>
            </a:r>
            <a:br>
              <a:rPr lang="en-US" sz="3200" dirty="0"/>
            </a:br>
            <a:r>
              <a:rPr lang="en-US" sz="3200" dirty="0"/>
              <a:t>House of contribution (visual workshop version example)</a:t>
            </a:r>
          </a:p>
        </p:txBody>
      </p:sp>
      <p:sp>
        <p:nvSpPr>
          <p:cNvPr id="48" name="ZoneTexte 47">
            <a:extLst>
              <a:ext uri="{FF2B5EF4-FFF2-40B4-BE49-F238E27FC236}">
                <a16:creationId xmlns:a16="http://schemas.microsoft.com/office/drawing/2014/main" id="{3342C862-0507-44EC-BE7E-B1D8E38192A5}"/>
              </a:ext>
            </a:extLst>
          </p:cNvPr>
          <p:cNvSpPr txBox="1"/>
          <p:nvPr/>
        </p:nvSpPr>
        <p:spPr>
          <a:xfrm>
            <a:off x="335488" y="1358255"/>
            <a:ext cx="4136283" cy="338554"/>
          </a:xfrm>
          <a:prstGeom prst="rect">
            <a:avLst/>
          </a:prstGeom>
          <a:noFill/>
        </p:spPr>
        <p:txBody>
          <a:bodyPr wrap="square">
            <a:spAutoFit/>
          </a:bodyPr>
          <a:lstStyle/>
          <a:p>
            <a:pPr algn="ctr"/>
            <a:r>
              <a:rPr lang="en-US" sz="1600" b="1" i="1" dirty="0"/>
              <a:t>What everyone can start bringing for the goal</a:t>
            </a:r>
          </a:p>
        </p:txBody>
      </p:sp>
      <p:sp>
        <p:nvSpPr>
          <p:cNvPr id="49" name="ZoneTexte 48">
            <a:extLst>
              <a:ext uri="{FF2B5EF4-FFF2-40B4-BE49-F238E27FC236}">
                <a16:creationId xmlns:a16="http://schemas.microsoft.com/office/drawing/2014/main" id="{13C61C05-6FCE-4C2F-B888-2189F503860F}"/>
              </a:ext>
            </a:extLst>
          </p:cNvPr>
          <p:cNvSpPr txBox="1"/>
          <p:nvPr/>
        </p:nvSpPr>
        <p:spPr>
          <a:xfrm>
            <a:off x="5756089" y="1365741"/>
            <a:ext cx="2258641" cy="584775"/>
          </a:xfrm>
          <a:prstGeom prst="rect">
            <a:avLst/>
          </a:prstGeom>
          <a:noFill/>
        </p:spPr>
        <p:txBody>
          <a:bodyPr wrap="square">
            <a:spAutoFit/>
          </a:bodyPr>
          <a:lstStyle/>
          <a:p>
            <a:pPr algn="ctr"/>
            <a:r>
              <a:rPr lang="en-US" sz="1600" b="1" i="1" dirty="0"/>
              <a:t>First Ideas of combined contributions</a:t>
            </a:r>
          </a:p>
        </p:txBody>
      </p:sp>
      <p:sp>
        <p:nvSpPr>
          <p:cNvPr id="52" name="ZoneTexte 51">
            <a:extLst>
              <a:ext uri="{FF2B5EF4-FFF2-40B4-BE49-F238E27FC236}">
                <a16:creationId xmlns:a16="http://schemas.microsoft.com/office/drawing/2014/main" id="{F7A9D8FC-D848-4D9F-91E9-9318A289E46D}"/>
              </a:ext>
            </a:extLst>
          </p:cNvPr>
          <p:cNvSpPr txBox="1"/>
          <p:nvPr/>
        </p:nvSpPr>
        <p:spPr>
          <a:xfrm>
            <a:off x="9738227" y="1361321"/>
            <a:ext cx="2258641" cy="830997"/>
          </a:xfrm>
          <a:prstGeom prst="rect">
            <a:avLst/>
          </a:prstGeom>
          <a:noFill/>
        </p:spPr>
        <p:txBody>
          <a:bodyPr wrap="square">
            <a:spAutoFit/>
          </a:bodyPr>
          <a:lstStyle/>
          <a:p>
            <a:pPr algn="ctr"/>
            <a:r>
              <a:rPr lang="en-US" sz="1600" b="1" i="1" dirty="0"/>
              <a:t>Successes that we could not reach as scattered individuals</a:t>
            </a:r>
          </a:p>
        </p:txBody>
      </p:sp>
      <p:grpSp>
        <p:nvGrpSpPr>
          <p:cNvPr id="55" name="Groupe 54">
            <a:extLst>
              <a:ext uri="{FF2B5EF4-FFF2-40B4-BE49-F238E27FC236}">
                <a16:creationId xmlns:a16="http://schemas.microsoft.com/office/drawing/2014/main" id="{26EBE82C-A9CF-44DD-A535-F92283AA2649}"/>
              </a:ext>
            </a:extLst>
          </p:cNvPr>
          <p:cNvGrpSpPr/>
          <p:nvPr/>
        </p:nvGrpSpPr>
        <p:grpSpPr>
          <a:xfrm>
            <a:off x="2609577" y="1563591"/>
            <a:ext cx="1467257" cy="1169474"/>
            <a:chOff x="2609577" y="1563591"/>
            <a:chExt cx="1467257" cy="1169474"/>
          </a:xfrm>
        </p:grpSpPr>
        <p:grpSp>
          <p:nvGrpSpPr>
            <p:cNvPr id="42" name="Groupe 41">
              <a:extLst>
                <a:ext uri="{FF2B5EF4-FFF2-40B4-BE49-F238E27FC236}">
                  <a16:creationId xmlns:a16="http://schemas.microsoft.com/office/drawing/2014/main" id="{355A2826-D35C-4355-8D6F-CA811352584A}"/>
                </a:ext>
              </a:extLst>
            </p:cNvPr>
            <p:cNvGrpSpPr/>
            <p:nvPr/>
          </p:nvGrpSpPr>
          <p:grpSpPr>
            <a:xfrm>
              <a:off x="2609577" y="1563591"/>
              <a:ext cx="1412109" cy="1169474"/>
              <a:chOff x="2645545" y="3994190"/>
              <a:chExt cx="1412109" cy="1169474"/>
            </a:xfrm>
          </p:grpSpPr>
          <p:pic>
            <p:nvPicPr>
              <p:cNvPr id="43" name="Graphique 42" descr="Diable avec un remplissage uni">
                <a:extLst>
                  <a:ext uri="{FF2B5EF4-FFF2-40B4-BE49-F238E27FC236}">
                    <a16:creationId xmlns:a16="http://schemas.microsoft.com/office/drawing/2014/main" id="{8244A6A4-C5E1-4062-A01E-7F8B5AD111C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4" name="Graphique 43" descr="Base-ball avec un remplissage uni">
                <a:extLst>
                  <a:ext uri="{FF2B5EF4-FFF2-40B4-BE49-F238E27FC236}">
                    <a16:creationId xmlns:a16="http://schemas.microsoft.com/office/drawing/2014/main" id="{5C12E74D-1A36-40E7-8099-519692F521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5" name="Rectangle 44">
                <a:extLst>
                  <a:ext uri="{FF2B5EF4-FFF2-40B4-BE49-F238E27FC236}">
                    <a16:creationId xmlns:a16="http://schemas.microsoft.com/office/drawing/2014/main" id="{1AFD5C9D-8C2F-4199-9991-CDDA10264D43}"/>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4" name="Graphique 53" descr="Boîte à archives avec un remplissage uni">
              <a:extLst>
                <a:ext uri="{FF2B5EF4-FFF2-40B4-BE49-F238E27FC236}">
                  <a16:creationId xmlns:a16="http://schemas.microsoft.com/office/drawing/2014/main" id="{78459876-A327-48F8-A172-A2B68D6C0D8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6" name="Groupe 85">
            <a:extLst>
              <a:ext uri="{FF2B5EF4-FFF2-40B4-BE49-F238E27FC236}">
                <a16:creationId xmlns:a16="http://schemas.microsoft.com/office/drawing/2014/main" id="{2866E67F-F311-4588-B703-8A697368E469}"/>
              </a:ext>
            </a:extLst>
          </p:cNvPr>
          <p:cNvGrpSpPr/>
          <p:nvPr/>
        </p:nvGrpSpPr>
        <p:grpSpPr>
          <a:xfrm>
            <a:off x="2547542" y="5603914"/>
            <a:ext cx="1467257" cy="1169474"/>
            <a:chOff x="2609577" y="1563591"/>
            <a:chExt cx="1467257" cy="1169474"/>
          </a:xfrm>
        </p:grpSpPr>
        <p:grpSp>
          <p:nvGrpSpPr>
            <p:cNvPr id="87" name="Groupe 86">
              <a:extLst>
                <a:ext uri="{FF2B5EF4-FFF2-40B4-BE49-F238E27FC236}">
                  <a16:creationId xmlns:a16="http://schemas.microsoft.com/office/drawing/2014/main" id="{F451FCE1-F2B0-484F-A08F-2CB7D2FEC9EC}"/>
                </a:ext>
              </a:extLst>
            </p:cNvPr>
            <p:cNvGrpSpPr/>
            <p:nvPr/>
          </p:nvGrpSpPr>
          <p:grpSpPr>
            <a:xfrm>
              <a:off x="2609577" y="1563591"/>
              <a:ext cx="1412109" cy="1169474"/>
              <a:chOff x="2645545" y="3994190"/>
              <a:chExt cx="1412109" cy="1169474"/>
            </a:xfrm>
          </p:grpSpPr>
          <p:pic>
            <p:nvPicPr>
              <p:cNvPr id="89" name="Graphique 88" descr="Diable avec un remplissage uni">
                <a:extLst>
                  <a:ext uri="{FF2B5EF4-FFF2-40B4-BE49-F238E27FC236}">
                    <a16:creationId xmlns:a16="http://schemas.microsoft.com/office/drawing/2014/main" id="{9F087DA0-B39B-45CC-B709-2E92EC9B9C5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0" name="Graphique 89" descr="Base-ball avec un remplissage uni">
                <a:extLst>
                  <a:ext uri="{FF2B5EF4-FFF2-40B4-BE49-F238E27FC236}">
                    <a16:creationId xmlns:a16="http://schemas.microsoft.com/office/drawing/2014/main" id="{E0377BB5-85CB-4162-B1DD-0EDAEE890DD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1" name="Rectangle 90">
                <a:extLst>
                  <a:ext uri="{FF2B5EF4-FFF2-40B4-BE49-F238E27FC236}">
                    <a16:creationId xmlns:a16="http://schemas.microsoft.com/office/drawing/2014/main" id="{F7F87CA6-C82F-4A7C-810C-6966E88C7137}"/>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8" name="Graphique 87" descr="Boîte à archives avec un remplissage uni">
              <a:extLst>
                <a:ext uri="{FF2B5EF4-FFF2-40B4-BE49-F238E27FC236}">
                  <a16:creationId xmlns:a16="http://schemas.microsoft.com/office/drawing/2014/main" id="{D1F7AED6-42D3-4C34-9625-A3D14E52FB4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106" name="Groupe 105">
            <a:extLst>
              <a:ext uri="{FF2B5EF4-FFF2-40B4-BE49-F238E27FC236}">
                <a16:creationId xmlns:a16="http://schemas.microsoft.com/office/drawing/2014/main" id="{13B2CE95-C8C7-4A5C-92F1-EC2A4420DB71}"/>
              </a:ext>
            </a:extLst>
          </p:cNvPr>
          <p:cNvGrpSpPr/>
          <p:nvPr/>
        </p:nvGrpSpPr>
        <p:grpSpPr>
          <a:xfrm flipH="1">
            <a:off x="5818352" y="2836152"/>
            <a:ext cx="1093937" cy="1165158"/>
            <a:chOff x="1680627" y="1783722"/>
            <a:chExt cx="1331514" cy="1331514"/>
          </a:xfrm>
        </p:grpSpPr>
        <p:pic>
          <p:nvPicPr>
            <p:cNvPr id="179" name="Graphique 178" descr="Mur de briques en construction avec un remplissage uni">
              <a:extLst>
                <a:ext uri="{FF2B5EF4-FFF2-40B4-BE49-F238E27FC236}">
                  <a16:creationId xmlns:a16="http://schemas.microsoft.com/office/drawing/2014/main" id="{13F6B018-6351-4C3D-852E-8A5F57E1A2E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180" name="Rectangle 179">
              <a:extLst>
                <a:ext uri="{FF2B5EF4-FFF2-40B4-BE49-F238E27FC236}">
                  <a16:creationId xmlns:a16="http://schemas.microsoft.com/office/drawing/2014/main" id="{20453177-74D5-4E14-8160-B24A3B16BED5}"/>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180">
              <a:extLst>
                <a:ext uri="{FF2B5EF4-FFF2-40B4-BE49-F238E27FC236}">
                  <a16:creationId xmlns:a16="http://schemas.microsoft.com/office/drawing/2014/main" id="{608979AE-BCF6-4155-9BB1-95B5C1F1340E}"/>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2" name="Rectangle 181">
              <a:extLst>
                <a:ext uri="{FF2B5EF4-FFF2-40B4-BE49-F238E27FC236}">
                  <a16:creationId xmlns:a16="http://schemas.microsoft.com/office/drawing/2014/main" id="{02C316F3-CA2B-4EA0-AF38-F8DAC5FBC24E}"/>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3" name="Rectangle 182">
              <a:extLst>
                <a:ext uri="{FF2B5EF4-FFF2-40B4-BE49-F238E27FC236}">
                  <a16:creationId xmlns:a16="http://schemas.microsoft.com/office/drawing/2014/main" id="{BA80DE65-F676-4621-A539-AB4D3597716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Rectangle 183">
              <a:extLst>
                <a:ext uri="{FF2B5EF4-FFF2-40B4-BE49-F238E27FC236}">
                  <a16:creationId xmlns:a16="http://schemas.microsoft.com/office/drawing/2014/main" id="{29BF593B-0BA1-4BDC-80A3-7FA615968603}"/>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5" name="Rectangle 184">
              <a:extLst>
                <a:ext uri="{FF2B5EF4-FFF2-40B4-BE49-F238E27FC236}">
                  <a16:creationId xmlns:a16="http://schemas.microsoft.com/office/drawing/2014/main" id="{0D5BE12D-03C5-4DD0-BF71-89429BA75C97}"/>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6" name="Rectangle 185">
              <a:extLst>
                <a:ext uri="{FF2B5EF4-FFF2-40B4-BE49-F238E27FC236}">
                  <a16:creationId xmlns:a16="http://schemas.microsoft.com/office/drawing/2014/main" id="{0681DF30-CC73-4F27-891A-7FD462F2AC3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7" name="Rectangle 186">
              <a:extLst>
                <a:ext uri="{FF2B5EF4-FFF2-40B4-BE49-F238E27FC236}">
                  <a16:creationId xmlns:a16="http://schemas.microsoft.com/office/drawing/2014/main" id="{1EA142A9-06C7-46C4-9582-20D260698656}"/>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8" name="Rectangle 187">
              <a:extLst>
                <a:ext uri="{FF2B5EF4-FFF2-40B4-BE49-F238E27FC236}">
                  <a16:creationId xmlns:a16="http://schemas.microsoft.com/office/drawing/2014/main" id="{244F9E9F-C7C5-4A31-9D4A-89EBDC670E72}"/>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9" name="Rectangle 188">
              <a:extLst>
                <a:ext uri="{FF2B5EF4-FFF2-40B4-BE49-F238E27FC236}">
                  <a16:creationId xmlns:a16="http://schemas.microsoft.com/office/drawing/2014/main" id="{AB653C7E-B238-43C1-8F70-E3DA990C935B}"/>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0" name="Rectangle 189">
              <a:extLst>
                <a:ext uri="{FF2B5EF4-FFF2-40B4-BE49-F238E27FC236}">
                  <a16:creationId xmlns:a16="http://schemas.microsoft.com/office/drawing/2014/main" id="{49030794-D3C4-4CEB-8EE3-A4746FE26978}"/>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1" name="Rectangle 190">
              <a:extLst>
                <a:ext uri="{FF2B5EF4-FFF2-40B4-BE49-F238E27FC236}">
                  <a16:creationId xmlns:a16="http://schemas.microsoft.com/office/drawing/2014/main" id="{F8C415E8-93A8-4681-879B-8FFEF4578AD1}"/>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 name="Groupe 5">
            <a:extLst>
              <a:ext uri="{FF2B5EF4-FFF2-40B4-BE49-F238E27FC236}">
                <a16:creationId xmlns:a16="http://schemas.microsoft.com/office/drawing/2014/main" id="{5FB41C06-1F54-4F63-8814-51F4614A43BD}"/>
              </a:ext>
            </a:extLst>
          </p:cNvPr>
          <p:cNvGrpSpPr/>
          <p:nvPr/>
        </p:nvGrpSpPr>
        <p:grpSpPr>
          <a:xfrm>
            <a:off x="796673" y="2005649"/>
            <a:ext cx="1383385" cy="1242096"/>
            <a:chOff x="5247267" y="8072371"/>
            <a:chExt cx="817082" cy="733631"/>
          </a:xfrm>
        </p:grpSpPr>
        <p:grpSp>
          <p:nvGrpSpPr>
            <p:cNvPr id="105" name="Groupe 104">
              <a:extLst>
                <a:ext uri="{FF2B5EF4-FFF2-40B4-BE49-F238E27FC236}">
                  <a16:creationId xmlns:a16="http://schemas.microsoft.com/office/drawing/2014/main" id="{C0F240FA-5C73-4FB1-8941-6BE1105F18DB}"/>
                </a:ext>
              </a:extLst>
            </p:cNvPr>
            <p:cNvGrpSpPr/>
            <p:nvPr/>
          </p:nvGrpSpPr>
          <p:grpSpPr>
            <a:xfrm>
              <a:off x="5247267" y="8117813"/>
              <a:ext cx="817082" cy="688189"/>
              <a:chOff x="3890963" y="2438774"/>
              <a:chExt cx="1085661" cy="914400"/>
            </a:xfrm>
          </p:grpSpPr>
          <p:pic>
            <p:nvPicPr>
              <p:cNvPr id="192" name="Graphique 191" descr="Culturiste avec un remplissage uni">
                <a:extLst>
                  <a:ext uri="{FF2B5EF4-FFF2-40B4-BE49-F238E27FC236}">
                    <a16:creationId xmlns:a16="http://schemas.microsoft.com/office/drawing/2014/main" id="{76A45FC6-5C96-49A8-AC35-BC18F11D6CB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3" name="Rectangle 192">
                <a:extLst>
                  <a:ext uri="{FF2B5EF4-FFF2-40B4-BE49-F238E27FC236}">
                    <a16:creationId xmlns:a16="http://schemas.microsoft.com/office/drawing/2014/main" id="{CB8D01E4-F3DD-439C-927A-661004280E40}"/>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4" name="Rectangle 193">
                <a:extLst>
                  <a:ext uri="{FF2B5EF4-FFF2-40B4-BE49-F238E27FC236}">
                    <a16:creationId xmlns:a16="http://schemas.microsoft.com/office/drawing/2014/main" id="{8232BE64-879E-4932-8F1C-EBC70379A39D}"/>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07" name="Rectangle 106">
              <a:extLst>
                <a:ext uri="{FF2B5EF4-FFF2-40B4-BE49-F238E27FC236}">
                  <a16:creationId xmlns:a16="http://schemas.microsoft.com/office/drawing/2014/main" id="{9BF03B67-30A6-425A-9D7A-E2238247F21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09" name="Groupe 108">
            <a:extLst>
              <a:ext uri="{FF2B5EF4-FFF2-40B4-BE49-F238E27FC236}">
                <a16:creationId xmlns:a16="http://schemas.microsoft.com/office/drawing/2014/main" id="{35A820B9-71C1-40B2-949A-BA546FD0C884}"/>
              </a:ext>
            </a:extLst>
          </p:cNvPr>
          <p:cNvGrpSpPr/>
          <p:nvPr/>
        </p:nvGrpSpPr>
        <p:grpSpPr>
          <a:xfrm flipH="1">
            <a:off x="482631" y="3516088"/>
            <a:ext cx="627050" cy="1144490"/>
            <a:chOff x="5134003" y="2196472"/>
            <a:chExt cx="563254" cy="1156702"/>
          </a:xfrm>
        </p:grpSpPr>
        <p:pic>
          <p:nvPicPr>
            <p:cNvPr id="175" name="Graphique 174" descr="Réussite du groupe avec un remplissage uni">
              <a:extLst>
                <a:ext uri="{FF2B5EF4-FFF2-40B4-BE49-F238E27FC236}">
                  <a16:creationId xmlns:a16="http://schemas.microsoft.com/office/drawing/2014/main" id="{BE19C2B3-0721-44D3-8CD1-48D9E0F7C05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76" name="Rectangle 175">
              <a:extLst>
                <a:ext uri="{FF2B5EF4-FFF2-40B4-BE49-F238E27FC236}">
                  <a16:creationId xmlns:a16="http://schemas.microsoft.com/office/drawing/2014/main" id="{FA4C0BA6-2A92-40FD-9077-52FC594CF4A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7" name="Groupe 6">
            <a:extLst>
              <a:ext uri="{FF2B5EF4-FFF2-40B4-BE49-F238E27FC236}">
                <a16:creationId xmlns:a16="http://schemas.microsoft.com/office/drawing/2014/main" id="{36F23E62-E00E-4089-9506-DDF4061A25F6}"/>
              </a:ext>
            </a:extLst>
          </p:cNvPr>
          <p:cNvGrpSpPr/>
          <p:nvPr/>
        </p:nvGrpSpPr>
        <p:grpSpPr>
          <a:xfrm>
            <a:off x="9645634" y="2250443"/>
            <a:ext cx="2332408" cy="2332408"/>
            <a:chOff x="9835911" y="2807662"/>
            <a:chExt cx="1796250" cy="1796250"/>
          </a:xfrm>
        </p:grpSpPr>
        <p:pic>
          <p:nvPicPr>
            <p:cNvPr id="104" name="Graphique 103" descr="Cathédrale avec un remplissage uni">
              <a:extLst>
                <a:ext uri="{FF2B5EF4-FFF2-40B4-BE49-F238E27FC236}">
                  <a16:creationId xmlns:a16="http://schemas.microsoft.com/office/drawing/2014/main" id="{E59C6277-AA1A-4489-91DF-5BA7B244261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113" name="Rectangle 112">
              <a:extLst>
                <a:ext uri="{FF2B5EF4-FFF2-40B4-BE49-F238E27FC236}">
                  <a16:creationId xmlns:a16="http://schemas.microsoft.com/office/drawing/2014/main" id="{31970C2C-4382-4D6F-ADF6-471972759529}"/>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13">
              <a:extLst>
                <a:ext uri="{FF2B5EF4-FFF2-40B4-BE49-F238E27FC236}">
                  <a16:creationId xmlns:a16="http://schemas.microsoft.com/office/drawing/2014/main" id="{D5D40D35-3B33-472C-BB36-27310377B46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14">
              <a:extLst>
                <a:ext uri="{FF2B5EF4-FFF2-40B4-BE49-F238E27FC236}">
                  <a16:creationId xmlns:a16="http://schemas.microsoft.com/office/drawing/2014/main" id="{0DF1613C-64EF-4B26-B600-36E33E288236}"/>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DD222A77-3CAA-44FC-8012-A0B8E33C44DB}"/>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0A42DEAE-71FB-4AC0-A235-6D8A7C681B9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17">
              <a:extLst>
                <a:ext uri="{FF2B5EF4-FFF2-40B4-BE49-F238E27FC236}">
                  <a16:creationId xmlns:a16="http://schemas.microsoft.com/office/drawing/2014/main" id="{7E7C3645-4EB6-42D8-8D16-A4131BD9553A}"/>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18">
              <a:extLst>
                <a:ext uri="{FF2B5EF4-FFF2-40B4-BE49-F238E27FC236}">
                  <a16:creationId xmlns:a16="http://schemas.microsoft.com/office/drawing/2014/main" id="{B2E68E23-64DB-4588-97BF-38D7F767E1B0}"/>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19">
              <a:extLst>
                <a:ext uri="{FF2B5EF4-FFF2-40B4-BE49-F238E27FC236}">
                  <a16:creationId xmlns:a16="http://schemas.microsoft.com/office/drawing/2014/main" id="{C0E89C3C-47BB-4FA0-8A5A-42149CC65920}"/>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20">
              <a:extLst>
                <a:ext uri="{FF2B5EF4-FFF2-40B4-BE49-F238E27FC236}">
                  <a16:creationId xmlns:a16="http://schemas.microsoft.com/office/drawing/2014/main" id="{609A3087-8282-4996-900F-0E7A07C3D6AE}"/>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21">
              <a:extLst>
                <a:ext uri="{FF2B5EF4-FFF2-40B4-BE49-F238E27FC236}">
                  <a16:creationId xmlns:a16="http://schemas.microsoft.com/office/drawing/2014/main" id="{B19A238C-F0C2-4B75-8E5F-4F1F2916275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22">
              <a:extLst>
                <a:ext uri="{FF2B5EF4-FFF2-40B4-BE49-F238E27FC236}">
                  <a16:creationId xmlns:a16="http://schemas.microsoft.com/office/drawing/2014/main" id="{C2ADAAE2-FB7B-4FC2-907C-FFC0835BCD6D}"/>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23">
              <a:extLst>
                <a:ext uri="{FF2B5EF4-FFF2-40B4-BE49-F238E27FC236}">
                  <a16:creationId xmlns:a16="http://schemas.microsoft.com/office/drawing/2014/main" id="{78EFB23D-18AD-4B60-9D20-CC94500410AB}"/>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24">
              <a:extLst>
                <a:ext uri="{FF2B5EF4-FFF2-40B4-BE49-F238E27FC236}">
                  <a16:creationId xmlns:a16="http://schemas.microsoft.com/office/drawing/2014/main" id="{A1F4E50B-79C5-45CA-A04D-3B8F9282A53E}"/>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25">
              <a:extLst>
                <a:ext uri="{FF2B5EF4-FFF2-40B4-BE49-F238E27FC236}">
                  <a16:creationId xmlns:a16="http://schemas.microsoft.com/office/drawing/2014/main" id="{A7227401-C246-4F70-8233-3B976B59A38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26">
              <a:extLst>
                <a:ext uri="{FF2B5EF4-FFF2-40B4-BE49-F238E27FC236}">
                  <a16:creationId xmlns:a16="http://schemas.microsoft.com/office/drawing/2014/main" id="{D4A1FD11-27D7-4758-8443-A06B09B0075F}"/>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27">
              <a:extLst>
                <a:ext uri="{FF2B5EF4-FFF2-40B4-BE49-F238E27FC236}">
                  <a16:creationId xmlns:a16="http://schemas.microsoft.com/office/drawing/2014/main" id="{D8CF8BBE-A434-41D8-A5A3-FB14CBABB85D}"/>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28">
              <a:extLst>
                <a:ext uri="{FF2B5EF4-FFF2-40B4-BE49-F238E27FC236}">
                  <a16:creationId xmlns:a16="http://schemas.microsoft.com/office/drawing/2014/main" id="{567B45F6-BBAA-46C4-B84D-608C4E3EC488}"/>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Rectangle 129">
              <a:extLst>
                <a:ext uri="{FF2B5EF4-FFF2-40B4-BE49-F238E27FC236}">
                  <a16:creationId xmlns:a16="http://schemas.microsoft.com/office/drawing/2014/main" id="{D2AB2C3A-CE3B-46BF-9284-48F1FA6115DE}"/>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Rectangle 130">
              <a:extLst>
                <a:ext uri="{FF2B5EF4-FFF2-40B4-BE49-F238E27FC236}">
                  <a16:creationId xmlns:a16="http://schemas.microsoft.com/office/drawing/2014/main" id="{D2CF42FA-73FD-4459-8D46-409BFD7D421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Rectangle 131">
              <a:extLst>
                <a:ext uri="{FF2B5EF4-FFF2-40B4-BE49-F238E27FC236}">
                  <a16:creationId xmlns:a16="http://schemas.microsoft.com/office/drawing/2014/main" id="{85A890B8-0AA7-4032-923D-793C195C5CE1}"/>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132">
              <a:extLst>
                <a:ext uri="{FF2B5EF4-FFF2-40B4-BE49-F238E27FC236}">
                  <a16:creationId xmlns:a16="http://schemas.microsoft.com/office/drawing/2014/main" id="{B68FCF4F-73A8-4C2F-8903-418DDF82F2BC}"/>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133">
              <a:extLst>
                <a:ext uri="{FF2B5EF4-FFF2-40B4-BE49-F238E27FC236}">
                  <a16:creationId xmlns:a16="http://schemas.microsoft.com/office/drawing/2014/main" id="{F0D57C8D-6B6E-4732-AFDF-6244C7DA291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31642D44-DD6E-4219-98E8-12D56D81B76A}"/>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3AEFD0B8-EC2D-4AC6-BB11-7415B9B0721F}"/>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0EF8A19B-434C-42F6-B74E-A63EEFA632F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Rectangle 137">
              <a:extLst>
                <a:ext uri="{FF2B5EF4-FFF2-40B4-BE49-F238E27FC236}">
                  <a16:creationId xmlns:a16="http://schemas.microsoft.com/office/drawing/2014/main" id="{5F78E096-1BCA-4266-A5ED-81CB0F17F2D6}"/>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Rectangle 138">
              <a:extLst>
                <a:ext uri="{FF2B5EF4-FFF2-40B4-BE49-F238E27FC236}">
                  <a16:creationId xmlns:a16="http://schemas.microsoft.com/office/drawing/2014/main" id="{55F7BFB3-E97C-4FC1-B2C6-051F488161C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0" name="Rectangle 139">
              <a:extLst>
                <a:ext uri="{FF2B5EF4-FFF2-40B4-BE49-F238E27FC236}">
                  <a16:creationId xmlns:a16="http://schemas.microsoft.com/office/drawing/2014/main" id="{DAFE8FEF-7E38-4DB4-9082-A1C7EEDDBE70}"/>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1" name="Rectangle 140">
              <a:extLst>
                <a:ext uri="{FF2B5EF4-FFF2-40B4-BE49-F238E27FC236}">
                  <a16:creationId xmlns:a16="http://schemas.microsoft.com/office/drawing/2014/main" id="{B37D0C40-53C6-424E-8E04-059941C6C968}"/>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Rectangle 141">
              <a:extLst>
                <a:ext uri="{FF2B5EF4-FFF2-40B4-BE49-F238E27FC236}">
                  <a16:creationId xmlns:a16="http://schemas.microsoft.com/office/drawing/2014/main" id="{4ED4F46F-4771-4F09-B696-AF22CD6311D7}"/>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142">
              <a:extLst>
                <a:ext uri="{FF2B5EF4-FFF2-40B4-BE49-F238E27FC236}">
                  <a16:creationId xmlns:a16="http://schemas.microsoft.com/office/drawing/2014/main" id="{5E33E992-D7D9-4B63-BD88-5D1A2962B63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143">
              <a:extLst>
                <a:ext uri="{FF2B5EF4-FFF2-40B4-BE49-F238E27FC236}">
                  <a16:creationId xmlns:a16="http://schemas.microsoft.com/office/drawing/2014/main" id="{629CB49E-8C2E-4F55-A412-731C7694AF8C}"/>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144">
              <a:extLst>
                <a:ext uri="{FF2B5EF4-FFF2-40B4-BE49-F238E27FC236}">
                  <a16:creationId xmlns:a16="http://schemas.microsoft.com/office/drawing/2014/main" id="{757B551F-863B-47F7-BAC0-34BAADC98CAF}"/>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145">
              <a:extLst>
                <a:ext uri="{FF2B5EF4-FFF2-40B4-BE49-F238E27FC236}">
                  <a16:creationId xmlns:a16="http://schemas.microsoft.com/office/drawing/2014/main" id="{2052CDD7-3222-4885-AB3B-A204ECE1D02D}"/>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146">
              <a:extLst>
                <a:ext uri="{FF2B5EF4-FFF2-40B4-BE49-F238E27FC236}">
                  <a16:creationId xmlns:a16="http://schemas.microsoft.com/office/drawing/2014/main" id="{37956E86-A3B8-485F-A01D-2D7E474715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147">
              <a:extLst>
                <a:ext uri="{FF2B5EF4-FFF2-40B4-BE49-F238E27FC236}">
                  <a16:creationId xmlns:a16="http://schemas.microsoft.com/office/drawing/2014/main" id="{EC20EC68-CA18-401A-81A1-AA7D128BE33E}"/>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Rectangle 148">
              <a:extLst>
                <a:ext uri="{FF2B5EF4-FFF2-40B4-BE49-F238E27FC236}">
                  <a16:creationId xmlns:a16="http://schemas.microsoft.com/office/drawing/2014/main" id="{DB995F29-816A-4234-9DBB-7ABA7501AB1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Rectangle 149">
              <a:extLst>
                <a:ext uri="{FF2B5EF4-FFF2-40B4-BE49-F238E27FC236}">
                  <a16:creationId xmlns:a16="http://schemas.microsoft.com/office/drawing/2014/main" id="{62EF13DB-A7F4-4596-84C8-46D83BAED6D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150">
              <a:extLst>
                <a:ext uri="{FF2B5EF4-FFF2-40B4-BE49-F238E27FC236}">
                  <a16:creationId xmlns:a16="http://schemas.microsoft.com/office/drawing/2014/main" id="{1E4640AC-DC03-4CB7-B5C9-ABE31A2A09D0}"/>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151">
              <a:extLst>
                <a:ext uri="{FF2B5EF4-FFF2-40B4-BE49-F238E27FC236}">
                  <a16:creationId xmlns:a16="http://schemas.microsoft.com/office/drawing/2014/main" id="{32626AC5-B3D7-424D-A014-FD699C3FE5B1}"/>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152">
              <a:extLst>
                <a:ext uri="{FF2B5EF4-FFF2-40B4-BE49-F238E27FC236}">
                  <a16:creationId xmlns:a16="http://schemas.microsoft.com/office/drawing/2014/main" id="{1B1B0FF3-5B8A-47F8-A0F9-B83350A4B0BB}"/>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153">
              <a:extLst>
                <a:ext uri="{FF2B5EF4-FFF2-40B4-BE49-F238E27FC236}">
                  <a16:creationId xmlns:a16="http://schemas.microsoft.com/office/drawing/2014/main" id="{02191479-99DB-4E96-9714-ECB6235F11A8}"/>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Rectangle 154">
              <a:extLst>
                <a:ext uri="{FF2B5EF4-FFF2-40B4-BE49-F238E27FC236}">
                  <a16:creationId xmlns:a16="http://schemas.microsoft.com/office/drawing/2014/main" id="{048E7B28-A528-403F-98ED-B95E8A919AB5}"/>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6" name="Rectangle 155">
              <a:extLst>
                <a:ext uri="{FF2B5EF4-FFF2-40B4-BE49-F238E27FC236}">
                  <a16:creationId xmlns:a16="http://schemas.microsoft.com/office/drawing/2014/main" id="{D7A6A081-56AA-499A-8BC9-E18C8B413A39}"/>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7" name="Rectangle 156">
              <a:extLst>
                <a:ext uri="{FF2B5EF4-FFF2-40B4-BE49-F238E27FC236}">
                  <a16:creationId xmlns:a16="http://schemas.microsoft.com/office/drawing/2014/main" id="{4F231F0F-A33D-4E87-9D2B-3BF68009A99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8" name="Rectangle 157">
              <a:extLst>
                <a:ext uri="{FF2B5EF4-FFF2-40B4-BE49-F238E27FC236}">
                  <a16:creationId xmlns:a16="http://schemas.microsoft.com/office/drawing/2014/main" id="{12AD0196-E4B3-448D-9E50-2EFD8806B691}"/>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9" name="Rectangle 158">
              <a:extLst>
                <a:ext uri="{FF2B5EF4-FFF2-40B4-BE49-F238E27FC236}">
                  <a16:creationId xmlns:a16="http://schemas.microsoft.com/office/drawing/2014/main" id="{DE3B190F-4879-4013-967B-19F696ECCF7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0" name="Rectangle 159">
              <a:extLst>
                <a:ext uri="{FF2B5EF4-FFF2-40B4-BE49-F238E27FC236}">
                  <a16:creationId xmlns:a16="http://schemas.microsoft.com/office/drawing/2014/main" id="{E581297B-DB9C-4165-A5C2-1F94C8EC59D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1" name="Rectangle 160">
              <a:extLst>
                <a:ext uri="{FF2B5EF4-FFF2-40B4-BE49-F238E27FC236}">
                  <a16:creationId xmlns:a16="http://schemas.microsoft.com/office/drawing/2014/main" id="{A480F958-6414-4B6F-9A69-12DADD839CE8}"/>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161">
              <a:extLst>
                <a:ext uri="{FF2B5EF4-FFF2-40B4-BE49-F238E27FC236}">
                  <a16:creationId xmlns:a16="http://schemas.microsoft.com/office/drawing/2014/main" id="{2B4DDC10-9BF6-4B3A-9820-B5C6C91FCED9}"/>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162">
              <a:extLst>
                <a:ext uri="{FF2B5EF4-FFF2-40B4-BE49-F238E27FC236}">
                  <a16:creationId xmlns:a16="http://schemas.microsoft.com/office/drawing/2014/main" id="{A40418D4-A0CC-4146-BD30-95CDF1AD895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163">
              <a:extLst>
                <a:ext uri="{FF2B5EF4-FFF2-40B4-BE49-F238E27FC236}">
                  <a16:creationId xmlns:a16="http://schemas.microsoft.com/office/drawing/2014/main" id="{9948AFD8-F25B-4AD5-AF67-E54303BFAA51}"/>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164">
              <a:extLst>
                <a:ext uri="{FF2B5EF4-FFF2-40B4-BE49-F238E27FC236}">
                  <a16:creationId xmlns:a16="http://schemas.microsoft.com/office/drawing/2014/main" id="{00E465FE-90B8-4505-BCCA-9D33E27EF255}"/>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8931AC8B-654B-4C90-8E40-B284E1CAD3AF}"/>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Rectangle 166">
              <a:extLst>
                <a:ext uri="{FF2B5EF4-FFF2-40B4-BE49-F238E27FC236}">
                  <a16:creationId xmlns:a16="http://schemas.microsoft.com/office/drawing/2014/main" id="{69A8E121-0537-4086-BE81-F6175F23F929}"/>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167">
              <a:extLst>
                <a:ext uri="{FF2B5EF4-FFF2-40B4-BE49-F238E27FC236}">
                  <a16:creationId xmlns:a16="http://schemas.microsoft.com/office/drawing/2014/main" id="{275B4E6F-2F8B-4325-8F52-D884C0FB346C}"/>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5EA3F49E-7CE3-4EB8-B86D-E27C3E719152}"/>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169">
              <a:extLst>
                <a:ext uri="{FF2B5EF4-FFF2-40B4-BE49-F238E27FC236}">
                  <a16:creationId xmlns:a16="http://schemas.microsoft.com/office/drawing/2014/main" id="{B28906DF-32BE-46B7-BDA6-7203BF8256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170">
              <a:extLst>
                <a:ext uri="{FF2B5EF4-FFF2-40B4-BE49-F238E27FC236}">
                  <a16:creationId xmlns:a16="http://schemas.microsoft.com/office/drawing/2014/main" id="{131CF3C7-AAFB-4489-B09C-1D9AAD112044}"/>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B448FAA0-5785-4F8D-8AA5-CE2F4522E799}"/>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3" name="Rectangle 172">
              <a:extLst>
                <a:ext uri="{FF2B5EF4-FFF2-40B4-BE49-F238E27FC236}">
                  <a16:creationId xmlns:a16="http://schemas.microsoft.com/office/drawing/2014/main" id="{03A6A3FB-2F87-4C6F-89FC-DDEF96CAD85D}"/>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4" name="Rectangle 173">
              <a:extLst>
                <a:ext uri="{FF2B5EF4-FFF2-40B4-BE49-F238E27FC236}">
                  <a16:creationId xmlns:a16="http://schemas.microsoft.com/office/drawing/2014/main" id="{1638A7E7-900B-4755-A4E8-B7A678004DE2}"/>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5" name="Groupe 194">
            <a:extLst>
              <a:ext uri="{FF2B5EF4-FFF2-40B4-BE49-F238E27FC236}">
                <a16:creationId xmlns:a16="http://schemas.microsoft.com/office/drawing/2014/main" id="{4E1CCD66-BD6E-44D5-8754-3F78CF91EE84}"/>
              </a:ext>
            </a:extLst>
          </p:cNvPr>
          <p:cNvGrpSpPr/>
          <p:nvPr/>
        </p:nvGrpSpPr>
        <p:grpSpPr>
          <a:xfrm>
            <a:off x="1624159" y="4201734"/>
            <a:ext cx="1383385" cy="1242096"/>
            <a:chOff x="5247267" y="8072371"/>
            <a:chExt cx="817082" cy="733631"/>
          </a:xfrm>
        </p:grpSpPr>
        <p:grpSp>
          <p:nvGrpSpPr>
            <p:cNvPr id="196" name="Groupe 195">
              <a:extLst>
                <a:ext uri="{FF2B5EF4-FFF2-40B4-BE49-F238E27FC236}">
                  <a16:creationId xmlns:a16="http://schemas.microsoft.com/office/drawing/2014/main" id="{98ADEBB3-869F-4DF0-9E84-CB3CEA5A7DE3}"/>
                </a:ext>
              </a:extLst>
            </p:cNvPr>
            <p:cNvGrpSpPr/>
            <p:nvPr/>
          </p:nvGrpSpPr>
          <p:grpSpPr>
            <a:xfrm>
              <a:off x="5247267" y="8117813"/>
              <a:ext cx="817082" cy="688189"/>
              <a:chOff x="3890963" y="2438774"/>
              <a:chExt cx="1085661" cy="914400"/>
            </a:xfrm>
          </p:grpSpPr>
          <p:pic>
            <p:nvPicPr>
              <p:cNvPr id="198" name="Graphique 197" descr="Culturiste avec un remplissage uni">
                <a:extLst>
                  <a:ext uri="{FF2B5EF4-FFF2-40B4-BE49-F238E27FC236}">
                    <a16:creationId xmlns:a16="http://schemas.microsoft.com/office/drawing/2014/main" id="{AC7B218B-262F-409C-B9EB-C90FB52588D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9" name="Rectangle 198">
                <a:extLst>
                  <a:ext uri="{FF2B5EF4-FFF2-40B4-BE49-F238E27FC236}">
                    <a16:creationId xmlns:a16="http://schemas.microsoft.com/office/drawing/2014/main" id="{B5FDC8FE-C73E-409E-BAED-AA5F4566E30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0" name="Rectangle 199">
                <a:extLst>
                  <a:ext uri="{FF2B5EF4-FFF2-40B4-BE49-F238E27FC236}">
                    <a16:creationId xmlns:a16="http://schemas.microsoft.com/office/drawing/2014/main" id="{118BDBAE-CAD8-437A-B143-72E96592EE25}"/>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7" name="Rectangle 196">
              <a:extLst>
                <a:ext uri="{FF2B5EF4-FFF2-40B4-BE49-F238E27FC236}">
                  <a16:creationId xmlns:a16="http://schemas.microsoft.com/office/drawing/2014/main" id="{01AFD1CB-4387-4339-ABD7-CDEAFF91FC7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1" name="Groupe 200">
            <a:extLst>
              <a:ext uri="{FF2B5EF4-FFF2-40B4-BE49-F238E27FC236}">
                <a16:creationId xmlns:a16="http://schemas.microsoft.com/office/drawing/2014/main" id="{7853BF78-AA9F-461F-B621-B7EFE53AFBFA}"/>
              </a:ext>
            </a:extLst>
          </p:cNvPr>
          <p:cNvGrpSpPr/>
          <p:nvPr/>
        </p:nvGrpSpPr>
        <p:grpSpPr>
          <a:xfrm flipH="1">
            <a:off x="413196" y="5311500"/>
            <a:ext cx="635480" cy="1274252"/>
            <a:chOff x="5134003" y="2196472"/>
            <a:chExt cx="563254" cy="1156702"/>
          </a:xfrm>
        </p:grpSpPr>
        <p:pic>
          <p:nvPicPr>
            <p:cNvPr id="202" name="Graphique 201" descr="Réussite du groupe avec un remplissage uni">
              <a:extLst>
                <a:ext uri="{FF2B5EF4-FFF2-40B4-BE49-F238E27FC236}">
                  <a16:creationId xmlns:a16="http://schemas.microsoft.com/office/drawing/2014/main" id="{DB737901-907F-4ED9-B81C-24BCBF00515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3" name="Rectangle 202">
              <a:extLst>
                <a:ext uri="{FF2B5EF4-FFF2-40B4-BE49-F238E27FC236}">
                  <a16:creationId xmlns:a16="http://schemas.microsoft.com/office/drawing/2014/main" id="{3D35CB96-3794-4B3B-A7DB-5861F45A8F9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4" name="Groupe 203">
            <a:extLst>
              <a:ext uri="{FF2B5EF4-FFF2-40B4-BE49-F238E27FC236}">
                <a16:creationId xmlns:a16="http://schemas.microsoft.com/office/drawing/2014/main" id="{64C304F4-7F94-4FD2-BC45-B7945319CAB8}"/>
              </a:ext>
            </a:extLst>
          </p:cNvPr>
          <p:cNvGrpSpPr/>
          <p:nvPr/>
        </p:nvGrpSpPr>
        <p:grpSpPr>
          <a:xfrm flipH="1">
            <a:off x="3424466" y="3197940"/>
            <a:ext cx="544643" cy="1109212"/>
            <a:chOff x="5134003" y="2196472"/>
            <a:chExt cx="563254" cy="1156702"/>
          </a:xfrm>
        </p:grpSpPr>
        <p:pic>
          <p:nvPicPr>
            <p:cNvPr id="205" name="Graphique 204" descr="Réussite du groupe avec un remplissage uni">
              <a:extLst>
                <a:ext uri="{FF2B5EF4-FFF2-40B4-BE49-F238E27FC236}">
                  <a16:creationId xmlns:a16="http://schemas.microsoft.com/office/drawing/2014/main" id="{B45A7477-1594-4A43-A8DC-C7551975CD5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6" name="Rectangle 205">
              <a:extLst>
                <a:ext uri="{FF2B5EF4-FFF2-40B4-BE49-F238E27FC236}">
                  <a16:creationId xmlns:a16="http://schemas.microsoft.com/office/drawing/2014/main" id="{4666D706-FB2B-426F-8DB0-1FB75CA41269}"/>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9" name="Graphique 8" descr="Mur de briques en construction avec un remplissage uni">
            <a:extLst>
              <a:ext uri="{FF2B5EF4-FFF2-40B4-BE49-F238E27FC236}">
                <a16:creationId xmlns:a16="http://schemas.microsoft.com/office/drawing/2014/main" id="{3F30A76B-3311-4246-99E5-7DF4D9975A4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7506736" y="3180089"/>
            <a:ext cx="993712" cy="1005521"/>
          </a:xfrm>
          <a:prstGeom prst="rect">
            <a:avLst/>
          </a:prstGeom>
        </p:spPr>
      </p:pic>
      <p:pic>
        <p:nvPicPr>
          <p:cNvPr id="249" name="Graphique 248" descr="Mur de briques en construction avec un remplissage uni">
            <a:extLst>
              <a:ext uri="{FF2B5EF4-FFF2-40B4-BE49-F238E27FC236}">
                <a16:creationId xmlns:a16="http://schemas.microsoft.com/office/drawing/2014/main" id="{2609CF9A-449F-4A80-AC18-FC15FC76B1A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flipH="1">
            <a:off x="6282073" y="4773895"/>
            <a:ext cx="993712" cy="1005521"/>
          </a:xfrm>
          <a:prstGeom prst="rect">
            <a:avLst/>
          </a:prstGeom>
        </p:spPr>
      </p:pic>
      <p:sp>
        <p:nvSpPr>
          <p:cNvPr id="3" name="Rectangle 2">
            <a:extLst>
              <a:ext uri="{FF2B5EF4-FFF2-40B4-BE49-F238E27FC236}">
                <a16:creationId xmlns:a16="http://schemas.microsoft.com/office/drawing/2014/main" id="{DAC39AE7-8D07-4B89-B94B-02543B7C6B8D}"/>
              </a:ext>
            </a:extLst>
          </p:cNvPr>
          <p:cNvSpPr/>
          <p:nvPr/>
        </p:nvSpPr>
        <p:spPr>
          <a:xfrm>
            <a:off x="93680" y="2122319"/>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Karen</a:t>
            </a:r>
          </a:p>
          <a:p>
            <a:pPr algn="ctr"/>
            <a:r>
              <a:rPr lang="en-US" sz="1200" dirty="0">
                <a:solidFill>
                  <a:schemeClr val="tx1"/>
                </a:solidFill>
              </a:rPr>
              <a:t>Skills in Events Facilitation</a:t>
            </a:r>
          </a:p>
        </p:txBody>
      </p:sp>
      <p:sp>
        <p:nvSpPr>
          <p:cNvPr id="177" name="Rectangle 176">
            <a:extLst>
              <a:ext uri="{FF2B5EF4-FFF2-40B4-BE49-F238E27FC236}">
                <a16:creationId xmlns:a16="http://schemas.microsoft.com/office/drawing/2014/main" id="{31F9CEDF-D8EF-4782-97B7-F3EEF165730E}"/>
              </a:ext>
            </a:extLst>
          </p:cNvPr>
          <p:cNvSpPr/>
          <p:nvPr/>
        </p:nvSpPr>
        <p:spPr>
          <a:xfrm>
            <a:off x="901733" y="3640946"/>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John</a:t>
            </a:r>
          </a:p>
          <a:p>
            <a:pPr algn="ctr"/>
            <a:r>
              <a:rPr lang="en-US" sz="1200" dirty="0">
                <a:solidFill>
                  <a:schemeClr val="tx1"/>
                </a:solidFill>
              </a:rPr>
              <a:t>Thorough and rich Feedback</a:t>
            </a:r>
          </a:p>
        </p:txBody>
      </p:sp>
      <p:sp>
        <p:nvSpPr>
          <p:cNvPr id="178" name="Rectangle 177">
            <a:extLst>
              <a:ext uri="{FF2B5EF4-FFF2-40B4-BE49-F238E27FC236}">
                <a16:creationId xmlns:a16="http://schemas.microsoft.com/office/drawing/2014/main" id="{8AD1742C-C5FB-47CD-975F-CB300E338372}"/>
              </a:ext>
            </a:extLst>
          </p:cNvPr>
          <p:cNvSpPr/>
          <p:nvPr/>
        </p:nvSpPr>
        <p:spPr>
          <a:xfrm>
            <a:off x="3758549" y="5742488"/>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Abel</a:t>
            </a:r>
          </a:p>
          <a:p>
            <a:pPr algn="ctr"/>
            <a:r>
              <a:rPr lang="en-US" sz="1200" dirty="0">
                <a:solidFill>
                  <a:schemeClr val="tx1"/>
                </a:solidFill>
              </a:rPr>
              <a:t>Documentation on topic XYZ</a:t>
            </a:r>
          </a:p>
        </p:txBody>
      </p:sp>
      <p:sp>
        <p:nvSpPr>
          <p:cNvPr id="207" name="Rectangle 206">
            <a:extLst>
              <a:ext uri="{FF2B5EF4-FFF2-40B4-BE49-F238E27FC236}">
                <a16:creationId xmlns:a16="http://schemas.microsoft.com/office/drawing/2014/main" id="{42D8A1BE-2C54-431C-84AF-5FBA7C86CDEE}"/>
              </a:ext>
            </a:extLst>
          </p:cNvPr>
          <p:cNvSpPr/>
          <p:nvPr/>
        </p:nvSpPr>
        <p:spPr>
          <a:xfrm>
            <a:off x="4009151" y="1979981"/>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Kane</a:t>
            </a:r>
          </a:p>
          <a:p>
            <a:pPr algn="ctr"/>
            <a:r>
              <a:rPr lang="en-US" sz="1200" dirty="0">
                <a:solidFill>
                  <a:schemeClr val="tx1"/>
                </a:solidFill>
              </a:rPr>
              <a:t>Documentation on topic X</a:t>
            </a:r>
          </a:p>
        </p:txBody>
      </p:sp>
      <p:sp>
        <p:nvSpPr>
          <p:cNvPr id="208" name="Rectangle 207">
            <a:extLst>
              <a:ext uri="{FF2B5EF4-FFF2-40B4-BE49-F238E27FC236}">
                <a16:creationId xmlns:a16="http://schemas.microsoft.com/office/drawing/2014/main" id="{09659EE9-A2EB-4057-97BF-DB43C643D569}"/>
              </a:ext>
            </a:extLst>
          </p:cNvPr>
          <p:cNvSpPr/>
          <p:nvPr/>
        </p:nvSpPr>
        <p:spPr>
          <a:xfrm>
            <a:off x="2441048" y="4518833"/>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Matthew</a:t>
            </a:r>
          </a:p>
          <a:p>
            <a:pPr algn="ctr"/>
            <a:r>
              <a:rPr lang="en-US" sz="1200" dirty="0">
                <a:solidFill>
                  <a:schemeClr val="tx1"/>
                </a:solidFill>
              </a:rPr>
              <a:t>Content about Topic YZ</a:t>
            </a:r>
          </a:p>
        </p:txBody>
      </p:sp>
      <p:sp>
        <p:nvSpPr>
          <p:cNvPr id="209" name="Rectangle 208">
            <a:extLst>
              <a:ext uri="{FF2B5EF4-FFF2-40B4-BE49-F238E27FC236}">
                <a16:creationId xmlns:a16="http://schemas.microsoft.com/office/drawing/2014/main" id="{22EEBFCD-556E-49BE-9651-FBA1B383430D}"/>
              </a:ext>
            </a:extLst>
          </p:cNvPr>
          <p:cNvSpPr/>
          <p:nvPr/>
        </p:nvSpPr>
        <p:spPr>
          <a:xfrm>
            <a:off x="3733079" y="3482571"/>
            <a:ext cx="1188550"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Sally</a:t>
            </a:r>
          </a:p>
          <a:p>
            <a:pPr algn="ctr"/>
            <a:r>
              <a:rPr lang="en-US" sz="1200" dirty="0">
                <a:solidFill>
                  <a:schemeClr val="tx1"/>
                </a:solidFill>
              </a:rPr>
              <a:t>List of key contacts for meetup invitation</a:t>
            </a:r>
          </a:p>
        </p:txBody>
      </p:sp>
      <p:sp>
        <p:nvSpPr>
          <p:cNvPr id="210" name="Rectangle 209">
            <a:extLst>
              <a:ext uri="{FF2B5EF4-FFF2-40B4-BE49-F238E27FC236}">
                <a16:creationId xmlns:a16="http://schemas.microsoft.com/office/drawing/2014/main" id="{0872E8F9-F38F-4088-8B92-0156D96DB2E5}"/>
              </a:ext>
            </a:extLst>
          </p:cNvPr>
          <p:cNvSpPr/>
          <p:nvPr/>
        </p:nvSpPr>
        <p:spPr>
          <a:xfrm>
            <a:off x="448442" y="5661932"/>
            <a:ext cx="1188550"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Wesley</a:t>
            </a:r>
          </a:p>
          <a:p>
            <a:pPr algn="ctr"/>
            <a:r>
              <a:rPr lang="en-US" sz="1200" dirty="0">
                <a:solidFill>
                  <a:schemeClr val="tx1"/>
                </a:solidFill>
              </a:rPr>
              <a:t>Knowledge Management Skills</a:t>
            </a:r>
          </a:p>
        </p:txBody>
      </p:sp>
      <p:sp>
        <p:nvSpPr>
          <p:cNvPr id="211" name="Rectangle 210">
            <a:extLst>
              <a:ext uri="{FF2B5EF4-FFF2-40B4-BE49-F238E27FC236}">
                <a16:creationId xmlns:a16="http://schemas.microsoft.com/office/drawing/2014/main" id="{437B9EBE-7769-48D0-9F48-59E434EE106D}"/>
              </a:ext>
            </a:extLst>
          </p:cNvPr>
          <p:cNvSpPr/>
          <p:nvPr/>
        </p:nvSpPr>
        <p:spPr>
          <a:xfrm>
            <a:off x="6901635" y="5315739"/>
            <a:ext cx="1144110" cy="76845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Wesley + Abel + Kane</a:t>
            </a:r>
          </a:p>
          <a:p>
            <a:pPr algn="ctr"/>
            <a:r>
              <a:rPr lang="en-US" sz="1200" dirty="0">
                <a:solidFill>
                  <a:schemeClr val="tx1"/>
                </a:solidFill>
              </a:rPr>
              <a:t>Create a joint documentation</a:t>
            </a:r>
          </a:p>
        </p:txBody>
      </p:sp>
      <p:sp>
        <p:nvSpPr>
          <p:cNvPr id="212" name="Rectangle 211">
            <a:extLst>
              <a:ext uri="{FF2B5EF4-FFF2-40B4-BE49-F238E27FC236}">
                <a16:creationId xmlns:a16="http://schemas.microsoft.com/office/drawing/2014/main" id="{E30BE77A-113B-4B74-A494-58B97B93737B}"/>
              </a:ext>
            </a:extLst>
          </p:cNvPr>
          <p:cNvSpPr/>
          <p:nvPr/>
        </p:nvSpPr>
        <p:spPr>
          <a:xfrm>
            <a:off x="7901427" y="3839307"/>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Matthew + Sally</a:t>
            </a:r>
          </a:p>
          <a:p>
            <a:pPr algn="ctr"/>
            <a:r>
              <a:rPr lang="en-US" sz="1200" dirty="0">
                <a:solidFill>
                  <a:schemeClr val="tx1"/>
                </a:solidFill>
              </a:rPr>
              <a:t>Create a Wiki</a:t>
            </a:r>
          </a:p>
        </p:txBody>
      </p:sp>
      <p:sp>
        <p:nvSpPr>
          <p:cNvPr id="213" name="Rectangle 212">
            <a:extLst>
              <a:ext uri="{FF2B5EF4-FFF2-40B4-BE49-F238E27FC236}">
                <a16:creationId xmlns:a16="http://schemas.microsoft.com/office/drawing/2014/main" id="{6CF53418-11D4-4203-9204-51B74BC8A0AC}"/>
              </a:ext>
            </a:extLst>
          </p:cNvPr>
          <p:cNvSpPr/>
          <p:nvPr/>
        </p:nvSpPr>
        <p:spPr>
          <a:xfrm>
            <a:off x="9700339" y="4752374"/>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Create a Wiki about XYZ</a:t>
            </a:r>
          </a:p>
        </p:txBody>
      </p:sp>
      <p:sp>
        <p:nvSpPr>
          <p:cNvPr id="214" name="Rectangle 213">
            <a:extLst>
              <a:ext uri="{FF2B5EF4-FFF2-40B4-BE49-F238E27FC236}">
                <a16:creationId xmlns:a16="http://schemas.microsoft.com/office/drawing/2014/main" id="{D9652E5E-9E58-4AFD-8FAA-F11D96CCFBC1}"/>
              </a:ext>
            </a:extLst>
          </p:cNvPr>
          <p:cNvSpPr/>
          <p:nvPr/>
        </p:nvSpPr>
        <p:spPr>
          <a:xfrm>
            <a:off x="10811838" y="4752374"/>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Create a meetup group about XYZ</a:t>
            </a:r>
          </a:p>
        </p:txBody>
      </p:sp>
      <p:sp>
        <p:nvSpPr>
          <p:cNvPr id="215" name="Rectangle 214">
            <a:extLst>
              <a:ext uri="{FF2B5EF4-FFF2-40B4-BE49-F238E27FC236}">
                <a16:creationId xmlns:a16="http://schemas.microsoft.com/office/drawing/2014/main" id="{F216D036-3EB8-47ED-B406-23D25E6CDB25}"/>
              </a:ext>
            </a:extLst>
          </p:cNvPr>
          <p:cNvSpPr/>
          <p:nvPr/>
        </p:nvSpPr>
        <p:spPr>
          <a:xfrm>
            <a:off x="6002455" y="3757486"/>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Karen + Sally + John</a:t>
            </a:r>
          </a:p>
          <a:p>
            <a:pPr algn="ctr"/>
            <a:r>
              <a:rPr lang="en-US" sz="1200" dirty="0">
                <a:solidFill>
                  <a:schemeClr val="tx1"/>
                </a:solidFill>
              </a:rPr>
              <a:t>Organize an event</a:t>
            </a:r>
          </a:p>
        </p:txBody>
      </p:sp>
      <p:sp>
        <p:nvSpPr>
          <p:cNvPr id="216" name="Rectangle 215">
            <a:extLst>
              <a:ext uri="{FF2B5EF4-FFF2-40B4-BE49-F238E27FC236}">
                <a16:creationId xmlns:a16="http://schemas.microsoft.com/office/drawing/2014/main" id="{4255E826-7924-4C48-BB78-C4A45DA006F6}"/>
              </a:ext>
            </a:extLst>
          </p:cNvPr>
          <p:cNvSpPr/>
          <p:nvPr/>
        </p:nvSpPr>
        <p:spPr>
          <a:xfrm>
            <a:off x="10157047" y="5578821"/>
            <a:ext cx="1490299"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Collect and share best practices about XYZ at company level</a:t>
            </a:r>
          </a:p>
        </p:txBody>
      </p:sp>
    </p:spTree>
    <p:extLst>
      <p:ext uri="{BB962C8B-B14F-4D97-AF65-F5344CB8AC3E}">
        <p14:creationId xmlns:p14="http://schemas.microsoft.com/office/powerpoint/2010/main" val="781059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Autofit/>
          </a:bodyPr>
          <a:lstStyle/>
          <a:p>
            <a:r>
              <a:rPr lang="en-US" sz="3200" dirty="0"/>
              <a:t>Why US ?</a:t>
            </a:r>
            <a:br>
              <a:rPr lang="en-US" sz="3200" dirty="0"/>
            </a:br>
            <a:r>
              <a:rPr lang="en-US" sz="3200" dirty="0"/>
              <a:t>House of contribution (visual workshop version example)</a:t>
            </a:r>
          </a:p>
        </p:txBody>
      </p:sp>
      <p:sp>
        <p:nvSpPr>
          <p:cNvPr id="48" name="ZoneTexte 47">
            <a:extLst>
              <a:ext uri="{FF2B5EF4-FFF2-40B4-BE49-F238E27FC236}">
                <a16:creationId xmlns:a16="http://schemas.microsoft.com/office/drawing/2014/main" id="{3342C862-0507-44EC-BE7E-B1D8E38192A5}"/>
              </a:ext>
            </a:extLst>
          </p:cNvPr>
          <p:cNvSpPr txBox="1"/>
          <p:nvPr/>
        </p:nvSpPr>
        <p:spPr>
          <a:xfrm>
            <a:off x="335488" y="1358255"/>
            <a:ext cx="4136283" cy="338554"/>
          </a:xfrm>
          <a:prstGeom prst="rect">
            <a:avLst/>
          </a:prstGeom>
          <a:noFill/>
        </p:spPr>
        <p:txBody>
          <a:bodyPr wrap="square">
            <a:spAutoFit/>
          </a:bodyPr>
          <a:lstStyle/>
          <a:p>
            <a:pPr algn="ctr"/>
            <a:r>
              <a:rPr lang="en-US" sz="1600" b="1" i="1" dirty="0"/>
              <a:t>What everyone can start bringing for the goal</a:t>
            </a:r>
          </a:p>
        </p:txBody>
      </p:sp>
      <p:grpSp>
        <p:nvGrpSpPr>
          <p:cNvPr id="55" name="Groupe 54">
            <a:extLst>
              <a:ext uri="{FF2B5EF4-FFF2-40B4-BE49-F238E27FC236}">
                <a16:creationId xmlns:a16="http://schemas.microsoft.com/office/drawing/2014/main" id="{26EBE82C-A9CF-44DD-A535-F92283AA2649}"/>
              </a:ext>
            </a:extLst>
          </p:cNvPr>
          <p:cNvGrpSpPr/>
          <p:nvPr/>
        </p:nvGrpSpPr>
        <p:grpSpPr>
          <a:xfrm>
            <a:off x="2609577" y="1563591"/>
            <a:ext cx="1467257" cy="1169474"/>
            <a:chOff x="2609577" y="1563591"/>
            <a:chExt cx="1467257" cy="1169474"/>
          </a:xfrm>
        </p:grpSpPr>
        <p:grpSp>
          <p:nvGrpSpPr>
            <p:cNvPr id="42" name="Groupe 41">
              <a:extLst>
                <a:ext uri="{FF2B5EF4-FFF2-40B4-BE49-F238E27FC236}">
                  <a16:creationId xmlns:a16="http://schemas.microsoft.com/office/drawing/2014/main" id="{355A2826-D35C-4355-8D6F-CA811352584A}"/>
                </a:ext>
              </a:extLst>
            </p:cNvPr>
            <p:cNvGrpSpPr/>
            <p:nvPr/>
          </p:nvGrpSpPr>
          <p:grpSpPr>
            <a:xfrm>
              <a:off x="2609577" y="1563591"/>
              <a:ext cx="1412109" cy="1169474"/>
              <a:chOff x="2645545" y="3994190"/>
              <a:chExt cx="1412109" cy="1169474"/>
            </a:xfrm>
          </p:grpSpPr>
          <p:pic>
            <p:nvPicPr>
              <p:cNvPr id="43" name="Graphique 42" descr="Diable avec un remplissage uni">
                <a:extLst>
                  <a:ext uri="{FF2B5EF4-FFF2-40B4-BE49-F238E27FC236}">
                    <a16:creationId xmlns:a16="http://schemas.microsoft.com/office/drawing/2014/main" id="{8244A6A4-C5E1-4062-A01E-7F8B5AD111C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4" name="Graphique 43" descr="Base-ball avec un remplissage uni">
                <a:extLst>
                  <a:ext uri="{FF2B5EF4-FFF2-40B4-BE49-F238E27FC236}">
                    <a16:creationId xmlns:a16="http://schemas.microsoft.com/office/drawing/2014/main" id="{5C12E74D-1A36-40E7-8099-519692F521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5" name="Rectangle 44">
                <a:extLst>
                  <a:ext uri="{FF2B5EF4-FFF2-40B4-BE49-F238E27FC236}">
                    <a16:creationId xmlns:a16="http://schemas.microsoft.com/office/drawing/2014/main" id="{1AFD5C9D-8C2F-4199-9991-CDDA10264D43}"/>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4" name="Graphique 53" descr="Boîte à archives avec un remplissage uni">
              <a:extLst>
                <a:ext uri="{FF2B5EF4-FFF2-40B4-BE49-F238E27FC236}">
                  <a16:creationId xmlns:a16="http://schemas.microsoft.com/office/drawing/2014/main" id="{78459876-A327-48F8-A172-A2B68D6C0D8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6" name="Groupe 85">
            <a:extLst>
              <a:ext uri="{FF2B5EF4-FFF2-40B4-BE49-F238E27FC236}">
                <a16:creationId xmlns:a16="http://schemas.microsoft.com/office/drawing/2014/main" id="{2866E67F-F311-4588-B703-8A697368E469}"/>
              </a:ext>
            </a:extLst>
          </p:cNvPr>
          <p:cNvGrpSpPr/>
          <p:nvPr/>
        </p:nvGrpSpPr>
        <p:grpSpPr>
          <a:xfrm>
            <a:off x="2547542" y="5603914"/>
            <a:ext cx="1467257" cy="1169474"/>
            <a:chOff x="2609577" y="1563591"/>
            <a:chExt cx="1467257" cy="1169474"/>
          </a:xfrm>
        </p:grpSpPr>
        <p:grpSp>
          <p:nvGrpSpPr>
            <p:cNvPr id="87" name="Groupe 86">
              <a:extLst>
                <a:ext uri="{FF2B5EF4-FFF2-40B4-BE49-F238E27FC236}">
                  <a16:creationId xmlns:a16="http://schemas.microsoft.com/office/drawing/2014/main" id="{F451FCE1-F2B0-484F-A08F-2CB7D2FEC9EC}"/>
                </a:ext>
              </a:extLst>
            </p:cNvPr>
            <p:cNvGrpSpPr/>
            <p:nvPr/>
          </p:nvGrpSpPr>
          <p:grpSpPr>
            <a:xfrm>
              <a:off x="2609577" y="1563591"/>
              <a:ext cx="1412109" cy="1169474"/>
              <a:chOff x="2645545" y="3994190"/>
              <a:chExt cx="1412109" cy="1169474"/>
            </a:xfrm>
          </p:grpSpPr>
          <p:pic>
            <p:nvPicPr>
              <p:cNvPr id="89" name="Graphique 88" descr="Diable avec un remplissage uni">
                <a:extLst>
                  <a:ext uri="{FF2B5EF4-FFF2-40B4-BE49-F238E27FC236}">
                    <a16:creationId xmlns:a16="http://schemas.microsoft.com/office/drawing/2014/main" id="{9F087DA0-B39B-45CC-B709-2E92EC9B9C5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0" name="Graphique 89" descr="Base-ball avec un remplissage uni">
                <a:extLst>
                  <a:ext uri="{FF2B5EF4-FFF2-40B4-BE49-F238E27FC236}">
                    <a16:creationId xmlns:a16="http://schemas.microsoft.com/office/drawing/2014/main" id="{E0377BB5-85CB-4162-B1DD-0EDAEE890DD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1" name="Rectangle 90">
                <a:extLst>
                  <a:ext uri="{FF2B5EF4-FFF2-40B4-BE49-F238E27FC236}">
                    <a16:creationId xmlns:a16="http://schemas.microsoft.com/office/drawing/2014/main" id="{F7F87CA6-C82F-4A7C-810C-6966E88C7137}"/>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8" name="Graphique 87" descr="Boîte à archives avec un remplissage uni">
              <a:extLst>
                <a:ext uri="{FF2B5EF4-FFF2-40B4-BE49-F238E27FC236}">
                  <a16:creationId xmlns:a16="http://schemas.microsoft.com/office/drawing/2014/main" id="{D1F7AED6-42D3-4C34-9625-A3D14E52FB4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6" name="Groupe 5">
            <a:extLst>
              <a:ext uri="{FF2B5EF4-FFF2-40B4-BE49-F238E27FC236}">
                <a16:creationId xmlns:a16="http://schemas.microsoft.com/office/drawing/2014/main" id="{5FB41C06-1F54-4F63-8814-51F4614A43BD}"/>
              </a:ext>
            </a:extLst>
          </p:cNvPr>
          <p:cNvGrpSpPr/>
          <p:nvPr/>
        </p:nvGrpSpPr>
        <p:grpSpPr>
          <a:xfrm>
            <a:off x="796673" y="2005649"/>
            <a:ext cx="1383385" cy="1242096"/>
            <a:chOff x="5247267" y="8072371"/>
            <a:chExt cx="817082" cy="733631"/>
          </a:xfrm>
        </p:grpSpPr>
        <p:grpSp>
          <p:nvGrpSpPr>
            <p:cNvPr id="105" name="Groupe 104">
              <a:extLst>
                <a:ext uri="{FF2B5EF4-FFF2-40B4-BE49-F238E27FC236}">
                  <a16:creationId xmlns:a16="http://schemas.microsoft.com/office/drawing/2014/main" id="{C0F240FA-5C73-4FB1-8941-6BE1105F18DB}"/>
                </a:ext>
              </a:extLst>
            </p:cNvPr>
            <p:cNvGrpSpPr/>
            <p:nvPr/>
          </p:nvGrpSpPr>
          <p:grpSpPr>
            <a:xfrm>
              <a:off x="5247267" y="8117813"/>
              <a:ext cx="817082" cy="688189"/>
              <a:chOff x="3890963" y="2438774"/>
              <a:chExt cx="1085661" cy="914400"/>
            </a:xfrm>
          </p:grpSpPr>
          <p:pic>
            <p:nvPicPr>
              <p:cNvPr id="192" name="Graphique 191" descr="Culturiste avec un remplissage uni">
                <a:extLst>
                  <a:ext uri="{FF2B5EF4-FFF2-40B4-BE49-F238E27FC236}">
                    <a16:creationId xmlns:a16="http://schemas.microsoft.com/office/drawing/2014/main" id="{76A45FC6-5C96-49A8-AC35-BC18F11D6CB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981356" y="2438774"/>
                <a:ext cx="914400" cy="914400"/>
              </a:xfrm>
              <a:prstGeom prst="rect">
                <a:avLst/>
              </a:prstGeom>
            </p:spPr>
          </p:pic>
          <p:sp>
            <p:nvSpPr>
              <p:cNvPr id="193" name="Rectangle 192">
                <a:extLst>
                  <a:ext uri="{FF2B5EF4-FFF2-40B4-BE49-F238E27FC236}">
                    <a16:creationId xmlns:a16="http://schemas.microsoft.com/office/drawing/2014/main" id="{CB8D01E4-F3DD-439C-927A-661004280E40}"/>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4" name="Rectangle 193">
                <a:extLst>
                  <a:ext uri="{FF2B5EF4-FFF2-40B4-BE49-F238E27FC236}">
                    <a16:creationId xmlns:a16="http://schemas.microsoft.com/office/drawing/2014/main" id="{8232BE64-879E-4932-8F1C-EBC70379A39D}"/>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07" name="Rectangle 106">
              <a:extLst>
                <a:ext uri="{FF2B5EF4-FFF2-40B4-BE49-F238E27FC236}">
                  <a16:creationId xmlns:a16="http://schemas.microsoft.com/office/drawing/2014/main" id="{9BF03B67-30A6-425A-9D7A-E2238247F21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09" name="Groupe 108">
            <a:extLst>
              <a:ext uri="{FF2B5EF4-FFF2-40B4-BE49-F238E27FC236}">
                <a16:creationId xmlns:a16="http://schemas.microsoft.com/office/drawing/2014/main" id="{35A820B9-71C1-40B2-949A-BA546FD0C884}"/>
              </a:ext>
            </a:extLst>
          </p:cNvPr>
          <p:cNvGrpSpPr/>
          <p:nvPr/>
        </p:nvGrpSpPr>
        <p:grpSpPr>
          <a:xfrm flipH="1">
            <a:off x="482631" y="3516088"/>
            <a:ext cx="627050" cy="1144490"/>
            <a:chOff x="5134003" y="2196472"/>
            <a:chExt cx="563254" cy="1156702"/>
          </a:xfrm>
        </p:grpSpPr>
        <p:pic>
          <p:nvPicPr>
            <p:cNvPr id="175" name="Graphique 174" descr="Réussite du groupe avec un remplissage uni">
              <a:extLst>
                <a:ext uri="{FF2B5EF4-FFF2-40B4-BE49-F238E27FC236}">
                  <a16:creationId xmlns:a16="http://schemas.microsoft.com/office/drawing/2014/main" id="{BE19C2B3-0721-44D3-8CD1-48D9E0F7C055}"/>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69977" t="13713" r="6403" b="17430"/>
            <a:stretch/>
          </p:blipFill>
          <p:spPr>
            <a:xfrm>
              <a:off x="5300474" y="2196472"/>
              <a:ext cx="396783" cy="1156702"/>
            </a:xfrm>
            <a:prstGeom prst="rect">
              <a:avLst/>
            </a:prstGeom>
          </p:spPr>
        </p:pic>
        <p:sp>
          <p:nvSpPr>
            <p:cNvPr id="176" name="Rectangle 175">
              <a:extLst>
                <a:ext uri="{FF2B5EF4-FFF2-40B4-BE49-F238E27FC236}">
                  <a16:creationId xmlns:a16="http://schemas.microsoft.com/office/drawing/2014/main" id="{FA4C0BA6-2A92-40FD-9077-52FC594CF4A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5" name="Groupe 194">
            <a:extLst>
              <a:ext uri="{FF2B5EF4-FFF2-40B4-BE49-F238E27FC236}">
                <a16:creationId xmlns:a16="http://schemas.microsoft.com/office/drawing/2014/main" id="{4E1CCD66-BD6E-44D5-8754-3F78CF91EE84}"/>
              </a:ext>
            </a:extLst>
          </p:cNvPr>
          <p:cNvGrpSpPr/>
          <p:nvPr/>
        </p:nvGrpSpPr>
        <p:grpSpPr>
          <a:xfrm>
            <a:off x="1624159" y="4201734"/>
            <a:ext cx="1383385" cy="1242096"/>
            <a:chOff x="5247267" y="8072371"/>
            <a:chExt cx="817082" cy="733631"/>
          </a:xfrm>
        </p:grpSpPr>
        <p:grpSp>
          <p:nvGrpSpPr>
            <p:cNvPr id="196" name="Groupe 195">
              <a:extLst>
                <a:ext uri="{FF2B5EF4-FFF2-40B4-BE49-F238E27FC236}">
                  <a16:creationId xmlns:a16="http://schemas.microsoft.com/office/drawing/2014/main" id="{98ADEBB3-869F-4DF0-9E84-CB3CEA5A7DE3}"/>
                </a:ext>
              </a:extLst>
            </p:cNvPr>
            <p:cNvGrpSpPr/>
            <p:nvPr/>
          </p:nvGrpSpPr>
          <p:grpSpPr>
            <a:xfrm>
              <a:off x="5247267" y="8117813"/>
              <a:ext cx="817082" cy="688189"/>
              <a:chOff x="3890963" y="2438774"/>
              <a:chExt cx="1085661" cy="914400"/>
            </a:xfrm>
          </p:grpSpPr>
          <p:pic>
            <p:nvPicPr>
              <p:cNvPr id="198" name="Graphique 197" descr="Culturiste avec un remplissage uni">
                <a:extLst>
                  <a:ext uri="{FF2B5EF4-FFF2-40B4-BE49-F238E27FC236}">
                    <a16:creationId xmlns:a16="http://schemas.microsoft.com/office/drawing/2014/main" id="{AC7B218B-262F-409C-B9EB-C90FB52588D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981356" y="2438774"/>
                <a:ext cx="914400" cy="914400"/>
              </a:xfrm>
              <a:prstGeom prst="rect">
                <a:avLst/>
              </a:prstGeom>
            </p:spPr>
          </p:pic>
          <p:sp>
            <p:nvSpPr>
              <p:cNvPr id="199" name="Rectangle 198">
                <a:extLst>
                  <a:ext uri="{FF2B5EF4-FFF2-40B4-BE49-F238E27FC236}">
                    <a16:creationId xmlns:a16="http://schemas.microsoft.com/office/drawing/2014/main" id="{B5FDC8FE-C73E-409E-BAED-AA5F4566E30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0" name="Rectangle 199">
                <a:extLst>
                  <a:ext uri="{FF2B5EF4-FFF2-40B4-BE49-F238E27FC236}">
                    <a16:creationId xmlns:a16="http://schemas.microsoft.com/office/drawing/2014/main" id="{118BDBAE-CAD8-437A-B143-72E96592EE25}"/>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7" name="Rectangle 196">
              <a:extLst>
                <a:ext uri="{FF2B5EF4-FFF2-40B4-BE49-F238E27FC236}">
                  <a16:creationId xmlns:a16="http://schemas.microsoft.com/office/drawing/2014/main" id="{01AFD1CB-4387-4339-ABD7-CDEAFF91FC7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1" name="Groupe 200">
            <a:extLst>
              <a:ext uri="{FF2B5EF4-FFF2-40B4-BE49-F238E27FC236}">
                <a16:creationId xmlns:a16="http://schemas.microsoft.com/office/drawing/2014/main" id="{7853BF78-AA9F-461F-B621-B7EFE53AFBFA}"/>
              </a:ext>
            </a:extLst>
          </p:cNvPr>
          <p:cNvGrpSpPr/>
          <p:nvPr/>
        </p:nvGrpSpPr>
        <p:grpSpPr>
          <a:xfrm flipH="1">
            <a:off x="413196" y="5311500"/>
            <a:ext cx="635480" cy="1274252"/>
            <a:chOff x="5134003" y="2196472"/>
            <a:chExt cx="563254" cy="1156702"/>
          </a:xfrm>
        </p:grpSpPr>
        <p:pic>
          <p:nvPicPr>
            <p:cNvPr id="202" name="Graphique 201" descr="Réussite du groupe avec un remplissage uni">
              <a:extLst>
                <a:ext uri="{FF2B5EF4-FFF2-40B4-BE49-F238E27FC236}">
                  <a16:creationId xmlns:a16="http://schemas.microsoft.com/office/drawing/2014/main" id="{DB737901-907F-4ED9-B81C-24BCBF00515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69977" t="13713" r="6403" b="17430"/>
            <a:stretch/>
          </p:blipFill>
          <p:spPr>
            <a:xfrm>
              <a:off x="5300474" y="2196472"/>
              <a:ext cx="396783" cy="1156702"/>
            </a:xfrm>
            <a:prstGeom prst="rect">
              <a:avLst/>
            </a:prstGeom>
          </p:spPr>
        </p:pic>
        <p:sp>
          <p:nvSpPr>
            <p:cNvPr id="203" name="Rectangle 202">
              <a:extLst>
                <a:ext uri="{FF2B5EF4-FFF2-40B4-BE49-F238E27FC236}">
                  <a16:creationId xmlns:a16="http://schemas.microsoft.com/office/drawing/2014/main" id="{3D35CB96-3794-4B3B-A7DB-5861F45A8F9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4" name="Groupe 203">
            <a:extLst>
              <a:ext uri="{FF2B5EF4-FFF2-40B4-BE49-F238E27FC236}">
                <a16:creationId xmlns:a16="http://schemas.microsoft.com/office/drawing/2014/main" id="{64C304F4-7F94-4FD2-BC45-B7945319CAB8}"/>
              </a:ext>
            </a:extLst>
          </p:cNvPr>
          <p:cNvGrpSpPr/>
          <p:nvPr/>
        </p:nvGrpSpPr>
        <p:grpSpPr>
          <a:xfrm flipH="1">
            <a:off x="3424466" y="3197940"/>
            <a:ext cx="544643" cy="1109212"/>
            <a:chOff x="5134003" y="2196472"/>
            <a:chExt cx="563254" cy="1156702"/>
          </a:xfrm>
        </p:grpSpPr>
        <p:pic>
          <p:nvPicPr>
            <p:cNvPr id="205" name="Graphique 204" descr="Réussite du groupe avec un remplissage uni">
              <a:extLst>
                <a:ext uri="{FF2B5EF4-FFF2-40B4-BE49-F238E27FC236}">
                  <a16:creationId xmlns:a16="http://schemas.microsoft.com/office/drawing/2014/main" id="{B45A7477-1594-4A43-A8DC-C7551975CD56}"/>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69977" t="13713" r="6403" b="17430"/>
            <a:stretch/>
          </p:blipFill>
          <p:spPr>
            <a:xfrm>
              <a:off x="5300474" y="2196472"/>
              <a:ext cx="396783" cy="1156702"/>
            </a:xfrm>
            <a:prstGeom prst="rect">
              <a:avLst/>
            </a:prstGeom>
          </p:spPr>
        </p:pic>
        <p:sp>
          <p:nvSpPr>
            <p:cNvPr id="206" name="Rectangle 205">
              <a:extLst>
                <a:ext uri="{FF2B5EF4-FFF2-40B4-BE49-F238E27FC236}">
                  <a16:creationId xmlns:a16="http://schemas.microsoft.com/office/drawing/2014/main" id="{4666D706-FB2B-426F-8DB0-1FB75CA41269}"/>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3" name="Rectangle 2">
            <a:extLst>
              <a:ext uri="{FF2B5EF4-FFF2-40B4-BE49-F238E27FC236}">
                <a16:creationId xmlns:a16="http://schemas.microsoft.com/office/drawing/2014/main" id="{DAC39AE7-8D07-4B89-B94B-02543B7C6B8D}"/>
              </a:ext>
            </a:extLst>
          </p:cNvPr>
          <p:cNvSpPr/>
          <p:nvPr/>
        </p:nvSpPr>
        <p:spPr>
          <a:xfrm>
            <a:off x="93680" y="2122319"/>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Karen</a:t>
            </a:r>
          </a:p>
          <a:p>
            <a:pPr algn="ctr"/>
            <a:r>
              <a:rPr lang="en-US" sz="1200" dirty="0">
                <a:solidFill>
                  <a:schemeClr val="tx1"/>
                </a:solidFill>
              </a:rPr>
              <a:t>Skills in Events Facilitation</a:t>
            </a:r>
          </a:p>
        </p:txBody>
      </p:sp>
      <p:sp>
        <p:nvSpPr>
          <p:cNvPr id="177" name="Rectangle 176">
            <a:extLst>
              <a:ext uri="{FF2B5EF4-FFF2-40B4-BE49-F238E27FC236}">
                <a16:creationId xmlns:a16="http://schemas.microsoft.com/office/drawing/2014/main" id="{31F9CEDF-D8EF-4782-97B7-F3EEF165730E}"/>
              </a:ext>
            </a:extLst>
          </p:cNvPr>
          <p:cNvSpPr/>
          <p:nvPr/>
        </p:nvSpPr>
        <p:spPr>
          <a:xfrm>
            <a:off x="901733" y="3640946"/>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John</a:t>
            </a:r>
          </a:p>
          <a:p>
            <a:pPr algn="ctr"/>
            <a:r>
              <a:rPr lang="en-US" sz="1200" dirty="0">
                <a:solidFill>
                  <a:schemeClr val="tx1"/>
                </a:solidFill>
              </a:rPr>
              <a:t>Thorough and rich Feedback</a:t>
            </a:r>
          </a:p>
        </p:txBody>
      </p:sp>
      <p:sp>
        <p:nvSpPr>
          <p:cNvPr id="178" name="Rectangle 177">
            <a:extLst>
              <a:ext uri="{FF2B5EF4-FFF2-40B4-BE49-F238E27FC236}">
                <a16:creationId xmlns:a16="http://schemas.microsoft.com/office/drawing/2014/main" id="{8AD1742C-C5FB-47CD-975F-CB300E338372}"/>
              </a:ext>
            </a:extLst>
          </p:cNvPr>
          <p:cNvSpPr/>
          <p:nvPr/>
        </p:nvSpPr>
        <p:spPr>
          <a:xfrm>
            <a:off x="3758549" y="5742488"/>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Abel</a:t>
            </a:r>
          </a:p>
          <a:p>
            <a:pPr algn="ctr"/>
            <a:r>
              <a:rPr lang="en-US" sz="1200" dirty="0">
                <a:solidFill>
                  <a:schemeClr val="tx1"/>
                </a:solidFill>
              </a:rPr>
              <a:t>Documentation on topic XYZ</a:t>
            </a:r>
          </a:p>
        </p:txBody>
      </p:sp>
      <p:sp>
        <p:nvSpPr>
          <p:cNvPr id="207" name="Rectangle 206">
            <a:extLst>
              <a:ext uri="{FF2B5EF4-FFF2-40B4-BE49-F238E27FC236}">
                <a16:creationId xmlns:a16="http://schemas.microsoft.com/office/drawing/2014/main" id="{42D8A1BE-2C54-431C-84AF-5FBA7C86CDEE}"/>
              </a:ext>
            </a:extLst>
          </p:cNvPr>
          <p:cNvSpPr/>
          <p:nvPr/>
        </p:nvSpPr>
        <p:spPr>
          <a:xfrm>
            <a:off x="4009151" y="1979981"/>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Kane</a:t>
            </a:r>
          </a:p>
          <a:p>
            <a:pPr algn="ctr"/>
            <a:r>
              <a:rPr lang="en-US" sz="1200" dirty="0">
                <a:solidFill>
                  <a:schemeClr val="tx1"/>
                </a:solidFill>
              </a:rPr>
              <a:t>Documentation on topic X</a:t>
            </a:r>
          </a:p>
        </p:txBody>
      </p:sp>
      <p:sp>
        <p:nvSpPr>
          <p:cNvPr id="208" name="Rectangle 207">
            <a:extLst>
              <a:ext uri="{FF2B5EF4-FFF2-40B4-BE49-F238E27FC236}">
                <a16:creationId xmlns:a16="http://schemas.microsoft.com/office/drawing/2014/main" id="{09659EE9-A2EB-4057-97BF-DB43C643D569}"/>
              </a:ext>
            </a:extLst>
          </p:cNvPr>
          <p:cNvSpPr/>
          <p:nvPr/>
        </p:nvSpPr>
        <p:spPr>
          <a:xfrm>
            <a:off x="2441048" y="4518833"/>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Matthew</a:t>
            </a:r>
          </a:p>
          <a:p>
            <a:pPr algn="ctr"/>
            <a:r>
              <a:rPr lang="en-US" sz="1200" dirty="0">
                <a:solidFill>
                  <a:schemeClr val="tx1"/>
                </a:solidFill>
              </a:rPr>
              <a:t>Content about Topic YZ</a:t>
            </a:r>
          </a:p>
        </p:txBody>
      </p:sp>
      <p:sp>
        <p:nvSpPr>
          <p:cNvPr id="209" name="Rectangle 208">
            <a:extLst>
              <a:ext uri="{FF2B5EF4-FFF2-40B4-BE49-F238E27FC236}">
                <a16:creationId xmlns:a16="http://schemas.microsoft.com/office/drawing/2014/main" id="{22EEBFCD-556E-49BE-9651-FBA1B383430D}"/>
              </a:ext>
            </a:extLst>
          </p:cNvPr>
          <p:cNvSpPr/>
          <p:nvPr/>
        </p:nvSpPr>
        <p:spPr>
          <a:xfrm>
            <a:off x="3733079" y="3482571"/>
            <a:ext cx="1188550"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Sally</a:t>
            </a:r>
          </a:p>
          <a:p>
            <a:pPr algn="ctr"/>
            <a:r>
              <a:rPr lang="en-US" sz="1200" dirty="0">
                <a:solidFill>
                  <a:schemeClr val="tx1"/>
                </a:solidFill>
              </a:rPr>
              <a:t>List of key contacts for meetup invitation</a:t>
            </a:r>
          </a:p>
        </p:txBody>
      </p:sp>
      <p:sp>
        <p:nvSpPr>
          <p:cNvPr id="210" name="Rectangle 209">
            <a:extLst>
              <a:ext uri="{FF2B5EF4-FFF2-40B4-BE49-F238E27FC236}">
                <a16:creationId xmlns:a16="http://schemas.microsoft.com/office/drawing/2014/main" id="{0872E8F9-F38F-4088-8B92-0156D96DB2E5}"/>
              </a:ext>
            </a:extLst>
          </p:cNvPr>
          <p:cNvSpPr/>
          <p:nvPr/>
        </p:nvSpPr>
        <p:spPr>
          <a:xfrm>
            <a:off x="448442" y="5661932"/>
            <a:ext cx="1188550"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Wesley</a:t>
            </a:r>
          </a:p>
          <a:p>
            <a:pPr algn="ctr"/>
            <a:r>
              <a:rPr lang="en-US" sz="1200" dirty="0">
                <a:solidFill>
                  <a:schemeClr val="tx1"/>
                </a:solidFill>
              </a:rPr>
              <a:t>Knowledge Management Skills</a:t>
            </a:r>
          </a:p>
        </p:txBody>
      </p:sp>
      <p:sp>
        <p:nvSpPr>
          <p:cNvPr id="217" name="ZoneTexte 216">
            <a:extLst>
              <a:ext uri="{FF2B5EF4-FFF2-40B4-BE49-F238E27FC236}">
                <a16:creationId xmlns:a16="http://schemas.microsoft.com/office/drawing/2014/main" id="{00E8A6F3-B75D-42EE-99E5-1E2DE253ADF9}"/>
              </a:ext>
            </a:extLst>
          </p:cNvPr>
          <p:cNvSpPr txBox="1"/>
          <p:nvPr/>
        </p:nvSpPr>
        <p:spPr>
          <a:xfrm>
            <a:off x="6356451" y="2092141"/>
            <a:ext cx="4895822" cy="3693319"/>
          </a:xfrm>
          <a:prstGeom prst="rect">
            <a:avLst/>
          </a:prstGeom>
          <a:noFill/>
        </p:spPr>
        <p:txBody>
          <a:bodyPr wrap="square">
            <a:spAutoFit/>
          </a:bodyPr>
          <a:lstStyle/>
          <a:p>
            <a:r>
              <a:rPr lang="en-US" b="1" dirty="0">
                <a:solidFill>
                  <a:srgbClr val="333333"/>
                </a:solidFill>
                <a:effectLst/>
              </a:rPr>
              <a:t>What to write at this moment of the workshop ?</a:t>
            </a:r>
            <a:br>
              <a:rPr lang="en-US" dirty="0"/>
            </a:br>
            <a:r>
              <a:rPr lang="en-US" dirty="0">
                <a:solidFill>
                  <a:srgbClr val="333333"/>
                </a:solidFill>
                <a:effectLst/>
              </a:rPr>
              <a:t>(It is not easy to think of "Everything one can bring", just write down what comes into mind first</a:t>
            </a:r>
            <a:r>
              <a:rPr lang="en-US" b="1" dirty="0">
                <a:solidFill>
                  <a:srgbClr val="333333"/>
                </a:solidFill>
                <a:effectLst/>
              </a:rPr>
              <a:t> given the purpose of the Community)</a:t>
            </a:r>
            <a:endParaRPr lang="en-US" b="1" dirty="0">
              <a:solidFill>
                <a:srgbClr val="333333"/>
              </a:solidFill>
            </a:endParaRPr>
          </a:p>
          <a:p>
            <a:pPr marL="285750" indent="-285750">
              <a:buFont typeface="Arial" panose="020B0604020202020204" pitchFamily="34" charset="0"/>
              <a:buChar char="•"/>
            </a:pPr>
            <a:endParaRPr lang="en-US" b="1" dirty="0">
              <a:solidFill>
                <a:srgbClr val="333333"/>
              </a:solidFill>
            </a:endParaRPr>
          </a:p>
          <a:p>
            <a:pPr marL="285750" indent="-285750">
              <a:buFont typeface="Arial" panose="020B0604020202020204" pitchFamily="34" charset="0"/>
              <a:buChar char="•"/>
            </a:pPr>
            <a:r>
              <a:rPr lang="en-US" dirty="0"/>
              <a:t>Personal Skills you think might be useful for the Community</a:t>
            </a:r>
          </a:p>
          <a:p>
            <a:pPr marL="285750" indent="-285750">
              <a:buFont typeface="Arial" panose="020B0604020202020204" pitchFamily="34" charset="0"/>
              <a:buChar char="•"/>
            </a:pPr>
            <a:r>
              <a:rPr lang="en-US" dirty="0"/>
              <a:t>Contacts and personal network that might be interested in or interesting for the Community</a:t>
            </a:r>
          </a:p>
          <a:p>
            <a:pPr marL="285750" indent="-285750">
              <a:buFont typeface="Arial" panose="020B0604020202020204" pitchFamily="34" charset="0"/>
              <a:buChar char="•"/>
            </a:pPr>
            <a:r>
              <a:rPr lang="en-US" dirty="0"/>
              <a:t>Level of availability (hours per week, ...) that one can bring for the Community</a:t>
            </a:r>
          </a:p>
          <a:p>
            <a:pPr marL="285750" indent="-285750">
              <a:buFont typeface="Arial" panose="020B0604020202020204" pitchFamily="34" charset="0"/>
              <a:buChar char="•"/>
            </a:pPr>
            <a:r>
              <a:rPr lang="en-US" dirty="0"/>
              <a:t>Resources (documents, tools, accesses, ...) that might serve</a:t>
            </a:r>
          </a:p>
        </p:txBody>
      </p:sp>
    </p:spTree>
    <p:extLst>
      <p:ext uri="{BB962C8B-B14F-4D97-AF65-F5344CB8AC3E}">
        <p14:creationId xmlns:p14="http://schemas.microsoft.com/office/powerpoint/2010/main" val="2950735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Autofit/>
          </a:bodyPr>
          <a:lstStyle/>
          <a:p>
            <a:r>
              <a:rPr lang="en-US" sz="3200" dirty="0"/>
              <a:t>Why US ?</a:t>
            </a:r>
            <a:br>
              <a:rPr lang="en-US" sz="3200" dirty="0"/>
            </a:br>
            <a:r>
              <a:rPr lang="en-US" sz="3200" dirty="0"/>
              <a:t>House of contribution (visual workshop version example)</a:t>
            </a:r>
          </a:p>
        </p:txBody>
      </p:sp>
      <p:sp>
        <p:nvSpPr>
          <p:cNvPr id="49" name="ZoneTexte 48">
            <a:extLst>
              <a:ext uri="{FF2B5EF4-FFF2-40B4-BE49-F238E27FC236}">
                <a16:creationId xmlns:a16="http://schemas.microsoft.com/office/drawing/2014/main" id="{13C61C05-6FCE-4C2F-B888-2189F503860F}"/>
              </a:ext>
            </a:extLst>
          </p:cNvPr>
          <p:cNvSpPr txBox="1"/>
          <p:nvPr/>
        </p:nvSpPr>
        <p:spPr>
          <a:xfrm>
            <a:off x="600981" y="1399869"/>
            <a:ext cx="2258641" cy="584775"/>
          </a:xfrm>
          <a:prstGeom prst="rect">
            <a:avLst/>
          </a:prstGeom>
          <a:noFill/>
        </p:spPr>
        <p:txBody>
          <a:bodyPr wrap="square">
            <a:spAutoFit/>
          </a:bodyPr>
          <a:lstStyle/>
          <a:p>
            <a:pPr algn="ctr"/>
            <a:r>
              <a:rPr lang="en-US" sz="1600" b="1" i="1" dirty="0"/>
              <a:t>First Ideas of combined contributions</a:t>
            </a:r>
          </a:p>
        </p:txBody>
      </p:sp>
      <p:grpSp>
        <p:nvGrpSpPr>
          <p:cNvPr id="106" name="Groupe 105">
            <a:extLst>
              <a:ext uri="{FF2B5EF4-FFF2-40B4-BE49-F238E27FC236}">
                <a16:creationId xmlns:a16="http://schemas.microsoft.com/office/drawing/2014/main" id="{13B2CE95-C8C7-4A5C-92F1-EC2A4420DB71}"/>
              </a:ext>
            </a:extLst>
          </p:cNvPr>
          <p:cNvGrpSpPr/>
          <p:nvPr/>
        </p:nvGrpSpPr>
        <p:grpSpPr>
          <a:xfrm flipH="1">
            <a:off x="663244" y="2870280"/>
            <a:ext cx="1093937" cy="1165158"/>
            <a:chOff x="1680627" y="1783722"/>
            <a:chExt cx="1331514" cy="1331514"/>
          </a:xfrm>
        </p:grpSpPr>
        <p:pic>
          <p:nvPicPr>
            <p:cNvPr id="179" name="Graphique 178" descr="Mur de briques en construction avec un remplissage uni">
              <a:extLst>
                <a:ext uri="{FF2B5EF4-FFF2-40B4-BE49-F238E27FC236}">
                  <a16:creationId xmlns:a16="http://schemas.microsoft.com/office/drawing/2014/main" id="{13F6B018-6351-4C3D-852E-8A5F57E1A2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80627" y="1783722"/>
              <a:ext cx="1331514" cy="1331514"/>
            </a:xfrm>
            <a:prstGeom prst="rect">
              <a:avLst/>
            </a:prstGeom>
          </p:spPr>
        </p:pic>
        <p:sp>
          <p:nvSpPr>
            <p:cNvPr id="180" name="Rectangle 179">
              <a:extLst>
                <a:ext uri="{FF2B5EF4-FFF2-40B4-BE49-F238E27FC236}">
                  <a16:creationId xmlns:a16="http://schemas.microsoft.com/office/drawing/2014/main" id="{20453177-74D5-4E14-8160-B24A3B16BED5}"/>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180">
              <a:extLst>
                <a:ext uri="{FF2B5EF4-FFF2-40B4-BE49-F238E27FC236}">
                  <a16:creationId xmlns:a16="http://schemas.microsoft.com/office/drawing/2014/main" id="{608979AE-BCF6-4155-9BB1-95B5C1F1340E}"/>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2" name="Rectangle 181">
              <a:extLst>
                <a:ext uri="{FF2B5EF4-FFF2-40B4-BE49-F238E27FC236}">
                  <a16:creationId xmlns:a16="http://schemas.microsoft.com/office/drawing/2014/main" id="{02C316F3-CA2B-4EA0-AF38-F8DAC5FBC24E}"/>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3" name="Rectangle 182">
              <a:extLst>
                <a:ext uri="{FF2B5EF4-FFF2-40B4-BE49-F238E27FC236}">
                  <a16:creationId xmlns:a16="http://schemas.microsoft.com/office/drawing/2014/main" id="{BA80DE65-F676-4621-A539-AB4D3597716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Rectangle 183">
              <a:extLst>
                <a:ext uri="{FF2B5EF4-FFF2-40B4-BE49-F238E27FC236}">
                  <a16:creationId xmlns:a16="http://schemas.microsoft.com/office/drawing/2014/main" id="{29BF593B-0BA1-4BDC-80A3-7FA615968603}"/>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5" name="Rectangle 184">
              <a:extLst>
                <a:ext uri="{FF2B5EF4-FFF2-40B4-BE49-F238E27FC236}">
                  <a16:creationId xmlns:a16="http://schemas.microsoft.com/office/drawing/2014/main" id="{0D5BE12D-03C5-4DD0-BF71-89429BA75C97}"/>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6" name="Rectangle 185">
              <a:extLst>
                <a:ext uri="{FF2B5EF4-FFF2-40B4-BE49-F238E27FC236}">
                  <a16:creationId xmlns:a16="http://schemas.microsoft.com/office/drawing/2014/main" id="{0681DF30-CC73-4F27-891A-7FD462F2AC3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7" name="Rectangle 186">
              <a:extLst>
                <a:ext uri="{FF2B5EF4-FFF2-40B4-BE49-F238E27FC236}">
                  <a16:creationId xmlns:a16="http://schemas.microsoft.com/office/drawing/2014/main" id="{1EA142A9-06C7-46C4-9582-20D260698656}"/>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8" name="Rectangle 187">
              <a:extLst>
                <a:ext uri="{FF2B5EF4-FFF2-40B4-BE49-F238E27FC236}">
                  <a16:creationId xmlns:a16="http://schemas.microsoft.com/office/drawing/2014/main" id="{244F9E9F-C7C5-4A31-9D4A-89EBDC670E72}"/>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9" name="Rectangle 188">
              <a:extLst>
                <a:ext uri="{FF2B5EF4-FFF2-40B4-BE49-F238E27FC236}">
                  <a16:creationId xmlns:a16="http://schemas.microsoft.com/office/drawing/2014/main" id="{AB653C7E-B238-43C1-8F70-E3DA990C935B}"/>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0" name="Rectangle 189">
              <a:extLst>
                <a:ext uri="{FF2B5EF4-FFF2-40B4-BE49-F238E27FC236}">
                  <a16:creationId xmlns:a16="http://schemas.microsoft.com/office/drawing/2014/main" id="{49030794-D3C4-4CEB-8EE3-A4746FE26978}"/>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1" name="Rectangle 190">
              <a:extLst>
                <a:ext uri="{FF2B5EF4-FFF2-40B4-BE49-F238E27FC236}">
                  <a16:creationId xmlns:a16="http://schemas.microsoft.com/office/drawing/2014/main" id="{F8C415E8-93A8-4681-879B-8FFEF4578AD1}"/>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9" name="Graphique 8" descr="Mur de briques en construction avec un remplissage uni">
            <a:extLst>
              <a:ext uri="{FF2B5EF4-FFF2-40B4-BE49-F238E27FC236}">
                <a16:creationId xmlns:a16="http://schemas.microsoft.com/office/drawing/2014/main" id="{3F30A76B-3311-4246-99E5-7DF4D9975A4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2351628" y="3214217"/>
            <a:ext cx="993712" cy="1005521"/>
          </a:xfrm>
          <a:prstGeom prst="rect">
            <a:avLst/>
          </a:prstGeom>
        </p:spPr>
      </p:pic>
      <p:pic>
        <p:nvPicPr>
          <p:cNvPr id="249" name="Graphique 248" descr="Mur de briques en construction avec un remplissage uni">
            <a:extLst>
              <a:ext uri="{FF2B5EF4-FFF2-40B4-BE49-F238E27FC236}">
                <a16:creationId xmlns:a16="http://schemas.microsoft.com/office/drawing/2014/main" id="{2609CF9A-449F-4A80-AC18-FC15FC76B1A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126965" y="4808023"/>
            <a:ext cx="993712" cy="1005521"/>
          </a:xfrm>
          <a:prstGeom prst="rect">
            <a:avLst/>
          </a:prstGeom>
        </p:spPr>
      </p:pic>
      <p:sp>
        <p:nvSpPr>
          <p:cNvPr id="211" name="Rectangle 210">
            <a:extLst>
              <a:ext uri="{FF2B5EF4-FFF2-40B4-BE49-F238E27FC236}">
                <a16:creationId xmlns:a16="http://schemas.microsoft.com/office/drawing/2014/main" id="{437B9EBE-7769-48D0-9F48-59E434EE106D}"/>
              </a:ext>
            </a:extLst>
          </p:cNvPr>
          <p:cNvSpPr/>
          <p:nvPr/>
        </p:nvSpPr>
        <p:spPr>
          <a:xfrm>
            <a:off x="1746527" y="5349867"/>
            <a:ext cx="1144110" cy="76845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Wesley + Abel + Kane</a:t>
            </a:r>
          </a:p>
          <a:p>
            <a:pPr algn="ctr"/>
            <a:r>
              <a:rPr lang="en-US" sz="1200" dirty="0">
                <a:solidFill>
                  <a:schemeClr val="tx1"/>
                </a:solidFill>
              </a:rPr>
              <a:t>Create a joint documentation</a:t>
            </a:r>
          </a:p>
        </p:txBody>
      </p:sp>
      <p:sp>
        <p:nvSpPr>
          <p:cNvPr id="212" name="Rectangle 211">
            <a:extLst>
              <a:ext uri="{FF2B5EF4-FFF2-40B4-BE49-F238E27FC236}">
                <a16:creationId xmlns:a16="http://schemas.microsoft.com/office/drawing/2014/main" id="{E30BE77A-113B-4B74-A494-58B97B93737B}"/>
              </a:ext>
            </a:extLst>
          </p:cNvPr>
          <p:cNvSpPr/>
          <p:nvPr/>
        </p:nvSpPr>
        <p:spPr>
          <a:xfrm>
            <a:off x="2746319" y="3873435"/>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Matthew + Sally</a:t>
            </a:r>
          </a:p>
          <a:p>
            <a:pPr algn="ctr"/>
            <a:r>
              <a:rPr lang="en-US" sz="1200" dirty="0">
                <a:solidFill>
                  <a:schemeClr val="tx1"/>
                </a:solidFill>
              </a:rPr>
              <a:t>Create a Wiki</a:t>
            </a:r>
          </a:p>
        </p:txBody>
      </p:sp>
      <p:sp>
        <p:nvSpPr>
          <p:cNvPr id="215" name="Rectangle 214">
            <a:extLst>
              <a:ext uri="{FF2B5EF4-FFF2-40B4-BE49-F238E27FC236}">
                <a16:creationId xmlns:a16="http://schemas.microsoft.com/office/drawing/2014/main" id="{F216D036-3EB8-47ED-B406-23D25E6CDB25}"/>
              </a:ext>
            </a:extLst>
          </p:cNvPr>
          <p:cNvSpPr/>
          <p:nvPr/>
        </p:nvSpPr>
        <p:spPr>
          <a:xfrm>
            <a:off x="847347" y="3791614"/>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Karen + Sally + John</a:t>
            </a:r>
          </a:p>
          <a:p>
            <a:pPr algn="ctr"/>
            <a:r>
              <a:rPr lang="en-US" sz="1200" dirty="0">
                <a:solidFill>
                  <a:schemeClr val="tx1"/>
                </a:solidFill>
              </a:rPr>
              <a:t>Organize an event</a:t>
            </a:r>
          </a:p>
        </p:txBody>
      </p:sp>
      <p:sp>
        <p:nvSpPr>
          <p:cNvPr id="217" name="ZoneTexte 216">
            <a:extLst>
              <a:ext uri="{FF2B5EF4-FFF2-40B4-BE49-F238E27FC236}">
                <a16:creationId xmlns:a16="http://schemas.microsoft.com/office/drawing/2014/main" id="{0EBFF499-1F92-4978-BB7A-39D75B9A1531}"/>
              </a:ext>
            </a:extLst>
          </p:cNvPr>
          <p:cNvSpPr txBox="1"/>
          <p:nvPr/>
        </p:nvSpPr>
        <p:spPr>
          <a:xfrm>
            <a:off x="6356451" y="1470704"/>
            <a:ext cx="4895822" cy="4524315"/>
          </a:xfrm>
          <a:prstGeom prst="rect">
            <a:avLst/>
          </a:prstGeom>
          <a:noFill/>
        </p:spPr>
        <p:txBody>
          <a:bodyPr wrap="square">
            <a:spAutoFit/>
          </a:bodyPr>
          <a:lstStyle/>
          <a:p>
            <a:r>
              <a:rPr lang="en-US" b="1" dirty="0">
                <a:solidFill>
                  <a:srgbClr val="333333"/>
                </a:solidFill>
                <a:effectLst/>
              </a:rPr>
              <a:t>What to write at this moment of the workshop ?</a:t>
            </a:r>
            <a:br>
              <a:rPr lang="en-US" dirty="0"/>
            </a:br>
            <a:r>
              <a:rPr lang="en-US" dirty="0">
                <a:solidFill>
                  <a:srgbClr val="333333"/>
                </a:solidFill>
                <a:effectLst/>
              </a:rPr>
              <a:t>(It is not easy to think of “All the possible combinations", just write down what comes into mind first</a:t>
            </a:r>
            <a:r>
              <a:rPr lang="en-US" b="1" dirty="0">
                <a:solidFill>
                  <a:srgbClr val="333333"/>
                </a:solidFill>
                <a:effectLst/>
              </a:rPr>
              <a:t> given what you know of the contributions)</a:t>
            </a:r>
            <a:endParaRPr lang="en-US" b="1" dirty="0">
              <a:solidFill>
                <a:srgbClr val="333333"/>
              </a:solidFill>
            </a:endParaRPr>
          </a:p>
          <a:p>
            <a:pPr marL="285750" indent="-285750">
              <a:buFont typeface="Arial" panose="020B0604020202020204" pitchFamily="34" charset="0"/>
              <a:buChar char="•"/>
            </a:pPr>
            <a:endParaRPr lang="en-US" b="1" dirty="0">
              <a:solidFill>
                <a:srgbClr val="333333"/>
              </a:solidFill>
            </a:endParaRPr>
          </a:p>
          <a:p>
            <a:pPr marL="285750" indent="-285750">
              <a:buFont typeface="Arial" panose="020B0604020202020204" pitchFamily="34" charset="0"/>
              <a:buChar char="•"/>
            </a:pPr>
            <a:r>
              <a:rPr lang="en-US" dirty="0"/>
              <a:t>Projects that can be done together (with already identified contributions)</a:t>
            </a:r>
          </a:p>
          <a:p>
            <a:pPr marL="285750" indent="-285750">
              <a:buFont typeface="Arial" panose="020B0604020202020204" pitchFamily="34" charset="0"/>
              <a:buChar char="•"/>
            </a:pPr>
            <a:r>
              <a:rPr lang="en-US" dirty="0"/>
              <a:t>Achievements that can be reached</a:t>
            </a:r>
          </a:p>
          <a:p>
            <a:pPr marL="285750" indent="-285750">
              <a:buFont typeface="Arial" panose="020B0604020202020204" pitchFamily="34" charset="0"/>
              <a:buChar char="•"/>
            </a:pPr>
            <a:endParaRPr lang="en-US" dirty="0"/>
          </a:p>
          <a:p>
            <a:r>
              <a:rPr lang="en-US" dirty="0"/>
              <a:t>Be creative and acknowledge other members contribution. Use this phase as a first collective BRAINSTORM of Community activities or achievements.</a:t>
            </a:r>
          </a:p>
          <a:p>
            <a:r>
              <a:rPr lang="en-US" dirty="0"/>
              <a:t>Also take the assumption that all Community activities are not always all members altogether.</a:t>
            </a:r>
          </a:p>
        </p:txBody>
      </p:sp>
    </p:spTree>
    <p:extLst>
      <p:ext uri="{BB962C8B-B14F-4D97-AF65-F5344CB8AC3E}">
        <p14:creationId xmlns:p14="http://schemas.microsoft.com/office/powerpoint/2010/main" val="2309998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Autofit/>
          </a:bodyPr>
          <a:lstStyle/>
          <a:p>
            <a:r>
              <a:rPr lang="en-US" sz="3200" dirty="0"/>
              <a:t>Why US ?</a:t>
            </a:r>
            <a:br>
              <a:rPr lang="en-US" sz="3200" dirty="0"/>
            </a:br>
            <a:r>
              <a:rPr lang="en-US" sz="3200" dirty="0"/>
              <a:t>House of contribution (visual workshop version example)</a:t>
            </a:r>
          </a:p>
        </p:txBody>
      </p:sp>
      <p:sp>
        <p:nvSpPr>
          <p:cNvPr id="217" name="ZoneTexte 216">
            <a:extLst>
              <a:ext uri="{FF2B5EF4-FFF2-40B4-BE49-F238E27FC236}">
                <a16:creationId xmlns:a16="http://schemas.microsoft.com/office/drawing/2014/main" id="{0EBFF499-1F92-4978-BB7A-39D75B9A1531}"/>
              </a:ext>
            </a:extLst>
          </p:cNvPr>
          <p:cNvSpPr txBox="1"/>
          <p:nvPr/>
        </p:nvSpPr>
        <p:spPr>
          <a:xfrm>
            <a:off x="5174454" y="1788554"/>
            <a:ext cx="6450342" cy="4524315"/>
          </a:xfrm>
          <a:prstGeom prst="rect">
            <a:avLst/>
          </a:prstGeom>
          <a:noFill/>
        </p:spPr>
        <p:txBody>
          <a:bodyPr wrap="square">
            <a:spAutoFit/>
          </a:bodyPr>
          <a:lstStyle/>
          <a:p>
            <a:r>
              <a:rPr lang="en-US" b="1" dirty="0">
                <a:solidFill>
                  <a:srgbClr val="333333"/>
                </a:solidFill>
                <a:effectLst/>
              </a:rPr>
              <a:t>What to write at this moment of the workshop ?</a:t>
            </a:r>
            <a:br>
              <a:rPr lang="en-US" dirty="0"/>
            </a:br>
            <a:r>
              <a:rPr lang="en-US" dirty="0">
                <a:solidFill>
                  <a:srgbClr val="333333"/>
                </a:solidFill>
                <a:effectLst/>
              </a:rPr>
              <a:t>(It is not easy to think of “All the possible achievements", just write down what comes into mind first</a:t>
            </a:r>
            <a:r>
              <a:rPr lang="en-US" b="1" dirty="0">
                <a:solidFill>
                  <a:srgbClr val="333333"/>
                </a:solidFill>
                <a:effectLst/>
              </a:rPr>
              <a:t> given what you know of the community capacities)</a:t>
            </a:r>
            <a:endParaRPr lang="en-US" b="1" dirty="0">
              <a:solidFill>
                <a:srgbClr val="333333"/>
              </a:solidFill>
            </a:endParaRPr>
          </a:p>
          <a:p>
            <a:pPr marL="285750" indent="-285750">
              <a:buFont typeface="Arial" panose="020B0604020202020204" pitchFamily="34" charset="0"/>
              <a:buChar char="•"/>
            </a:pPr>
            <a:endParaRPr lang="en-US" b="1" dirty="0">
              <a:solidFill>
                <a:srgbClr val="333333"/>
              </a:solidFill>
            </a:endParaRPr>
          </a:p>
          <a:p>
            <a:pPr marL="285750" indent="-285750">
              <a:buFont typeface="Arial" panose="020B0604020202020204" pitchFamily="34" charset="0"/>
              <a:buChar char="•"/>
            </a:pPr>
            <a:r>
              <a:rPr lang="en-US" dirty="0"/>
              <a:t>Highest ambitions that you believe the Community can fulfill</a:t>
            </a:r>
          </a:p>
          <a:p>
            <a:pPr marL="285750" indent="-285750">
              <a:buFont typeface="Arial" panose="020B0604020202020204" pitchFamily="34" charset="0"/>
              <a:buChar char="•"/>
            </a:pPr>
            <a:r>
              <a:rPr lang="en-US" dirty="0"/>
              <a:t>Most impressive results you think the Community can reach</a:t>
            </a:r>
          </a:p>
          <a:p>
            <a:pPr marL="285750" indent="-285750">
              <a:buFont typeface="Arial" panose="020B0604020202020204" pitchFamily="34" charset="0"/>
              <a:buChar char="•"/>
            </a:pPr>
            <a:r>
              <a:rPr lang="en-US" dirty="0"/>
              <a:t>Best projects that can be successful only with the contribution of Community members</a:t>
            </a:r>
          </a:p>
          <a:p>
            <a:pPr marL="285750" indent="-285750">
              <a:buFont typeface="Arial" panose="020B0604020202020204" pitchFamily="34" charset="0"/>
              <a:buChar char="•"/>
            </a:pPr>
            <a:endParaRPr lang="en-US" dirty="0"/>
          </a:p>
          <a:p>
            <a:r>
              <a:rPr lang="en-US" dirty="0"/>
              <a:t>This part helps to consider Community as a necessity to reach a certain level of excellence and goals, that individuals alone cannot succeed.</a:t>
            </a:r>
          </a:p>
          <a:p>
            <a:endParaRPr lang="en-US" dirty="0"/>
          </a:p>
          <a:p>
            <a:r>
              <a:rPr lang="en-US" dirty="0"/>
              <a:t>Use the result of this part to focus the Community on activities that individuals cannot reach by themselves on their own.</a:t>
            </a:r>
          </a:p>
        </p:txBody>
      </p:sp>
      <p:sp>
        <p:nvSpPr>
          <p:cNvPr id="89" name="ZoneTexte 88">
            <a:extLst>
              <a:ext uri="{FF2B5EF4-FFF2-40B4-BE49-F238E27FC236}">
                <a16:creationId xmlns:a16="http://schemas.microsoft.com/office/drawing/2014/main" id="{7BBC2878-6203-4CB0-9E6E-48521DFBB3DD}"/>
              </a:ext>
            </a:extLst>
          </p:cNvPr>
          <p:cNvSpPr txBox="1"/>
          <p:nvPr/>
        </p:nvSpPr>
        <p:spPr>
          <a:xfrm>
            <a:off x="1286685" y="1470704"/>
            <a:ext cx="2258641" cy="830997"/>
          </a:xfrm>
          <a:prstGeom prst="rect">
            <a:avLst/>
          </a:prstGeom>
          <a:noFill/>
        </p:spPr>
        <p:txBody>
          <a:bodyPr wrap="square">
            <a:spAutoFit/>
          </a:bodyPr>
          <a:lstStyle/>
          <a:p>
            <a:pPr algn="ctr"/>
            <a:r>
              <a:rPr lang="en-US" sz="1600" b="1" i="1" dirty="0"/>
              <a:t>Successes that we could not reach as scattered individuals</a:t>
            </a:r>
          </a:p>
        </p:txBody>
      </p:sp>
      <p:grpSp>
        <p:nvGrpSpPr>
          <p:cNvPr id="90" name="Groupe 89">
            <a:extLst>
              <a:ext uri="{FF2B5EF4-FFF2-40B4-BE49-F238E27FC236}">
                <a16:creationId xmlns:a16="http://schemas.microsoft.com/office/drawing/2014/main" id="{34CFC89F-3A61-4A71-84A9-8A2997B41FB9}"/>
              </a:ext>
            </a:extLst>
          </p:cNvPr>
          <p:cNvGrpSpPr/>
          <p:nvPr/>
        </p:nvGrpSpPr>
        <p:grpSpPr>
          <a:xfrm>
            <a:off x="1194092" y="2359826"/>
            <a:ext cx="2332408" cy="2332408"/>
            <a:chOff x="9835911" y="2807662"/>
            <a:chExt cx="1796250" cy="1796250"/>
          </a:xfrm>
        </p:grpSpPr>
        <p:pic>
          <p:nvPicPr>
            <p:cNvPr id="91" name="Graphique 90" descr="Cathédrale avec un remplissage uni">
              <a:extLst>
                <a:ext uri="{FF2B5EF4-FFF2-40B4-BE49-F238E27FC236}">
                  <a16:creationId xmlns:a16="http://schemas.microsoft.com/office/drawing/2014/main" id="{ED14D18D-519C-4E95-A169-6C27C5C39E4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35911" y="2807662"/>
              <a:ext cx="1796250" cy="1796250"/>
            </a:xfrm>
            <a:prstGeom prst="rect">
              <a:avLst/>
            </a:prstGeom>
          </p:spPr>
        </p:pic>
        <p:sp>
          <p:nvSpPr>
            <p:cNvPr id="92" name="Rectangle 91">
              <a:extLst>
                <a:ext uri="{FF2B5EF4-FFF2-40B4-BE49-F238E27FC236}">
                  <a16:creationId xmlns:a16="http://schemas.microsoft.com/office/drawing/2014/main" id="{9C040A32-DE2B-4AE1-B4C3-F84700E058C3}"/>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7B65DAF2-5504-4275-A0D1-74C30643DD6E}"/>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3">
              <a:extLst>
                <a:ext uri="{FF2B5EF4-FFF2-40B4-BE49-F238E27FC236}">
                  <a16:creationId xmlns:a16="http://schemas.microsoft.com/office/drawing/2014/main" id="{42211043-EB17-48B9-8443-DA3307452AC6}"/>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4">
              <a:extLst>
                <a:ext uri="{FF2B5EF4-FFF2-40B4-BE49-F238E27FC236}">
                  <a16:creationId xmlns:a16="http://schemas.microsoft.com/office/drawing/2014/main" id="{EA851DCE-E9BC-41BA-80F5-E0C98DB0D6BB}"/>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54F0DB26-038B-4939-96A5-292E0050221A}"/>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F1292DF6-1FF7-4A2F-BE36-06021DF0DC7D}"/>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94CC6F14-7082-4312-B528-5D021A7DD901}"/>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3324C595-389C-4E96-A31B-5EE5C586985C}"/>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CFFEB99F-7038-4154-960C-A493892FB8D4}"/>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819EC028-A32C-47C0-90D8-1D6F0EF3CBCB}"/>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1">
              <a:extLst>
                <a:ext uri="{FF2B5EF4-FFF2-40B4-BE49-F238E27FC236}">
                  <a16:creationId xmlns:a16="http://schemas.microsoft.com/office/drawing/2014/main" id="{E28C61ED-8961-4D98-8318-D811D9F0A130}"/>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02">
              <a:extLst>
                <a:ext uri="{FF2B5EF4-FFF2-40B4-BE49-F238E27FC236}">
                  <a16:creationId xmlns:a16="http://schemas.microsoft.com/office/drawing/2014/main" id="{4BB7A230-1273-4E80-8255-621F78051ADB}"/>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03">
              <a:extLst>
                <a:ext uri="{FF2B5EF4-FFF2-40B4-BE49-F238E27FC236}">
                  <a16:creationId xmlns:a16="http://schemas.microsoft.com/office/drawing/2014/main" id="{74CE6344-736E-4962-9D1C-76C585EE8604}"/>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04">
              <a:extLst>
                <a:ext uri="{FF2B5EF4-FFF2-40B4-BE49-F238E27FC236}">
                  <a16:creationId xmlns:a16="http://schemas.microsoft.com/office/drawing/2014/main" id="{70AB4235-B97D-499C-BDFE-F6D20728FE9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6B8F1CFD-04D4-4843-B536-6AF7DE2C950B}"/>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88C2E8FB-E1E4-438F-BE40-3252102A9D80}"/>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07F48A9C-506C-45BF-9A2F-852E00702175}"/>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09">
              <a:extLst>
                <a:ext uri="{FF2B5EF4-FFF2-40B4-BE49-F238E27FC236}">
                  <a16:creationId xmlns:a16="http://schemas.microsoft.com/office/drawing/2014/main" id="{9EC04A70-FDC1-445B-B7D9-B54D3133392A}"/>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10">
              <a:extLst>
                <a:ext uri="{FF2B5EF4-FFF2-40B4-BE49-F238E27FC236}">
                  <a16:creationId xmlns:a16="http://schemas.microsoft.com/office/drawing/2014/main" id="{8D151E3C-1C4B-48AF-A9BA-C771ADAB0A84}"/>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11">
              <a:extLst>
                <a:ext uri="{FF2B5EF4-FFF2-40B4-BE49-F238E27FC236}">
                  <a16:creationId xmlns:a16="http://schemas.microsoft.com/office/drawing/2014/main" id="{9CF13F86-4713-4988-BF1B-6ABAA901174E}"/>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3" name="Rectangle 112">
              <a:extLst>
                <a:ext uri="{FF2B5EF4-FFF2-40B4-BE49-F238E27FC236}">
                  <a16:creationId xmlns:a16="http://schemas.microsoft.com/office/drawing/2014/main" id="{31560399-6B80-4660-8AD7-2B0382537EB7}"/>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13">
              <a:extLst>
                <a:ext uri="{FF2B5EF4-FFF2-40B4-BE49-F238E27FC236}">
                  <a16:creationId xmlns:a16="http://schemas.microsoft.com/office/drawing/2014/main" id="{F0414609-6EB5-494F-A2DE-2EB8817E8C5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14">
              <a:extLst>
                <a:ext uri="{FF2B5EF4-FFF2-40B4-BE49-F238E27FC236}">
                  <a16:creationId xmlns:a16="http://schemas.microsoft.com/office/drawing/2014/main" id="{4722FB3A-ED50-458A-82C9-FA78F68FEC0C}"/>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34ED56FC-6FC2-4AC9-82FF-3C0C60609E16}"/>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0CDA39C3-F156-4739-8FEE-4BFD31F187A6}"/>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17">
              <a:extLst>
                <a:ext uri="{FF2B5EF4-FFF2-40B4-BE49-F238E27FC236}">
                  <a16:creationId xmlns:a16="http://schemas.microsoft.com/office/drawing/2014/main" id="{8539647C-E703-46CB-B4A0-608C95836FB5}"/>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18">
              <a:extLst>
                <a:ext uri="{FF2B5EF4-FFF2-40B4-BE49-F238E27FC236}">
                  <a16:creationId xmlns:a16="http://schemas.microsoft.com/office/drawing/2014/main" id="{3DA367A5-BA09-4774-8868-F25D92481453}"/>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19">
              <a:extLst>
                <a:ext uri="{FF2B5EF4-FFF2-40B4-BE49-F238E27FC236}">
                  <a16:creationId xmlns:a16="http://schemas.microsoft.com/office/drawing/2014/main" id="{F6656874-EB08-45A8-BC57-CE360325D47C}"/>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20">
              <a:extLst>
                <a:ext uri="{FF2B5EF4-FFF2-40B4-BE49-F238E27FC236}">
                  <a16:creationId xmlns:a16="http://schemas.microsoft.com/office/drawing/2014/main" id="{45F55195-59E4-426C-A1F5-AFA819D8FAE7}"/>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21">
              <a:extLst>
                <a:ext uri="{FF2B5EF4-FFF2-40B4-BE49-F238E27FC236}">
                  <a16:creationId xmlns:a16="http://schemas.microsoft.com/office/drawing/2014/main" id="{7FAA52F4-3A16-4C86-88A0-5F93E0A4491F}"/>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22">
              <a:extLst>
                <a:ext uri="{FF2B5EF4-FFF2-40B4-BE49-F238E27FC236}">
                  <a16:creationId xmlns:a16="http://schemas.microsoft.com/office/drawing/2014/main" id="{1748C0F8-5A21-4653-942D-B3B6809BEEE4}"/>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23">
              <a:extLst>
                <a:ext uri="{FF2B5EF4-FFF2-40B4-BE49-F238E27FC236}">
                  <a16:creationId xmlns:a16="http://schemas.microsoft.com/office/drawing/2014/main" id="{95CEB5B1-B9B5-4207-83DA-AFC7FBD1054C}"/>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24">
              <a:extLst>
                <a:ext uri="{FF2B5EF4-FFF2-40B4-BE49-F238E27FC236}">
                  <a16:creationId xmlns:a16="http://schemas.microsoft.com/office/drawing/2014/main" id="{906325F4-0C74-4218-92C3-41116AEF1304}"/>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25">
              <a:extLst>
                <a:ext uri="{FF2B5EF4-FFF2-40B4-BE49-F238E27FC236}">
                  <a16:creationId xmlns:a16="http://schemas.microsoft.com/office/drawing/2014/main" id="{BE12740B-7193-4772-8C7A-642840B7623E}"/>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26">
              <a:extLst>
                <a:ext uri="{FF2B5EF4-FFF2-40B4-BE49-F238E27FC236}">
                  <a16:creationId xmlns:a16="http://schemas.microsoft.com/office/drawing/2014/main" id="{8BD979B6-A73B-4446-8C8D-DAF05920C9DF}"/>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27">
              <a:extLst>
                <a:ext uri="{FF2B5EF4-FFF2-40B4-BE49-F238E27FC236}">
                  <a16:creationId xmlns:a16="http://schemas.microsoft.com/office/drawing/2014/main" id="{10487510-8F05-4E22-B8F8-E1E62E7870AE}"/>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28">
              <a:extLst>
                <a:ext uri="{FF2B5EF4-FFF2-40B4-BE49-F238E27FC236}">
                  <a16:creationId xmlns:a16="http://schemas.microsoft.com/office/drawing/2014/main" id="{B832C288-9760-47FE-8A3B-0C200F70BDF3}"/>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Rectangle 129">
              <a:extLst>
                <a:ext uri="{FF2B5EF4-FFF2-40B4-BE49-F238E27FC236}">
                  <a16:creationId xmlns:a16="http://schemas.microsoft.com/office/drawing/2014/main" id="{C1CFD2F2-E33D-4D37-B927-2FE2F3157867}"/>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Rectangle 130">
              <a:extLst>
                <a:ext uri="{FF2B5EF4-FFF2-40B4-BE49-F238E27FC236}">
                  <a16:creationId xmlns:a16="http://schemas.microsoft.com/office/drawing/2014/main" id="{E03EE3F6-3EFA-419C-8821-AF39AD02FCE3}"/>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Rectangle 131">
              <a:extLst>
                <a:ext uri="{FF2B5EF4-FFF2-40B4-BE49-F238E27FC236}">
                  <a16:creationId xmlns:a16="http://schemas.microsoft.com/office/drawing/2014/main" id="{FEE06ABB-1689-4950-BAAD-06A4391C7368}"/>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132">
              <a:extLst>
                <a:ext uri="{FF2B5EF4-FFF2-40B4-BE49-F238E27FC236}">
                  <a16:creationId xmlns:a16="http://schemas.microsoft.com/office/drawing/2014/main" id="{22124616-E110-4DCA-869D-4E1DD7EDE11D}"/>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133">
              <a:extLst>
                <a:ext uri="{FF2B5EF4-FFF2-40B4-BE49-F238E27FC236}">
                  <a16:creationId xmlns:a16="http://schemas.microsoft.com/office/drawing/2014/main" id="{8E2A0D26-BA91-4F6D-95AE-FC6068A17B16}"/>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37D3A05A-AEBE-4B86-B300-567657FC84CB}"/>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FD41BCF6-9728-4AE6-96E5-54E90D4A08A8}"/>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286E839A-9B70-4C62-A588-CB0229379CD9}"/>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Rectangle 137">
              <a:extLst>
                <a:ext uri="{FF2B5EF4-FFF2-40B4-BE49-F238E27FC236}">
                  <a16:creationId xmlns:a16="http://schemas.microsoft.com/office/drawing/2014/main" id="{7A4BCA84-F7F9-4F75-8ECE-45EE79AC1590}"/>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Rectangle 138">
              <a:extLst>
                <a:ext uri="{FF2B5EF4-FFF2-40B4-BE49-F238E27FC236}">
                  <a16:creationId xmlns:a16="http://schemas.microsoft.com/office/drawing/2014/main" id="{85294D45-4300-453C-B7D2-89DFD098BAFF}"/>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0" name="Rectangle 139">
              <a:extLst>
                <a:ext uri="{FF2B5EF4-FFF2-40B4-BE49-F238E27FC236}">
                  <a16:creationId xmlns:a16="http://schemas.microsoft.com/office/drawing/2014/main" id="{5F271C49-3359-45BD-A0C7-B009D30227D7}"/>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1" name="Rectangle 140">
              <a:extLst>
                <a:ext uri="{FF2B5EF4-FFF2-40B4-BE49-F238E27FC236}">
                  <a16:creationId xmlns:a16="http://schemas.microsoft.com/office/drawing/2014/main" id="{05F0B69E-53C2-42B2-8407-4A922E9C7320}"/>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Rectangle 141">
              <a:extLst>
                <a:ext uri="{FF2B5EF4-FFF2-40B4-BE49-F238E27FC236}">
                  <a16:creationId xmlns:a16="http://schemas.microsoft.com/office/drawing/2014/main" id="{D674EA81-E21F-4AA4-B263-8999F58C1FF1}"/>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142">
              <a:extLst>
                <a:ext uri="{FF2B5EF4-FFF2-40B4-BE49-F238E27FC236}">
                  <a16:creationId xmlns:a16="http://schemas.microsoft.com/office/drawing/2014/main" id="{ACA81F69-E6E4-4CDA-ABCF-01E0169DF9C9}"/>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143">
              <a:extLst>
                <a:ext uri="{FF2B5EF4-FFF2-40B4-BE49-F238E27FC236}">
                  <a16:creationId xmlns:a16="http://schemas.microsoft.com/office/drawing/2014/main" id="{D0071A1D-841D-4711-9840-4D9E568B5F61}"/>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144">
              <a:extLst>
                <a:ext uri="{FF2B5EF4-FFF2-40B4-BE49-F238E27FC236}">
                  <a16:creationId xmlns:a16="http://schemas.microsoft.com/office/drawing/2014/main" id="{85A2EEA9-E65B-46AE-8B48-5453E32EE3AD}"/>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145">
              <a:extLst>
                <a:ext uri="{FF2B5EF4-FFF2-40B4-BE49-F238E27FC236}">
                  <a16:creationId xmlns:a16="http://schemas.microsoft.com/office/drawing/2014/main" id="{E1A2FFEE-8E58-4CF1-A558-C8B5175581BF}"/>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146">
              <a:extLst>
                <a:ext uri="{FF2B5EF4-FFF2-40B4-BE49-F238E27FC236}">
                  <a16:creationId xmlns:a16="http://schemas.microsoft.com/office/drawing/2014/main" id="{34D98434-2827-4EAA-9D9D-D7F2F4FCC001}"/>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147">
              <a:extLst>
                <a:ext uri="{FF2B5EF4-FFF2-40B4-BE49-F238E27FC236}">
                  <a16:creationId xmlns:a16="http://schemas.microsoft.com/office/drawing/2014/main" id="{BB1851ED-3596-4B48-9DA1-BFFB7A37B648}"/>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Rectangle 148">
              <a:extLst>
                <a:ext uri="{FF2B5EF4-FFF2-40B4-BE49-F238E27FC236}">
                  <a16:creationId xmlns:a16="http://schemas.microsoft.com/office/drawing/2014/main" id="{8F1E8A15-C3EC-47CC-9E83-95466C0D4FEB}"/>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Rectangle 149">
              <a:extLst>
                <a:ext uri="{FF2B5EF4-FFF2-40B4-BE49-F238E27FC236}">
                  <a16:creationId xmlns:a16="http://schemas.microsoft.com/office/drawing/2014/main" id="{BDD6B6CE-AED0-4AFE-AC2F-FE73E8D56E14}"/>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150">
              <a:extLst>
                <a:ext uri="{FF2B5EF4-FFF2-40B4-BE49-F238E27FC236}">
                  <a16:creationId xmlns:a16="http://schemas.microsoft.com/office/drawing/2014/main" id="{7CAF9A11-DE24-44EB-AC1C-DBD80432AF6C}"/>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151">
              <a:extLst>
                <a:ext uri="{FF2B5EF4-FFF2-40B4-BE49-F238E27FC236}">
                  <a16:creationId xmlns:a16="http://schemas.microsoft.com/office/drawing/2014/main" id="{DDF64302-0E9A-43FC-86A4-88E5BBAD63FD}"/>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152">
              <a:extLst>
                <a:ext uri="{FF2B5EF4-FFF2-40B4-BE49-F238E27FC236}">
                  <a16:creationId xmlns:a16="http://schemas.microsoft.com/office/drawing/2014/main" id="{43F9DED6-A729-4847-83C1-487B01B7C4BF}"/>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153">
              <a:extLst>
                <a:ext uri="{FF2B5EF4-FFF2-40B4-BE49-F238E27FC236}">
                  <a16:creationId xmlns:a16="http://schemas.microsoft.com/office/drawing/2014/main" id="{60B76D88-044F-4317-81E8-51C33E39E57D}"/>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55" name="Rectangle 154">
            <a:extLst>
              <a:ext uri="{FF2B5EF4-FFF2-40B4-BE49-F238E27FC236}">
                <a16:creationId xmlns:a16="http://schemas.microsoft.com/office/drawing/2014/main" id="{5A2A4E45-2038-4A2B-9FEE-2FA8FC8171B6}"/>
              </a:ext>
            </a:extLst>
          </p:cNvPr>
          <p:cNvSpPr/>
          <p:nvPr/>
        </p:nvSpPr>
        <p:spPr>
          <a:xfrm>
            <a:off x="1248797" y="4861757"/>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Create a Wiki about XYZ</a:t>
            </a:r>
          </a:p>
        </p:txBody>
      </p:sp>
      <p:sp>
        <p:nvSpPr>
          <p:cNvPr id="156" name="Rectangle 155">
            <a:extLst>
              <a:ext uri="{FF2B5EF4-FFF2-40B4-BE49-F238E27FC236}">
                <a16:creationId xmlns:a16="http://schemas.microsoft.com/office/drawing/2014/main" id="{939D0C8B-8972-4E87-97A7-AAFCEB0391AF}"/>
              </a:ext>
            </a:extLst>
          </p:cNvPr>
          <p:cNvSpPr/>
          <p:nvPr/>
        </p:nvSpPr>
        <p:spPr>
          <a:xfrm>
            <a:off x="2360296" y="4861757"/>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Create a meetup group about XYZ</a:t>
            </a:r>
          </a:p>
        </p:txBody>
      </p:sp>
      <p:sp>
        <p:nvSpPr>
          <p:cNvPr id="157" name="Rectangle 156">
            <a:extLst>
              <a:ext uri="{FF2B5EF4-FFF2-40B4-BE49-F238E27FC236}">
                <a16:creationId xmlns:a16="http://schemas.microsoft.com/office/drawing/2014/main" id="{9EDA90D6-449E-470F-A525-B611D8BDEE58}"/>
              </a:ext>
            </a:extLst>
          </p:cNvPr>
          <p:cNvSpPr/>
          <p:nvPr/>
        </p:nvSpPr>
        <p:spPr>
          <a:xfrm>
            <a:off x="1705505" y="5688204"/>
            <a:ext cx="1490299"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Collect and share best practices about XYZ at company level</a:t>
            </a:r>
          </a:p>
        </p:txBody>
      </p:sp>
    </p:spTree>
    <p:extLst>
      <p:ext uri="{BB962C8B-B14F-4D97-AF65-F5344CB8AC3E}">
        <p14:creationId xmlns:p14="http://schemas.microsoft.com/office/powerpoint/2010/main" val="71350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1054100"/>
          </a:xfrm>
        </p:spPr>
        <p:txBody>
          <a:bodyPr>
            <a:normAutofit fontScale="90000"/>
          </a:bodyPr>
          <a:lstStyle/>
          <a:p>
            <a:r>
              <a:rPr lang="en-US" dirty="0"/>
              <a:t>WHAT ? </a:t>
            </a:r>
            <a:br>
              <a:rPr lang="en-US" dirty="0"/>
            </a:br>
            <a:r>
              <a:rPr lang="en-US" dirty="0"/>
              <a:t>The contribution House (classic version)</a:t>
            </a:r>
          </a:p>
        </p:txBody>
      </p:sp>
      <p:graphicFrame>
        <p:nvGraphicFramePr>
          <p:cNvPr id="4" name="Tableau 4">
            <a:extLst>
              <a:ext uri="{FF2B5EF4-FFF2-40B4-BE49-F238E27FC236}">
                <a16:creationId xmlns:a16="http://schemas.microsoft.com/office/drawing/2014/main" id="{8CB26B71-16D4-4641-8D3D-72A903D9F48D}"/>
              </a:ext>
            </a:extLst>
          </p:cNvPr>
          <p:cNvGraphicFramePr>
            <a:graphicFrameLocks noGrp="1"/>
          </p:cNvGraphicFramePr>
          <p:nvPr>
            <p:ph idx="1"/>
            <p:extLst>
              <p:ext uri="{D42A27DB-BD31-4B8C-83A1-F6EECF244321}">
                <p14:modId xmlns:p14="http://schemas.microsoft.com/office/powerpoint/2010/main" val="3872641105"/>
              </p:ext>
            </p:extLst>
          </p:nvPr>
        </p:nvGraphicFramePr>
        <p:xfrm>
          <a:off x="749300" y="1612900"/>
          <a:ext cx="11010900" cy="4826000"/>
        </p:xfrm>
        <a:graphic>
          <a:graphicData uri="http://schemas.openxmlformats.org/drawingml/2006/table">
            <a:tbl>
              <a:tblPr firstRow="1" bandRow="1">
                <a:tableStyleId>{5C22544A-7EE6-4342-B048-85BDC9FD1C3A}</a:tableStyleId>
              </a:tblPr>
              <a:tblGrid>
                <a:gridCol w="3670300">
                  <a:extLst>
                    <a:ext uri="{9D8B030D-6E8A-4147-A177-3AD203B41FA5}">
                      <a16:colId xmlns:a16="http://schemas.microsoft.com/office/drawing/2014/main" val="1299617564"/>
                    </a:ext>
                  </a:extLst>
                </a:gridCol>
                <a:gridCol w="3670300">
                  <a:extLst>
                    <a:ext uri="{9D8B030D-6E8A-4147-A177-3AD203B41FA5}">
                      <a16:colId xmlns:a16="http://schemas.microsoft.com/office/drawing/2014/main" val="1472474364"/>
                    </a:ext>
                  </a:extLst>
                </a:gridCol>
                <a:gridCol w="3670300">
                  <a:extLst>
                    <a:ext uri="{9D8B030D-6E8A-4147-A177-3AD203B41FA5}">
                      <a16:colId xmlns:a16="http://schemas.microsoft.com/office/drawing/2014/main" val="3867335779"/>
                    </a:ext>
                  </a:extLst>
                </a:gridCol>
              </a:tblGrid>
              <a:tr h="988285">
                <a:tc>
                  <a:txBody>
                    <a:bodyPr/>
                    <a:lstStyle/>
                    <a:p>
                      <a:r>
                        <a:rPr lang="en-US" dirty="0"/>
                        <a:t>What everyone can bring for the cause</a:t>
                      </a:r>
                    </a:p>
                  </a:txBody>
                  <a:tcPr/>
                </a:tc>
                <a:tc>
                  <a:txBody>
                    <a:bodyPr/>
                    <a:lstStyle/>
                    <a:p>
                      <a:r>
                        <a:rPr lang="en-US" sz="1800" dirty="0"/>
                        <a:t>First Ideas of grouped contributions</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Successes that we could not reach as scattered individuals</a:t>
                      </a:r>
                    </a:p>
                    <a:p>
                      <a:endParaRPr lang="en-US" dirty="0"/>
                    </a:p>
                  </a:txBody>
                  <a:tcPr/>
                </a:tc>
                <a:extLst>
                  <a:ext uri="{0D108BD9-81ED-4DB2-BD59-A6C34878D82A}">
                    <a16:rowId xmlns:a16="http://schemas.microsoft.com/office/drawing/2014/main" val="1306687535"/>
                  </a:ext>
                </a:extLst>
              </a:tr>
              <a:tr h="1485253">
                <a:tc rowSpan="2">
                  <a:txBody>
                    <a:bodyPr/>
                    <a:lstStyle/>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txBody>
                  <a:tcPr/>
                </a:tc>
                <a:tc>
                  <a:txBody>
                    <a:bodyPr/>
                    <a:lstStyle/>
                    <a:p>
                      <a:r>
                        <a:rPr lang="en-US" dirty="0"/>
                        <a:t>Top 3 of the list</a:t>
                      </a:r>
                    </a:p>
                    <a:p>
                      <a:pPr marL="342900" indent="-342900">
                        <a:buFont typeface="+mj-lt"/>
                        <a:buAutoNum type="arabicPeriod"/>
                      </a:pPr>
                      <a:r>
                        <a:rPr lang="en-US" dirty="0"/>
                        <a:t> </a:t>
                      </a:r>
                    </a:p>
                    <a:p>
                      <a:pPr marL="342900" indent="-342900">
                        <a:buFont typeface="+mj-lt"/>
                        <a:buAutoNum type="arabicPeriod"/>
                      </a:pPr>
                      <a:r>
                        <a:rPr lang="en-US" dirty="0"/>
                        <a:t> </a:t>
                      </a:r>
                    </a:p>
                    <a:p>
                      <a:pPr marL="342900" indent="-342900">
                        <a:buFont typeface="+mj-lt"/>
                        <a:buAutoNum type="arabicPeriod"/>
                      </a:pPr>
                      <a:r>
                        <a:rPr lang="en-US" dirty="0"/>
                        <a:t> </a:t>
                      </a:r>
                    </a:p>
                  </a:txBody>
                  <a:tcPr/>
                </a:tc>
                <a:tc>
                  <a:txBody>
                    <a:bodyPr/>
                    <a:lstStyle/>
                    <a:p>
                      <a:r>
                        <a:rPr lang="en-US" dirty="0"/>
                        <a:t>Top 3 of the list</a:t>
                      </a:r>
                    </a:p>
                    <a:p>
                      <a:pPr marL="342900" indent="-342900">
                        <a:buFont typeface="+mj-lt"/>
                        <a:buAutoNum type="arabicPeriod"/>
                      </a:pPr>
                      <a:r>
                        <a:rPr lang="en-US" dirty="0"/>
                        <a:t> </a:t>
                      </a:r>
                    </a:p>
                    <a:p>
                      <a:pPr marL="342900" indent="-342900">
                        <a:buFont typeface="+mj-lt"/>
                        <a:buAutoNum type="arabicPeriod"/>
                      </a:pPr>
                      <a:r>
                        <a:rPr lang="en-US" dirty="0"/>
                        <a:t> </a:t>
                      </a:r>
                    </a:p>
                    <a:p>
                      <a:pPr marL="342900" indent="-342900">
                        <a:buFont typeface="+mj-lt"/>
                        <a:buAutoNum type="arabicPeriod"/>
                      </a:pPr>
                      <a:r>
                        <a:rPr lang="en-US" dirty="0"/>
                        <a:t> </a:t>
                      </a:r>
                    </a:p>
                    <a:p>
                      <a:endParaRPr lang="en-US" dirty="0"/>
                    </a:p>
                  </a:txBody>
                  <a:tcPr/>
                </a:tc>
                <a:extLst>
                  <a:ext uri="{0D108BD9-81ED-4DB2-BD59-A6C34878D82A}">
                    <a16:rowId xmlns:a16="http://schemas.microsoft.com/office/drawing/2014/main" val="1962790182"/>
                  </a:ext>
                </a:extLst>
              </a:tr>
              <a:tr h="2352462">
                <a:tc vMerge="1">
                  <a:txBody>
                    <a:bodyPr/>
                    <a:lstStyle/>
                    <a:p>
                      <a:endParaRPr lang="en-US" dirty="0"/>
                    </a:p>
                  </a:txBody>
                  <a:tcPr/>
                </a:tc>
                <a:tc>
                  <a:txBody>
                    <a:bodyPr/>
                    <a:lstStyle/>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txBody>
                  <a:tcPr/>
                </a:tc>
                <a:tc>
                  <a:txBody>
                    <a:bodyPr/>
                    <a:lstStyle/>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txBody>
                  <a:tcPr/>
                </a:tc>
                <a:extLst>
                  <a:ext uri="{0D108BD9-81ED-4DB2-BD59-A6C34878D82A}">
                    <a16:rowId xmlns:a16="http://schemas.microsoft.com/office/drawing/2014/main" val="2901536998"/>
                  </a:ext>
                </a:extLst>
              </a:tr>
            </a:tbl>
          </a:graphicData>
        </a:graphic>
      </p:graphicFrame>
    </p:spTree>
    <p:extLst>
      <p:ext uri="{BB962C8B-B14F-4D97-AF65-F5344CB8AC3E}">
        <p14:creationId xmlns:p14="http://schemas.microsoft.com/office/powerpoint/2010/main" val="2394028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Autofit/>
          </a:bodyPr>
          <a:lstStyle/>
          <a:p>
            <a:r>
              <a:rPr lang="en-US" sz="3200" dirty="0"/>
              <a:t>Why US ?</a:t>
            </a:r>
            <a:br>
              <a:rPr lang="en-US" sz="3200" dirty="0"/>
            </a:br>
            <a:r>
              <a:rPr lang="en-US" sz="3200" dirty="0"/>
              <a:t>House of contribution (What to do with the results)</a:t>
            </a:r>
          </a:p>
        </p:txBody>
      </p:sp>
      <p:grpSp>
        <p:nvGrpSpPr>
          <p:cNvPr id="5" name="Groupe 4">
            <a:extLst>
              <a:ext uri="{FF2B5EF4-FFF2-40B4-BE49-F238E27FC236}">
                <a16:creationId xmlns:a16="http://schemas.microsoft.com/office/drawing/2014/main" id="{DD815499-BD2A-4A9A-AAAE-7BEDB99144FB}"/>
              </a:ext>
            </a:extLst>
          </p:cNvPr>
          <p:cNvGrpSpPr/>
          <p:nvPr/>
        </p:nvGrpSpPr>
        <p:grpSpPr>
          <a:xfrm>
            <a:off x="2857903" y="1260761"/>
            <a:ext cx="6961192" cy="2694547"/>
            <a:chOff x="2857903" y="1260761"/>
            <a:chExt cx="6961192" cy="2694547"/>
          </a:xfrm>
        </p:grpSpPr>
        <p:sp>
          <p:nvSpPr>
            <p:cNvPr id="48" name="ZoneTexte 47">
              <a:extLst>
                <a:ext uri="{FF2B5EF4-FFF2-40B4-BE49-F238E27FC236}">
                  <a16:creationId xmlns:a16="http://schemas.microsoft.com/office/drawing/2014/main" id="{3342C862-0507-44EC-BE7E-B1D8E38192A5}"/>
                </a:ext>
              </a:extLst>
            </p:cNvPr>
            <p:cNvSpPr txBox="1"/>
            <p:nvPr/>
          </p:nvSpPr>
          <p:spPr>
            <a:xfrm>
              <a:off x="2976390" y="1301863"/>
              <a:ext cx="2026802" cy="200055"/>
            </a:xfrm>
            <a:prstGeom prst="rect">
              <a:avLst/>
            </a:prstGeom>
            <a:noFill/>
          </p:spPr>
          <p:txBody>
            <a:bodyPr wrap="square">
              <a:spAutoFit/>
            </a:bodyPr>
            <a:lstStyle/>
            <a:p>
              <a:pPr algn="ctr"/>
              <a:r>
                <a:rPr lang="en-US" sz="700" b="1" i="1" dirty="0"/>
                <a:t>What everyone can start bringing for the goal</a:t>
              </a:r>
            </a:p>
          </p:txBody>
        </p:sp>
        <p:sp>
          <p:nvSpPr>
            <p:cNvPr id="49" name="ZoneTexte 48">
              <a:extLst>
                <a:ext uri="{FF2B5EF4-FFF2-40B4-BE49-F238E27FC236}">
                  <a16:creationId xmlns:a16="http://schemas.microsoft.com/office/drawing/2014/main" id="{13C61C05-6FCE-4C2F-B888-2189F503860F}"/>
                </a:ext>
              </a:extLst>
            </p:cNvPr>
            <p:cNvSpPr txBox="1"/>
            <p:nvPr/>
          </p:nvSpPr>
          <p:spPr>
            <a:xfrm>
              <a:off x="6209045" y="1301863"/>
              <a:ext cx="1106747" cy="307777"/>
            </a:xfrm>
            <a:prstGeom prst="rect">
              <a:avLst/>
            </a:prstGeom>
            <a:noFill/>
          </p:spPr>
          <p:txBody>
            <a:bodyPr wrap="square">
              <a:spAutoFit/>
            </a:bodyPr>
            <a:lstStyle/>
            <a:p>
              <a:pPr algn="ctr"/>
              <a:r>
                <a:rPr lang="en-US" sz="700" b="1" i="1" dirty="0"/>
                <a:t>First Ideas of combined contributions</a:t>
              </a:r>
            </a:p>
          </p:txBody>
        </p:sp>
        <p:sp>
          <p:nvSpPr>
            <p:cNvPr id="52" name="ZoneTexte 51">
              <a:extLst>
                <a:ext uri="{FF2B5EF4-FFF2-40B4-BE49-F238E27FC236}">
                  <a16:creationId xmlns:a16="http://schemas.microsoft.com/office/drawing/2014/main" id="{F7A9D8FC-D848-4D9F-91E9-9318A289E46D}"/>
                </a:ext>
              </a:extLst>
            </p:cNvPr>
            <p:cNvSpPr txBox="1"/>
            <p:nvPr/>
          </p:nvSpPr>
          <p:spPr>
            <a:xfrm>
              <a:off x="8712348" y="1260761"/>
              <a:ext cx="1106747" cy="415498"/>
            </a:xfrm>
            <a:prstGeom prst="rect">
              <a:avLst/>
            </a:prstGeom>
            <a:noFill/>
          </p:spPr>
          <p:txBody>
            <a:bodyPr wrap="square">
              <a:spAutoFit/>
            </a:bodyPr>
            <a:lstStyle/>
            <a:p>
              <a:pPr algn="ctr"/>
              <a:r>
                <a:rPr lang="en-US" sz="700" b="1" i="1" dirty="0"/>
                <a:t>Successes that we could not reach as scattered individuals</a:t>
              </a:r>
            </a:p>
          </p:txBody>
        </p:sp>
        <p:grpSp>
          <p:nvGrpSpPr>
            <p:cNvPr id="55" name="Groupe 54">
              <a:extLst>
                <a:ext uri="{FF2B5EF4-FFF2-40B4-BE49-F238E27FC236}">
                  <a16:creationId xmlns:a16="http://schemas.microsoft.com/office/drawing/2014/main" id="{26EBE82C-A9CF-44DD-A535-F92283AA2649}"/>
                </a:ext>
              </a:extLst>
            </p:cNvPr>
            <p:cNvGrpSpPr/>
            <p:nvPr/>
          </p:nvGrpSpPr>
          <p:grpSpPr>
            <a:xfrm>
              <a:off x="4090707" y="1402479"/>
              <a:ext cx="718964" cy="573049"/>
              <a:chOff x="2609577" y="1563591"/>
              <a:chExt cx="1467257" cy="1169474"/>
            </a:xfrm>
          </p:grpSpPr>
          <p:grpSp>
            <p:nvGrpSpPr>
              <p:cNvPr id="42" name="Groupe 41">
                <a:extLst>
                  <a:ext uri="{FF2B5EF4-FFF2-40B4-BE49-F238E27FC236}">
                    <a16:creationId xmlns:a16="http://schemas.microsoft.com/office/drawing/2014/main" id="{355A2826-D35C-4355-8D6F-CA811352584A}"/>
                  </a:ext>
                </a:extLst>
              </p:cNvPr>
              <p:cNvGrpSpPr/>
              <p:nvPr/>
            </p:nvGrpSpPr>
            <p:grpSpPr>
              <a:xfrm>
                <a:off x="2609577" y="1563591"/>
                <a:ext cx="1412109" cy="1169474"/>
                <a:chOff x="2645545" y="3994190"/>
                <a:chExt cx="1412109" cy="1169474"/>
              </a:xfrm>
            </p:grpSpPr>
            <p:pic>
              <p:nvPicPr>
                <p:cNvPr id="43" name="Graphique 42" descr="Diable avec un remplissage uni">
                  <a:extLst>
                    <a:ext uri="{FF2B5EF4-FFF2-40B4-BE49-F238E27FC236}">
                      <a16:creationId xmlns:a16="http://schemas.microsoft.com/office/drawing/2014/main" id="{8244A6A4-C5E1-4062-A01E-7F8B5AD111C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4" name="Graphique 43" descr="Base-ball avec un remplissage uni">
                  <a:extLst>
                    <a:ext uri="{FF2B5EF4-FFF2-40B4-BE49-F238E27FC236}">
                      <a16:creationId xmlns:a16="http://schemas.microsoft.com/office/drawing/2014/main" id="{5C12E74D-1A36-40E7-8099-519692F521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5" name="Rectangle 44">
                  <a:extLst>
                    <a:ext uri="{FF2B5EF4-FFF2-40B4-BE49-F238E27FC236}">
                      <a16:creationId xmlns:a16="http://schemas.microsoft.com/office/drawing/2014/main" id="{1AFD5C9D-8C2F-4199-9991-CDDA10264D43}"/>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pic>
            <p:nvPicPr>
              <p:cNvPr id="54" name="Graphique 53" descr="Boîte à archives avec un remplissage uni">
                <a:extLst>
                  <a:ext uri="{FF2B5EF4-FFF2-40B4-BE49-F238E27FC236}">
                    <a16:creationId xmlns:a16="http://schemas.microsoft.com/office/drawing/2014/main" id="{78459876-A327-48F8-A172-A2B68D6C0D8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6" name="Groupe 85">
              <a:extLst>
                <a:ext uri="{FF2B5EF4-FFF2-40B4-BE49-F238E27FC236}">
                  <a16:creationId xmlns:a16="http://schemas.microsoft.com/office/drawing/2014/main" id="{2866E67F-F311-4588-B703-8A697368E469}"/>
                </a:ext>
              </a:extLst>
            </p:cNvPr>
            <p:cNvGrpSpPr/>
            <p:nvPr/>
          </p:nvGrpSpPr>
          <p:grpSpPr>
            <a:xfrm>
              <a:off x="4060309" y="3382259"/>
              <a:ext cx="718964" cy="573049"/>
              <a:chOff x="2609577" y="1563591"/>
              <a:chExt cx="1467257" cy="1169474"/>
            </a:xfrm>
          </p:grpSpPr>
          <p:grpSp>
            <p:nvGrpSpPr>
              <p:cNvPr id="87" name="Groupe 86">
                <a:extLst>
                  <a:ext uri="{FF2B5EF4-FFF2-40B4-BE49-F238E27FC236}">
                    <a16:creationId xmlns:a16="http://schemas.microsoft.com/office/drawing/2014/main" id="{F451FCE1-F2B0-484F-A08F-2CB7D2FEC9EC}"/>
                  </a:ext>
                </a:extLst>
              </p:cNvPr>
              <p:cNvGrpSpPr/>
              <p:nvPr/>
            </p:nvGrpSpPr>
            <p:grpSpPr>
              <a:xfrm>
                <a:off x="2609577" y="1563591"/>
                <a:ext cx="1412109" cy="1169474"/>
                <a:chOff x="2645545" y="3994190"/>
                <a:chExt cx="1412109" cy="1169474"/>
              </a:xfrm>
            </p:grpSpPr>
            <p:pic>
              <p:nvPicPr>
                <p:cNvPr id="89" name="Graphique 88" descr="Diable avec un remplissage uni">
                  <a:extLst>
                    <a:ext uri="{FF2B5EF4-FFF2-40B4-BE49-F238E27FC236}">
                      <a16:creationId xmlns:a16="http://schemas.microsoft.com/office/drawing/2014/main" id="{9F087DA0-B39B-45CC-B709-2E92EC9B9C5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0" name="Graphique 89" descr="Base-ball avec un remplissage uni">
                  <a:extLst>
                    <a:ext uri="{FF2B5EF4-FFF2-40B4-BE49-F238E27FC236}">
                      <a16:creationId xmlns:a16="http://schemas.microsoft.com/office/drawing/2014/main" id="{E0377BB5-85CB-4162-B1DD-0EDAEE890DD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1" name="Rectangle 90">
                  <a:extLst>
                    <a:ext uri="{FF2B5EF4-FFF2-40B4-BE49-F238E27FC236}">
                      <a16:creationId xmlns:a16="http://schemas.microsoft.com/office/drawing/2014/main" id="{F7F87CA6-C82F-4A7C-810C-6966E88C7137}"/>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pic>
            <p:nvPicPr>
              <p:cNvPr id="88" name="Graphique 87" descr="Boîte à archives avec un remplissage uni">
                <a:extLst>
                  <a:ext uri="{FF2B5EF4-FFF2-40B4-BE49-F238E27FC236}">
                    <a16:creationId xmlns:a16="http://schemas.microsoft.com/office/drawing/2014/main" id="{D1F7AED6-42D3-4C34-9625-A3D14E52FB4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106" name="Groupe 105">
              <a:extLst>
                <a:ext uri="{FF2B5EF4-FFF2-40B4-BE49-F238E27FC236}">
                  <a16:creationId xmlns:a16="http://schemas.microsoft.com/office/drawing/2014/main" id="{13B2CE95-C8C7-4A5C-92F1-EC2A4420DB71}"/>
                </a:ext>
              </a:extLst>
            </p:cNvPr>
            <p:cNvGrpSpPr/>
            <p:nvPr/>
          </p:nvGrpSpPr>
          <p:grpSpPr>
            <a:xfrm flipH="1">
              <a:off x="6239554" y="2022373"/>
              <a:ext cx="536035" cy="570934"/>
              <a:chOff x="1680627" y="1783722"/>
              <a:chExt cx="1331514" cy="1331514"/>
            </a:xfrm>
          </p:grpSpPr>
          <p:pic>
            <p:nvPicPr>
              <p:cNvPr id="179" name="Graphique 178" descr="Mur de briques en construction avec un remplissage uni">
                <a:extLst>
                  <a:ext uri="{FF2B5EF4-FFF2-40B4-BE49-F238E27FC236}">
                    <a16:creationId xmlns:a16="http://schemas.microsoft.com/office/drawing/2014/main" id="{13F6B018-6351-4C3D-852E-8A5F57E1A2E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180" name="Rectangle 179">
                <a:extLst>
                  <a:ext uri="{FF2B5EF4-FFF2-40B4-BE49-F238E27FC236}">
                    <a16:creationId xmlns:a16="http://schemas.microsoft.com/office/drawing/2014/main" id="{20453177-74D5-4E14-8160-B24A3B16BED5}"/>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1" name="Rectangle 180">
                <a:extLst>
                  <a:ext uri="{FF2B5EF4-FFF2-40B4-BE49-F238E27FC236}">
                    <a16:creationId xmlns:a16="http://schemas.microsoft.com/office/drawing/2014/main" id="{608979AE-BCF6-4155-9BB1-95B5C1F1340E}"/>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2" name="Rectangle 181">
                <a:extLst>
                  <a:ext uri="{FF2B5EF4-FFF2-40B4-BE49-F238E27FC236}">
                    <a16:creationId xmlns:a16="http://schemas.microsoft.com/office/drawing/2014/main" id="{02C316F3-CA2B-4EA0-AF38-F8DAC5FBC24E}"/>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3" name="Rectangle 182">
                <a:extLst>
                  <a:ext uri="{FF2B5EF4-FFF2-40B4-BE49-F238E27FC236}">
                    <a16:creationId xmlns:a16="http://schemas.microsoft.com/office/drawing/2014/main" id="{BA80DE65-F676-4621-A539-AB4D3597716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4" name="Rectangle 183">
                <a:extLst>
                  <a:ext uri="{FF2B5EF4-FFF2-40B4-BE49-F238E27FC236}">
                    <a16:creationId xmlns:a16="http://schemas.microsoft.com/office/drawing/2014/main" id="{29BF593B-0BA1-4BDC-80A3-7FA615968603}"/>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5" name="Rectangle 184">
                <a:extLst>
                  <a:ext uri="{FF2B5EF4-FFF2-40B4-BE49-F238E27FC236}">
                    <a16:creationId xmlns:a16="http://schemas.microsoft.com/office/drawing/2014/main" id="{0D5BE12D-03C5-4DD0-BF71-89429BA75C97}"/>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6" name="Rectangle 185">
                <a:extLst>
                  <a:ext uri="{FF2B5EF4-FFF2-40B4-BE49-F238E27FC236}">
                    <a16:creationId xmlns:a16="http://schemas.microsoft.com/office/drawing/2014/main" id="{0681DF30-CC73-4F27-891A-7FD462F2AC3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7" name="Rectangle 186">
                <a:extLst>
                  <a:ext uri="{FF2B5EF4-FFF2-40B4-BE49-F238E27FC236}">
                    <a16:creationId xmlns:a16="http://schemas.microsoft.com/office/drawing/2014/main" id="{1EA142A9-06C7-46C4-9582-20D260698656}"/>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8" name="Rectangle 187">
                <a:extLst>
                  <a:ext uri="{FF2B5EF4-FFF2-40B4-BE49-F238E27FC236}">
                    <a16:creationId xmlns:a16="http://schemas.microsoft.com/office/drawing/2014/main" id="{244F9E9F-C7C5-4A31-9D4A-89EBDC670E72}"/>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9" name="Rectangle 188">
                <a:extLst>
                  <a:ext uri="{FF2B5EF4-FFF2-40B4-BE49-F238E27FC236}">
                    <a16:creationId xmlns:a16="http://schemas.microsoft.com/office/drawing/2014/main" id="{AB653C7E-B238-43C1-8F70-E3DA990C935B}"/>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90" name="Rectangle 189">
                <a:extLst>
                  <a:ext uri="{FF2B5EF4-FFF2-40B4-BE49-F238E27FC236}">
                    <a16:creationId xmlns:a16="http://schemas.microsoft.com/office/drawing/2014/main" id="{49030794-D3C4-4CEB-8EE3-A4746FE26978}"/>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91" name="Rectangle 190">
                <a:extLst>
                  <a:ext uri="{FF2B5EF4-FFF2-40B4-BE49-F238E27FC236}">
                    <a16:creationId xmlns:a16="http://schemas.microsoft.com/office/drawing/2014/main" id="{F8C415E8-93A8-4681-879B-8FFEF4578AD1}"/>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grpSp>
          <p:nvGrpSpPr>
            <p:cNvPr id="6" name="Groupe 5">
              <a:extLst>
                <a:ext uri="{FF2B5EF4-FFF2-40B4-BE49-F238E27FC236}">
                  <a16:creationId xmlns:a16="http://schemas.microsoft.com/office/drawing/2014/main" id="{5FB41C06-1F54-4F63-8814-51F4614A43BD}"/>
                </a:ext>
              </a:extLst>
            </p:cNvPr>
            <p:cNvGrpSpPr/>
            <p:nvPr/>
          </p:nvGrpSpPr>
          <p:grpSpPr>
            <a:xfrm>
              <a:off x="3202374" y="1619090"/>
              <a:ext cx="677866" cy="608634"/>
              <a:chOff x="5247267" y="8072371"/>
              <a:chExt cx="817082" cy="733631"/>
            </a:xfrm>
          </p:grpSpPr>
          <p:grpSp>
            <p:nvGrpSpPr>
              <p:cNvPr id="105" name="Groupe 104">
                <a:extLst>
                  <a:ext uri="{FF2B5EF4-FFF2-40B4-BE49-F238E27FC236}">
                    <a16:creationId xmlns:a16="http://schemas.microsoft.com/office/drawing/2014/main" id="{C0F240FA-5C73-4FB1-8941-6BE1105F18DB}"/>
                  </a:ext>
                </a:extLst>
              </p:cNvPr>
              <p:cNvGrpSpPr/>
              <p:nvPr/>
            </p:nvGrpSpPr>
            <p:grpSpPr>
              <a:xfrm>
                <a:off x="5247267" y="8117813"/>
                <a:ext cx="817082" cy="688189"/>
                <a:chOff x="3890963" y="2438774"/>
                <a:chExt cx="1085661" cy="914400"/>
              </a:xfrm>
            </p:grpSpPr>
            <p:pic>
              <p:nvPicPr>
                <p:cNvPr id="192" name="Graphique 191" descr="Culturiste avec un remplissage uni">
                  <a:extLst>
                    <a:ext uri="{FF2B5EF4-FFF2-40B4-BE49-F238E27FC236}">
                      <a16:creationId xmlns:a16="http://schemas.microsoft.com/office/drawing/2014/main" id="{76A45FC6-5C96-49A8-AC35-BC18F11D6CB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3" name="Rectangle 192">
                  <a:extLst>
                    <a:ext uri="{FF2B5EF4-FFF2-40B4-BE49-F238E27FC236}">
                      <a16:creationId xmlns:a16="http://schemas.microsoft.com/office/drawing/2014/main" id="{CB8D01E4-F3DD-439C-927A-661004280E40}"/>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94" name="Rectangle 193">
                  <a:extLst>
                    <a:ext uri="{FF2B5EF4-FFF2-40B4-BE49-F238E27FC236}">
                      <a16:creationId xmlns:a16="http://schemas.microsoft.com/office/drawing/2014/main" id="{8232BE64-879E-4932-8F1C-EBC70379A39D}"/>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sp>
            <p:nvSpPr>
              <p:cNvPr id="107" name="Rectangle 106">
                <a:extLst>
                  <a:ext uri="{FF2B5EF4-FFF2-40B4-BE49-F238E27FC236}">
                    <a16:creationId xmlns:a16="http://schemas.microsoft.com/office/drawing/2014/main" id="{9BF03B67-30A6-425A-9D7A-E2238247F21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grpSp>
          <p:nvGrpSpPr>
            <p:cNvPr id="109" name="Groupe 108">
              <a:extLst>
                <a:ext uri="{FF2B5EF4-FFF2-40B4-BE49-F238E27FC236}">
                  <a16:creationId xmlns:a16="http://schemas.microsoft.com/office/drawing/2014/main" id="{35A820B9-71C1-40B2-949A-BA546FD0C884}"/>
                </a:ext>
              </a:extLst>
            </p:cNvPr>
            <p:cNvGrpSpPr/>
            <p:nvPr/>
          </p:nvGrpSpPr>
          <p:grpSpPr>
            <a:xfrm flipH="1">
              <a:off x="3048491" y="2359213"/>
              <a:ext cx="307258" cy="560806"/>
              <a:chOff x="5134003" y="2196472"/>
              <a:chExt cx="563254" cy="1156702"/>
            </a:xfrm>
          </p:grpSpPr>
          <p:pic>
            <p:nvPicPr>
              <p:cNvPr id="175" name="Graphique 174" descr="Réussite du groupe avec un remplissage uni">
                <a:extLst>
                  <a:ext uri="{FF2B5EF4-FFF2-40B4-BE49-F238E27FC236}">
                    <a16:creationId xmlns:a16="http://schemas.microsoft.com/office/drawing/2014/main" id="{BE19C2B3-0721-44D3-8CD1-48D9E0F7C05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76" name="Rectangle 175">
                <a:extLst>
                  <a:ext uri="{FF2B5EF4-FFF2-40B4-BE49-F238E27FC236}">
                    <a16:creationId xmlns:a16="http://schemas.microsoft.com/office/drawing/2014/main" id="{FA4C0BA6-2A92-40FD-9077-52FC594CF4A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grpSp>
          <p:nvGrpSpPr>
            <p:cNvPr id="7" name="Groupe 6">
              <a:extLst>
                <a:ext uri="{FF2B5EF4-FFF2-40B4-BE49-F238E27FC236}">
                  <a16:creationId xmlns:a16="http://schemas.microsoft.com/office/drawing/2014/main" id="{36F23E62-E00E-4089-9506-DDF4061A25F6}"/>
                </a:ext>
              </a:extLst>
            </p:cNvPr>
            <p:cNvGrpSpPr/>
            <p:nvPr/>
          </p:nvGrpSpPr>
          <p:grpSpPr>
            <a:xfrm>
              <a:off x="8666977" y="1696436"/>
              <a:ext cx="1142893" cy="1142893"/>
              <a:chOff x="9835911" y="2807662"/>
              <a:chExt cx="1796250" cy="1796250"/>
            </a:xfrm>
          </p:grpSpPr>
          <p:pic>
            <p:nvPicPr>
              <p:cNvPr id="104" name="Graphique 103" descr="Cathédrale avec un remplissage uni">
                <a:extLst>
                  <a:ext uri="{FF2B5EF4-FFF2-40B4-BE49-F238E27FC236}">
                    <a16:creationId xmlns:a16="http://schemas.microsoft.com/office/drawing/2014/main" id="{E59C6277-AA1A-4489-91DF-5BA7B244261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113" name="Rectangle 112">
                <a:extLst>
                  <a:ext uri="{FF2B5EF4-FFF2-40B4-BE49-F238E27FC236}">
                    <a16:creationId xmlns:a16="http://schemas.microsoft.com/office/drawing/2014/main" id="{31970C2C-4382-4D6F-ADF6-471972759529}"/>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14" name="Rectangle 113">
                <a:extLst>
                  <a:ext uri="{FF2B5EF4-FFF2-40B4-BE49-F238E27FC236}">
                    <a16:creationId xmlns:a16="http://schemas.microsoft.com/office/drawing/2014/main" id="{D5D40D35-3B33-472C-BB36-27310377B46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15" name="Rectangle 114">
                <a:extLst>
                  <a:ext uri="{FF2B5EF4-FFF2-40B4-BE49-F238E27FC236}">
                    <a16:creationId xmlns:a16="http://schemas.microsoft.com/office/drawing/2014/main" id="{0DF1613C-64EF-4B26-B600-36E33E288236}"/>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16" name="Rectangle 115">
                <a:extLst>
                  <a:ext uri="{FF2B5EF4-FFF2-40B4-BE49-F238E27FC236}">
                    <a16:creationId xmlns:a16="http://schemas.microsoft.com/office/drawing/2014/main" id="{DD222A77-3CAA-44FC-8012-A0B8E33C44DB}"/>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17" name="Rectangle 116">
                <a:extLst>
                  <a:ext uri="{FF2B5EF4-FFF2-40B4-BE49-F238E27FC236}">
                    <a16:creationId xmlns:a16="http://schemas.microsoft.com/office/drawing/2014/main" id="{0A42DEAE-71FB-4AC0-A235-6D8A7C681B9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18" name="Rectangle 117">
                <a:extLst>
                  <a:ext uri="{FF2B5EF4-FFF2-40B4-BE49-F238E27FC236}">
                    <a16:creationId xmlns:a16="http://schemas.microsoft.com/office/drawing/2014/main" id="{7E7C3645-4EB6-42D8-8D16-A4131BD9553A}"/>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19" name="Rectangle 118">
                <a:extLst>
                  <a:ext uri="{FF2B5EF4-FFF2-40B4-BE49-F238E27FC236}">
                    <a16:creationId xmlns:a16="http://schemas.microsoft.com/office/drawing/2014/main" id="{B2E68E23-64DB-4588-97BF-38D7F767E1B0}"/>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0" name="Rectangle 119">
                <a:extLst>
                  <a:ext uri="{FF2B5EF4-FFF2-40B4-BE49-F238E27FC236}">
                    <a16:creationId xmlns:a16="http://schemas.microsoft.com/office/drawing/2014/main" id="{C0E89C3C-47BB-4FA0-8A5A-42149CC65920}"/>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1" name="Rectangle 120">
                <a:extLst>
                  <a:ext uri="{FF2B5EF4-FFF2-40B4-BE49-F238E27FC236}">
                    <a16:creationId xmlns:a16="http://schemas.microsoft.com/office/drawing/2014/main" id="{609A3087-8282-4996-900F-0E7A07C3D6AE}"/>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2" name="Rectangle 121">
                <a:extLst>
                  <a:ext uri="{FF2B5EF4-FFF2-40B4-BE49-F238E27FC236}">
                    <a16:creationId xmlns:a16="http://schemas.microsoft.com/office/drawing/2014/main" id="{B19A238C-F0C2-4B75-8E5F-4F1F2916275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3" name="Rectangle 122">
                <a:extLst>
                  <a:ext uri="{FF2B5EF4-FFF2-40B4-BE49-F238E27FC236}">
                    <a16:creationId xmlns:a16="http://schemas.microsoft.com/office/drawing/2014/main" id="{C2ADAAE2-FB7B-4FC2-907C-FFC0835BCD6D}"/>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4" name="Rectangle 123">
                <a:extLst>
                  <a:ext uri="{FF2B5EF4-FFF2-40B4-BE49-F238E27FC236}">
                    <a16:creationId xmlns:a16="http://schemas.microsoft.com/office/drawing/2014/main" id="{78EFB23D-18AD-4B60-9D20-CC94500410AB}"/>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5" name="Rectangle 124">
                <a:extLst>
                  <a:ext uri="{FF2B5EF4-FFF2-40B4-BE49-F238E27FC236}">
                    <a16:creationId xmlns:a16="http://schemas.microsoft.com/office/drawing/2014/main" id="{A1F4E50B-79C5-45CA-A04D-3B8F9282A53E}"/>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6" name="Rectangle 125">
                <a:extLst>
                  <a:ext uri="{FF2B5EF4-FFF2-40B4-BE49-F238E27FC236}">
                    <a16:creationId xmlns:a16="http://schemas.microsoft.com/office/drawing/2014/main" id="{A7227401-C246-4F70-8233-3B976B59A38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7" name="Rectangle 126">
                <a:extLst>
                  <a:ext uri="{FF2B5EF4-FFF2-40B4-BE49-F238E27FC236}">
                    <a16:creationId xmlns:a16="http://schemas.microsoft.com/office/drawing/2014/main" id="{D4A1FD11-27D7-4758-8443-A06B09B0075F}"/>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8" name="Rectangle 127">
                <a:extLst>
                  <a:ext uri="{FF2B5EF4-FFF2-40B4-BE49-F238E27FC236}">
                    <a16:creationId xmlns:a16="http://schemas.microsoft.com/office/drawing/2014/main" id="{D8CF8BBE-A434-41D8-A5A3-FB14CBABB85D}"/>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9" name="Rectangle 128">
                <a:extLst>
                  <a:ext uri="{FF2B5EF4-FFF2-40B4-BE49-F238E27FC236}">
                    <a16:creationId xmlns:a16="http://schemas.microsoft.com/office/drawing/2014/main" id="{567B45F6-BBAA-46C4-B84D-608C4E3EC488}"/>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0" name="Rectangle 129">
                <a:extLst>
                  <a:ext uri="{FF2B5EF4-FFF2-40B4-BE49-F238E27FC236}">
                    <a16:creationId xmlns:a16="http://schemas.microsoft.com/office/drawing/2014/main" id="{D2AB2C3A-CE3B-46BF-9284-48F1FA6115DE}"/>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1" name="Rectangle 130">
                <a:extLst>
                  <a:ext uri="{FF2B5EF4-FFF2-40B4-BE49-F238E27FC236}">
                    <a16:creationId xmlns:a16="http://schemas.microsoft.com/office/drawing/2014/main" id="{D2CF42FA-73FD-4459-8D46-409BFD7D421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2" name="Rectangle 131">
                <a:extLst>
                  <a:ext uri="{FF2B5EF4-FFF2-40B4-BE49-F238E27FC236}">
                    <a16:creationId xmlns:a16="http://schemas.microsoft.com/office/drawing/2014/main" id="{85A890B8-0AA7-4032-923D-793C195C5CE1}"/>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3" name="Rectangle 132">
                <a:extLst>
                  <a:ext uri="{FF2B5EF4-FFF2-40B4-BE49-F238E27FC236}">
                    <a16:creationId xmlns:a16="http://schemas.microsoft.com/office/drawing/2014/main" id="{B68FCF4F-73A8-4C2F-8903-418DDF82F2BC}"/>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4" name="Rectangle 133">
                <a:extLst>
                  <a:ext uri="{FF2B5EF4-FFF2-40B4-BE49-F238E27FC236}">
                    <a16:creationId xmlns:a16="http://schemas.microsoft.com/office/drawing/2014/main" id="{F0D57C8D-6B6E-4732-AFDF-6244C7DA291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5" name="Rectangle 134">
                <a:extLst>
                  <a:ext uri="{FF2B5EF4-FFF2-40B4-BE49-F238E27FC236}">
                    <a16:creationId xmlns:a16="http://schemas.microsoft.com/office/drawing/2014/main" id="{31642D44-DD6E-4219-98E8-12D56D81B76A}"/>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6" name="Rectangle 135">
                <a:extLst>
                  <a:ext uri="{FF2B5EF4-FFF2-40B4-BE49-F238E27FC236}">
                    <a16:creationId xmlns:a16="http://schemas.microsoft.com/office/drawing/2014/main" id="{3AEFD0B8-EC2D-4AC6-BB11-7415B9B0721F}"/>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7" name="Rectangle 136">
                <a:extLst>
                  <a:ext uri="{FF2B5EF4-FFF2-40B4-BE49-F238E27FC236}">
                    <a16:creationId xmlns:a16="http://schemas.microsoft.com/office/drawing/2014/main" id="{0EF8A19B-434C-42F6-B74E-A63EEFA632F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8" name="Rectangle 137">
                <a:extLst>
                  <a:ext uri="{FF2B5EF4-FFF2-40B4-BE49-F238E27FC236}">
                    <a16:creationId xmlns:a16="http://schemas.microsoft.com/office/drawing/2014/main" id="{5F78E096-1BCA-4266-A5ED-81CB0F17F2D6}"/>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9" name="Rectangle 138">
                <a:extLst>
                  <a:ext uri="{FF2B5EF4-FFF2-40B4-BE49-F238E27FC236}">
                    <a16:creationId xmlns:a16="http://schemas.microsoft.com/office/drawing/2014/main" id="{55F7BFB3-E97C-4FC1-B2C6-051F488161C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0" name="Rectangle 139">
                <a:extLst>
                  <a:ext uri="{FF2B5EF4-FFF2-40B4-BE49-F238E27FC236}">
                    <a16:creationId xmlns:a16="http://schemas.microsoft.com/office/drawing/2014/main" id="{DAFE8FEF-7E38-4DB4-9082-A1C7EEDDBE70}"/>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1" name="Rectangle 140">
                <a:extLst>
                  <a:ext uri="{FF2B5EF4-FFF2-40B4-BE49-F238E27FC236}">
                    <a16:creationId xmlns:a16="http://schemas.microsoft.com/office/drawing/2014/main" id="{B37D0C40-53C6-424E-8E04-059941C6C968}"/>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2" name="Rectangle 141">
                <a:extLst>
                  <a:ext uri="{FF2B5EF4-FFF2-40B4-BE49-F238E27FC236}">
                    <a16:creationId xmlns:a16="http://schemas.microsoft.com/office/drawing/2014/main" id="{4ED4F46F-4771-4F09-B696-AF22CD6311D7}"/>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3" name="Rectangle 142">
                <a:extLst>
                  <a:ext uri="{FF2B5EF4-FFF2-40B4-BE49-F238E27FC236}">
                    <a16:creationId xmlns:a16="http://schemas.microsoft.com/office/drawing/2014/main" id="{5E33E992-D7D9-4B63-BD88-5D1A2962B63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4" name="Rectangle 143">
                <a:extLst>
                  <a:ext uri="{FF2B5EF4-FFF2-40B4-BE49-F238E27FC236}">
                    <a16:creationId xmlns:a16="http://schemas.microsoft.com/office/drawing/2014/main" id="{629CB49E-8C2E-4F55-A412-731C7694AF8C}"/>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5" name="Rectangle 144">
                <a:extLst>
                  <a:ext uri="{FF2B5EF4-FFF2-40B4-BE49-F238E27FC236}">
                    <a16:creationId xmlns:a16="http://schemas.microsoft.com/office/drawing/2014/main" id="{757B551F-863B-47F7-BAC0-34BAADC98CAF}"/>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6" name="Rectangle 145">
                <a:extLst>
                  <a:ext uri="{FF2B5EF4-FFF2-40B4-BE49-F238E27FC236}">
                    <a16:creationId xmlns:a16="http://schemas.microsoft.com/office/drawing/2014/main" id="{2052CDD7-3222-4885-AB3B-A204ECE1D02D}"/>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7" name="Rectangle 146">
                <a:extLst>
                  <a:ext uri="{FF2B5EF4-FFF2-40B4-BE49-F238E27FC236}">
                    <a16:creationId xmlns:a16="http://schemas.microsoft.com/office/drawing/2014/main" id="{37956E86-A3B8-485F-A01D-2D7E474715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8" name="Rectangle 147">
                <a:extLst>
                  <a:ext uri="{FF2B5EF4-FFF2-40B4-BE49-F238E27FC236}">
                    <a16:creationId xmlns:a16="http://schemas.microsoft.com/office/drawing/2014/main" id="{EC20EC68-CA18-401A-81A1-AA7D128BE33E}"/>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9" name="Rectangle 148">
                <a:extLst>
                  <a:ext uri="{FF2B5EF4-FFF2-40B4-BE49-F238E27FC236}">
                    <a16:creationId xmlns:a16="http://schemas.microsoft.com/office/drawing/2014/main" id="{DB995F29-816A-4234-9DBB-7ABA7501AB1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0" name="Rectangle 149">
                <a:extLst>
                  <a:ext uri="{FF2B5EF4-FFF2-40B4-BE49-F238E27FC236}">
                    <a16:creationId xmlns:a16="http://schemas.microsoft.com/office/drawing/2014/main" id="{62EF13DB-A7F4-4596-84C8-46D83BAED6D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1" name="Rectangle 150">
                <a:extLst>
                  <a:ext uri="{FF2B5EF4-FFF2-40B4-BE49-F238E27FC236}">
                    <a16:creationId xmlns:a16="http://schemas.microsoft.com/office/drawing/2014/main" id="{1E4640AC-DC03-4CB7-B5C9-ABE31A2A09D0}"/>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2" name="Rectangle 151">
                <a:extLst>
                  <a:ext uri="{FF2B5EF4-FFF2-40B4-BE49-F238E27FC236}">
                    <a16:creationId xmlns:a16="http://schemas.microsoft.com/office/drawing/2014/main" id="{32626AC5-B3D7-424D-A014-FD699C3FE5B1}"/>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3" name="Rectangle 152">
                <a:extLst>
                  <a:ext uri="{FF2B5EF4-FFF2-40B4-BE49-F238E27FC236}">
                    <a16:creationId xmlns:a16="http://schemas.microsoft.com/office/drawing/2014/main" id="{1B1B0FF3-5B8A-47F8-A0F9-B83350A4B0BB}"/>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4" name="Rectangle 153">
                <a:extLst>
                  <a:ext uri="{FF2B5EF4-FFF2-40B4-BE49-F238E27FC236}">
                    <a16:creationId xmlns:a16="http://schemas.microsoft.com/office/drawing/2014/main" id="{02191479-99DB-4E96-9714-ECB6235F11A8}"/>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5" name="Rectangle 154">
                <a:extLst>
                  <a:ext uri="{FF2B5EF4-FFF2-40B4-BE49-F238E27FC236}">
                    <a16:creationId xmlns:a16="http://schemas.microsoft.com/office/drawing/2014/main" id="{048E7B28-A528-403F-98ED-B95E8A919AB5}"/>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6" name="Rectangle 155">
                <a:extLst>
                  <a:ext uri="{FF2B5EF4-FFF2-40B4-BE49-F238E27FC236}">
                    <a16:creationId xmlns:a16="http://schemas.microsoft.com/office/drawing/2014/main" id="{D7A6A081-56AA-499A-8BC9-E18C8B413A39}"/>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7" name="Rectangle 156">
                <a:extLst>
                  <a:ext uri="{FF2B5EF4-FFF2-40B4-BE49-F238E27FC236}">
                    <a16:creationId xmlns:a16="http://schemas.microsoft.com/office/drawing/2014/main" id="{4F231F0F-A33D-4E87-9D2B-3BF68009A99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8" name="Rectangle 157">
                <a:extLst>
                  <a:ext uri="{FF2B5EF4-FFF2-40B4-BE49-F238E27FC236}">
                    <a16:creationId xmlns:a16="http://schemas.microsoft.com/office/drawing/2014/main" id="{12AD0196-E4B3-448D-9E50-2EFD8806B691}"/>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9" name="Rectangle 158">
                <a:extLst>
                  <a:ext uri="{FF2B5EF4-FFF2-40B4-BE49-F238E27FC236}">
                    <a16:creationId xmlns:a16="http://schemas.microsoft.com/office/drawing/2014/main" id="{DE3B190F-4879-4013-967B-19F696ECCF7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0" name="Rectangle 159">
                <a:extLst>
                  <a:ext uri="{FF2B5EF4-FFF2-40B4-BE49-F238E27FC236}">
                    <a16:creationId xmlns:a16="http://schemas.microsoft.com/office/drawing/2014/main" id="{E581297B-DB9C-4165-A5C2-1F94C8EC59D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1" name="Rectangle 160">
                <a:extLst>
                  <a:ext uri="{FF2B5EF4-FFF2-40B4-BE49-F238E27FC236}">
                    <a16:creationId xmlns:a16="http://schemas.microsoft.com/office/drawing/2014/main" id="{A480F958-6414-4B6F-9A69-12DADD839CE8}"/>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2" name="Rectangle 161">
                <a:extLst>
                  <a:ext uri="{FF2B5EF4-FFF2-40B4-BE49-F238E27FC236}">
                    <a16:creationId xmlns:a16="http://schemas.microsoft.com/office/drawing/2014/main" id="{2B4DDC10-9BF6-4B3A-9820-B5C6C91FCED9}"/>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3" name="Rectangle 162">
                <a:extLst>
                  <a:ext uri="{FF2B5EF4-FFF2-40B4-BE49-F238E27FC236}">
                    <a16:creationId xmlns:a16="http://schemas.microsoft.com/office/drawing/2014/main" id="{A40418D4-A0CC-4146-BD30-95CDF1AD895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4" name="Rectangle 163">
                <a:extLst>
                  <a:ext uri="{FF2B5EF4-FFF2-40B4-BE49-F238E27FC236}">
                    <a16:creationId xmlns:a16="http://schemas.microsoft.com/office/drawing/2014/main" id="{9948AFD8-F25B-4AD5-AF67-E54303BFAA51}"/>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5" name="Rectangle 164">
                <a:extLst>
                  <a:ext uri="{FF2B5EF4-FFF2-40B4-BE49-F238E27FC236}">
                    <a16:creationId xmlns:a16="http://schemas.microsoft.com/office/drawing/2014/main" id="{00E465FE-90B8-4505-BCCA-9D33E27EF255}"/>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6" name="Rectangle 165">
                <a:extLst>
                  <a:ext uri="{FF2B5EF4-FFF2-40B4-BE49-F238E27FC236}">
                    <a16:creationId xmlns:a16="http://schemas.microsoft.com/office/drawing/2014/main" id="{8931AC8B-654B-4C90-8E40-B284E1CAD3AF}"/>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7" name="Rectangle 166">
                <a:extLst>
                  <a:ext uri="{FF2B5EF4-FFF2-40B4-BE49-F238E27FC236}">
                    <a16:creationId xmlns:a16="http://schemas.microsoft.com/office/drawing/2014/main" id="{69A8E121-0537-4086-BE81-F6175F23F929}"/>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8" name="Rectangle 167">
                <a:extLst>
                  <a:ext uri="{FF2B5EF4-FFF2-40B4-BE49-F238E27FC236}">
                    <a16:creationId xmlns:a16="http://schemas.microsoft.com/office/drawing/2014/main" id="{275B4E6F-2F8B-4325-8F52-D884C0FB346C}"/>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9" name="Rectangle 168">
                <a:extLst>
                  <a:ext uri="{FF2B5EF4-FFF2-40B4-BE49-F238E27FC236}">
                    <a16:creationId xmlns:a16="http://schemas.microsoft.com/office/drawing/2014/main" id="{5EA3F49E-7CE3-4EB8-B86D-E27C3E719152}"/>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70" name="Rectangle 169">
                <a:extLst>
                  <a:ext uri="{FF2B5EF4-FFF2-40B4-BE49-F238E27FC236}">
                    <a16:creationId xmlns:a16="http://schemas.microsoft.com/office/drawing/2014/main" id="{B28906DF-32BE-46B7-BDA6-7203BF8256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71" name="Rectangle 170">
                <a:extLst>
                  <a:ext uri="{FF2B5EF4-FFF2-40B4-BE49-F238E27FC236}">
                    <a16:creationId xmlns:a16="http://schemas.microsoft.com/office/drawing/2014/main" id="{131CF3C7-AAFB-4489-B09C-1D9AAD112044}"/>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72" name="Rectangle 171">
                <a:extLst>
                  <a:ext uri="{FF2B5EF4-FFF2-40B4-BE49-F238E27FC236}">
                    <a16:creationId xmlns:a16="http://schemas.microsoft.com/office/drawing/2014/main" id="{B448FAA0-5785-4F8D-8AA5-CE2F4522E799}"/>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73" name="Rectangle 172">
                <a:extLst>
                  <a:ext uri="{FF2B5EF4-FFF2-40B4-BE49-F238E27FC236}">
                    <a16:creationId xmlns:a16="http://schemas.microsoft.com/office/drawing/2014/main" id="{03A6A3FB-2F87-4C6F-89FC-DDEF96CAD85D}"/>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74" name="Rectangle 173">
                <a:extLst>
                  <a:ext uri="{FF2B5EF4-FFF2-40B4-BE49-F238E27FC236}">
                    <a16:creationId xmlns:a16="http://schemas.microsoft.com/office/drawing/2014/main" id="{1638A7E7-900B-4755-A4E8-B7A678004DE2}"/>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grpSp>
          <p:nvGrpSpPr>
            <p:cNvPr id="195" name="Groupe 194">
              <a:extLst>
                <a:ext uri="{FF2B5EF4-FFF2-40B4-BE49-F238E27FC236}">
                  <a16:creationId xmlns:a16="http://schemas.microsoft.com/office/drawing/2014/main" id="{4E1CCD66-BD6E-44D5-8754-3F78CF91EE84}"/>
                </a:ext>
              </a:extLst>
            </p:cNvPr>
            <p:cNvGrpSpPr/>
            <p:nvPr/>
          </p:nvGrpSpPr>
          <p:grpSpPr>
            <a:xfrm>
              <a:off x="3607846" y="2695183"/>
              <a:ext cx="677866" cy="608634"/>
              <a:chOff x="5247267" y="8072371"/>
              <a:chExt cx="817082" cy="733631"/>
            </a:xfrm>
          </p:grpSpPr>
          <p:grpSp>
            <p:nvGrpSpPr>
              <p:cNvPr id="196" name="Groupe 195">
                <a:extLst>
                  <a:ext uri="{FF2B5EF4-FFF2-40B4-BE49-F238E27FC236}">
                    <a16:creationId xmlns:a16="http://schemas.microsoft.com/office/drawing/2014/main" id="{98ADEBB3-869F-4DF0-9E84-CB3CEA5A7DE3}"/>
                  </a:ext>
                </a:extLst>
              </p:cNvPr>
              <p:cNvGrpSpPr/>
              <p:nvPr/>
            </p:nvGrpSpPr>
            <p:grpSpPr>
              <a:xfrm>
                <a:off x="5247267" y="8117813"/>
                <a:ext cx="817082" cy="688189"/>
                <a:chOff x="3890963" y="2438774"/>
                <a:chExt cx="1085661" cy="914400"/>
              </a:xfrm>
            </p:grpSpPr>
            <p:pic>
              <p:nvPicPr>
                <p:cNvPr id="198" name="Graphique 197" descr="Culturiste avec un remplissage uni">
                  <a:extLst>
                    <a:ext uri="{FF2B5EF4-FFF2-40B4-BE49-F238E27FC236}">
                      <a16:creationId xmlns:a16="http://schemas.microsoft.com/office/drawing/2014/main" id="{AC7B218B-262F-409C-B9EB-C90FB52588D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9" name="Rectangle 198">
                  <a:extLst>
                    <a:ext uri="{FF2B5EF4-FFF2-40B4-BE49-F238E27FC236}">
                      <a16:creationId xmlns:a16="http://schemas.microsoft.com/office/drawing/2014/main" id="{B5FDC8FE-C73E-409E-BAED-AA5F4566E30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200" name="Rectangle 199">
                  <a:extLst>
                    <a:ext uri="{FF2B5EF4-FFF2-40B4-BE49-F238E27FC236}">
                      <a16:creationId xmlns:a16="http://schemas.microsoft.com/office/drawing/2014/main" id="{118BDBAE-CAD8-437A-B143-72E96592EE25}"/>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sp>
            <p:nvSpPr>
              <p:cNvPr id="197" name="Rectangle 196">
                <a:extLst>
                  <a:ext uri="{FF2B5EF4-FFF2-40B4-BE49-F238E27FC236}">
                    <a16:creationId xmlns:a16="http://schemas.microsoft.com/office/drawing/2014/main" id="{01AFD1CB-4387-4339-ABD7-CDEAFF91FC7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grpSp>
          <p:nvGrpSpPr>
            <p:cNvPr id="201" name="Groupe 200">
              <a:extLst>
                <a:ext uri="{FF2B5EF4-FFF2-40B4-BE49-F238E27FC236}">
                  <a16:creationId xmlns:a16="http://schemas.microsoft.com/office/drawing/2014/main" id="{7853BF78-AA9F-461F-B621-B7EFE53AFBFA}"/>
                </a:ext>
              </a:extLst>
            </p:cNvPr>
            <p:cNvGrpSpPr/>
            <p:nvPr/>
          </p:nvGrpSpPr>
          <p:grpSpPr>
            <a:xfrm flipH="1">
              <a:off x="3014468" y="3238975"/>
              <a:ext cx="311389" cy="624390"/>
              <a:chOff x="5134003" y="2196472"/>
              <a:chExt cx="563254" cy="1156702"/>
            </a:xfrm>
          </p:grpSpPr>
          <p:pic>
            <p:nvPicPr>
              <p:cNvPr id="202" name="Graphique 201" descr="Réussite du groupe avec un remplissage uni">
                <a:extLst>
                  <a:ext uri="{FF2B5EF4-FFF2-40B4-BE49-F238E27FC236}">
                    <a16:creationId xmlns:a16="http://schemas.microsoft.com/office/drawing/2014/main" id="{DB737901-907F-4ED9-B81C-24BCBF00515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3" name="Rectangle 202">
                <a:extLst>
                  <a:ext uri="{FF2B5EF4-FFF2-40B4-BE49-F238E27FC236}">
                    <a16:creationId xmlns:a16="http://schemas.microsoft.com/office/drawing/2014/main" id="{3D35CB96-3794-4B3B-A7DB-5861F45A8F9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grpSp>
          <p:nvGrpSpPr>
            <p:cNvPr id="204" name="Groupe 203">
              <a:extLst>
                <a:ext uri="{FF2B5EF4-FFF2-40B4-BE49-F238E27FC236}">
                  <a16:creationId xmlns:a16="http://schemas.microsoft.com/office/drawing/2014/main" id="{64C304F4-7F94-4FD2-BC45-B7945319CAB8}"/>
                </a:ext>
              </a:extLst>
            </p:cNvPr>
            <p:cNvGrpSpPr/>
            <p:nvPr/>
          </p:nvGrpSpPr>
          <p:grpSpPr>
            <a:xfrm flipH="1">
              <a:off x="4490007" y="2203319"/>
              <a:ext cx="266878" cy="543520"/>
              <a:chOff x="5134003" y="2196472"/>
              <a:chExt cx="563254" cy="1156702"/>
            </a:xfrm>
          </p:grpSpPr>
          <p:pic>
            <p:nvPicPr>
              <p:cNvPr id="205" name="Graphique 204" descr="Réussite du groupe avec un remplissage uni">
                <a:extLst>
                  <a:ext uri="{FF2B5EF4-FFF2-40B4-BE49-F238E27FC236}">
                    <a16:creationId xmlns:a16="http://schemas.microsoft.com/office/drawing/2014/main" id="{B45A7477-1594-4A43-A8DC-C7551975CD5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6" name="Rectangle 205">
                <a:extLst>
                  <a:ext uri="{FF2B5EF4-FFF2-40B4-BE49-F238E27FC236}">
                    <a16:creationId xmlns:a16="http://schemas.microsoft.com/office/drawing/2014/main" id="{4666D706-FB2B-426F-8DB0-1FB75CA41269}"/>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pic>
          <p:nvPicPr>
            <p:cNvPr id="9" name="Graphique 8" descr="Mur de briques en construction avec un remplissage uni">
              <a:extLst>
                <a:ext uri="{FF2B5EF4-FFF2-40B4-BE49-F238E27FC236}">
                  <a16:creationId xmlns:a16="http://schemas.microsoft.com/office/drawing/2014/main" id="{3F30A76B-3311-4246-99E5-7DF4D9975A4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7066872" y="2190904"/>
              <a:ext cx="486924" cy="492711"/>
            </a:xfrm>
            <a:prstGeom prst="rect">
              <a:avLst/>
            </a:prstGeom>
          </p:spPr>
        </p:pic>
        <p:pic>
          <p:nvPicPr>
            <p:cNvPr id="249" name="Graphique 248" descr="Mur de briques en construction avec un remplissage uni">
              <a:extLst>
                <a:ext uri="{FF2B5EF4-FFF2-40B4-BE49-F238E27FC236}">
                  <a16:creationId xmlns:a16="http://schemas.microsoft.com/office/drawing/2014/main" id="{2609CF9A-449F-4A80-AC18-FC15FC76B1A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flipH="1">
              <a:off x="6466780" y="2971877"/>
              <a:ext cx="486924" cy="492711"/>
            </a:xfrm>
            <a:prstGeom prst="rect">
              <a:avLst/>
            </a:prstGeom>
          </p:spPr>
        </p:pic>
        <p:sp>
          <p:nvSpPr>
            <p:cNvPr id="3" name="Rectangle 2">
              <a:extLst>
                <a:ext uri="{FF2B5EF4-FFF2-40B4-BE49-F238E27FC236}">
                  <a16:creationId xmlns:a16="http://schemas.microsoft.com/office/drawing/2014/main" id="{DAC39AE7-8D07-4B89-B94B-02543B7C6B8D}"/>
                </a:ext>
              </a:extLst>
            </p:cNvPr>
            <p:cNvSpPr/>
            <p:nvPr/>
          </p:nvSpPr>
          <p:spPr>
            <a:xfrm>
              <a:off x="2857903" y="1676259"/>
              <a:ext cx="470289"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Karen</a:t>
              </a:r>
            </a:p>
            <a:p>
              <a:pPr algn="ctr"/>
              <a:r>
                <a:rPr lang="en-US" sz="500" dirty="0">
                  <a:solidFill>
                    <a:schemeClr val="tx1"/>
                  </a:solidFill>
                </a:rPr>
                <a:t>Skills in Events Facilitation</a:t>
              </a:r>
            </a:p>
          </p:txBody>
        </p:sp>
        <p:sp>
          <p:nvSpPr>
            <p:cNvPr id="177" name="Rectangle 176">
              <a:extLst>
                <a:ext uri="{FF2B5EF4-FFF2-40B4-BE49-F238E27FC236}">
                  <a16:creationId xmlns:a16="http://schemas.microsoft.com/office/drawing/2014/main" id="{31F9CEDF-D8EF-4782-97B7-F3EEF165730E}"/>
                </a:ext>
              </a:extLst>
            </p:cNvPr>
            <p:cNvSpPr/>
            <p:nvPr/>
          </p:nvSpPr>
          <p:spPr>
            <a:xfrm>
              <a:off x="3253854" y="2420394"/>
              <a:ext cx="470289"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John</a:t>
              </a:r>
            </a:p>
            <a:p>
              <a:pPr algn="ctr"/>
              <a:r>
                <a:rPr lang="en-US" sz="500" dirty="0">
                  <a:solidFill>
                    <a:schemeClr val="tx1"/>
                  </a:solidFill>
                </a:rPr>
                <a:t>Thorough and rich Feedback</a:t>
              </a:r>
            </a:p>
          </p:txBody>
        </p:sp>
        <p:sp>
          <p:nvSpPr>
            <p:cNvPr id="178" name="Rectangle 177">
              <a:extLst>
                <a:ext uri="{FF2B5EF4-FFF2-40B4-BE49-F238E27FC236}">
                  <a16:creationId xmlns:a16="http://schemas.microsoft.com/office/drawing/2014/main" id="{8AD1742C-C5FB-47CD-975F-CB300E338372}"/>
                </a:ext>
              </a:extLst>
            </p:cNvPr>
            <p:cNvSpPr/>
            <p:nvPr/>
          </p:nvSpPr>
          <p:spPr>
            <a:xfrm>
              <a:off x="4653709" y="3450161"/>
              <a:ext cx="470289"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Abel</a:t>
              </a:r>
            </a:p>
            <a:p>
              <a:pPr algn="ctr"/>
              <a:r>
                <a:rPr lang="en-US" sz="500" dirty="0">
                  <a:solidFill>
                    <a:schemeClr val="tx1"/>
                  </a:solidFill>
                </a:rPr>
                <a:t>Documentation on topic XYZ</a:t>
              </a:r>
            </a:p>
          </p:txBody>
        </p:sp>
        <p:sp>
          <p:nvSpPr>
            <p:cNvPr id="207" name="Rectangle 206">
              <a:extLst>
                <a:ext uri="{FF2B5EF4-FFF2-40B4-BE49-F238E27FC236}">
                  <a16:creationId xmlns:a16="http://schemas.microsoft.com/office/drawing/2014/main" id="{42D8A1BE-2C54-431C-84AF-5FBA7C86CDEE}"/>
                </a:ext>
              </a:extLst>
            </p:cNvPr>
            <p:cNvSpPr/>
            <p:nvPr/>
          </p:nvSpPr>
          <p:spPr>
            <a:xfrm>
              <a:off x="4776506" y="1606512"/>
              <a:ext cx="470289"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Kane</a:t>
              </a:r>
            </a:p>
            <a:p>
              <a:pPr algn="ctr"/>
              <a:r>
                <a:rPr lang="en-US" sz="500" dirty="0">
                  <a:solidFill>
                    <a:schemeClr val="tx1"/>
                  </a:solidFill>
                </a:rPr>
                <a:t>Documentation on topic X</a:t>
              </a:r>
            </a:p>
          </p:txBody>
        </p:sp>
        <p:sp>
          <p:nvSpPr>
            <p:cNvPr id="208" name="Rectangle 207">
              <a:extLst>
                <a:ext uri="{FF2B5EF4-FFF2-40B4-BE49-F238E27FC236}">
                  <a16:creationId xmlns:a16="http://schemas.microsoft.com/office/drawing/2014/main" id="{09659EE9-A2EB-4057-97BF-DB43C643D569}"/>
                </a:ext>
              </a:extLst>
            </p:cNvPr>
            <p:cNvSpPr/>
            <p:nvPr/>
          </p:nvSpPr>
          <p:spPr>
            <a:xfrm>
              <a:off x="4008127" y="2850564"/>
              <a:ext cx="470289"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Matthew</a:t>
              </a:r>
            </a:p>
            <a:p>
              <a:pPr algn="ctr"/>
              <a:r>
                <a:rPr lang="en-US" sz="500" dirty="0">
                  <a:solidFill>
                    <a:schemeClr val="tx1"/>
                  </a:solidFill>
                </a:rPr>
                <a:t>Content about Topic YZ</a:t>
              </a:r>
            </a:p>
          </p:txBody>
        </p:sp>
        <p:sp>
          <p:nvSpPr>
            <p:cNvPr id="209" name="Rectangle 208">
              <a:extLst>
                <a:ext uri="{FF2B5EF4-FFF2-40B4-BE49-F238E27FC236}">
                  <a16:creationId xmlns:a16="http://schemas.microsoft.com/office/drawing/2014/main" id="{22EEBFCD-556E-49BE-9651-FBA1B383430D}"/>
                </a:ext>
              </a:extLst>
            </p:cNvPr>
            <p:cNvSpPr/>
            <p:nvPr/>
          </p:nvSpPr>
          <p:spPr>
            <a:xfrm>
              <a:off x="4641229" y="2342790"/>
              <a:ext cx="582396"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Sally</a:t>
              </a:r>
            </a:p>
            <a:p>
              <a:pPr algn="ctr"/>
              <a:r>
                <a:rPr lang="en-US" sz="500" dirty="0">
                  <a:solidFill>
                    <a:schemeClr val="tx1"/>
                  </a:solidFill>
                </a:rPr>
                <a:t>List of key contacts for meetup invitation</a:t>
              </a:r>
            </a:p>
          </p:txBody>
        </p:sp>
        <p:sp>
          <p:nvSpPr>
            <p:cNvPr id="210" name="Rectangle 209">
              <a:extLst>
                <a:ext uri="{FF2B5EF4-FFF2-40B4-BE49-F238E27FC236}">
                  <a16:creationId xmlns:a16="http://schemas.microsoft.com/office/drawing/2014/main" id="{0872E8F9-F38F-4088-8B92-0156D96DB2E5}"/>
                </a:ext>
              </a:extLst>
            </p:cNvPr>
            <p:cNvSpPr/>
            <p:nvPr/>
          </p:nvSpPr>
          <p:spPr>
            <a:xfrm>
              <a:off x="3031738" y="3410688"/>
              <a:ext cx="582396"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Wesley</a:t>
              </a:r>
            </a:p>
            <a:p>
              <a:pPr algn="ctr"/>
              <a:r>
                <a:rPr lang="en-US" sz="500" dirty="0">
                  <a:solidFill>
                    <a:schemeClr val="tx1"/>
                  </a:solidFill>
                </a:rPr>
                <a:t>Knowledge Management Skills</a:t>
              </a:r>
            </a:p>
          </p:txBody>
        </p:sp>
        <p:sp>
          <p:nvSpPr>
            <p:cNvPr id="211" name="Rectangle 210">
              <a:extLst>
                <a:ext uri="{FF2B5EF4-FFF2-40B4-BE49-F238E27FC236}">
                  <a16:creationId xmlns:a16="http://schemas.microsoft.com/office/drawing/2014/main" id="{437B9EBE-7769-48D0-9F48-59E434EE106D}"/>
                </a:ext>
              </a:extLst>
            </p:cNvPr>
            <p:cNvSpPr/>
            <p:nvPr/>
          </p:nvSpPr>
          <p:spPr>
            <a:xfrm>
              <a:off x="6770369" y="3237384"/>
              <a:ext cx="560620" cy="37654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Wesley + Abel + Kane</a:t>
              </a:r>
            </a:p>
            <a:p>
              <a:pPr algn="ctr"/>
              <a:r>
                <a:rPr lang="en-US" sz="500" dirty="0">
                  <a:solidFill>
                    <a:schemeClr val="tx1"/>
                  </a:solidFill>
                </a:rPr>
                <a:t>Create a joint documentation</a:t>
              </a:r>
            </a:p>
          </p:txBody>
        </p:sp>
        <p:sp>
          <p:nvSpPr>
            <p:cNvPr id="212" name="Rectangle 211">
              <a:extLst>
                <a:ext uri="{FF2B5EF4-FFF2-40B4-BE49-F238E27FC236}">
                  <a16:creationId xmlns:a16="http://schemas.microsoft.com/office/drawing/2014/main" id="{E30BE77A-113B-4B74-A494-58B97B93737B}"/>
                </a:ext>
              </a:extLst>
            </p:cNvPr>
            <p:cNvSpPr/>
            <p:nvPr/>
          </p:nvSpPr>
          <p:spPr>
            <a:xfrm>
              <a:off x="7260273" y="2513924"/>
              <a:ext cx="470289" cy="33577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Matthew + Sally</a:t>
              </a:r>
            </a:p>
            <a:p>
              <a:pPr algn="ctr"/>
              <a:r>
                <a:rPr lang="en-US" sz="500" dirty="0">
                  <a:solidFill>
                    <a:schemeClr val="tx1"/>
                  </a:solidFill>
                </a:rPr>
                <a:t>Create a Wiki</a:t>
              </a:r>
            </a:p>
          </p:txBody>
        </p:sp>
        <p:sp>
          <p:nvSpPr>
            <p:cNvPr id="213" name="Rectangle 212">
              <a:extLst>
                <a:ext uri="{FF2B5EF4-FFF2-40B4-BE49-F238E27FC236}">
                  <a16:creationId xmlns:a16="http://schemas.microsoft.com/office/drawing/2014/main" id="{6CF53418-11D4-4203-9204-51B74BC8A0AC}"/>
                </a:ext>
              </a:extLst>
            </p:cNvPr>
            <p:cNvSpPr/>
            <p:nvPr/>
          </p:nvSpPr>
          <p:spPr>
            <a:xfrm>
              <a:off x="8693783" y="2922396"/>
              <a:ext cx="470289" cy="33577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rPr>
                <a:t>Create a Wiki about XYZ</a:t>
              </a:r>
            </a:p>
          </p:txBody>
        </p:sp>
        <p:sp>
          <p:nvSpPr>
            <p:cNvPr id="214" name="Rectangle 213">
              <a:extLst>
                <a:ext uri="{FF2B5EF4-FFF2-40B4-BE49-F238E27FC236}">
                  <a16:creationId xmlns:a16="http://schemas.microsoft.com/office/drawing/2014/main" id="{D9652E5E-9E58-4AFD-8FAA-F11D96CCFBC1}"/>
                </a:ext>
              </a:extLst>
            </p:cNvPr>
            <p:cNvSpPr/>
            <p:nvPr/>
          </p:nvSpPr>
          <p:spPr>
            <a:xfrm>
              <a:off x="9238424" y="2922396"/>
              <a:ext cx="470289" cy="33577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rPr>
                <a:t>Create a meetup group about XYZ</a:t>
              </a:r>
            </a:p>
          </p:txBody>
        </p:sp>
        <p:sp>
          <p:nvSpPr>
            <p:cNvPr id="215" name="Rectangle 214">
              <a:extLst>
                <a:ext uri="{FF2B5EF4-FFF2-40B4-BE49-F238E27FC236}">
                  <a16:creationId xmlns:a16="http://schemas.microsoft.com/office/drawing/2014/main" id="{F216D036-3EB8-47ED-B406-23D25E6CDB25}"/>
                </a:ext>
              </a:extLst>
            </p:cNvPr>
            <p:cNvSpPr/>
            <p:nvPr/>
          </p:nvSpPr>
          <p:spPr>
            <a:xfrm>
              <a:off x="6329766" y="2473831"/>
              <a:ext cx="470289" cy="33577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Karen + Sally + John</a:t>
              </a:r>
            </a:p>
            <a:p>
              <a:pPr algn="ctr"/>
              <a:r>
                <a:rPr lang="en-US" sz="500" dirty="0">
                  <a:solidFill>
                    <a:schemeClr val="tx1"/>
                  </a:solidFill>
                </a:rPr>
                <a:t>Organize an event</a:t>
              </a:r>
            </a:p>
          </p:txBody>
        </p:sp>
        <p:sp>
          <p:nvSpPr>
            <p:cNvPr id="216" name="Rectangle 215">
              <a:extLst>
                <a:ext uri="{FF2B5EF4-FFF2-40B4-BE49-F238E27FC236}">
                  <a16:creationId xmlns:a16="http://schemas.microsoft.com/office/drawing/2014/main" id="{4255E826-7924-4C48-BB78-C4A45DA006F6}"/>
                </a:ext>
              </a:extLst>
            </p:cNvPr>
            <p:cNvSpPr/>
            <p:nvPr/>
          </p:nvSpPr>
          <p:spPr>
            <a:xfrm>
              <a:off x="8917572" y="3327360"/>
              <a:ext cx="730255" cy="33577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rPr>
                <a:t>Collect and share best practices about XYZ at company level</a:t>
              </a:r>
            </a:p>
          </p:txBody>
        </p:sp>
      </p:grpSp>
      <p:sp>
        <p:nvSpPr>
          <p:cNvPr id="217" name="ZoneTexte 216">
            <a:extLst>
              <a:ext uri="{FF2B5EF4-FFF2-40B4-BE49-F238E27FC236}">
                <a16:creationId xmlns:a16="http://schemas.microsoft.com/office/drawing/2014/main" id="{E997EF81-6829-46D0-8091-E568A0A0948F}"/>
              </a:ext>
            </a:extLst>
          </p:cNvPr>
          <p:cNvSpPr txBox="1"/>
          <p:nvPr/>
        </p:nvSpPr>
        <p:spPr>
          <a:xfrm>
            <a:off x="512397" y="4958994"/>
            <a:ext cx="3367844" cy="1323439"/>
          </a:xfrm>
          <a:prstGeom prst="rect">
            <a:avLst/>
          </a:prstGeom>
          <a:noFill/>
        </p:spPr>
        <p:txBody>
          <a:bodyPr wrap="square">
            <a:spAutoFit/>
          </a:bodyPr>
          <a:lstStyle/>
          <a:p>
            <a:pPr algn="ctr"/>
            <a:r>
              <a:rPr lang="en-US" sz="1600" b="1" i="1" dirty="0"/>
              <a:t>Use it as : </a:t>
            </a:r>
          </a:p>
          <a:p>
            <a:pPr algn="ctr"/>
            <a:endParaRPr lang="en-US" sz="1600" b="1" i="1" dirty="0"/>
          </a:p>
          <a:p>
            <a:pPr algn="ctr"/>
            <a:r>
              <a:rPr lang="en-US" sz="1600" b="1" i="1" dirty="0"/>
              <a:t>Icebreaker</a:t>
            </a:r>
          </a:p>
          <a:p>
            <a:pPr algn="ctr"/>
            <a:r>
              <a:rPr lang="en-US" sz="1600" b="1" i="1" dirty="0"/>
              <a:t>Onboarding information for future members</a:t>
            </a:r>
          </a:p>
        </p:txBody>
      </p:sp>
      <p:cxnSp>
        <p:nvCxnSpPr>
          <p:cNvPr id="10" name="Connecteur droit avec flèche 9">
            <a:extLst>
              <a:ext uri="{FF2B5EF4-FFF2-40B4-BE49-F238E27FC236}">
                <a16:creationId xmlns:a16="http://schemas.microsoft.com/office/drawing/2014/main" id="{FD562870-44EC-4904-B8FE-BD6C05CD78ED}"/>
              </a:ext>
            </a:extLst>
          </p:cNvPr>
          <p:cNvCxnSpPr>
            <a:cxnSpLocks/>
            <a:endCxn id="217" idx="0"/>
          </p:cNvCxnSpPr>
          <p:nvPr/>
        </p:nvCxnSpPr>
        <p:spPr>
          <a:xfrm flipH="1">
            <a:off x="2196319" y="4067856"/>
            <a:ext cx="1633429" cy="891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8" name="ZoneTexte 217">
            <a:extLst>
              <a:ext uri="{FF2B5EF4-FFF2-40B4-BE49-F238E27FC236}">
                <a16:creationId xmlns:a16="http://schemas.microsoft.com/office/drawing/2014/main" id="{2D3D4919-37E2-4B35-BF37-0152FAB3D07C}"/>
              </a:ext>
            </a:extLst>
          </p:cNvPr>
          <p:cNvSpPr txBox="1"/>
          <p:nvPr/>
        </p:nvSpPr>
        <p:spPr>
          <a:xfrm>
            <a:off x="4879808" y="4989019"/>
            <a:ext cx="3367844" cy="830997"/>
          </a:xfrm>
          <a:prstGeom prst="rect">
            <a:avLst/>
          </a:prstGeom>
          <a:noFill/>
        </p:spPr>
        <p:txBody>
          <a:bodyPr wrap="square">
            <a:spAutoFit/>
          </a:bodyPr>
          <a:lstStyle/>
          <a:p>
            <a:pPr algn="ctr"/>
            <a:r>
              <a:rPr lang="en-US" sz="1600" b="1" i="1" dirty="0"/>
              <a:t>Use it as : </a:t>
            </a:r>
          </a:p>
          <a:p>
            <a:pPr algn="ctr"/>
            <a:endParaRPr lang="en-US" sz="1600" b="1" i="1" dirty="0"/>
          </a:p>
          <a:p>
            <a:pPr algn="ctr"/>
            <a:r>
              <a:rPr lang="en-US" sz="1600" b="1" i="1" dirty="0"/>
              <a:t>Ideas of first activities</a:t>
            </a:r>
          </a:p>
        </p:txBody>
      </p:sp>
      <p:cxnSp>
        <p:nvCxnSpPr>
          <p:cNvPr id="219" name="Connecteur droit avec flèche 218">
            <a:extLst>
              <a:ext uri="{FF2B5EF4-FFF2-40B4-BE49-F238E27FC236}">
                <a16:creationId xmlns:a16="http://schemas.microsoft.com/office/drawing/2014/main" id="{DA648AA5-3386-4DCD-8A0A-3CB6136A3EB1}"/>
              </a:ext>
            </a:extLst>
          </p:cNvPr>
          <p:cNvCxnSpPr>
            <a:cxnSpLocks/>
            <a:endCxn id="218" idx="0"/>
          </p:cNvCxnSpPr>
          <p:nvPr/>
        </p:nvCxnSpPr>
        <p:spPr>
          <a:xfrm flipH="1">
            <a:off x="6563730" y="4027792"/>
            <a:ext cx="206639" cy="961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0" name="ZoneTexte 219">
            <a:extLst>
              <a:ext uri="{FF2B5EF4-FFF2-40B4-BE49-F238E27FC236}">
                <a16:creationId xmlns:a16="http://schemas.microsoft.com/office/drawing/2014/main" id="{8931A67F-76C0-4D07-B23C-FB4E3B5384A1}"/>
              </a:ext>
            </a:extLst>
          </p:cNvPr>
          <p:cNvSpPr txBox="1"/>
          <p:nvPr/>
        </p:nvSpPr>
        <p:spPr>
          <a:xfrm>
            <a:off x="8247652" y="4984250"/>
            <a:ext cx="3367844" cy="1077218"/>
          </a:xfrm>
          <a:prstGeom prst="rect">
            <a:avLst/>
          </a:prstGeom>
          <a:noFill/>
        </p:spPr>
        <p:txBody>
          <a:bodyPr wrap="square">
            <a:spAutoFit/>
          </a:bodyPr>
          <a:lstStyle/>
          <a:p>
            <a:pPr algn="ctr"/>
            <a:r>
              <a:rPr lang="en-US" sz="1600" b="1" i="1" dirty="0"/>
              <a:t>Use it as : </a:t>
            </a:r>
          </a:p>
          <a:p>
            <a:pPr algn="ctr"/>
            <a:endParaRPr lang="en-US" sz="1600" b="1" i="1" dirty="0"/>
          </a:p>
          <a:p>
            <a:pPr algn="ctr"/>
            <a:r>
              <a:rPr lang="en-US" sz="1600" b="1" i="1" dirty="0"/>
              <a:t>Ideas of large Community goals or deliverables (at a long term level)</a:t>
            </a:r>
          </a:p>
        </p:txBody>
      </p:sp>
      <p:cxnSp>
        <p:nvCxnSpPr>
          <p:cNvPr id="221" name="Connecteur droit avec flèche 220">
            <a:extLst>
              <a:ext uri="{FF2B5EF4-FFF2-40B4-BE49-F238E27FC236}">
                <a16:creationId xmlns:a16="http://schemas.microsoft.com/office/drawing/2014/main" id="{49DB78B7-7239-4671-92FA-A3AF5433DF44}"/>
              </a:ext>
            </a:extLst>
          </p:cNvPr>
          <p:cNvCxnSpPr>
            <a:cxnSpLocks/>
          </p:cNvCxnSpPr>
          <p:nvPr/>
        </p:nvCxnSpPr>
        <p:spPr>
          <a:xfrm>
            <a:off x="9365077" y="3991618"/>
            <a:ext cx="566497" cy="9061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0293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2C68F1-8C31-4360-A53F-A87E6746E271}"/>
              </a:ext>
            </a:extLst>
          </p:cNvPr>
          <p:cNvSpPr>
            <a:spLocks noGrp="1"/>
          </p:cNvSpPr>
          <p:nvPr>
            <p:ph type="title"/>
          </p:nvPr>
        </p:nvSpPr>
        <p:spPr/>
        <p:txBody>
          <a:bodyPr/>
          <a:lstStyle/>
          <a:p>
            <a:r>
              <a:rPr lang="en-US" dirty="0"/>
              <a:t>Why NOW ?</a:t>
            </a:r>
            <a:br>
              <a:rPr lang="en-US" dirty="0"/>
            </a:br>
            <a:r>
              <a:rPr lang="en-US" sz="4400" dirty="0"/>
              <a:t>Timeline of opportunity</a:t>
            </a:r>
            <a:r>
              <a:rPr lang="en-US" dirty="0"/>
              <a:t> </a:t>
            </a:r>
          </a:p>
        </p:txBody>
      </p:sp>
      <p:sp>
        <p:nvSpPr>
          <p:cNvPr id="3" name="Espace réservé du contenu 2">
            <a:extLst>
              <a:ext uri="{FF2B5EF4-FFF2-40B4-BE49-F238E27FC236}">
                <a16:creationId xmlns:a16="http://schemas.microsoft.com/office/drawing/2014/main" id="{4DBFB268-B875-4931-886D-FDFB509382A8}"/>
              </a:ext>
            </a:extLst>
          </p:cNvPr>
          <p:cNvSpPr>
            <a:spLocks noGrp="1"/>
          </p:cNvSpPr>
          <p:nvPr>
            <p:ph idx="1"/>
          </p:nvPr>
        </p:nvSpPr>
        <p:spPr>
          <a:xfrm>
            <a:off x="838200" y="1825625"/>
            <a:ext cx="4584700" cy="4351338"/>
          </a:xfrm>
        </p:spPr>
        <p:txBody>
          <a:bodyPr>
            <a:normAutofit fontScale="85000" lnSpcReduction="10000"/>
          </a:bodyPr>
          <a:lstStyle/>
          <a:p>
            <a:r>
              <a:rPr lang="en-US" dirty="0"/>
              <a:t>Communities are often launched in response to a specific context within a specific timing.</a:t>
            </a:r>
          </a:p>
          <a:p>
            <a:endParaRPr lang="en-US" dirty="0"/>
          </a:p>
          <a:p>
            <a:r>
              <a:rPr lang="en-US" dirty="0"/>
              <a:t>The better timing there is, the higher chances of success</a:t>
            </a:r>
          </a:p>
          <a:p>
            <a:endParaRPr lang="en-US" dirty="0"/>
          </a:p>
          <a:p>
            <a:r>
              <a:rPr lang="en-US" dirty="0"/>
              <a:t>If members agree on the timing, it increases the chances of immediate engagement and reduce the chances of postponing contribution.</a:t>
            </a:r>
          </a:p>
        </p:txBody>
      </p:sp>
      <p:grpSp>
        <p:nvGrpSpPr>
          <p:cNvPr id="9" name="Groupe 8">
            <a:extLst>
              <a:ext uri="{FF2B5EF4-FFF2-40B4-BE49-F238E27FC236}">
                <a16:creationId xmlns:a16="http://schemas.microsoft.com/office/drawing/2014/main" id="{6613C72C-383F-4777-B744-5608CAE14AA6}"/>
              </a:ext>
            </a:extLst>
          </p:cNvPr>
          <p:cNvGrpSpPr/>
          <p:nvPr/>
        </p:nvGrpSpPr>
        <p:grpSpPr>
          <a:xfrm>
            <a:off x="5937662" y="2211386"/>
            <a:ext cx="6140038" cy="2995614"/>
            <a:chOff x="127000" y="915986"/>
            <a:chExt cx="12052300" cy="5880100"/>
          </a:xfrm>
        </p:grpSpPr>
        <p:sp>
          <p:nvSpPr>
            <p:cNvPr id="4" name="Flèche : droite 3">
              <a:extLst>
                <a:ext uri="{FF2B5EF4-FFF2-40B4-BE49-F238E27FC236}">
                  <a16:creationId xmlns:a16="http://schemas.microsoft.com/office/drawing/2014/main" id="{469526B1-38B8-4F3C-AD96-E9C28FECCC43}"/>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solidFill>
                  <a:schemeClr val="tx1"/>
                </a:solidFill>
              </a:endParaRPr>
            </a:p>
          </p:txBody>
        </p:sp>
        <p:sp>
          <p:nvSpPr>
            <p:cNvPr id="5" name="Rectangle 4">
              <a:extLst>
                <a:ext uri="{FF2B5EF4-FFF2-40B4-BE49-F238E27FC236}">
                  <a16:creationId xmlns:a16="http://schemas.microsoft.com/office/drawing/2014/main" id="{599902C4-8F8E-472A-80F4-1832FB77AAF2}"/>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p>
          </p:txBody>
        </p:sp>
        <p:sp>
          <p:nvSpPr>
            <p:cNvPr id="6" name="Rectangle 5">
              <a:extLst>
                <a:ext uri="{FF2B5EF4-FFF2-40B4-BE49-F238E27FC236}">
                  <a16:creationId xmlns:a16="http://schemas.microsoft.com/office/drawing/2014/main" id="{F5C81284-2259-48CC-9D0C-C96B55E07FB1}"/>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solidFill>
                  <a:schemeClr val="tx1"/>
                </a:solidFill>
              </a:endParaRPr>
            </a:p>
          </p:txBody>
        </p:sp>
        <p:sp>
          <p:nvSpPr>
            <p:cNvPr id="7" name="Rectangle 6">
              <a:extLst>
                <a:ext uri="{FF2B5EF4-FFF2-40B4-BE49-F238E27FC236}">
                  <a16:creationId xmlns:a16="http://schemas.microsoft.com/office/drawing/2014/main" id="{89BB6C82-F9FF-4E4E-A348-1BC36F8BC3A6}"/>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p>
          </p:txBody>
        </p:sp>
        <p:sp>
          <p:nvSpPr>
            <p:cNvPr id="8" name="Rectangle 7">
              <a:extLst>
                <a:ext uri="{FF2B5EF4-FFF2-40B4-BE49-F238E27FC236}">
                  <a16:creationId xmlns:a16="http://schemas.microsoft.com/office/drawing/2014/main" id="{9743A905-D27D-47C8-8B2D-2C44BA405EF1}"/>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p>
          </p:txBody>
        </p:sp>
      </p:grpSp>
    </p:spTree>
    <p:extLst>
      <p:ext uri="{BB962C8B-B14F-4D97-AF65-F5344CB8AC3E}">
        <p14:creationId xmlns:p14="http://schemas.microsoft.com/office/powerpoint/2010/main" val="1515019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4BD078-F1CD-4462-B4D0-729FBF27E68E}"/>
              </a:ext>
            </a:extLst>
          </p:cNvPr>
          <p:cNvSpPr>
            <a:spLocks noGrp="1"/>
          </p:cNvSpPr>
          <p:nvPr>
            <p:ph type="title"/>
          </p:nvPr>
        </p:nvSpPr>
        <p:spPr/>
        <p:txBody>
          <a:bodyPr>
            <a:normAutofit/>
          </a:bodyPr>
          <a:lstStyle/>
          <a:p>
            <a:r>
              <a:rPr lang="en-US" sz="3600" dirty="0"/>
              <a:t>Why NOW ? </a:t>
            </a:r>
            <a:br>
              <a:rPr lang="en-US" sz="3600" dirty="0"/>
            </a:br>
            <a:r>
              <a:rPr lang="en-US" sz="3600" dirty="0"/>
              <a:t>Timeline of opportunity (visual workshop version)</a:t>
            </a:r>
          </a:p>
        </p:txBody>
      </p:sp>
      <p:sp>
        <p:nvSpPr>
          <p:cNvPr id="5" name="Flèche : droite 4">
            <a:extLst>
              <a:ext uri="{FF2B5EF4-FFF2-40B4-BE49-F238E27FC236}">
                <a16:creationId xmlns:a16="http://schemas.microsoft.com/office/drawing/2014/main" id="{2D3755C7-7AD6-4B43-9F4C-E69A886F6BD5}"/>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TOO LATE</a:t>
            </a:r>
          </a:p>
          <a:p>
            <a:pPr algn="ctr"/>
            <a:endParaRPr lang="en-US" dirty="0">
              <a:solidFill>
                <a:schemeClr val="tx1"/>
              </a:solidFill>
            </a:endParaRPr>
          </a:p>
          <a:p>
            <a:pPr algn="ctr"/>
            <a:r>
              <a:rPr lang="en-US" sz="1200" dirty="0">
                <a:solidFill>
                  <a:schemeClr val="tx1"/>
                </a:solidFill>
              </a:rPr>
              <a:t>Describe examples of times that would be too late to launch the Community</a:t>
            </a:r>
          </a:p>
        </p:txBody>
      </p:sp>
      <p:sp>
        <p:nvSpPr>
          <p:cNvPr id="6" name="Rectangle 5">
            <a:extLst>
              <a:ext uri="{FF2B5EF4-FFF2-40B4-BE49-F238E27FC236}">
                <a16:creationId xmlns:a16="http://schemas.microsoft.com/office/drawing/2014/main" id="{166F59C5-BB20-43FC-9492-B2DB116D1DCA}"/>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t>OUR WINDOW OF OPPORTUNITY</a:t>
            </a:r>
          </a:p>
          <a:p>
            <a:pPr algn="ctr"/>
            <a:endParaRPr lang="en-US" dirty="0"/>
          </a:p>
          <a:p>
            <a:pPr algn="ctr"/>
            <a:r>
              <a:rPr lang="en-US" sz="1200" dirty="0"/>
              <a:t>Duration of window of opportunity to launch and how Community will intercept this window (first actions)</a:t>
            </a:r>
          </a:p>
        </p:txBody>
      </p:sp>
      <p:sp>
        <p:nvSpPr>
          <p:cNvPr id="7" name="Rectangle 6">
            <a:extLst>
              <a:ext uri="{FF2B5EF4-FFF2-40B4-BE49-F238E27FC236}">
                <a16:creationId xmlns:a16="http://schemas.microsoft.com/office/drawing/2014/main" id="{3DDFF388-2299-4D43-9D8B-417D529FA4F1}"/>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TOO EARLY</a:t>
            </a:r>
          </a:p>
          <a:p>
            <a:pPr algn="ctr"/>
            <a:endParaRPr lang="en-US" dirty="0">
              <a:solidFill>
                <a:schemeClr val="tx1"/>
              </a:solidFill>
            </a:endParaRPr>
          </a:p>
          <a:p>
            <a:pPr algn="ctr"/>
            <a:r>
              <a:rPr lang="en-US" sz="1200" dirty="0">
                <a:solidFill>
                  <a:schemeClr val="tx1"/>
                </a:solidFill>
              </a:rPr>
              <a:t>Describe examples of times / moments that were too early for the Community to launch</a:t>
            </a:r>
          </a:p>
        </p:txBody>
      </p:sp>
      <p:sp>
        <p:nvSpPr>
          <p:cNvPr id="8" name="Rectangle 7">
            <a:extLst>
              <a:ext uri="{FF2B5EF4-FFF2-40B4-BE49-F238E27FC236}">
                <a16:creationId xmlns:a16="http://schemas.microsoft.com/office/drawing/2014/main" id="{24D83FD7-5CA9-4D74-8579-0938B53E3A48}"/>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t>LAUNCH TRIGGERS</a:t>
            </a:r>
          </a:p>
          <a:p>
            <a:pPr algn="ctr"/>
            <a:endParaRPr lang="en-US" dirty="0"/>
          </a:p>
          <a:p>
            <a:pPr algn="ctr"/>
            <a:r>
              <a:rPr lang="en-US" sz="1200" dirty="0"/>
              <a:t>Noticeable events that lead us to launch soon or now</a:t>
            </a:r>
          </a:p>
        </p:txBody>
      </p:sp>
      <p:sp>
        <p:nvSpPr>
          <p:cNvPr id="9" name="Rectangle 8">
            <a:extLst>
              <a:ext uri="{FF2B5EF4-FFF2-40B4-BE49-F238E27FC236}">
                <a16:creationId xmlns:a16="http://schemas.microsoft.com/office/drawing/2014/main" id="{91EEE884-80F1-4E2D-A6CF-CF7E527E5304}"/>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t>PIVOT TRIGGERS</a:t>
            </a:r>
          </a:p>
          <a:p>
            <a:pPr algn="ctr"/>
            <a:endParaRPr lang="en-US" dirty="0"/>
          </a:p>
          <a:p>
            <a:pPr algn="ctr"/>
            <a:r>
              <a:rPr lang="en-US" sz="1200" dirty="0"/>
              <a:t>Noticeable events or dates that can lead us to pivot our launch conditions before it is too late</a:t>
            </a:r>
          </a:p>
        </p:txBody>
      </p:sp>
    </p:spTree>
    <p:extLst>
      <p:ext uri="{BB962C8B-B14F-4D97-AF65-F5344CB8AC3E}">
        <p14:creationId xmlns:p14="http://schemas.microsoft.com/office/powerpoint/2010/main" val="1275922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4BD078-F1CD-4462-B4D0-729FBF27E68E}"/>
              </a:ext>
            </a:extLst>
          </p:cNvPr>
          <p:cNvSpPr>
            <a:spLocks noGrp="1"/>
          </p:cNvSpPr>
          <p:nvPr>
            <p:ph type="title"/>
          </p:nvPr>
        </p:nvSpPr>
        <p:spPr/>
        <p:txBody>
          <a:bodyPr>
            <a:normAutofit fontScale="90000"/>
          </a:bodyPr>
          <a:lstStyle/>
          <a:p>
            <a:r>
              <a:rPr lang="en-US" sz="3600" dirty="0"/>
              <a:t>Why NOW ? </a:t>
            </a:r>
            <a:br>
              <a:rPr lang="en-US" sz="3600" dirty="0"/>
            </a:br>
            <a:r>
              <a:rPr lang="en-US" sz="3600" dirty="0"/>
              <a:t>Timeline of opportunity (visual workshop version example)</a:t>
            </a:r>
          </a:p>
        </p:txBody>
      </p:sp>
      <p:sp>
        <p:nvSpPr>
          <p:cNvPr id="5" name="Flèche : droite 4">
            <a:extLst>
              <a:ext uri="{FF2B5EF4-FFF2-40B4-BE49-F238E27FC236}">
                <a16:creationId xmlns:a16="http://schemas.microsoft.com/office/drawing/2014/main" id="{2D3755C7-7AD6-4B43-9F4C-E69A886F6BD5}"/>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TOO LATE</a:t>
            </a:r>
          </a:p>
          <a:p>
            <a:pPr algn="ctr"/>
            <a:endParaRPr lang="en-US" dirty="0">
              <a:solidFill>
                <a:schemeClr val="tx1"/>
              </a:solidFill>
            </a:endParaRPr>
          </a:p>
          <a:p>
            <a:pPr algn="ctr"/>
            <a:r>
              <a:rPr lang="en-US" sz="1200" dirty="0">
                <a:solidFill>
                  <a:schemeClr val="tx1"/>
                </a:solidFill>
              </a:rPr>
              <a:t>Describe examples of times that would be too late to launch the Community</a:t>
            </a:r>
          </a:p>
        </p:txBody>
      </p:sp>
      <p:sp>
        <p:nvSpPr>
          <p:cNvPr id="6" name="Rectangle 5">
            <a:extLst>
              <a:ext uri="{FF2B5EF4-FFF2-40B4-BE49-F238E27FC236}">
                <a16:creationId xmlns:a16="http://schemas.microsoft.com/office/drawing/2014/main" id="{166F59C5-BB20-43FC-9492-B2DB116D1DCA}"/>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t>OUR WINDOW OF OPPORTUNITY</a:t>
            </a:r>
          </a:p>
          <a:p>
            <a:pPr algn="ctr"/>
            <a:endParaRPr lang="en-US" dirty="0"/>
          </a:p>
          <a:p>
            <a:pPr algn="ctr"/>
            <a:r>
              <a:rPr lang="en-US" sz="1200" dirty="0"/>
              <a:t>Duration of window of opportunity to launch and how Community will intercept this window (first actions)</a:t>
            </a:r>
          </a:p>
        </p:txBody>
      </p:sp>
      <p:sp>
        <p:nvSpPr>
          <p:cNvPr id="7" name="Rectangle 6">
            <a:extLst>
              <a:ext uri="{FF2B5EF4-FFF2-40B4-BE49-F238E27FC236}">
                <a16:creationId xmlns:a16="http://schemas.microsoft.com/office/drawing/2014/main" id="{3DDFF388-2299-4D43-9D8B-417D529FA4F1}"/>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TOO EARLY</a:t>
            </a:r>
          </a:p>
          <a:p>
            <a:pPr algn="ctr"/>
            <a:endParaRPr lang="en-US" dirty="0">
              <a:solidFill>
                <a:schemeClr val="tx1"/>
              </a:solidFill>
            </a:endParaRPr>
          </a:p>
          <a:p>
            <a:pPr algn="ctr"/>
            <a:r>
              <a:rPr lang="en-US" sz="1200" dirty="0">
                <a:solidFill>
                  <a:schemeClr val="tx1"/>
                </a:solidFill>
              </a:rPr>
              <a:t>Describe examples of times / moments that were too early for the Community to launch</a:t>
            </a:r>
          </a:p>
        </p:txBody>
      </p:sp>
      <p:sp>
        <p:nvSpPr>
          <p:cNvPr id="8" name="Rectangle 7">
            <a:extLst>
              <a:ext uri="{FF2B5EF4-FFF2-40B4-BE49-F238E27FC236}">
                <a16:creationId xmlns:a16="http://schemas.microsoft.com/office/drawing/2014/main" id="{24D83FD7-5CA9-4D74-8579-0938B53E3A48}"/>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t>LAUNCH TRIGGERS</a:t>
            </a:r>
          </a:p>
          <a:p>
            <a:pPr algn="ctr"/>
            <a:endParaRPr lang="en-US" dirty="0"/>
          </a:p>
          <a:p>
            <a:pPr algn="ctr"/>
            <a:r>
              <a:rPr lang="en-US" sz="1200" dirty="0"/>
              <a:t>Noticeable events that lead us to launch soon or now</a:t>
            </a:r>
          </a:p>
        </p:txBody>
      </p:sp>
      <p:sp>
        <p:nvSpPr>
          <p:cNvPr id="9" name="Rectangle 8">
            <a:extLst>
              <a:ext uri="{FF2B5EF4-FFF2-40B4-BE49-F238E27FC236}">
                <a16:creationId xmlns:a16="http://schemas.microsoft.com/office/drawing/2014/main" id="{91EEE884-80F1-4E2D-A6CF-CF7E527E5304}"/>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t>PIVOT TRIGGERS</a:t>
            </a:r>
          </a:p>
          <a:p>
            <a:pPr algn="ctr"/>
            <a:endParaRPr lang="en-US" dirty="0"/>
          </a:p>
          <a:p>
            <a:pPr algn="ctr"/>
            <a:r>
              <a:rPr lang="en-US" sz="1200" dirty="0"/>
              <a:t>Noticeable events or dates that can lead us to pivot our launch conditions before it is too late</a:t>
            </a:r>
          </a:p>
        </p:txBody>
      </p:sp>
      <p:sp>
        <p:nvSpPr>
          <p:cNvPr id="10" name="Rectangle 9">
            <a:extLst>
              <a:ext uri="{FF2B5EF4-FFF2-40B4-BE49-F238E27FC236}">
                <a16:creationId xmlns:a16="http://schemas.microsoft.com/office/drawing/2014/main" id="{1B8FF480-185B-4653-9DB5-7876BC39A873}"/>
              </a:ext>
            </a:extLst>
          </p:cNvPr>
          <p:cNvSpPr/>
          <p:nvPr/>
        </p:nvSpPr>
        <p:spPr>
          <a:xfrm>
            <a:off x="287362" y="3829403"/>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Large legal compliance project taking attention and resources</a:t>
            </a:r>
          </a:p>
        </p:txBody>
      </p:sp>
      <p:sp>
        <p:nvSpPr>
          <p:cNvPr id="11" name="Rectangle 10">
            <a:extLst>
              <a:ext uri="{FF2B5EF4-FFF2-40B4-BE49-F238E27FC236}">
                <a16:creationId xmlns:a16="http://schemas.microsoft.com/office/drawing/2014/main" id="{5E6CE110-95BE-4BEB-94E2-0B0C9E6C31FF}"/>
              </a:ext>
            </a:extLst>
          </p:cNvPr>
          <p:cNvSpPr/>
          <p:nvPr/>
        </p:nvSpPr>
        <p:spPr>
          <a:xfrm>
            <a:off x="1301256" y="4051344"/>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Before remote work was generalized</a:t>
            </a:r>
          </a:p>
        </p:txBody>
      </p:sp>
      <p:sp>
        <p:nvSpPr>
          <p:cNvPr id="12" name="Rectangle 11">
            <a:extLst>
              <a:ext uri="{FF2B5EF4-FFF2-40B4-BE49-F238E27FC236}">
                <a16:creationId xmlns:a16="http://schemas.microsoft.com/office/drawing/2014/main" id="{419D66A5-1130-405E-B1CC-CE61FBCA3EA6}"/>
              </a:ext>
            </a:extLst>
          </p:cNvPr>
          <p:cNvSpPr/>
          <p:nvPr/>
        </p:nvSpPr>
        <p:spPr>
          <a:xfrm>
            <a:off x="287762" y="4908486"/>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When top manager XYZ was in charge (other priorities)</a:t>
            </a:r>
          </a:p>
        </p:txBody>
      </p:sp>
      <p:sp>
        <p:nvSpPr>
          <p:cNvPr id="13" name="Rectangle 12">
            <a:extLst>
              <a:ext uri="{FF2B5EF4-FFF2-40B4-BE49-F238E27FC236}">
                <a16:creationId xmlns:a16="http://schemas.microsoft.com/office/drawing/2014/main" id="{9D7C5D5C-2DFB-4111-9A76-4AC419AD0DB5}"/>
              </a:ext>
            </a:extLst>
          </p:cNvPr>
          <p:cNvSpPr/>
          <p:nvPr/>
        </p:nvSpPr>
        <p:spPr>
          <a:xfrm>
            <a:off x="2717466" y="394082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Official remote work for all</a:t>
            </a:r>
          </a:p>
        </p:txBody>
      </p:sp>
      <p:sp>
        <p:nvSpPr>
          <p:cNvPr id="14" name="Rectangle 13">
            <a:extLst>
              <a:ext uri="{FF2B5EF4-FFF2-40B4-BE49-F238E27FC236}">
                <a16:creationId xmlns:a16="http://schemas.microsoft.com/office/drawing/2014/main" id="{3D83C471-1EEA-4BB0-85CC-FBD35293AB0F}"/>
              </a:ext>
            </a:extLst>
          </p:cNvPr>
          <p:cNvSpPr/>
          <p:nvPr/>
        </p:nvSpPr>
        <p:spPr>
          <a:xfrm>
            <a:off x="2749636" y="4966638"/>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New version of Discussion tool is released</a:t>
            </a:r>
          </a:p>
        </p:txBody>
      </p:sp>
      <p:sp>
        <p:nvSpPr>
          <p:cNvPr id="15" name="Rectangle 14">
            <a:extLst>
              <a:ext uri="{FF2B5EF4-FFF2-40B4-BE49-F238E27FC236}">
                <a16:creationId xmlns:a16="http://schemas.microsoft.com/office/drawing/2014/main" id="{BC4C2E51-DB79-4CA2-8F4B-12131560B973}"/>
              </a:ext>
            </a:extLst>
          </p:cNvPr>
          <p:cNvSpPr/>
          <p:nvPr/>
        </p:nvSpPr>
        <p:spPr>
          <a:xfrm>
            <a:off x="5211510" y="394082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 year </a:t>
            </a:r>
          </a:p>
        </p:txBody>
      </p:sp>
      <p:sp>
        <p:nvSpPr>
          <p:cNvPr id="16" name="Rectangle 15">
            <a:extLst>
              <a:ext uri="{FF2B5EF4-FFF2-40B4-BE49-F238E27FC236}">
                <a16:creationId xmlns:a16="http://schemas.microsoft.com/office/drawing/2014/main" id="{A70286FC-8E2C-4B62-921E-22522CA962D7}"/>
              </a:ext>
            </a:extLst>
          </p:cNvPr>
          <p:cNvSpPr/>
          <p:nvPr/>
        </p:nvSpPr>
        <p:spPr>
          <a:xfrm>
            <a:off x="4254834" y="3867736"/>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New Top Manager with top priority on Digital Transformation</a:t>
            </a:r>
          </a:p>
        </p:txBody>
      </p:sp>
      <p:sp>
        <p:nvSpPr>
          <p:cNvPr id="17" name="Rectangle 16">
            <a:extLst>
              <a:ext uri="{FF2B5EF4-FFF2-40B4-BE49-F238E27FC236}">
                <a16:creationId xmlns:a16="http://schemas.microsoft.com/office/drawing/2014/main" id="{960335AB-DB25-4334-9EAF-452B8B2338A7}"/>
              </a:ext>
            </a:extLst>
          </p:cNvPr>
          <p:cNvSpPr/>
          <p:nvPr/>
        </p:nvSpPr>
        <p:spPr>
          <a:xfrm>
            <a:off x="6311200" y="404149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Launching discovery sessions of Discussion tool</a:t>
            </a:r>
          </a:p>
        </p:txBody>
      </p:sp>
      <p:sp>
        <p:nvSpPr>
          <p:cNvPr id="19" name="Rectangle 18">
            <a:extLst>
              <a:ext uri="{FF2B5EF4-FFF2-40B4-BE49-F238E27FC236}">
                <a16:creationId xmlns:a16="http://schemas.microsoft.com/office/drawing/2014/main" id="{E3BBB7B5-E9D4-4A92-98DF-A14813B1902F}"/>
              </a:ext>
            </a:extLst>
          </p:cNvPr>
          <p:cNvSpPr/>
          <p:nvPr/>
        </p:nvSpPr>
        <p:spPr>
          <a:xfrm>
            <a:off x="7846552" y="4301428"/>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New priorities </a:t>
            </a:r>
          </a:p>
        </p:txBody>
      </p:sp>
      <p:sp>
        <p:nvSpPr>
          <p:cNvPr id="20" name="Rectangle 19">
            <a:extLst>
              <a:ext uri="{FF2B5EF4-FFF2-40B4-BE49-F238E27FC236}">
                <a16:creationId xmlns:a16="http://schemas.microsoft.com/office/drawing/2014/main" id="{03893E30-30C1-46B0-97BB-AB87B3BDC954}"/>
              </a:ext>
            </a:extLst>
          </p:cNvPr>
          <p:cNvSpPr/>
          <p:nvPr/>
        </p:nvSpPr>
        <p:spPr>
          <a:xfrm>
            <a:off x="9474534" y="3667873"/>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Digital Transformation is not new</a:t>
            </a:r>
          </a:p>
        </p:txBody>
      </p:sp>
      <p:sp>
        <p:nvSpPr>
          <p:cNvPr id="21" name="Rectangle 20">
            <a:extLst>
              <a:ext uri="{FF2B5EF4-FFF2-40B4-BE49-F238E27FC236}">
                <a16:creationId xmlns:a16="http://schemas.microsoft.com/office/drawing/2014/main" id="{6B4984E8-2C0F-4C13-BB40-7234B5856967}"/>
              </a:ext>
            </a:extLst>
          </p:cNvPr>
          <p:cNvSpPr/>
          <p:nvPr/>
        </p:nvSpPr>
        <p:spPr>
          <a:xfrm>
            <a:off x="10498476" y="3863183"/>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New top management</a:t>
            </a:r>
          </a:p>
        </p:txBody>
      </p:sp>
      <p:sp>
        <p:nvSpPr>
          <p:cNvPr id="22" name="Rectangle 21">
            <a:extLst>
              <a:ext uri="{FF2B5EF4-FFF2-40B4-BE49-F238E27FC236}">
                <a16:creationId xmlns:a16="http://schemas.microsoft.com/office/drawing/2014/main" id="{DEA969C2-6116-4EE8-A80B-FAA700806582}"/>
              </a:ext>
            </a:extLst>
          </p:cNvPr>
          <p:cNvSpPr/>
          <p:nvPr/>
        </p:nvSpPr>
        <p:spPr>
          <a:xfrm>
            <a:off x="9506036" y="4676019"/>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New operational priorities</a:t>
            </a:r>
          </a:p>
        </p:txBody>
      </p:sp>
      <p:sp>
        <p:nvSpPr>
          <p:cNvPr id="25" name="Titre 1">
            <a:extLst>
              <a:ext uri="{FF2B5EF4-FFF2-40B4-BE49-F238E27FC236}">
                <a16:creationId xmlns:a16="http://schemas.microsoft.com/office/drawing/2014/main" id="{E9493EEE-A46B-43D5-8FD2-B308B581EC76}"/>
              </a:ext>
            </a:extLst>
          </p:cNvPr>
          <p:cNvSpPr txBox="1">
            <a:spLocks/>
          </p:cNvSpPr>
          <p:nvPr/>
        </p:nvSpPr>
        <p:spPr>
          <a:xfrm>
            <a:off x="425121" y="6322883"/>
            <a:ext cx="10515600" cy="36705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Example for a Digital Transformation Community</a:t>
            </a:r>
          </a:p>
        </p:txBody>
      </p:sp>
    </p:spTree>
    <p:extLst>
      <p:ext uri="{BB962C8B-B14F-4D97-AF65-F5344CB8AC3E}">
        <p14:creationId xmlns:p14="http://schemas.microsoft.com/office/powerpoint/2010/main" val="2917839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4BD078-F1CD-4462-B4D0-729FBF27E68E}"/>
              </a:ext>
            </a:extLst>
          </p:cNvPr>
          <p:cNvSpPr>
            <a:spLocks noGrp="1"/>
          </p:cNvSpPr>
          <p:nvPr>
            <p:ph type="title"/>
          </p:nvPr>
        </p:nvSpPr>
        <p:spPr/>
        <p:txBody>
          <a:bodyPr/>
          <a:lstStyle/>
          <a:p>
            <a:r>
              <a:rPr lang="en-US" dirty="0"/>
              <a:t>Why NOW ? </a:t>
            </a:r>
            <a:br>
              <a:rPr lang="en-US" dirty="0"/>
            </a:br>
            <a:r>
              <a:rPr lang="en-US" dirty="0"/>
              <a:t>Timeline of opportunity (classic version)</a:t>
            </a:r>
          </a:p>
        </p:txBody>
      </p:sp>
      <p:graphicFrame>
        <p:nvGraphicFramePr>
          <p:cNvPr id="3" name="Tableau 3">
            <a:extLst>
              <a:ext uri="{FF2B5EF4-FFF2-40B4-BE49-F238E27FC236}">
                <a16:creationId xmlns:a16="http://schemas.microsoft.com/office/drawing/2014/main" id="{1E0E2344-7D11-4E6C-B32D-15364A794CE6}"/>
              </a:ext>
            </a:extLst>
          </p:cNvPr>
          <p:cNvGraphicFramePr>
            <a:graphicFrameLocks noGrp="1"/>
          </p:cNvGraphicFramePr>
          <p:nvPr>
            <p:extLst>
              <p:ext uri="{D42A27DB-BD31-4B8C-83A1-F6EECF244321}">
                <p14:modId xmlns:p14="http://schemas.microsoft.com/office/powerpoint/2010/main" val="132850449"/>
              </p:ext>
            </p:extLst>
          </p:nvPr>
        </p:nvGraphicFramePr>
        <p:xfrm>
          <a:off x="571500" y="2316480"/>
          <a:ext cx="11074400" cy="3983111"/>
        </p:xfrm>
        <a:graphic>
          <a:graphicData uri="http://schemas.openxmlformats.org/drawingml/2006/table">
            <a:tbl>
              <a:tblPr firstRow="1" bandRow="1">
                <a:tableStyleId>{5C22544A-7EE6-4342-B048-85BDC9FD1C3A}</a:tableStyleId>
              </a:tblPr>
              <a:tblGrid>
                <a:gridCol w="2214880">
                  <a:extLst>
                    <a:ext uri="{9D8B030D-6E8A-4147-A177-3AD203B41FA5}">
                      <a16:colId xmlns:a16="http://schemas.microsoft.com/office/drawing/2014/main" val="2431529625"/>
                    </a:ext>
                  </a:extLst>
                </a:gridCol>
                <a:gridCol w="2214880">
                  <a:extLst>
                    <a:ext uri="{9D8B030D-6E8A-4147-A177-3AD203B41FA5}">
                      <a16:colId xmlns:a16="http://schemas.microsoft.com/office/drawing/2014/main" val="547416600"/>
                    </a:ext>
                  </a:extLst>
                </a:gridCol>
                <a:gridCol w="2214880">
                  <a:extLst>
                    <a:ext uri="{9D8B030D-6E8A-4147-A177-3AD203B41FA5}">
                      <a16:colId xmlns:a16="http://schemas.microsoft.com/office/drawing/2014/main" val="373471762"/>
                    </a:ext>
                  </a:extLst>
                </a:gridCol>
                <a:gridCol w="2214880">
                  <a:extLst>
                    <a:ext uri="{9D8B030D-6E8A-4147-A177-3AD203B41FA5}">
                      <a16:colId xmlns:a16="http://schemas.microsoft.com/office/drawing/2014/main" val="1455552081"/>
                    </a:ext>
                  </a:extLst>
                </a:gridCol>
                <a:gridCol w="2214880">
                  <a:extLst>
                    <a:ext uri="{9D8B030D-6E8A-4147-A177-3AD203B41FA5}">
                      <a16:colId xmlns:a16="http://schemas.microsoft.com/office/drawing/2014/main" val="4277235255"/>
                    </a:ext>
                  </a:extLst>
                </a:gridCol>
              </a:tblGrid>
              <a:tr h="8024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TOO EARLY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LAUNCH TRIGGERS</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WINDOW OF OPPORTUNITY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PIVOT TRIGGERS</a:t>
                      </a:r>
                    </a:p>
                  </a:txBody>
                  <a:tcPr/>
                </a:tc>
                <a:tc>
                  <a:txBody>
                    <a:bodyPr/>
                    <a:lstStyle/>
                    <a:p>
                      <a:pPr algn="ctr"/>
                      <a:r>
                        <a:rPr lang="en-US" dirty="0">
                          <a:solidFill>
                            <a:schemeClr val="tx1"/>
                          </a:solidFill>
                        </a:rPr>
                        <a:t>TOO LATE</a:t>
                      </a:r>
                    </a:p>
                  </a:txBody>
                  <a:tcPr/>
                </a:tc>
                <a:extLst>
                  <a:ext uri="{0D108BD9-81ED-4DB2-BD59-A6C34878D82A}">
                    <a16:rowId xmlns:a16="http://schemas.microsoft.com/office/drawing/2014/main" val="3589057550"/>
                  </a:ext>
                </a:extLst>
              </a:tr>
              <a:tr h="494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Describe examples of times / moments that were too early for the Community to launch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Noticeable events that lead us to launch soon or now</a:t>
                      </a:r>
                    </a:p>
                    <a:p>
                      <a:endParaRPr lang="en-US"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Duration of window of opportunity to launch and how Community will intercept this window (first actions)</a:t>
                      </a:r>
                    </a:p>
                    <a:p>
                      <a:endParaRPr lang="en-US"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Noticeable events or dates that can lead us to pivot our launch conditions before it is too late</a:t>
                      </a:r>
                    </a:p>
                    <a:p>
                      <a:endParaRPr lang="en-US" sz="1100" dirty="0"/>
                    </a:p>
                  </a:txBody>
                  <a:tcPr/>
                </a:tc>
                <a:tc>
                  <a:txBody>
                    <a:bodyPr/>
                    <a:lstStyle/>
                    <a:p>
                      <a:pPr algn="ctr"/>
                      <a:r>
                        <a:rPr lang="en-US" sz="1100" dirty="0">
                          <a:solidFill>
                            <a:schemeClr val="tx1"/>
                          </a:solidFill>
                        </a:rPr>
                        <a:t>Describe examples of times that would be too late to launch the Community</a:t>
                      </a:r>
                    </a:p>
                    <a:p>
                      <a:endParaRPr lang="en-US" sz="1100" dirty="0"/>
                    </a:p>
                  </a:txBody>
                  <a:tcPr/>
                </a:tc>
                <a:extLst>
                  <a:ext uri="{0D108BD9-81ED-4DB2-BD59-A6C34878D82A}">
                    <a16:rowId xmlns:a16="http://schemas.microsoft.com/office/drawing/2014/main" val="516993019"/>
                  </a:ext>
                </a:extLst>
              </a:tr>
              <a:tr h="2418672">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953400854"/>
                  </a:ext>
                </a:extLst>
              </a:tr>
            </a:tbl>
          </a:graphicData>
        </a:graphic>
      </p:graphicFrame>
    </p:spTree>
    <p:extLst>
      <p:ext uri="{BB962C8B-B14F-4D97-AF65-F5344CB8AC3E}">
        <p14:creationId xmlns:p14="http://schemas.microsoft.com/office/powerpoint/2010/main" val="20240414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C970E8-85EC-4F9E-B2BA-5BE418DB4CBB}"/>
              </a:ext>
            </a:extLst>
          </p:cNvPr>
          <p:cNvSpPr>
            <a:spLocks noGrp="1"/>
          </p:cNvSpPr>
          <p:nvPr>
            <p:ph type="title"/>
          </p:nvPr>
        </p:nvSpPr>
        <p:spPr>
          <a:xfrm>
            <a:off x="838200" y="342948"/>
            <a:ext cx="10515600" cy="1325563"/>
          </a:xfrm>
        </p:spPr>
        <p:txBody>
          <a:bodyPr>
            <a:normAutofit/>
          </a:bodyPr>
          <a:lstStyle/>
          <a:p>
            <a:r>
              <a:rPr lang="en-US" dirty="0"/>
              <a:t>Why HERE ?</a:t>
            </a:r>
            <a:br>
              <a:rPr lang="en-US" dirty="0"/>
            </a:br>
            <a:r>
              <a:rPr lang="en-US" dirty="0"/>
              <a:t>Map of Influence</a:t>
            </a:r>
          </a:p>
        </p:txBody>
      </p:sp>
      <p:sp>
        <p:nvSpPr>
          <p:cNvPr id="33" name="Espace réservé du contenu 2">
            <a:extLst>
              <a:ext uri="{FF2B5EF4-FFF2-40B4-BE49-F238E27FC236}">
                <a16:creationId xmlns:a16="http://schemas.microsoft.com/office/drawing/2014/main" id="{7BA9F061-C652-4528-AF92-4FCAC49C0B78}"/>
              </a:ext>
            </a:extLst>
          </p:cNvPr>
          <p:cNvSpPr>
            <a:spLocks noGrp="1"/>
          </p:cNvSpPr>
          <p:nvPr>
            <p:ph idx="1"/>
          </p:nvPr>
        </p:nvSpPr>
        <p:spPr>
          <a:xfrm>
            <a:off x="552449" y="1815831"/>
            <a:ext cx="4810125" cy="4918343"/>
          </a:xfrm>
        </p:spPr>
        <p:txBody>
          <a:bodyPr>
            <a:normAutofit fontScale="77500" lnSpcReduction="20000"/>
          </a:bodyPr>
          <a:lstStyle/>
          <a:p>
            <a:r>
              <a:rPr lang="en-US" dirty="0"/>
              <a:t>Communities who intend to bring positive effects to nonmembers of its members can have various </a:t>
            </a:r>
            <a:r>
              <a:rPr lang="en-US" b="1" dirty="0">
                <a:solidFill>
                  <a:srgbClr val="ED7D31"/>
                </a:solidFill>
              </a:rPr>
              <a:t>direct Targets </a:t>
            </a:r>
            <a:r>
              <a:rPr lang="en-US" dirty="0"/>
              <a:t>(groups or individuals)</a:t>
            </a:r>
            <a:r>
              <a:rPr lang="en-US" b="1" dirty="0">
                <a:solidFill>
                  <a:srgbClr val="ED7D31"/>
                </a:solidFill>
              </a:rPr>
              <a:t> </a:t>
            </a:r>
          </a:p>
          <a:p>
            <a:endParaRPr lang="en-US" b="1" dirty="0">
              <a:solidFill>
                <a:srgbClr val="ED7D31"/>
              </a:solidFill>
            </a:endParaRPr>
          </a:p>
          <a:p>
            <a:r>
              <a:rPr lang="en-US" dirty="0"/>
              <a:t>Understanding the specificity of </a:t>
            </a:r>
            <a:r>
              <a:rPr lang="en-US" dirty="0">
                <a:solidFill>
                  <a:srgbClr val="0683AA"/>
                </a:solidFill>
              </a:rPr>
              <a:t>each </a:t>
            </a:r>
            <a:r>
              <a:rPr lang="en-US" b="1" dirty="0">
                <a:solidFill>
                  <a:srgbClr val="0683AA"/>
                </a:solidFill>
              </a:rPr>
              <a:t>target </a:t>
            </a:r>
            <a:r>
              <a:rPr lang="en-US" dirty="0"/>
              <a:t>clarifies Community purposes and increases chances of success</a:t>
            </a:r>
          </a:p>
          <a:p>
            <a:endParaRPr lang="en-US" dirty="0"/>
          </a:p>
          <a:p>
            <a:r>
              <a:rPr lang="en-US" dirty="0"/>
              <a:t>On top of direct target groups, Community activities can have various side effects, which can be interesting to mention.</a:t>
            </a:r>
          </a:p>
          <a:p>
            <a:endParaRPr lang="en-US" dirty="0"/>
          </a:p>
          <a:p>
            <a:r>
              <a:rPr lang="en-US" dirty="0"/>
              <a:t>A global view of all the Community map of influence </a:t>
            </a:r>
          </a:p>
        </p:txBody>
      </p:sp>
      <p:grpSp>
        <p:nvGrpSpPr>
          <p:cNvPr id="4" name="Groupe 3">
            <a:extLst>
              <a:ext uri="{FF2B5EF4-FFF2-40B4-BE49-F238E27FC236}">
                <a16:creationId xmlns:a16="http://schemas.microsoft.com/office/drawing/2014/main" id="{01F5657D-0347-4534-994F-7A851859F58C}"/>
              </a:ext>
            </a:extLst>
          </p:cNvPr>
          <p:cNvGrpSpPr/>
          <p:nvPr/>
        </p:nvGrpSpPr>
        <p:grpSpPr>
          <a:xfrm>
            <a:off x="6096000" y="1815831"/>
            <a:ext cx="5296825" cy="3933679"/>
            <a:chOff x="4856111" y="1739195"/>
            <a:chExt cx="6696567" cy="4973195"/>
          </a:xfrm>
        </p:grpSpPr>
        <p:pic>
          <p:nvPicPr>
            <p:cNvPr id="5" name="Graphique 4" descr="Sphères de Harvey 100% avec un remplissage uni">
              <a:extLst>
                <a:ext uri="{FF2B5EF4-FFF2-40B4-BE49-F238E27FC236}">
                  <a16:creationId xmlns:a16="http://schemas.microsoft.com/office/drawing/2014/main" id="{47935B2A-0288-418B-9DC6-718E8118926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0326" t="10344" r="10326" b="10240"/>
            <a:stretch/>
          </p:blipFill>
          <p:spPr>
            <a:xfrm>
              <a:off x="4856111" y="3574539"/>
              <a:ext cx="1792339" cy="1793874"/>
            </a:xfrm>
            <a:prstGeom prst="rect">
              <a:avLst/>
            </a:prstGeom>
          </p:spPr>
        </p:pic>
        <p:sp>
          <p:nvSpPr>
            <p:cNvPr id="6" name="ZoneTexte 5">
              <a:extLst>
                <a:ext uri="{FF2B5EF4-FFF2-40B4-BE49-F238E27FC236}">
                  <a16:creationId xmlns:a16="http://schemas.microsoft.com/office/drawing/2014/main" id="{A30EF171-87CB-4769-B3A8-7B66CC240C9E}"/>
                </a:ext>
              </a:extLst>
            </p:cNvPr>
            <p:cNvSpPr txBox="1"/>
            <p:nvPr/>
          </p:nvSpPr>
          <p:spPr>
            <a:xfrm>
              <a:off x="5116689" y="4342405"/>
              <a:ext cx="1072484" cy="330743"/>
            </a:xfrm>
            <a:prstGeom prst="rect">
              <a:avLst/>
            </a:prstGeom>
            <a:noFill/>
          </p:spPr>
          <p:txBody>
            <a:bodyPr wrap="none" rtlCol="0">
              <a:spAutoFit/>
            </a:bodyPr>
            <a:lstStyle/>
            <a:p>
              <a:r>
                <a:rPr lang="en-US" sz="1050" dirty="0"/>
                <a:t>Community</a:t>
              </a:r>
            </a:p>
          </p:txBody>
        </p:sp>
        <p:grpSp>
          <p:nvGrpSpPr>
            <p:cNvPr id="7" name="Groupe 6">
              <a:extLst>
                <a:ext uri="{FF2B5EF4-FFF2-40B4-BE49-F238E27FC236}">
                  <a16:creationId xmlns:a16="http://schemas.microsoft.com/office/drawing/2014/main" id="{B02B5AE7-AB5E-4106-9610-38ABC9CC068F}"/>
                </a:ext>
              </a:extLst>
            </p:cNvPr>
            <p:cNvGrpSpPr/>
            <p:nvPr/>
          </p:nvGrpSpPr>
          <p:grpSpPr>
            <a:xfrm>
              <a:off x="8201266" y="2889716"/>
              <a:ext cx="1203959" cy="1114429"/>
              <a:chOff x="495541" y="3991241"/>
              <a:chExt cx="1203959" cy="1114429"/>
            </a:xfrm>
          </p:grpSpPr>
          <p:sp>
            <p:nvSpPr>
              <p:cNvPr id="42" name="Rectangle 41">
                <a:extLst>
                  <a:ext uri="{FF2B5EF4-FFF2-40B4-BE49-F238E27FC236}">
                    <a16:creationId xmlns:a16="http://schemas.microsoft.com/office/drawing/2014/main" id="{F3AED425-C65C-4B60-A5DF-EF029F894DA0}"/>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 Direct Target group and reason to target it</a:t>
                </a:r>
              </a:p>
            </p:txBody>
          </p:sp>
          <p:pic>
            <p:nvPicPr>
              <p:cNvPr id="43" name="Graphique 42" descr="Utilisateurs avec un remplissage uni">
                <a:extLst>
                  <a:ext uri="{FF2B5EF4-FFF2-40B4-BE49-F238E27FC236}">
                    <a16:creationId xmlns:a16="http://schemas.microsoft.com/office/drawing/2014/main" id="{7B62BDED-8D10-4661-B00F-9FD5AFA409A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8" name="Groupe 7">
              <a:extLst>
                <a:ext uri="{FF2B5EF4-FFF2-40B4-BE49-F238E27FC236}">
                  <a16:creationId xmlns:a16="http://schemas.microsoft.com/office/drawing/2014/main" id="{3CF6D013-B7B1-4BF6-896F-94B1CA743B39}"/>
                </a:ext>
              </a:extLst>
            </p:cNvPr>
            <p:cNvGrpSpPr/>
            <p:nvPr/>
          </p:nvGrpSpPr>
          <p:grpSpPr>
            <a:xfrm>
              <a:off x="8144116" y="4080387"/>
              <a:ext cx="1203959" cy="1114429"/>
              <a:chOff x="495541" y="3991241"/>
              <a:chExt cx="1203959" cy="1114429"/>
            </a:xfrm>
            <a:solidFill>
              <a:srgbClr val="0683AA"/>
            </a:solidFill>
          </p:grpSpPr>
          <p:sp>
            <p:nvSpPr>
              <p:cNvPr id="40" name="Rectangle 39">
                <a:extLst>
                  <a:ext uri="{FF2B5EF4-FFF2-40B4-BE49-F238E27FC236}">
                    <a16:creationId xmlns:a16="http://schemas.microsoft.com/office/drawing/2014/main" id="{84E922F1-A589-400F-B889-F0CCAF5006BD}"/>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 Direct Target group and reason to target it</a:t>
                </a:r>
              </a:p>
            </p:txBody>
          </p:sp>
          <p:pic>
            <p:nvPicPr>
              <p:cNvPr id="41" name="Graphique 40" descr="Utilisateurs avec un remplissage uni">
                <a:extLst>
                  <a:ext uri="{FF2B5EF4-FFF2-40B4-BE49-F238E27FC236}">
                    <a16:creationId xmlns:a16="http://schemas.microsoft.com/office/drawing/2014/main" id="{0952FBE8-3A73-40C2-9B20-A3EB3EECD23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9" name="Groupe 8">
              <a:extLst>
                <a:ext uri="{FF2B5EF4-FFF2-40B4-BE49-F238E27FC236}">
                  <a16:creationId xmlns:a16="http://schemas.microsoft.com/office/drawing/2014/main" id="{4A7845A3-CC04-403F-89F0-B5A3C49E1785}"/>
                </a:ext>
              </a:extLst>
            </p:cNvPr>
            <p:cNvGrpSpPr/>
            <p:nvPr/>
          </p:nvGrpSpPr>
          <p:grpSpPr>
            <a:xfrm>
              <a:off x="7765182" y="5459500"/>
              <a:ext cx="1203959" cy="1114429"/>
              <a:chOff x="495541" y="3991241"/>
              <a:chExt cx="1203959" cy="1114429"/>
            </a:xfrm>
          </p:grpSpPr>
          <p:sp>
            <p:nvSpPr>
              <p:cNvPr id="38" name="Rectangle 37">
                <a:extLst>
                  <a:ext uri="{FF2B5EF4-FFF2-40B4-BE49-F238E27FC236}">
                    <a16:creationId xmlns:a16="http://schemas.microsoft.com/office/drawing/2014/main" id="{C66DDEA4-B39D-4514-BCF0-03782E4D1AA6}"/>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 Direct Target group and reason to target it</a:t>
                </a:r>
              </a:p>
            </p:txBody>
          </p:sp>
          <p:pic>
            <p:nvPicPr>
              <p:cNvPr id="39" name="Graphique 38" descr="Utilisateurs avec un remplissage uni">
                <a:extLst>
                  <a:ext uri="{FF2B5EF4-FFF2-40B4-BE49-F238E27FC236}">
                    <a16:creationId xmlns:a16="http://schemas.microsoft.com/office/drawing/2014/main" id="{349C09B7-95C8-482A-ABEF-93307F21CE6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10" name="Groupe 9">
              <a:extLst>
                <a:ext uri="{FF2B5EF4-FFF2-40B4-BE49-F238E27FC236}">
                  <a16:creationId xmlns:a16="http://schemas.microsoft.com/office/drawing/2014/main" id="{872F8296-775B-4538-B6BA-DD001A2660B3}"/>
                </a:ext>
              </a:extLst>
            </p:cNvPr>
            <p:cNvGrpSpPr/>
            <p:nvPr/>
          </p:nvGrpSpPr>
          <p:grpSpPr>
            <a:xfrm>
              <a:off x="10040031" y="5626122"/>
              <a:ext cx="1203959" cy="1086268"/>
              <a:chOff x="1844480" y="4004145"/>
              <a:chExt cx="1203959" cy="1086268"/>
            </a:xfrm>
          </p:grpSpPr>
          <p:sp>
            <p:nvSpPr>
              <p:cNvPr id="36" name="Rectangle 35">
                <a:extLst>
                  <a:ext uri="{FF2B5EF4-FFF2-40B4-BE49-F238E27FC236}">
                    <a16:creationId xmlns:a16="http://schemas.microsoft.com/office/drawing/2014/main" id="{84F2A797-85E2-4B38-9D26-944F77ADB0B7}"/>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Indirect Target group</a:t>
                </a:r>
              </a:p>
            </p:txBody>
          </p:sp>
          <p:pic>
            <p:nvPicPr>
              <p:cNvPr id="37" name="Graphique 36" descr="Utilisateurs avec un remplissage uni">
                <a:extLst>
                  <a:ext uri="{FF2B5EF4-FFF2-40B4-BE49-F238E27FC236}">
                    <a16:creationId xmlns:a16="http://schemas.microsoft.com/office/drawing/2014/main" id="{AC57F6F2-219A-40D6-B234-77236EAF601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11" name="Groupe 10">
              <a:extLst>
                <a:ext uri="{FF2B5EF4-FFF2-40B4-BE49-F238E27FC236}">
                  <a16:creationId xmlns:a16="http://schemas.microsoft.com/office/drawing/2014/main" id="{A5E896B9-537F-41C1-A3B7-35A65420A4AC}"/>
                </a:ext>
              </a:extLst>
            </p:cNvPr>
            <p:cNvGrpSpPr/>
            <p:nvPr/>
          </p:nvGrpSpPr>
          <p:grpSpPr>
            <a:xfrm>
              <a:off x="10348719" y="4140742"/>
              <a:ext cx="1203959" cy="1086268"/>
              <a:chOff x="1844480" y="4004145"/>
              <a:chExt cx="1203959" cy="1086268"/>
            </a:xfrm>
          </p:grpSpPr>
          <p:sp>
            <p:nvSpPr>
              <p:cNvPr id="34" name="Rectangle 33">
                <a:extLst>
                  <a:ext uri="{FF2B5EF4-FFF2-40B4-BE49-F238E27FC236}">
                    <a16:creationId xmlns:a16="http://schemas.microsoft.com/office/drawing/2014/main" id="{E29FB839-A23F-4E9D-A078-824073EC6F99}"/>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Indirect Target group</a:t>
                </a:r>
              </a:p>
            </p:txBody>
          </p:sp>
          <p:pic>
            <p:nvPicPr>
              <p:cNvPr id="35" name="Graphique 34" descr="Utilisateurs avec un remplissage uni">
                <a:extLst>
                  <a:ext uri="{FF2B5EF4-FFF2-40B4-BE49-F238E27FC236}">
                    <a16:creationId xmlns:a16="http://schemas.microsoft.com/office/drawing/2014/main" id="{252184E5-E599-4370-B0BE-7AE774E5541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12" name="Groupe 11">
              <a:extLst>
                <a:ext uri="{FF2B5EF4-FFF2-40B4-BE49-F238E27FC236}">
                  <a16:creationId xmlns:a16="http://schemas.microsoft.com/office/drawing/2014/main" id="{0205C082-028E-429B-96EE-D93C4A4C6ACB}"/>
                </a:ext>
              </a:extLst>
            </p:cNvPr>
            <p:cNvGrpSpPr/>
            <p:nvPr/>
          </p:nvGrpSpPr>
          <p:grpSpPr>
            <a:xfrm>
              <a:off x="7166393" y="1940358"/>
              <a:ext cx="1166597" cy="896117"/>
              <a:chOff x="7034669" y="1978408"/>
              <a:chExt cx="1166597" cy="896117"/>
            </a:xfrm>
          </p:grpSpPr>
          <p:pic>
            <p:nvPicPr>
              <p:cNvPr id="31" name="Graphique 30" descr="Utilisateur avec un remplissage uni">
                <a:extLst>
                  <a:ext uri="{FF2B5EF4-FFF2-40B4-BE49-F238E27FC236}">
                    <a16:creationId xmlns:a16="http://schemas.microsoft.com/office/drawing/2014/main" id="{7F4C663D-A2F9-40C4-BD1B-D61E17161C8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319414" y="1978408"/>
                <a:ext cx="634194" cy="634194"/>
              </a:xfrm>
              <a:prstGeom prst="rect">
                <a:avLst/>
              </a:prstGeom>
            </p:spPr>
          </p:pic>
          <p:sp>
            <p:nvSpPr>
              <p:cNvPr id="32" name="ZoneTexte 31">
                <a:extLst>
                  <a:ext uri="{FF2B5EF4-FFF2-40B4-BE49-F238E27FC236}">
                    <a16:creationId xmlns:a16="http://schemas.microsoft.com/office/drawing/2014/main" id="{41F66E18-2ABC-4D6D-9F7B-BAE987986E6E}"/>
                  </a:ext>
                </a:extLst>
              </p:cNvPr>
              <p:cNvSpPr txBox="1"/>
              <p:nvPr/>
            </p:nvSpPr>
            <p:spPr>
              <a:xfrm>
                <a:off x="7034669" y="2446505"/>
                <a:ext cx="1166597" cy="428020"/>
              </a:xfrm>
              <a:prstGeom prst="rect">
                <a:avLst/>
              </a:prstGeom>
              <a:noFill/>
            </p:spPr>
            <p:txBody>
              <a:bodyPr wrap="square">
                <a:spAutoFit/>
              </a:bodyPr>
              <a:lstStyle/>
              <a:p>
                <a:pPr algn="ctr"/>
                <a:r>
                  <a:rPr lang="en-US" sz="800" dirty="0">
                    <a:solidFill>
                      <a:schemeClr val="tx1"/>
                    </a:solidFill>
                  </a:rPr>
                  <a:t>Directly impacted key person</a:t>
                </a:r>
              </a:p>
            </p:txBody>
          </p:sp>
        </p:grpSp>
        <p:grpSp>
          <p:nvGrpSpPr>
            <p:cNvPr id="13" name="Groupe 12">
              <a:extLst>
                <a:ext uri="{FF2B5EF4-FFF2-40B4-BE49-F238E27FC236}">
                  <a16:creationId xmlns:a16="http://schemas.microsoft.com/office/drawing/2014/main" id="{4E3E705D-EB92-4A70-86CD-F0F1BEFEEF44}"/>
                </a:ext>
              </a:extLst>
            </p:cNvPr>
            <p:cNvGrpSpPr/>
            <p:nvPr/>
          </p:nvGrpSpPr>
          <p:grpSpPr>
            <a:xfrm>
              <a:off x="10058713" y="1739195"/>
              <a:ext cx="1203959" cy="1086268"/>
              <a:chOff x="1844480" y="4004145"/>
              <a:chExt cx="1203959" cy="1086268"/>
            </a:xfrm>
          </p:grpSpPr>
          <p:sp>
            <p:nvSpPr>
              <p:cNvPr id="29" name="Rectangle 28">
                <a:extLst>
                  <a:ext uri="{FF2B5EF4-FFF2-40B4-BE49-F238E27FC236}">
                    <a16:creationId xmlns:a16="http://schemas.microsoft.com/office/drawing/2014/main" id="{12EEFBC7-9CAC-46C8-9A56-486EBE6B1F7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Indirect Target group</a:t>
                </a:r>
              </a:p>
            </p:txBody>
          </p:sp>
          <p:pic>
            <p:nvPicPr>
              <p:cNvPr id="30" name="Graphique 29" descr="Utilisateurs avec un remplissage uni">
                <a:extLst>
                  <a:ext uri="{FF2B5EF4-FFF2-40B4-BE49-F238E27FC236}">
                    <a16:creationId xmlns:a16="http://schemas.microsoft.com/office/drawing/2014/main" id="{EB23CC6C-A0A2-43C7-A1A0-5A04E3677CC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14" name="Groupe 13">
              <a:extLst>
                <a:ext uri="{FF2B5EF4-FFF2-40B4-BE49-F238E27FC236}">
                  <a16:creationId xmlns:a16="http://schemas.microsoft.com/office/drawing/2014/main" id="{E8D48F43-7294-4213-8BE5-A3B67C640F33}"/>
                </a:ext>
              </a:extLst>
            </p:cNvPr>
            <p:cNvGrpSpPr/>
            <p:nvPr/>
          </p:nvGrpSpPr>
          <p:grpSpPr>
            <a:xfrm>
              <a:off x="10058713" y="2853202"/>
              <a:ext cx="1166597" cy="1088483"/>
              <a:chOff x="2218233" y="2605788"/>
              <a:chExt cx="1166597" cy="1088483"/>
            </a:xfrm>
          </p:grpSpPr>
          <p:pic>
            <p:nvPicPr>
              <p:cNvPr id="27" name="Graphique 26" descr="Utilisateur avec un remplissage uni">
                <a:extLst>
                  <a:ext uri="{FF2B5EF4-FFF2-40B4-BE49-F238E27FC236}">
                    <a16:creationId xmlns:a16="http://schemas.microsoft.com/office/drawing/2014/main" id="{729F9E04-0801-41DA-9E8A-13E3852BB4A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84435" y="2605788"/>
                <a:ext cx="634194" cy="634194"/>
              </a:xfrm>
              <a:prstGeom prst="rect">
                <a:avLst/>
              </a:prstGeom>
            </p:spPr>
          </p:pic>
          <p:sp>
            <p:nvSpPr>
              <p:cNvPr id="28" name="ZoneTexte 27">
                <a:extLst>
                  <a:ext uri="{FF2B5EF4-FFF2-40B4-BE49-F238E27FC236}">
                    <a16:creationId xmlns:a16="http://schemas.microsoft.com/office/drawing/2014/main" id="{ED5E0F2E-5C5C-4A0A-B97C-3AA597E60D19}"/>
                  </a:ext>
                </a:extLst>
              </p:cNvPr>
              <p:cNvSpPr txBox="1"/>
              <p:nvPr/>
            </p:nvSpPr>
            <p:spPr>
              <a:xfrm>
                <a:off x="2218233" y="3110606"/>
                <a:ext cx="1166597" cy="583665"/>
              </a:xfrm>
              <a:prstGeom prst="rect">
                <a:avLst/>
              </a:prstGeom>
              <a:noFill/>
            </p:spPr>
            <p:txBody>
              <a:bodyPr wrap="square">
                <a:spAutoFit/>
              </a:bodyPr>
              <a:lstStyle/>
              <a:p>
                <a:pPr algn="ctr"/>
                <a:r>
                  <a:rPr lang="en-US" sz="800" dirty="0">
                    <a:solidFill>
                      <a:schemeClr val="tx1"/>
                    </a:solidFill>
                  </a:rPr>
                  <a:t>Indirectly impacted key person</a:t>
                </a:r>
              </a:p>
            </p:txBody>
          </p:sp>
        </p:grpSp>
        <p:sp>
          <p:nvSpPr>
            <p:cNvPr id="15" name="Flèche : droite 14">
              <a:extLst>
                <a:ext uri="{FF2B5EF4-FFF2-40B4-BE49-F238E27FC236}">
                  <a16:creationId xmlns:a16="http://schemas.microsoft.com/office/drawing/2014/main" id="{512450A2-43A8-4AA5-A186-18CCD21F1F00}"/>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6" name="Flèche : droite 15">
              <a:extLst>
                <a:ext uri="{FF2B5EF4-FFF2-40B4-BE49-F238E27FC236}">
                  <a16:creationId xmlns:a16="http://schemas.microsoft.com/office/drawing/2014/main" id="{9C3C0838-2C6C-4D32-B68A-038DFCBBA44A}"/>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7" name="Flèche : droite 16">
              <a:extLst>
                <a:ext uri="{FF2B5EF4-FFF2-40B4-BE49-F238E27FC236}">
                  <a16:creationId xmlns:a16="http://schemas.microsoft.com/office/drawing/2014/main" id="{2A06C65E-CB75-4D69-9CC0-F59D825C40E2}"/>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8" name="Flèche : droite 17">
              <a:extLst>
                <a:ext uri="{FF2B5EF4-FFF2-40B4-BE49-F238E27FC236}">
                  <a16:creationId xmlns:a16="http://schemas.microsoft.com/office/drawing/2014/main" id="{71E76C7E-D0E7-4806-B186-35D695AFA7B8}"/>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9" name="Flèche : droite 18">
              <a:extLst>
                <a:ext uri="{FF2B5EF4-FFF2-40B4-BE49-F238E27FC236}">
                  <a16:creationId xmlns:a16="http://schemas.microsoft.com/office/drawing/2014/main" id="{045F59C0-9272-42DC-A861-4F302291D2C7}"/>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20" name="Flèche : droite 19">
              <a:extLst>
                <a:ext uri="{FF2B5EF4-FFF2-40B4-BE49-F238E27FC236}">
                  <a16:creationId xmlns:a16="http://schemas.microsoft.com/office/drawing/2014/main" id="{0DBBD817-2480-4B30-8702-43EF9A3ECCDE}"/>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sp>
          <p:nvSpPr>
            <p:cNvPr id="21" name="Flèche : droite 20">
              <a:extLst>
                <a:ext uri="{FF2B5EF4-FFF2-40B4-BE49-F238E27FC236}">
                  <a16:creationId xmlns:a16="http://schemas.microsoft.com/office/drawing/2014/main" id="{44903657-07CF-491C-9FCD-007388CAF3F6}"/>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sp>
          <p:nvSpPr>
            <p:cNvPr id="22" name="Flèche : droite 21">
              <a:extLst>
                <a:ext uri="{FF2B5EF4-FFF2-40B4-BE49-F238E27FC236}">
                  <a16:creationId xmlns:a16="http://schemas.microsoft.com/office/drawing/2014/main" id="{A0C767BD-D099-4D51-AC66-D59CF8EABF73}"/>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sp>
          <p:nvSpPr>
            <p:cNvPr id="23" name="Flèche : droite 22">
              <a:extLst>
                <a:ext uri="{FF2B5EF4-FFF2-40B4-BE49-F238E27FC236}">
                  <a16:creationId xmlns:a16="http://schemas.microsoft.com/office/drawing/2014/main" id="{D16BBA25-2889-4531-8969-F30D54908A4E}"/>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pic>
          <p:nvPicPr>
            <p:cNvPr id="24" name="Graphique 23" descr="Utilisateur avec un remplissage uni">
              <a:extLst>
                <a:ext uri="{FF2B5EF4-FFF2-40B4-BE49-F238E27FC236}">
                  <a16:creationId xmlns:a16="http://schemas.microsoft.com/office/drawing/2014/main" id="{BBEDC72A-38F6-4231-9658-C818094C3F8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99066" y="3752255"/>
              <a:ext cx="410445" cy="410445"/>
            </a:xfrm>
            <a:prstGeom prst="rect">
              <a:avLst/>
            </a:prstGeom>
          </p:spPr>
        </p:pic>
        <p:pic>
          <p:nvPicPr>
            <p:cNvPr id="25" name="Graphique 24" descr="Utilisateur avec un remplissage uni">
              <a:extLst>
                <a:ext uri="{FF2B5EF4-FFF2-40B4-BE49-F238E27FC236}">
                  <a16:creationId xmlns:a16="http://schemas.microsoft.com/office/drawing/2014/main" id="{ABC20086-EA1A-4142-B202-13CDCA9921E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997464" y="4944818"/>
              <a:ext cx="410445" cy="410445"/>
            </a:xfrm>
            <a:prstGeom prst="rect">
              <a:avLst/>
            </a:prstGeom>
          </p:spPr>
        </p:pic>
        <p:pic>
          <p:nvPicPr>
            <p:cNvPr id="26" name="Graphique 25" descr="Utilisateur avec un remplissage uni">
              <a:extLst>
                <a:ext uri="{FF2B5EF4-FFF2-40B4-BE49-F238E27FC236}">
                  <a16:creationId xmlns:a16="http://schemas.microsoft.com/office/drawing/2014/main" id="{E8C1FD37-9620-42D9-B4E6-033538722DC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985327" y="2533953"/>
              <a:ext cx="410445" cy="410445"/>
            </a:xfrm>
            <a:prstGeom prst="rect">
              <a:avLst/>
            </a:prstGeom>
          </p:spPr>
        </p:pic>
      </p:grpSp>
    </p:spTree>
    <p:extLst>
      <p:ext uri="{BB962C8B-B14F-4D97-AF65-F5344CB8AC3E}">
        <p14:creationId xmlns:p14="http://schemas.microsoft.com/office/powerpoint/2010/main" val="1924606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que 10" descr="Utilisateur avec un remplissage uni">
            <a:extLst>
              <a:ext uri="{FF2B5EF4-FFF2-40B4-BE49-F238E27FC236}">
                <a16:creationId xmlns:a16="http://schemas.microsoft.com/office/drawing/2014/main" id="{6E542CC0-322C-41E4-9F80-D2ED23C0687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31307" y="2493062"/>
            <a:ext cx="634194" cy="634194"/>
          </a:xfrm>
          <a:prstGeom prst="rect">
            <a:avLst/>
          </a:prstGeom>
        </p:spPr>
      </p:pic>
      <p:sp>
        <p:nvSpPr>
          <p:cNvPr id="13" name="Titre 1">
            <a:extLst>
              <a:ext uri="{FF2B5EF4-FFF2-40B4-BE49-F238E27FC236}">
                <a16:creationId xmlns:a16="http://schemas.microsoft.com/office/drawing/2014/main" id="{6EAEBC99-93D9-4D07-AE06-CC637108CB65}"/>
              </a:ext>
            </a:extLst>
          </p:cNvPr>
          <p:cNvSpPr>
            <a:spLocks noGrp="1"/>
          </p:cNvSpPr>
          <p:nvPr>
            <p:ph type="title"/>
          </p:nvPr>
        </p:nvSpPr>
        <p:spPr>
          <a:xfrm>
            <a:off x="838200" y="342948"/>
            <a:ext cx="10515600" cy="1325563"/>
          </a:xfrm>
        </p:spPr>
        <p:txBody>
          <a:bodyPr>
            <a:normAutofit/>
          </a:bodyPr>
          <a:lstStyle/>
          <a:p>
            <a:r>
              <a:rPr lang="en-US" dirty="0"/>
              <a:t>Why HERE ?</a:t>
            </a:r>
            <a:br>
              <a:rPr lang="en-US" dirty="0"/>
            </a:br>
            <a:r>
              <a:rPr lang="en-US" dirty="0"/>
              <a:t>Map of Influence (visual workshop version)</a:t>
            </a:r>
          </a:p>
        </p:txBody>
      </p:sp>
      <p:sp>
        <p:nvSpPr>
          <p:cNvPr id="14" name="Flèche : droite 13">
            <a:extLst>
              <a:ext uri="{FF2B5EF4-FFF2-40B4-BE49-F238E27FC236}">
                <a16:creationId xmlns:a16="http://schemas.microsoft.com/office/drawing/2014/main" id="{3376A5AA-3D43-4817-B088-99450E083A21}"/>
              </a:ext>
            </a:extLst>
          </p:cNvPr>
          <p:cNvSpPr/>
          <p:nvPr/>
        </p:nvSpPr>
        <p:spPr>
          <a:xfrm>
            <a:off x="502741" y="5874965"/>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Positive side effect</a:t>
            </a:r>
          </a:p>
        </p:txBody>
      </p:sp>
      <p:sp>
        <p:nvSpPr>
          <p:cNvPr id="15" name="Flèche : droite 14">
            <a:extLst>
              <a:ext uri="{FF2B5EF4-FFF2-40B4-BE49-F238E27FC236}">
                <a16:creationId xmlns:a16="http://schemas.microsoft.com/office/drawing/2014/main" id="{5C9ABFA4-A687-4145-A31C-105B1C20D9AF}"/>
              </a:ext>
            </a:extLst>
          </p:cNvPr>
          <p:cNvSpPr/>
          <p:nvPr/>
        </p:nvSpPr>
        <p:spPr>
          <a:xfrm>
            <a:off x="502740" y="5284415"/>
            <a:ext cx="2393521" cy="518621"/>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Direct influence of Community activities</a:t>
            </a:r>
          </a:p>
        </p:txBody>
      </p:sp>
      <p:grpSp>
        <p:nvGrpSpPr>
          <p:cNvPr id="27" name="Groupe 26">
            <a:extLst>
              <a:ext uri="{FF2B5EF4-FFF2-40B4-BE49-F238E27FC236}">
                <a16:creationId xmlns:a16="http://schemas.microsoft.com/office/drawing/2014/main" id="{F9AB6CCF-723B-4980-906A-CCDCCCA4AD49}"/>
              </a:ext>
            </a:extLst>
          </p:cNvPr>
          <p:cNvGrpSpPr/>
          <p:nvPr/>
        </p:nvGrpSpPr>
        <p:grpSpPr>
          <a:xfrm>
            <a:off x="495541" y="3991241"/>
            <a:ext cx="1203959" cy="1114429"/>
            <a:chOff x="495541" y="3991241"/>
            <a:chExt cx="1203959" cy="1114429"/>
          </a:xfrm>
        </p:grpSpPr>
        <p:sp>
          <p:nvSpPr>
            <p:cNvPr id="9" name="Rectangle 8">
              <a:extLst>
                <a:ext uri="{FF2B5EF4-FFF2-40B4-BE49-F238E27FC236}">
                  <a16:creationId xmlns:a16="http://schemas.microsoft.com/office/drawing/2014/main" id="{C8B58C40-E6ED-4393-9EB4-FC5F99B2C0E3}"/>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 Direct Target group</a:t>
              </a:r>
            </a:p>
          </p:txBody>
        </p:sp>
        <p:pic>
          <p:nvPicPr>
            <p:cNvPr id="17" name="Graphique 16" descr="Utilisateurs avec un remplissage uni">
              <a:extLst>
                <a:ext uri="{FF2B5EF4-FFF2-40B4-BE49-F238E27FC236}">
                  <a16:creationId xmlns:a16="http://schemas.microsoft.com/office/drawing/2014/main" id="{559C9BAC-9BE1-4541-94C8-1F537D283CC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28" name="Groupe 27">
            <a:extLst>
              <a:ext uri="{FF2B5EF4-FFF2-40B4-BE49-F238E27FC236}">
                <a16:creationId xmlns:a16="http://schemas.microsoft.com/office/drawing/2014/main" id="{096591E8-D1D6-4B89-860C-EC5AD5A0529E}"/>
              </a:ext>
            </a:extLst>
          </p:cNvPr>
          <p:cNvGrpSpPr/>
          <p:nvPr/>
        </p:nvGrpSpPr>
        <p:grpSpPr>
          <a:xfrm>
            <a:off x="1844480" y="4004145"/>
            <a:ext cx="1203959" cy="1086268"/>
            <a:chOff x="1844480" y="4004145"/>
            <a:chExt cx="1203959" cy="1086268"/>
          </a:xfrm>
        </p:grpSpPr>
        <p:sp>
          <p:nvSpPr>
            <p:cNvPr id="18" name="Rectangle 17">
              <a:extLst>
                <a:ext uri="{FF2B5EF4-FFF2-40B4-BE49-F238E27FC236}">
                  <a16:creationId xmlns:a16="http://schemas.microsoft.com/office/drawing/2014/main" id="{8590B99E-8D90-46E0-A048-4F0FAE841974}"/>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Indirect Target group</a:t>
              </a:r>
            </a:p>
          </p:txBody>
        </p:sp>
        <p:pic>
          <p:nvPicPr>
            <p:cNvPr id="19" name="Graphique 18" descr="Utilisateurs avec un remplissage uni">
              <a:extLst>
                <a:ext uri="{FF2B5EF4-FFF2-40B4-BE49-F238E27FC236}">
                  <a16:creationId xmlns:a16="http://schemas.microsoft.com/office/drawing/2014/main" id="{3EE10425-EFDC-4B99-AB2E-57197B8A305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48" name="Groupe 47">
            <a:extLst>
              <a:ext uri="{FF2B5EF4-FFF2-40B4-BE49-F238E27FC236}">
                <a16:creationId xmlns:a16="http://schemas.microsoft.com/office/drawing/2014/main" id="{D17C542A-3067-480D-993D-C1AFCB69E238}"/>
              </a:ext>
            </a:extLst>
          </p:cNvPr>
          <p:cNvGrpSpPr/>
          <p:nvPr/>
        </p:nvGrpSpPr>
        <p:grpSpPr>
          <a:xfrm>
            <a:off x="2285389" y="2478525"/>
            <a:ext cx="1166597" cy="1151149"/>
            <a:chOff x="2218233" y="2605788"/>
            <a:chExt cx="1166597" cy="1151149"/>
          </a:xfrm>
        </p:grpSpPr>
        <p:pic>
          <p:nvPicPr>
            <p:cNvPr id="20" name="Graphique 19" descr="Utilisateur avec un remplissage uni">
              <a:extLst>
                <a:ext uri="{FF2B5EF4-FFF2-40B4-BE49-F238E27FC236}">
                  <a16:creationId xmlns:a16="http://schemas.microsoft.com/office/drawing/2014/main" id="{91D00918-F5C8-4938-B753-9ACA46A21E6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484435" y="2605788"/>
              <a:ext cx="634194" cy="634194"/>
            </a:xfrm>
            <a:prstGeom prst="rect">
              <a:avLst/>
            </a:prstGeom>
          </p:spPr>
        </p:pic>
        <p:sp>
          <p:nvSpPr>
            <p:cNvPr id="22" name="ZoneTexte 21">
              <a:extLst>
                <a:ext uri="{FF2B5EF4-FFF2-40B4-BE49-F238E27FC236}">
                  <a16:creationId xmlns:a16="http://schemas.microsoft.com/office/drawing/2014/main" id="{B0BF1B0E-6AEF-4CEA-B8E6-46F322ECA8F3}"/>
                </a:ext>
              </a:extLst>
            </p:cNvPr>
            <p:cNvSpPr txBox="1"/>
            <p:nvPr/>
          </p:nvSpPr>
          <p:spPr>
            <a:xfrm>
              <a:off x="2218233" y="3110606"/>
              <a:ext cx="1166597" cy="646331"/>
            </a:xfrm>
            <a:prstGeom prst="rect">
              <a:avLst/>
            </a:prstGeom>
            <a:noFill/>
          </p:spPr>
          <p:txBody>
            <a:bodyPr wrap="square">
              <a:spAutoFit/>
            </a:bodyPr>
            <a:lstStyle/>
            <a:p>
              <a:pPr algn="ctr"/>
              <a:r>
                <a:rPr lang="en-US" sz="1200" dirty="0">
                  <a:solidFill>
                    <a:schemeClr val="tx1"/>
                  </a:solidFill>
                </a:rPr>
                <a:t>Indirectly impacted key person</a:t>
              </a:r>
            </a:p>
          </p:txBody>
        </p:sp>
      </p:grpSp>
      <p:sp>
        <p:nvSpPr>
          <p:cNvPr id="23" name="ZoneTexte 22">
            <a:extLst>
              <a:ext uri="{FF2B5EF4-FFF2-40B4-BE49-F238E27FC236}">
                <a16:creationId xmlns:a16="http://schemas.microsoft.com/office/drawing/2014/main" id="{AFBBC7D3-B091-431A-8BCA-83F21BE57352}"/>
              </a:ext>
            </a:extLst>
          </p:cNvPr>
          <p:cNvSpPr txBox="1"/>
          <p:nvPr/>
        </p:nvSpPr>
        <p:spPr>
          <a:xfrm>
            <a:off x="1261181" y="2977528"/>
            <a:ext cx="1166597" cy="646331"/>
          </a:xfrm>
          <a:prstGeom prst="rect">
            <a:avLst/>
          </a:prstGeom>
          <a:noFill/>
        </p:spPr>
        <p:txBody>
          <a:bodyPr wrap="square">
            <a:spAutoFit/>
          </a:bodyPr>
          <a:lstStyle/>
          <a:p>
            <a:pPr algn="ctr"/>
            <a:r>
              <a:rPr lang="en-US" sz="1200" dirty="0">
                <a:solidFill>
                  <a:schemeClr val="tx1"/>
                </a:solidFill>
              </a:rPr>
              <a:t>Directly impacted key person</a:t>
            </a:r>
          </a:p>
        </p:txBody>
      </p:sp>
      <p:sp>
        <p:nvSpPr>
          <p:cNvPr id="24" name="Rectangle 23">
            <a:extLst>
              <a:ext uri="{FF2B5EF4-FFF2-40B4-BE49-F238E27FC236}">
                <a16:creationId xmlns:a16="http://schemas.microsoft.com/office/drawing/2014/main" id="{EFF0DE9B-E02C-473A-8B24-A7B6892A878E}"/>
              </a:ext>
            </a:extLst>
          </p:cNvPr>
          <p:cNvSpPr/>
          <p:nvPr/>
        </p:nvSpPr>
        <p:spPr>
          <a:xfrm>
            <a:off x="161925" y="1978409"/>
            <a:ext cx="3409950" cy="46795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Map legend</a:t>
            </a:r>
          </a:p>
        </p:txBody>
      </p:sp>
      <p:pic>
        <p:nvPicPr>
          <p:cNvPr id="25" name="Graphique 24" descr="Utilisateur avec un remplissage uni">
            <a:extLst>
              <a:ext uri="{FF2B5EF4-FFF2-40B4-BE49-F238E27FC236}">
                <a16:creationId xmlns:a16="http://schemas.microsoft.com/office/drawing/2014/main" id="{F8569511-E08A-4860-AECF-EF895B6E956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6098" y="2473991"/>
            <a:ext cx="634194" cy="634194"/>
          </a:xfrm>
          <a:prstGeom prst="rect">
            <a:avLst/>
          </a:prstGeom>
        </p:spPr>
      </p:pic>
      <p:sp>
        <p:nvSpPr>
          <p:cNvPr id="26" name="ZoneTexte 25">
            <a:extLst>
              <a:ext uri="{FF2B5EF4-FFF2-40B4-BE49-F238E27FC236}">
                <a16:creationId xmlns:a16="http://schemas.microsoft.com/office/drawing/2014/main" id="{2BA9B966-1DB6-4C70-88F5-D46881927A8B}"/>
              </a:ext>
            </a:extLst>
          </p:cNvPr>
          <p:cNvSpPr txBox="1"/>
          <p:nvPr/>
        </p:nvSpPr>
        <p:spPr>
          <a:xfrm>
            <a:off x="275330" y="2960231"/>
            <a:ext cx="1065209" cy="830997"/>
          </a:xfrm>
          <a:prstGeom prst="rect">
            <a:avLst/>
          </a:prstGeom>
          <a:noFill/>
        </p:spPr>
        <p:txBody>
          <a:bodyPr wrap="square">
            <a:spAutoFit/>
          </a:bodyPr>
          <a:lstStyle/>
          <a:p>
            <a:pPr algn="ctr"/>
            <a:r>
              <a:rPr lang="en-US" sz="1200" dirty="0">
                <a:solidFill>
                  <a:schemeClr val="tx1"/>
                </a:solidFill>
              </a:rPr>
              <a:t>Community member(s) present in the group</a:t>
            </a:r>
          </a:p>
        </p:txBody>
      </p:sp>
      <p:grpSp>
        <p:nvGrpSpPr>
          <p:cNvPr id="2" name="Groupe 1">
            <a:extLst>
              <a:ext uri="{FF2B5EF4-FFF2-40B4-BE49-F238E27FC236}">
                <a16:creationId xmlns:a16="http://schemas.microsoft.com/office/drawing/2014/main" id="{7229D6ED-0B84-466F-AB27-D67D1AD913EA}"/>
              </a:ext>
            </a:extLst>
          </p:cNvPr>
          <p:cNvGrpSpPr/>
          <p:nvPr/>
        </p:nvGrpSpPr>
        <p:grpSpPr>
          <a:xfrm>
            <a:off x="4856111" y="1739195"/>
            <a:ext cx="6696567" cy="4973195"/>
            <a:chOff x="4856111" y="1739195"/>
            <a:chExt cx="6696567" cy="4973195"/>
          </a:xfrm>
        </p:grpSpPr>
        <p:pic>
          <p:nvPicPr>
            <p:cNvPr id="30" name="Graphique 29" descr="Sphères de Harvey 100% avec un remplissage uni">
              <a:extLst>
                <a:ext uri="{FF2B5EF4-FFF2-40B4-BE49-F238E27FC236}">
                  <a16:creationId xmlns:a16="http://schemas.microsoft.com/office/drawing/2014/main" id="{DB08F5E0-6F69-4B1D-A5CC-37AF4695BC4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0326" t="10344" r="10326" b="10240"/>
            <a:stretch/>
          </p:blipFill>
          <p:spPr>
            <a:xfrm>
              <a:off x="4856111" y="3574539"/>
              <a:ext cx="1792339" cy="1793874"/>
            </a:xfrm>
            <a:prstGeom prst="rect">
              <a:avLst/>
            </a:prstGeom>
          </p:spPr>
        </p:pic>
        <p:sp>
          <p:nvSpPr>
            <p:cNvPr id="31" name="ZoneTexte 30">
              <a:extLst>
                <a:ext uri="{FF2B5EF4-FFF2-40B4-BE49-F238E27FC236}">
                  <a16:creationId xmlns:a16="http://schemas.microsoft.com/office/drawing/2014/main" id="{AF5F731A-AE9E-4C4A-BEE8-8E063CFB997B}"/>
                </a:ext>
              </a:extLst>
            </p:cNvPr>
            <p:cNvSpPr txBox="1"/>
            <p:nvPr/>
          </p:nvSpPr>
          <p:spPr>
            <a:xfrm>
              <a:off x="5114124" y="4268270"/>
              <a:ext cx="1276311" cy="369332"/>
            </a:xfrm>
            <a:prstGeom prst="rect">
              <a:avLst/>
            </a:prstGeom>
            <a:noFill/>
          </p:spPr>
          <p:txBody>
            <a:bodyPr wrap="none" rtlCol="0">
              <a:spAutoFit/>
            </a:bodyPr>
            <a:lstStyle/>
            <a:p>
              <a:r>
                <a:rPr lang="en-US" dirty="0"/>
                <a:t>Community</a:t>
              </a:r>
            </a:p>
          </p:txBody>
        </p:sp>
        <p:grpSp>
          <p:nvGrpSpPr>
            <p:cNvPr id="32" name="Groupe 31">
              <a:extLst>
                <a:ext uri="{FF2B5EF4-FFF2-40B4-BE49-F238E27FC236}">
                  <a16:creationId xmlns:a16="http://schemas.microsoft.com/office/drawing/2014/main" id="{456A4E05-1C21-4E23-820D-B2ABF951E349}"/>
                </a:ext>
              </a:extLst>
            </p:cNvPr>
            <p:cNvGrpSpPr/>
            <p:nvPr/>
          </p:nvGrpSpPr>
          <p:grpSpPr>
            <a:xfrm>
              <a:off x="8201266" y="2889716"/>
              <a:ext cx="1203959" cy="1114429"/>
              <a:chOff x="495541" y="3991241"/>
              <a:chExt cx="1203959" cy="1114429"/>
            </a:xfrm>
          </p:grpSpPr>
          <p:sp>
            <p:nvSpPr>
              <p:cNvPr id="33" name="Rectangle 32">
                <a:extLst>
                  <a:ext uri="{FF2B5EF4-FFF2-40B4-BE49-F238E27FC236}">
                    <a16:creationId xmlns:a16="http://schemas.microsoft.com/office/drawing/2014/main" id="{700FBC0A-4C51-4BC0-877A-37CDD4C92A7C}"/>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 Direct Target group and reason to target it</a:t>
                </a:r>
              </a:p>
            </p:txBody>
          </p:sp>
          <p:pic>
            <p:nvPicPr>
              <p:cNvPr id="34" name="Graphique 33" descr="Utilisateurs avec un remplissage uni">
                <a:extLst>
                  <a:ext uri="{FF2B5EF4-FFF2-40B4-BE49-F238E27FC236}">
                    <a16:creationId xmlns:a16="http://schemas.microsoft.com/office/drawing/2014/main" id="{332BF3B6-91B0-4B26-9325-18C83696DCC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35" name="Groupe 34">
              <a:extLst>
                <a:ext uri="{FF2B5EF4-FFF2-40B4-BE49-F238E27FC236}">
                  <a16:creationId xmlns:a16="http://schemas.microsoft.com/office/drawing/2014/main" id="{D8F3FCD8-3000-406D-A48C-ED3223C37D94}"/>
                </a:ext>
              </a:extLst>
            </p:cNvPr>
            <p:cNvGrpSpPr/>
            <p:nvPr/>
          </p:nvGrpSpPr>
          <p:grpSpPr>
            <a:xfrm>
              <a:off x="8144116" y="4080387"/>
              <a:ext cx="1203959" cy="1114429"/>
              <a:chOff x="495541" y="3991241"/>
              <a:chExt cx="1203959" cy="1114429"/>
            </a:xfrm>
            <a:solidFill>
              <a:srgbClr val="0683AA"/>
            </a:solidFill>
          </p:grpSpPr>
          <p:sp>
            <p:nvSpPr>
              <p:cNvPr id="36" name="Rectangle 35">
                <a:extLst>
                  <a:ext uri="{FF2B5EF4-FFF2-40B4-BE49-F238E27FC236}">
                    <a16:creationId xmlns:a16="http://schemas.microsoft.com/office/drawing/2014/main" id="{375F10A0-1377-428A-8CB1-A4205685834E}"/>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 Direct Target group and reason to target it</a:t>
                </a:r>
              </a:p>
            </p:txBody>
          </p:sp>
          <p:pic>
            <p:nvPicPr>
              <p:cNvPr id="37" name="Graphique 36" descr="Utilisateurs avec un remplissage uni">
                <a:extLst>
                  <a:ext uri="{FF2B5EF4-FFF2-40B4-BE49-F238E27FC236}">
                    <a16:creationId xmlns:a16="http://schemas.microsoft.com/office/drawing/2014/main" id="{AE8BCAB9-7EC1-4D04-A1F6-E0E0ECB6445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38" name="Groupe 37">
              <a:extLst>
                <a:ext uri="{FF2B5EF4-FFF2-40B4-BE49-F238E27FC236}">
                  <a16:creationId xmlns:a16="http://schemas.microsoft.com/office/drawing/2014/main" id="{88C4ADD7-D1D4-4D95-BD49-A62683D72921}"/>
                </a:ext>
              </a:extLst>
            </p:cNvPr>
            <p:cNvGrpSpPr/>
            <p:nvPr/>
          </p:nvGrpSpPr>
          <p:grpSpPr>
            <a:xfrm>
              <a:off x="7765182" y="5459500"/>
              <a:ext cx="1203959" cy="1114429"/>
              <a:chOff x="495541" y="3991241"/>
              <a:chExt cx="1203959" cy="1114429"/>
            </a:xfrm>
          </p:grpSpPr>
          <p:sp>
            <p:nvSpPr>
              <p:cNvPr id="39" name="Rectangle 38">
                <a:extLst>
                  <a:ext uri="{FF2B5EF4-FFF2-40B4-BE49-F238E27FC236}">
                    <a16:creationId xmlns:a16="http://schemas.microsoft.com/office/drawing/2014/main" id="{0BC9F894-DCF1-41FF-9FD9-DD2F8D0452E9}"/>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 Direct Target group and reason to target it</a:t>
                </a:r>
              </a:p>
            </p:txBody>
          </p:sp>
          <p:pic>
            <p:nvPicPr>
              <p:cNvPr id="40" name="Graphique 39" descr="Utilisateurs avec un remplissage uni">
                <a:extLst>
                  <a:ext uri="{FF2B5EF4-FFF2-40B4-BE49-F238E27FC236}">
                    <a16:creationId xmlns:a16="http://schemas.microsoft.com/office/drawing/2014/main" id="{B51BEC5D-1F23-47F9-8FD7-71675947CF4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42" name="Groupe 41">
              <a:extLst>
                <a:ext uri="{FF2B5EF4-FFF2-40B4-BE49-F238E27FC236}">
                  <a16:creationId xmlns:a16="http://schemas.microsoft.com/office/drawing/2014/main" id="{AA8D3C8F-1317-495F-BE9A-CB2EAC196974}"/>
                </a:ext>
              </a:extLst>
            </p:cNvPr>
            <p:cNvGrpSpPr/>
            <p:nvPr/>
          </p:nvGrpSpPr>
          <p:grpSpPr>
            <a:xfrm>
              <a:off x="10040031" y="5626122"/>
              <a:ext cx="1203959" cy="1086268"/>
              <a:chOff x="1844480" y="4004145"/>
              <a:chExt cx="1203959" cy="1086268"/>
            </a:xfrm>
          </p:grpSpPr>
          <p:sp>
            <p:nvSpPr>
              <p:cNvPr id="43" name="Rectangle 42">
                <a:extLst>
                  <a:ext uri="{FF2B5EF4-FFF2-40B4-BE49-F238E27FC236}">
                    <a16:creationId xmlns:a16="http://schemas.microsoft.com/office/drawing/2014/main" id="{63816973-C883-4A85-9900-2A9BD779C20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Indirect Target group</a:t>
                </a:r>
              </a:p>
            </p:txBody>
          </p:sp>
          <p:pic>
            <p:nvPicPr>
              <p:cNvPr id="44" name="Graphique 43" descr="Utilisateurs avec un remplissage uni">
                <a:extLst>
                  <a:ext uri="{FF2B5EF4-FFF2-40B4-BE49-F238E27FC236}">
                    <a16:creationId xmlns:a16="http://schemas.microsoft.com/office/drawing/2014/main" id="{E76F8196-7ACE-46A5-9D23-5CF96B58048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45" name="Groupe 44">
              <a:extLst>
                <a:ext uri="{FF2B5EF4-FFF2-40B4-BE49-F238E27FC236}">
                  <a16:creationId xmlns:a16="http://schemas.microsoft.com/office/drawing/2014/main" id="{331FBE71-1D34-4377-BA0D-1FEA5DEC2F24}"/>
                </a:ext>
              </a:extLst>
            </p:cNvPr>
            <p:cNvGrpSpPr/>
            <p:nvPr/>
          </p:nvGrpSpPr>
          <p:grpSpPr>
            <a:xfrm>
              <a:off x="10348719" y="4140742"/>
              <a:ext cx="1203959" cy="1086268"/>
              <a:chOff x="1844480" y="4004145"/>
              <a:chExt cx="1203959" cy="1086268"/>
            </a:xfrm>
          </p:grpSpPr>
          <p:sp>
            <p:nvSpPr>
              <p:cNvPr id="46" name="Rectangle 45">
                <a:extLst>
                  <a:ext uri="{FF2B5EF4-FFF2-40B4-BE49-F238E27FC236}">
                    <a16:creationId xmlns:a16="http://schemas.microsoft.com/office/drawing/2014/main" id="{B7F65E80-355A-477A-92BA-DECEE52CB2F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Indirect Target group</a:t>
                </a:r>
              </a:p>
            </p:txBody>
          </p:sp>
          <p:pic>
            <p:nvPicPr>
              <p:cNvPr id="47" name="Graphique 46" descr="Utilisateurs avec un remplissage uni">
                <a:extLst>
                  <a:ext uri="{FF2B5EF4-FFF2-40B4-BE49-F238E27FC236}">
                    <a16:creationId xmlns:a16="http://schemas.microsoft.com/office/drawing/2014/main" id="{FACB9156-B5E8-4C1C-AC16-4EAEC454206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50" name="Groupe 49">
              <a:extLst>
                <a:ext uri="{FF2B5EF4-FFF2-40B4-BE49-F238E27FC236}">
                  <a16:creationId xmlns:a16="http://schemas.microsoft.com/office/drawing/2014/main" id="{19F77ABE-C66D-4A18-9E16-D3B2FB54B17E}"/>
                </a:ext>
              </a:extLst>
            </p:cNvPr>
            <p:cNvGrpSpPr/>
            <p:nvPr/>
          </p:nvGrpSpPr>
          <p:grpSpPr>
            <a:xfrm>
              <a:off x="7166393" y="1940358"/>
              <a:ext cx="1166597" cy="1114429"/>
              <a:chOff x="7034669" y="1978408"/>
              <a:chExt cx="1166597" cy="1114429"/>
            </a:xfrm>
          </p:grpSpPr>
          <p:pic>
            <p:nvPicPr>
              <p:cNvPr id="41" name="Graphique 40" descr="Utilisateur avec un remplissage uni">
                <a:extLst>
                  <a:ext uri="{FF2B5EF4-FFF2-40B4-BE49-F238E27FC236}">
                    <a16:creationId xmlns:a16="http://schemas.microsoft.com/office/drawing/2014/main" id="{E8FFE889-6311-4FC3-BA6E-BFB1499B027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9414" y="1978408"/>
                <a:ext cx="634194" cy="634194"/>
              </a:xfrm>
              <a:prstGeom prst="rect">
                <a:avLst/>
              </a:prstGeom>
            </p:spPr>
          </p:pic>
          <p:sp>
            <p:nvSpPr>
              <p:cNvPr id="49" name="ZoneTexte 48">
                <a:extLst>
                  <a:ext uri="{FF2B5EF4-FFF2-40B4-BE49-F238E27FC236}">
                    <a16:creationId xmlns:a16="http://schemas.microsoft.com/office/drawing/2014/main" id="{6120A503-2F20-4AE3-A9E8-A93167EFB14B}"/>
                  </a:ext>
                </a:extLst>
              </p:cNvPr>
              <p:cNvSpPr txBox="1"/>
              <p:nvPr/>
            </p:nvSpPr>
            <p:spPr>
              <a:xfrm>
                <a:off x="7034669" y="2446506"/>
                <a:ext cx="1166597" cy="646331"/>
              </a:xfrm>
              <a:prstGeom prst="rect">
                <a:avLst/>
              </a:prstGeom>
              <a:noFill/>
            </p:spPr>
            <p:txBody>
              <a:bodyPr wrap="square">
                <a:spAutoFit/>
              </a:bodyPr>
              <a:lstStyle/>
              <a:p>
                <a:pPr algn="ctr"/>
                <a:r>
                  <a:rPr lang="en-US" sz="1200" dirty="0">
                    <a:solidFill>
                      <a:schemeClr val="tx1"/>
                    </a:solidFill>
                  </a:rPr>
                  <a:t>Directly impacted key person</a:t>
                </a:r>
              </a:p>
            </p:txBody>
          </p:sp>
        </p:grpSp>
        <p:grpSp>
          <p:nvGrpSpPr>
            <p:cNvPr id="51" name="Groupe 50">
              <a:extLst>
                <a:ext uri="{FF2B5EF4-FFF2-40B4-BE49-F238E27FC236}">
                  <a16:creationId xmlns:a16="http://schemas.microsoft.com/office/drawing/2014/main" id="{9D18585D-98EA-41C6-A058-38CC1C0F4F92}"/>
                </a:ext>
              </a:extLst>
            </p:cNvPr>
            <p:cNvGrpSpPr/>
            <p:nvPr/>
          </p:nvGrpSpPr>
          <p:grpSpPr>
            <a:xfrm>
              <a:off x="10058713" y="1739195"/>
              <a:ext cx="1203959" cy="1086268"/>
              <a:chOff x="1844480" y="4004145"/>
              <a:chExt cx="1203959" cy="1086268"/>
            </a:xfrm>
          </p:grpSpPr>
          <p:sp>
            <p:nvSpPr>
              <p:cNvPr id="52" name="Rectangle 51">
                <a:extLst>
                  <a:ext uri="{FF2B5EF4-FFF2-40B4-BE49-F238E27FC236}">
                    <a16:creationId xmlns:a16="http://schemas.microsoft.com/office/drawing/2014/main" id="{0B59A66A-FE6F-4496-94E1-5AA7DDC5EFE4}"/>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Indirect Target group</a:t>
                </a:r>
              </a:p>
            </p:txBody>
          </p:sp>
          <p:pic>
            <p:nvPicPr>
              <p:cNvPr id="53" name="Graphique 52" descr="Utilisateurs avec un remplissage uni">
                <a:extLst>
                  <a:ext uri="{FF2B5EF4-FFF2-40B4-BE49-F238E27FC236}">
                    <a16:creationId xmlns:a16="http://schemas.microsoft.com/office/drawing/2014/main" id="{87C4205D-D319-4D17-BE34-563644FC625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54" name="Groupe 53">
              <a:extLst>
                <a:ext uri="{FF2B5EF4-FFF2-40B4-BE49-F238E27FC236}">
                  <a16:creationId xmlns:a16="http://schemas.microsoft.com/office/drawing/2014/main" id="{9A2D4E47-ABFD-4D86-AFF2-66AEAA3948A1}"/>
                </a:ext>
              </a:extLst>
            </p:cNvPr>
            <p:cNvGrpSpPr/>
            <p:nvPr/>
          </p:nvGrpSpPr>
          <p:grpSpPr>
            <a:xfrm>
              <a:off x="10058713" y="2853202"/>
              <a:ext cx="1166597" cy="1151149"/>
              <a:chOff x="2218233" y="2605788"/>
              <a:chExt cx="1166597" cy="1151149"/>
            </a:xfrm>
          </p:grpSpPr>
          <p:pic>
            <p:nvPicPr>
              <p:cNvPr id="55" name="Graphique 54" descr="Utilisateur avec un remplissage uni">
                <a:extLst>
                  <a:ext uri="{FF2B5EF4-FFF2-40B4-BE49-F238E27FC236}">
                    <a16:creationId xmlns:a16="http://schemas.microsoft.com/office/drawing/2014/main" id="{ABD982F3-AC5F-4005-95B0-9D4A31041CA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484435" y="2605788"/>
                <a:ext cx="634194" cy="634194"/>
              </a:xfrm>
              <a:prstGeom prst="rect">
                <a:avLst/>
              </a:prstGeom>
            </p:spPr>
          </p:pic>
          <p:sp>
            <p:nvSpPr>
              <p:cNvPr id="56" name="ZoneTexte 55">
                <a:extLst>
                  <a:ext uri="{FF2B5EF4-FFF2-40B4-BE49-F238E27FC236}">
                    <a16:creationId xmlns:a16="http://schemas.microsoft.com/office/drawing/2014/main" id="{FCDF3650-E1C0-4D93-B90E-33997C4B58A0}"/>
                  </a:ext>
                </a:extLst>
              </p:cNvPr>
              <p:cNvSpPr txBox="1"/>
              <p:nvPr/>
            </p:nvSpPr>
            <p:spPr>
              <a:xfrm>
                <a:off x="2218233" y="3110606"/>
                <a:ext cx="1166597" cy="646331"/>
              </a:xfrm>
              <a:prstGeom prst="rect">
                <a:avLst/>
              </a:prstGeom>
              <a:noFill/>
            </p:spPr>
            <p:txBody>
              <a:bodyPr wrap="square">
                <a:spAutoFit/>
              </a:bodyPr>
              <a:lstStyle/>
              <a:p>
                <a:pPr algn="ctr"/>
                <a:r>
                  <a:rPr lang="en-US" sz="1200" dirty="0">
                    <a:solidFill>
                      <a:schemeClr val="tx1"/>
                    </a:solidFill>
                  </a:rPr>
                  <a:t>Indirectly impacted key person</a:t>
                </a:r>
              </a:p>
            </p:txBody>
          </p:sp>
        </p:grpSp>
        <p:sp>
          <p:nvSpPr>
            <p:cNvPr id="57" name="Flèche : droite 56">
              <a:extLst>
                <a:ext uri="{FF2B5EF4-FFF2-40B4-BE49-F238E27FC236}">
                  <a16:creationId xmlns:a16="http://schemas.microsoft.com/office/drawing/2014/main" id="{802F923E-6BDE-4A43-8D74-F4F6A6454C8F}"/>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8" name="Flèche : droite 57">
              <a:extLst>
                <a:ext uri="{FF2B5EF4-FFF2-40B4-BE49-F238E27FC236}">
                  <a16:creationId xmlns:a16="http://schemas.microsoft.com/office/drawing/2014/main" id="{ABB0CE15-F38E-4B1D-A7E5-53AADAB9D5CA}"/>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9" name="Flèche : droite 58">
              <a:extLst>
                <a:ext uri="{FF2B5EF4-FFF2-40B4-BE49-F238E27FC236}">
                  <a16:creationId xmlns:a16="http://schemas.microsoft.com/office/drawing/2014/main" id="{95CB8EC9-719A-4BAE-95A5-1CAACC14931A}"/>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0" name="Flèche : droite 59">
              <a:extLst>
                <a:ext uri="{FF2B5EF4-FFF2-40B4-BE49-F238E27FC236}">
                  <a16:creationId xmlns:a16="http://schemas.microsoft.com/office/drawing/2014/main" id="{BFF81F83-20BC-406E-B95C-5F7E9782470D}"/>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1" name="Flèche : droite 60">
              <a:extLst>
                <a:ext uri="{FF2B5EF4-FFF2-40B4-BE49-F238E27FC236}">
                  <a16:creationId xmlns:a16="http://schemas.microsoft.com/office/drawing/2014/main" id="{8F59835A-4DE9-444D-B314-2861E10DEEE1}"/>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2" name="Flèche : droite 61">
              <a:extLst>
                <a:ext uri="{FF2B5EF4-FFF2-40B4-BE49-F238E27FC236}">
                  <a16:creationId xmlns:a16="http://schemas.microsoft.com/office/drawing/2014/main" id="{282B66BA-2538-4CB5-95B4-4BA23784C83A}"/>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63" name="Flèche : droite 62">
              <a:extLst>
                <a:ext uri="{FF2B5EF4-FFF2-40B4-BE49-F238E27FC236}">
                  <a16:creationId xmlns:a16="http://schemas.microsoft.com/office/drawing/2014/main" id="{9953795C-EC2C-4A60-B117-7187FA99EDF8}"/>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64" name="Flèche : droite 63">
              <a:extLst>
                <a:ext uri="{FF2B5EF4-FFF2-40B4-BE49-F238E27FC236}">
                  <a16:creationId xmlns:a16="http://schemas.microsoft.com/office/drawing/2014/main" id="{7E65FFF3-72F0-48C4-8152-C1FB94410748}"/>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65" name="Flèche : droite 64">
              <a:extLst>
                <a:ext uri="{FF2B5EF4-FFF2-40B4-BE49-F238E27FC236}">
                  <a16:creationId xmlns:a16="http://schemas.microsoft.com/office/drawing/2014/main" id="{05575A18-C8DC-43BC-BC0E-22471157ADD2}"/>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pic>
          <p:nvPicPr>
            <p:cNvPr id="66" name="Graphique 65" descr="Utilisateur avec un remplissage uni">
              <a:extLst>
                <a:ext uri="{FF2B5EF4-FFF2-40B4-BE49-F238E27FC236}">
                  <a16:creationId xmlns:a16="http://schemas.microsoft.com/office/drawing/2014/main" id="{CFFD1BF2-BA8B-4027-BD01-959969EFB8C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199066" y="3752255"/>
              <a:ext cx="410445" cy="410445"/>
            </a:xfrm>
            <a:prstGeom prst="rect">
              <a:avLst/>
            </a:prstGeom>
          </p:spPr>
        </p:pic>
        <p:pic>
          <p:nvPicPr>
            <p:cNvPr id="67" name="Graphique 66" descr="Utilisateur avec un remplissage uni">
              <a:extLst>
                <a:ext uri="{FF2B5EF4-FFF2-40B4-BE49-F238E27FC236}">
                  <a16:creationId xmlns:a16="http://schemas.microsoft.com/office/drawing/2014/main" id="{C5517C2B-E7DE-4B89-B0B3-AAF02F11C29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997464" y="4944818"/>
              <a:ext cx="410445" cy="410445"/>
            </a:xfrm>
            <a:prstGeom prst="rect">
              <a:avLst/>
            </a:prstGeom>
          </p:spPr>
        </p:pic>
        <p:pic>
          <p:nvPicPr>
            <p:cNvPr id="68" name="Graphique 67" descr="Utilisateur avec un remplissage uni">
              <a:extLst>
                <a:ext uri="{FF2B5EF4-FFF2-40B4-BE49-F238E27FC236}">
                  <a16:creationId xmlns:a16="http://schemas.microsoft.com/office/drawing/2014/main" id="{88262E52-7A20-4BE8-9899-9AE110F92DA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985327" y="2533953"/>
              <a:ext cx="410445" cy="410445"/>
            </a:xfrm>
            <a:prstGeom prst="rect">
              <a:avLst/>
            </a:prstGeom>
          </p:spPr>
        </p:pic>
      </p:grpSp>
    </p:spTree>
    <p:extLst>
      <p:ext uri="{BB962C8B-B14F-4D97-AF65-F5344CB8AC3E}">
        <p14:creationId xmlns:p14="http://schemas.microsoft.com/office/powerpoint/2010/main" val="29383805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que 10" descr="Utilisateur avec un remplissage uni">
            <a:extLst>
              <a:ext uri="{FF2B5EF4-FFF2-40B4-BE49-F238E27FC236}">
                <a16:creationId xmlns:a16="http://schemas.microsoft.com/office/drawing/2014/main" id="{6E542CC0-322C-41E4-9F80-D2ED23C0687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31307" y="2493062"/>
            <a:ext cx="634194" cy="634194"/>
          </a:xfrm>
          <a:prstGeom prst="rect">
            <a:avLst/>
          </a:prstGeom>
        </p:spPr>
      </p:pic>
      <p:sp>
        <p:nvSpPr>
          <p:cNvPr id="13" name="Titre 1">
            <a:extLst>
              <a:ext uri="{FF2B5EF4-FFF2-40B4-BE49-F238E27FC236}">
                <a16:creationId xmlns:a16="http://schemas.microsoft.com/office/drawing/2014/main" id="{6EAEBC99-93D9-4D07-AE06-CC637108CB65}"/>
              </a:ext>
            </a:extLst>
          </p:cNvPr>
          <p:cNvSpPr>
            <a:spLocks noGrp="1"/>
          </p:cNvSpPr>
          <p:nvPr>
            <p:ph type="title"/>
          </p:nvPr>
        </p:nvSpPr>
        <p:spPr>
          <a:xfrm>
            <a:off x="838200" y="342948"/>
            <a:ext cx="11106150" cy="1325563"/>
          </a:xfrm>
        </p:spPr>
        <p:txBody>
          <a:bodyPr>
            <a:normAutofit fontScale="90000"/>
          </a:bodyPr>
          <a:lstStyle/>
          <a:p>
            <a:r>
              <a:rPr lang="en-US" dirty="0"/>
              <a:t>Why HERE ?</a:t>
            </a:r>
            <a:br>
              <a:rPr lang="en-US" dirty="0"/>
            </a:br>
            <a:r>
              <a:rPr lang="en-US" dirty="0"/>
              <a:t>Map of Influence (visual workshop version EXAMPLE)</a:t>
            </a:r>
          </a:p>
        </p:txBody>
      </p:sp>
      <p:sp>
        <p:nvSpPr>
          <p:cNvPr id="14" name="Flèche : droite 13">
            <a:extLst>
              <a:ext uri="{FF2B5EF4-FFF2-40B4-BE49-F238E27FC236}">
                <a16:creationId xmlns:a16="http://schemas.microsoft.com/office/drawing/2014/main" id="{3376A5AA-3D43-4817-B088-99450E083A21}"/>
              </a:ext>
            </a:extLst>
          </p:cNvPr>
          <p:cNvSpPr/>
          <p:nvPr/>
        </p:nvSpPr>
        <p:spPr>
          <a:xfrm>
            <a:off x="502741" y="5874965"/>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Positive side effect</a:t>
            </a:r>
          </a:p>
        </p:txBody>
      </p:sp>
      <p:sp>
        <p:nvSpPr>
          <p:cNvPr id="15" name="Flèche : droite 14">
            <a:extLst>
              <a:ext uri="{FF2B5EF4-FFF2-40B4-BE49-F238E27FC236}">
                <a16:creationId xmlns:a16="http://schemas.microsoft.com/office/drawing/2014/main" id="{5C9ABFA4-A687-4145-A31C-105B1C20D9AF}"/>
              </a:ext>
            </a:extLst>
          </p:cNvPr>
          <p:cNvSpPr/>
          <p:nvPr/>
        </p:nvSpPr>
        <p:spPr>
          <a:xfrm>
            <a:off x="502740" y="5284415"/>
            <a:ext cx="2393521" cy="518621"/>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Direct influence of Community activities</a:t>
            </a:r>
          </a:p>
        </p:txBody>
      </p:sp>
      <p:grpSp>
        <p:nvGrpSpPr>
          <p:cNvPr id="27" name="Groupe 26">
            <a:extLst>
              <a:ext uri="{FF2B5EF4-FFF2-40B4-BE49-F238E27FC236}">
                <a16:creationId xmlns:a16="http://schemas.microsoft.com/office/drawing/2014/main" id="{F9AB6CCF-723B-4980-906A-CCDCCCA4AD49}"/>
              </a:ext>
            </a:extLst>
          </p:cNvPr>
          <p:cNvGrpSpPr/>
          <p:nvPr/>
        </p:nvGrpSpPr>
        <p:grpSpPr>
          <a:xfrm>
            <a:off x="495541" y="3991241"/>
            <a:ext cx="1203959" cy="1114429"/>
            <a:chOff x="495541" y="3991241"/>
            <a:chExt cx="1203959" cy="1114429"/>
          </a:xfrm>
        </p:grpSpPr>
        <p:sp>
          <p:nvSpPr>
            <p:cNvPr id="9" name="Rectangle 8">
              <a:extLst>
                <a:ext uri="{FF2B5EF4-FFF2-40B4-BE49-F238E27FC236}">
                  <a16:creationId xmlns:a16="http://schemas.microsoft.com/office/drawing/2014/main" id="{C8B58C40-E6ED-4393-9EB4-FC5F99B2C0E3}"/>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 Direct Target group</a:t>
              </a:r>
            </a:p>
          </p:txBody>
        </p:sp>
        <p:pic>
          <p:nvPicPr>
            <p:cNvPr id="17" name="Graphique 16" descr="Utilisateurs avec un remplissage uni">
              <a:extLst>
                <a:ext uri="{FF2B5EF4-FFF2-40B4-BE49-F238E27FC236}">
                  <a16:creationId xmlns:a16="http://schemas.microsoft.com/office/drawing/2014/main" id="{559C9BAC-9BE1-4541-94C8-1F537D283CC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28" name="Groupe 27">
            <a:extLst>
              <a:ext uri="{FF2B5EF4-FFF2-40B4-BE49-F238E27FC236}">
                <a16:creationId xmlns:a16="http://schemas.microsoft.com/office/drawing/2014/main" id="{096591E8-D1D6-4B89-860C-EC5AD5A0529E}"/>
              </a:ext>
            </a:extLst>
          </p:cNvPr>
          <p:cNvGrpSpPr/>
          <p:nvPr/>
        </p:nvGrpSpPr>
        <p:grpSpPr>
          <a:xfrm>
            <a:off x="1844480" y="4004145"/>
            <a:ext cx="1203959" cy="1086268"/>
            <a:chOff x="1844480" y="4004145"/>
            <a:chExt cx="1203959" cy="1086268"/>
          </a:xfrm>
        </p:grpSpPr>
        <p:sp>
          <p:nvSpPr>
            <p:cNvPr id="18" name="Rectangle 17">
              <a:extLst>
                <a:ext uri="{FF2B5EF4-FFF2-40B4-BE49-F238E27FC236}">
                  <a16:creationId xmlns:a16="http://schemas.microsoft.com/office/drawing/2014/main" id="{8590B99E-8D90-46E0-A048-4F0FAE841974}"/>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Indirect Target group</a:t>
              </a:r>
            </a:p>
          </p:txBody>
        </p:sp>
        <p:pic>
          <p:nvPicPr>
            <p:cNvPr id="19" name="Graphique 18" descr="Utilisateurs avec un remplissage uni">
              <a:extLst>
                <a:ext uri="{FF2B5EF4-FFF2-40B4-BE49-F238E27FC236}">
                  <a16:creationId xmlns:a16="http://schemas.microsoft.com/office/drawing/2014/main" id="{3EE10425-EFDC-4B99-AB2E-57197B8A305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48" name="Groupe 47">
            <a:extLst>
              <a:ext uri="{FF2B5EF4-FFF2-40B4-BE49-F238E27FC236}">
                <a16:creationId xmlns:a16="http://schemas.microsoft.com/office/drawing/2014/main" id="{D17C542A-3067-480D-993D-C1AFCB69E238}"/>
              </a:ext>
            </a:extLst>
          </p:cNvPr>
          <p:cNvGrpSpPr/>
          <p:nvPr/>
        </p:nvGrpSpPr>
        <p:grpSpPr>
          <a:xfrm>
            <a:off x="2285389" y="2478525"/>
            <a:ext cx="1166597" cy="1151149"/>
            <a:chOff x="2218233" y="2605788"/>
            <a:chExt cx="1166597" cy="1151149"/>
          </a:xfrm>
        </p:grpSpPr>
        <p:pic>
          <p:nvPicPr>
            <p:cNvPr id="20" name="Graphique 19" descr="Utilisateur avec un remplissage uni">
              <a:extLst>
                <a:ext uri="{FF2B5EF4-FFF2-40B4-BE49-F238E27FC236}">
                  <a16:creationId xmlns:a16="http://schemas.microsoft.com/office/drawing/2014/main" id="{91D00918-F5C8-4938-B753-9ACA46A21E6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484435" y="2605788"/>
              <a:ext cx="634194" cy="634194"/>
            </a:xfrm>
            <a:prstGeom prst="rect">
              <a:avLst/>
            </a:prstGeom>
          </p:spPr>
        </p:pic>
        <p:sp>
          <p:nvSpPr>
            <p:cNvPr id="22" name="ZoneTexte 21">
              <a:extLst>
                <a:ext uri="{FF2B5EF4-FFF2-40B4-BE49-F238E27FC236}">
                  <a16:creationId xmlns:a16="http://schemas.microsoft.com/office/drawing/2014/main" id="{B0BF1B0E-6AEF-4CEA-B8E6-46F322ECA8F3}"/>
                </a:ext>
              </a:extLst>
            </p:cNvPr>
            <p:cNvSpPr txBox="1"/>
            <p:nvPr/>
          </p:nvSpPr>
          <p:spPr>
            <a:xfrm>
              <a:off x="2218233" y="3110606"/>
              <a:ext cx="1166597" cy="646331"/>
            </a:xfrm>
            <a:prstGeom prst="rect">
              <a:avLst/>
            </a:prstGeom>
            <a:noFill/>
          </p:spPr>
          <p:txBody>
            <a:bodyPr wrap="square">
              <a:spAutoFit/>
            </a:bodyPr>
            <a:lstStyle/>
            <a:p>
              <a:pPr algn="ctr"/>
              <a:r>
                <a:rPr lang="en-US" sz="1200" dirty="0">
                  <a:solidFill>
                    <a:schemeClr val="tx1"/>
                  </a:solidFill>
                </a:rPr>
                <a:t>Indirectly impacted key person</a:t>
              </a:r>
            </a:p>
          </p:txBody>
        </p:sp>
      </p:grpSp>
      <p:sp>
        <p:nvSpPr>
          <p:cNvPr id="23" name="ZoneTexte 22">
            <a:extLst>
              <a:ext uri="{FF2B5EF4-FFF2-40B4-BE49-F238E27FC236}">
                <a16:creationId xmlns:a16="http://schemas.microsoft.com/office/drawing/2014/main" id="{AFBBC7D3-B091-431A-8BCA-83F21BE57352}"/>
              </a:ext>
            </a:extLst>
          </p:cNvPr>
          <p:cNvSpPr txBox="1"/>
          <p:nvPr/>
        </p:nvSpPr>
        <p:spPr>
          <a:xfrm>
            <a:off x="1261181" y="2977528"/>
            <a:ext cx="1166597" cy="646331"/>
          </a:xfrm>
          <a:prstGeom prst="rect">
            <a:avLst/>
          </a:prstGeom>
          <a:noFill/>
        </p:spPr>
        <p:txBody>
          <a:bodyPr wrap="square">
            <a:spAutoFit/>
          </a:bodyPr>
          <a:lstStyle/>
          <a:p>
            <a:pPr algn="ctr"/>
            <a:r>
              <a:rPr lang="en-US" sz="1200" dirty="0">
                <a:solidFill>
                  <a:schemeClr val="tx1"/>
                </a:solidFill>
              </a:rPr>
              <a:t>Directly impacted key person</a:t>
            </a:r>
          </a:p>
        </p:txBody>
      </p:sp>
      <p:sp>
        <p:nvSpPr>
          <p:cNvPr id="24" name="Rectangle 23">
            <a:extLst>
              <a:ext uri="{FF2B5EF4-FFF2-40B4-BE49-F238E27FC236}">
                <a16:creationId xmlns:a16="http://schemas.microsoft.com/office/drawing/2014/main" id="{EFF0DE9B-E02C-473A-8B24-A7B6892A878E}"/>
              </a:ext>
            </a:extLst>
          </p:cNvPr>
          <p:cNvSpPr/>
          <p:nvPr/>
        </p:nvSpPr>
        <p:spPr>
          <a:xfrm>
            <a:off x="161925" y="1978409"/>
            <a:ext cx="3409950" cy="46795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Map legend</a:t>
            </a:r>
          </a:p>
        </p:txBody>
      </p:sp>
      <p:pic>
        <p:nvPicPr>
          <p:cNvPr id="25" name="Graphique 24" descr="Utilisateur avec un remplissage uni">
            <a:extLst>
              <a:ext uri="{FF2B5EF4-FFF2-40B4-BE49-F238E27FC236}">
                <a16:creationId xmlns:a16="http://schemas.microsoft.com/office/drawing/2014/main" id="{F8569511-E08A-4860-AECF-EF895B6E956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6098" y="2473991"/>
            <a:ext cx="634194" cy="634194"/>
          </a:xfrm>
          <a:prstGeom prst="rect">
            <a:avLst/>
          </a:prstGeom>
        </p:spPr>
      </p:pic>
      <p:sp>
        <p:nvSpPr>
          <p:cNvPr id="26" name="ZoneTexte 25">
            <a:extLst>
              <a:ext uri="{FF2B5EF4-FFF2-40B4-BE49-F238E27FC236}">
                <a16:creationId xmlns:a16="http://schemas.microsoft.com/office/drawing/2014/main" id="{2BA9B966-1DB6-4C70-88F5-D46881927A8B}"/>
              </a:ext>
            </a:extLst>
          </p:cNvPr>
          <p:cNvSpPr txBox="1"/>
          <p:nvPr/>
        </p:nvSpPr>
        <p:spPr>
          <a:xfrm>
            <a:off x="275330" y="2960231"/>
            <a:ext cx="1065209" cy="830997"/>
          </a:xfrm>
          <a:prstGeom prst="rect">
            <a:avLst/>
          </a:prstGeom>
          <a:noFill/>
        </p:spPr>
        <p:txBody>
          <a:bodyPr wrap="square">
            <a:spAutoFit/>
          </a:bodyPr>
          <a:lstStyle/>
          <a:p>
            <a:pPr algn="ctr"/>
            <a:r>
              <a:rPr lang="en-US" sz="1200" dirty="0">
                <a:solidFill>
                  <a:schemeClr val="tx1"/>
                </a:solidFill>
              </a:rPr>
              <a:t>Community member(s) present in the group</a:t>
            </a:r>
          </a:p>
        </p:txBody>
      </p:sp>
      <p:pic>
        <p:nvPicPr>
          <p:cNvPr id="30" name="Graphique 29" descr="Sphères de Harvey 100% avec un remplissage uni">
            <a:extLst>
              <a:ext uri="{FF2B5EF4-FFF2-40B4-BE49-F238E27FC236}">
                <a16:creationId xmlns:a16="http://schemas.microsoft.com/office/drawing/2014/main" id="{DB08F5E0-6F69-4B1D-A5CC-37AF4695BC4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0326" t="10344" r="10326" b="10240"/>
          <a:stretch/>
        </p:blipFill>
        <p:spPr>
          <a:xfrm>
            <a:off x="4856111" y="3574539"/>
            <a:ext cx="1792339" cy="1793874"/>
          </a:xfrm>
          <a:prstGeom prst="rect">
            <a:avLst/>
          </a:prstGeom>
        </p:spPr>
      </p:pic>
      <p:sp>
        <p:nvSpPr>
          <p:cNvPr id="31" name="ZoneTexte 30">
            <a:extLst>
              <a:ext uri="{FF2B5EF4-FFF2-40B4-BE49-F238E27FC236}">
                <a16:creationId xmlns:a16="http://schemas.microsoft.com/office/drawing/2014/main" id="{AF5F731A-AE9E-4C4A-BEE8-8E063CFB997B}"/>
              </a:ext>
            </a:extLst>
          </p:cNvPr>
          <p:cNvSpPr txBox="1"/>
          <p:nvPr/>
        </p:nvSpPr>
        <p:spPr>
          <a:xfrm>
            <a:off x="5114124" y="4268270"/>
            <a:ext cx="1276311" cy="369332"/>
          </a:xfrm>
          <a:prstGeom prst="rect">
            <a:avLst/>
          </a:prstGeom>
          <a:noFill/>
        </p:spPr>
        <p:txBody>
          <a:bodyPr wrap="none" rtlCol="0">
            <a:spAutoFit/>
          </a:bodyPr>
          <a:lstStyle/>
          <a:p>
            <a:r>
              <a:rPr lang="en-US" dirty="0"/>
              <a:t>Community</a:t>
            </a:r>
          </a:p>
        </p:txBody>
      </p:sp>
      <p:grpSp>
        <p:nvGrpSpPr>
          <p:cNvPr id="32" name="Groupe 31">
            <a:extLst>
              <a:ext uri="{FF2B5EF4-FFF2-40B4-BE49-F238E27FC236}">
                <a16:creationId xmlns:a16="http://schemas.microsoft.com/office/drawing/2014/main" id="{456A4E05-1C21-4E23-820D-B2ABF951E349}"/>
              </a:ext>
            </a:extLst>
          </p:cNvPr>
          <p:cNvGrpSpPr/>
          <p:nvPr/>
        </p:nvGrpSpPr>
        <p:grpSpPr>
          <a:xfrm>
            <a:off x="8201266" y="2889716"/>
            <a:ext cx="1203959" cy="1114429"/>
            <a:chOff x="495541" y="3991241"/>
            <a:chExt cx="1203959" cy="1114429"/>
          </a:xfrm>
        </p:grpSpPr>
        <p:sp>
          <p:nvSpPr>
            <p:cNvPr id="33" name="Rectangle 32">
              <a:extLst>
                <a:ext uri="{FF2B5EF4-FFF2-40B4-BE49-F238E27FC236}">
                  <a16:creationId xmlns:a16="http://schemas.microsoft.com/office/drawing/2014/main" id="{700FBC0A-4C51-4BC0-877A-37CDD4C92A7C}"/>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 Team A</a:t>
              </a:r>
            </a:p>
          </p:txBody>
        </p:sp>
        <p:pic>
          <p:nvPicPr>
            <p:cNvPr id="34" name="Graphique 33" descr="Utilisateurs avec un remplissage uni">
              <a:extLst>
                <a:ext uri="{FF2B5EF4-FFF2-40B4-BE49-F238E27FC236}">
                  <a16:creationId xmlns:a16="http://schemas.microsoft.com/office/drawing/2014/main" id="{332BF3B6-91B0-4B26-9325-18C83696DCC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35" name="Groupe 34">
            <a:extLst>
              <a:ext uri="{FF2B5EF4-FFF2-40B4-BE49-F238E27FC236}">
                <a16:creationId xmlns:a16="http://schemas.microsoft.com/office/drawing/2014/main" id="{D8F3FCD8-3000-406D-A48C-ED3223C37D94}"/>
              </a:ext>
            </a:extLst>
          </p:cNvPr>
          <p:cNvGrpSpPr/>
          <p:nvPr/>
        </p:nvGrpSpPr>
        <p:grpSpPr>
          <a:xfrm>
            <a:off x="8144116" y="4080387"/>
            <a:ext cx="1203959" cy="1114429"/>
            <a:chOff x="495541" y="3991241"/>
            <a:chExt cx="1203959" cy="1114429"/>
          </a:xfrm>
          <a:solidFill>
            <a:srgbClr val="0683AA"/>
          </a:solidFill>
        </p:grpSpPr>
        <p:sp>
          <p:nvSpPr>
            <p:cNvPr id="36" name="Rectangle 35">
              <a:extLst>
                <a:ext uri="{FF2B5EF4-FFF2-40B4-BE49-F238E27FC236}">
                  <a16:creationId xmlns:a16="http://schemas.microsoft.com/office/drawing/2014/main" id="{375F10A0-1377-428A-8CB1-A4205685834E}"/>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 Department B</a:t>
              </a:r>
            </a:p>
          </p:txBody>
        </p:sp>
        <p:pic>
          <p:nvPicPr>
            <p:cNvPr id="37" name="Graphique 36" descr="Utilisateurs avec un remplissage uni">
              <a:extLst>
                <a:ext uri="{FF2B5EF4-FFF2-40B4-BE49-F238E27FC236}">
                  <a16:creationId xmlns:a16="http://schemas.microsoft.com/office/drawing/2014/main" id="{AE8BCAB9-7EC1-4D04-A1F6-E0E0ECB6445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38" name="Groupe 37">
            <a:extLst>
              <a:ext uri="{FF2B5EF4-FFF2-40B4-BE49-F238E27FC236}">
                <a16:creationId xmlns:a16="http://schemas.microsoft.com/office/drawing/2014/main" id="{88C4ADD7-D1D4-4D95-BD49-A62683D72921}"/>
              </a:ext>
            </a:extLst>
          </p:cNvPr>
          <p:cNvGrpSpPr/>
          <p:nvPr/>
        </p:nvGrpSpPr>
        <p:grpSpPr>
          <a:xfrm>
            <a:off x="7765182" y="5459500"/>
            <a:ext cx="1203959" cy="1114429"/>
            <a:chOff x="495541" y="3991241"/>
            <a:chExt cx="1203959" cy="1114429"/>
          </a:xfrm>
        </p:grpSpPr>
        <p:sp>
          <p:nvSpPr>
            <p:cNvPr id="39" name="Rectangle 38">
              <a:extLst>
                <a:ext uri="{FF2B5EF4-FFF2-40B4-BE49-F238E27FC236}">
                  <a16:creationId xmlns:a16="http://schemas.microsoft.com/office/drawing/2014/main" id="{0BC9F894-DCF1-41FF-9FD9-DD2F8D0452E9}"/>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 Team C</a:t>
              </a:r>
            </a:p>
          </p:txBody>
        </p:sp>
        <p:pic>
          <p:nvPicPr>
            <p:cNvPr id="40" name="Graphique 39" descr="Utilisateurs avec un remplissage uni">
              <a:extLst>
                <a:ext uri="{FF2B5EF4-FFF2-40B4-BE49-F238E27FC236}">
                  <a16:creationId xmlns:a16="http://schemas.microsoft.com/office/drawing/2014/main" id="{B51BEC5D-1F23-47F9-8FD7-71675947CF4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42" name="Groupe 41">
            <a:extLst>
              <a:ext uri="{FF2B5EF4-FFF2-40B4-BE49-F238E27FC236}">
                <a16:creationId xmlns:a16="http://schemas.microsoft.com/office/drawing/2014/main" id="{AA8D3C8F-1317-495F-BE9A-CB2EAC196974}"/>
              </a:ext>
            </a:extLst>
          </p:cNvPr>
          <p:cNvGrpSpPr/>
          <p:nvPr/>
        </p:nvGrpSpPr>
        <p:grpSpPr>
          <a:xfrm>
            <a:off x="10040031" y="5626122"/>
            <a:ext cx="1203959" cy="1086268"/>
            <a:chOff x="1844480" y="4004145"/>
            <a:chExt cx="1203959" cy="1086268"/>
          </a:xfrm>
        </p:grpSpPr>
        <p:sp>
          <p:nvSpPr>
            <p:cNvPr id="43" name="Rectangle 42">
              <a:extLst>
                <a:ext uri="{FF2B5EF4-FFF2-40B4-BE49-F238E27FC236}">
                  <a16:creationId xmlns:a16="http://schemas.microsoft.com/office/drawing/2014/main" id="{63816973-C883-4A85-9900-2A9BD779C20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Department D</a:t>
              </a:r>
            </a:p>
          </p:txBody>
        </p:sp>
        <p:pic>
          <p:nvPicPr>
            <p:cNvPr id="44" name="Graphique 43" descr="Utilisateurs avec un remplissage uni">
              <a:extLst>
                <a:ext uri="{FF2B5EF4-FFF2-40B4-BE49-F238E27FC236}">
                  <a16:creationId xmlns:a16="http://schemas.microsoft.com/office/drawing/2014/main" id="{E76F8196-7ACE-46A5-9D23-5CF96B58048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45" name="Groupe 44">
            <a:extLst>
              <a:ext uri="{FF2B5EF4-FFF2-40B4-BE49-F238E27FC236}">
                <a16:creationId xmlns:a16="http://schemas.microsoft.com/office/drawing/2014/main" id="{331FBE71-1D34-4377-BA0D-1FEA5DEC2F24}"/>
              </a:ext>
            </a:extLst>
          </p:cNvPr>
          <p:cNvGrpSpPr/>
          <p:nvPr/>
        </p:nvGrpSpPr>
        <p:grpSpPr>
          <a:xfrm>
            <a:off x="10348719" y="4140742"/>
            <a:ext cx="1203959" cy="1086268"/>
            <a:chOff x="1844480" y="4004145"/>
            <a:chExt cx="1203959" cy="1086268"/>
          </a:xfrm>
        </p:grpSpPr>
        <p:sp>
          <p:nvSpPr>
            <p:cNvPr id="46" name="Rectangle 45">
              <a:extLst>
                <a:ext uri="{FF2B5EF4-FFF2-40B4-BE49-F238E27FC236}">
                  <a16:creationId xmlns:a16="http://schemas.microsoft.com/office/drawing/2014/main" id="{B7F65E80-355A-477A-92BA-DECEE52CB2F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Team Z</a:t>
              </a:r>
            </a:p>
          </p:txBody>
        </p:sp>
        <p:pic>
          <p:nvPicPr>
            <p:cNvPr id="47" name="Graphique 46" descr="Utilisateurs avec un remplissage uni">
              <a:extLst>
                <a:ext uri="{FF2B5EF4-FFF2-40B4-BE49-F238E27FC236}">
                  <a16:creationId xmlns:a16="http://schemas.microsoft.com/office/drawing/2014/main" id="{FACB9156-B5E8-4C1C-AC16-4EAEC454206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50" name="Groupe 49">
            <a:extLst>
              <a:ext uri="{FF2B5EF4-FFF2-40B4-BE49-F238E27FC236}">
                <a16:creationId xmlns:a16="http://schemas.microsoft.com/office/drawing/2014/main" id="{19F77ABE-C66D-4A18-9E16-D3B2FB54B17E}"/>
              </a:ext>
            </a:extLst>
          </p:cNvPr>
          <p:cNvGrpSpPr/>
          <p:nvPr/>
        </p:nvGrpSpPr>
        <p:grpSpPr>
          <a:xfrm>
            <a:off x="7166393" y="1940358"/>
            <a:ext cx="1166597" cy="745097"/>
            <a:chOff x="7034669" y="1978408"/>
            <a:chExt cx="1166597" cy="745097"/>
          </a:xfrm>
        </p:grpSpPr>
        <p:pic>
          <p:nvPicPr>
            <p:cNvPr id="41" name="Graphique 40" descr="Utilisateur avec un remplissage uni">
              <a:extLst>
                <a:ext uri="{FF2B5EF4-FFF2-40B4-BE49-F238E27FC236}">
                  <a16:creationId xmlns:a16="http://schemas.microsoft.com/office/drawing/2014/main" id="{E8FFE889-6311-4FC3-BA6E-BFB1499B027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9414" y="1978408"/>
              <a:ext cx="634194" cy="634194"/>
            </a:xfrm>
            <a:prstGeom prst="rect">
              <a:avLst/>
            </a:prstGeom>
          </p:spPr>
        </p:pic>
        <p:sp>
          <p:nvSpPr>
            <p:cNvPr id="49" name="ZoneTexte 48">
              <a:extLst>
                <a:ext uri="{FF2B5EF4-FFF2-40B4-BE49-F238E27FC236}">
                  <a16:creationId xmlns:a16="http://schemas.microsoft.com/office/drawing/2014/main" id="{6120A503-2F20-4AE3-A9E8-A93167EFB14B}"/>
                </a:ext>
              </a:extLst>
            </p:cNvPr>
            <p:cNvSpPr txBox="1"/>
            <p:nvPr/>
          </p:nvSpPr>
          <p:spPr>
            <a:xfrm>
              <a:off x="7034669" y="2446506"/>
              <a:ext cx="1166597" cy="276999"/>
            </a:xfrm>
            <a:prstGeom prst="rect">
              <a:avLst/>
            </a:prstGeom>
            <a:noFill/>
          </p:spPr>
          <p:txBody>
            <a:bodyPr wrap="square">
              <a:spAutoFit/>
            </a:bodyPr>
            <a:lstStyle/>
            <a:p>
              <a:pPr algn="ctr"/>
              <a:r>
                <a:rPr lang="en-US" sz="1200" dirty="0">
                  <a:solidFill>
                    <a:schemeClr val="tx1"/>
                  </a:solidFill>
                </a:rPr>
                <a:t>Sponsor L </a:t>
              </a:r>
            </a:p>
          </p:txBody>
        </p:sp>
      </p:grpSp>
      <p:grpSp>
        <p:nvGrpSpPr>
          <p:cNvPr id="51" name="Groupe 50">
            <a:extLst>
              <a:ext uri="{FF2B5EF4-FFF2-40B4-BE49-F238E27FC236}">
                <a16:creationId xmlns:a16="http://schemas.microsoft.com/office/drawing/2014/main" id="{9D18585D-98EA-41C6-A058-38CC1C0F4F92}"/>
              </a:ext>
            </a:extLst>
          </p:cNvPr>
          <p:cNvGrpSpPr/>
          <p:nvPr/>
        </p:nvGrpSpPr>
        <p:grpSpPr>
          <a:xfrm>
            <a:off x="10058713" y="1739195"/>
            <a:ext cx="1203959" cy="1086268"/>
            <a:chOff x="1844480" y="4004145"/>
            <a:chExt cx="1203959" cy="1086268"/>
          </a:xfrm>
        </p:grpSpPr>
        <p:sp>
          <p:nvSpPr>
            <p:cNvPr id="52" name="Rectangle 51">
              <a:extLst>
                <a:ext uri="{FF2B5EF4-FFF2-40B4-BE49-F238E27FC236}">
                  <a16:creationId xmlns:a16="http://schemas.microsoft.com/office/drawing/2014/main" id="{0B59A66A-FE6F-4496-94E1-5AA7DDC5EFE4}"/>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Department X management</a:t>
              </a:r>
            </a:p>
          </p:txBody>
        </p:sp>
        <p:pic>
          <p:nvPicPr>
            <p:cNvPr id="53" name="Graphique 52" descr="Utilisateurs avec un remplissage uni">
              <a:extLst>
                <a:ext uri="{FF2B5EF4-FFF2-40B4-BE49-F238E27FC236}">
                  <a16:creationId xmlns:a16="http://schemas.microsoft.com/office/drawing/2014/main" id="{87C4205D-D319-4D17-BE34-563644FC625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54" name="Groupe 53">
            <a:extLst>
              <a:ext uri="{FF2B5EF4-FFF2-40B4-BE49-F238E27FC236}">
                <a16:creationId xmlns:a16="http://schemas.microsoft.com/office/drawing/2014/main" id="{9A2D4E47-ABFD-4D86-AFF2-66AEAA3948A1}"/>
              </a:ext>
            </a:extLst>
          </p:cNvPr>
          <p:cNvGrpSpPr/>
          <p:nvPr/>
        </p:nvGrpSpPr>
        <p:grpSpPr>
          <a:xfrm>
            <a:off x="10058713" y="2853202"/>
            <a:ext cx="1166597" cy="966483"/>
            <a:chOff x="2218233" y="2605788"/>
            <a:chExt cx="1166597" cy="966483"/>
          </a:xfrm>
        </p:grpSpPr>
        <p:pic>
          <p:nvPicPr>
            <p:cNvPr id="55" name="Graphique 54" descr="Utilisateur avec un remplissage uni">
              <a:extLst>
                <a:ext uri="{FF2B5EF4-FFF2-40B4-BE49-F238E27FC236}">
                  <a16:creationId xmlns:a16="http://schemas.microsoft.com/office/drawing/2014/main" id="{ABD982F3-AC5F-4005-95B0-9D4A31041CA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484435" y="2605788"/>
              <a:ext cx="634194" cy="634194"/>
            </a:xfrm>
            <a:prstGeom prst="rect">
              <a:avLst/>
            </a:prstGeom>
          </p:spPr>
        </p:pic>
        <p:sp>
          <p:nvSpPr>
            <p:cNvPr id="56" name="ZoneTexte 55">
              <a:extLst>
                <a:ext uri="{FF2B5EF4-FFF2-40B4-BE49-F238E27FC236}">
                  <a16:creationId xmlns:a16="http://schemas.microsoft.com/office/drawing/2014/main" id="{FCDF3650-E1C0-4D93-B90E-33997C4B58A0}"/>
                </a:ext>
              </a:extLst>
            </p:cNvPr>
            <p:cNvSpPr txBox="1"/>
            <p:nvPr/>
          </p:nvSpPr>
          <p:spPr>
            <a:xfrm>
              <a:off x="2218233" y="3110606"/>
              <a:ext cx="1166597" cy="461665"/>
            </a:xfrm>
            <a:prstGeom prst="rect">
              <a:avLst/>
            </a:prstGeom>
            <a:noFill/>
          </p:spPr>
          <p:txBody>
            <a:bodyPr wrap="square">
              <a:spAutoFit/>
            </a:bodyPr>
            <a:lstStyle/>
            <a:p>
              <a:pPr algn="ctr"/>
              <a:r>
                <a:rPr lang="en-US" sz="1200" dirty="0">
                  <a:solidFill>
                    <a:schemeClr val="tx1"/>
                  </a:solidFill>
                </a:rPr>
                <a:t>Potential Sponsor K</a:t>
              </a:r>
            </a:p>
          </p:txBody>
        </p:sp>
      </p:grpSp>
      <p:sp>
        <p:nvSpPr>
          <p:cNvPr id="57" name="Flèche : droite 56">
            <a:extLst>
              <a:ext uri="{FF2B5EF4-FFF2-40B4-BE49-F238E27FC236}">
                <a16:creationId xmlns:a16="http://schemas.microsoft.com/office/drawing/2014/main" id="{802F923E-6BDE-4A43-8D74-F4F6A6454C8F}"/>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8" name="Flèche : droite 57">
            <a:extLst>
              <a:ext uri="{FF2B5EF4-FFF2-40B4-BE49-F238E27FC236}">
                <a16:creationId xmlns:a16="http://schemas.microsoft.com/office/drawing/2014/main" id="{ABB0CE15-F38E-4B1D-A7E5-53AADAB9D5CA}"/>
              </a:ext>
            </a:extLst>
          </p:cNvPr>
          <p:cNvSpPr/>
          <p:nvPr/>
        </p:nvSpPr>
        <p:spPr>
          <a:xfrm>
            <a:off x="9249480" y="474763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9" name="Flèche : droite 58">
            <a:extLst>
              <a:ext uri="{FF2B5EF4-FFF2-40B4-BE49-F238E27FC236}">
                <a16:creationId xmlns:a16="http://schemas.microsoft.com/office/drawing/2014/main" id="{95CB8EC9-719A-4BAE-95A5-1CAACC14931A}"/>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0" name="Flèche : droite 59">
            <a:extLst>
              <a:ext uri="{FF2B5EF4-FFF2-40B4-BE49-F238E27FC236}">
                <a16:creationId xmlns:a16="http://schemas.microsoft.com/office/drawing/2014/main" id="{BFF81F83-20BC-406E-B95C-5F7E9782470D}"/>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1" name="Flèche : droite 60">
            <a:extLst>
              <a:ext uri="{FF2B5EF4-FFF2-40B4-BE49-F238E27FC236}">
                <a16:creationId xmlns:a16="http://schemas.microsoft.com/office/drawing/2014/main" id="{8F59835A-4DE9-444D-B314-2861E10DEEE1}"/>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2" name="Flèche : droite 61">
            <a:extLst>
              <a:ext uri="{FF2B5EF4-FFF2-40B4-BE49-F238E27FC236}">
                <a16:creationId xmlns:a16="http://schemas.microsoft.com/office/drawing/2014/main" id="{282B66BA-2538-4CB5-95B4-4BA23784C83A}"/>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63" name="Flèche : droite 62">
            <a:extLst>
              <a:ext uri="{FF2B5EF4-FFF2-40B4-BE49-F238E27FC236}">
                <a16:creationId xmlns:a16="http://schemas.microsoft.com/office/drawing/2014/main" id="{9953795C-EC2C-4A60-B117-7187FA99EDF8}"/>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64" name="Flèche : droite 63">
            <a:extLst>
              <a:ext uri="{FF2B5EF4-FFF2-40B4-BE49-F238E27FC236}">
                <a16:creationId xmlns:a16="http://schemas.microsoft.com/office/drawing/2014/main" id="{7E65FFF3-72F0-48C4-8152-C1FB94410748}"/>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65" name="Flèche : droite 64">
            <a:extLst>
              <a:ext uri="{FF2B5EF4-FFF2-40B4-BE49-F238E27FC236}">
                <a16:creationId xmlns:a16="http://schemas.microsoft.com/office/drawing/2014/main" id="{05575A18-C8DC-43BC-BC0E-22471157ADD2}"/>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pic>
        <p:nvPicPr>
          <p:cNvPr id="66" name="Graphique 65" descr="Utilisateur avec un remplissage uni">
            <a:extLst>
              <a:ext uri="{FF2B5EF4-FFF2-40B4-BE49-F238E27FC236}">
                <a16:creationId xmlns:a16="http://schemas.microsoft.com/office/drawing/2014/main" id="{CFFD1BF2-BA8B-4027-BD01-959969EFB8C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199066" y="3752255"/>
            <a:ext cx="410445" cy="410445"/>
          </a:xfrm>
          <a:prstGeom prst="rect">
            <a:avLst/>
          </a:prstGeom>
        </p:spPr>
      </p:pic>
      <p:pic>
        <p:nvPicPr>
          <p:cNvPr id="67" name="Graphique 66" descr="Utilisateur avec un remplissage uni">
            <a:extLst>
              <a:ext uri="{FF2B5EF4-FFF2-40B4-BE49-F238E27FC236}">
                <a16:creationId xmlns:a16="http://schemas.microsoft.com/office/drawing/2014/main" id="{C5517C2B-E7DE-4B89-B0B3-AAF02F11C29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997464" y="4944818"/>
            <a:ext cx="410445" cy="410445"/>
          </a:xfrm>
          <a:prstGeom prst="rect">
            <a:avLst/>
          </a:prstGeom>
        </p:spPr>
      </p:pic>
      <p:pic>
        <p:nvPicPr>
          <p:cNvPr id="68" name="Graphique 67" descr="Utilisateur avec un remplissage uni">
            <a:extLst>
              <a:ext uri="{FF2B5EF4-FFF2-40B4-BE49-F238E27FC236}">
                <a16:creationId xmlns:a16="http://schemas.microsoft.com/office/drawing/2014/main" id="{88262E52-7A20-4BE8-9899-9AE110F92DA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985327" y="2533953"/>
            <a:ext cx="410445" cy="410445"/>
          </a:xfrm>
          <a:prstGeom prst="rect">
            <a:avLst/>
          </a:prstGeom>
        </p:spPr>
      </p:pic>
    </p:spTree>
    <p:extLst>
      <p:ext uri="{BB962C8B-B14F-4D97-AF65-F5344CB8AC3E}">
        <p14:creationId xmlns:p14="http://schemas.microsoft.com/office/powerpoint/2010/main" val="13784760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F29DD9-7FBE-4C30-8913-504F2A004106}"/>
              </a:ext>
            </a:extLst>
          </p:cNvPr>
          <p:cNvSpPr>
            <a:spLocks noGrp="1"/>
          </p:cNvSpPr>
          <p:nvPr>
            <p:ph type="title"/>
          </p:nvPr>
        </p:nvSpPr>
        <p:spPr/>
        <p:txBody>
          <a:bodyPr>
            <a:normAutofit/>
          </a:bodyPr>
          <a:lstStyle/>
          <a:p>
            <a:r>
              <a:rPr lang="en-US" sz="4400" dirty="0"/>
              <a:t>Communities targeting value for nonmembers</a:t>
            </a:r>
            <a:br>
              <a:rPr lang="en-US" sz="4400" dirty="0"/>
            </a:br>
            <a:r>
              <a:rPr lang="en-US" sz="4400" dirty="0"/>
              <a:t>Impact measurement (classic version)</a:t>
            </a:r>
            <a:endParaRPr lang="en-US" dirty="0"/>
          </a:p>
        </p:txBody>
      </p:sp>
      <p:graphicFrame>
        <p:nvGraphicFramePr>
          <p:cNvPr id="4" name="Tableau 4">
            <a:extLst>
              <a:ext uri="{FF2B5EF4-FFF2-40B4-BE49-F238E27FC236}">
                <a16:creationId xmlns:a16="http://schemas.microsoft.com/office/drawing/2014/main" id="{23A74072-D9F0-4488-892D-BD11F8F76D0E}"/>
              </a:ext>
            </a:extLst>
          </p:cNvPr>
          <p:cNvGraphicFramePr>
            <a:graphicFrameLocks noGrp="1"/>
          </p:cNvGraphicFramePr>
          <p:nvPr>
            <p:ph idx="1"/>
            <p:extLst>
              <p:ext uri="{D42A27DB-BD31-4B8C-83A1-F6EECF244321}">
                <p14:modId xmlns:p14="http://schemas.microsoft.com/office/powerpoint/2010/main" val="2002921178"/>
              </p:ext>
            </p:extLst>
          </p:nvPr>
        </p:nvGraphicFramePr>
        <p:xfrm>
          <a:off x="104775" y="1690688"/>
          <a:ext cx="6858000" cy="4449126"/>
        </p:xfrm>
        <a:graphic>
          <a:graphicData uri="http://schemas.openxmlformats.org/drawingml/2006/table">
            <a:tbl>
              <a:tblPr firstRow="1" firstCol="1" bandRow="1">
                <a:tableStyleId>{5C22544A-7EE6-4342-B048-85BDC9FD1C3A}</a:tableStyleId>
              </a:tblPr>
              <a:tblGrid>
                <a:gridCol w="1143000">
                  <a:extLst>
                    <a:ext uri="{9D8B030D-6E8A-4147-A177-3AD203B41FA5}">
                      <a16:colId xmlns:a16="http://schemas.microsoft.com/office/drawing/2014/main" val="2661784749"/>
                    </a:ext>
                  </a:extLst>
                </a:gridCol>
                <a:gridCol w="1143000">
                  <a:extLst>
                    <a:ext uri="{9D8B030D-6E8A-4147-A177-3AD203B41FA5}">
                      <a16:colId xmlns:a16="http://schemas.microsoft.com/office/drawing/2014/main" val="3014210136"/>
                    </a:ext>
                  </a:extLst>
                </a:gridCol>
                <a:gridCol w="1143000">
                  <a:extLst>
                    <a:ext uri="{9D8B030D-6E8A-4147-A177-3AD203B41FA5}">
                      <a16:colId xmlns:a16="http://schemas.microsoft.com/office/drawing/2014/main" val="2101393841"/>
                    </a:ext>
                  </a:extLst>
                </a:gridCol>
                <a:gridCol w="1143000">
                  <a:extLst>
                    <a:ext uri="{9D8B030D-6E8A-4147-A177-3AD203B41FA5}">
                      <a16:colId xmlns:a16="http://schemas.microsoft.com/office/drawing/2014/main" val="796008192"/>
                    </a:ext>
                  </a:extLst>
                </a:gridCol>
                <a:gridCol w="1143000">
                  <a:extLst>
                    <a:ext uri="{9D8B030D-6E8A-4147-A177-3AD203B41FA5}">
                      <a16:colId xmlns:a16="http://schemas.microsoft.com/office/drawing/2014/main" val="4152095670"/>
                    </a:ext>
                  </a:extLst>
                </a:gridCol>
                <a:gridCol w="1143000">
                  <a:extLst>
                    <a:ext uri="{9D8B030D-6E8A-4147-A177-3AD203B41FA5}">
                      <a16:colId xmlns:a16="http://schemas.microsoft.com/office/drawing/2014/main" val="1983373690"/>
                    </a:ext>
                  </a:extLst>
                </a:gridCol>
              </a:tblGrid>
              <a:tr h="452437">
                <a:tc>
                  <a:txBody>
                    <a:bodyPr/>
                    <a:lstStyle/>
                    <a:p>
                      <a:r>
                        <a:rPr lang="en-US" sz="1200" dirty="0"/>
                        <a:t>Direct  Target groups (or individual)</a:t>
                      </a:r>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891111011"/>
                  </a:ext>
                </a:extLst>
              </a:tr>
              <a:tr h="814387">
                <a:tc>
                  <a:txBody>
                    <a:bodyPr/>
                    <a:lstStyle/>
                    <a:p>
                      <a:r>
                        <a:rPr lang="en-US" sz="1200" dirty="0"/>
                        <a:t>Why is it a Target group for the Community</a:t>
                      </a:r>
                    </a:p>
                  </a:txBody>
                  <a:tcPr/>
                </a:tc>
                <a:tc>
                  <a:txBody>
                    <a:bodyPr/>
                    <a:lstStyle/>
                    <a:p>
                      <a:endParaRPr lang="en-US" sz="1200" dirty="0"/>
                    </a:p>
                  </a:txBody>
                  <a:tcPr/>
                </a:tc>
                <a:tc>
                  <a:txBody>
                    <a:bodyPr/>
                    <a:lstStyle/>
                    <a:p>
                      <a:endParaRPr lang="en-US" sz="1200"/>
                    </a:p>
                  </a:txBody>
                  <a:tcPr/>
                </a:tc>
                <a:tc>
                  <a:txBody>
                    <a:bodyPr/>
                    <a:lstStyle/>
                    <a:p>
                      <a:endParaRPr lang="en-US" sz="1200"/>
                    </a:p>
                  </a:txBody>
                  <a:tcPr/>
                </a:tc>
                <a:tc>
                  <a:txBody>
                    <a:bodyPr/>
                    <a:lstStyle/>
                    <a:p>
                      <a:endParaRPr lang="en-US" sz="1200" dirty="0"/>
                    </a:p>
                  </a:txBody>
                  <a:tcPr/>
                </a:tc>
                <a:tc>
                  <a:txBody>
                    <a:bodyPr/>
                    <a:lstStyle/>
                    <a:p>
                      <a:endParaRPr lang="en-US" sz="1200"/>
                    </a:p>
                  </a:txBody>
                  <a:tcPr/>
                </a:tc>
                <a:extLst>
                  <a:ext uri="{0D108BD9-81ED-4DB2-BD59-A6C34878D82A}">
                    <a16:rowId xmlns:a16="http://schemas.microsoft.com/office/drawing/2014/main" val="2537498861"/>
                  </a:ext>
                </a:extLst>
              </a:tr>
              <a:tr h="995362">
                <a:tc>
                  <a:txBody>
                    <a:bodyPr/>
                    <a:lstStyle/>
                    <a:p>
                      <a:r>
                        <a:rPr lang="en-US" sz="1200" dirty="0"/>
                        <a:t>Members that are already in these groups</a:t>
                      </a:r>
                    </a:p>
                  </a:txBody>
                  <a:tcPr/>
                </a:tc>
                <a:tc>
                  <a:txBody>
                    <a:bodyPr/>
                    <a:lstStyle/>
                    <a:p>
                      <a:endParaRPr lang="en-US" sz="1200" dirty="0"/>
                    </a:p>
                  </a:txBody>
                  <a:tcPr/>
                </a:tc>
                <a:tc>
                  <a:txBody>
                    <a:bodyPr/>
                    <a:lstStyle/>
                    <a:p>
                      <a:endParaRPr lang="en-US" sz="1200"/>
                    </a:p>
                  </a:txBody>
                  <a:tcPr/>
                </a:tc>
                <a:tc>
                  <a:txBody>
                    <a:bodyPr/>
                    <a:lstStyle/>
                    <a:p>
                      <a:endParaRPr lang="en-US" sz="120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1819936513"/>
                  </a:ext>
                </a:extLst>
              </a:tr>
              <a:tr h="995362">
                <a:tc>
                  <a:txBody>
                    <a:bodyPr/>
                    <a:lstStyle/>
                    <a:p>
                      <a:pPr algn="ctr"/>
                      <a:r>
                        <a:rPr lang="en-US" sz="1200" dirty="0">
                          <a:solidFill>
                            <a:schemeClr val="bg1"/>
                          </a:solidFill>
                        </a:rPr>
                        <a:t>Related Indirect Target groups</a:t>
                      </a:r>
                    </a:p>
                  </a:txBody>
                  <a:tcPr/>
                </a:tc>
                <a:tc>
                  <a:txBody>
                    <a:bodyPr/>
                    <a:lstStyle/>
                    <a:p>
                      <a:endParaRPr lang="en-US" sz="1200" dirty="0"/>
                    </a:p>
                  </a:txBody>
                  <a:tcPr/>
                </a:tc>
                <a:tc>
                  <a:txBody>
                    <a:bodyPr/>
                    <a:lstStyle/>
                    <a:p>
                      <a:endParaRPr lang="en-US" sz="1200"/>
                    </a:p>
                  </a:txBody>
                  <a:tcPr/>
                </a:tc>
                <a:tc>
                  <a:txBody>
                    <a:bodyPr/>
                    <a:lstStyle/>
                    <a:p>
                      <a:endParaRPr lang="en-US" sz="120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2173676233"/>
                  </a:ext>
                </a:extLst>
              </a:tr>
              <a:tr h="995362">
                <a:tc>
                  <a:txBody>
                    <a:bodyPr/>
                    <a:lstStyle/>
                    <a:p>
                      <a:pPr algn="ctr"/>
                      <a:r>
                        <a:rPr lang="en-US" sz="1200" dirty="0">
                          <a:solidFill>
                            <a:schemeClr val="bg1"/>
                          </a:solidFill>
                        </a:rPr>
                        <a:t>Related Indirect target individual</a:t>
                      </a:r>
                    </a:p>
                  </a:txBody>
                  <a:tcPr/>
                </a:tc>
                <a:tc>
                  <a:txBody>
                    <a:bodyPr/>
                    <a:lstStyle/>
                    <a:p>
                      <a:endParaRPr lang="en-US" sz="1200" dirty="0"/>
                    </a:p>
                  </a:txBody>
                  <a:tcPr/>
                </a:tc>
                <a:tc>
                  <a:txBody>
                    <a:bodyPr/>
                    <a:lstStyle/>
                    <a:p>
                      <a:endParaRPr lang="en-US" sz="1200"/>
                    </a:p>
                  </a:txBody>
                  <a:tcPr/>
                </a:tc>
                <a:tc>
                  <a:txBody>
                    <a:bodyPr/>
                    <a:lstStyle/>
                    <a:p>
                      <a:endParaRPr lang="en-US" sz="120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2860979478"/>
                  </a:ext>
                </a:extLst>
              </a:tr>
            </a:tbl>
          </a:graphicData>
        </a:graphic>
      </p:graphicFrame>
    </p:spTree>
    <p:extLst>
      <p:ext uri="{BB962C8B-B14F-4D97-AF65-F5344CB8AC3E}">
        <p14:creationId xmlns:p14="http://schemas.microsoft.com/office/powerpoint/2010/main" val="23576217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C970E8-85EC-4F9E-B2BA-5BE418DB4CBB}"/>
              </a:ext>
            </a:extLst>
          </p:cNvPr>
          <p:cNvSpPr>
            <a:spLocks noGrp="1"/>
          </p:cNvSpPr>
          <p:nvPr>
            <p:ph type="title"/>
          </p:nvPr>
        </p:nvSpPr>
        <p:spPr>
          <a:xfrm>
            <a:off x="838200" y="342948"/>
            <a:ext cx="10515600" cy="1325563"/>
          </a:xfrm>
        </p:spPr>
        <p:txBody>
          <a:bodyPr>
            <a:normAutofit/>
          </a:bodyPr>
          <a:lstStyle/>
          <a:p>
            <a:r>
              <a:rPr lang="en-US" dirty="0"/>
              <a:t>Why THIS ?</a:t>
            </a:r>
            <a:br>
              <a:rPr lang="en-US" dirty="0"/>
            </a:br>
            <a:r>
              <a:rPr lang="en-US" dirty="0"/>
              <a:t>Balance of breathing</a:t>
            </a:r>
          </a:p>
        </p:txBody>
      </p:sp>
      <p:sp>
        <p:nvSpPr>
          <p:cNvPr id="33" name="Espace réservé du contenu 2">
            <a:extLst>
              <a:ext uri="{FF2B5EF4-FFF2-40B4-BE49-F238E27FC236}">
                <a16:creationId xmlns:a16="http://schemas.microsoft.com/office/drawing/2014/main" id="{7BA9F061-C652-4528-AF92-4FCAC49C0B78}"/>
              </a:ext>
            </a:extLst>
          </p:cNvPr>
          <p:cNvSpPr>
            <a:spLocks noGrp="1"/>
          </p:cNvSpPr>
          <p:nvPr>
            <p:ph idx="1"/>
          </p:nvPr>
        </p:nvSpPr>
        <p:spPr>
          <a:xfrm>
            <a:off x="552450" y="1815831"/>
            <a:ext cx="4259247" cy="4918343"/>
          </a:xfrm>
        </p:spPr>
        <p:txBody>
          <a:bodyPr>
            <a:normAutofit fontScale="92500" lnSpcReduction="10000"/>
          </a:bodyPr>
          <a:lstStyle/>
          <a:p>
            <a:r>
              <a:rPr lang="en-US" sz="1800" dirty="0"/>
              <a:t>Some Communities are built as organizations that can complement the possibilities and daily experience of host organization (company, etc.). </a:t>
            </a:r>
            <a:r>
              <a:rPr lang="en-US" sz="1800" b="1" dirty="0">
                <a:solidFill>
                  <a:srgbClr val="ED7D31"/>
                </a:solidFill>
              </a:rPr>
              <a:t>Community let members “breathe” from their day-to-day activities</a:t>
            </a:r>
            <a:r>
              <a:rPr lang="en-US" sz="1800" dirty="0"/>
              <a:t>.</a:t>
            </a:r>
          </a:p>
          <a:p>
            <a:r>
              <a:rPr lang="en-US" sz="1800" i="1" dirty="0"/>
              <a:t>For example, a company in which the daily experience is not creative at all could benefit from a Community that fosters creativity. </a:t>
            </a:r>
          </a:p>
          <a:p>
            <a:endParaRPr lang="en-US" sz="1800" dirty="0"/>
          </a:p>
          <a:p>
            <a:r>
              <a:rPr lang="en-US" sz="1800" dirty="0"/>
              <a:t>If Community experience resembles too much the host organization daily experience, Community can be less attractive and engaging on the long run.</a:t>
            </a:r>
          </a:p>
          <a:p>
            <a:r>
              <a:rPr lang="en-US" sz="1800" dirty="0"/>
              <a:t>On the other extreme, if the Community experience is way too far from host organization experience, it may be too unfamiliar to engage or misaligned with host organization purposes. </a:t>
            </a:r>
          </a:p>
        </p:txBody>
      </p:sp>
      <p:pic>
        <p:nvPicPr>
          <p:cNvPr id="46" name="Graphique 45" descr="Balance de la justice avec un remplissage uni">
            <a:extLst>
              <a:ext uri="{FF2B5EF4-FFF2-40B4-BE49-F238E27FC236}">
                <a16:creationId xmlns:a16="http://schemas.microsoft.com/office/drawing/2014/main" id="{AD51764C-0413-467C-9026-0CB82FDF6CE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6972" t="7530" r="8041" b="7105"/>
          <a:stretch/>
        </p:blipFill>
        <p:spPr>
          <a:xfrm>
            <a:off x="7255123" y="1386286"/>
            <a:ext cx="3714904" cy="3731378"/>
          </a:xfrm>
          <a:prstGeom prst="rect">
            <a:avLst/>
          </a:prstGeom>
        </p:spPr>
      </p:pic>
      <p:sp>
        <p:nvSpPr>
          <p:cNvPr id="47" name="Rectangle 46">
            <a:extLst>
              <a:ext uri="{FF2B5EF4-FFF2-40B4-BE49-F238E27FC236}">
                <a16:creationId xmlns:a16="http://schemas.microsoft.com/office/drawing/2014/main" id="{323D737F-5036-4380-B5F8-34375B522397}"/>
              </a:ext>
            </a:extLst>
          </p:cNvPr>
          <p:cNvSpPr/>
          <p:nvPr/>
        </p:nvSpPr>
        <p:spPr>
          <a:xfrm>
            <a:off x="6918624" y="2940263"/>
            <a:ext cx="866233"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48" name="Rectangle 47">
            <a:extLst>
              <a:ext uri="{FF2B5EF4-FFF2-40B4-BE49-F238E27FC236}">
                <a16:creationId xmlns:a16="http://schemas.microsoft.com/office/drawing/2014/main" id="{DE338C04-2FEC-473A-B213-C8BD599A23AA}"/>
              </a:ext>
            </a:extLst>
          </p:cNvPr>
          <p:cNvSpPr/>
          <p:nvPr/>
        </p:nvSpPr>
        <p:spPr>
          <a:xfrm>
            <a:off x="7888805" y="2956041"/>
            <a:ext cx="866233"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49" name="Rectangle 48">
            <a:extLst>
              <a:ext uri="{FF2B5EF4-FFF2-40B4-BE49-F238E27FC236}">
                <a16:creationId xmlns:a16="http://schemas.microsoft.com/office/drawing/2014/main" id="{BEE65AB6-59F2-494F-80F5-AB2BFC858B5D}"/>
              </a:ext>
            </a:extLst>
          </p:cNvPr>
          <p:cNvSpPr/>
          <p:nvPr/>
        </p:nvSpPr>
        <p:spPr>
          <a:xfrm>
            <a:off x="10577751" y="2966662"/>
            <a:ext cx="985536"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50" name="Rectangle 49">
            <a:extLst>
              <a:ext uri="{FF2B5EF4-FFF2-40B4-BE49-F238E27FC236}">
                <a16:creationId xmlns:a16="http://schemas.microsoft.com/office/drawing/2014/main" id="{560F5028-C2D7-41B9-A325-5CD938214C51}"/>
              </a:ext>
            </a:extLst>
          </p:cNvPr>
          <p:cNvSpPr/>
          <p:nvPr/>
        </p:nvSpPr>
        <p:spPr>
          <a:xfrm>
            <a:off x="7673485" y="2311175"/>
            <a:ext cx="866233"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51" name="Rectangle 50">
            <a:extLst>
              <a:ext uri="{FF2B5EF4-FFF2-40B4-BE49-F238E27FC236}">
                <a16:creationId xmlns:a16="http://schemas.microsoft.com/office/drawing/2014/main" id="{87907E94-54C1-4DCC-B7E9-F673BB78ECAA}"/>
              </a:ext>
            </a:extLst>
          </p:cNvPr>
          <p:cNvSpPr/>
          <p:nvPr/>
        </p:nvSpPr>
        <p:spPr>
          <a:xfrm>
            <a:off x="9909182" y="2338118"/>
            <a:ext cx="985536"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52" name="Rectangle 51">
            <a:extLst>
              <a:ext uri="{FF2B5EF4-FFF2-40B4-BE49-F238E27FC236}">
                <a16:creationId xmlns:a16="http://schemas.microsoft.com/office/drawing/2014/main" id="{6A80BBDF-726A-471B-90BF-EC31F9068722}"/>
              </a:ext>
            </a:extLst>
          </p:cNvPr>
          <p:cNvSpPr/>
          <p:nvPr/>
        </p:nvSpPr>
        <p:spPr>
          <a:xfrm>
            <a:off x="9532115" y="2966662"/>
            <a:ext cx="985536"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53" name="Rectangle 52">
            <a:extLst>
              <a:ext uri="{FF2B5EF4-FFF2-40B4-BE49-F238E27FC236}">
                <a16:creationId xmlns:a16="http://schemas.microsoft.com/office/drawing/2014/main" id="{D659CB86-A26B-41D3-AF1E-6E4234DF9AC1}"/>
              </a:ext>
            </a:extLst>
          </p:cNvPr>
          <p:cNvSpPr/>
          <p:nvPr/>
        </p:nvSpPr>
        <p:spPr>
          <a:xfrm>
            <a:off x="9152241" y="5259749"/>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54" name="Rectangle 53">
            <a:extLst>
              <a:ext uri="{FF2B5EF4-FFF2-40B4-BE49-F238E27FC236}">
                <a16:creationId xmlns:a16="http://schemas.microsoft.com/office/drawing/2014/main" id="{469F5913-E773-4A10-8E9F-70F7E264EA38}"/>
              </a:ext>
            </a:extLst>
          </p:cNvPr>
          <p:cNvSpPr/>
          <p:nvPr/>
        </p:nvSpPr>
        <p:spPr>
          <a:xfrm>
            <a:off x="8106601" y="5259749"/>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55" name="Rectangle 54">
            <a:extLst>
              <a:ext uri="{FF2B5EF4-FFF2-40B4-BE49-F238E27FC236}">
                <a16:creationId xmlns:a16="http://schemas.microsoft.com/office/drawing/2014/main" id="{6AD417C4-DDBD-469B-9C3D-E2DDB2F585D5}"/>
              </a:ext>
            </a:extLst>
          </p:cNvPr>
          <p:cNvSpPr/>
          <p:nvPr/>
        </p:nvSpPr>
        <p:spPr>
          <a:xfrm>
            <a:off x="8659473" y="5854608"/>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56" name="ZoneTexte 55">
            <a:extLst>
              <a:ext uri="{FF2B5EF4-FFF2-40B4-BE49-F238E27FC236}">
                <a16:creationId xmlns:a16="http://schemas.microsoft.com/office/drawing/2014/main" id="{08494149-7CA9-458E-BB7E-288063089038}"/>
              </a:ext>
            </a:extLst>
          </p:cNvPr>
          <p:cNvSpPr txBox="1"/>
          <p:nvPr/>
        </p:nvSpPr>
        <p:spPr>
          <a:xfrm>
            <a:off x="9588773" y="3898558"/>
            <a:ext cx="1673365" cy="461665"/>
          </a:xfrm>
          <a:prstGeom prst="rect">
            <a:avLst/>
          </a:prstGeom>
          <a:noFill/>
        </p:spPr>
        <p:txBody>
          <a:bodyPr wrap="square">
            <a:spAutoFit/>
          </a:bodyPr>
          <a:lstStyle/>
          <a:p>
            <a:pPr algn="ctr"/>
            <a:r>
              <a:rPr lang="en-US" sz="1200" dirty="0">
                <a:solidFill>
                  <a:schemeClr val="tx1"/>
                </a:solidFill>
              </a:rPr>
              <a:t>Community member experience</a:t>
            </a:r>
          </a:p>
        </p:txBody>
      </p:sp>
      <p:sp>
        <p:nvSpPr>
          <p:cNvPr id="57" name="ZoneTexte 56">
            <a:extLst>
              <a:ext uri="{FF2B5EF4-FFF2-40B4-BE49-F238E27FC236}">
                <a16:creationId xmlns:a16="http://schemas.microsoft.com/office/drawing/2014/main" id="{ACA07B51-4663-40D2-8178-7613238563D2}"/>
              </a:ext>
            </a:extLst>
          </p:cNvPr>
          <p:cNvSpPr txBox="1"/>
          <p:nvPr/>
        </p:nvSpPr>
        <p:spPr>
          <a:xfrm>
            <a:off x="7070177" y="3895654"/>
            <a:ext cx="1504690" cy="461665"/>
          </a:xfrm>
          <a:prstGeom prst="rect">
            <a:avLst/>
          </a:prstGeom>
          <a:noFill/>
        </p:spPr>
        <p:txBody>
          <a:bodyPr wrap="square">
            <a:spAutoFit/>
          </a:bodyPr>
          <a:lstStyle/>
          <a:p>
            <a:pPr algn="ctr"/>
            <a:r>
              <a:rPr lang="en-US" sz="1200" dirty="0">
                <a:solidFill>
                  <a:schemeClr val="tx1"/>
                </a:solidFill>
              </a:rPr>
              <a:t>Host organization daily experience</a:t>
            </a:r>
          </a:p>
        </p:txBody>
      </p:sp>
      <p:sp>
        <p:nvSpPr>
          <p:cNvPr id="58" name="ZoneTexte 57">
            <a:extLst>
              <a:ext uri="{FF2B5EF4-FFF2-40B4-BE49-F238E27FC236}">
                <a16:creationId xmlns:a16="http://schemas.microsoft.com/office/drawing/2014/main" id="{A1B19192-BCEB-4FE5-A6C8-FBC1B21B21AB}"/>
              </a:ext>
            </a:extLst>
          </p:cNvPr>
          <p:cNvSpPr txBox="1"/>
          <p:nvPr/>
        </p:nvSpPr>
        <p:spPr>
          <a:xfrm>
            <a:off x="7905234" y="4726869"/>
            <a:ext cx="2324802" cy="646331"/>
          </a:xfrm>
          <a:prstGeom prst="rect">
            <a:avLst/>
          </a:prstGeom>
          <a:noFill/>
        </p:spPr>
        <p:txBody>
          <a:bodyPr wrap="square">
            <a:spAutoFit/>
          </a:bodyPr>
          <a:lstStyle/>
          <a:p>
            <a:pPr algn="ctr"/>
            <a:r>
              <a:rPr lang="en-US" sz="1200" dirty="0">
                <a:solidFill>
                  <a:schemeClr val="tx1"/>
                </a:solidFill>
              </a:rPr>
              <a:t>Common points between Community Experience and Host Organization experience</a:t>
            </a:r>
          </a:p>
        </p:txBody>
      </p:sp>
      <p:pic>
        <p:nvPicPr>
          <p:cNvPr id="4" name="Graphique 3" descr="Poumons avec un remplissage uni">
            <a:extLst>
              <a:ext uri="{FF2B5EF4-FFF2-40B4-BE49-F238E27FC236}">
                <a16:creationId xmlns:a16="http://schemas.microsoft.com/office/drawing/2014/main" id="{B6E175C3-3307-4A86-CA1F-5A1EB4C27E8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56575" y="-73982"/>
            <a:ext cx="2117516" cy="2117516"/>
          </a:xfrm>
          <a:prstGeom prst="rect">
            <a:avLst/>
          </a:prstGeom>
        </p:spPr>
      </p:pic>
    </p:spTree>
    <p:extLst>
      <p:ext uri="{BB962C8B-B14F-4D97-AF65-F5344CB8AC3E}">
        <p14:creationId xmlns:p14="http://schemas.microsoft.com/office/powerpoint/2010/main" val="3307899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C970E8-85EC-4F9E-B2BA-5BE418DB4CBB}"/>
              </a:ext>
            </a:extLst>
          </p:cNvPr>
          <p:cNvSpPr>
            <a:spLocks noGrp="1"/>
          </p:cNvSpPr>
          <p:nvPr>
            <p:ph type="title"/>
          </p:nvPr>
        </p:nvSpPr>
        <p:spPr>
          <a:xfrm>
            <a:off x="838200" y="342948"/>
            <a:ext cx="5775664" cy="1325563"/>
          </a:xfrm>
        </p:spPr>
        <p:txBody>
          <a:bodyPr>
            <a:normAutofit fontScale="90000"/>
          </a:bodyPr>
          <a:lstStyle/>
          <a:p>
            <a:r>
              <a:rPr lang="en-US" sz="3600" dirty="0"/>
              <a:t>Why THIS ?</a:t>
            </a:r>
            <a:br>
              <a:rPr lang="en-US" sz="3600" dirty="0"/>
            </a:br>
            <a:r>
              <a:rPr lang="en-US" sz="3600" dirty="0"/>
              <a:t>Balance of breathing (visual workshop version)</a:t>
            </a:r>
          </a:p>
        </p:txBody>
      </p:sp>
      <p:pic>
        <p:nvPicPr>
          <p:cNvPr id="44" name="Graphique 43" descr="Balance de la justice avec un remplissage uni">
            <a:extLst>
              <a:ext uri="{FF2B5EF4-FFF2-40B4-BE49-F238E27FC236}">
                <a16:creationId xmlns:a16="http://schemas.microsoft.com/office/drawing/2014/main" id="{302786D8-1A7C-499C-8A3F-408BC7B59F9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6972" t="7530" r="8041" b="7105"/>
          <a:stretch/>
        </p:blipFill>
        <p:spPr>
          <a:xfrm>
            <a:off x="6532182" y="924724"/>
            <a:ext cx="4441794" cy="4461491"/>
          </a:xfrm>
          <a:prstGeom prst="rect">
            <a:avLst/>
          </a:prstGeom>
        </p:spPr>
      </p:pic>
      <p:sp>
        <p:nvSpPr>
          <p:cNvPr id="7" name="ZoneTexte 6">
            <a:extLst>
              <a:ext uri="{FF2B5EF4-FFF2-40B4-BE49-F238E27FC236}">
                <a16:creationId xmlns:a16="http://schemas.microsoft.com/office/drawing/2014/main" id="{1EA7F92A-9D58-4690-B3EF-10F0185C3FB4}"/>
              </a:ext>
            </a:extLst>
          </p:cNvPr>
          <p:cNvSpPr txBox="1"/>
          <p:nvPr/>
        </p:nvSpPr>
        <p:spPr>
          <a:xfrm>
            <a:off x="9612069" y="4010775"/>
            <a:ext cx="1673365" cy="461665"/>
          </a:xfrm>
          <a:prstGeom prst="rect">
            <a:avLst/>
          </a:prstGeom>
          <a:noFill/>
        </p:spPr>
        <p:txBody>
          <a:bodyPr wrap="square">
            <a:spAutoFit/>
          </a:bodyPr>
          <a:lstStyle/>
          <a:p>
            <a:pPr algn="ctr"/>
            <a:r>
              <a:rPr lang="en-US" sz="1200" dirty="0">
                <a:solidFill>
                  <a:schemeClr val="tx1"/>
                </a:solidFill>
              </a:rPr>
              <a:t>Community member experience</a:t>
            </a:r>
          </a:p>
        </p:txBody>
      </p:sp>
      <p:sp>
        <p:nvSpPr>
          <p:cNvPr id="8" name="ZoneTexte 7">
            <a:extLst>
              <a:ext uri="{FF2B5EF4-FFF2-40B4-BE49-F238E27FC236}">
                <a16:creationId xmlns:a16="http://schemas.microsoft.com/office/drawing/2014/main" id="{0FE66CF2-F2E9-453F-AE18-83D316ADA839}"/>
              </a:ext>
            </a:extLst>
          </p:cNvPr>
          <p:cNvSpPr txBox="1"/>
          <p:nvPr/>
        </p:nvSpPr>
        <p:spPr>
          <a:xfrm>
            <a:off x="6407895" y="4010776"/>
            <a:ext cx="1504690" cy="461665"/>
          </a:xfrm>
          <a:prstGeom prst="rect">
            <a:avLst/>
          </a:prstGeom>
          <a:noFill/>
        </p:spPr>
        <p:txBody>
          <a:bodyPr wrap="square">
            <a:spAutoFit/>
          </a:bodyPr>
          <a:lstStyle/>
          <a:p>
            <a:pPr algn="ctr"/>
            <a:r>
              <a:rPr lang="en-US" sz="1200" dirty="0">
                <a:solidFill>
                  <a:schemeClr val="tx1"/>
                </a:solidFill>
              </a:rPr>
              <a:t>Host organization daily experience</a:t>
            </a:r>
          </a:p>
        </p:txBody>
      </p:sp>
      <p:sp>
        <p:nvSpPr>
          <p:cNvPr id="9" name="ZoneTexte 8">
            <a:extLst>
              <a:ext uri="{FF2B5EF4-FFF2-40B4-BE49-F238E27FC236}">
                <a16:creationId xmlns:a16="http://schemas.microsoft.com/office/drawing/2014/main" id="{5CD16BB3-3F82-4555-9513-C77B4E71F292}"/>
              </a:ext>
            </a:extLst>
          </p:cNvPr>
          <p:cNvSpPr txBox="1"/>
          <p:nvPr/>
        </p:nvSpPr>
        <p:spPr>
          <a:xfrm>
            <a:off x="7588643" y="4841648"/>
            <a:ext cx="2324802" cy="646331"/>
          </a:xfrm>
          <a:prstGeom prst="rect">
            <a:avLst/>
          </a:prstGeom>
          <a:noFill/>
        </p:spPr>
        <p:txBody>
          <a:bodyPr wrap="square">
            <a:spAutoFit/>
          </a:bodyPr>
          <a:lstStyle/>
          <a:p>
            <a:pPr algn="ctr"/>
            <a:r>
              <a:rPr lang="en-US" sz="1200" dirty="0">
                <a:solidFill>
                  <a:schemeClr val="tx1"/>
                </a:solidFill>
              </a:rPr>
              <a:t>Common points between Community Experience and Host Organization experience</a:t>
            </a:r>
          </a:p>
        </p:txBody>
      </p:sp>
      <p:sp>
        <p:nvSpPr>
          <p:cNvPr id="10" name="Rectangle 9">
            <a:extLst>
              <a:ext uri="{FF2B5EF4-FFF2-40B4-BE49-F238E27FC236}">
                <a16:creationId xmlns:a16="http://schemas.microsoft.com/office/drawing/2014/main" id="{3D7D2F66-24DA-4CB5-A8D4-C06700456B21}"/>
              </a:ext>
            </a:extLst>
          </p:cNvPr>
          <p:cNvSpPr/>
          <p:nvPr/>
        </p:nvSpPr>
        <p:spPr>
          <a:xfrm>
            <a:off x="192046" y="3155470"/>
            <a:ext cx="901691"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Tools that are used</a:t>
            </a:r>
          </a:p>
        </p:txBody>
      </p:sp>
      <p:sp>
        <p:nvSpPr>
          <p:cNvPr id="11" name="ZoneTexte 10">
            <a:extLst>
              <a:ext uri="{FF2B5EF4-FFF2-40B4-BE49-F238E27FC236}">
                <a16:creationId xmlns:a16="http://schemas.microsoft.com/office/drawing/2014/main" id="{F0F25BC8-5D8D-4093-A5C5-2708F1163534}"/>
              </a:ext>
            </a:extLst>
          </p:cNvPr>
          <p:cNvSpPr txBox="1"/>
          <p:nvPr/>
        </p:nvSpPr>
        <p:spPr>
          <a:xfrm>
            <a:off x="838200" y="2416946"/>
            <a:ext cx="3627268" cy="461665"/>
          </a:xfrm>
          <a:prstGeom prst="rect">
            <a:avLst/>
          </a:prstGeom>
          <a:noFill/>
        </p:spPr>
        <p:txBody>
          <a:bodyPr wrap="square">
            <a:spAutoFit/>
          </a:bodyPr>
          <a:lstStyle/>
          <a:p>
            <a:pPr algn="ctr"/>
            <a:r>
              <a:rPr lang="en-US" sz="1200" dirty="0">
                <a:solidFill>
                  <a:schemeClr val="tx1"/>
                </a:solidFill>
              </a:rPr>
              <a:t>Example of Community experiences characteristics to discuss</a:t>
            </a:r>
          </a:p>
        </p:txBody>
      </p:sp>
      <p:sp>
        <p:nvSpPr>
          <p:cNvPr id="12" name="Rectangle 11">
            <a:extLst>
              <a:ext uri="{FF2B5EF4-FFF2-40B4-BE49-F238E27FC236}">
                <a16:creationId xmlns:a16="http://schemas.microsoft.com/office/drawing/2014/main" id="{89315AC9-371A-4BF1-93C1-B2B96D990696}"/>
              </a:ext>
            </a:extLst>
          </p:cNvPr>
          <p:cNvSpPr/>
          <p:nvPr/>
        </p:nvSpPr>
        <p:spPr>
          <a:xfrm>
            <a:off x="5716178" y="259460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Characteristic 2</a:t>
            </a:r>
          </a:p>
        </p:txBody>
      </p:sp>
      <p:sp>
        <p:nvSpPr>
          <p:cNvPr id="15" name="Rectangle 14">
            <a:extLst>
              <a:ext uri="{FF2B5EF4-FFF2-40B4-BE49-F238E27FC236}">
                <a16:creationId xmlns:a16="http://schemas.microsoft.com/office/drawing/2014/main" id="{108EBF4B-4876-4F67-B819-C983B258481C}"/>
              </a:ext>
            </a:extLst>
          </p:cNvPr>
          <p:cNvSpPr/>
          <p:nvPr/>
        </p:nvSpPr>
        <p:spPr>
          <a:xfrm>
            <a:off x="6876193" y="261346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Characteristic 3</a:t>
            </a:r>
          </a:p>
        </p:txBody>
      </p:sp>
      <p:sp>
        <p:nvSpPr>
          <p:cNvPr id="16" name="Rectangle 15">
            <a:extLst>
              <a:ext uri="{FF2B5EF4-FFF2-40B4-BE49-F238E27FC236}">
                <a16:creationId xmlns:a16="http://schemas.microsoft.com/office/drawing/2014/main" id="{8F028BF0-60B1-4285-8A61-ADC7926745B8}"/>
              </a:ext>
            </a:extLst>
          </p:cNvPr>
          <p:cNvSpPr/>
          <p:nvPr/>
        </p:nvSpPr>
        <p:spPr>
          <a:xfrm>
            <a:off x="10346759" y="2653071"/>
            <a:ext cx="1178373"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Opposite or Complement of Characteristic 3</a:t>
            </a:r>
          </a:p>
        </p:txBody>
      </p:sp>
      <p:sp>
        <p:nvSpPr>
          <p:cNvPr id="17" name="Rectangle 16">
            <a:extLst>
              <a:ext uri="{FF2B5EF4-FFF2-40B4-BE49-F238E27FC236}">
                <a16:creationId xmlns:a16="http://schemas.microsoft.com/office/drawing/2014/main" id="{CC83C7CF-6DCA-4252-A103-083FFC396583}"/>
              </a:ext>
            </a:extLst>
          </p:cNvPr>
          <p:cNvSpPr/>
          <p:nvPr/>
        </p:nvSpPr>
        <p:spPr>
          <a:xfrm>
            <a:off x="6618741" y="184242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Characteristic 1</a:t>
            </a:r>
          </a:p>
        </p:txBody>
      </p:sp>
      <p:sp>
        <p:nvSpPr>
          <p:cNvPr id="18" name="Rectangle 17">
            <a:extLst>
              <a:ext uri="{FF2B5EF4-FFF2-40B4-BE49-F238E27FC236}">
                <a16:creationId xmlns:a16="http://schemas.microsoft.com/office/drawing/2014/main" id="{828E0227-25F3-400C-BB15-E8C8BF6E2A24}"/>
              </a:ext>
            </a:extLst>
          </p:cNvPr>
          <p:cNvSpPr/>
          <p:nvPr/>
        </p:nvSpPr>
        <p:spPr>
          <a:xfrm>
            <a:off x="9547369" y="1901539"/>
            <a:ext cx="1178373"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Opposite or Complement of Characteristic 1</a:t>
            </a:r>
          </a:p>
        </p:txBody>
      </p:sp>
      <p:sp>
        <p:nvSpPr>
          <p:cNvPr id="22" name="Rectangle 21">
            <a:extLst>
              <a:ext uri="{FF2B5EF4-FFF2-40B4-BE49-F238E27FC236}">
                <a16:creationId xmlns:a16="http://schemas.microsoft.com/office/drawing/2014/main" id="{A85E9F43-FCC4-4BD0-8008-B4006017A4C0}"/>
              </a:ext>
            </a:extLst>
          </p:cNvPr>
          <p:cNvSpPr/>
          <p:nvPr/>
        </p:nvSpPr>
        <p:spPr>
          <a:xfrm>
            <a:off x="9096523" y="2653071"/>
            <a:ext cx="1178373"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Opposite or Complement of Characteristic 2</a:t>
            </a:r>
          </a:p>
        </p:txBody>
      </p:sp>
      <p:sp>
        <p:nvSpPr>
          <p:cNvPr id="23" name="Rectangle 22">
            <a:extLst>
              <a:ext uri="{FF2B5EF4-FFF2-40B4-BE49-F238E27FC236}">
                <a16:creationId xmlns:a16="http://schemas.microsoft.com/office/drawing/2014/main" id="{0EF31F09-4C08-47A8-A11A-25702FD2FEDD}"/>
              </a:ext>
            </a:extLst>
          </p:cNvPr>
          <p:cNvSpPr/>
          <p:nvPr/>
        </p:nvSpPr>
        <p:spPr>
          <a:xfrm>
            <a:off x="8751045" y="5522347"/>
            <a:ext cx="1178373"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Characteristic 5</a:t>
            </a:r>
          </a:p>
        </p:txBody>
      </p:sp>
      <p:sp>
        <p:nvSpPr>
          <p:cNvPr id="24" name="Rectangle 23">
            <a:extLst>
              <a:ext uri="{FF2B5EF4-FFF2-40B4-BE49-F238E27FC236}">
                <a16:creationId xmlns:a16="http://schemas.microsoft.com/office/drawing/2014/main" id="{BAFEAA63-34A1-4F9D-BFA4-FEC2758F34D5}"/>
              </a:ext>
            </a:extLst>
          </p:cNvPr>
          <p:cNvSpPr/>
          <p:nvPr/>
        </p:nvSpPr>
        <p:spPr>
          <a:xfrm>
            <a:off x="7500809" y="5522347"/>
            <a:ext cx="1178373"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Characteristic 4</a:t>
            </a:r>
          </a:p>
        </p:txBody>
      </p:sp>
      <p:sp>
        <p:nvSpPr>
          <p:cNvPr id="25" name="Rectangle 24">
            <a:extLst>
              <a:ext uri="{FF2B5EF4-FFF2-40B4-BE49-F238E27FC236}">
                <a16:creationId xmlns:a16="http://schemas.microsoft.com/office/drawing/2014/main" id="{925066D5-3552-4BE3-AA09-1E3DFC09F759}"/>
              </a:ext>
            </a:extLst>
          </p:cNvPr>
          <p:cNvSpPr/>
          <p:nvPr/>
        </p:nvSpPr>
        <p:spPr>
          <a:xfrm>
            <a:off x="8161858" y="6199888"/>
            <a:ext cx="1178373"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Characteristic 6</a:t>
            </a:r>
          </a:p>
        </p:txBody>
      </p:sp>
      <p:sp>
        <p:nvSpPr>
          <p:cNvPr id="26" name="Rectangle 25">
            <a:extLst>
              <a:ext uri="{FF2B5EF4-FFF2-40B4-BE49-F238E27FC236}">
                <a16:creationId xmlns:a16="http://schemas.microsoft.com/office/drawing/2014/main" id="{B5E9B09F-0270-40B5-9E83-942B5BEFFC01}"/>
              </a:ext>
            </a:extLst>
          </p:cNvPr>
          <p:cNvSpPr/>
          <p:nvPr/>
        </p:nvSpPr>
        <p:spPr>
          <a:xfrm>
            <a:off x="1218024" y="3155470"/>
            <a:ext cx="1143437"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Large groups or small groups</a:t>
            </a:r>
          </a:p>
        </p:txBody>
      </p:sp>
      <p:sp>
        <p:nvSpPr>
          <p:cNvPr id="27" name="Rectangle 26">
            <a:extLst>
              <a:ext uri="{FF2B5EF4-FFF2-40B4-BE49-F238E27FC236}">
                <a16:creationId xmlns:a16="http://schemas.microsoft.com/office/drawing/2014/main" id="{1C39E7B5-24B0-47E2-BA93-548783865FA7}"/>
              </a:ext>
            </a:extLst>
          </p:cNvPr>
          <p:cNvSpPr/>
          <p:nvPr/>
        </p:nvSpPr>
        <p:spPr>
          <a:xfrm>
            <a:off x="2485748" y="3155470"/>
            <a:ext cx="1143437"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People with same skillsets or with different skillsets</a:t>
            </a:r>
          </a:p>
        </p:txBody>
      </p:sp>
      <p:sp>
        <p:nvSpPr>
          <p:cNvPr id="28" name="Rectangle 27">
            <a:extLst>
              <a:ext uri="{FF2B5EF4-FFF2-40B4-BE49-F238E27FC236}">
                <a16:creationId xmlns:a16="http://schemas.microsoft.com/office/drawing/2014/main" id="{B4D0DFC3-AD12-40D5-814E-D994107FE257}"/>
              </a:ext>
            </a:extLst>
          </p:cNvPr>
          <p:cNvSpPr/>
          <p:nvPr/>
        </p:nvSpPr>
        <p:spPr>
          <a:xfrm>
            <a:off x="3726032" y="3155470"/>
            <a:ext cx="1143437"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Decision making or freedom not to take decisions</a:t>
            </a:r>
          </a:p>
        </p:txBody>
      </p:sp>
      <p:sp>
        <p:nvSpPr>
          <p:cNvPr id="29" name="Rectangle 28">
            <a:extLst>
              <a:ext uri="{FF2B5EF4-FFF2-40B4-BE49-F238E27FC236}">
                <a16:creationId xmlns:a16="http://schemas.microsoft.com/office/drawing/2014/main" id="{2C0E3AD9-4C1B-4289-B007-FA143DC932CB}"/>
              </a:ext>
            </a:extLst>
          </p:cNvPr>
          <p:cNvSpPr/>
          <p:nvPr/>
        </p:nvSpPr>
        <p:spPr>
          <a:xfrm>
            <a:off x="186498" y="5851403"/>
            <a:ext cx="1143437"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Indoor / Outdoor</a:t>
            </a:r>
          </a:p>
        </p:txBody>
      </p:sp>
      <p:sp>
        <p:nvSpPr>
          <p:cNvPr id="30" name="Rectangle 29">
            <a:extLst>
              <a:ext uri="{FF2B5EF4-FFF2-40B4-BE49-F238E27FC236}">
                <a16:creationId xmlns:a16="http://schemas.microsoft.com/office/drawing/2014/main" id="{454582AC-73CE-4037-98C7-4C770E4F128E}"/>
              </a:ext>
            </a:extLst>
          </p:cNvPr>
          <p:cNvSpPr/>
          <p:nvPr/>
        </p:nvSpPr>
        <p:spPr>
          <a:xfrm>
            <a:off x="192046" y="4096749"/>
            <a:ext cx="1143437" cy="70769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Synchronous / Asynchronous</a:t>
            </a:r>
          </a:p>
        </p:txBody>
      </p:sp>
      <p:sp>
        <p:nvSpPr>
          <p:cNvPr id="31" name="Rectangle 30">
            <a:extLst>
              <a:ext uri="{FF2B5EF4-FFF2-40B4-BE49-F238E27FC236}">
                <a16:creationId xmlns:a16="http://schemas.microsoft.com/office/drawing/2014/main" id="{4079E723-989A-44D4-8BD1-7DF633837A62}"/>
              </a:ext>
            </a:extLst>
          </p:cNvPr>
          <p:cNvSpPr/>
          <p:nvPr/>
        </p:nvSpPr>
        <p:spPr>
          <a:xfrm>
            <a:off x="1445714" y="4096749"/>
            <a:ext cx="1541688" cy="70769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Meaningful activities or activities without pressure for meaning</a:t>
            </a:r>
          </a:p>
        </p:txBody>
      </p:sp>
      <p:sp>
        <p:nvSpPr>
          <p:cNvPr id="32" name="Rectangle 31">
            <a:extLst>
              <a:ext uri="{FF2B5EF4-FFF2-40B4-BE49-F238E27FC236}">
                <a16:creationId xmlns:a16="http://schemas.microsoft.com/office/drawing/2014/main" id="{5768AFA2-5370-45EC-9F4C-A76E03F82A40}"/>
              </a:ext>
            </a:extLst>
          </p:cNvPr>
          <p:cNvSpPr/>
          <p:nvPr/>
        </p:nvSpPr>
        <p:spPr>
          <a:xfrm>
            <a:off x="3111689" y="4096749"/>
            <a:ext cx="1757780" cy="70769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Topics that are encountered daily or topics that are far from the daily activities</a:t>
            </a:r>
          </a:p>
        </p:txBody>
      </p:sp>
      <p:sp>
        <p:nvSpPr>
          <p:cNvPr id="34" name="Rectangle 33">
            <a:extLst>
              <a:ext uri="{FF2B5EF4-FFF2-40B4-BE49-F238E27FC236}">
                <a16:creationId xmlns:a16="http://schemas.microsoft.com/office/drawing/2014/main" id="{2D7E8AFE-CF30-4A82-8D37-08617B8C54D3}"/>
              </a:ext>
            </a:extLst>
          </p:cNvPr>
          <p:cNvSpPr/>
          <p:nvPr/>
        </p:nvSpPr>
        <p:spPr>
          <a:xfrm>
            <a:off x="186498" y="4921798"/>
            <a:ext cx="901691"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Delivery oriented or innovation oriented</a:t>
            </a:r>
          </a:p>
        </p:txBody>
      </p:sp>
      <p:sp>
        <p:nvSpPr>
          <p:cNvPr id="35" name="Rectangle 34">
            <a:extLst>
              <a:ext uri="{FF2B5EF4-FFF2-40B4-BE49-F238E27FC236}">
                <a16:creationId xmlns:a16="http://schemas.microsoft.com/office/drawing/2014/main" id="{2B4C3C58-D1BA-4873-AB6E-B6A50176224E}"/>
              </a:ext>
            </a:extLst>
          </p:cNvPr>
          <p:cNvSpPr/>
          <p:nvPr/>
        </p:nvSpPr>
        <p:spPr>
          <a:xfrm>
            <a:off x="1166591" y="4921798"/>
            <a:ext cx="901691"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Practice of hard skills or practice of soft skills</a:t>
            </a:r>
          </a:p>
        </p:txBody>
      </p:sp>
      <p:sp>
        <p:nvSpPr>
          <p:cNvPr id="37" name="Rectangle 36">
            <a:extLst>
              <a:ext uri="{FF2B5EF4-FFF2-40B4-BE49-F238E27FC236}">
                <a16:creationId xmlns:a16="http://schemas.microsoft.com/office/drawing/2014/main" id="{E6EEBCB7-25E3-4BCE-AE6C-C7B4C05A247F}"/>
              </a:ext>
            </a:extLst>
          </p:cNvPr>
          <p:cNvSpPr/>
          <p:nvPr/>
        </p:nvSpPr>
        <p:spPr>
          <a:xfrm>
            <a:off x="2157636" y="4921798"/>
            <a:ext cx="1355184"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People with the same opinion or with diverging opinions</a:t>
            </a:r>
          </a:p>
        </p:txBody>
      </p:sp>
      <p:sp>
        <p:nvSpPr>
          <p:cNvPr id="38" name="Rectangle 37">
            <a:extLst>
              <a:ext uri="{FF2B5EF4-FFF2-40B4-BE49-F238E27FC236}">
                <a16:creationId xmlns:a16="http://schemas.microsoft.com/office/drawing/2014/main" id="{ACB613DA-6A1D-4276-A77D-F2F3F2B5C0FF}"/>
              </a:ext>
            </a:extLst>
          </p:cNvPr>
          <p:cNvSpPr/>
          <p:nvPr/>
        </p:nvSpPr>
        <p:spPr>
          <a:xfrm>
            <a:off x="3602175" y="4921798"/>
            <a:ext cx="1267294"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Deep dive on one topic or shallow view of many topics</a:t>
            </a:r>
          </a:p>
        </p:txBody>
      </p:sp>
      <p:sp>
        <p:nvSpPr>
          <p:cNvPr id="39" name="Rectangle 38">
            <a:extLst>
              <a:ext uri="{FF2B5EF4-FFF2-40B4-BE49-F238E27FC236}">
                <a16:creationId xmlns:a16="http://schemas.microsoft.com/office/drawing/2014/main" id="{1D85B30D-C837-45BC-80C6-0DC5B7E742B6}"/>
              </a:ext>
            </a:extLst>
          </p:cNvPr>
          <p:cNvSpPr/>
          <p:nvPr/>
        </p:nvSpPr>
        <p:spPr>
          <a:xfrm>
            <a:off x="1432102" y="5851403"/>
            <a:ext cx="1737818"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High cognitive workload and stimulation  or low cognitive workload and resting</a:t>
            </a:r>
          </a:p>
        </p:txBody>
      </p:sp>
      <p:sp>
        <p:nvSpPr>
          <p:cNvPr id="40" name="Rectangle 39">
            <a:extLst>
              <a:ext uri="{FF2B5EF4-FFF2-40B4-BE49-F238E27FC236}">
                <a16:creationId xmlns:a16="http://schemas.microsoft.com/office/drawing/2014/main" id="{A1B680C9-0ACB-4530-AFFF-F3593F2EA9D0}"/>
              </a:ext>
            </a:extLst>
          </p:cNvPr>
          <p:cNvSpPr/>
          <p:nvPr/>
        </p:nvSpPr>
        <p:spPr>
          <a:xfrm>
            <a:off x="3272087" y="5851403"/>
            <a:ext cx="1597382"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Very serious mood or light-hearted mood</a:t>
            </a:r>
          </a:p>
        </p:txBody>
      </p:sp>
      <p:pic>
        <p:nvPicPr>
          <p:cNvPr id="33" name="Graphique 32" descr="Poumons avec un remplissage uni">
            <a:extLst>
              <a:ext uri="{FF2B5EF4-FFF2-40B4-BE49-F238E27FC236}">
                <a16:creationId xmlns:a16="http://schemas.microsoft.com/office/drawing/2014/main" id="{B1212BEA-F6D4-D025-A026-B97E958D85A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16884"/>
          <a:stretch/>
        </p:blipFill>
        <p:spPr>
          <a:xfrm>
            <a:off x="7708663" y="-1"/>
            <a:ext cx="2117516" cy="1759991"/>
          </a:xfrm>
          <a:prstGeom prst="rect">
            <a:avLst/>
          </a:prstGeom>
        </p:spPr>
      </p:pic>
    </p:spTree>
    <p:extLst>
      <p:ext uri="{BB962C8B-B14F-4D97-AF65-F5344CB8AC3E}">
        <p14:creationId xmlns:p14="http://schemas.microsoft.com/office/powerpoint/2010/main" val="3153170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C970E8-85EC-4F9E-B2BA-5BE418DB4CBB}"/>
              </a:ext>
            </a:extLst>
          </p:cNvPr>
          <p:cNvSpPr>
            <a:spLocks noGrp="1"/>
          </p:cNvSpPr>
          <p:nvPr>
            <p:ph type="title"/>
          </p:nvPr>
        </p:nvSpPr>
        <p:spPr>
          <a:xfrm>
            <a:off x="838200" y="342948"/>
            <a:ext cx="5775664" cy="1325563"/>
          </a:xfrm>
        </p:spPr>
        <p:txBody>
          <a:bodyPr>
            <a:normAutofit fontScale="90000"/>
          </a:bodyPr>
          <a:lstStyle/>
          <a:p>
            <a:r>
              <a:rPr lang="en-US" sz="3600" dirty="0"/>
              <a:t>Why THIS ?</a:t>
            </a:r>
            <a:br>
              <a:rPr lang="en-US" sz="3600" dirty="0"/>
            </a:br>
            <a:r>
              <a:rPr lang="en-US" sz="3600" dirty="0"/>
              <a:t>Balance of breathing (Empty Template)</a:t>
            </a:r>
          </a:p>
        </p:txBody>
      </p:sp>
      <p:pic>
        <p:nvPicPr>
          <p:cNvPr id="44" name="Graphique 43" descr="Balance de la justice avec un remplissage uni">
            <a:extLst>
              <a:ext uri="{FF2B5EF4-FFF2-40B4-BE49-F238E27FC236}">
                <a16:creationId xmlns:a16="http://schemas.microsoft.com/office/drawing/2014/main" id="{302786D8-1A7C-499C-8A3F-408BC7B59F9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6972" t="7530" r="8041" b="7105"/>
          <a:stretch/>
        </p:blipFill>
        <p:spPr>
          <a:xfrm>
            <a:off x="6532182" y="924724"/>
            <a:ext cx="4441794" cy="4461491"/>
          </a:xfrm>
          <a:prstGeom prst="rect">
            <a:avLst/>
          </a:prstGeom>
        </p:spPr>
      </p:pic>
      <p:sp>
        <p:nvSpPr>
          <p:cNvPr id="7" name="ZoneTexte 6">
            <a:extLst>
              <a:ext uri="{FF2B5EF4-FFF2-40B4-BE49-F238E27FC236}">
                <a16:creationId xmlns:a16="http://schemas.microsoft.com/office/drawing/2014/main" id="{1EA7F92A-9D58-4690-B3EF-10F0185C3FB4}"/>
              </a:ext>
            </a:extLst>
          </p:cNvPr>
          <p:cNvSpPr txBox="1"/>
          <p:nvPr/>
        </p:nvSpPr>
        <p:spPr>
          <a:xfrm>
            <a:off x="9612069" y="4010775"/>
            <a:ext cx="1673365" cy="461665"/>
          </a:xfrm>
          <a:prstGeom prst="rect">
            <a:avLst/>
          </a:prstGeom>
          <a:noFill/>
        </p:spPr>
        <p:txBody>
          <a:bodyPr wrap="square">
            <a:spAutoFit/>
          </a:bodyPr>
          <a:lstStyle/>
          <a:p>
            <a:pPr algn="ctr"/>
            <a:r>
              <a:rPr lang="en-US" sz="1200" b="1" dirty="0">
                <a:solidFill>
                  <a:schemeClr val="tx1"/>
                </a:solidFill>
              </a:rPr>
              <a:t>Community member experience</a:t>
            </a:r>
          </a:p>
        </p:txBody>
      </p:sp>
      <p:sp>
        <p:nvSpPr>
          <p:cNvPr id="8" name="ZoneTexte 7">
            <a:extLst>
              <a:ext uri="{FF2B5EF4-FFF2-40B4-BE49-F238E27FC236}">
                <a16:creationId xmlns:a16="http://schemas.microsoft.com/office/drawing/2014/main" id="{0FE66CF2-F2E9-453F-AE18-83D316ADA839}"/>
              </a:ext>
            </a:extLst>
          </p:cNvPr>
          <p:cNvSpPr txBox="1"/>
          <p:nvPr/>
        </p:nvSpPr>
        <p:spPr>
          <a:xfrm>
            <a:off x="6407895" y="4010776"/>
            <a:ext cx="1504690" cy="461665"/>
          </a:xfrm>
          <a:prstGeom prst="rect">
            <a:avLst/>
          </a:prstGeom>
          <a:noFill/>
        </p:spPr>
        <p:txBody>
          <a:bodyPr wrap="square">
            <a:spAutoFit/>
          </a:bodyPr>
          <a:lstStyle/>
          <a:p>
            <a:pPr algn="ctr"/>
            <a:r>
              <a:rPr lang="en-US" sz="1200" b="1" dirty="0">
                <a:solidFill>
                  <a:schemeClr val="tx1"/>
                </a:solidFill>
              </a:rPr>
              <a:t>Host organization daily experience</a:t>
            </a:r>
          </a:p>
        </p:txBody>
      </p:sp>
      <p:sp>
        <p:nvSpPr>
          <p:cNvPr id="9" name="ZoneTexte 8">
            <a:extLst>
              <a:ext uri="{FF2B5EF4-FFF2-40B4-BE49-F238E27FC236}">
                <a16:creationId xmlns:a16="http://schemas.microsoft.com/office/drawing/2014/main" id="{5CD16BB3-3F82-4555-9513-C77B4E71F292}"/>
              </a:ext>
            </a:extLst>
          </p:cNvPr>
          <p:cNvSpPr txBox="1"/>
          <p:nvPr/>
        </p:nvSpPr>
        <p:spPr>
          <a:xfrm>
            <a:off x="7588643" y="4841648"/>
            <a:ext cx="2324802" cy="646331"/>
          </a:xfrm>
          <a:prstGeom prst="rect">
            <a:avLst/>
          </a:prstGeom>
          <a:noFill/>
        </p:spPr>
        <p:txBody>
          <a:bodyPr wrap="square">
            <a:spAutoFit/>
          </a:bodyPr>
          <a:lstStyle/>
          <a:p>
            <a:pPr algn="ctr"/>
            <a:r>
              <a:rPr lang="en-US" sz="1200" b="1" dirty="0">
                <a:solidFill>
                  <a:schemeClr val="tx1"/>
                </a:solidFill>
              </a:rPr>
              <a:t>Common points between Community Experience and Host Organization experience</a:t>
            </a:r>
          </a:p>
        </p:txBody>
      </p:sp>
      <p:sp>
        <p:nvSpPr>
          <p:cNvPr id="10" name="Rectangle 9">
            <a:extLst>
              <a:ext uri="{FF2B5EF4-FFF2-40B4-BE49-F238E27FC236}">
                <a16:creationId xmlns:a16="http://schemas.microsoft.com/office/drawing/2014/main" id="{3D7D2F66-24DA-4CB5-A8D4-C06700456B21}"/>
              </a:ext>
            </a:extLst>
          </p:cNvPr>
          <p:cNvSpPr/>
          <p:nvPr/>
        </p:nvSpPr>
        <p:spPr>
          <a:xfrm>
            <a:off x="192046" y="3155470"/>
            <a:ext cx="901691"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Tools that are used</a:t>
            </a:r>
          </a:p>
        </p:txBody>
      </p:sp>
      <p:sp>
        <p:nvSpPr>
          <p:cNvPr id="11" name="ZoneTexte 10">
            <a:extLst>
              <a:ext uri="{FF2B5EF4-FFF2-40B4-BE49-F238E27FC236}">
                <a16:creationId xmlns:a16="http://schemas.microsoft.com/office/drawing/2014/main" id="{F0F25BC8-5D8D-4093-A5C5-2708F1163534}"/>
              </a:ext>
            </a:extLst>
          </p:cNvPr>
          <p:cNvSpPr txBox="1"/>
          <p:nvPr/>
        </p:nvSpPr>
        <p:spPr>
          <a:xfrm>
            <a:off x="838200" y="2416946"/>
            <a:ext cx="3627268" cy="461665"/>
          </a:xfrm>
          <a:prstGeom prst="rect">
            <a:avLst/>
          </a:prstGeom>
          <a:noFill/>
        </p:spPr>
        <p:txBody>
          <a:bodyPr wrap="square">
            <a:spAutoFit/>
          </a:bodyPr>
          <a:lstStyle/>
          <a:p>
            <a:pPr algn="ctr"/>
            <a:r>
              <a:rPr lang="en-US" sz="1200" dirty="0">
                <a:solidFill>
                  <a:schemeClr val="tx1"/>
                </a:solidFill>
              </a:rPr>
              <a:t>Example of Community experiences characteristics to discuss</a:t>
            </a:r>
          </a:p>
        </p:txBody>
      </p:sp>
      <p:sp>
        <p:nvSpPr>
          <p:cNvPr id="26" name="Rectangle 25">
            <a:extLst>
              <a:ext uri="{FF2B5EF4-FFF2-40B4-BE49-F238E27FC236}">
                <a16:creationId xmlns:a16="http://schemas.microsoft.com/office/drawing/2014/main" id="{B5E9B09F-0270-40B5-9E83-942B5BEFFC01}"/>
              </a:ext>
            </a:extLst>
          </p:cNvPr>
          <p:cNvSpPr/>
          <p:nvPr/>
        </p:nvSpPr>
        <p:spPr>
          <a:xfrm>
            <a:off x="1218024" y="3155470"/>
            <a:ext cx="1143437"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Large groups or small groups</a:t>
            </a:r>
          </a:p>
        </p:txBody>
      </p:sp>
      <p:sp>
        <p:nvSpPr>
          <p:cNvPr id="27" name="Rectangle 26">
            <a:extLst>
              <a:ext uri="{FF2B5EF4-FFF2-40B4-BE49-F238E27FC236}">
                <a16:creationId xmlns:a16="http://schemas.microsoft.com/office/drawing/2014/main" id="{1C39E7B5-24B0-47E2-BA93-548783865FA7}"/>
              </a:ext>
            </a:extLst>
          </p:cNvPr>
          <p:cNvSpPr/>
          <p:nvPr/>
        </p:nvSpPr>
        <p:spPr>
          <a:xfrm>
            <a:off x="2485748" y="3155470"/>
            <a:ext cx="1143437"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People with same skillsets or with different skillsets</a:t>
            </a:r>
          </a:p>
        </p:txBody>
      </p:sp>
      <p:sp>
        <p:nvSpPr>
          <p:cNvPr id="28" name="Rectangle 27">
            <a:extLst>
              <a:ext uri="{FF2B5EF4-FFF2-40B4-BE49-F238E27FC236}">
                <a16:creationId xmlns:a16="http://schemas.microsoft.com/office/drawing/2014/main" id="{B4D0DFC3-AD12-40D5-814E-D994107FE257}"/>
              </a:ext>
            </a:extLst>
          </p:cNvPr>
          <p:cNvSpPr/>
          <p:nvPr/>
        </p:nvSpPr>
        <p:spPr>
          <a:xfrm>
            <a:off x="3726032" y="3155470"/>
            <a:ext cx="1143437"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Decision making or freedom not to take decisions</a:t>
            </a:r>
          </a:p>
        </p:txBody>
      </p:sp>
      <p:sp>
        <p:nvSpPr>
          <p:cNvPr id="29" name="Rectangle 28">
            <a:extLst>
              <a:ext uri="{FF2B5EF4-FFF2-40B4-BE49-F238E27FC236}">
                <a16:creationId xmlns:a16="http://schemas.microsoft.com/office/drawing/2014/main" id="{2C0E3AD9-4C1B-4289-B007-FA143DC932CB}"/>
              </a:ext>
            </a:extLst>
          </p:cNvPr>
          <p:cNvSpPr/>
          <p:nvPr/>
        </p:nvSpPr>
        <p:spPr>
          <a:xfrm>
            <a:off x="186498" y="5851403"/>
            <a:ext cx="1143437"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Indoor / Outdoor</a:t>
            </a:r>
          </a:p>
        </p:txBody>
      </p:sp>
      <p:sp>
        <p:nvSpPr>
          <p:cNvPr id="30" name="Rectangle 29">
            <a:extLst>
              <a:ext uri="{FF2B5EF4-FFF2-40B4-BE49-F238E27FC236}">
                <a16:creationId xmlns:a16="http://schemas.microsoft.com/office/drawing/2014/main" id="{454582AC-73CE-4037-98C7-4C770E4F128E}"/>
              </a:ext>
            </a:extLst>
          </p:cNvPr>
          <p:cNvSpPr/>
          <p:nvPr/>
        </p:nvSpPr>
        <p:spPr>
          <a:xfrm>
            <a:off x="192046" y="4096749"/>
            <a:ext cx="1143437" cy="70769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Synchronous / Asynchronous</a:t>
            </a:r>
          </a:p>
        </p:txBody>
      </p:sp>
      <p:sp>
        <p:nvSpPr>
          <p:cNvPr id="31" name="Rectangle 30">
            <a:extLst>
              <a:ext uri="{FF2B5EF4-FFF2-40B4-BE49-F238E27FC236}">
                <a16:creationId xmlns:a16="http://schemas.microsoft.com/office/drawing/2014/main" id="{4079E723-989A-44D4-8BD1-7DF633837A62}"/>
              </a:ext>
            </a:extLst>
          </p:cNvPr>
          <p:cNvSpPr/>
          <p:nvPr/>
        </p:nvSpPr>
        <p:spPr>
          <a:xfrm>
            <a:off x="1445714" y="4096749"/>
            <a:ext cx="1541688" cy="70769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Meaningful activities or activities without pressure for meaning</a:t>
            </a:r>
          </a:p>
        </p:txBody>
      </p:sp>
      <p:sp>
        <p:nvSpPr>
          <p:cNvPr id="32" name="Rectangle 31">
            <a:extLst>
              <a:ext uri="{FF2B5EF4-FFF2-40B4-BE49-F238E27FC236}">
                <a16:creationId xmlns:a16="http://schemas.microsoft.com/office/drawing/2014/main" id="{5768AFA2-5370-45EC-9F4C-A76E03F82A40}"/>
              </a:ext>
            </a:extLst>
          </p:cNvPr>
          <p:cNvSpPr/>
          <p:nvPr/>
        </p:nvSpPr>
        <p:spPr>
          <a:xfrm>
            <a:off x="3111689" y="4096749"/>
            <a:ext cx="1757780" cy="70769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Topics that are encountered daily or topics that are far from the daily activities</a:t>
            </a:r>
          </a:p>
        </p:txBody>
      </p:sp>
      <p:sp>
        <p:nvSpPr>
          <p:cNvPr id="34" name="Rectangle 33">
            <a:extLst>
              <a:ext uri="{FF2B5EF4-FFF2-40B4-BE49-F238E27FC236}">
                <a16:creationId xmlns:a16="http://schemas.microsoft.com/office/drawing/2014/main" id="{2D7E8AFE-CF30-4A82-8D37-08617B8C54D3}"/>
              </a:ext>
            </a:extLst>
          </p:cNvPr>
          <p:cNvSpPr/>
          <p:nvPr/>
        </p:nvSpPr>
        <p:spPr>
          <a:xfrm>
            <a:off x="186498" y="4921798"/>
            <a:ext cx="901691"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Delivery oriented or innovation oriented</a:t>
            </a:r>
          </a:p>
        </p:txBody>
      </p:sp>
      <p:sp>
        <p:nvSpPr>
          <p:cNvPr id="35" name="Rectangle 34">
            <a:extLst>
              <a:ext uri="{FF2B5EF4-FFF2-40B4-BE49-F238E27FC236}">
                <a16:creationId xmlns:a16="http://schemas.microsoft.com/office/drawing/2014/main" id="{2B4C3C58-D1BA-4873-AB6E-B6A50176224E}"/>
              </a:ext>
            </a:extLst>
          </p:cNvPr>
          <p:cNvSpPr/>
          <p:nvPr/>
        </p:nvSpPr>
        <p:spPr>
          <a:xfrm>
            <a:off x="1166591" y="4921798"/>
            <a:ext cx="901691"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Practice of hard skills or practice of soft skills</a:t>
            </a:r>
          </a:p>
        </p:txBody>
      </p:sp>
      <p:sp>
        <p:nvSpPr>
          <p:cNvPr id="37" name="Rectangle 36">
            <a:extLst>
              <a:ext uri="{FF2B5EF4-FFF2-40B4-BE49-F238E27FC236}">
                <a16:creationId xmlns:a16="http://schemas.microsoft.com/office/drawing/2014/main" id="{E6EEBCB7-25E3-4BCE-AE6C-C7B4C05A247F}"/>
              </a:ext>
            </a:extLst>
          </p:cNvPr>
          <p:cNvSpPr/>
          <p:nvPr/>
        </p:nvSpPr>
        <p:spPr>
          <a:xfrm>
            <a:off x="2157636" y="4921798"/>
            <a:ext cx="1355184"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People with the same opinion or with diverging opinions</a:t>
            </a:r>
          </a:p>
        </p:txBody>
      </p:sp>
      <p:sp>
        <p:nvSpPr>
          <p:cNvPr id="38" name="Rectangle 37">
            <a:extLst>
              <a:ext uri="{FF2B5EF4-FFF2-40B4-BE49-F238E27FC236}">
                <a16:creationId xmlns:a16="http://schemas.microsoft.com/office/drawing/2014/main" id="{ACB613DA-6A1D-4276-A77D-F2F3F2B5C0FF}"/>
              </a:ext>
            </a:extLst>
          </p:cNvPr>
          <p:cNvSpPr/>
          <p:nvPr/>
        </p:nvSpPr>
        <p:spPr>
          <a:xfrm>
            <a:off x="3602175" y="4921798"/>
            <a:ext cx="1267294"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Deep dive on one topic or shallow view of many topics</a:t>
            </a:r>
          </a:p>
        </p:txBody>
      </p:sp>
      <p:sp>
        <p:nvSpPr>
          <p:cNvPr id="39" name="Rectangle 38">
            <a:extLst>
              <a:ext uri="{FF2B5EF4-FFF2-40B4-BE49-F238E27FC236}">
                <a16:creationId xmlns:a16="http://schemas.microsoft.com/office/drawing/2014/main" id="{1D85B30D-C837-45BC-80C6-0DC5B7E742B6}"/>
              </a:ext>
            </a:extLst>
          </p:cNvPr>
          <p:cNvSpPr/>
          <p:nvPr/>
        </p:nvSpPr>
        <p:spPr>
          <a:xfrm>
            <a:off x="1432102" y="5851403"/>
            <a:ext cx="1737818"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High cognitive workload and stimulation  or low cognitive workload and resting</a:t>
            </a:r>
          </a:p>
        </p:txBody>
      </p:sp>
      <p:sp>
        <p:nvSpPr>
          <p:cNvPr id="40" name="Rectangle 39">
            <a:extLst>
              <a:ext uri="{FF2B5EF4-FFF2-40B4-BE49-F238E27FC236}">
                <a16:creationId xmlns:a16="http://schemas.microsoft.com/office/drawing/2014/main" id="{A1B680C9-0ACB-4530-AFFF-F3593F2EA9D0}"/>
              </a:ext>
            </a:extLst>
          </p:cNvPr>
          <p:cNvSpPr/>
          <p:nvPr/>
        </p:nvSpPr>
        <p:spPr>
          <a:xfrm>
            <a:off x="3272087" y="5851403"/>
            <a:ext cx="1597382" cy="8239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Very serious mood or light-hearted mood</a:t>
            </a:r>
          </a:p>
        </p:txBody>
      </p:sp>
      <p:pic>
        <p:nvPicPr>
          <p:cNvPr id="33" name="Graphique 32" descr="Poumons avec un remplissage uni">
            <a:extLst>
              <a:ext uri="{FF2B5EF4-FFF2-40B4-BE49-F238E27FC236}">
                <a16:creationId xmlns:a16="http://schemas.microsoft.com/office/drawing/2014/main" id="{B1212BEA-F6D4-D025-A026-B97E958D85A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16884"/>
          <a:stretch/>
        </p:blipFill>
        <p:spPr>
          <a:xfrm>
            <a:off x="7708663" y="-1"/>
            <a:ext cx="2117516" cy="1759991"/>
          </a:xfrm>
          <a:prstGeom prst="rect">
            <a:avLst/>
          </a:prstGeom>
        </p:spPr>
      </p:pic>
    </p:spTree>
    <p:extLst>
      <p:ext uri="{BB962C8B-B14F-4D97-AF65-F5344CB8AC3E}">
        <p14:creationId xmlns:p14="http://schemas.microsoft.com/office/powerpoint/2010/main" val="41557417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C970E8-85EC-4F9E-B2BA-5BE418DB4CBB}"/>
              </a:ext>
            </a:extLst>
          </p:cNvPr>
          <p:cNvSpPr>
            <a:spLocks noGrp="1"/>
          </p:cNvSpPr>
          <p:nvPr>
            <p:ph type="title"/>
          </p:nvPr>
        </p:nvSpPr>
        <p:spPr>
          <a:xfrm>
            <a:off x="838200" y="342948"/>
            <a:ext cx="4603812" cy="2082752"/>
          </a:xfrm>
        </p:spPr>
        <p:txBody>
          <a:bodyPr>
            <a:normAutofit/>
          </a:bodyPr>
          <a:lstStyle/>
          <a:p>
            <a:r>
              <a:rPr lang="en-US" sz="3600" dirty="0"/>
              <a:t>Why THIS ?</a:t>
            </a:r>
            <a:br>
              <a:rPr lang="en-US" sz="3600" dirty="0"/>
            </a:br>
            <a:r>
              <a:rPr lang="en-US" sz="3600" dirty="0"/>
              <a:t>Balance of breathing (visual workshop version example)</a:t>
            </a:r>
          </a:p>
        </p:txBody>
      </p:sp>
      <p:pic>
        <p:nvPicPr>
          <p:cNvPr id="44" name="Graphique 43" descr="Balance de la justice avec un remplissage uni">
            <a:extLst>
              <a:ext uri="{FF2B5EF4-FFF2-40B4-BE49-F238E27FC236}">
                <a16:creationId xmlns:a16="http://schemas.microsoft.com/office/drawing/2014/main" id="{302786D8-1A7C-499C-8A3F-408BC7B59F9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6972" t="7530" r="8041" b="7105"/>
          <a:stretch/>
        </p:blipFill>
        <p:spPr>
          <a:xfrm>
            <a:off x="6347535" y="169606"/>
            <a:ext cx="4441794" cy="4461491"/>
          </a:xfrm>
          <a:prstGeom prst="rect">
            <a:avLst/>
          </a:prstGeom>
        </p:spPr>
      </p:pic>
      <p:sp>
        <p:nvSpPr>
          <p:cNvPr id="7" name="ZoneTexte 6">
            <a:extLst>
              <a:ext uri="{FF2B5EF4-FFF2-40B4-BE49-F238E27FC236}">
                <a16:creationId xmlns:a16="http://schemas.microsoft.com/office/drawing/2014/main" id="{1EA7F92A-9D58-4690-B3EF-10F0185C3FB4}"/>
              </a:ext>
            </a:extLst>
          </p:cNvPr>
          <p:cNvSpPr txBox="1"/>
          <p:nvPr/>
        </p:nvSpPr>
        <p:spPr>
          <a:xfrm>
            <a:off x="9427422" y="3255657"/>
            <a:ext cx="1673365" cy="461665"/>
          </a:xfrm>
          <a:prstGeom prst="rect">
            <a:avLst/>
          </a:prstGeom>
          <a:noFill/>
        </p:spPr>
        <p:txBody>
          <a:bodyPr wrap="square">
            <a:spAutoFit/>
          </a:bodyPr>
          <a:lstStyle/>
          <a:p>
            <a:pPr algn="ctr"/>
            <a:r>
              <a:rPr lang="en-US" sz="1200" dirty="0">
                <a:solidFill>
                  <a:schemeClr val="tx1"/>
                </a:solidFill>
              </a:rPr>
              <a:t>Community member experience</a:t>
            </a:r>
          </a:p>
        </p:txBody>
      </p:sp>
      <p:sp>
        <p:nvSpPr>
          <p:cNvPr id="8" name="ZoneTexte 7">
            <a:extLst>
              <a:ext uri="{FF2B5EF4-FFF2-40B4-BE49-F238E27FC236}">
                <a16:creationId xmlns:a16="http://schemas.microsoft.com/office/drawing/2014/main" id="{0FE66CF2-F2E9-453F-AE18-83D316ADA839}"/>
              </a:ext>
            </a:extLst>
          </p:cNvPr>
          <p:cNvSpPr txBox="1"/>
          <p:nvPr/>
        </p:nvSpPr>
        <p:spPr>
          <a:xfrm>
            <a:off x="6223248" y="3255658"/>
            <a:ext cx="1504690" cy="461665"/>
          </a:xfrm>
          <a:prstGeom prst="rect">
            <a:avLst/>
          </a:prstGeom>
          <a:noFill/>
        </p:spPr>
        <p:txBody>
          <a:bodyPr wrap="square">
            <a:spAutoFit/>
          </a:bodyPr>
          <a:lstStyle/>
          <a:p>
            <a:pPr algn="ctr"/>
            <a:r>
              <a:rPr lang="en-US" sz="1200" dirty="0">
                <a:solidFill>
                  <a:schemeClr val="tx1"/>
                </a:solidFill>
              </a:rPr>
              <a:t>Host organization daily experience</a:t>
            </a:r>
          </a:p>
        </p:txBody>
      </p:sp>
      <p:sp>
        <p:nvSpPr>
          <p:cNvPr id="9" name="ZoneTexte 8">
            <a:extLst>
              <a:ext uri="{FF2B5EF4-FFF2-40B4-BE49-F238E27FC236}">
                <a16:creationId xmlns:a16="http://schemas.microsoft.com/office/drawing/2014/main" id="{5CD16BB3-3F82-4555-9513-C77B4E71F292}"/>
              </a:ext>
            </a:extLst>
          </p:cNvPr>
          <p:cNvSpPr txBox="1"/>
          <p:nvPr/>
        </p:nvSpPr>
        <p:spPr>
          <a:xfrm>
            <a:off x="7406031" y="4631097"/>
            <a:ext cx="2324802" cy="646331"/>
          </a:xfrm>
          <a:prstGeom prst="rect">
            <a:avLst/>
          </a:prstGeom>
          <a:noFill/>
        </p:spPr>
        <p:txBody>
          <a:bodyPr wrap="square">
            <a:spAutoFit/>
          </a:bodyPr>
          <a:lstStyle/>
          <a:p>
            <a:pPr algn="ctr"/>
            <a:r>
              <a:rPr lang="en-US" sz="1200" dirty="0">
                <a:solidFill>
                  <a:schemeClr val="tx1"/>
                </a:solidFill>
              </a:rPr>
              <a:t>Common points between Community Experience and Host Organization experience</a:t>
            </a:r>
          </a:p>
        </p:txBody>
      </p:sp>
      <p:sp>
        <p:nvSpPr>
          <p:cNvPr id="3" name="Rectangle 2">
            <a:extLst>
              <a:ext uri="{FF2B5EF4-FFF2-40B4-BE49-F238E27FC236}">
                <a16:creationId xmlns:a16="http://schemas.microsoft.com/office/drawing/2014/main" id="{FDB2C196-3B4C-4C55-AE3D-7F80DCFA9BEE}"/>
              </a:ext>
            </a:extLst>
          </p:cNvPr>
          <p:cNvSpPr/>
          <p:nvPr/>
        </p:nvSpPr>
        <p:spPr>
          <a:xfrm>
            <a:off x="5705384" y="2012828"/>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Focus on delivery</a:t>
            </a:r>
          </a:p>
        </p:txBody>
      </p:sp>
      <p:sp>
        <p:nvSpPr>
          <p:cNvPr id="10" name="Rectangle 9">
            <a:extLst>
              <a:ext uri="{FF2B5EF4-FFF2-40B4-BE49-F238E27FC236}">
                <a16:creationId xmlns:a16="http://schemas.microsoft.com/office/drawing/2014/main" id="{156D46A9-7D39-4193-8897-BE1C78F26054}"/>
              </a:ext>
            </a:extLst>
          </p:cNvPr>
          <p:cNvSpPr/>
          <p:nvPr/>
        </p:nvSpPr>
        <p:spPr>
          <a:xfrm>
            <a:off x="9323943" y="2068355"/>
            <a:ext cx="901691" cy="54705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Focus on innovation</a:t>
            </a:r>
          </a:p>
        </p:txBody>
      </p:sp>
      <p:sp>
        <p:nvSpPr>
          <p:cNvPr id="11" name="Rectangle 10">
            <a:extLst>
              <a:ext uri="{FF2B5EF4-FFF2-40B4-BE49-F238E27FC236}">
                <a16:creationId xmlns:a16="http://schemas.microsoft.com/office/drawing/2014/main" id="{0F50BE30-DD34-417C-A694-8CD3A346BD96}"/>
              </a:ext>
            </a:extLst>
          </p:cNvPr>
          <p:cNvSpPr/>
          <p:nvPr/>
        </p:nvSpPr>
        <p:spPr>
          <a:xfrm>
            <a:off x="7168422" y="5328214"/>
            <a:ext cx="901691" cy="54705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Using Microsoft Teams</a:t>
            </a:r>
          </a:p>
        </p:txBody>
      </p:sp>
      <p:sp>
        <p:nvSpPr>
          <p:cNvPr id="12" name="Rectangle 11">
            <a:extLst>
              <a:ext uri="{FF2B5EF4-FFF2-40B4-BE49-F238E27FC236}">
                <a16:creationId xmlns:a16="http://schemas.microsoft.com/office/drawing/2014/main" id="{FFCDA98B-0811-4C87-BF81-EF464F0BCCD1}"/>
              </a:ext>
            </a:extLst>
          </p:cNvPr>
          <p:cNvSpPr/>
          <p:nvPr/>
        </p:nvSpPr>
        <p:spPr>
          <a:xfrm>
            <a:off x="6865399" y="2031693"/>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Most of time is spent with people with same skillsets</a:t>
            </a:r>
          </a:p>
        </p:txBody>
      </p:sp>
      <p:sp>
        <p:nvSpPr>
          <p:cNvPr id="13" name="Rectangle 12">
            <a:extLst>
              <a:ext uri="{FF2B5EF4-FFF2-40B4-BE49-F238E27FC236}">
                <a16:creationId xmlns:a16="http://schemas.microsoft.com/office/drawing/2014/main" id="{7224CEDB-8300-4E83-A903-13DD45992F06}"/>
              </a:ext>
            </a:extLst>
          </p:cNvPr>
          <p:cNvSpPr/>
          <p:nvPr/>
        </p:nvSpPr>
        <p:spPr>
          <a:xfrm>
            <a:off x="10335965" y="2071295"/>
            <a:ext cx="1178373"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Most of time is spent with people with different skillsets</a:t>
            </a:r>
          </a:p>
        </p:txBody>
      </p:sp>
      <p:sp>
        <p:nvSpPr>
          <p:cNvPr id="14" name="Rectangle 13">
            <a:extLst>
              <a:ext uri="{FF2B5EF4-FFF2-40B4-BE49-F238E27FC236}">
                <a16:creationId xmlns:a16="http://schemas.microsoft.com/office/drawing/2014/main" id="{4D052D77-04CC-457E-B197-BC4883211FB2}"/>
              </a:ext>
            </a:extLst>
          </p:cNvPr>
          <p:cNvSpPr/>
          <p:nvPr/>
        </p:nvSpPr>
        <p:spPr>
          <a:xfrm>
            <a:off x="6607947" y="1260648"/>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Most meetings are long format and with many participants</a:t>
            </a:r>
          </a:p>
        </p:txBody>
      </p:sp>
      <p:sp>
        <p:nvSpPr>
          <p:cNvPr id="15" name="Rectangle 14">
            <a:extLst>
              <a:ext uri="{FF2B5EF4-FFF2-40B4-BE49-F238E27FC236}">
                <a16:creationId xmlns:a16="http://schemas.microsoft.com/office/drawing/2014/main" id="{E0AC4616-BF58-404B-B61C-B62E6AB1CCCC}"/>
              </a:ext>
            </a:extLst>
          </p:cNvPr>
          <p:cNvSpPr/>
          <p:nvPr/>
        </p:nvSpPr>
        <p:spPr>
          <a:xfrm>
            <a:off x="9536575" y="1319763"/>
            <a:ext cx="1178373"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Most meetings are short format with few participants</a:t>
            </a:r>
          </a:p>
        </p:txBody>
      </p:sp>
      <p:sp>
        <p:nvSpPr>
          <p:cNvPr id="16" name="Rectangle 15">
            <a:extLst>
              <a:ext uri="{FF2B5EF4-FFF2-40B4-BE49-F238E27FC236}">
                <a16:creationId xmlns:a16="http://schemas.microsoft.com/office/drawing/2014/main" id="{EEF12FFC-1CFF-45EF-B000-FF91CA435F67}"/>
              </a:ext>
            </a:extLst>
          </p:cNvPr>
          <p:cNvSpPr/>
          <p:nvPr/>
        </p:nvSpPr>
        <p:spPr>
          <a:xfrm>
            <a:off x="8198231" y="5328213"/>
            <a:ext cx="901691" cy="54705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Same topics as Business</a:t>
            </a:r>
          </a:p>
        </p:txBody>
      </p:sp>
      <p:sp>
        <p:nvSpPr>
          <p:cNvPr id="17" name="Rectangle 16">
            <a:extLst>
              <a:ext uri="{FF2B5EF4-FFF2-40B4-BE49-F238E27FC236}">
                <a16:creationId xmlns:a16="http://schemas.microsoft.com/office/drawing/2014/main" id="{85E5B49E-36DB-4A4A-9295-E195EC1023A4}"/>
              </a:ext>
            </a:extLst>
          </p:cNvPr>
          <p:cNvSpPr/>
          <p:nvPr/>
        </p:nvSpPr>
        <p:spPr>
          <a:xfrm>
            <a:off x="9224071" y="5328212"/>
            <a:ext cx="901691" cy="54705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In English</a:t>
            </a:r>
          </a:p>
        </p:txBody>
      </p:sp>
      <p:sp>
        <p:nvSpPr>
          <p:cNvPr id="18" name="Rectangle 17">
            <a:extLst>
              <a:ext uri="{FF2B5EF4-FFF2-40B4-BE49-F238E27FC236}">
                <a16:creationId xmlns:a16="http://schemas.microsoft.com/office/drawing/2014/main" id="{43B69AA2-6209-4C6E-B091-1B7935B5C2BA}"/>
              </a:ext>
            </a:extLst>
          </p:cNvPr>
          <p:cNvSpPr/>
          <p:nvPr/>
        </p:nvSpPr>
        <p:spPr>
          <a:xfrm>
            <a:off x="7689713" y="5967995"/>
            <a:ext cx="901691" cy="54705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Decision makers are the same</a:t>
            </a:r>
          </a:p>
        </p:txBody>
      </p:sp>
      <p:sp>
        <p:nvSpPr>
          <p:cNvPr id="19" name="Rectangle 18">
            <a:extLst>
              <a:ext uri="{FF2B5EF4-FFF2-40B4-BE49-F238E27FC236}">
                <a16:creationId xmlns:a16="http://schemas.microsoft.com/office/drawing/2014/main" id="{29299F5F-0D82-45FB-97CF-A89A256DBCD2}"/>
              </a:ext>
            </a:extLst>
          </p:cNvPr>
          <p:cNvSpPr/>
          <p:nvPr/>
        </p:nvSpPr>
        <p:spPr>
          <a:xfrm>
            <a:off x="8707464" y="5967995"/>
            <a:ext cx="1033213" cy="54705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Very serious mood</a:t>
            </a:r>
          </a:p>
        </p:txBody>
      </p:sp>
      <p:sp>
        <p:nvSpPr>
          <p:cNvPr id="20" name="Titre 1">
            <a:extLst>
              <a:ext uri="{FF2B5EF4-FFF2-40B4-BE49-F238E27FC236}">
                <a16:creationId xmlns:a16="http://schemas.microsoft.com/office/drawing/2014/main" id="{A5D1CA77-A662-4EA7-A7A6-F518206B2CD1}"/>
              </a:ext>
            </a:extLst>
          </p:cNvPr>
          <p:cNvSpPr txBox="1">
            <a:spLocks/>
          </p:cNvSpPr>
          <p:nvPr/>
        </p:nvSpPr>
        <p:spPr>
          <a:xfrm>
            <a:off x="2650790" y="5361232"/>
            <a:ext cx="3702995" cy="115382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Example of experience design for an Innovation Community in a large company</a:t>
            </a:r>
          </a:p>
        </p:txBody>
      </p:sp>
    </p:spTree>
    <p:extLst>
      <p:ext uri="{BB962C8B-B14F-4D97-AF65-F5344CB8AC3E}">
        <p14:creationId xmlns:p14="http://schemas.microsoft.com/office/powerpoint/2010/main" val="41180350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9F9CEA-111B-46CA-92B5-8B7CE9D54702}"/>
              </a:ext>
            </a:extLst>
          </p:cNvPr>
          <p:cNvSpPr>
            <a:spLocks noGrp="1"/>
          </p:cNvSpPr>
          <p:nvPr>
            <p:ph type="title"/>
          </p:nvPr>
        </p:nvSpPr>
        <p:spPr/>
        <p:txBody>
          <a:bodyPr>
            <a:normAutofit/>
          </a:bodyPr>
          <a:lstStyle/>
          <a:p>
            <a:r>
              <a:rPr lang="en-US" sz="4400" dirty="0"/>
              <a:t>Why THIS ?</a:t>
            </a:r>
            <a:br>
              <a:rPr lang="en-US" sz="4400" dirty="0"/>
            </a:br>
            <a:r>
              <a:rPr lang="en-US" sz="4400" dirty="0"/>
              <a:t>Balance of breathing (classic version)</a:t>
            </a:r>
            <a:endParaRPr lang="en-US" dirty="0"/>
          </a:p>
        </p:txBody>
      </p:sp>
      <p:graphicFrame>
        <p:nvGraphicFramePr>
          <p:cNvPr id="4" name="Tableau 4">
            <a:extLst>
              <a:ext uri="{FF2B5EF4-FFF2-40B4-BE49-F238E27FC236}">
                <a16:creationId xmlns:a16="http://schemas.microsoft.com/office/drawing/2014/main" id="{3CCBA50E-CE70-4BAE-B841-81479971DA91}"/>
              </a:ext>
            </a:extLst>
          </p:cNvPr>
          <p:cNvGraphicFramePr>
            <a:graphicFrameLocks noGrp="1"/>
          </p:cNvGraphicFramePr>
          <p:nvPr>
            <p:ph idx="1"/>
            <p:extLst>
              <p:ext uri="{D42A27DB-BD31-4B8C-83A1-F6EECF244321}">
                <p14:modId xmlns:p14="http://schemas.microsoft.com/office/powerpoint/2010/main" val="1842944395"/>
              </p:ext>
            </p:extLst>
          </p:nvPr>
        </p:nvGraphicFramePr>
        <p:xfrm>
          <a:off x="654050" y="1927223"/>
          <a:ext cx="10883900" cy="4400563"/>
        </p:xfrm>
        <a:graphic>
          <a:graphicData uri="http://schemas.openxmlformats.org/drawingml/2006/table">
            <a:tbl>
              <a:tblPr firstRow="1" bandRow="1">
                <a:tableStyleId>{5C22544A-7EE6-4342-B048-85BDC9FD1C3A}</a:tableStyleId>
              </a:tblPr>
              <a:tblGrid>
                <a:gridCol w="5441950">
                  <a:extLst>
                    <a:ext uri="{9D8B030D-6E8A-4147-A177-3AD203B41FA5}">
                      <a16:colId xmlns:a16="http://schemas.microsoft.com/office/drawing/2014/main" val="1430108019"/>
                    </a:ext>
                  </a:extLst>
                </a:gridCol>
                <a:gridCol w="5441950">
                  <a:extLst>
                    <a:ext uri="{9D8B030D-6E8A-4147-A177-3AD203B41FA5}">
                      <a16:colId xmlns:a16="http://schemas.microsoft.com/office/drawing/2014/main" val="3015373069"/>
                    </a:ext>
                  </a:extLst>
                </a:gridCol>
              </a:tblGrid>
              <a:tr h="333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rPr>
                        <a:t>Host organization daily experience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rPr>
                        <a:t>(different from Community experience)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rPr>
                        <a:t>Community member experience (different from daily experience)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5284678"/>
                  </a:ext>
                </a:extLst>
              </a:tr>
              <a:tr h="1527186">
                <a:tc>
                  <a:txBody>
                    <a:bodyPr/>
                    <a:lstStyle/>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2443852"/>
                  </a:ext>
                </a:extLst>
              </a:tr>
              <a:tr h="52323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schemeClr val="bg1"/>
                          </a:solidFill>
                        </a:rPr>
                        <a:t>Common points between Community Experience and Host Organization experience</a:t>
                      </a:r>
                    </a:p>
                  </a:txBody>
                  <a:tcPr>
                    <a:lnT w="12700" cap="flat" cmpd="sng" algn="ctr">
                      <a:solidFill>
                        <a:schemeClr val="tx1"/>
                      </a:solidFill>
                      <a:prstDash val="solid"/>
                      <a:round/>
                      <a:headEnd type="none" w="med" len="med"/>
                      <a:tailEnd type="none" w="med" len="med"/>
                    </a:lnT>
                    <a:solidFill>
                      <a:srgbClr val="0683AA"/>
                    </a:solidFill>
                  </a:tcPr>
                </a:tc>
                <a:tc hMerge="1">
                  <a:txBody>
                    <a:bodyPr/>
                    <a:lstStyle/>
                    <a:p>
                      <a:endParaRPr lang="en-US" dirty="0"/>
                    </a:p>
                  </a:txBody>
                  <a:tcPr>
                    <a:solidFill>
                      <a:srgbClr val="0683AA"/>
                    </a:solidFill>
                  </a:tcPr>
                </a:tc>
                <a:extLst>
                  <a:ext uri="{0D108BD9-81ED-4DB2-BD59-A6C34878D82A}">
                    <a16:rowId xmlns:a16="http://schemas.microsoft.com/office/drawing/2014/main" val="3603062988"/>
                  </a:ext>
                </a:extLst>
              </a:tr>
              <a:tr h="1527186">
                <a:tc gridSpan="2">
                  <a:txBody>
                    <a:bodyPr/>
                    <a:lstStyle/>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txBody>
                  <a:tcPr/>
                </a:tc>
                <a:tc hMerge="1">
                  <a:txBody>
                    <a:bodyPr/>
                    <a:lstStyle/>
                    <a:p>
                      <a:endParaRPr lang="en-US" dirty="0"/>
                    </a:p>
                  </a:txBody>
                  <a:tcPr/>
                </a:tc>
                <a:extLst>
                  <a:ext uri="{0D108BD9-81ED-4DB2-BD59-A6C34878D82A}">
                    <a16:rowId xmlns:a16="http://schemas.microsoft.com/office/drawing/2014/main" val="2844400956"/>
                  </a:ext>
                </a:extLst>
              </a:tr>
            </a:tbl>
          </a:graphicData>
        </a:graphic>
      </p:graphicFrame>
    </p:spTree>
    <p:extLst>
      <p:ext uri="{BB962C8B-B14F-4D97-AF65-F5344CB8AC3E}">
        <p14:creationId xmlns:p14="http://schemas.microsoft.com/office/powerpoint/2010/main" val="9142780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Graphique 35" descr="Arbre avec racines avec un remplissage uni">
            <a:extLst>
              <a:ext uri="{FF2B5EF4-FFF2-40B4-BE49-F238E27FC236}">
                <a16:creationId xmlns:a16="http://schemas.microsoft.com/office/drawing/2014/main" id="{69E16617-9EFA-D7EC-B3CD-DB646B4529B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039"/>
          <a:stretch/>
        </p:blipFill>
        <p:spPr>
          <a:xfrm>
            <a:off x="7060892" y="2416731"/>
            <a:ext cx="4584208" cy="4399043"/>
          </a:xfrm>
          <a:prstGeom prst="rect">
            <a:avLst/>
          </a:prstGeom>
        </p:spPr>
      </p:pic>
      <p:sp>
        <p:nvSpPr>
          <p:cNvPr id="2" name="Titre 1">
            <a:extLst>
              <a:ext uri="{FF2B5EF4-FFF2-40B4-BE49-F238E27FC236}">
                <a16:creationId xmlns:a16="http://schemas.microsoft.com/office/drawing/2014/main" id="{E0A9F8A1-9178-4444-8BA7-D32DCBFAEF9E}"/>
              </a:ext>
            </a:extLst>
          </p:cNvPr>
          <p:cNvSpPr>
            <a:spLocks noGrp="1"/>
          </p:cNvSpPr>
          <p:nvPr>
            <p:ph type="title"/>
          </p:nvPr>
        </p:nvSpPr>
        <p:spPr/>
        <p:txBody>
          <a:bodyPr/>
          <a:lstStyle/>
          <a:p>
            <a:r>
              <a:rPr lang="en-US" dirty="0"/>
              <a:t>  </a:t>
            </a:r>
          </a:p>
        </p:txBody>
      </p:sp>
      <p:sp>
        <p:nvSpPr>
          <p:cNvPr id="3" name="Espace réservé du contenu 2">
            <a:extLst>
              <a:ext uri="{FF2B5EF4-FFF2-40B4-BE49-F238E27FC236}">
                <a16:creationId xmlns:a16="http://schemas.microsoft.com/office/drawing/2014/main" id="{175DA471-1BDF-493F-83FC-D98397D1EE4D}"/>
              </a:ext>
            </a:extLst>
          </p:cNvPr>
          <p:cNvSpPr>
            <a:spLocks noGrp="1"/>
          </p:cNvSpPr>
          <p:nvPr>
            <p:ph idx="1"/>
          </p:nvPr>
        </p:nvSpPr>
        <p:spPr>
          <a:xfrm>
            <a:off x="513795" y="1436594"/>
            <a:ext cx="5767895" cy="5412528"/>
          </a:xfrm>
        </p:spPr>
        <p:txBody>
          <a:bodyPr>
            <a:normAutofit fontScale="55000" lnSpcReduction="20000"/>
          </a:bodyPr>
          <a:lstStyle/>
          <a:p>
            <a:r>
              <a:rPr lang="en-US" dirty="0"/>
              <a:t>The outcomes and transformations of a Community </a:t>
            </a:r>
            <a:r>
              <a:rPr lang="en-US" b="1" dirty="0">
                <a:solidFill>
                  <a:srgbClr val="0683AA"/>
                </a:solidFill>
              </a:rPr>
              <a:t>cannot always be planned beforehand </a:t>
            </a:r>
            <a:r>
              <a:rPr lang="en-US" dirty="0"/>
              <a:t>at its founding. Communities can also have a </a:t>
            </a:r>
            <a:r>
              <a:rPr lang="en-US" b="1" dirty="0">
                <a:solidFill>
                  <a:srgbClr val="0683AA"/>
                </a:solidFill>
              </a:rPr>
              <a:t>heuristic approach </a:t>
            </a:r>
            <a:r>
              <a:rPr lang="en-US" dirty="0"/>
              <a:t>to value.</a:t>
            </a:r>
          </a:p>
          <a:p>
            <a:endParaRPr lang="en-US" dirty="0"/>
          </a:p>
          <a:p>
            <a:r>
              <a:rPr lang="en-US" dirty="0"/>
              <a:t>Sometimes, Community with unclear outcomes but a very strong motivation can lead to </a:t>
            </a:r>
            <a:r>
              <a:rPr lang="en-US" b="1" dirty="0">
                <a:solidFill>
                  <a:srgbClr val="ED7D31"/>
                </a:solidFill>
              </a:rPr>
              <a:t>serendipity, innovation and discovery </a:t>
            </a:r>
            <a:r>
              <a:rPr lang="en-US" dirty="0"/>
              <a:t>along the way, bringing new type of business value. </a:t>
            </a:r>
          </a:p>
          <a:p>
            <a:endParaRPr lang="en-US" dirty="0"/>
          </a:p>
          <a:p>
            <a:r>
              <a:rPr lang="en-US" dirty="0"/>
              <a:t>Like other “WHYS” sub-workshops, this workshop is meant to imagine </a:t>
            </a:r>
            <a:r>
              <a:rPr lang="en-US" b="1" dirty="0">
                <a:solidFill>
                  <a:srgbClr val="0683AA"/>
                </a:solidFill>
              </a:rPr>
              <a:t>the potential of the Community</a:t>
            </a:r>
            <a:r>
              <a:rPr lang="en-US" dirty="0"/>
              <a:t>. However, the information that is logged is not used afterwards, and is mostly motivational. It is especially used when starting business motivations are unclear, but members are really into the idea of launching.</a:t>
            </a:r>
          </a:p>
          <a:p>
            <a:endParaRPr lang="en-US" dirty="0"/>
          </a:p>
          <a:p>
            <a:r>
              <a:rPr lang="en-US" dirty="0"/>
              <a:t>This brainstorming helps build various narratives using </a:t>
            </a:r>
          </a:p>
          <a:p>
            <a:pPr lvl="1"/>
            <a:r>
              <a:rPr lang="en-US" b="1" dirty="0">
                <a:solidFill>
                  <a:srgbClr val="ED7D31"/>
                </a:solidFill>
              </a:rPr>
              <a:t>Motivations </a:t>
            </a:r>
            <a:r>
              <a:rPr lang="en-US" dirty="0">
                <a:solidFill>
                  <a:srgbClr val="ED7D31"/>
                </a:solidFill>
              </a:rPr>
              <a:t>: </a:t>
            </a:r>
            <a:r>
              <a:rPr lang="en-US" dirty="0"/>
              <a:t>Additional motivation of members from this point</a:t>
            </a:r>
          </a:p>
          <a:p>
            <a:pPr lvl="1"/>
            <a:r>
              <a:rPr lang="en-US" b="1" dirty="0"/>
              <a:t>Concretization</a:t>
            </a:r>
            <a:r>
              <a:rPr lang="en-US" dirty="0"/>
              <a:t> : An effective result of a motivation </a:t>
            </a:r>
          </a:p>
          <a:p>
            <a:pPr lvl="1"/>
            <a:r>
              <a:rPr lang="en-US" b="1" dirty="0">
                <a:solidFill>
                  <a:srgbClr val="0683AA"/>
                </a:solidFill>
              </a:rPr>
              <a:t>Positive consequence </a:t>
            </a:r>
            <a:r>
              <a:rPr lang="en-US" dirty="0"/>
              <a:t>: Impact on Business or on members from this point</a:t>
            </a:r>
          </a:p>
          <a:p>
            <a:pPr lvl="1"/>
            <a:endParaRPr lang="en-US" dirty="0"/>
          </a:p>
          <a:p>
            <a:r>
              <a:rPr lang="en-US" dirty="0"/>
              <a:t>Target narrative in the end of the </a:t>
            </a:r>
            <a:r>
              <a:rPr lang="en-US" dirty="0" err="1"/>
              <a:t>subworkshop</a:t>
            </a:r>
            <a:r>
              <a:rPr lang="en-US" dirty="0"/>
              <a:t> is for participants is for them to say : </a:t>
            </a:r>
            <a:r>
              <a:rPr lang="en-US" b="1" dirty="0">
                <a:solidFill>
                  <a:srgbClr val="ED7D31"/>
                </a:solidFill>
              </a:rPr>
              <a:t>“Why not ?”</a:t>
            </a:r>
            <a:r>
              <a:rPr lang="en-US" b="1" dirty="0"/>
              <a:t> </a:t>
            </a:r>
            <a:r>
              <a:rPr lang="en-US" dirty="0"/>
              <a:t>with a feeling of possibilities when asked if they should launch the Community</a:t>
            </a:r>
          </a:p>
          <a:p>
            <a:r>
              <a:rPr lang="en-US" dirty="0"/>
              <a:t>This sub-workshop is the most fun of all sub-workshop of Community WHYS.</a:t>
            </a:r>
          </a:p>
        </p:txBody>
      </p:sp>
      <p:sp>
        <p:nvSpPr>
          <p:cNvPr id="7" name="Rectangle 6">
            <a:extLst>
              <a:ext uri="{FF2B5EF4-FFF2-40B4-BE49-F238E27FC236}">
                <a16:creationId xmlns:a16="http://schemas.microsoft.com/office/drawing/2014/main" id="{8BBD3EE4-A57A-4AAE-954B-B34DFD9EA2E3}"/>
              </a:ext>
            </a:extLst>
          </p:cNvPr>
          <p:cNvSpPr/>
          <p:nvPr/>
        </p:nvSpPr>
        <p:spPr>
          <a:xfrm>
            <a:off x="8686430" y="604113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Root Motivation</a:t>
            </a:r>
          </a:p>
        </p:txBody>
      </p:sp>
      <p:sp>
        <p:nvSpPr>
          <p:cNvPr id="8" name="Rectangle 7">
            <a:extLst>
              <a:ext uri="{FF2B5EF4-FFF2-40B4-BE49-F238E27FC236}">
                <a16:creationId xmlns:a16="http://schemas.microsoft.com/office/drawing/2014/main" id="{C4AD232C-B7A0-4EE8-A68D-AE49854B1C5F}"/>
              </a:ext>
            </a:extLst>
          </p:cNvPr>
          <p:cNvSpPr/>
          <p:nvPr/>
        </p:nvSpPr>
        <p:spPr>
          <a:xfrm>
            <a:off x="7576723" y="532267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Concretization</a:t>
            </a:r>
          </a:p>
        </p:txBody>
      </p:sp>
      <p:sp>
        <p:nvSpPr>
          <p:cNvPr id="9" name="Rectangle 8">
            <a:extLst>
              <a:ext uri="{FF2B5EF4-FFF2-40B4-BE49-F238E27FC236}">
                <a16:creationId xmlns:a16="http://schemas.microsoft.com/office/drawing/2014/main" id="{78E9E3B0-B347-49E8-87F1-4CB5C2EFB561}"/>
              </a:ext>
            </a:extLst>
          </p:cNvPr>
          <p:cNvSpPr/>
          <p:nvPr/>
        </p:nvSpPr>
        <p:spPr>
          <a:xfrm>
            <a:off x="8840957" y="4255411"/>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Positive Consequence</a:t>
            </a:r>
          </a:p>
        </p:txBody>
      </p:sp>
      <p:sp>
        <p:nvSpPr>
          <p:cNvPr id="10" name="Rectangle 9">
            <a:extLst>
              <a:ext uri="{FF2B5EF4-FFF2-40B4-BE49-F238E27FC236}">
                <a16:creationId xmlns:a16="http://schemas.microsoft.com/office/drawing/2014/main" id="{78B8CD5E-B9CB-494F-B964-6B0FEE9E7AC6}"/>
              </a:ext>
            </a:extLst>
          </p:cNvPr>
          <p:cNvSpPr/>
          <p:nvPr/>
        </p:nvSpPr>
        <p:spPr>
          <a:xfrm>
            <a:off x="9103684" y="3585812"/>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Motivation</a:t>
            </a:r>
          </a:p>
        </p:txBody>
      </p:sp>
      <p:sp>
        <p:nvSpPr>
          <p:cNvPr id="12" name="Rectangle 11">
            <a:extLst>
              <a:ext uri="{FF2B5EF4-FFF2-40B4-BE49-F238E27FC236}">
                <a16:creationId xmlns:a16="http://schemas.microsoft.com/office/drawing/2014/main" id="{E2453913-7934-46BD-8B4B-808BE69D022B}"/>
              </a:ext>
            </a:extLst>
          </p:cNvPr>
          <p:cNvSpPr/>
          <p:nvPr/>
        </p:nvSpPr>
        <p:spPr>
          <a:xfrm>
            <a:off x="8995485" y="4898509"/>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Concretization</a:t>
            </a:r>
          </a:p>
        </p:txBody>
      </p:sp>
      <p:sp>
        <p:nvSpPr>
          <p:cNvPr id="13" name="Rectangle 12">
            <a:extLst>
              <a:ext uri="{FF2B5EF4-FFF2-40B4-BE49-F238E27FC236}">
                <a16:creationId xmlns:a16="http://schemas.microsoft.com/office/drawing/2014/main" id="{DF863E33-35DE-48A1-8061-866DF2A58EE4}"/>
              </a:ext>
            </a:extLst>
          </p:cNvPr>
          <p:cNvSpPr/>
          <p:nvPr/>
        </p:nvSpPr>
        <p:spPr>
          <a:xfrm>
            <a:off x="10354694" y="543415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Concretization</a:t>
            </a:r>
          </a:p>
        </p:txBody>
      </p:sp>
      <p:sp>
        <p:nvSpPr>
          <p:cNvPr id="14" name="Rectangle 13">
            <a:extLst>
              <a:ext uri="{FF2B5EF4-FFF2-40B4-BE49-F238E27FC236}">
                <a16:creationId xmlns:a16="http://schemas.microsoft.com/office/drawing/2014/main" id="{0DC7688F-4500-40DC-973F-FB8D489404DB}"/>
              </a:ext>
            </a:extLst>
          </p:cNvPr>
          <p:cNvSpPr/>
          <p:nvPr/>
        </p:nvSpPr>
        <p:spPr>
          <a:xfrm>
            <a:off x="10077075" y="288412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Concretization</a:t>
            </a:r>
          </a:p>
        </p:txBody>
      </p:sp>
      <p:sp>
        <p:nvSpPr>
          <p:cNvPr id="15" name="Rectangle 14">
            <a:extLst>
              <a:ext uri="{FF2B5EF4-FFF2-40B4-BE49-F238E27FC236}">
                <a16:creationId xmlns:a16="http://schemas.microsoft.com/office/drawing/2014/main" id="{C830FD39-8721-4708-A014-2FD97F26EDFD}"/>
              </a:ext>
            </a:extLst>
          </p:cNvPr>
          <p:cNvSpPr/>
          <p:nvPr/>
        </p:nvSpPr>
        <p:spPr>
          <a:xfrm>
            <a:off x="10186758" y="2235049"/>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Motivation</a:t>
            </a:r>
          </a:p>
        </p:txBody>
      </p:sp>
      <p:sp>
        <p:nvSpPr>
          <p:cNvPr id="20" name="Rectangle 19">
            <a:extLst>
              <a:ext uri="{FF2B5EF4-FFF2-40B4-BE49-F238E27FC236}">
                <a16:creationId xmlns:a16="http://schemas.microsoft.com/office/drawing/2014/main" id="{26408BAC-151A-4937-8139-07370AEB2B17}"/>
              </a:ext>
            </a:extLst>
          </p:cNvPr>
          <p:cNvSpPr/>
          <p:nvPr/>
        </p:nvSpPr>
        <p:spPr>
          <a:xfrm>
            <a:off x="8532365" y="291343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Concretization</a:t>
            </a:r>
          </a:p>
        </p:txBody>
      </p:sp>
      <p:sp>
        <p:nvSpPr>
          <p:cNvPr id="21" name="Rectangle 20">
            <a:extLst>
              <a:ext uri="{FF2B5EF4-FFF2-40B4-BE49-F238E27FC236}">
                <a16:creationId xmlns:a16="http://schemas.microsoft.com/office/drawing/2014/main" id="{7E9AE98B-7633-42CE-A257-E818C048CA39}"/>
              </a:ext>
            </a:extLst>
          </p:cNvPr>
          <p:cNvSpPr/>
          <p:nvPr/>
        </p:nvSpPr>
        <p:spPr>
          <a:xfrm>
            <a:off x="7549346" y="234968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Positive Consequence</a:t>
            </a:r>
          </a:p>
        </p:txBody>
      </p:sp>
      <p:sp>
        <p:nvSpPr>
          <p:cNvPr id="22" name="Rectangle 21">
            <a:extLst>
              <a:ext uri="{FF2B5EF4-FFF2-40B4-BE49-F238E27FC236}">
                <a16:creationId xmlns:a16="http://schemas.microsoft.com/office/drawing/2014/main" id="{36A1ECE8-8195-4A03-AD66-226F04A71916}"/>
              </a:ext>
            </a:extLst>
          </p:cNvPr>
          <p:cNvSpPr/>
          <p:nvPr/>
        </p:nvSpPr>
        <p:spPr>
          <a:xfrm>
            <a:off x="6993202" y="1730083"/>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Positive Consequence</a:t>
            </a:r>
          </a:p>
        </p:txBody>
      </p:sp>
      <p:sp>
        <p:nvSpPr>
          <p:cNvPr id="23" name="Rectangle 22">
            <a:extLst>
              <a:ext uri="{FF2B5EF4-FFF2-40B4-BE49-F238E27FC236}">
                <a16:creationId xmlns:a16="http://schemas.microsoft.com/office/drawing/2014/main" id="{FF7A1404-6DD8-43DE-B941-FEE5C6190112}"/>
              </a:ext>
            </a:extLst>
          </p:cNvPr>
          <p:cNvSpPr/>
          <p:nvPr/>
        </p:nvSpPr>
        <p:spPr>
          <a:xfrm>
            <a:off x="6900539" y="986484"/>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Motivation</a:t>
            </a:r>
          </a:p>
        </p:txBody>
      </p:sp>
      <p:sp>
        <p:nvSpPr>
          <p:cNvPr id="25" name="Rectangle 24">
            <a:extLst>
              <a:ext uri="{FF2B5EF4-FFF2-40B4-BE49-F238E27FC236}">
                <a16:creationId xmlns:a16="http://schemas.microsoft.com/office/drawing/2014/main" id="{7B686E76-2AF2-4BD3-A649-D17B01A6FA4A}"/>
              </a:ext>
            </a:extLst>
          </p:cNvPr>
          <p:cNvSpPr/>
          <p:nvPr/>
        </p:nvSpPr>
        <p:spPr>
          <a:xfrm>
            <a:off x="10938215" y="4665724"/>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Positive Consequence</a:t>
            </a:r>
          </a:p>
        </p:txBody>
      </p:sp>
      <p:cxnSp>
        <p:nvCxnSpPr>
          <p:cNvPr id="27" name="Connecteur droit avec flèche 26">
            <a:extLst>
              <a:ext uri="{FF2B5EF4-FFF2-40B4-BE49-F238E27FC236}">
                <a16:creationId xmlns:a16="http://schemas.microsoft.com/office/drawing/2014/main" id="{33D85ABA-102A-450E-8B61-BCB4F34CB347}"/>
              </a:ext>
            </a:extLst>
          </p:cNvPr>
          <p:cNvCxnSpPr>
            <a:cxnSpLocks/>
            <a:endCxn id="9" idx="2"/>
          </p:cNvCxnSpPr>
          <p:nvPr/>
        </p:nvCxnSpPr>
        <p:spPr>
          <a:xfrm flipH="1" flipV="1">
            <a:off x="9424478" y="4720981"/>
            <a:ext cx="85452" cy="2005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A7E3A03A-A26D-4BD8-9E96-37A495EB6B7F}"/>
              </a:ext>
            </a:extLst>
          </p:cNvPr>
          <p:cNvCxnSpPr>
            <a:cxnSpLocks/>
            <a:stCxn id="7" idx="0"/>
          </p:cNvCxnSpPr>
          <p:nvPr/>
        </p:nvCxnSpPr>
        <p:spPr>
          <a:xfrm flipH="1" flipV="1">
            <a:off x="8224420" y="5814414"/>
            <a:ext cx="1045531" cy="2267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C8F6108F-CEC8-4441-8475-51EC07DD415D}"/>
              </a:ext>
            </a:extLst>
          </p:cNvPr>
          <p:cNvCxnSpPr>
            <a:cxnSpLocks/>
            <a:stCxn id="7" idx="0"/>
            <a:endCxn id="12" idx="2"/>
          </p:cNvCxnSpPr>
          <p:nvPr/>
        </p:nvCxnSpPr>
        <p:spPr>
          <a:xfrm flipV="1">
            <a:off x="9269951" y="5364079"/>
            <a:ext cx="309055" cy="67705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E1C177F0-B382-49B0-8C49-EF1D99BD7F41}"/>
              </a:ext>
            </a:extLst>
          </p:cNvPr>
          <p:cNvCxnSpPr>
            <a:cxnSpLocks/>
            <a:stCxn id="7" idx="0"/>
            <a:endCxn id="13" idx="1"/>
          </p:cNvCxnSpPr>
          <p:nvPr/>
        </p:nvCxnSpPr>
        <p:spPr>
          <a:xfrm flipV="1">
            <a:off x="9269951" y="5666937"/>
            <a:ext cx="1084743" cy="3741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C71743C9-1C13-4545-B64B-E2B7FFB1DBC8}"/>
              </a:ext>
            </a:extLst>
          </p:cNvPr>
          <p:cNvCxnSpPr>
            <a:cxnSpLocks/>
            <a:stCxn id="13" idx="0"/>
            <a:endCxn id="25" idx="2"/>
          </p:cNvCxnSpPr>
          <p:nvPr/>
        </p:nvCxnSpPr>
        <p:spPr>
          <a:xfrm flipV="1">
            <a:off x="10938215" y="5131294"/>
            <a:ext cx="583521" cy="3028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0642B801-FA5B-41CA-8028-CCD50B5FCF61}"/>
              </a:ext>
            </a:extLst>
          </p:cNvPr>
          <p:cNvCxnSpPr>
            <a:cxnSpLocks/>
            <a:stCxn id="9" idx="0"/>
            <a:endCxn id="10" idx="2"/>
          </p:cNvCxnSpPr>
          <p:nvPr/>
        </p:nvCxnSpPr>
        <p:spPr>
          <a:xfrm flipV="1">
            <a:off x="9424478" y="4051382"/>
            <a:ext cx="262727" cy="204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BA50A2F4-EAF1-47CD-88EB-4B215BD488F5}"/>
              </a:ext>
            </a:extLst>
          </p:cNvPr>
          <p:cNvCxnSpPr>
            <a:cxnSpLocks/>
            <a:stCxn id="10" idx="0"/>
            <a:endCxn id="14" idx="2"/>
          </p:cNvCxnSpPr>
          <p:nvPr/>
        </p:nvCxnSpPr>
        <p:spPr>
          <a:xfrm flipV="1">
            <a:off x="9687205" y="3349692"/>
            <a:ext cx="973391" cy="2361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038C3B39-285C-4E36-8BBD-2A2E60F7C292}"/>
              </a:ext>
            </a:extLst>
          </p:cNvPr>
          <p:cNvCxnSpPr>
            <a:cxnSpLocks/>
            <a:stCxn id="14" idx="0"/>
            <a:endCxn id="15" idx="2"/>
          </p:cNvCxnSpPr>
          <p:nvPr/>
        </p:nvCxnSpPr>
        <p:spPr>
          <a:xfrm flipV="1">
            <a:off x="10660596" y="2700619"/>
            <a:ext cx="109683" cy="18350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6F65F524-39BF-4DFC-8D78-CDE06B322583}"/>
              </a:ext>
            </a:extLst>
          </p:cNvPr>
          <p:cNvCxnSpPr>
            <a:cxnSpLocks/>
            <a:stCxn id="15" idx="0"/>
            <a:endCxn id="82" idx="2"/>
          </p:cNvCxnSpPr>
          <p:nvPr/>
        </p:nvCxnSpPr>
        <p:spPr>
          <a:xfrm flipV="1">
            <a:off x="10770279" y="2020186"/>
            <a:ext cx="215422" cy="2148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4" name="Titre 1">
            <a:extLst>
              <a:ext uri="{FF2B5EF4-FFF2-40B4-BE49-F238E27FC236}">
                <a16:creationId xmlns:a16="http://schemas.microsoft.com/office/drawing/2014/main" id="{3A5C2EB8-77CE-47CC-A392-E0B0C6D07634}"/>
              </a:ext>
            </a:extLst>
          </p:cNvPr>
          <p:cNvSpPr txBox="1">
            <a:spLocks/>
          </p:cNvSpPr>
          <p:nvPr/>
        </p:nvSpPr>
        <p:spPr>
          <a:xfrm>
            <a:off x="838200" y="365125"/>
            <a:ext cx="10515600" cy="5835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Why NOT trying ?</a:t>
            </a:r>
            <a:br>
              <a:rPr lang="en-US" sz="3200" dirty="0"/>
            </a:br>
            <a:r>
              <a:rPr lang="en-US" sz="3200" dirty="0"/>
              <a:t>Tree of Serendipity</a:t>
            </a:r>
          </a:p>
        </p:txBody>
      </p:sp>
      <p:cxnSp>
        <p:nvCxnSpPr>
          <p:cNvPr id="55" name="Connecteur droit avec flèche 54">
            <a:extLst>
              <a:ext uri="{FF2B5EF4-FFF2-40B4-BE49-F238E27FC236}">
                <a16:creationId xmlns:a16="http://schemas.microsoft.com/office/drawing/2014/main" id="{18DCCA77-3293-46CF-AB97-A0D2EF2AA15A}"/>
              </a:ext>
            </a:extLst>
          </p:cNvPr>
          <p:cNvCxnSpPr>
            <a:cxnSpLocks/>
            <a:stCxn id="10" idx="0"/>
            <a:endCxn id="20" idx="2"/>
          </p:cNvCxnSpPr>
          <p:nvPr/>
        </p:nvCxnSpPr>
        <p:spPr>
          <a:xfrm flipH="1" flipV="1">
            <a:off x="9115886" y="3379002"/>
            <a:ext cx="571319" cy="2068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E145D4DD-F79E-41A1-BE66-EA7886340BD6}"/>
              </a:ext>
            </a:extLst>
          </p:cNvPr>
          <p:cNvCxnSpPr>
            <a:cxnSpLocks/>
            <a:stCxn id="20" idx="0"/>
            <a:endCxn id="21" idx="2"/>
          </p:cNvCxnSpPr>
          <p:nvPr/>
        </p:nvCxnSpPr>
        <p:spPr>
          <a:xfrm flipH="1" flipV="1">
            <a:off x="8132867" y="2815255"/>
            <a:ext cx="983019" cy="981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7B99EFB2-9C75-45E4-8F38-6320C6BD11F4}"/>
              </a:ext>
            </a:extLst>
          </p:cNvPr>
          <p:cNvCxnSpPr>
            <a:cxnSpLocks/>
            <a:stCxn id="21" idx="0"/>
            <a:endCxn id="22" idx="2"/>
          </p:cNvCxnSpPr>
          <p:nvPr/>
        </p:nvCxnSpPr>
        <p:spPr>
          <a:xfrm flipH="1" flipV="1">
            <a:off x="7576723" y="2195653"/>
            <a:ext cx="556144" cy="1540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2A590FD0-0FF6-4CC3-933A-6E95783E2224}"/>
              </a:ext>
            </a:extLst>
          </p:cNvPr>
          <p:cNvCxnSpPr>
            <a:cxnSpLocks/>
            <a:stCxn id="22" idx="0"/>
            <a:endCxn id="23" idx="2"/>
          </p:cNvCxnSpPr>
          <p:nvPr/>
        </p:nvCxnSpPr>
        <p:spPr>
          <a:xfrm flipH="1" flipV="1">
            <a:off x="7484060" y="1452054"/>
            <a:ext cx="92663" cy="278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9D43EC3D-3287-4D7D-8D69-BDA79A92F59A}"/>
              </a:ext>
            </a:extLst>
          </p:cNvPr>
          <p:cNvSpPr/>
          <p:nvPr/>
        </p:nvSpPr>
        <p:spPr>
          <a:xfrm>
            <a:off x="8840957" y="207634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Positive Consequence</a:t>
            </a:r>
          </a:p>
        </p:txBody>
      </p:sp>
      <p:cxnSp>
        <p:nvCxnSpPr>
          <p:cNvPr id="69" name="Connecteur droit avec flèche 68">
            <a:extLst>
              <a:ext uri="{FF2B5EF4-FFF2-40B4-BE49-F238E27FC236}">
                <a16:creationId xmlns:a16="http://schemas.microsoft.com/office/drawing/2014/main" id="{424AA819-A39B-4455-8714-B1E0BD96D471}"/>
              </a:ext>
            </a:extLst>
          </p:cNvPr>
          <p:cNvCxnSpPr>
            <a:cxnSpLocks/>
            <a:stCxn id="20" idx="0"/>
            <a:endCxn id="68" idx="2"/>
          </p:cNvCxnSpPr>
          <p:nvPr/>
        </p:nvCxnSpPr>
        <p:spPr>
          <a:xfrm flipV="1">
            <a:off x="9115886" y="2541915"/>
            <a:ext cx="308592" cy="3715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0FDD4B90-B669-42E2-90CF-2EEBF116A170}"/>
              </a:ext>
            </a:extLst>
          </p:cNvPr>
          <p:cNvSpPr/>
          <p:nvPr/>
        </p:nvSpPr>
        <p:spPr>
          <a:xfrm>
            <a:off x="7517445" y="358442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Motivation</a:t>
            </a:r>
          </a:p>
        </p:txBody>
      </p:sp>
      <p:cxnSp>
        <p:nvCxnSpPr>
          <p:cNvPr id="76" name="Connecteur droit avec flèche 75">
            <a:extLst>
              <a:ext uri="{FF2B5EF4-FFF2-40B4-BE49-F238E27FC236}">
                <a16:creationId xmlns:a16="http://schemas.microsoft.com/office/drawing/2014/main" id="{24338649-8076-4BFC-AA63-FA414A60B5DA}"/>
              </a:ext>
            </a:extLst>
          </p:cNvPr>
          <p:cNvCxnSpPr>
            <a:cxnSpLocks/>
            <a:stCxn id="9" idx="0"/>
            <a:endCxn id="74" idx="2"/>
          </p:cNvCxnSpPr>
          <p:nvPr/>
        </p:nvCxnSpPr>
        <p:spPr>
          <a:xfrm flipH="1" flipV="1">
            <a:off x="8100966" y="4049991"/>
            <a:ext cx="1323512" cy="2054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8D3286E4-41F7-460E-97AA-0FCE0C32F972}"/>
              </a:ext>
            </a:extLst>
          </p:cNvPr>
          <p:cNvSpPr/>
          <p:nvPr/>
        </p:nvSpPr>
        <p:spPr>
          <a:xfrm>
            <a:off x="10402180" y="1554616"/>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Concretization</a:t>
            </a:r>
          </a:p>
        </p:txBody>
      </p:sp>
    </p:spTree>
    <p:extLst>
      <p:ext uri="{BB962C8B-B14F-4D97-AF65-F5344CB8AC3E}">
        <p14:creationId xmlns:p14="http://schemas.microsoft.com/office/powerpoint/2010/main" val="2892739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Graphique 41" descr="Arbre avec racines avec un remplissage uni">
            <a:extLst>
              <a:ext uri="{FF2B5EF4-FFF2-40B4-BE49-F238E27FC236}">
                <a16:creationId xmlns:a16="http://schemas.microsoft.com/office/drawing/2014/main" id="{9162E4C3-BA34-EAFF-8FB3-C105D89192CE}"/>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4039"/>
          <a:stretch/>
        </p:blipFill>
        <p:spPr>
          <a:xfrm>
            <a:off x="7060892" y="2416731"/>
            <a:ext cx="4584208" cy="4399043"/>
          </a:xfrm>
          <a:prstGeom prst="rect">
            <a:avLst/>
          </a:prstGeom>
        </p:spPr>
      </p:pic>
      <p:sp>
        <p:nvSpPr>
          <p:cNvPr id="2" name="Titre 1">
            <a:extLst>
              <a:ext uri="{FF2B5EF4-FFF2-40B4-BE49-F238E27FC236}">
                <a16:creationId xmlns:a16="http://schemas.microsoft.com/office/drawing/2014/main" id="{E0A9F8A1-9178-4444-8BA7-D32DCBFAEF9E}"/>
              </a:ext>
            </a:extLst>
          </p:cNvPr>
          <p:cNvSpPr>
            <a:spLocks noGrp="1"/>
          </p:cNvSpPr>
          <p:nvPr>
            <p:ph type="title"/>
          </p:nvPr>
        </p:nvSpPr>
        <p:spPr/>
        <p:txBody>
          <a:bodyPr/>
          <a:lstStyle/>
          <a:p>
            <a:r>
              <a:rPr lang="en-US" dirty="0"/>
              <a:t>  </a:t>
            </a:r>
          </a:p>
        </p:txBody>
      </p:sp>
      <p:sp>
        <p:nvSpPr>
          <p:cNvPr id="7" name="Rectangle 6">
            <a:extLst>
              <a:ext uri="{FF2B5EF4-FFF2-40B4-BE49-F238E27FC236}">
                <a16:creationId xmlns:a16="http://schemas.microsoft.com/office/drawing/2014/main" id="{8BBD3EE4-A57A-4AAE-954B-B34DFD9EA2E3}"/>
              </a:ext>
            </a:extLst>
          </p:cNvPr>
          <p:cNvSpPr/>
          <p:nvPr/>
        </p:nvSpPr>
        <p:spPr>
          <a:xfrm>
            <a:off x="8686430" y="604113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Root Motivation</a:t>
            </a:r>
          </a:p>
        </p:txBody>
      </p:sp>
      <p:sp>
        <p:nvSpPr>
          <p:cNvPr id="8" name="Rectangle 7">
            <a:extLst>
              <a:ext uri="{FF2B5EF4-FFF2-40B4-BE49-F238E27FC236}">
                <a16:creationId xmlns:a16="http://schemas.microsoft.com/office/drawing/2014/main" id="{C4AD232C-B7A0-4EE8-A68D-AE49854B1C5F}"/>
              </a:ext>
            </a:extLst>
          </p:cNvPr>
          <p:cNvSpPr/>
          <p:nvPr/>
        </p:nvSpPr>
        <p:spPr>
          <a:xfrm>
            <a:off x="7576723" y="532267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Concretization</a:t>
            </a:r>
          </a:p>
        </p:txBody>
      </p:sp>
      <p:sp>
        <p:nvSpPr>
          <p:cNvPr id="9" name="Rectangle 8">
            <a:extLst>
              <a:ext uri="{FF2B5EF4-FFF2-40B4-BE49-F238E27FC236}">
                <a16:creationId xmlns:a16="http://schemas.microsoft.com/office/drawing/2014/main" id="{78E9E3B0-B347-49E8-87F1-4CB5C2EFB561}"/>
              </a:ext>
            </a:extLst>
          </p:cNvPr>
          <p:cNvSpPr/>
          <p:nvPr/>
        </p:nvSpPr>
        <p:spPr>
          <a:xfrm>
            <a:off x="8840957" y="4255411"/>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Positive Consequence</a:t>
            </a:r>
          </a:p>
        </p:txBody>
      </p:sp>
      <p:sp>
        <p:nvSpPr>
          <p:cNvPr id="10" name="Rectangle 9">
            <a:extLst>
              <a:ext uri="{FF2B5EF4-FFF2-40B4-BE49-F238E27FC236}">
                <a16:creationId xmlns:a16="http://schemas.microsoft.com/office/drawing/2014/main" id="{78B8CD5E-B9CB-494F-B964-6B0FEE9E7AC6}"/>
              </a:ext>
            </a:extLst>
          </p:cNvPr>
          <p:cNvSpPr/>
          <p:nvPr/>
        </p:nvSpPr>
        <p:spPr>
          <a:xfrm>
            <a:off x="9103684" y="3585812"/>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Motivation</a:t>
            </a:r>
          </a:p>
        </p:txBody>
      </p:sp>
      <p:sp>
        <p:nvSpPr>
          <p:cNvPr id="12" name="Rectangle 11">
            <a:extLst>
              <a:ext uri="{FF2B5EF4-FFF2-40B4-BE49-F238E27FC236}">
                <a16:creationId xmlns:a16="http://schemas.microsoft.com/office/drawing/2014/main" id="{E2453913-7934-46BD-8B4B-808BE69D022B}"/>
              </a:ext>
            </a:extLst>
          </p:cNvPr>
          <p:cNvSpPr/>
          <p:nvPr/>
        </p:nvSpPr>
        <p:spPr>
          <a:xfrm>
            <a:off x="8995485" y="4898509"/>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Concretization</a:t>
            </a:r>
          </a:p>
        </p:txBody>
      </p:sp>
      <p:sp>
        <p:nvSpPr>
          <p:cNvPr id="13" name="Rectangle 12">
            <a:extLst>
              <a:ext uri="{FF2B5EF4-FFF2-40B4-BE49-F238E27FC236}">
                <a16:creationId xmlns:a16="http://schemas.microsoft.com/office/drawing/2014/main" id="{DF863E33-35DE-48A1-8061-866DF2A58EE4}"/>
              </a:ext>
            </a:extLst>
          </p:cNvPr>
          <p:cNvSpPr/>
          <p:nvPr/>
        </p:nvSpPr>
        <p:spPr>
          <a:xfrm>
            <a:off x="10354694" y="543415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Concretization</a:t>
            </a:r>
          </a:p>
        </p:txBody>
      </p:sp>
      <p:sp>
        <p:nvSpPr>
          <p:cNvPr id="14" name="Rectangle 13">
            <a:extLst>
              <a:ext uri="{FF2B5EF4-FFF2-40B4-BE49-F238E27FC236}">
                <a16:creationId xmlns:a16="http://schemas.microsoft.com/office/drawing/2014/main" id="{0DC7688F-4500-40DC-973F-FB8D489404DB}"/>
              </a:ext>
            </a:extLst>
          </p:cNvPr>
          <p:cNvSpPr/>
          <p:nvPr/>
        </p:nvSpPr>
        <p:spPr>
          <a:xfrm>
            <a:off x="10077075" y="288412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Concretization</a:t>
            </a:r>
          </a:p>
        </p:txBody>
      </p:sp>
      <p:sp>
        <p:nvSpPr>
          <p:cNvPr id="15" name="Rectangle 14">
            <a:extLst>
              <a:ext uri="{FF2B5EF4-FFF2-40B4-BE49-F238E27FC236}">
                <a16:creationId xmlns:a16="http://schemas.microsoft.com/office/drawing/2014/main" id="{C830FD39-8721-4708-A014-2FD97F26EDFD}"/>
              </a:ext>
            </a:extLst>
          </p:cNvPr>
          <p:cNvSpPr/>
          <p:nvPr/>
        </p:nvSpPr>
        <p:spPr>
          <a:xfrm>
            <a:off x="10186758" y="2235049"/>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Motivation</a:t>
            </a:r>
          </a:p>
        </p:txBody>
      </p:sp>
      <p:sp>
        <p:nvSpPr>
          <p:cNvPr id="20" name="Rectangle 19">
            <a:extLst>
              <a:ext uri="{FF2B5EF4-FFF2-40B4-BE49-F238E27FC236}">
                <a16:creationId xmlns:a16="http://schemas.microsoft.com/office/drawing/2014/main" id="{26408BAC-151A-4937-8139-07370AEB2B17}"/>
              </a:ext>
            </a:extLst>
          </p:cNvPr>
          <p:cNvSpPr/>
          <p:nvPr/>
        </p:nvSpPr>
        <p:spPr>
          <a:xfrm>
            <a:off x="8532365" y="291343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Concretization</a:t>
            </a:r>
          </a:p>
        </p:txBody>
      </p:sp>
      <p:sp>
        <p:nvSpPr>
          <p:cNvPr id="21" name="Rectangle 20">
            <a:extLst>
              <a:ext uri="{FF2B5EF4-FFF2-40B4-BE49-F238E27FC236}">
                <a16:creationId xmlns:a16="http://schemas.microsoft.com/office/drawing/2014/main" id="{7E9AE98B-7633-42CE-A257-E818C048CA39}"/>
              </a:ext>
            </a:extLst>
          </p:cNvPr>
          <p:cNvSpPr/>
          <p:nvPr/>
        </p:nvSpPr>
        <p:spPr>
          <a:xfrm>
            <a:off x="7549346" y="234968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Positive Consequence</a:t>
            </a:r>
          </a:p>
        </p:txBody>
      </p:sp>
      <p:sp>
        <p:nvSpPr>
          <p:cNvPr id="22" name="Rectangle 21">
            <a:extLst>
              <a:ext uri="{FF2B5EF4-FFF2-40B4-BE49-F238E27FC236}">
                <a16:creationId xmlns:a16="http://schemas.microsoft.com/office/drawing/2014/main" id="{36A1ECE8-8195-4A03-AD66-226F04A71916}"/>
              </a:ext>
            </a:extLst>
          </p:cNvPr>
          <p:cNvSpPr/>
          <p:nvPr/>
        </p:nvSpPr>
        <p:spPr>
          <a:xfrm>
            <a:off x="6993202" y="1730083"/>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Positive Consequence</a:t>
            </a:r>
          </a:p>
        </p:txBody>
      </p:sp>
      <p:sp>
        <p:nvSpPr>
          <p:cNvPr id="23" name="Rectangle 22">
            <a:extLst>
              <a:ext uri="{FF2B5EF4-FFF2-40B4-BE49-F238E27FC236}">
                <a16:creationId xmlns:a16="http://schemas.microsoft.com/office/drawing/2014/main" id="{FF7A1404-6DD8-43DE-B941-FEE5C6190112}"/>
              </a:ext>
            </a:extLst>
          </p:cNvPr>
          <p:cNvSpPr/>
          <p:nvPr/>
        </p:nvSpPr>
        <p:spPr>
          <a:xfrm>
            <a:off x="6933924" y="1069349"/>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Motivation</a:t>
            </a:r>
          </a:p>
        </p:txBody>
      </p:sp>
      <p:sp>
        <p:nvSpPr>
          <p:cNvPr id="25" name="Rectangle 24">
            <a:extLst>
              <a:ext uri="{FF2B5EF4-FFF2-40B4-BE49-F238E27FC236}">
                <a16:creationId xmlns:a16="http://schemas.microsoft.com/office/drawing/2014/main" id="{7B686E76-2AF2-4BD3-A649-D17B01A6FA4A}"/>
              </a:ext>
            </a:extLst>
          </p:cNvPr>
          <p:cNvSpPr/>
          <p:nvPr/>
        </p:nvSpPr>
        <p:spPr>
          <a:xfrm>
            <a:off x="10938215" y="4665724"/>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Positive Consequence</a:t>
            </a:r>
          </a:p>
        </p:txBody>
      </p:sp>
      <p:cxnSp>
        <p:nvCxnSpPr>
          <p:cNvPr id="27" name="Connecteur droit avec flèche 26">
            <a:extLst>
              <a:ext uri="{FF2B5EF4-FFF2-40B4-BE49-F238E27FC236}">
                <a16:creationId xmlns:a16="http://schemas.microsoft.com/office/drawing/2014/main" id="{33D85ABA-102A-450E-8B61-BCB4F34CB347}"/>
              </a:ext>
            </a:extLst>
          </p:cNvPr>
          <p:cNvCxnSpPr>
            <a:cxnSpLocks/>
            <a:endCxn id="9" idx="2"/>
          </p:cNvCxnSpPr>
          <p:nvPr/>
        </p:nvCxnSpPr>
        <p:spPr>
          <a:xfrm flipH="1" flipV="1">
            <a:off x="9424478" y="4720981"/>
            <a:ext cx="85452" cy="2005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A7E3A03A-A26D-4BD8-9E96-37A495EB6B7F}"/>
              </a:ext>
            </a:extLst>
          </p:cNvPr>
          <p:cNvCxnSpPr>
            <a:cxnSpLocks/>
            <a:stCxn id="7" idx="0"/>
          </p:cNvCxnSpPr>
          <p:nvPr/>
        </p:nvCxnSpPr>
        <p:spPr>
          <a:xfrm flipH="1" flipV="1">
            <a:off x="8224420" y="5814414"/>
            <a:ext cx="1045531" cy="2267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C8F6108F-CEC8-4441-8475-51EC07DD415D}"/>
              </a:ext>
            </a:extLst>
          </p:cNvPr>
          <p:cNvCxnSpPr>
            <a:cxnSpLocks/>
            <a:stCxn id="7" idx="0"/>
            <a:endCxn id="12" idx="2"/>
          </p:cNvCxnSpPr>
          <p:nvPr/>
        </p:nvCxnSpPr>
        <p:spPr>
          <a:xfrm flipV="1">
            <a:off x="9269951" y="5364079"/>
            <a:ext cx="309055" cy="67705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E1C177F0-B382-49B0-8C49-EF1D99BD7F41}"/>
              </a:ext>
            </a:extLst>
          </p:cNvPr>
          <p:cNvCxnSpPr>
            <a:cxnSpLocks/>
            <a:stCxn id="7" idx="0"/>
            <a:endCxn id="13" idx="1"/>
          </p:cNvCxnSpPr>
          <p:nvPr/>
        </p:nvCxnSpPr>
        <p:spPr>
          <a:xfrm flipV="1">
            <a:off x="9269951" y="5666937"/>
            <a:ext cx="1084743" cy="3741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C71743C9-1C13-4545-B64B-E2B7FFB1DBC8}"/>
              </a:ext>
            </a:extLst>
          </p:cNvPr>
          <p:cNvCxnSpPr>
            <a:cxnSpLocks/>
            <a:stCxn id="13" idx="0"/>
            <a:endCxn id="25" idx="2"/>
          </p:cNvCxnSpPr>
          <p:nvPr/>
        </p:nvCxnSpPr>
        <p:spPr>
          <a:xfrm flipV="1">
            <a:off x="10938215" y="5131294"/>
            <a:ext cx="583521" cy="3028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0642B801-FA5B-41CA-8028-CCD50B5FCF61}"/>
              </a:ext>
            </a:extLst>
          </p:cNvPr>
          <p:cNvCxnSpPr>
            <a:cxnSpLocks/>
            <a:stCxn id="9" idx="0"/>
            <a:endCxn id="10" idx="2"/>
          </p:cNvCxnSpPr>
          <p:nvPr/>
        </p:nvCxnSpPr>
        <p:spPr>
          <a:xfrm flipV="1">
            <a:off x="9424478" y="4051382"/>
            <a:ext cx="262727" cy="204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BA50A2F4-EAF1-47CD-88EB-4B215BD488F5}"/>
              </a:ext>
            </a:extLst>
          </p:cNvPr>
          <p:cNvCxnSpPr>
            <a:cxnSpLocks/>
            <a:stCxn id="10" idx="0"/>
            <a:endCxn id="14" idx="2"/>
          </p:cNvCxnSpPr>
          <p:nvPr/>
        </p:nvCxnSpPr>
        <p:spPr>
          <a:xfrm flipV="1">
            <a:off x="9687205" y="3349692"/>
            <a:ext cx="973391" cy="2361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038C3B39-285C-4E36-8BBD-2A2E60F7C292}"/>
              </a:ext>
            </a:extLst>
          </p:cNvPr>
          <p:cNvCxnSpPr>
            <a:cxnSpLocks/>
            <a:stCxn id="14" idx="0"/>
            <a:endCxn id="15" idx="2"/>
          </p:cNvCxnSpPr>
          <p:nvPr/>
        </p:nvCxnSpPr>
        <p:spPr>
          <a:xfrm flipV="1">
            <a:off x="10660596" y="2700619"/>
            <a:ext cx="109683" cy="18350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6F65F524-39BF-4DFC-8D78-CDE06B322583}"/>
              </a:ext>
            </a:extLst>
          </p:cNvPr>
          <p:cNvCxnSpPr>
            <a:cxnSpLocks/>
            <a:stCxn id="15" idx="0"/>
            <a:endCxn id="82" idx="2"/>
          </p:cNvCxnSpPr>
          <p:nvPr/>
        </p:nvCxnSpPr>
        <p:spPr>
          <a:xfrm flipV="1">
            <a:off x="10770279" y="2020186"/>
            <a:ext cx="215422" cy="2148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4" name="Titre 1">
            <a:extLst>
              <a:ext uri="{FF2B5EF4-FFF2-40B4-BE49-F238E27FC236}">
                <a16:creationId xmlns:a16="http://schemas.microsoft.com/office/drawing/2014/main" id="{3A5C2EB8-77CE-47CC-A392-E0B0C6D07634}"/>
              </a:ext>
            </a:extLst>
          </p:cNvPr>
          <p:cNvSpPr txBox="1">
            <a:spLocks/>
          </p:cNvSpPr>
          <p:nvPr/>
        </p:nvSpPr>
        <p:spPr>
          <a:xfrm>
            <a:off x="838200" y="365125"/>
            <a:ext cx="10515600" cy="5835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Why NOT trying?</a:t>
            </a:r>
            <a:br>
              <a:rPr lang="en-US" sz="3200" dirty="0"/>
            </a:br>
            <a:r>
              <a:rPr lang="en-US" sz="3200" dirty="0"/>
              <a:t>Tree of Serendipity (visual workshop version)</a:t>
            </a:r>
          </a:p>
        </p:txBody>
      </p:sp>
      <p:cxnSp>
        <p:nvCxnSpPr>
          <p:cNvPr id="55" name="Connecteur droit avec flèche 54">
            <a:extLst>
              <a:ext uri="{FF2B5EF4-FFF2-40B4-BE49-F238E27FC236}">
                <a16:creationId xmlns:a16="http://schemas.microsoft.com/office/drawing/2014/main" id="{18DCCA77-3293-46CF-AB97-A0D2EF2AA15A}"/>
              </a:ext>
            </a:extLst>
          </p:cNvPr>
          <p:cNvCxnSpPr>
            <a:cxnSpLocks/>
            <a:stCxn id="10" idx="0"/>
            <a:endCxn id="20" idx="2"/>
          </p:cNvCxnSpPr>
          <p:nvPr/>
        </p:nvCxnSpPr>
        <p:spPr>
          <a:xfrm flipH="1" flipV="1">
            <a:off x="9115886" y="3379002"/>
            <a:ext cx="571319" cy="2068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E145D4DD-F79E-41A1-BE66-EA7886340BD6}"/>
              </a:ext>
            </a:extLst>
          </p:cNvPr>
          <p:cNvCxnSpPr>
            <a:cxnSpLocks/>
            <a:stCxn id="20" idx="0"/>
            <a:endCxn id="21" idx="2"/>
          </p:cNvCxnSpPr>
          <p:nvPr/>
        </p:nvCxnSpPr>
        <p:spPr>
          <a:xfrm flipH="1" flipV="1">
            <a:off x="8132867" y="2815255"/>
            <a:ext cx="983019" cy="981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7B99EFB2-9C75-45E4-8F38-6320C6BD11F4}"/>
              </a:ext>
            </a:extLst>
          </p:cNvPr>
          <p:cNvCxnSpPr>
            <a:cxnSpLocks/>
            <a:stCxn id="21" idx="0"/>
            <a:endCxn id="22" idx="2"/>
          </p:cNvCxnSpPr>
          <p:nvPr/>
        </p:nvCxnSpPr>
        <p:spPr>
          <a:xfrm flipH="1" flipV="1">
            <a:off x="7576723" y="2195653"/>
            <a:ext cx="556144" cy="1540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2A590FD0-0FF6-4CC3-933A-6E95783E2224}"/>
              </a:ext>
            </a:extLst>
          </p:cNvPr>
          <p:cNvCxnSpPr>
            <a:cxnSpLocks/>
            <a:stCxn id="22" idx="0"/>
            <a:endCxn id="23" idx="2"/>
          </p:cNvCxnSpPr>
          <p:nvPr/>
        </p:nvCxnSpPr>
        <p:spPr>
          <a:xfrm flipH="1" flipV="1">
            <a:off x="7517445" y="1534919"/>
            <a:ext cx="59278" cy="19516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9D43EC3D-3287-4D7D-8D69-BDA79A92F59A}"/>
              </a:ext>
            </a:extLst>
          </p:cNvPr>
          <p:cNvSpPr/>
          <p:nvPr/>
        </p:nvSpPr>
        <p:spPr>
          <a:xfrm>
            <a:off x="8840957" y="207634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Positive Consequence</a:t>
            </a:r>
          </a:p>
        </p:txBody>
      </p:sp>
      <p:cxnSp>
        <p:nvCxnSpPr>
          <p:cNvPr id="69" name="Connecteur droit avec flèche 68">
            <a:extLst>
              <a:ext uri="{FF2B5EF4-FFF2-40B4-BE49-F238E27FC236}">
                <a16:creationId xmlns:a16="http://schemas.microsoft.com/office/drawing/2014/main" id="{424AA819-A39B-4455-8714-B1E0BD96D471}"/>
              </a:ext>
            </a:extLst>
          </p:cNvPr>
          <p:cNvCxnSpPr>
            <a:cxnSpLocks/>
            <a:stCxn id="20" idx="0"/>
            <a:endCxn id="68" idx="2"/>
          </p:cNvCxnSpPr>
          <p:nvPr/>
        </p:nvCxnSpPr>
        <p:spPr>
          <a:xfrm flipV="1">
            <a:off x="9115886" y="2541915"/>
            <a:ext cx="308592" cy="3715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0FDD4B90-B669-42E2-90CF-2EEBF116A170}"/>
              </a:ext>
            </a:extLst>
          </p:cNvPr>
          <p:cNvSpPr/>
          <p:nvPr/>
        </p:nvSpPr>
        <p:spPr>
          <a:xfrm>
            <a:off x="7517445" y="358442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Motivation</a:t>
            </a:r>
          </a:p>
        </p:txBody>
      </p:sp>
      <p:cxnSp>
        <p:nvCxnSpPr>
          <p:cNvPr id="76" name="Connecteur droit avec flèche 75">
            <a:extLst>
              <a:ext uri="{FF2B5EF4-FFF2-40B4-BE49-F238E27FC236}">
                <a16:creationId xmlns:a16="http://schemas.microsoft.com/office/drawing/2014/main" id="{24338649-8076-4BFC-AA63-FA414A60B5DA}"/>
              </a:ext>
            </a:extLst>
          </p:cNvPr>
          <p:cNvCxnSpPr>
            <a:cxnSpLocks/>
            <a:stCxn id="9" idx="0"/>
            <a:endCxn id="74" idx="2"/>
          </p:cNvCxnSpPr>
          <p:nvPr/>
        </p:nvCxnSpPr>
        <p:spPr>
          <a:xfrm flipH="1" flipV="1">
            <a:off x="8100966" y="4049991"/>
            <a:ext cx="1323512" cy="2054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8D3286E4-41F7-460E-97AA-0FCE0C32F972}"/>
              </a:ext>
            </a:extLst>
          </p:cNvPr>
          <p:cNvSpPr/>
          <p:nvPr/>
        </p:nvSpPr>
        <p:spPr>
          <a:xfrm>
            <a:off x="10402180" y="1554616"/>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Concretization</a:t>
            </a:r>
          </a:p>
        </p:txBody>
      </p:sp>
      <p:sp>
        <p:nvSpPr>
          <p:cNvPr id="5" name="Espace réservé du contenu 4">
            <a:extLst>
              <a:ext uri="{FF2B5EF4-FFF2-40B4-BE49-F238E27FC236}">
                <a16:creationId xmlns:a16="http://schemas.microsoft.com/office/drawing/2014/main" id="{E6A3B18F-2F0E-4D18-B37D-0C0CC9AD33FF}"/>
              </a:ext>
            </a:extLst>
          </p:cNvPr>
          <p:cNvSpPr>
            <a:spLocks noGrp="1"/>
          </p:cNvSpPr>
          <p:nvPr>
            <p:ph idx="1"/>
          </p:nvPr>
        </p:nvSpPr>
        <p:spPr>
          <a:xfrm>
            <a:off x="537083" y="1315599"/>
            <a:ext cx="5193813" cy="5262754"/>
          </a:xfrm>
        </p:spPr>
        <p:txBody>
          <a:bodyPr>
            <a:normAutofit/>
          </a:bodyPr>
          <a:lstStyle/>
          <a:p>
            <a:pPr marL="0" indent="0">
              <a:buNone/>
            </a:pPr>
            <a:r>
              <a:rPr lang="en-US" sz="1400" dirty="0"/>
              <a:t>This workshop is run turn by turn and is meant to write an example tree of Community narrative in the end.</a:t>
            </a:r>
          </a:p>
          <a:p>
            <a:pPr marL="0" indent="0">
              <a:buNone/>
            </a:pPr>
            <a:endParaRPr lang="en-US" sz="1400" dirty="0"/>
          </a:p>
          <a:p>
            <a:pPr marL="0" indent="0">
              <a:buNone/>
            </a:pPr>
            <a:r>
              <a:rPr lang="en-US" sz="1400" dirty="0"/>
              <a:t>Start the workshop with a </a:t>
            </a:r>
            <a:r>
              <a:rPr lang="en-US" sz="1400" dirty="0">
                <a:highlight>
                  <a:srgbClr val="ED7D31"/>
                </a:highlight>
              </a:rPr>
              <a:t>ROOT MOTIVATION </a:t>
            </a:r>
            <a:r>
              <a:rPr lang="en-US" sz="1400" dirty="0"/>
              <a:t>: it should represent the strongest motivation of members right now, </a:t>
            </a:r>
            <a:r>
              <a:rPr lang="en-US" sz="1400" b="1" dirty="0"/>
              <a:t>even if it is not directly related to host organization value</a:t>
            </a:r>
            <a:r>
              <a:rPr lang="en-US" sz="1400" dirty="0"/>
              <a:t>, or even if it can be unpopular for the moment.</a:t>
            </a:r>
          </a:p>
          <a:p>
            <a:pPr marL="0" indent="0">
              <a:buNone/>
            </a:pPr>
            <a:r>
              <a:rPr lang="en-US" sz="1400" dirty="0"/>
              <a:t>Then, everyone (one person at a time) can add either a ticket of one of the 3 types :</a:t>
            </a:r>
          </a:p>
          <a:p>
            <a:pPr marL="0" indent="0">
              <a:buNone/>
            </a:pPr>
            <a:endParaRPr lang="en-US" sz="1400" dirty="0"/>
          </a:p>
          <a:p>
            <a:pPr marL="0" indent="0">
              <a:buNone/>
            </a:pPr>
            <a:endParaRPr lang="en-US" sz="1400" dirty="0"/>
          </a:p>
          <a:p>
            <a:pPr marL="0" indent="0">
              <a:buNone/>
            </a:pPr>
            <a:r>
              <a:rPr lang="en-US" sz="1400" dirty="0"/>
              <a:t>When the ticket is added, an arrow is drawn between the previous ticket and the new ticket, and the participant tells a story about it.</a:t>
            </a:r>
          </a:p>
          <a:p>
            <a:pPr marL="0" indent="0">
              <a:buNone/>
            </a:pPr>
            <a:r>
              <a:rPr lang="en-US" sz="1400" dirty="0"/>
              <a:t>As this exercise is meant to open minds, feel free to be exaggerating or risking unconventional narrative arcs. Additional rules for the sub-workshop to unroll well : </a:t>
            </a:r>
          </a:p>
          <a:p>
            <a:r>
              <a:rPr lang="en-US" sz="1400" dirty="0"/>
              <a:t>One person / Ticket at a time</a:t>
            </a:r>
          </a:p>
          <a:p>
            <a:r>
              <a:rPr lang="en-US" sz="1400" dirty="0"/>
              <a:t>Listen to each other and therefore be concise (even if excited)</a:t>
            </a:r>
          </a:p>
          <a:p>
            <a:r>
              <a:rPr lang="en-US" sz="1400" dirty="0"/>
              <a:t>Not twice the same person consecutively</a:t>
            </a:r>
          </a:p>
        </p:txBody>
      </p:sp>
      <p:sp>
        <p:nvSpPr>
          <p:cNvPr id="39" name="Rectangle 38">
            <a:extLst>
              <a:ext uri="{FF2B5EF4-FFF2-40B4-BE49-F238E27FC236}">
                <a16:creationId xmlns:a16="http://schemas.microsoft.com/office/drawing/2014/main" id="{3C67110F-96A5-4B60-A3DF-82866DD363AB}"/>
              </a:ext>
            </a:extLst>
          </p:cNvPr>
          <p:cNvSpPr/>
          <p:nvPr/>
        </p:nvSpPr>
        <p:spPr>
          <a:xfrm>
            <a:off x="2380741" y="3598819"/>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Concretization</a:t>
            </a:r>
          </a:p>
        </p:txBody>
      </p:sp>
      <p:sp>
        <p:nvSpPr>
          <p:cNvPr id="40" name="Rectangle 39">
            <a:extLst>
              <a:ext uri="{FF2B5EF4-FFF2-40B4-BE49-F238E27FC236}">
                <a16:creationId xmlns:a16="http://schemas.microsoft.com/office/drawing/2014/main" id="{EFC555C2-8249-44BA-8479-6CF8DCB40761}"/>
              </a:ext>
            </a:extLst>
          </p:cNvPr>
          <p:cNvSpPr/>
          <p:nvPr/>
        </p:nvSpPr>
        <p:spPr>
          <a:xfrm>
            <a:off x="924007" y="3598819"/>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Positive Consequence</a:t>
            </a:r>
          </a:p>
        </p:txBody>
      </p:sp>
      <p:sp>
        <p:nvSpPr>
          <p:cNvPr id="45" name="Rectangle 44">
            <a:extLst>
              <a:ext uri="{FF2B5EF4-FFF2-40B4-BE49-F238E27FC236}">
                <a16:creationId xmlns:a16="http://schemas.microsoft.com/office/drawing/2014/main" id="{BEB7B238-2DDC-4662-82EE-B1766EFF6C88}"/>
              </a:ext>
            </a:extLst>
          </p:cNvPr>
          <p:cNvSpPr/>
          <p:nvPr/>
        </p:nvSpPr>
        <p:spPr>
          <a:xfrm>
            <a:off x="3862477" y="3598819"/>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Root Motivation</a:t>
            </a:r>
          </a:p>
        </p:txBody>
      </p:sp>
    </p:spTree>
    <p:extLst>
      <p:ext uri="{BB962C8B-B14F-4D97-AF65-F5344CB8AC3E}">
        <p14:creationId xmlns:p14="http://schemas.microsoft.com/office/powerpoint/2010/main" val="4890904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Graphique 35" descr="Arbre avec racines avec un remplissage uni">
            <a:extLst>
              <a:ext uri="{FF2B5EF4-FFF2-40B4-BE49-F238E27FC236}">
                <a16:creationId xmlns:a16="http://schemas.microsoft.com/office/drawing/2014/main" id="{CE0FC025-C9B2-025F-BB28-6E163FB2399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039"/>
          <a:stretch/>
        </p:blipFill>
        <p:spPr>
          <a:xfrm>
            <a:off x="7060892" y="2416731"/>
            <a:ext cx="4584208" cy="4399043"/>
          </a:xfrm>
          <a:prstGeom prst="rect">
            <a:avLst/>
          </a:prstGeom>
        </p:spPr>
      </p:pic>
      <p:sp>
        <p:nvSpPr>
          <p:cNvPr id="2" name="Titre 1">
            <a:extLst>
              <a:ext uri="{FF2B5EF4-FFF2-40B4-BE49-F238E27FC236}">
                <a16:creationId xmlns:a16="http://schemas.microsoft.com/office/drawing/2014/main" id="{E0A9F8A1-9178-4444-8BA7-D32DCBFAEF9E}"/>
              </a:ext>
            </a:extLst>
          </p:cNvPr>
          <p:cNvSpPr>
            <a:spLocks noGrp="1"/>
          </p:cNvSpPr>
          <p:nvPr>
            <p:ph type="title"/>
          </p:nvPr>
        </p:nvSpPr>
        <p:spPr/>
        <p:txBody>
          <a:bodyPr/>
          <a:lstStyle/>
          <a:p>
            <a:r>
              <a:rPr lang="en-US" dirty="0"/>
              <a:t>  </a:t>
            </a:r>
          </a:p>
        </p:txBody>
      </p:sp>
      <p:sp>
        <p:nvSpPr>
          <p:cNvPr id="7" name="Rectangle 6">
            <a:extLst>
              <a:ext uri="{FF2B5EF4-FFF2-40B4-BE49-F238E27FC236}">
                <a16:creationId xmlns:a16="http://schemas.microsoft.com/office/drawing/2014/main" id="{8BBD3EE4-A57A-4AAE-954B-B34DFD9EA2E3}"/>
              </a:ext>
            </a:extLst>
          </p:cNvPr>
          <p:cNvSpPr/>
          <p:nvPr/>
        </p:nvSpPr>
        <p:spPr>
          <a:xfrm>
            <a:off x="8686430" y="604113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We like discussing about VR / AR / XR</a:t>
            </a:r>
          </a:p>
        </p:txBody>
      </p:sp>
      <p:sp>
        <p:nvSpPr>
          <p:cNvPr id="8" name="Rectangle 7">
            <a:extLst>
              <a:ext uri="{FF2B5EF4-FFF2-40B4-BE49-F238E27FC236}">
                <a16:creationId xmlns:a16="http://schemas.microsoft.com/office/drawing/2014/main" id="{C4AD232C-B7A0-4EE8-A68D-AE49854B1C5F}"/>
              </a:ext>
            </a:extLst>
          </p:cNvPr>
          <p:cNvSpPr/>
          <p:nvPr/>
        </p:nvSpPr>
        <p:spPr>
          <a:xfrm>
            <a:off x="7576723" y="532267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We open a chat room about it</a:t>
            </a:r>
          </a:p>
        </p:txBody>
      </p:sp>
      <p:sp>
        <p:nvSpPr>
          <p:cNvPr id="9" name="Rectangle 8">
            <a:extLst>
              <a:ext uri="{FF2B5EF4-FFF2-40B4-BE49-F238E27FC236}">
                <a16:creationId xmlns:a16="http://schemas.microsoft.com/office/drawing/2014/main" id="{78E9E3B0-B347-49E8-87F1-4CB5C2EFB561}"/>
              </a:ext>
            </a:extLst>
          </p:cNvPr>
          <p:cNvSpPr/>
          <p:nvPr/>
        </p:nvSpPr>
        <p:spPr>
          <a:xfrm>
            <a:off x="8840957" y="4255411"/>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A manager noticed and joined our group</a:t>
            </a:r>
          </a:p>
        </p:txBody>
      </p:sp>
      <p:sp>
        <p:nvSpPr>
          <p:cNvPr id="10" name="Rectangle 9">
            <a:extLst>
              <a:ext uri="{FF2B5EF4-FFF2-40B4-BE49-F238E27FC236}">
                <a16:creationId xmlns:a16="http://schemas.microsoft.com/office/drawing/2014/main" id="{78B8CD5E-B9CB-494F-B964-6B0FEE9E7AC6}"/>
              </a:ext>
            </a:extLst>
          </p:cNvPr>
          <p:cNvSpPr/>
          <p:nvPr/>
        </p:nvSpPr>
        <p:spPr>
          <a:xfrm>
            <a:off x="9103684" y="3585812"/>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We are motivated by gathering other members</a:t>
            </a:r>
          </a:p>
        </p:txBody>
      </p:sp>
      <p:sp>
        <p:nvSpPr>
          <p:cNvPr id="12" name="Rectangle 11">
            <a:extLst>
              <a:ext uri="{FF2B5EF4-FFF2-40B4-BE49-F238E27FC236}">
                <a16:creationId xmlns:a16="http://schemas.microsoft.com/office/drawing/2014/main" id="{E2453913-7934-46BD-8B4B-808BE69D022B}"/>
              </a:ext>
            </a:extLst>
          </p:cNvPr>
          <p:cNvSpPr/>
          <p:nvPr/>
        </p:nvSpPr>
        <p:spPr>
          <a:xfrm>
            <a:off x="8995485" y="4898509"/>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We organize experimentation events</a:t>
            </a:r>
          </a:p>
        </p:txBody>
      </p:sp>
      <p:sp>
        <p:nvSpPr>
          <p:cNvPr id="13" name="Rectangle 12">
            <a:extLst>
              <a:ext uri="{FF2B5EF4-FFF2-40B4-BE49-F238E27FC236}">
                <a16:creationId xmlns:a16="http://schemas.microsoft.com/office/drawing/2014/main" id="{DF863E33-35DE-48A1-8061-866DF2A58EE4}"/>
              </a:ext>
            </a:extLst>
          </p:cNvPr>
          <p:cNvSpPr/>
          <p:nvPr/>
        </p:nvSpPr>
        <p:spPr>
          <a:xfrm>
            <a:off x="10354694" y="543415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We discuss regularly</a:t>
            </a:r>
          </a:p>
        </p:txBody>
      </p:sp>
      <p:sp>
        <p:nvSpPr>
          <p:cNvPr id="14" name="Rectangle 13">
            <a:extLst>
              <a:ext uri="{FF2B5EF4-FFF2-40B4-BE49-F238E27FC236}">
                <a16:creationId xmlns:a16="http://schemas.microsoft.com/office/drawing/2014/main" id="{0DC7688F-4500-40DC-973F-FB8D489404DB}"/>
              </a:ext>
            </a:extLst>
          </p:cNvPr>
          <p:cNvSpPr/>
          <p:nvPr/>
        </p:nvSpPr>
        <p:spPr>
          <a:xfrm>
            <a:off x="10077075" y="288412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We share about our activity on the chat tool</a:t>
            </a:r>
          </a:p>
        </p:txBody>
      </p:sp>
      <p:sp>
        <p:nvSpPr>
          <p:cNvPr id="15" name="Rectangle 14">
            <a:extLst>
              <a:ext uri="{FF2B5EF4-FFF2-40B4-BE49-F238E27FC236}">
                <a16:creationId xmlns:a16="http://schemas.microsoft.com/office/drawing/2014/main" id="{C830FD39-8721-4708-A014-2FD97F26EDFD}"/>
              </a:ext>
            </a:extLst>
          </p:cNvPr>
          <p:cNvSpPr/>
          <p:nvPr/>
        </p:nvSpPr>
        <p:spPr>
          <a:xfrm>
            <a:off x="10186758" y="2235049"/>
            <a:ext cx="1334978"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We are motivated by the act of sharing and inviting</a:t>
            </a:r>
          </a:p>
        </p:txBody>
      </p:sp>
      <p:sp>
        <p:nvSpPr>
          <p:cNvPr id="20" name="Rectangle 19">
            <a:extLst>
              <a:ext uri="{FF2B5EF4-FFF2-40B4-BE49-F238E27FC236}">
                <a16:creationId xmlns:a16="http://schemas.microsoft.com/office/drawing/2014/main" id="{26408BAC-151A-4937-8139-07370AEB2B17}"/>
              </a:ext>
            </a:extLst>
          </p:cNvPr>
          <p:cNvSpPr/>
          <p:nvPr/>
        </p:nvSpPr>
        <p:spPr>
          <a:xfrm>
            <a:off x="8532365" y="291343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We organize a bigger event</a:t>
            </a:r>
          </a:p>
        </p:txBody>
      </p:sp>
      <p:sp>
        <p:nvSpPr>
          <p:cNvPr id="21" name="Rectangle 20">
            <a:extLst>
              <a:ext uri="{FF2B5EF4-FFF2-40B4-BE49-F238E27FC236}">
                <a16:creationId xmlns:a16="http://schemas.microsoft.com/office/drawing/2014/main" id="{7E9AE98B-7633-42CE-A257-E818C048CA39}"/>
              </a:ext>
            </a:extLst>
          </p:cNvPr>
          <p:cNvSpPr/>
          <p:nvPr/>
        </p:nvSpPr>
        <p:spPr>
          <a:xfrm>
            <a:off x="7549346" y="234968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Some top manager comes out of curiosity</a:t>
            </a:r>
          </a:p>
        </p:txBody>
      </p:sp>
      <p:sp>
        <p:nvSpPr>
          <p:cNvPr id="22" name="Rectangle 21">
            <a:extLst>
              <a:ext uri="{FF2B5EF4-FFF2-40B4-BE49-F238E27FC236}">
                <a16:creationId xmlns:a16="http://schemas.microsoft.com/office/drawing/2014/main" id="{36A1ECE8-8195-4A03-AD66-226F04A71916}"/>
              </a:ext>
            </a:extLst>
          </p:cNvPr>
          <p:cNvSpPr/>
          <p:nvPr/>
        </p:nvSpPr>
        <p:spPr>
          <a:xfrm>
            <a:off x="6236012" y="1730083"/>
            <a:ext cx="2138728"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Company start wondering if it can serve business and discuss about sponsorship of innovation</a:t>
            </a:r>
          </a:p>
        </p:txBody>
      </p:sp>
      <p:sp>
        <p:nvSpPr>
          <p:cNvPr id="23" name="Rectangle 22">
            <a:extLst>
              <a:ext uri="{FF2B5EF4-FFF2-40B4-BE49-F238E27FC236}">
                <a16:creationId xmlns:a16="http://schemas.microsoft.com/office/drawing/2014/main" id="{FF7A1404-6DD8-43DE-B941-FEE5C6190112}"/>
              </a:ext>
            </a:extLst>
          </p:cNvPr>
          <p:cNvSpPr/>
          <p:nvPr/>
        </p:nvSpPr>
        <p:spPr>
          <a:xfrm>
            <a:off x="6933924" y="1069349"/>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We are motivated by brainstorming</a:t>
            </a:r>
          </a:p>
        </p:txBody>
      </p:sp>
      <p:sp>
        <p:nvSpPr>
          <p:cNvPr id="25" name="Rectangle 24">
            <a:extLst>
              <a:ext uri="{FF2B5EF4-FFF2-40B4-BE49-F238E27FC236}">
                <a16:creationId xmlns:a16="http://schemas.microsoft.com/office/drawing/2014/main" id="{7B686E76-2AF2-4BD3-A649-D17B01A6FA4A}"/>
              </a:ext>
            </a:extLst>
          </p:cNvPr>
          <p:cNvSpPr/>
          <p:nvPr/>
        </p:nvSpPr>
        <p:spPr>
          <a:xfrm>
            <a:off x="10938215" y="4319509"/>
            <a:ext cx="1167042" cy="811785"/>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We have learnt from each other indirectly and work better together</a:t>
            </a:r>
          </a:p>
        </p:txBody>
      </p:sp>
      <p:cxnSp>
        <p:nvCxnSpPr>
          <p:cNvPr id="27" name="Connecteur droit avec flèche 26">
            <a:extLst>
              <a:ext uri="{FF2B5EF4-FFF2-40B4-BE49-F238E27FC236}">
                <a16:creationId xmlns:a16="http://schemas.microsoft.com/office/drawing/2014/main" id="{33D85ABA-102A-450E-8B61-BCB4F34CB347}"/>
              </a:ext>
            </a:extLst>
          </p:cNvPr>
          <p:cNvCxnSpPr>
            <a:cxnSpLocks/>
            <a:endCxn id="9" idx="2"/>
          </p:cNvCxnSpPr>
          <p:nvPr/>
        </p:nvCxnSpPr>
        <p:spPr>
          <a:xfrm flipH="1" flipV="1">
            <a:off x="9424478" y="4720981"/>
            <a:ext cx="85452" cy="2005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A7E3A03A-A26D-4BD8-9E96-37A495EB6B7F}"/>
              </a:ext>
            </a:extLst>
          </p:cNvPr>
          <p:cNvCxnSpPr>
            <a:cxnSpLocks/>
            <a:stCxn id="7" idx="0"/>
          </p:cNvCxnSpPr>
          <p:nvPr/>
        </p:nvCxnSpPr>
        <p:spPr>
          <a:xfrm flipH="1" flipV="1">
            <a:off x="8224420" y="5814414"/>
            <a:ext cx="1045531" cy="2267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C8F6108F-CEC8-4441-8475-51EC07DD415D}"/>
              </a:ext>
            </a:extLst>
          </p:cNvPr>
          <p:cNvCxnSpPr>
            <a:cxnSpLocks/>
            <a:stCxn id="7" idx="0"/>
            <a:endCxn id="12" idx="2"/>
          </p:cNvCxnSpPr>
          <p:nvPr/>
        </p:nvCxnSpPr>
        <p:spPr>
          <a:xfrm flipV="1">
            <a:off x="9269951" y="5364079"/>
            <a:ext cx="309055" cy="67705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E1C177F0-B382-49B0-8C49-EF1D99BD7F41}"/>
              </a:ext>
            </a:extLst>
          </p:cNvPr>
          <p:cNvCxnSpPr>
            <a:cxnSpLocks/>
            <a:stCxn id="7" idx="0"/>
            <a:endCxn id="13" idx="1"/>
          </p:cNvCxnSpPr>
          <p:nvPr/>
        </p:nvCxnSpPr>
        <p:spPr>
          <a:xfrm flipV="1">
            <a:off x="9269951" y="5666937"/>
            <a:ext cx="1084743" cy="3741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C71743C9-1C13-4545-B64B-E2B7FFB1DBC8}"/>
              </a:ext>
            </a:extLst>
          </p:cNvPr>
          <p:cNvCxnSpPr>
            <a:cxnSpLocks/>
            <a:stCxn id="13" idx="0"/>
            <a:endCxn id="25" idx="2"/>
          </p:cNvCxnSpPr>
          <p:nvPr/>
        </p:nvCxnSpPr>
        <p:spPr>
          <a:xfrm flipV="1">
            <a:off x="10938215" y="5131294"/>
            <a:ext cx="583521" cy="3028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0642B801-FA5B-41CA-8028-CCD50B5FCF61}"/>
              </a:ext>
            </a:extLst>
          </p:cNvPr>
          <p:cNvCxnSpPr>
            <a:cxnSpLocks/>
            <a:stCxn id="9" idx="0"/>
            <a:endCxn id="10" idx="2"/>
          </p:cNvCxnSpPr>
          <p:nvPr/>
        </p:nvCxnSpPr>
        <p:spPr>
          <a:xfrm flipV="1">
            <a:off x="9424478" y="4051382"/>
            <a:ext cx="262727" cy="204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BA50A2F4-EAF1-47CD-88EB-4B215BD488F5}"/>
              </a:ext>
            </a:extLst>
          </p:cNvPr>
          <p:cNvCxnSpPr>
            <a:cxnSpLocks/>
            <a:stCxn id="10" idx="0"/>
            <a:endCxn id="14" idx="2"/>
          </p:cNvCxnSpPr>
          <p:nvPr/>
        </p:nvCxnSpPr>
        <p:spPr>
          <a:xfrm flipV="1">
            <a:off x="9687205" y="3349692"/>
            <a:ext cx="973391" cy="2361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038C3B39-285C-4E36-8BBD-2A2E60F7C292}"/>
              </a:ext>
            </a:extLst>
          </p:cNvPr>
          <p:cNvCxnSpPr>
            <a:cxnSpLocks/>
            <a:stCxn id="14" idx="0"/>
            <a:endCxn id="15" idx="2"/>
          </p:cNvCxnSpPr>
          <p:nvPr/>
        </p:nvCxnSpPr>
        <p:spPr>
          <a:xfrm flipV="1">
            <a:off x="10660596" y="2700619"/>
            <a:ext cx="193651" cy="18350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6F65F524-39BF-4DFC-8D78-CDE06B322583}"/>
              </a:ext>
            </a:extLst>
          </p:cNvPr>
          <p:cNvCxnSpPr>
            <a:cxnSpLocks/>
            <a:stCxn id="15" idx="0"/>
            <a:endCxn id="82" idx="2"/>
          </p:cNvCxnSpPr>
          <p:nvPr/>
        </p:nvCxnSpPr>
        <p:spPr>
          <a:xfrm flipV="1">
            <a:off x="10854247" y="2020186"/>
            <a:ext cx="201272" cy="2148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4" name="Titre 1">
            <a:extLst>
              <a:ext uri="{FF2B5EF4-FFF2-40B4-BE49-F238E27FC236}">
                <a16:creationId xmlns:a16="http://schemas.microsoft.com/office/drawing/2014/main" id="{3A5C2EB8-77CE-47CC-A392-E0B0C6D07634}"/>
              </a:ext>
            </a:extLst>
          </p:cNvPr>
          <p:cNvSpPr txBox="1">
            <a:spLocks/>
          </p:cNvSpPr>
          <p:nvPr/>
        </p:nvSpPr>
        <p:spPr>
          <a:xfrm>
            <a:off x="838200" y="365125"/>
            <a:ext cx="10515600" cy="5835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Why NOT trying?</a:t>
            </a:r>
            <a:br>
              <a:rPr lang="en-US" sz="3200" dirty="0"/>
            </a:br>
            <a:r>
              <a:rPr lang="en-US" sz="3200" dirty="0"/>
              <a:t>Tree of Serendipity (visual workshop version example)</a:t>
            </a:r>
          </a:p>
        </p:txBody>
      </p:sp>
      <p:cxnSp>
        <p:nvCxnSpPr>
          <p:cNvPr id="55" name="Connecteur droit avec flèche 54">
            <a:extLst>
              <a:ext uri="{FF2B5EF4-FFF2-40B4-BE49-F238E27FC236}">
                <a16:creationId xmlns:a16="http://schemas.microsoft.com/office/drawing/2014/main" id="{18DCCA77-3293-46CF-AB97-A0D2EF2AA15A}"/>
              </a:ext>
            </a:extLst>
          </p:cNvPr>
          <p:cNvCxnSpPr>
            <a:cxnSpLocks/>
            <a:stCxn id="10" idx="0"/>
            <a:endCxn id="20" idx="2"/>
          </p:cNvCxnSpPr>
          <p:nvPr/>
        </p:nvCxnSpPr>
        <p:spPr>
          <a:xfrm flipH="1" flipV="1">
            <a:off x="9115886" y="3379002"/>
            <a:ext cx="571319" cy="2068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E145D4DD-F79E-41A1-BE66-EA7886340BD6}"/>
              </a:ext>
            </a:extLst>
          </p:cNvPr>
          <p:cNvCxnSpPr>
            <a:cxnSpLocks/>
            <a:stCxn id="20" idx="0"/>
            <a:endCxn id="21" idx="2"/>
          </p:cNvCxnSpPr>
          <p:nvPr/>
        </p:nvCxnSpPr>
        <p:spPr>
          <a:xfrm flipH="1" flipV="1">
            <a:off x="8132867" y="2815255"/>
            <a:ext cx="983019" cy="981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7B99EFB2-9C75-45E4-8F38-6320C6BD11F4}"/>
              </a:ext>
            </a:extLst>
          </p:cNvPr>
          <p:cNvCxnSpPr>
            <a:cxnSpLocks/>
            <a:stCxn id="21" idx="0"/>
            <a:endCxn id="22" idx="2"/>
          </p:cNvCxnSpPr>
          <p:nvPr/>
        </p:nvCxnSpPr>
        <p:spPr>
          <a:xfrm flipH="1" flipV="1">
            <a:off x="7305376" y="2195653"/>
            <a:ext cx="827491" cy="1540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2A590FD0-0FF6-4CC3-933A-6E95783E2224}"/>
              </a:ext>
            </a:extLst>
          </p:cNvPr>
          <p:cNvCxnSpPr>
            <a:cxnSpLocks/>
            <a:stCxn id="22" idx="0"/>
            <a:endCxn id="23" idx="2"/>
          </p:cNvCxnSpPr>
          <p:nvPr/>
        </p:nvCxnSpPr>
        <p:spPr>
          <a:xfrm flipV="1">
            <a:off x="7305376" y="1534919"/>
            <a:ext cx="212069" cy="19516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9D43EC3D-3287-4D7D-8D69-BDA79A92F59A}"/>
              </a:ext>
            </a:extLst>
          </p:cNvPr>
          <p:cNvSpPr/>
          <p:nvPr/>
        </p:nvSpPr>
        <p:spPr>
          <a:xfrm>
            <a:off x="8840957" y="207634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Positive Consequence</a:t>
            </a:r>
          </a:p>
        </p:txBody>
      </p:sp>
      <p:cxnSp>
        <p:nvCxnSpPr>
          <p:cNvPr id="69" name="Connecteur droit avec flèche 68">
            <a:extLst>
              <a:ext uri="{FF2B5EF4-FFF2-40B4-BE49-F238E27FC236}">
                <a16:creationId xmlns:a16="http://schemas.microsoft.com/office/drawing/2014/main" id="{424AA819-A39B-4455-8714-B1E0BD96D471}"/>
              </a:ext>
            </a:extLst>
          </p:cNvPr>
          <p:cNvCxnSpPr>
            <a:cxnSpLocks/>
            <a:stCxn id="20" idx="0"/>
            <a:endCxn id="68" idx="2"/>
          </p:cNvCxnSpPr>
          <p:nvPr/>
        </p:nvCxnSpPr>
        <p:spPr>
          <a:xfrm flipV="1">
            <a:off x="9115886" y="2541915"/>
            <a:ext cx="308592" cy="3715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0FDD4B90-B669-42E2-90CF-2EEBF116A170}"/>
              </a:ext>
            </a:extLst>
          </p:cNvPr>
          <p:cNvSpPr/>
          <p:nvPr/>
        </p:nvSpPr>
        <p:spPr>
          <a:xfrm>
            <a:off x="7517445" y="358442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We do not feel alone in the company</a:t>
            </a:r>
          </a:p>
        </p:txBody>
      </p:sp>
      <p:cxnSp>
        <p:nvCxnSpPr>
          <p:cNvPr id="76" name="Connecteur droit avec flèche 75">
            <a:extLst>
              <a:ext uri="{FF2B5EF4-FFF2-40B4-BE49-F238E27FC236}">
                <a16:creationId xmlns:a16="http://schemas.microsoft.com/office/drawing/2014/main" id="{24338649-8076-4BFC-AA63-FA414A60B5DA}"/>
              </a:ext>
            </a:extLst>
          </p:cNvPr>
          <p:cNvCxnSpPr>
            <a:cxnSpLocks/>
            <a:stCxn id="9" idx="0"/>
            <a:endCxn id="74" idx="2"/>
          </p:cNvCxnSpPr>
          <p:nvPr/>
        </p:nvCxnSpPr>
        <p:spPr>
          <a:xfrm flipH="1" flipV="1">
            <a:off x="8100966" y="4049991"/>
            <a:ext cx="1323512" cy="2054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8D3286E4-41F7-460E-97AA-0FCE0C32F972}"/>
              </a:ext>
            </a:extLst>
          </p:cNvPr>
          <p:cNvSpPr/>
          <p:nvPr/>
        </p:nvSpPr>
        <p:spPr>
          <a:xfrm>
            <a:off x="10402180" y="1554616"/>
            <a:ext cx="1306678"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We extend our invitations to departments nearby</a:t>
            </a:r>
          </a:p>
        </p:txBody>
      </p:sp>
      <p:sp>
        <p:nvSpPr>
          <p:cNvPr id="5" name="Espace réservé du contenu 4">
            <a:extLst>
              <a:ext uri="{FF2B5EF4-FFF2-40B4-BE49-F238E27FC236}">
                <a16:creationId xmlns:a16="http://schemas.microsoft.com/office/drawing/2014/main" id="{E6A3B18F-2F0E-4D18-B37D-0C0CC9AD33FF}"/>
              </a:ext>
            </a:extLst>
          </p:cNvPr>
          <p:cNvSpPr>
            <a:spLocks noGrp="1"/>
          </p:cNvSpPr>
          <p:nvPr>
            <p:ph idx="1"/>
          </p:nvPr>
        </p:nvSpPr>
        <p:spPr>
          <a:xfrm>
            <a:off x="838199" y="1825625"/>
            <a:ext cx="4551565" cy="4351338"/>
          </a:xfrm>
        </p:spPr>
        <p:txBody>
          <a:bodyPr>
            <a:normAutofit fontScale="77500" lnSpcReduction="20000"/>
          </a:bodyPr>
          <a:lstStyle/>
          <a:p>
            <a:r>
              <a:rPr lang="en-US" dirty="0"/>
              <a:t>It is important for this tree to unroll step by step, to figure out “not all can be planned beforehand”. </a:t>
            </a:r>
          </a:p>
          <a:p>
            <a:endParaRPr lang="en-US" dirty="0"/>
          </a:p>
          <a:p>
            <a:r>
              <a:rPr lang="en-US" dirty="0"/>
              <a:t>The way the Serendipity tree unrolls should inspire on being motivated all the way during the lifetime of a Community.</a:t>
            </a:r>
          </a:p>
          <a:p>
            <a:endParaRPr lang="en-US" dirty="0"/>
          </a:p>
          <a:p>
            <a:r>
              <a:rPr lang="en-US" dirty="0"/>
              <a:t>Some communities, like #OpenSeriousGame itself, were built not by full design beforehand but by heuristic approach and unexpected moves.</a:t>
            </a:r>
          </a:p>
        </p:txBody>
      </p:sp>
    </p:spTree>
    <p:extLst>
      <p:ext uri="{BB962C8B-B14F-4D97-AF65-F5344CB8AC3E}">
        <p14:creationId xmlns:p14="http://schemas.microsoft.com/office/powerpoint/2010/main" val="5302295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A9F8A1-9178-4444-8BA7-D32DCBFAEF9E}"/>
              </a:ext>
            </a:extLst>
          </p:cNvPr>
          <p:cNvSpPr>
            <a:spLocks noGrp="1"/>
          </p:cNvSpPr>
          <p:nvPr>
            <p:ph type="title"/>
          </p:nvPr>
        </p:nvSpPr>
        <p:spPr/>
        <p:txBody>
          <a:bodyPr/>
          <a:lstStyle/>
          <a:p>
            <a:r>
              <a:rPr lang="en-US" dirty="0"/>
              <a:t>  </a:t>
            </a:r>
          </a:p>
        </p:txBody>
      </p:sp>
      <p:sp>
        <p:nvSpPr>
          <p:cNvPr id="54" name="Titre 1">
            <a:extLst>
              <a:ext uri="{FF2B5EF4-FFF2-40B4-BE49-F238E27FC236}">
                <a16:creationId xmlns:a16="http://schemas.microsoft.com/office/drawing/2014/main" id="{3A5C2EB8-77CE-47CC-A392-E0B0C6D07634}"/>
              </a:ext>
            </a:extLst>
          </p:cNvPr>
          <p:cNvSpPr txBox="1">
            <a:spLocks/>
          </p:cNvSpPr>
          <p:nvPr/>
        </p:nvSpPr>
        <p:spPr>
          <a:xfrm>
            <a:off x="838200" y="365125"/>
            <a:ext cx="10515600" cy="5835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Why NOT ?</a:t>
            </a:r>
            <a:br>
              <a:rPr lang="en-US" sz="3200" dirty="0"/>
            </a:br>
            <a:r>
              <a:rPr lang="en-US" sz="3200" dirty="0"/>
              <a:t>Tree of Serendipity (Classic version)</a:t>
            </a:r>
          </a:p>
        </p:txBody>
      </p:sp>
      <p:graphicFrame>
        <p:nvGraphicFramePr>
          <p:cNvPr id="6" name="Tableau 10">
            <a:extLst>
              <a:ext uri="{FF2B5EF4-FFF2-40B4-BE49-F238E27FC236}">
                <a16:creationId xmlns:a16="http://schemas.microsoft.com/office/drawing/2014/main" id="{3BADB43A-47E0-4C9E-8813-BB99B1BA22EA}"/>
              </a:ext>
            </a:extLst>
          </p:cNvPr>
          <p:cNvGraphicFramePr>
            <a:graphicFrameLocks noGrp="1"/>
          </p:cNvGraphicFramePr>
          <p:nvPr>
            <p:ph idx="1"/>
            <p:extLst>
              <p:ext uri="{D42A27DB-BD31-4B8C-83A1-F6EECF244321}">
                <p14:modId xmlns:p14="http://schemas.microsoft.com/office/powerpoint/2010/main" val="3406709647"/>
              </p:ext>
            </p:extLst>
          </p:nvPr>
        </p:nvGraphicFramePr>
        <p:xfrm>
          <a:off x="838200" y="1559295"/>
          <a:ext cx="10515597" cy="4354153"/>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521199282"/>
                    </a:ext>
                  </a:extLst>
                </a:gridCol>
                <a:gridCol w="3505199">
                  <a:extLst>
                    <a:ext uri="{9D8B030D-6E8A-4147-A177-3AD203B41FA5}">
                      <a16:colId xmlns:a16="http://schemas.microsoft.com/office/drawing/2014/main" val="766052494"/>
                    </a:ext>
                  </a:extLst>
                </a:gridCol>
                <a:gridCol w="3505199">
                  <a:extLst>
                    <a:ext uri="{9D8B030D-6E8A-4147-A177-3AD203B41FA5}">
                      <a16:colId xmlns:a16="http://schemas.microsoft.com/office/drawing/2014/main" val="3191954954"/>
                    </a:ext>
                  </a:extLst>
                </a:gridCol>
              </a:tblGrid>
              <a:tr h="0">
                <a:tc gridSpan="3">
                  <a:txBody>
                    <a:bodyPr/>
                    <a:lstStyle/>
                    <a:p>
                      <a:pPr algn="ctr"/>
                      <a:r>
                        <a:rPr lang="en-US" dirty="0"/>
                        <a:t>Root motivation</a:t>
                      </a:r>
                    </a:p>
                  </a:txBody>
                  <a:tcPr>
                    <a:solidFill>
                      <a:srgbClr val="ED7D31"/>
                    </a:solidFill>
                  </a:tcPr>
                </a:tc>
                <a:tc hMerge="1">
                  <a:txBody>
                    <a:bodyPr/>
                    <a:lstStyle/>
                    <a:p>
                      <a:endParaRPr lang="en-US"/>
                    </a:p>
                  </a:txBody>
                  <a:tcPr>
                    <a:solidFill>
                      <a:srgbClr val="ED7D31"/>
                    </a:solidFill>
                  </a:tcPr>
                </a:tc>
                <a:tc hMerge="1">
                  <a:txBody>
                    <a:bodyPr/>
                    <a:lstStyle/>
                    <a:p>
                      <a:endParaRPr lang="en-US" dirty="0"/>
                    </a:p>
                  </a:txBody>
                  <a:tcPr>
                    <a:solidFill>
                      <a:srgbClr val="ED7D31"/>
                    </a:solidFill>
                  </a:tcPr>
                </a:tc>
                <a:extLst>
                  <a:ext uri="{0D108BD9-81ED-4DB2-BD59-A6C34878D82A}">
                    <a16:rowId xmlns:a16="http://schemas.microsoft.com/office/drawing/2014/main" val="4195550654"/>
                  </a:ext>
                </a:extLst>
              </a:tr>
              <a:tr h="1045266">
                <a:tc gridSpan="3">
                  <a:txBody>
                    <a:bodyPr/>
                    <a:lstStyle/>
                    <a:p>
                      <a:endParaRPr lang="en-US" dirty="0"/>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99543647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rPr>
                        <a:t>Motivations</a:t>
                      </a:r>
                    </a:p>
                  </a:txBody>
                  <a:tcPr>
                    <a:solidFill>
                      <a:srgbClr val="ED7D31"/>
                    </a:solidFill>
                  </a:tcPr>
                </a:tc>
                <a:tc>
                  <a:txBody>
                    <a:bodyPr/>
                    <a:lstStyle/>
                    <a:p>
                      <a:r>
                        <a:rPr lang="en-US" b="1" dirty="0">
                          <a:solidFill>
                            <a:schemeClr val="bg1"/>
                          </a:solidFill>
                        </a:rPr>
                        <a:t>Concretization</a:t>
                      </a:r>
                    </a:p>
                  </a:txBody>
                  <a:tcPr>
                    <a:solidFill>
                      <a:schemeClr val="tx1"/>
                    </a:solidFill>
                  </a:tcPr>
                </a:tc>
                <a:tc>
                  <a:txBody>
                    <a:bodyPr/>
                    <a:lstStyle/>
                    <a:p>
                      <a:r>
                        <a:rPr lang="en-US" b="1" dirty="0">
                          <a:solidFill>
                            <a:schemeClr val="bg1"/>
                          </a:solidFill>
                        </a:rPr>
                        <a:t>Positive Consequence</a:t>
                      </a:r>
                    </a:p>
                  </a:txBody>
                  <a:tcPr>
                    <a:solidFill>
                      <a:srgbClr val="0683AA"/>
                    </a:solidFill>
                  </a:tcPr>
                </a:tc>
                <a:extLst>
                  <a:ext uri="{0D108BD9-81ED-4DB2-BD59-A6C34878D82A}">
                    <a16:rowId xmlns:a16="http://schemas.microsoft.com/office/drawing/2014/main" val="36969767"/>
                  </a:ext>
                </a:extLst>
              </a:tr>
              <a:tr h="2577367">
                <a:tc>
                  <a:txBody>
                    <a:bodyPr/>
                    <a:lstStyle/>
                    <a:p>
                      <a:pPr marL="342900" indent="-342900">
                        <a:buFont typeface="+mj-lt"/>
                        <a:buAutoNum type="arabicPeriod"/>
                      </a:pPr>
                      <a:r>
                        <a:rPr lang="en-US" dirty="0"/>
                        <a:t> Lorem Ipsum (causes positive consequence 1)</a:t>
                      </a:r>
                    </a:p>
                    <a:p>
                      <a:pPr marL="342900" indent="-342900">
                        <a:buFont typeface="+mj-lt"/>
                        <a:buAutoNum type="arabicPeriod"/>
                      </a:pPr>
                      <a:r>
                        <a:rPr lang="en-US" dirty="0"/>
                        <a:t>Lorem Ipsum</a:t>
                      </a:r>
                    </a:p>
                  </a:txBody>
                  <a:tcPr/>
                </a:tc>
                <a:tc>
                  <a:txBody>
                    <a:bodyPr/>
                    <a:lstStyle/>
                    <a:p>
                      <a:pPr marL="342900" indent="-342900">
                        <a:buFont typeface="+mj-lt"/>
                        <a:buAutoNum type="arabicPeriod"/>
                      </a:pPr>
                      <a:r>
                        <a:rPr lang="en-US" dirty="0"/>
                        <a:t>Lorem Ipsum (Causes motivation number 1) </a:t>
                      </a:r>
                    </a:p>
                  </a:txBody>
                  <a:tcPr/>
                </a:tc>
                <a:tc>
                  <a:txBody>
                    <a:bodyPr/>
                    <a:lstStyle/>
                    <a:p>
                      <a:pPr marL="342900" indent="-342900">
                        <a:buFont typeface="+mj-lt"/>
                        <a:buAutoNum type="arabicPeriod"/>
                      </a:pPr>
                      <a:r>
                        <a:rPr lang="en-US" dirty="0"/>
                        <a:t>Lorem Ipsum (causes motivation 2)</a:t>
                      </a:r>
                    </a:p>
                  </a:txBody>
                  <a:tcPr/>
                </a:tc>
                <a:extLst>
                  <a:ext uri="{0D108BD9-81ED-4DB2-BD59-A6C34878D82A}">
                    <a16:rowId xmlns:a16="http://schemas.microsoft.com/office/drawing/2014/main" val="462133832"/>
                  </a:ext>
                </a:extLst>
              </a:tr>
            </a:tbl>
          </a:graphicData>
        </a:graphic>
      </p:graphicFrame>
    </p:spTree>
    <p:extLst>
      <p:ext uri="{BB962C8B-B14F-4D97-AF65-F5344CB8AC3E}">
        <p14:creationId xmlns:p14="http://schemas.microsoft.com/office/powerpoint/2010/main" val="27503057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p:txBody>
          <a:bodyPr/>
          <a:lstStyle/>
          <a:p>
            <a:r>
              <a:rPr lang="en-US" dirty="0"/>
              <a:t>Level 2 : How Community WHYS </a:t>
            </a:r>
            <a:br>
              <a:rPr lang="en-US" dirty="0"/>
            </a:br>
            <a:r>
              <a:rPr lang="en-US" dirty="0"/>
              <a:t>is conducted</a:t>
            </a:r>
          </a:p>
        </p:txBody>
      </p:sp>
      <p:grpSp>
        <p:nvGrpSpPr>
          <p:cNvPr id="12" name="Groupe 11">
            <a:extLst>
              <a:ext uri="{FF2B5EF4-FFF2-40B4-BE49-F238E27FC236}">
                <a16:creationId xmlns:a16="http://schemas.microsoft.com/office/drawing/2014/main" id="{1B94675C-2E62-44A0-A392-808EA0131B26}"/>
              </a:ext>
            </a:extLst>
          </p:cNvPr>
          <p:cNvGrpSpPr/>
          <p:nvPr/>
        </p:nvGrpSpPr>
        <p:grpSpPr>
          <a:xfrm>
            <a:off x="11042409" y="694872"/>
            <a:ext cx="1149591" cy="1016630"/>
            <a:chOff x="3239584" y="4265153"/>
            <a:chExt cx="944022" cy="834837"/>
          </a:xfrm>
        </p:grpSpPr>
        <p:grpSp>
          <p:nvGrpSpPr>
            <p:cNvPr id="13" name="Groupe 12">
              <a:extLst>
                <a:ext uri="{FF2B5EF4-FFF2-40B4-BE49-F238E27FC236}">
                  <a16:creationId xmlns:a16="http://schemas.microsoft.com/office/drawing/2014/main" id="{D80BC6E9-2973-4102-A899-2756BA194BF9}"/>
                </a:ext>
              </a:extLst>
            </p:cNvPr>
            <p:cNvGrpSpPr/>
            <p:nvPr/>
          </p:nvGrpSpPr>
          <p:grpSpPr>
            <a:xfrm>
              <a:off x="3239584" y="4265153"/>
              <a:ext cx="944022" cy="834837"/>
              <a:chOff x="3239584" y="4265153"/>
              <a:chExt cx="944022" cy="834837"/>
            </a:xfrm>
          </p:grpSpPr>
          <p:pic>
            <p:nvPicPr>
              <p:cNvPr id="15" name="Graphique 14" descr="Personne confuse avec un remplissage uni">
                <a:extLst>
                  <a:ext uri="{FF2B5EF4-FFF2-40B4-BE49-F238E27FC236}">
                    <a16:creationId xmlns:a16="http://schemas.microsoft.com/office/drawing/2014/main" id="{8E3F554B-ADB6-447C-A55F-7DA71CA07E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9584" y="4281195"/>
                <a:ext cx="818795" cy="818795"/>
              </a:xfrm>
              <a:prstGeom prst="rect">
                <a:avLst/>
              </a:prstGeom>
            </p:spPr>
          </p:pic>
          <p:pic>
            <p:nvPicPr>
              <p:cNvPr id="16" name="Graphique 15" descr="Calendrier journalier avec un remplissage uni">
                <a:extLst>
                  <a:ext uri="{FF2B5EF4-FFF2-40B4-BE49-F238E27FC236}">
                    <a16:creationId xmlns:a16="http://schemas.microsoft.com/office/drawing/2014/main" id="{3EDD1170-503C-422A-9B26-46027D9834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26152" y="4265153"/>
                <a:ext cx="357454" cy="357454"/>
              </a:xfrm>
              <a:prstGeom prst="rect">
                <a:avLst/>
              </a:prstGeom>
            </p:spPr>
          </p:pic>
        </p:grpSp>
        <p:pic>
          <p:nvPicPr>
            <p:cNvPr id="14" name="Image 13">
              <a:extLst>
                <a:ext uri="{FF2B5EF4-FFF2-40B4-BE49-F238E27FC236}">
                  <a16:creationId xmlns:a16="http://schemas.microsoft.com/office/drawing/2014/main" id="{82BC3947-053B-49DF-B15E-678F561FA0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sp>
        <p:nvSpPr>
          <p:cNvPr id="17" name="Bulle narrative : ronde 16">
            <a:extLst>
              <a:ext uri="{FF2B5EF4-FFF2-40B4-BE49-F238E27FC236}">
                <a16:creationId xmlns:a16="http://schemas.microsoft.com/office/drawing/2014/main" id="{5DC8DA58-75F4-4305-BB2B-B0BE2336973A}"/>
              </a:ext>
            </a:extLst>
          </p:cNvPr>
          <p:cNvSpPr/>
          <p:nvPr/>
        </p:nvSpPr>
        <p:spPr>
          <a:xfrm>
            <a:off x="9426450" y="95798"/>
            <a:ext cx="1587081" cy="932108"/>
          </a:xfrm>
          <a:prstGeom prst="wedgeEllipseCallout">
            <a:avLst>
              <a:gd name="adj1" fmla="val 71412"/>
              <a:gd name="adj2" fmla="val 18688"/>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To understand what happens in the workshop</a:t>
            </a:r>
          </a:p>
        </p:txBody>
      </p:sp>
      <p:sp>
        <p:nvSpPr>
          <p:cNvPr id="23" name="Flèche : droite 22">
            <a:extLst>
              <a:ext uri="{FF2B5EF4-FFF2-40B4-BE49-F238E27FC236}">
                <a16:creationId xmlns:a16="http://schemas.microsoft.com/office/drawing/2014/main" id="{011DBE07-86F4-4C26-89A1-335718E27CF9}"/>
              </a:ext>
            </a:extLst>
          </p:cNvPr>
          <p:cNvSpPr/>
          <p:nvPr/>
        </p:nvSpPr>
        <p:spPr>
          <a:xfrm>
            <a:off x="217648" y="1061788"/>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1255714558"/>
              </p:ext>
            </p:extLst>
          </p:nvPr>
        </p:nvGraphicFramePr>
        <p:xfrm>
          <a:off x="217646" y="1603540"/>
          <a:ext cx="10421855" cy="4350393"/>
        </p:xfrm>
        <a:graphic>
          <a:graphicData uri="http://schemas.openxmlformats.org/drawingml/2006/table">
            <a:tbl>
              <a:tblPr firstRow="1" bandRow="1">
                <a:tableStyleId>{5C22544A-7EE6-4342-B048-85BDC9FD1C3A}</a:tableStyleId>
              </a:tblPr>
              <a:tblGrid>
                <a:gridCol w="1796089">
                  <a:extLst>
                    <a:ext uri="{9D8B030D-6E8A-4147-A177-3AD203B41FA5}">
                      <a16:colId xmlns:a16="http://schemas.microsoft.com/office/drawing/2014/main" val="1302591909"/>
                    </a:ext>
                  </a:extLst>
                </a:gridCol>
                <a:gridCol w="6873411">
                  <a:extLst>
                    <a:ext uri="{9D8B030D-6E8A-4147-A177-3AD203B41FA5}">
                      <a16:colId xmlns:a16="http://schemas.microsoft.com/office/drawing/2014/main" val="1572267126"/>
                    </a:ext>
                  </a:extLst>
                </a:gridCol>
                <a:gridCol w="1752355">
                  <a:extLst>
                    <a:ext uri="{9D8B030D-6E8A-4147-A177-3AD203B41FA5}">
                      <a16:colId xmlns:a16="http://schemas.microsoft.com/office/drawing/2014/main" val="4222483745"/>
                    </a:ext>
                  </a:extLst>
                </a:gridCol>
              </a:tblGrid>
              <a:tr h="828942">
                <a:tc>
                  <a:txBody>
                    <a:bodyPr/>
                    <a:lstStyle/>
                    <a:p>
                      <a:r>
                        <a:rPr lang="en-US" sz="1400" noProof="0"/>
                        <a:t>Opening: </a:t>
                      </a:r>
                    </a:p>
                    <a:p>
                      <a:r>
                        <a:rPr lang="en-US" sz="1400" noProof="0"/>
                        <a:t>Welcoming, Intro, Icebreaker, ...</a:t>
                      </a:r>
                    </a:p>
                  </a:txBody>
                  <a:tcPr/>
                </a:tc>
                <a:tc>
                  <a:txBody>
                    <a:bodyPr/>
                    <a:lstStyle/>
                    <a:p>
                      <a:pPr algn="ctr"/>
                      <a:r>
                        <a:rPr lang="en-US" sz="1400" noProof="0"/>
                        <a:t>Steps</a:t>
                      </a:r>
                    </a:p>
                    <a:p>
                      <a:pPr algn="ctr"/>
                      <a:r>
                        <a:rPr lang="en-US" sz="1400" noProof="0"/>
                        <a:t>Rules of the Workshop, Narrative</a:t>
                      </a:r>
                    </a:p>
                  </a:txBody>
                  <a:tcPr/>
                </a:tc>
                <a:tc>
                  <a:txBody>
                    <a:bodyPr/>
                    <a:lstStyle/>
                    <a:p>
                      <a:r>
                        <a:rPr lang="en-US" sz="1400" noProof="0" dirty="0"/>
                        <a:t>Closing :</a:t>
                      </a:r>
                    </a:p>
                    <a:p>
                      <a:r>
                        <a:rPr lang="en-US" sz="1400" noProof="0" dirty="0"/>
                        <a:t>Debriefing, Thanking, …</a:t>
                      </a:r>
                    </a:p>
                  </a:txBody>
                  <a:tcPr/>
                </a:tc>
                <a:extLst>
                  <a:ext uri="{0D108BD9-81ED-4DB2-BD59-A6C34878D82A}">
                    <a16:rowId xmlns:a16="http://schemas.microsoft.com/office/drawing/2014/main" val="1724558119"/>
                  </a:ext>
                </a:extLst>
              </a:tr>
              <a:tr h="3521451">
                <a:tc>
                  <a:txBody>
                    <a:bodyPr/>
                    <a:lstStyle/>
                    <a:p>
                      <a:r>
                        <a:rPr lang="en-US" sz="1400" noProof="0" dirty="0"/>
                        <a:t>5 minutes</a:t>
                      </a:r>
                    </a:p>
                    <a:p>
                      <a:r>
                        <a:rPr lang="en-US" sz="1400" noProof="0" dirty="0"/>
                        <a:t>Introduce the intention of the Community WHYS workshop</a:t>
                      </a:r>
                    </a:p>
                    <a:p>
                      <a:endParaRPr lang="en-US" sz="1400" noProof="0" dirty="0"/>
                    </a:p>
                    <a:p>
                      <a:r>
                        <a:rPr lang="en-US" sz="1400" noProof="0" dirty="0"/>
                        <a:t>5 minutes (optional)</a:t>
                      </a:r>
                    </a:p>
                    <a:p>
                      <a:r>
                        <a:rPr lang="en-US" sz="1400" noProof="0" dirty="0"/>
                        <a:t>Present the different sub-workshop</a:t>
                      </a:r>
                    </a:p>
                    <a:p>
                      <a:endParaRPr lang="en-US" sz="1400" noProof="0" dirty="0"/>
                    </a:p>
                    <a:p>
                      <a:r>
                        <a:rPr lang="en-US" sz="1400" noProof="0" dirty="0"/>
                        <a:t>OR</a:t>
                      </a:r>
                    </a:p>
                    <a:p>
                      <a:r>
                        <a:rPr lang="en-US" sz="1400" noProof="0" dirty="0"/>
                        <a:t>0 minutes</a:t>
                      </a:r>
                    </a:p>
                    <a:p>
                      <a:r>
                        <a:rPr lang="en-US" sz="1400" noProof="0" dirty="0"/>
                        <a:t>Choose the simplified version.</a:t>
                      </a:r>
                    </a:p>
                  </a:txBody>
                  <a:tcPr/>
                </a:tc>
                <a:tc>
                  <a:txBody>
                    <a:bodyPr/>
                    <a:lstStyle/>
                    <a:p>
                      <a:r>
                        <a:rPr lang="en-US" sz="1400" noProof="0" dirty="0"/>
                        <a:t>30-45 minutes per sub-workshop</a:t>
                      </a:r>
                    </a:p>
                    <a:p>
                      <a:r>
                        <a:rPr lang="en-US" sz="1400" noProof="0" dirty="0"/>
                        <a:t>Explain the model </a:t>
                      </a:r>
                    </a:p>
                    <a:p>
                      <a:r>
                        <a:rPr lang="en-US" sz="1400" noProof="0" dirty="0"/>
                        <a:t>Share about one example</a:t>
                      </a:r>
                    </a:p>
                    <a:p>
                      <a:r>
                        <a:rPr lang="en-US" sz="1400" noProof="0" dirty="0"/>
                        <a:t>Perform the workshop, using it as a Canvas</a:t>
                      </a:r>
                    </a:p>
                  </a:txBody>
                  <a:tcPr/>
                </a:tc>
                <a:tc>
                  <a:txBody>
                    <a:bodyPr/>
                    <a:lstStyle/>
                    <a:p>
                      <a:r>
                        <a:rPr lang="en-US" sz="1400" noProof="0" dirty="0"/>
                        <a:t>5-10 minutes</a:t>
                      </a:r>
                    </a:p>
                    <a:p>
                      <a:endParaRPr lang="en-US" sz="1400" noProof="0" dirty="0"/>
                    </a:p>
                    <a:p>
                      <a:r>
                        <a:rPr lang="en-US" sz="1400" noProof="0" dirty="0"/>
                        <a:t>Ask participants about level of motivation to launch (before the workshop, and after)</a:t>
                      </a:r>
                    </a:p>
                    <a:p>
                      <a:endParaRPr lang="en-US" sz="1400" noProof="0" dirty="0"/>
                    </a:p>
                    <a:p>
                      <a:r>
                        <a:rPr lang="en-US" sz="1400" noProof="0" dirty="0"/>
                        <a:t>Choose the next sub-workshop if any</a:t>
                      </a:r>
                    </a:p>
                  </a:txBody>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829133" y="3440301"/>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b="1" dirty="0">
                <a:solidFill>
                  <a:srgbClr val="000000"/>
                </a:solidFill>
                <a:cs typeface="Calibri"/>
              </a:rPr>
              <a:t>Total :</a:t>
            </a:r>
          </a:p>
          <a:p>
            <a:pPr marL="0" indent="0" algn="ctr">
              <a:buFont typeface="Arial" panose="020B0604020202020204" pitchFamily="34" charset="0"/>
              <a:buNone/>
            </a:pPr>
            <a:r>
              <a:rPr lang="en-US" sz="2000" b="1" dirty="0">
                <a:solidFill>
                  <a:srgbClr val="000000"/>
                </a:solidFill>
                <a:cs typeface="Calibri"/>
              </a:rPr>
              <a:t>1h </a:t>
            </a:r>
          </a:p>
        </p:txBody>
      </p:sp>
    </p:spTree>
    <p:extLst>
      <p:ext uri="{BB962C8B-B14F-4D97-AF65-F5344CB8AC3E}">
        <p14:creationId xmlns:p14="http://schemas.microsoft.com/office/powerpoint/2010/main" val="42897242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normAutofit/>
          </a:bodyPr>
          <a:lstStyle/>
          <a:p>
            <a:r>
              <a:rPr lang="en-US" dirty="0"/>
              <a:t>Level 3 : Organizing Community </a:t>
            </a:r>
            <a:br>
              <a:rPr lang="en-US" dirty="0"/>
            </a:br>
            <a:r>
              <a:rPr lang="en-US" dirty="0"/>
              <a:t>WHYS Workshops</a:t>
            </a:r>
          </a:p>
        </p:txBody>
      </p:sp>
      <p:grpSp>
        <p:nvGrpSpPr>
          <p:cNvPr id="9" name="Groupe 8">
            <a:extLst>
              <a:ext uri="{FF2B5EF4-FFF2-40B4-BE49-F238E27FC236}">
                <a16:creationId xmlns:a16="http://schemas.microsoft.com/office/drawing/2014/main" id="{22C618E6-D7BF-4A78-804F-BAFBB571C516}"/>
              </a:ext>
            </a:extLst>
          </p:cNvPr>
          <p:cNvGrpSpPr/>
          <p:nvPr/>
        </p:nvGrpSpPr>
        <p:grpSpPr>
          <a:xfrm>
            <a:off x="10879216" y="626812"/>
            <a:ext cx="1191184" cy="1126443"/>
            <a:chOff x="4763560" y="3762738"/>
            <a:chExt cx="978178" cy="925014"/>
          </a:xfrm>
        </p:grpSpPr>
        <p:grpSp>
          <p:nvGrpSpPr>
            <p:cNvPr id="10" name="Groupe 9">
              <a:extLst>
                <a:ext uri="{FF2B5EF4-FFF2-40B4-BE49-F238E27FC236}">
                  <a16:creationId xmlns:a16="http://schemas.microsoft.com/office/drawing/2014/main" id="{9F036C2B-2CA1-4C86-8925-EBC0C35220D4}"/>
                </a:ext>
              </a:extLst>
            </p:cNvPr>
            <p:cNvGrpSpPr/>
            <p:nvPr/>
          </p:nvGrpSpPr>
          <p:grpSpPr>
            <a:xfrm flipH="1">
              <a:off x="4766064" y="3762738"/>
              <a:ext cx="975674" cy="925014"/>
              <a:chOff x="4716415" y="3792004"/>
              <a:chExt cx="1009529" cy="925014"/>
            </a:xfrm>
          </p:grpSpPr>
          <p:pic>
            <p:nvPicPr>
              <p:cNvPr id="13" name="Graphique 12" descr="Mégaphone1 avec un remplissage uni">
                <a:extLst>
                  <a:ext uri="{FF2B5EF4-FFF2-40B4-BE49-F238E27FC236}">
                    <a16:creationId xmlns:a16="http://schemas.microsoft.com/office/drawing/2014/main" id="{F150C06D-EF41-440E-924D-5BC8247FBE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14" name="Groupe 13">
                <a:extLst>
                  <a:ext uri="{FF2B5EF4-FFF2-40B4-BE49-F238E27FC236}">
                    <a16:creationId xmlns:a16="http://schemas.microsoft.com/office/drawing/2014/main" id="{3B9260DA-7324-41BA-ADFF-8E7FF8DADB80}"/>
                  </a:ext>
                </a:extLst>
              </p:cNvPr>
              <p:cNvGrpSpPr/>
              <p:nvPr/>
            </p:nvGrpSpPr>
            <p:grpSpPr>
              <a:xfrm>
                <a:off x="5048496" y="3886444"/>
                <a:ext cx="633086" cy="830574"/>
                <a:chOff x="5018285" y="3873291"/>
                <a:chExt cx="696980" cy="914400"/>
              </a:xfrm>
            </p:grpSpPr>
            <p:pic>
              <p:nvPicPr>
                <p:cNvPr id="17" name="Graphique 16" descr="Personne confuse avec un remplissage uni">
                  <a:extLst>
                    <a:ext uri="{FF2B5EF4-FFF2-40B4-BE49-F238E27FC236}">
                      <a16:creationId xmlns:a16="http://schemas.microsoft.com/office/drawing/2014/main" id="{7B3632AA-9A4F-44F7-9EDA-EE7F88DB6F9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8" name="Rectangle : coins arrondis 17">
                  <a:extLst>
                    <a:ext uri="{FF2B5EF4-FFF2-40B4-BE49-F238E27FC236}">
                      <a16:creationId xmlns:a16="http://schemas.microsoft.com/office/drawing/2014/main" id="{F319ED8F-15E4-4D6B-B48F-07814F592F4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pic>
            <p:nvPicPr>
              <p:cNvPr id="15" name="Graphique 14" descr="Balance de la justice avec un remplissage uni">
                <a:extLst>
                  <a:ext uri="{FF2B5EF4-FFF2-40B4-BE49-F238E27FC236}">
                    <a16:creationId xmlns:a16="http://schemas.microsoft.com/office/drawing/2014/main" id="{A745B04D-2947-4574-9BB4-DAAF578BB9C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6" name="Image 15">
                <a:extLst>
                  <a:ext uri="{FF2B5EF4-FFF2-40B4-BE49-F238E27FC236}">
                    <a16:creationId xmlns:a16="http://schemas.microsoft.com/office/drawing/2014/main" id="{E2684A05-74F8-4201-9875-78D99DE0E7C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1" name="Graphique 10" descr="Balance de la justice avec un remplissage uni">
              <a:extLst>
                <a:ext uri="{FF2B5EF4-FFF2-40B4-BE49-F238E27FC236}">
                  <a16:creationId xmlns:a16="http://schemas.microsoft.com/office/drawing/2014/main" id="{031C855C-EFCF-4084-AC48-4D3C6B333BF8}"/>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12" name="Graphique 11" descr="Balance de la justice avec un remplissage uni">
              <a:extLst>
                <a:ext uri="{FF2B5EF4-FFF2-40B4-BE49-F238E27FC236}">
                  <a16:creationId xmlns:a16="http://schemas.microsoft.com/office/drawing/2014/main" id="{AEC582A8-CF49-45B1-A384-33891477BDCE}"/>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
        <p:nvSpPr>
          <p:cNvPr id="19" name="Bulle narrative : ronde 18">
            <a:extLst>
              <a:ext uri="{FF2B5EF4-FFF2-40B4-BE49-F238E27FC236}">
                <a16:creationId xmlns:a16="http://schemas.microsoft.com/office/drawing/2014/main" id="{7C7BD0D0-9C46-4E46-ADCF-956D2D933F6C}"/>
              </a:ext>
            </a:extLst>
          </p:cNvPr>
          <p:cNvSpPr/>
          <p:nvPr/>
        </p:nvSpPr>
        <p:spPr>
          <a:xfrm>
            <a:off x="9019713" y="-23454"/>
            <a:ext cx="2276351" cy="1456415"/>
          </a:xfrm>
          <a:prstGeom prst="wedgeEllipseCallout">
            <a:avLst>
              <a:gd name="adj1" fmla="val 46891"/>
              <a:gd name="adj2" fmla="val 737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To verify that it corresponds to my needs and abilities. </a:t>
            </a:r>
          </a:p>
          <a:p>
            <a:pPr algn="ctr"/>
            <a:endParaRPr lang="en-US" sz="1200" dirty="0">
              <a:solidFill>
                <a:schemeClr val="tx1"/>
              </a:solidFill>
            </a:endParaRPr>
          </a:p>
          <a:p>
            <a:pPr algn="ctr"/>
            <a:r>
              <a:rPr lang="en-US" sz="1200" dirty="0">
                <a:solidFill>
                  <a:schemeClr val="tx1"/>
                </a:solidFill>
              </a:rPr>
              <a:t>Then to easily organize the session</a:t>
            </a:r>
          </a:p>
        </p:txBody>
      </p:sp>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402256" y="191522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🎓Educational objectives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402256" y="249442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t>Understand the key elements that motivate the founding of a Community.</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3321056" y="191522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t>🎯Operational goals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3321056" y="2494428"/>
            <a:ext cx="2845965" cy="1690823"/>
          </a:xfrm>
          <a:prstGeom prst="rect">
            <a:avLst/>
          </a:prstGeom>
          <a:solidFill>
            <a:schemeClr val="accent2">
              <a:lumMod val="20000"/>
              <a:lumOff val="80000"/>
            </a:schemeClr>
          </a:solidFill>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The following elements are shared, discussed step by step, clarified and easier to communicate by Community Founders : Purpose, Target Impact, Timing, Contribution, Community experience, potential stories</a:t>
            </a:r>
          </a:p>
          <a:p>
            <a:r>
              <a:rPr lang="en-US" sz="1200" dirty="0"/>
              <a:t>Members are motivated by creating the Community and want to start planning next (first) steps</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6253803" y="191522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dirty="0"/>
              <a:t>🧑‍🤝‍🧑Ideal Audience</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6253803" y="2494428"/>
            <a:ext cx="2832018" cy="1690823"/>
          </a:xfrm>
          <a:prstGeom prst="rect">
            <a:avLst/>
          </a:prstGeom>
          <a:solidFill>
            <a:schemeClr val="bg1">
              <a:lumMod val="95000"/>
            </a:schemeClr>
          </a:solidFill>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This workshop has been designed for Corporate Communities, but it can fit other types of small Communities. </a:t>
            </a:r>
          </a:p>
          <a:p>
            <a:pPr marL="0" indent="0">
              <a:buNone/>
            </a:pPr>
            <a:r>
              <a:rPr lang="en-US" sz="1200" dirty="0"/>
              <a:t>Participants should be founders of the Community and future contributors.</a:t>
            </a:r>
          </a:p>
          <a:p>
            <a:pPr marL="0" indent="0">
              <a:buNone/>
            </a:pPr>
            <a:r>
              <a:rPr lang="en-US" sz="1200" dirty="0"/>
              <a:t>Max number is 15, recommended is 5 to 10. Beyond 15, small groups should be created to focus on sub-workshops and share. </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9172603" y="191522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dirty="0"/>
              <a:t>🛠️Examples of uses and problems addressed</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9172603" y="2494428"/>
            <a:ext cx="2832018" cy="1690823"/>
          </a:xfrm>
          <a:prstGeom prst="rect">
            <a:avLst/>
          </a:prstGeom>
          <a:solidFill>
            <a:schemeClr val="bg1"/>
          </a:solidFill>
          <a:ln>
            <a:solidFill>
              <a:schemeClr val="tx1"/>
            </a:solidFill>
          </a:ln>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Future founders of Corporate Community XYZ have many ideas, goals and insights to share but it has been only small discussions up to now. </a:t>
            </a:r>
          </a:p>
          <a:p>
            <a:pPr marL="0" indent="0">
              <a:buNone/>
            </a:pPr>
            <a:r>
              <a:rPr lang="en-US" sz="1200" dirty="0"/>
              <a:t>They would like to gather to clarify their WHYS, especially to be able to communicate it beyond their own circle (to sponsors and potential future members). They use Community WHYS workshop as a founding step to share and agree before an official Community kick off.</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402256" y="4222846"/>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Topics not covered in this workshop</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402256" y="4802052"/>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t>Engagement level </a:t>
            </a:r>
          </a:p>
          <a:p>
            <a:pPr marL="0" indent="0">
              <a:buFont typeface="Arial" panose="020B0604020202020204" pitchFamily="34" charset="0"/>
              <a:buNone/>
            </a:pPr>
            <a:r>
              <a:rPr lang="en-US" sz="1200" dirty="0"/>
              <a:t>Mapping the topics</a:t>
            </a:r>
          </a:p>
          <a:p>
            <a:pPr marL="0" indent="0">
              <a:buFont typeface="Arial" panose="020B0604020202020204" pitchFamily="34" charset="0"/>
              <a:buNone/>
            </a:pPr>
            <a:r>
              <a:rPr lang="en-US" sz="1200" dirty="0"/>
              <a:t>Community first moves </a:t>
            </a:r>
          </a:p>
          <a:p>
            <a:pPr marL="0" indent="0">
              <a:buFont typeface="Arial" panose="020B0604020202020204" pitchFamily="34" charset="0"/>
              <a:buNone/>
            </a:pPr>
            <a:r>
              <a:rPr lang="en-US" sz="1200" dirty="0"/>
              <a:t>Community HOWS and WHATS</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3321056" y="4222846"/>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t>📅Logistics</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3321056" y="4802052"/>
            <a:ext cx="2845965" cy="1690823"/>
          </a:xfrm>
          <a:prstGeom prst="rect">
            <a:avLst/>
          </a:prstGeom>
          <a:solidFill>
            <a:schemeClr val="accent2">
              <a:lumMod val="20000"/>
              <a:lumOff val="80000"/>
            </a:schemeClr>
          </a:solidFill>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t>Each sub-workshop should not last more than 45 minutes. An acceptable target for each sub-workshop is 30 minutes.</a:t>
            </a:r>
          </a:p>
          <a:p>
            <a:pPr marL="0" indent="0">
              <a:buFont typeface="Arial" panose="020B0604020202020204" pitchFamily="34" charset="0"/>
              <a:buNone/>
            </a:pPr>
            <a:r>
              <a:rPr lang="en-US" sz="1200" dirty="0"/>
              <a:t>Sub-workshops can be spread over several sessions. Not all sub-workshops are necessary for all Communities.</a:t>
            </a:r>
          </a:p>
          <a:p>
            <a:pPr marL="0" indent="0">
              <a:buFont typeface="Arial" panose="020B0604020202020204" pitchFamily="34" charset="0"/>
              <a:buNone/>
            </a:pPr>
            <a:r>
              <a:rPr lang="en-US" sz="1200" dirty="0"/>
              <a:t>Most sub-workshops require a virtual wall in their visual workshop version, and can also be performed on a physical wall.</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6253803" y="4222846"/>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dirty="0"/>
              <a:t>💡Ideas of complementary content</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6253803" y="4802052"/>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Community Canvas </a:t>
            </a:r>
          </a:p>
          <a:p>
            <a:pPr marL="0" indent="0">
              <a:buNone/>
            </a:pPr>
            <a:r>
              <a:rPr lang="en-US" sz="1200" dirty="0"/>
              <a:t>W1 Time Investment profiles</a:t>
            </a:r>
          </a:p>
          <a:p>
            <a:pPr marL="0" indent="0">
              <a:buNone/>
            </a:pPr>
            <a:r>
              <a:rPr lang="en-US" sz="1200" dirty="0"/>
              <a:t>W2 Topics Mapping</a:t>
            </a:r>
          </a:p>
          <a:p>
            <a:pPr marL="0" indent="0">
              <a:buNone/>
            </a:pPr>
            <a:r>
              <a:rPr lang="en-US" sz="1200" dirty="0"/>
              <a:t>W3 Engagement Level Workshop</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9172603" y="4222846"/>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dirty="0"/>
              <a:t>🎤Pitch to copy-paste in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9172603" y="4802052"/>
            <a:ext cx="2832018" cy="1690823"/>
          </a:xfrm>
          <a:prstGeom prst="rect">
            <a:avLst/>
          </a:prstGeom>
          <a:solidFill>
            <a:schemeClr val="bg1"/>
          </a:solidFill>
          <a:ln>
            <a:solidFill>
              <a:schemeClr val="tx1"/>
            </a:solidFill>
          </a:ln>
        </p:spPr>
        <p:txBody>
          <a:bodyPr vert="horz" lIns="91440" tIns="45720" rIns="91440" bIns="45720" rtlCol="0" anchor="t">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Launching a Community is an exciting experience, but a bad launch can sometimes waste a strong motivation and good intentions.</a:t>
            </a:r>
          </a:p>
          <a:p>
            <a:pPr marL="0" indent="0">
              <a:buNone/>
            </a:pPr>
            <a:r>
              <a:rPr lang="en-US" sz="1200" dirty="0"/>
              <a:t>But how can we start thorough imagination about Communities, which is both so common and so complex</a:t>
            </a:r>
          </a:p>
          <a:p>
            <a:pPr marL="0" indent="0">
              <a:buNone/>
            </a:pPr>
            <a:r>
              <a:rPr lang="en-US" sz="1200" dirty="0"/>
              <a:t> Community WHYS is a set of workshops that are meant to help founders structure and discuss about Communities they launch.</a:t>
            </a:r>
          </a:p>
          <a:p>
            <a:pPr marL="0" indent="0">
              <a:buNone/>
            </a:pPr>
            <a:r>
              <a:rPr lang="en-US" sz="1200" dirty="0"/>
              <a:t> It asks questions that are key to motivation on the short term and the long term.</a:t>
            </a:r>
          </a:p>
        </p:txBody>
      </p:sp>
    </p:spTree>
    <p:extLst>
      <p:ext uri="{BB962C8B-B14F-4D97-AF65-F5344CB8AC3E}">
        <p14:creationId xmlns:p14="http://schemas.microsoft.com/office/powerpoint/2010/main" val="4713993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en-US" dirty="0"/>
              <a:t>Level 5 : Hosting Community Whys</a:t>
            </a:r>
          </a:p>
        </p:txBody>
      </p:sp>
      <p:grpSp>
        <p:nvGrpSpPr>
          <p:cNvPr id="22" name="Groupe 21">
            <a:extLst>
              <a:ext uri="{FF2B5EF4-FFF2-40B4-BE49-F238E27FC236}">
                <a16:creationId xmlns:a16="http://schemas.microsoft.com/office/drawing/2014/main" id="{B3BFD430-8DFD-4E9B-96C5-84F803FBBF82}"/>
              </a:ext>
            </a:extLst>
          </p:cNvPr>
          <p:cNvGrpSpPr/>
          <p:nvPr/>
        </p:nvGrpSpPr>
        <p:grpSpPr>
          <a:xfrm>
            <a:off x="10755855" y="301638"/>
            <a:ext cx="1195890" cy="1294984"/>
            <a:chOff x="7560150" y="2879049"/>
            <a:chExt cx="982042" cy="1063416"/>
          </a:xfrm>
          <a:solidFill>
            <a:srgbClr val="ED7D31"/>
          </a:solidFill>
        </p:grpSpPr>
        <p:grpSp>
          <p:nvGrpSpPr>
            <p:cNvPr id="23" name="Groupe 22">
              <a:extLst>
                <a:ext uri="{FF2B5EF4-FFF2-40B4-BE49-F238E27FC236}">
                  <a16:creationId xmlns:a16="http://schemas.microsoft.com/office/drawing/2014/main" id="{0C3D3636-955B-44FC-BFDE-25237AEADF99}"/>
                </a:ext>
              </a:extLst>
            </p:cNvPr>
            <p:cNvGrpSpPr/>
            <p:nvPr/>
          </p:nvGrpSpPr>
          <p:grpSpPr>
            <a:xfrm>
              <a:off x="7798849" y="2879049"/>
              <a:ext cx="743343" cy="1063416"/>
              <a:chOff x="6391015" y="3260296"/>
              <a:chExt cx="743343" cy="1063416"/>
            </a:xfrm>
            <a:grpFill/>
          </p:grpSpPr>
          <p:grpSp>
            <p:nvGrpSpPr>
              <p:cNvPr id="25" name="Groupe 24">
                <a:extLst>
                  <a:ext uri="{FF2B5EF4-FFF2-40B4-BE49-F238E27FC236}">
                    <a16:creationId xmlns:a16="http://schemas.microsoft.com/office/drawing/2014/main" id="{D9A794E3-BCAC-4969-BC48-AF353E7C6F2E}"/>
                  </a:ext>
                </a:extLst>
              </p:cNvPr>
              <p:cNvGrpSpPr/>
              <p:nvPr/>
            </p:nvGrpSpPr>
            <p:grpSpPr>
              <a:xfrm>
                <a:off x="6391015" y="3260296"/>
                <a:ext cx="743343" cy="1063416"/>
                <a:chOff x="6298348" y="3168316"/>
                <a:chExt cx="867130" cy="1240504"/>
              </a:xfrm>
              <a:grpFill/>
            </p:grpSpPr>
            <p:pic>
              <p:nvPicPr>
                <p:cNvPr id="27" name="Graphique 26" descr="Enseignant avec un remplissage uni">
                  <a:extLst>
                    <a:ext uri="{FF2B5EF4-FFF2-40B4-BE49-F238E27FC236}">
                      <a16:creationId xmlns:a16="http://schemas.microsoft.com/office/drawing/2014/main" id="{E38174B2-4283-41C3-B4D3-42979351FF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8" name="Graphique 27" descr="Personne confuse avec un remplissage uni">
                  <a:extLst>
                    <a:ext uri="{FF2B5EF4-FFF2-40B4-BE49-F238E27FC236}">
                      <a16:creationId xmlns:a16="http://schemas.microsoft.com/office/drawing/2014/main" id="{53235026-D934-434C-A739-0325E372EEE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29" name="Rectangle : coins arrondis 28">
                  <a:extLst>
                    <a:ext uri="{FF2B5EF4-FFF2-40B4-BE49-F238E27FC236}">
                      <a16:creationId xmlns:a16="http://schemas.microsoft.com/office/drawing/2014/main" id="{ABA7E79E-070A-4AAE-A9B6-4479E77D60A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pic>
            <p:nvPicPr>
              <p:cNvPr id="26" name="Image 25">
                <a:extLst>
                  <a:ext uri="{FF2B5EF4-FFF2-40B4-BE49-F238E27FC236}">
                    <a16:creationId xmlns:a16="http://schemas.microsoft.com/office/drawing/2014/main" id="{064D1641-7713-4380-BBC6-F0E65853D8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4" name="Graphique 23" descr="Presse-papiers mixte avec un remplissage uni">
              <a:extLst>
                <a:ext uri="{FF2B5EF4-FFF2-40B4-BE49-F238E27FC236}">
                  <a16:creationId xmlns:a16="http://schemas.microsoft.com/office/drawing/2014/main" id="{CF017196-6ADF-4107-8ABE-CAFC3BEAF3F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8"/>
            <a:ext cx="2811969" cy="634142"/>
          </a:xfrm>
          <a:prstGeom prst="wedgeEllipseCallout">
            <a:avLst>
              <a:gd name="adj1" fmla="val 43113"/>
              <a:gd name="adj2" fmla="val 72065"/>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Tips to host the event</a:t>
            </a:r>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2514918"/>
            <a:ext cx="2404138" cy="3520758"/>
          </a:xfrm>
        </p:spPr>
        <p:txBody>
          <a:bodyPr/>
          <a:lstStyle/>
          <a:p>
            <a:r>
              <a:rPr lang="en-US" sz="1400" dirty="0"/>
              <a:t>If you are a facilitator, do not interfere of course.</a:t>
            </a:r>
          </a:p>
          <a:p>
            <a:r>
              <a:rPr lang="en-US" sz="1400" dirty="0"/>
              <a:t>If you are both a member and a facilitator, make sure you talk last. Talking last helps you wrap up a part.</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2011680"/>
            <a:ext cx="2412076" cy="503237"/>
          </a:xfrm>
        </p:spPr>
        <p:txBody>
          <a:bodyPr>
            <a:normAutofit/>
          </a:bodyPr>
          <a:lstStyle/>
          <a:p>
            <a:r>
              <a:rPr lang="en-US" sz="1400" dirty="0"/>
              <a:t>⚖️Posture and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2514600"/>
            <a:ext cx="5247090" cy="3520758"/>
          </a:xfrm>
        </p:spPr>
        <p:txBody>
          <a:bodyPr/>
          <a:lstStyle/>
          <a:p>
            <a:r>
              <a:rPr lang="en-US" sz="1400" dirty="0"/>
              <a:t>Strong recommendation is to start with the pyramid of purpose.</a:t>
            </a:r>
          </a:p>
          <a:p>
            <a:endParaRPr lang="en-US" sz="1400" dirty="0"/>
          </a:p>
          <a:p>
            <a:r>
              <a:rPr lang="en-US" sz="1400" dirty="0"/>
              <a:t>Even if you talk last, be good in timekeeping others (and yourself!)</a:t>
            </a:r>
          </a:p>
          <a:p>
            <a:r>
              <a:rPr lang="en-US" sz="1400" dirty="0"/>
              <a:t>A Community imagination workshop can be slow to start if the wrong sub-workshop is chosen. Each sub-workshop is another way to imagine the Community, and motivations will vary among participants.</a:t>
            </a:r>
          </a:p>
          <a:p>
            <a:endParaRPr lang="en-US" sz="1400" dirty="0"/>
          </a:p>
          <a:p>
            <a:r>
              <a:rPr lang="en-US" sz="1400" dirty="0"/>
              <a:t>If members get excited too much (can it be “too much”?), make sure it does not imbalance “speaking time” between participants who are slow to start or shy, and participants who are talkative. </a:t>
            </a: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2011362"/>
            <a:ext cx="5255029" cy="503237"/>
          </a:xfrm>
        </p:spPr>
        <p:txBody>
          <a:bodyPr>
            <a:normAutofit/>
          </a:bodyPr>
          <a:lstStyle/>
          <a:p>
            <a:r>
              <a:rPr lang="en-US" sz="1400" dirty="0"/>
              <a:t>👨‍🏫Facilitation tips and tricks</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2514600"/>
            <a:ext cx="2404138" cy="3520758"/>
          </a:xfrm>
        </p:spPr>
        <p:txBody>
          <a:bodyPr/>
          <a:lstStyle/>
          <a:p>
            <a:r>
              <a:rPr lang="en-US" sz="1400" dirty="0"/>
              <a:t>How did it help us/you for the launch ? </a:t>
            </a:r>
          </a:p>
          <a:p>
            <a:endParaRPr lang="en-US" sz="1400" dirty="0"/>
          </a:p>
          <a:p>
            <a:r>
              <a:rPr lang="en-US" sz="1400" dirty="0"/>
              <a:t>What “next move” does it inspire us/you ? </a:t>
            </a:r>
          </a:p>
          <a:p>
            <a:endParaRPr lang="en-US" sz="1400" dirty="0"/>
          </a:p>
          <a:p>
            <a:r>
              <a:rPr lang="en-US" sz="1400" dirty="0"/>
              <a:t>What were the most relevant tickets in the session ?</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2011362"/>
            <a:ext cx="2412076" cy="503237"/>
          </a:xfrm>
        </p:spPr>
        <p:txBody>
          <a:bodyPr>
            <a:normAutofit/>
          </a:bodyPr>
          <a:lstStyle/>
          <a:p>
            <a:r>
              <a:rPr lang="en-US" sz="1400" dirty="0"/>
              <a:t>🙋Debriefing</a:t>
            </a:r>
          </a:p>
        </p:txBody>
      </p:sp>
    </p:spTree>
    <p:extLst>
      <p:ext uri="{BB962C8B-B14F-4D97-AF65-F5344CB8AC3E}">
        <p14:creationId xmlns:p14="http://schemas.microsoft.com/office/powerpoint/2010/main" val="4270376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en-US" dirty="0"/>
              <a:t>Level 6 : Adapting Community WHYS</a:t>
            </a:r>
          </a:p>
        </p:txBody>
      </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8"/>
            <a:ext cx="2811969" cy="809540"/>
          </a:xfrm>
          <a:prstGeom prst="wedgeEllipseCallout">
            <a:avLst>
              <a:gd name="adj1" fmla="val 55741"/>
              <a:gd name="adj2" fmla="val 84012"/>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To easily adapt the workshop and create variations</a:t>
            </a:r>
          </a:p>
        </p:txBody>
      </p:sp>
      <p:grpSp>
        <p:nvGrpSpPr>
          <p:cNvPr id="31" name="Groupe 30">
            <a:extLst>
              <a:ext uri="{FF2B5EF4-FFF2-40B4-BE49-F238E27FC236}">
                <a16:creationId xmlns:a16="http://schemas.microsoft.com/office/drawing/2014/main" id="{566822D7-BE59-42A3-8647-937CD139D65E}"/>
              </a:ext>
            </a:extLst>
          </p:cNvPr>
          <p:cNvGrpSpPr/>
          <p:nvPr/>
        </p:nvGrpSpPr>
        <p:grpSpPr>
          <a:xfrm>
            <a:off x="11294576" y="639192"/>
            <a:ext cx="897423" cy="865662"/>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1974725472"/>
              </p:ext>
            </p:extLst>
          </p:nvPr>
        </p:nvGraphicFramePr>
        <p:xfrm>
          <a:off x="6961023" y="1821540"/>
          <a:ext cx="4740676" cy="4661968"/>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en-US" sz="1200" noProof="0"/>
                        <a:t>Ideas for variations</a:t>
                      </a:r>
                    </a:p>
                  </a:txBody>
                  <a:tcPr/>
                </a:tc>
                <a:tc hMerge="1">
                  <a:txBody>
                    <a:bodyPr/>
                    <a:lstStyle/>
                    <a:p>
                      <a:endParaRPr lang="fr-FR" dirty="0"/>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en-US" sz="1200" b="1" kern="1200" noProof="0">
                          <a:solidFill>
                            <a:schemeClr val="lt1"/>
                          </a:solidFill>
                          <a:latin typeface="+mn-lt"/>
                          <a:ea typeface="+mn-ea"/>
                          <a:cs typeface="+mn-cs"/>
                        </a:rPr>
                        <a:t>Title of the variation or extension</a:t>
                      </a:r>
                    </a:p>
                  </a:txBody>
                  <a:tcPr>
                    <a:solidFill>
                      <a:srgbClr val="0683AA"/>
                    </a:solidFill>
                  </a:tcPr>
                </a:tc>
                <a:tc>
                  <a:txBody>
                    <a:bodyPr/>
                    <a:lstStyle/>
                    <a:p>
                      <a:pPr marL="0" algn="l" defTabSz="914400" rtl="0" eaLnBrk="1" latinLnBrk="0" hangingPunct="1"/>
                      <a:r>
                        <a:rPr lang="en-US" sz="1200" b="1" kern="1200" noProof="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r>
                        <a:rPr lang="en-US" sz="1100" noProof="0" dirty="0"/>
                        <a:t>WHY ME (extension)</a:t>
                      </a:r>
                    </a:p>
                  </a:txBody>
                  <a:tcPr/>
                </a:tc>
                <a:tc>
                  <a:txBody>
                    <a:bodyPr/>
                    <a:lstStyle/>
                    <a:p>
                      <a:r>
                        <a:rPr lang="en-US" sz="1100" noProof="0" dirty="0"/>
                        <a:t>Additional Sub-workshop asking each member to picture themselves in the Community : role, benefits, good and enjoyable moments. </a:t>
                      </a:r>
                    </a:p>
                    <a:p>
                      <a:endParaRPr lang="en-US" sz="1100" noProof="0" dirty="0"/>
                    </a:p>
                    <a:p>
                      <a:r>
                        <a:rPr lang="en-US" sz="1100" noProof="0" dirty="0"/>
                        <a:t>This variation can be important for self vision in the Community.</a:t>
                      </a:r>
                    </a:p>
                  </a:txBody>
                  <a:tcPr/>
                </a:tc>
                <a:extLst>
                  <a:ext uri="{0D108BD9-81ED-4DB2-BD59-A6C34878D82A}">
                    <a16:rowId xmlns:a16="http://schemas.microsoft.com/office/drawing/2014/main" val="4249539521"/>
                  </a:ext>
                </a:extLst>
              </a:tr>
              <a:tr h="396301">
                <a:tc>
                  <a:txBody>
                    <a:bodyPr/>
                    <a:lstStyle/>
                    <a:p>
                      <a:r>
                        <a:rPr lang="en-US" sz="1100" noProof="0" dirty="0"/>
                        <a:t>WHY THEM (extension)</a:t>
                      </a:r>
                    </a:p>
                  </a:txBody>
                  <a:tcPr/>
                </a:tc>
                <a:tc>
                  <a:txBody>
                    <a:bodyPr/>
                    <a:lstStyle/>
                    <a:p>
                      <a:r>
                        <a:rPr lang="en-US" sz="1100" noProof="0" dirty="0"/>
                        <a:t>Additional sub-workshop about sponsors, opponents, and their pressure over the future Community.</a:t>
                      </a:r>
                    </a:p>
                  </a:txBody>
                  <a:tcPr/>
                </a:tc>
                <a:extLst>
                  <a:ext uri="{0D108BD9-81ED-4DB2-BD59-A6C34878D82A}">
                    <a16:rowId xmlns:a16="http://schemas.microsoft.com/office/drawing/2014/main" val="1824107877"/>
                  </a:ext>
                </a:extLst>
              </a:tr>
              <a:tr h="396301">
                <a:tc>
                  <a:txBody>
                    <a:bodyPr/>
                    <a:lstStyle/>
                    <a:p>
                      <a:r>
                        <a:rPr lang="en-US" sz="1100" noProof="0" dirty="0"/>
                        <a:t>AUDITING TOOL (variation)</a:t>
                      </a:r>
                    </a:p>
                  </a:txBody>
                  <a:tcPr/>
                </a:tc>
                <a:tc>
                  <a:txBody>
                    <a:bodyPr/>
                    <a:lstStyle/>
                    <a:p>
                      <a:r>
                        <a:rPr lang="en-US" sz="1100" noProof="0" dirty="0"/>
                        <a:t>Use the various workshops to audit the motivation of a Community and see what it lacks</a:t>
                      </a:r>
                    </a:p>
                  </a:txBody>
                  <a:tcPr/>
                </a:tc>
                <a:extLst>
                  <a:ext uri="{0D108BD9-81ED-4DB2-BD59-A6C34878D82A}">
                    <a16:rowId xmlns:a16="http://schemas.microsoft.com/office/drawing/2014/main" val="1035027814"/>
                  </a:ext>
                </a:extLst>
              </a:tr>
              <a:tr h="396301">
                <a:tc>
                  <a:txBody>
                    <a:bodyPr/>
                    <a:lstStyle/>
                    <a:p>
                      <a:endParaRPr lang="en-US" sz="1100" noProof="0"/>
                    </a:p>
                  </a:txBody>
                  <a:tcPr/>
                </a:tc>
                <a:tc>
                  <a:txBody>
                    <a:bodyPr/>
                    <a:lstStyle/>
                    <a:p>
                      <a:endParaRPr lang="en-US" sz="1100" noProof="0"/>
                    </a:p>
                  </a:txBody>
                  <a:tcPr/>
                </a:tc>
                <a:extLst>
                  <a:ext uri="{0D108BD9-81ED-4DB2-BD59-A6C34878D82A}">
                    <a16:rowId xmlns:a16="http://schemas.microsoft.com/office/drawing/2014/main" val="122548462"/>
                  </a:ext>
                </a:extLst>
              </a:tr>
              <a:tr h="396301">
                <a:tc>
                  <a:txBody>
                    <a:bodyPr/>
                    <a:lstStyle/>
                    <a:p>
                      <a:endParaRPr lang="en-US" sz="1100" noProof="0"/>
                    </a:p>
                  </a:txBody>
                  <a:tcPr/>
                </a:tc>
                <a:tc>
                  <a:txBody>
                    <a:bodyPr/>
                    <a:lstStyle/>
                    <a:p>
                      <a:endParaRPr lang="en-US" sz="1100" noProof="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3034401768"/>
              </p:ext>
            </p:extLst>
          </p:nvPr>
        </p:nvGraphicFramePr>
        <p:xfrm>
          <a:off x="362762" y="1821540"/>
          <a:ext cx="6527768" cy="231140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53460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en-US" sz="1200" noProof="0"/>
                        <a:t>Version History</a:t>
                      </a:r>
                    </a:p>
                  </a:txBody>
                  <a:tcPr/>
                </a:tc>
                <a:tc hMerge="1">
                  <a:txBody>
                    <a:bodyPr/>
                    <a:lstStyle/>
                    <a:p>
                      <a:endParaRPr lang="fr-FR" sz="1200"/>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2987021370"/>
                  </a:ext>
                </a:extLst>
              </a:tr>
              <a:tr h="370840">
                <a:tc>
                  <a:txBody>
                    <a:bodyPr/>
                    <a:lstStyle/>
                    <a:p>
                      <a:r>
                        <a:rPr lang="en-US" sz="1200" b="1" kern="1200" noProof="0">
                          <a:solidFill>
                            <a:schemeClr val="lt1"/>
                          </a:solidFill>
                          <a:latin typeface="+mn-lt"/>
                          <a:ea typeface="+mn-ea"/>
                          <a:cs typeface="+mn-cs"/>
                        </a:rPr>
                        <a:t>Version </a:t>
                      </a:r>
                    </a:p>
                  </a:txBody>
                  <a:tcPr>
                    <a:solidFill>
                      <a:srgbClr val="ED7D31"/>
                    </a:solidFill>
                  </a:tcPr>
                </a:tc>
                <a:tc>
                  <a:txBody>
                    <a:bodyPr/>
                    <a:lstStyle/>
                    <a:p>
                      <a:r>
                        <a:rPr lang="en-US" sz="1200" b="1" kern="1200" noProof="0">
                          <a:solidFill>
                            <a:schemeClr val="lt1"/>
                          </a:solidFill>
                          <a:latin typeface="+mn-lt"/>
                          <a:ea typeface="+mn-ea"/>
                          <a:cs typeface="+mn-cs"/>
                        </a:rPr>
                        <a:t>Contributors</a:t>
                      </a:r>
                    </a:p>
                  </a:txBody>
                  <a:tcPr>
                    <a:solidFill>
                      <a:srgbClr val="ED7D31"/>
                    </a:solidFill>
                  </a:tcPr>
                </a:tc>
                <a:tc>
                  <a:txBody>
                    <a:bodyPr/>
                    <a:lstStyle/>
                    <a:p>
                      <a:r>
                        <a:rPr lang="en-US" sz="1200" b="1" kern="1200" noProof="0">
                          <a:solidFill>
                            <a:schemeClr val="lt1"/>
                          </a:solidFill>
                          <a:latin typeface="+mn-lt"/>
                          <a:ea typeface="+mn-ea"/>
                          <a:cs typeface="+mn-cs"/>
                        </a:rPr>
                        <a:t>Licence</a:t>
                      </a:r>
                    </a:p>
                  </a:txBody>
                  <a:tcPr>
                    <a:solidFill>
                      <a:srgbClr val="ED7D31"/>
                    </a:solidFill>
                  </a:tcPr>
                </a:tc>
                <a:tc>
                  <a:txBody>
                    <a:bodyPr/>
                    <a:lstStyle/>
                    <a:p>
                      <a:r>
                        <a:rPr lang="en-US" sz="1200" b="1" kern="1200" noProof="0">
                          <a:solidFill>
                            <a:schemeClr val="lt1"/>
                          </a:solidFill>
                          <a:latin typeface="+mn-lt"/>
                          <a:ea typeface="+mn-ea"/>
                          <a:cs typeface="+mn-cs"/>
                        </a:rPr>
                        <a:t>Comments</a:t>
                      </a:r>
                    </a:p>
                  </a:txBody>
                  <a:tcPr>
                    <a:solidFill>
                      <a:srgbClr val="ED7D31"/>
                    </a:solidFill>
                  </a:tcPr>
                </a:tc>
                <a:extLst>
                  <a:ext uri="{0D108BD9-81ED-4DB2-BD59-A6C34878D82A}">
                    <a16:rowId xmlns:a16="http://schemas.microsoft.com/office/drawing/2014/main" val="748113296"/>
                  </a:ext>
                </a:extLst>
              </a:tr>
              <a:tr h="370840">
                <a:tc>
                  <a:txBody>
                    <a:bodyPr/>
                    <a:lstStyle/>
                    <a:p>
                      <a:r>
                        <a:rPr lang="en-US" sz="1200" noProof="0"/>
                        <a:t>1.0</a:t>
                      </a:r>
                    </a:p>
                  </a:txBody>
                  <a:tcPr/>
                </a:tc>
                <a:tc>
                  <a:txBody>
                    <a:bodyPr/>
                    <a:lstStyle/>
                    <a:p>
                      <a:r>
                        <a:rPr lang="en-US" sz="1200" noProof="0" dirty="0"/>
                        <a:t>Alexandre QUACH</a:t>
                      </a:r>
                    </a:p>
                    <a:p>
                      <a:r>
                        <a:rPr lang="en-US" sz="1200" noProof="0" dirty="0"/>
                        <a:t>Vanessa HELLEBUYCK</a:t>
                      </a:r>
                    </a:p>
                  </a:txBody>
                  <a:tcPr/>
                </a:tc>
                <a:tc>
                  <a:txBody>
                    <a:bodyPr/>
                    <a:lstStyle/>
                    <a:p>
                      <a:r>
                        <a:rPr lang="en-US" sz="1200" noProof="0" dirty="0"/>
                        <a:t>CC-BY-4.0</a:t>
                      </a:r>
                    </a:p>
                  </a:txBody>
                  <a:tcPr/>
                </a:tc>
                <a:tc>
                  <a:txBody>
                    <a:bodyPr/>
                    <a:lstStyle/>
                    <a:p>
                      <a:r>
                        <a:rPr lang="en-US" sz="1200" noProof="0" dirty="0"/>
                        <a:t>Initiation of the Document</a:t>
                      </a:r>
                    </a:p>
                  </a:txBody>
                  <a:tcPr/>
                </a:tc>
                <a:extLst>
                  <a:ext uri="{0D108BD9-81ED-4DB2-BD59-A6C34878D82A}">
                    <a16:rowId xmlns:a16="http://schemas.microsoft.com/office/drawing/2014/main" val="2337500579"/>
                  </a:ext>
                </a:extLst>
              </a:tr>
              <a:tr h="370840">
                <a:tc>
                  <a:txBody>
                    <a:bodyPr/>
                    <a:lstStyle/>
                    <a:p>
                      <a:r>
                        <a:rPr lang="fr-FR" sz="1200" noProof="0" dirty="0"/>
                        <a:t>1.1</a:t>
                      </a:r>
                      <a:endParaRPr lang="en-US" sz="1200" noProof="0" dirty="0"/>
                    </a:p>
                  </a:txBody>
                  <a:tcPr/>
                </a:tc>
                <a:tc>
                  <a:txBody>
                    <a:bodyPr/>
                    <a:lstStyle/>
                    <a:p>
                      <a:r>
                        <a:rPr lang="fr-FR" sz="1200" noProof="0" dirty="0"/>
                        <a:t>Alexandre QUACH</a:t>
                      </a:r>
                      <a:endParaRPr lang="en-US" sz="12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t>CC-BY-4.0</a:t>
                      </a:r>
                    </a:p>
                  </a:txBody>
                  <a:tcPr/>
                </a:tc>
                <a:tc>
                  <a:txBody>
                    <a:bodyPr/>
                    <a:lstStyle/>
                    <a:p>
                      <a:endParaRPr lang="en-US" sz="1200" noProof="0" dirty="0"/>
                    </a:p>
                  </a:txBody>
                  <a:tcPr/>
                </a:tc>
                <a:extLst>
                  <a:ext uri="{0D108BD9-81ED-4DB2-BD59-A6C34878D82A}">
                    <a16:rowId xmlns:a16="http://schemas.microsoft.com/office/drawing/2014/main" val="3565347869"/>
                  </a:ext>
                </a:extLst>
              </a:tr>
              <a:tr h="370840">
                <a:tc>
                  <a:txBody>
                    <a:bodyPr/>
                    <a:lstStyle/>
                    <a:p>
                      <a:r>
                        <a:rPr lang="fr-FR" sz="1200" noProof="0" dirty="0"/>
                        <a:t>1.2</a:t>
                      </a:r>
                      <a:endParaRPr lang="en-US" sz="1200" noProof="0" dirty="0"/>
                    </a:p>
                  </a:txBody>
                  <a:tcPr/>
                </a:tc>
                <a:tc>
                  <a:txBody>
                    <a:bodyPr/>
                    <a:lstStyle/>
                    <a:p>
                      <a:r>
                        <a:rPr lang="fr-FR" sz="1200" noProof="0" dirty="0"/>
                        <a:t>Thomas FROMENT</a:t>
                      </a:r>
                      <a:endParaRPr lang="en-US" sz="12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t>CC-BY-4.0</a:t>
                      </a:r>
                    </a:p>
                  </a:txBody>
                  <a:tcPr/>
                </a:tc>
                <a:tc>
                  <a:txBody>
                    <a:bodyPr/>
                    <a:lstStyle/>
                    <a:p>
                      <a:r>
                        <a:rPr lang="fr-FR" sz="1200" noProof="0" dirty="0" err="1"/>
                        <a:t>Adding</a:t>
                      </a:r>
                      <a:r>
                        <a:rPr lang="fr-FR" sz="1200" noProof="0" dirty="0"/>
                        <a:t> </a:t>
                      </a:r>
                      <a:r>
                        <a:rPr lang="fr-FR" sz="1200" noProof="0" dirty="0" err="1"/>
                        <a:t>mask</a:t>
                      </a:r>
                      <a:r>
                        <a:rPr lang="fr-FR" sz="1200" noProof="0" dirty="0"/>
                        <a:t> (OSS License, #osc and Komyu)</a:t>
                      </a:r>
                      <a:endParaRPr lang="en-US" sz="1200" noProof="0" dirty="0"/>
                    </a:p>
                  </a:txBody>
                  <a:tcPr/>
                </a:tc>
                <a:extLst>
                  <a:ext uri="{0D108BD9-81ED-4DB2-BD59-A6C34878D82A}">
                    <a16:rowId xmlns:a16="http://schemas.microsoft.com/office/drawing/2014/main" val="26495474"/>
                  </a:ext>
                </a:extLst>
              </a:tr>
              <a:tr h="370840">
                <a:tc>
                  <a:txBody>
                    <a:bodyPr/>
                    <a:lstStyle/>
                    <a:p>
                      <a:endParaRPr lang="en-US" sz="1200" noProof="0"/>
                    </a:p>
                  </a:txBody>
                  <a:tcPr/>
                </a:tc>
                <a:tc>
                  <a:txBody>
                    <a:bodyPr/>
                    <a:lstStyle/>
                    <a:p>
                      <a:endParaRPr lang="en-US" sz="1200" noProof="0"/>
                    </a:p>
                  </a:txBody>
                  <a:tcPr/>
                </a:tc>
                <a:tc>
                  <a:txBody>
                    <a:bodyPr/>
                    <a:lstStyle/>
                    <a:p>
                      <a:endParaRPr lang="en-US" sz="1200" noProof="0"/>
                    </a:p>
                  </a:txBody>
                  <a:tcPr/>
                </a:tc>
                <a:tc>
                  <a:txBody>
                    <a:bodyPr/>
                    <a:lstStyle/>
                    <a:p>
                      <a:endParaRPr lang="en-US" sz="1200" noProof="0" dirty="0"/>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25453770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0BE2FA02-8970-4398-BAE0-CBF3D19A38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9437" y="643466"/>
            <a:ext cx="5773125" cy="5571067"/>
          </a:xfrm>
          <a:prstGeom prst="rect">
            <a:avLst/>
          </a:prstGeom>
        </p:spPr>
      </p:pic>
      <p:sp>
        <p:nvSpPr>
          <p:cNvPr id="5" name="ZoneTexte 4">
            <a:extLst>
              <a:ext uri="{FF2B5EF4-FFF2-40B4-BE49-F238E27FC236}">
                <a16:creationId xmlns:a16="http://schemas.microsoft.com/office/drawing/2014/main" id="{57CDFAEC-DCF0-41F3-BC5D-210D5E342199}"/>
              </a:ext>
            </a:extLst>
          </p:cNvPr>
          <p:cNvSpPr txBox="1"/>
          <p:nvPr/>
        </p:nvSpPr>
        <p:spPr>
          <a:xfrm>
            <a:off x="1988598" y="5891367"/>
            <a:ext cx="7572652" cy="646331"/>
          </a:xfrm>
          <a:prstGeom prst="rect">
            <a:avLst/>
          </a:prstGeom>
          <a:noFill/>
        </p:spPr>
        <p:txBody>
          <a:bodyPr wrap="square" rtlCol="0">
            <a:spAutoFit/>
          </a:bodyPr>
          <a:lstStyle/>
          <a:p>
            <a:pPr algn="ctr"/>
            <a:r>
              <a:rPr lang="en-US" sz="3600" b="1" i="1" dirty="0">
                <a:solidFill>
                  <a:srgbClr val="0683AA"/>
                </a:solidFill>
              </a:rPr>
              <a:t>It's up to you to pass on</a:t>
            </a:r>
            <a:endParaRPr lang="fr-FR" sz="3600" b="1" i="1" dirty="0">
              <a:solidFill>
                <a:srgbClr val="0683AA"/>
              </a:solidFill>
            </a:endParaRPr>
          </a:p>
        </p:txBody>
      </p:sp>
    </p:spTree>
    <p:extLst>
      <p:ext uri="{BB962C8B-B14F-4D97-AF65-F5344CB8AC3E}">
        <p14:creationId xmlns:p14="http://schemas.microsoft.com/office/powerpoint/2010/main" val="2150541220"/>
      </p:ext>
    </p:extLst>
  </p:cSld>
  <p:clrMapOvr>
    <a:masterClrMapping/>
  </p:clrMapOvr>
  <mc:AlternateContent xmlns:mc="http://schemas.openxmlformats.org/markup-compatibility/2006" xmlns:p14="http://schemas.microsoft.com/office/powerpoint/2010/main">
    <mc:Choice Requires="p14">
      <p:transition spd="slow" p14:dur="2000" advTm="22592"/>
    </mc:Choice>
    <mc:Fallback xmlns="">
      <p:transition spd="slow" advTm="22592"/>
    </mc:Fallback>
  </mc:AlternateContent>
</p:sld>
</file>

<file path=ppt/theme/theme1.xml><?xml version="1.0" encoding="utf-8"?>
<a:theme xmlns:a="http://schemas.openxmlformats.org/drawingml/2006/main" name="Thème Office">
  <a:themeElements>
    <a:clrScheme name="OpenSeriousGame">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3095EDE67814541926D3AC5F9ACC08F" ma:contentTypeVersion="12" ma:contentTypeDescription="Crée un document." ma:contentTypeScope="" ma:versionID="4740bcd7563aace758bb5af16567afb8">
  <xsd:schema xmlns:xsd="http://www.w3.org/2001/XMLSchema" xmlns:xs="http://www.w3.org/2001/XMLSchema" xmlns:p="http://schemas.microsoft.com/office/2006/metadata/properties" xmlns:ns2="ae28f11b-d4f1-47fe-837d-5da7d4fdfa8d" xmlns:ns3="2e054d75-df43-4e50-a610-0e7b0816d11a" targetNamespace="http://schemas.microsoft.com/office/2006/metadata/properties" ma:root="true" ma:fieldsID="0c540144d36b116ed9070dbfae6023f7" ns2:_="" ns3:_="">
    <xsd:import namespace="ae28f11b-d4f1-47fe-837d-5da7d4fdfa8d"/>
    <xsd:import namespace="2e054d75-df43-4e50-a610-0e7b0816d11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8f11b-d4f1-47fe-837d-5da7d4fdfa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fb7d0a-9414-48cb-b3b7-290175ae35a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e054d75-df43-4e50-a610-0e7b0816d11a"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9dd72b47-dd46-40b1-8755-ebe9ce9f18af}" ma:internalName="TaxCatchAll" ma:showField="CatchAllData" ma:web="2e054d75-df43-4e50-a610-0e7b0816d1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e28f11b-d4f1-47fe-837d-5da7d4fdfa8d">
      <Terms xmlns="http://schemas.microsoft.com/office/infopath/2007/PartnerControls"/>
    </lcf76f155ced4ddcb4097134ff3c332f>
    <TaxCatchAll xmlns="2e054d75-df43-4e50-a610-0e7b0816d11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7DA61D1-22D3-46B7-B9A1-6F18A23240B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28f11b-d4f1-47fe-837d-5da7d4fdfa8d"/>
    <ds:schemaRef ds:uri="2e054d75-df43-4e50-a610-0e7b0816d1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D6F8CDF-F17C-4334-AF2B-81F8278F18EE}">
  <ds:schemaRefs>
    <ds:schemaRef ds:uri="http://schemas.microsoft.com/office/2006/metadata/properties"/>
    <ds:schemaRef ds:uri="http://schemas.microsoft.com/office/infopath/2007/PartnerControls"/>
    <ds:schemaRef ds:uri="ae28f11b-d4f1-47fe-837d-5da7d4fdfa8d"/>
    <ds:schemaRef ds:uri="2e054d75-df43-4e50-a610-0e7b0816d11a"/>
  </ds:schemaRefs>
</ds:datastoreItem>
</file>

<file path=customXml/itemProps3.xml><?xml version="1.0" encoding="utf-8"?>
<ds:datastoreItem xmlns:ds="http://schemas.openxmlformats.org/officeDocument/2006/customXml" ds:itemID="{8FA46D5E-A839-42F9-9AEA-ABBA170528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4776</TotalTime>
  <Words>4904</Words>
  <Application>Microsoft Office PowerPoint</Application>
  <PresentationFormat>Widescreen</PresentationFormat>
  <Paragraphs>793</Paragraphs>
  <Slides>39</Slides>
  <Notes>1</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39</vt:i4>
      </vt:variant>
    </vt:vector>
  </HeadingPairs>
  <TitlesOfParts>
    <vt:vector size="43" baseType="lpstr">
      <vt:lpstr>Arial</vt:lpstr>
      <vt:lpstr>Calibri</vt:lpstr>
      <vt:lpstr>Calibri Light</vt:lpstr>
      <vt:lpstr>Thème Office</vt:lpstr>
      <vt:lpstr>Presentazione standard di PowerPoint</vt:lpstr>
      <vt:lpstr>Level 1 : Community WHYS in a Nutshell</vt:lpstr>
      <vt:lpstr>Summary of sub-workshops</vt:lpstr>
      <vt:lpstr>Target effect of each subworkshop</vt:lpstr>
      <vt:lpstr>Simplified version of the Community WHYS</vt:lpstr>
      <vt:lpstr>WHY ? Pyramid of Community Purpose</vt:lpstr>
      <vt:lpstr>WHY Pyramid of Community Purpose(visual workshop version)</vt:lpstr>
      <vt:lpstr>WHY Pyramid of Community Purpose(visual workshop version example)</vt:lpstr>
      <vt:lpstr>WHY Pyramid of Community Purpose (Classic version)</vt:lpstr>
      <vt:lpstr>Why US ?  House of contribution (visual workshop)</vt:lpstr>
      <vt:lpstr>Why US ? House of contribution (visual workshop version)</vt:lpstr>
      <vt:lpstr>Why US ? House of contribution (visual workshop version example)</vt:lpstr>
      <vt:lpstr>Why US ? House of contribution (visual workshop version example)</vt:lpstr>
      <vt:lpstr>Why US ? House of contribution (visual workshop version example)</vt:lpstr>
      <vt:lpstr>Why US ? House of contribution (visual workshop version example)</vt:lpstr>
      <vt:lpstr>WHAT ?  The contribution House (classic version)</vt:lpstr>
      <vt:lpstr>Why US ? House of contribution (What to do with the results)</vt:lpstr>
      <vt:lpstr>Why NOW ? Timeline of opportunity </vt:lpstr>
      <vt:lpstr>Why NOW ?  Timeline of opportunity (visual workshop version)</vt:lpstr>
      <vt:lpstr>Why NOW ?  Timeline of opportunity (visual workshop version example)</vt:lpstr>
      <vt:lpstr>Why NOW ?  Timeline of opportunity (classic version)</vt:lpstr>
      <vt:lpstr>Why HERE ? Map of Influence</vt:lpstr>
      <vt:lpstr>Why HERE ? Map of Influence (visual workshop version)</vt:lpstr>
      <vt:lpstr>Why HERE ? Map of Influence (visual workshop version EXAMPLE)</vt:lpstr>
      <vt:lpstr>Communities targeting value for nonmembers Impact measurement (classic version)</vt:lpstr>
      <vt:lpstr>Why THIS ? Balance of breathing</vt:lpstr>
      <vt:lpstr>Why THIS ? Balance of breathing (visual workshop version)</vt:lpstr>
      <vt:lpstr>Why THIS ? Balance of breathing (Empty Template)</vt:lpstr>
      <vt:lpstr>Why THIS ? Balance of breathing (visual workshop version example)</vt:lpstr>
      <vt:lpstr>Why THIS ? Balance of breathing (classic version)</vt:lpstr>
      <vt:lpstr>  </vt:lpstr>
      <vt:lpstr>  </vt:lpstr>
      <vt:lpstr>  </vt:lpstr>
      <vt:lpstr>  </vt:lpstr>
      <vt:lpstr>Level 2 : How Community WHYS  is conducted</vt:lpstr>
      <vt:lpstr>Level 3 : Organizing Community  WHYS Workshops</vt:lpstr>
      <vt:lpstr>Level 5 : Hosting Community Whys</vt:lpstr>
      <vt:lpstr>Level 6 : Adapting Community WHYS</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Alexandre Quach</cp:lastModifiedBy>
  <cp:revision>234</cp:revision>
  <dcterms:created xsi:type="dcterms:W3CDTF">2021-02-02T23:16:24Z</dcterms:created>
  <dcterms:modified xsi:type="dcterms:W3CDTF">2023-02-06T09:43:39Z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0x01010043095EDE67814541926D3AC5F9ACC08F</vt:lpwstr>
  </property>
  <property fmtid="{D5CDD505-2E9C-101B-9397-08002B2CF9AE}" pid="3" name="MediaServiceImageTags">
    <vt:lpwstr/>
  </property>
</Properties>
</file>