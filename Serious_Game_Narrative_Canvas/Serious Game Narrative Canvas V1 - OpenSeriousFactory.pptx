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2" r:id="rId3"/>
    <p:sldId id="312" r:id="rId4"/>
    <p:sldId id="269" r:id="rId5"/>
    <p:sldId id="317" r:id="rId6"/>
    <p:sldId id="270" r:id="rId7"/>
    <p:sldId id="261" r:id="rId8"/>
    <p:sldId id="316" r:id="rId9"/>
    <p:sldId id="281" r:id="rId10"/>
    <p:sldId id="313" r:id="rId11"/>
    <p:sldId id="293" r:id="rId12"/>
    <p:sldId id="282" r:id="rId13"/>
    <p:sldId id="295" r:id="rId14"/>
    <p:sldId id="296" r:id="rId15"/>
    <p:sldId id="294" r:id="rId16"/>
    <p:sldId id="301" r:id="rId17"/>
    <p:sldId id="297" r:id="rId18"/>
    <p:sldId id="298" r:id="rId19"/>
    <p:sldId id="300" r:id="rId20"/>
    <p:sldId id="299" r:id="rId21"/>
    <p:sldId id="259" r:id="rId22"/>
    <p:sldId id="284" r:id="rId23"/>
    <p:sldId id="283" r:id="rId24"/>
    <p:sldId id="286" r:id="rId25"/>
    <p:sldId id="287" r:id="rId26"/>
    <p:sldId id="288" r:id="rId27"/>
    <p:sldId id="273" r:id="rId28"/>
    <p:sldId id="289" r:id="rId29"/>
    <p:sldId id="304" r:id="rId30"/>
    <p:sldId id="306" r:id="rId31"/>
    <p:sldId id="307" r:id="rId32"/>
    <p:sldId id="308" r:id="rId33"/>
    <p:sldId id="309" r:id="rId34"/>
    <p:sldId id="318" r:id="rId35"/>
    <p:sldId id="320" r:id="rId36"/>
    <p:sldId id="319" r:id="rId37"/>
    <p:sldId id="314" r:id="rId38"/>
    <p:sldId id="267" r:id="rId39"/>
    <p:sldId id="278" r:id="rId4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E38A32"/>
    <a:srgbClr val="0683AA"/>
    <a:srgbClr val="FFFF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933C3E-53D6-4C1E-88F2-6D93DD48933C}" v="60090" dt="2021-02-04T14:02:48.506"/>
    <p1510:client id="{60890534-F04B-4088-AF49-619282670D4D}" v="2366" dt="2021-03-02T22:25:55.836"/>
    <p1510:client id="{758DA397-7067-4E3F-8A04-B95059E46E4A}" v="1415" dt="2021-02-04T17:53:34.313"/>
    <p1510:client id="{7A968AA7-DC2D-4EFE-95AA-44ED0F919BB9}" v="6365" dt="2021-02-04T01:24:49.72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06933C3E-53D6-4C1E-88F2-6D93DD48933C}"/>
    <pc:docChg chg="undo custSel mod addSld delSld modSld sldOrd">
      <pc:chgData name="Alexandre Quach" userId="7bb690c8a6e028e4" providerId="LiveId" clId="{06933C3E-53D6-4C1E-88F2-6D93DD48933C}" dt="2021-02-04T14:02:48.506" v="79349" actId="478"/>
      <pc:docMkLst>
        <pc:docMk/>
      </pc:docMkLst>
      <pc:sldChg chg="addSp delSp modSp mod setBg delAnim">
        <pc:chgData name="Alexandre Quach" userId="7bb690c8a6e028e4" providerId="LiveId" clId="{06933C3E-53D6-4C1E-88F2-6D93DD48933C}" dt="2021-02-04T14:02:27.930" v="79340" actId="21"/>
        <pc:sldMkLst>
          <pc:docMk/>
          <pc:sldMk cId="2842409871" sldId="256"/>
        </pc:sldMkLst>
        <pc:spChg chg="mod">
          <ac:chgData name="Alexandre Quach" userId="7bb690c8a6e028e4" providerId="LiveId" clId="{06933C3E-53D6-4C1E-88F2-6D93DD48933C}" dt="2021-02-02T17:02:46.026" v="12102" actId="165"/>
          <ac:spMkLst>
            <pc:docMk/>
            <pc:sldMk cId="2842409871" sldId="256"/>
            <ac:spMk id="5" creationId="{614F56FF-DF68-4928-8ACE-5EEF41E042BF}"/>
          </ac:spMkLst>
        </pc:spChg>
        <pc:spChg chg="mod">
          <ac:chgData name="Alexandre Quach" userId="7bb690c8a6e028e4" providerId="LiveId" clId="{06933C3E-53D6-4C1E-88F2-6D93DD48933C}" dt="2021-02-02T17:02:46.026" v="12102" actId="165"/>
          <ac:spMkLst>
            <pc:docMk/>
            <pc:sldMk cId="2842409871" sldId="256"/>
            <ac:spMk id="6" creationId="{BFE40761-E044-4AAF-9E2A-860C0362AC30}"/>
          </ac:spMkLst>
        </pc:spChg>
        <pc:spChg chg="mod">
          <ac:chgData name="Alexandre Quach" userId="7bb690c8a6e028e4" providerId="LiveId" clId="{06933C3E-53D6-4C1E-88F2-6D93DD48933C}" dt="2021-02-02T17:02:46.026" v="12102" actId="165"/>
          <ac:spMkLst>
            <pc:docMk/>
            <pc:sldMk cId="2842409871" sldId="256"/>
            <ac:spMk id="7" creationId="{E504C771-0CC5-40A7-B73C-495C927BCAAB}"/>
          </ac:spMkLst>
        </pc:spChg>
        <pc:spChg chg="mod">
          <ac:chgData name="Alexandre Quach" userId="7bb690c8a6e028e4" providerId="LiveId" clId="{06933C3E-53D6-4C1E-88F2-6D93DD48933C}" dt="2021-02-02T17:02:46.026" v="12102" actId="165"/>
          <ac:spMkLst>
            <pc:docMk/>
            <pc:sldMk cId="2842409871" sldId="256"/>
            <ac:spMk id="8" creationId="{47D8EB3F-FD25-4409-A6BA-6088BDB66E8A}"/>
          </ac:spMkLst>
        </pc:spChg>
        <pc:spChg chg="mod">
          <ac:chgData name="Alexandre Quach" userId="7bb690c8a6e028e4" providerId="LiveId" clId="{06933C3E-53D6-4C1E-88F2-6D93DD48933C}" dt="2021-02-02T17:02:46.026" v="12102" actId="165"/>
          <ac:spMkLst>
            <pc:docMk/>
            <pc:sldMk cId="2842409871" sldId="256"/>
            <ac:spMk id="9" creationId="{F79BD319-0A0A-4CA6-9CC9-AF28D99092A8}"/>
          </ac:spMkLst>
        </pc:spChg>
        <pc:spChg chg="mod">
          <ac:chgData name="Alexandre Quach" userId="7bb690c8a6e028e4" providerId="LiveId" clId="{06933C3E-53D6-4C1E-88F2-6D93DD48933C}" dt="2021-02-02T17:02:46.026" v="12102" actId="165"/>
          <ac:spMkLst>
            <pc:docMk/>
            <pc:sldMk cId="2842409871" sldId="256"/>
            <ac:spMk id="10" creationId="{1442FB4F-4A02-417B-B712-6322A213A80D}"/>
          </ac:spMkLst>
        </pc:spChg>
        <pc:spChg chg="mod">
          <ac:chgData name="Alexandre Quach" userId="7bb690c8a6e028e4" providerId="LiveId" clId="{06933C3E-53D6-4C1E-88F2-6D93DD48933C}" dt="2021-02-02T17:02:46.026" v="12102" actId="165"/>
          <ac:spMkLst>
            <pc:docMk/>
            <pc:sldMk cId="2842409871" sldId="256"/>
            <ac:spMk id="11" creationId="{4D90D4CB-C52E-4E7C-A12F-9222AEB86EF1}"/>
          </ac:spMkLst>
        </pc:spChg>
        <pc:spChg chg="mod">
          <ac:chgData name="Alexandre Quach" userId="7bb690c8a6e028e4" providerId="LiveId" clId="{06933C3E-53D6-4C1E-88F2-6D93DD48933C}" dt="2021-02-02T17:02:46.026" v="12102" actId="165"/>
          <ac:spMkLst>
            <pc:docMk/>
            <pc:sldMk cId="2842409871" sldId="256"/>
            <ac:spMk id="12" creationId="{62B1CEC1-DFC9-48D3-B37F-412B105523FD}"/>
          </ac:spMkLst>
        </pc:spChg>
        <pc:spChg chg="mod">
          <ac:chgData name="Alexandre Quach" userId="7bb690c8a6e028e4" providerId="LiveId" clId="{06933C3E-53D6-4C1E-88F2-6D93DD48933C}" dt="2021-02-02T17:02:46.026" v="12102" actId="165"/>
          <ac:spMkLst>
            <pc:docMk/>
            <pc:sldMk cId="2842409871" sldId="256"/>
            <ac:spMk id="13" creationId="{39028CA3-00E4-4208-8AC6-5D06D74AD1E9}"/>
          </ac:spMkLst>
        </pc:spChg>
        <pc:spChg chg="mod">
          <ac:chgData name="Alexandre Quach" userId="7bb690c8a6e028e4" providerId="LiveId" clId="{06933C3E-53D6-4C1E-88F2-6D93DD48933C}" dt="2021-02-02T17:02:55.131" v="12104" actId="164"/>
          <ac:spMkLst>
            <pc:docMk/>
            <pc:sldMk cId="2842409871" sldId="256"/>
            <ac:spMk id="14" creationId="{3A7ED656-129C-4A5C-8C29-4FC2E09FB5B8}"/>
          </ac:spMkLst>
        </pc:spChg>
        <pc:spChg chg="mod topLvl">
          <ac:chgData name="Alexandre Quach" userId="7bb690c8a6e028e4" providerId="LiveId" clId="{06933C3E-53D6-4C1E-88F2-6D93DD48933C}" dt="2021-02-02T17:02:55.131" v="12104" actId="164"/>
          <ac:spMkLst>
            <pc:docMk/>
            <pc:sldMk cId="2842409871" sldId="256"/>
            <ac:spMk id="15" creationId="{38AF7E9B-C0F4-4E41-8EA0-0B476F19A24F}"/>
          </ac:spMkLst>
        </pc:spChg>
        <pc:spChg chg="mod">
          <ac:chgData name="Alexandre Quach" userId="7bb690c8a6e028e4" providerId="LiveId" clId="{06933C3E-53D6-4C1E-88F2-6D93DD48933C}" dt="2021-02-02T17:02:46.026" v="12102" actId="165"/>
          <ac:spMkLst>
            <pc:docMk/>
            <pc:sldMk cId="2842409871" sldId="256"/>
            <ac:spMk id="17" creationId="{5DB3E21B-4DBB-4307-8D19-85C5E5CF2D5C}"/>
          </ac:spMkLst>
        </pc:spChg>
        <pc:spChg chg="mod">
          <ac:chgData name="Alexandre Quach" userId="7bb690c8a6e028e4" providerId="LiveId" clId="{06933C3E-53D6-4C1E-88F2-6D93DD48933C}" dt="2021-02-02T17:02:46.026" v="12102" actId="165"/>
          <ac:spMkLst>
            <pc:docMk/>
            <pc:sldMk cId="2842409871" sldId="256"/>
            <ac:spMk id="18" creationId="{D03A3AE5-14D9-4A91-AD09-87C6DF795879}"/>
          </ac:spMkLst>
        </pc:spChg>
        <pc:spChg chg="mod">
          <ac:chgData name="Alexandre Quach" userId="7bb690c8a6e028e4" providerId="LiveId" clId="{06933C3E-53D6-4C1E-88F2-6D93DD48933C}" dt="2021-02-02T17:02:46.026" v="12102" actId="165"/>
          <ac:spMkLst>
            <pc:docMk/>
            <pc:sldMk cId="2842409871" sldId="256"/>
            <ac:spMk id="19" creationId="{6E3F69DF-8F53-413A-A105-8D3C4691E7FE}"/>
          </ac:spMkLst>
        </pc:spChg>
        <pc:spChg chg="mod">
          <ac:chgData name="Alexandre Quach" userId="7bb690c8a6e028e4" providerId="LiveId" clId="{06933C3E-53D6-4C1E-88F2-6D93DD48933C}" dt="2021-02-02T17:02:46.026" v="12102" actId="165"/>
          <ac:spMkLst>
            <pc:docMk/>
            <pc:sldMk cId="2842409871" sldId="256"/>
            <ac:spMk id="20" creationId="{F4B2D989-E4A3-4ECA-9112-0CA5B7A84D35}"/>
          </ac:spMkLst>
        </pc:spChg>
        <pc:spChg chg="mod">
          <ac:chgData name="Alexandre Quach" userId="7bb690c8a6e028e4" providerId="LiveId" clId="{06933C3E-53D6-4C1E-88F2-6D93DD48933C}" dt="2021-02-02T17:02:46.026" v="12102" actId="165"/>
          <ac:spMkLst>
            <pc:docMk/>
            <pc:sldMk cId="2842409871" sldId="256"/>
            <ac:spMk id="21" creationId="{E7BA289B-F65F-49A8-94AA-344CE30B241E}"/>
          </ac:spMkLst>
        </pc:spChg>
        <pc:spChg chg="mod">
          <ac:chgData name="Alexandre Quach" userId="7bb690c8a6e028e4" providerId="LiveId" clId="{06933C3E-53D6-4C1E-88F2-6D93DD48933C}" dt="2021-02-02T17:02:46.026" v="12102" actId="165"/>
          <ac:spMkLst>
            <pc:docMk/>
            <pc:sldMk cId="2842409871" sldId="256"/>
            <ac:spMk id="22" creationId="{68B0C4B8-76DA-45F5-AEDA-994F99BEC7CE}"/>
          </ac:spMkLst>
        </pc:spChg>
        <pc:spChg chg="mod">
          <ac:chgData name="Alexandre Quach" userId="7bb690c8a6e028e4" providerId="LiveId" clId="{06933C3E-53D6-4C1E-88F2-6D93DD48933C}" dt="2021-02-02T17:02:46.026" v="12102" actId="165"/>
          <ac:spMkLst>
            <pc:docMk/>
            <pc:sldMk cId="2842409871" sldId="256"/>
            <ac:spMk id="23" creationId="{434E7911-2AB1-4A86-9EB5-016C16CA0DED}"/>
          </ac:spMkLst>
        </pc:spChg>
        <pc:spChg chg="mod">
          <ac:chgData name="Alexandre Quach" userId="7bb690c8a6e028e4" providerId="LiveId" clId="{06933C3E-53D6-4C1E-88F2-6D93DD48933C}" dt="2021-02-02T17:02:46.026" v="12102" actId="165"/>
          <ac:spMkLst>
            <pc:docMk/>
            <pc:sldMk cId="2842409871" sldId="256"/>
            <ac:spMk id="24" creationId="{21B7FCAA-92AA-442D-B861-4977329DC53F}"/>
          </ac:spMkLst>
        </pc:spChg>
        <pc:spChg chg="mod">
          <ac:chgData name="Alexandre Quach" userId="7bb690c8a6e028e4" providerId="LiveId" clId="{06933C3E-53D6-4C1E-88F2-6D93DD48933C}" dt="2021-02-02T17:02:46.026" v="12102" actId="165"/>
          <ac:spMkLst>
            <pc:docMk/>
            <pc:sldMk cId="2842409871" sldId="256"/>
            <ac:spMk id="25" creationId="{C321AE5D-54FD-4AC0-9C5F-39A21A03F945}"/>
          </ac:spMkLst>
        </pc:spChg>
        <pc:spChg chg="mod">
          <ac:chgData name="Alexandre Quach" userId="7bb690c8a6e028e4" providerId="LiveId" clId="{06933C3E-53D6-4C1E-88F2-6D93DD48933C}" dt="2021-02-02T17:02:46.026" v="12102" actId="165"/>
          <ac:spMkLst>
            <pc:docMk/>
            <pc:sldMk cId="2842409871" sldId="256"/>
            <ac:spMk id="26" creationId="{F484B265-7CA1-4B58-812D-FB7EBA470C05}"/>
          </ac:spMkLst>
        </pc:spChg>
        <pc:spChg chg="mod">
          <ac:chgData name="Alexandre Quach" userId="7bb690c8a6e028e4" providerId="LiveId" clId="{06933C3E-53D6-4C1E-88F2-6D93DD48933C}" dt="2021-02-02T17:02:46.026" v="12102" actId="165"/>
          <ac:spMkLst>
            <pc:docMk/>
            <pc:sldMk cId="2842409871" sldId="256"/>
            <ac:spMk id="27" creationId="{16BA7DB6-4DE5-4615-8FAA-BCED8FCE657D}"/>
          </ac:spMkLst>
        </pc:spChg>
        <pc:spChg chg="mod">
          <ac:chgData name="Alexandre Quach" userId="7bb690c8a6e028e4" providerId="LiveId" clId="{06933C3E-53D6-4C1E-88F2-6D93DD48933C}" dt="2021-02-02T17:02:46.026" v="12102" actId="165"/>
          <ac:spMkLst>
            <pc:docMk/>
            <pc:sldMk cId="2842409871" sldId="256"/>
            <ac:spMk id="28" creationId="{95479E4F-D2DF-411A-881B-7C62716B4F51}"/>
          </ac:spMkLst>
        </pc:spChg>
        <pc:spChg chg="mod">
          <ac:chgData name="Alexandre Quach" userId="7bb690c8a6e028e4" providerId="LiveId" clId="{06933C3E-53D6-4C1E-88F2-6D93DD48933C}" dt="2021-02-02T17:02:46.026" v="12102" actId="165"/>
          <ac:spMkLst>
            <pc:docMk/>
            <pc:sldMk cId="2842409871" sldId="256"/>
            <ac:spMk id="29" creationId="{E7DBD5C4-A574-49B6-ADDD-DC111A10E56B}"/>
          </ac:spMkLst>
        </pc:spChg>
        <pc:spChg chg="add del">
          <ac:chgData name="Alexandre Quach" userId="7bb690c8a6e028e4" providerId="LiveId" clId="{06933C3E-53D6-4C1E-88F2-6D93DD48933C}" dt="2021-02-02T17:03:45.494" v="12113" actId="26606"/>
          <ac:spMkLst>
            <pc:docMk/>
            <pc:sldMk cId="2842409871" sldId="256"/>
            <ac:spMk id="39" creationId="{57845966-6EFC-468A-9CC7-BAB4B95854E7}"/>
          </ac:spMkLst>
        </pc:spChg>
        <pc:spChg chg="add del">
          <ac:chgData name="Alexandre Quach" userId="7bb690c8a6e028e4" providerId="LiveId" clId="{06933C3E-53D6-4C1E-88F2-6D93DD48933C}" dt="2021-02-02T17:03:45.494" v="12113" actId="26606"/>
          <ac:spMkLst>
            <pc:docMk/>
            <pc:sldMk cId="2842409871" sldId="256"/>
            <ac:spMk id="43" creationId="{ADAD1991-FFD1-4E94-ABAB-7560D33008E4}"/>
          </ac:spMkLst>
        </pc:spChg>
        <pc:spChg chg="add mod">
          <ac:chgData name="Alexandre Quach" userId="7bb690c8a6e028e4" providerId="LiveId" clId="{06933C3E-53D6-4C1E-88F2-6D93DD48933C}" dt="2021-02-03T17:05:07.759" v="51442" actId="207"/>
          <ac:spMkLst>
            <pc:docMk/>
            <pc:sldMk cId="2842409871" sldId="256"/>
            <ac:spMk id="45" creationId="{BD921E28-F410-4798-A0DF-9C103B6FB9E5}"/>
          </ac:spMkLst>
        </pc:spChg>
        <pc:spChg chg="add del">
          <ac:chgData name="Alexandre Quach" userId="7bb690c8a6e028e4" providerId="LiveId" clId="{06933C3E-53D6-4C1E-88F2-6D93DD48933C}" dt="2021-02-02T17:03:45.487" v="12112" actId="26606"/>
          <ac:spMkLst>
            <pc:docMk/>
            <pc:sldMk cId="2842409871" sldId="256"/>
            <ac:spMk id="48" creationId="{3DAD86CA-8235-409B-982B-5E7A033E2392}"/>
          </ac:spMkLst>
        </pc:spChg>
        <pc:spChg chg="add del">
          <ac:chgData name="Alexandre Quach" userId="7bb690c8a6e028e4" providerId="LiveId" clId="{06933C3E-53D6-4C1E-88F2-6D93DD48933C}" dt="2021-02-02T17:03:45.487" v="12112" actId="26606"/>
          <ac:spMkLst>
            <pc:docMk/>
            <pc:sldMk cId="2842409871" sldId="256"/>
            <ac:spMk id="50" creationId="{9F234FBA-3501-47B4-AE0C-AA4AFBC8F603}"/>
          </ac:spMkLst>
        </pc:spChg>
        <pc:spChg chg="add del">
          <ac:chgData name="Alexandre Quach" userId="7bb690c8a6e028e4" providerId="LiveId" clId="{06933C3E-53D6-4C1E-88F2-6D93DD48933C}" dt="2021-02-02T17:03:45.487" v="12112" actId="26606"/>
          <ac:spMkLst>
            <pc:docMk/>
            <pc:sldMk cId="2842409871" sldId="256"/>
            <ac:spMk id="52" creationId="{B5EF893B-0491-416E-9D33-BADE9600792A}"/>
          </ac:spMkLst>
        </pc:spChg>
        <pc:spChg chg="add del">
          <ac:chgData name="Alexandre Quach" userId="7bb690c8a6e028e4" providerId="LiveId" clId="{06933C3E-53D6-4C1E-88F2-6D93DD48933C}" dt="2021-02-02T17:06:43.152" v="12187" actId="26606"/>
          <ac:spMkLst>
            <pc:docMk/>
            <pc:sldMk cId="2842409871" sldId="256"/>
            <ac:spMk id="56" creationId="{22F15A2D-2324-487D-A02A-BF46C5C580EB}"/>
          </ac:spMkLst>
        </pc:spChg>
        <pc:spChg chg="add del">
          <ac:chgData name="Alexandre Quach" userId="7bb690c8a6e028e4" providerId="LiveId" clId="{06933C3E-53D6-4C1E-88F2-6D93DD48933C}" dt="2021-02-02T17:06:43.152" v="12187" actId="26606"/>
          <ac:spMkLst>
            <pc:docMk/>
            <pc:sldMk cId="2842409871" sldId="256"/>
            <ac:spMk id="57" creationId="{17A7F34E-D418-47E2-9F86-2C45BBC31210}"/>
          </ac:spMkLst>
        </pc:spChg>
        <pc:spChg chg="add del">
          <ac:chgData name="Alexandre Quach" userId="7bb690c8a6e028e4" providerId="LiveId" clId="{06933C3E-53D6-4C1E-88F2-6D93DD48933C}" dt="2021-02-02T17:06:43.152" v="12187" actId="26606"/>
          <ac:spMkLst>
            <pc:docMk/>
            <pc:sldMk cId="2842409871" sldId="256"/>
            <ac:spMk id="58" creationId="{2AEAFA59-923A-4F54-8B49-44C970BCC323}"/>
          </ac:spMkLst>
        </pc:spChg>
        <pc:spChg chg="add del">
          <ac:chgData name="Alexandre Quach" userId="7bb690c8a6e028e4" providerId="LiveId" clId="{06933C3E-53D6-4C1E-88F2-6D93DD48933C}" dt="2021-02-02T17:06:43.112" v="12186" actId="26606"/>
          <ac:spMkLst>
            <pc:docMk/>
            <pc:sldMk cId="2842409871" sldId="256"/>
            <ac:spMk id="63" creationId="{04A130CA-991E-4C92-A494-EB7D8666EFED}"/>
          </ac:spMkLst>
        </pc:spChg>
        <pc:spChg chg="add del">
          <ac:chgData name="Alexandre Quach" userId="7bb690c8a6e028e4" providerId="LiveId" clId="{06933C3E-53D6-4C1E-88F2-6D93DD48933C}" dt="2021-02-02T17:06:43.112" v="12186" actId="26606"/>
          <ac:spMkLst>
            <pc:docMk/>
            <pc:sldMk cId="2842409871" sldId="256"/>
            <ac:spMk id="65" creationId="{FC3C749F-9A26-4B1E-BC2E-572D03DF9593}"/>
          </ac:spMkLst>
        </pc:spChg>
        <pc:spChg chg="add mod">
          <ac:chgData name="Alexandre Quach" userId="7bb690c8a6e028e4" providerId="LiveId" clId="{06933C3E-53D6-4C1E-88F2-6D93DD48933C}" dt="2021-02-02T23:58:05.371" v="39163" actId="20577"/>
          <ac:spMkLst>
            <pc:docMk/>
            <pc:sldMk cId="2842409871" sldId="256"/>
            <ac:spMk id="66" creationId="{065A1710-095B-4220-88EC-52590635CCBC}"/>
          </ac:spMkLst>
        </pc:spChg>
        <pc:spChg chg="add del">
          <ac:chgData name="Alexandre Quach" userId="7bb690c8a6e028e4" providerId="LiveId" clId="{06933C3E-53D6-4C1E-88F2-6D93DD48933C}" dt="2021-02-02T17:06:43.112" v="12186" actId="26606"/>
          <ac:spMkLst>
            <pc:docMk/>
            <pc:sldMk cId="2842409871" sldId="256"/>
            <ac:spMk id="67" creationId="{F98D51C6-1188-49B8-B829-31D2C2813F10}"/>
          </ac:spMkLst>
        </pc:spChg>
        <pc:spChg chg="add del">
          <ac:chgData name="Alexandre Quach" userId="7bb690c8a6e028e4" providerId="LiveId" clId="{06933C3E-53D6-4C1E-88F2-6D93DD48933C}" dt="2021-02-02T17:06:43.112" v="12186" actId="26606"/>
          <ac:spMkLst>
            <pc:docMk/>
            <pc:sldMk cId="2842409871" sldId="256"/>
            <ac:spMk id="69" creationId="{456BA586-8922-4113-BD35-BBF1EB1A1F42}"/>
          </ac:spMkLst>
        </pc:spChg>
        <pc:spChg chg="add mod">
          <ac:chgData name="Alexandre Quach" userId="7bb690c8a6e028e4" providerId="LiveId" clId="{06933C3E-53D6-4C1E-88F2-6D93DD48933C}" dt="2021-02-04T01:27:35.980" v="79332" actId="14100"/>
          <ac:spMkLst>
            <pc:docMk/>
            <pc:sldMk cId="2842409871" sldId="256"/>
            <ac:spMk id="70" creationId="{A79AE1AA-840E-459B-A259-9DAE08A125A2}"/>
          </ac:spMkLst>
        </pc:spChg>
        <pc:spChg chg="add del">
          <ac:chgData name="Alexandre Quach" userId="7bb690c8a6e028e4" providerId="LiveId" clId="{06933C3E-53D6-4C1E-88F2-6D93DD48933C}" dt="2021-02-02T17:06:43.112" v="12186" actId="26606"/>
          <ac:spMkLst>
            <pc:docMk/>
            <pc:sldMk cId="2842409871" sldId="256"/>
            <ac:spMk id="71" creationId="{B497CCB5-5FC2-473C-AFCC-2430CEF1DF71}"/>
          </ac:spMkLst>
        </pc:spChg>
        <pc:spChg chg="add del">
          <ac:chgData name="Alexandre Quach" userId="7bb690c8a6e028e4" providerId="LiveId" clId="{06933C3E-53D6-4C1E-88F2-6D93DD48933C}" dt="2021-02-02T17:06:43.112" v="12186" actId="26606"/>
          <ac:spMkLst>
            <pc:docMk/>
            <pc:sldMk cId="2842409871" sldId="256"/>
            <ac:spMk id="73" creationId="{599C8C75-BFDF-44E7-A028-EEB5EDD58817}"/>
          </ac:spMkLst>
        </pc:spChg>
        <pc:spChg chg="add">
          <ac:chgData name="Alexandre Quach" userId="7bb690c8a6e028e4" providerId="LiveId" clId="{06933C3E-53D6-4C1E-88F2-6D93DD48933C}" dt="2021-02-02T17:06:43.152" v="12187" actId="26606"/>
          <ac:spMkLst>
            <pc:docMk/>
            <pc:sldMk cId="2842409871" sldId="256"/>
            <ac:spMk id="75" creationId="{E898931C-0323-41FA-A036-20F818B1FF81}"/>
          </ac:spMkLst>
        </pc:spChg>
        <pc:spChg chg="add">
          <ac:chgData name="Alexandre Quach" userId="7bb690c8a6e028e4" providerId="LiveId" clId="{06933C3E-53D6-4C1E-88F2-6D93DD48933C}" dt="2021-02-02T17:06:43.152" v="12187" actId="26606"/>
          <ac:spMkLst>
            <pc:docMk/>
            <pc:sldMk cId="2842409871" sldId="256"/>
            <ac:spMk id="76" creationId="{07322A9E-F1EC-405E-8971-BA906EFFCCB8}"/>
          </ac:spMkLst>
        </pc:spChg>
        <pc:spChg chg="add">
          <ac:chgData name="Alexandre Quach" userId="7bb690c8a6e028e4" providerId="LiveId" clId="{06933C3E-53D6-4C1E-88F2-6D93DD48933C}" dt="2021-02-02T17:06:43.152" v="12187" actId="26606"/>
          <ac:spMkLst>
            <pc:docMk/>
            <pc:sldMk cId="2842409871" sldId="256"/>
            <ac:spMk id="77" creationId="{89AFE9DD-0792-4B98-B4EB-97ACA17E6AA8}"/>
          </ac:spMkLst>
        </pc:spChg>
        <pc:spChg chg="add">
          <ac:chgData name="Alexandre Quach" userId="7bb690c8a6e028e4" providerId="LiveId" clId="{06933C3E-53D6-4C1E-88F2-6D93DD48933C}" dt="2021-02-02T17:06:43.152" v="12187" actId="26606"/>
          <ac:spMkLst>
            <pc:docMk/>
            <pc:sldMk cId="2842409871" sldId="256"/>
            <ac:spMk id="78" creationId="{A5704422-1118-4FD1-95AD-29A064EB80D9}"/>
          </ac:spMkLst>
        </pc:spChg>
        <pc:spChg chg="add">
          <ac:chgData name="Alexandre Quach" userId="7bb690c8a6e028e4" providerId="LiveId" clId="{06933C3E-53D6-4C1E-88F2-6D93DD48933C}" dt="2021-02-02T17:06:43.152" v="12187" actId="26606"/>
          <ac:spMkLst>
            <pc:docMk/>
            <pc:sldMk cId="2842409871" sldId="256"/>
            <ac:spMk id="79" creationId="{3981F5C4-9AE1-404E-AF44-A4E6DB374F9D}"/>
          </ac:spMkLst>
        </pc:spChg>
        <pc:spChg chg="add">
          <ac:chgData name="Alexandre Quach" userId="7bb690c8a6e028e4" providerId="LiveId" clId="{06933C3E-53D6-4C1E-88F2-6D93DD48933C}" dt="2021-02-02T17:06:43.152" v="12187" actId="26606"/>
          <ac:spMkLst>
            <pc:docMk/>
            <pc:sldMk cId="2842409871" sldId="256"/>
            <ac:spMk id="80" creationId="{A88B2AAA-B805-498E-A9E6-98B885855498}"/>
          </ac:spMkLst>
        </pc:spChg>
        <pc:spChg chg="add">
          <ac:chgData name="Alexandre Quach" userId="7bb690c8a6e028e4" providerId="LiveId" clId="{06933C3E-53D6-4C1E-88F2-6D93DD48933C}" dt="2021-02-02T17:06:43.152" v="12187" actId="26606"/>
          <ac:spMkLst>
            <pc:docMk/>
            <pc:sldMk cId="2842409871" sldId="256"/>
            <ac:spMk id="81" creationId="{763C1781-8726-4FAC-8C45-FF40376BE409}"/>
          </ac:spMkLst>
        </pc:spChg>
        <pc:spChg chg="add">
          <ac:chgData name="Alexandre Quach" userId="7bb690c8a6e028e4" providerId="LiveId" clId="{06933C3E-53D6-4C1E-88F2-6D93DD48933C}" dt="2021-02-02T17:06:43.152" v="12187" actId="26606"/>
          <ac:spMkLst>
            <pc:docMk/>
            <pc:sldMk cId="2842409871" sldId="256"/>
            <ac:spMk id="82" creationId="{9B8051E0-19D7-43E1-BFD9-E6DBFEB3A3F1}"/>
          </ac:spMkLst>
        </pc:spChg>
        <pc:spChg chg="add">
          <ac:chgData name="Alexandre Quach" userId="7bb690c8a6e028e4" providerId="LiveId" clId="{06933C3E-53D6-4C1E-88F2-6D93DD48933C}" dt="2021-02-02T17:06:43.152" v="12187" actId="26606"/>
          <ac:spMkLst>
            <pc:docMk/>
            <pc:sldMk cId="2842409871" sldId="256"/>
            <ac:spMk id="83" creationId="{301491B5-56C7-43DC-A3D9-861EECCA056A}"/>
          </ac:spMkLst>
        </pc:spChg>
        <pc:spChg chg="add">
          <ac:chgData name="Alexandre Quach" userId="7bb690c8a6e028e4" providerId="LiveId" clId="{06933C3E-53D6-4C1E-88F2-6D93DD48933C}" dt="2021-02-02T17:06:43.152" v="12187" actId="26606"/>
          <ac:spMkLst>
            <pc:docMk/>
            <pc:sldMk cId="2842409871" sldId="256"/>
            <ac:spMk id="84" creationId="{4EDB2B02-86A2-46F5-A4BE-B7D9B10411D6}"/>
          </ac:spMkLst>
        </pc:spChg>
        <pc:spChg chg="add">
          <ac:chgData name="Alexandre Quach" userId="7bb690c8a6e028e4" providerId="LiveId" clId="{06933C3E-53D6-4C1E-88F2-6D93DD48933C}" dt="2021-02-02T17:06:43.152" v="12187" actId="26606"/>
          <ac:spMkLst>
            <pc:docMk/>
            <pc:sldMk cId="2842409871" sldId="256"/>
            <ac:spMk id="85" creationId="{237E2353-22DF-46E0-A200-FB30F8F394E2}"/>
          </ac:spMkLst>
        </pc:spChg>
        <pc:spChg chg="add">
          <ac:chgData name="Alexandre Quach" userId="7bb690c8a6e028e4" providerId="LiveId" clId="{06933C3E-53D6-4C1E-88F2-6D93DD48933C}" dt="2021-02-02T17:06:43.152" v="12187" actId="26606"/>
          <ac:spMkLst>
            <pc:docMk/>
            <pc:sldMk cId="2842409871" sldId="256"/>
            <ac:spMk id="86" creationId="{43954639-FB5D-41F4-9560-6F6DFE778425}"/>
          </ac:spMkLst>
        </pc:spChg>
        <pc:spChg chg="add">
          <ac:chgData name="Alexandre Quach" userId="7bb690c8a6e028e4" providerId="LiveId" clId="{06933C3E-53D6-4C1E-88F2-6D93DD48933C}" dt="2021-02-02T17:06:43.152" v="12187" actId="26606"/>
          <ac:spMkLst>
            <pc:docMk/>
            <pc:sldMk cId="2842409871" sldId="256"/>
            <ac:spMk id="87" creationId="{DD6138DB-057B-45F7-A5F4-E7BFDA20D02C}"/>
          </ac:spMkLst>
        </pc:spChg>
        <pc:spChg chg="add">
          <ac:chgData name="Alexandre Quach" userId="7bb690c8a6e028e4" providerId="LiveId" clId="{06933C3E-53D6-4C1E-88F2-6D93DD48933C}" dt="2021-02-02T17:06:43.152" v="12187" actId="26606"/>
          <ac:spMkLst>
            <pc:docMk/>
            <pc:sldMk cId="2842409871" sldId="256"/>
            <ac:spMk id="89" creationId="{79A54AB1-B64F-4843-BFAB-81CB74E66B65}"/>
          </ac:spMkLst>
        </pc:spChg>
        <pc:grpChg chg="mod topLvl">
          <ac:chgData name="Alexandre Quach" userId="7bb690c8a6e028e4" providerId="LiveId" clId="{06933C3E-53D6-4C1E-88F2-6D93DD48933C}" dt="2021-02-02T17:02:55.131" v="12104" actId="164"/>
          <ac:grpSpMkLst>
            <pc:docMk/>
            <pc:sldMk cId="2842409871" sldId="256"/>
            <ac:grpSpMk id="4" creationId="{FC5FC8C0-92F8-404A-98EA-FD6AC9B69AE4}"/>
          </ac:grpSpMkLst>
        </pc:grpChg>
        <pc:grpChg chg="mod">
          <ac:chgData name="Alexandre Quach" userId="7bb690c8a6e028e4" providerId="LiveId" clId="{06933C3E-53D6-4C1E-88F2-6D93DD48933C}" dt="2021-02-02T17:02:46.026" v="12102" actId="165"/>
          <ac:grpSpMkLst>
            <pc:docMk/>
            <pc:sldMk cId="2842409871" sldId="256"/>
            <ac:grpSpMk id="16" creationId="{F58B19A0-128A-4AE2-9CB6-613E46E9060F}"/>
          </ac:grpSpMkLst>
        </pc:grpChg>
        <pc:grpChg chg="mod topLvl">
          <ac:chgData name="Alexandre Quach" userId="7bb690c8a6e028e4" providerId="LiveId" clId="{06933C3E-53D6-4C1E-88F2-6D93DD48933C}" dt="2021-02-02T17:02:55.131" v="12104" actId="164"/>
          <ac:grpSpMkLst>
            <pc:docMk/>
            <pc:sldMk cId="2842409871" sldId="256"/>
            <ac:grpSpMk id="30" creationId="{EE224399-50F7-46CE-8D9A-ED049B57036D}"/>
          </ac:grpSpMkLst>
        </pc:grpChg>
        <pc:grpChg chg="del">
          <ac:chgData name="Alexandre Quach" userId="7bb690c8a6e028e4" providerId="LiveId" clId="{06933C3E-53D6-4C1E-88F2-6D93DD48933C}" dt="2021-02-02T17:02:46.026" v="12102" actId="165"/>
          <ac:grpSpMkLst>
            <pc:docMk/>
            <pc:sldMk cId="2842409871" sldId="256"/>
            <ac:grpSpMk id="31" creationId="{975E1A5A-271C-4655-A950-97DBE7070701}"/>
          </ac:grpSpMkLst>
        </pc:grpChg>
        <pc:grpChg chg="add del mod">
          <ac:chgData name="Alexandre Quach" userId="7bb690c8a6e028e4" providerId="LiveId" clId="{06933C3E-53D6-4C1E-88F2-6D93DD48933C}" dt="2021-02-02T17:03:11.289" v="12105" actId="478"/>
          <ac:grpSpMkLst>
            <pc:docMk/>
            <pc:sldMk cId="2842409871" sldId="256"/>
            <ac:grpSpMk id="32" creationId="{FF755174-8398-408C-AD89-3F0230CB4FE7}"/>
          </ac:grpSpMkLst>
        </pc:grpChg>
        <pc:picChg chg="add del mod">
          <ac:chgData name="Alexandre Quach" userId="7bb690c8a6e028e4" providerId="LiveId" clId="{06933C3E-53D6-4C1E-88F2-6D93DD48933C}" dt="2021-02-04T14:02:27.930" v="79340" actId="21"/>
          <ac:picMkLst>
            <pc:docMk/>
            <pc:sldMk cId="2842409871" sldId="256"/>
            <ac:picMk id="2" creationId="{1A13E886-7BCA-486E-A14B-3C073BEE9FDB}"/>
          </ac:picMkLst>
        </pc:picChg>
        <pc:picChg chg="add mod">
          <ac:chgData name="Alexandre Quach" userId="7bb690c8a6e028e4" providerId="LiveId" clId="{06933C3E-53D6-4C1E-88F2-6D93DD48933C}" dt="2021-02-03T17:04:39.592" v="51436" actId="1076"/>
          <ac:picMkLst>
            <pc:docMk/>
            <pc:sldMk cId="2842409871" sldId="256"/>
            <ac:picMk id="3" creationId="{E2381730-E525-45EE-82D6-68310E3F98EC}"/>
          </ac:picMkLst>
        </pc:picChg>
        <pc:picChg chg="add del mod ord modCrop">
          <ac:chgData name="Alexandre Quach" userId="7bb690c8a6e028e4" providerId="LiveId" clId="{06933C3E-53D6-4C1E-88F2-6D93DD48933C}" dt="2021-02-02T19:18:13.088" v="22495" actId="478"/>
          <ac:picMkLst>
            <pc:docMk/>
            <pc:sldMk cId="2842409871" sldId="256"/>
            <ac:picMk id="34" creationId="{36F387E2-976F-4D2F-B609-2F51A5C3702D}"/>
          </ac:picMkLst>
        </pc:picChg>
        <pc:picChg chg="add mod">
          <ac:chgData name="Alexandre Quach" userId="7bb690c8a6e028e4" providerId="LiveId" clId="{06933C3E-53D6-4C1E-88F2-6D93DD48933C}" dt="2021-02-02T17:07:56.622" v="12245" actId="1076"/>
          <ac:picMkLst>
            <pc:docMk/>
            <pc:sldMk cId="2842409871" sldId="256"/>
            <ac:picMk id="36" creationId="{DA0EF64C-2F24-43C4-BA48-DC2DE5036DD2}"/>
          </ac:picMkLst>
        </pc:picChg>
        <pc:picChg chg="add mod">
          <ac:chgData name="Alexandre Quach" userId="7bb690c8a6e028e4" providerId="LiveId" clId="{06933C3E-53D6-4C1E-88F2-6D93DD48933C}" dt="2021-02-02T23:58:08.314" v="39164" actId="1076"/>
          <ac:picMkLst>
            <pc:docMk/>
            <pc:sldMk cId="2842409871" sldId="256"/>
            <ac:picMk id="38" creationId="{2873A3AB-0D9B-488C-A640-25CF7C6B1180}"/>
          </ac:picMkLst>
        </pc:picChg>
        <pc:picChg chg="add del">
          <ac:chgData name="Alexandre Quach" userId="7bb690c8a6e028e4" providerId="LiveId" clId="{06933C3E-53D6-4C1E-88F2-6D93DD48933C}" dt="2021-02-02T17:03:45.494" v="12113" actId="26606"/>
          <ac:picMkLst>
            <pc:docMk/>
            <pc:sldMk cId="2842409871" sldId="256"/>
            <ac:picMk id="41" creationId="{75554383-98AF-4A47-BB65-705FAAA4BE6A}"/>
          </ac:picMkLst>
        </pc:picChg>
        <pc:cxnChg chg="add del">
          <ac:chgData name="Alexandre Quach" userId="7bb690c8a6e028e4" providerId="LiveId" clId="{06933C3E-53D6-4C1E-88F2-6D93DD48933C}" dt="2021-02-02T17:03:45.487" v="12112" actId="26606"/>
          <ac:cxnSpMkLst>
            <pc:docMk/>
            <pc:sldMk cId="2842409871" sldId="256"/>
            <ac:cxnSpMk id="54" creationId="{469F4FF8-F8B0-4630-BA1B-0D8B324CD5FF}"/>
          </ac:cxnSpMkLst>
        </pc:cxnChg>
      </pc:sldChg>
      <pc:sldChg chg="modSp del mod">
        <pc:chgData name="Alexandre Quach" userId="7bb690c8a6e028e4" providerId="LiveId" clId="{06933C3E-53D6-4C1E-88F2-6D93DD48933C}" dt="2021-02-02T19:19:15.725" v="22500" actId="47"/>
        <pc:sldMkLst>
          <pc:docMk/>
          <pc:sldMk cId="1110547012" sldId="257"/>
        </pc:sldMkLst>
        <pc:spChg chg="mod">
          <ac:chgData name="Alexandre Quach" userId="7bb690c8a6e028e4" providerId="LiveId" clId="{06933C3E-53D6-4C1E-88F2-6D93DD48933C}" dt="2021-02-02T14:10:22.261" v="1649" actId="20577"/>
          <ac:spMkLst>
            <pc:docMk/>
            <pc:sldMk cId="1110547012" sldId="257"/>
            <ac:spMk id="3" creationId="{671A386B-1758-4861-A334-D858037EF2B3}"/>
          </ac:spMkLst>
        </pc:spChg>
      </pc:sldChg>
      <pc:sldChg chg="modSp del mod">
        <pc:chgData name="Alexandre Quach" userId="7bb690c8a6e028e4" providerId="LiveId" clId="{06933C3E-53D6-4C1E-88F2-6D93DD48933C}" dt="2021-02-02T14:11:35.120" v="1786" actId="47"/>
        <pc:sldMkLst>
          <pc:docMk/>
          <pc:sldMk cId="3661281873" sldId="258"/>
        </pc:sldMkLst>
        <pc:graphicFrameChg chg="modGraphic">
          <ac:chgData name="Alexandre Quach" userId="7bb690c8a6e028e4" providerId="LiveId" clId="{06933C3E-53D6-4C1E-88F2-6D93DD48933C}" dt="2021-02-02T13:58:48.357" v="157" actId="20577"/>
          <ac:graphicFrameMkLst>
            <pc:docMk/>
            <pc:sldMk cId="3661281873" sldId="258"/>
            <ac:graphicFrameMk id="4" creationId="{3CF8BB38-110E-4009-BF71-53E3862517DD}"/>
          </ac:graphicFrameMkLst>
        </pc:graphicFrameChg>
      </pc:sldChg>
      <pc:sldChg chg="addSp delSp modSp mod ord">
        <pc:chgData name="Alexandre Quach" userId="7bb690c8a6e028e4" providerId="LiveId" clId="{06933C3E-53D6-4C1E-88F2-6D93DD48933C}" dt="2021-02-03T13:15:11.549" v="41208" actId="6549"/>
        <pc:sldMkLst>
          <pc:docMk/>
          <pc:sldMk cId="2253548315" sldId="259"/>
        </pc:sldMkLst>
        <pc:spChg chg="mod">
          <ac:chgData name="Alexandre Quach" userId="7bb690c8a6e028e4" providerId="LiveId" clId="{06933C3E-53D6-4C1E-88F2-6D93DD48933C}" dt="2021-02-03T13:15:11.549" v="41208" actId="6549"/>
          <ac:spMkLst>
            <pc:docMk/>
            <pc:sldMk cId="2253548315" sldId="259"/>
            <ac:spMk id="2" creationId="{7852DF05-0C37-45AD-814E-986310864039}"/>
          </ac:spMkLst>
        </pc:spChg>
        <pc:spChg chg="mod">
          <ac:chgData name="Alexandre Quach" userId="7bb690c8a6e028e4" providerId="LiveId" clId="{06933C3E-53D6-4C1E-88F2-6D93DD48933C}" dt="2021-02-02T23:43:27.837" v="38384" actId="20577"/>
          <ac:spMkLst>
            <pc:docMk/>
            <pc:sldMk cId="2253548315" sldId="259"/>
            <ac:spMk id="4" creationId="{29A624E3-FEFF-4B6F-A9A8-4984FAAB2624}"/>
          </ac:spMkLst>
        </pc:spChg>
        <pc:spChg chg="mod">
          <ac:chgData name="Alexandre Quach" userId="7bb690c8a6e028e4" providerId="LiveId" clId="{06933C3E-53D6-4C1E-88F2-6D93DD48933C}" dt="2021-02-02T21:57:31.754" v="28206" actId="20577"/>
          <ac:spMkLst>
            <pc:docMk/>
            <pc:sldMk cId="2253548315" sldId="259"/>
            <ac:spMk id="5" creationId="{F583E3B5-2E5D-4437-B787-A4BF45224103}"/>
          </ac:spMkLst>
        </pc:spChg>
        <pc:spChg chg="mod">
          <ac:chgData name="Alexandre Quach" userId="7bb690c8a6e028e4" providerId="LiveId" clId="{06933C3E-53D6-4C1E-88F2-6D93DD48933C}" dt="2021-02-02T21:57:36.664" v="28216" actId="20577"/>
          <ac:spMkLst>
            <pc:docMk/>
            <pc:sldMk cId="2253548315" sldId="259"/>
            <ac:spMk id="6" creationId="{56CCB020-31AA-4C1B-94D6-19CD3E8EAA56}"/>
          </ac:spMkLst>
        </pc:spChg>
        <pc:spChg chg="mod">
          <ac:chgData name="Alexandre Quach" userId="7bb690c8a6e028e4" providerId="LiveId" clId="{06933C3E-53D6-4C1E-88F2-6D93DD48933C}" dt="2021-02-02T22:38:35.495" v="31962" actId="14100"/>
          <ac:spMkLst>
            <pc:docMk/>
            <pc:sldMk cId="2253548315" sldId="259"/>
            <ac:spMk id="7" creationId="{44C32351-B33E-42C8-AC5F-A687F8B70056}"/>
          </ac:spMkLst>
        </pc:spChg>
        <pc:spChg chg="mod">
          <ac:chgData name="Alexandre Quach" userId="7bb690c8a6e028e4" providerId="LiveId" clId="{06933C3E-53D6-4C1E-88F2-6D93DD48933C}" dt="2021-02-02T22:38:39.910" v="31963" actId="14100"/>
          <ac:spMkLst>
            <pc:docMk/>
            <pc:sldMk cId="2253548315" sldId="259"/>
            <ac:spMk id="8" creationId="{3D0FD79A-6528-42DC-9E1E-E3BA89A18E84}"/>
          </ac:spMkLst>
        </pc:spChg>
        <pc:picChg chg="add mod">
          <ac:chgData name="Alexandre Quach" userId="7bb690c8a6e028e4" providerId="LiveId" clId="{06933C3E-53D6-4C1E-88F2-6D93DD48933C}" dt="2021-02-02T21:56:53.249" v="28174" actId="1076"/>
          <ac:picMkLst>
            <pc:docMk/>
            <pc:sldMk cId="2253548315" sldId="259"/>
            <ac:picMk id="9" creationId="{3AA08A9E-ECE1-483C-B55E-A911CDE129B6}"/>
          </ac:picMkLst>
        </pc:picChg>
        <pc:picChg chg="add mod">
          <ac:chgData name="Alexandre Quach" userId="7bb690c8a6e028e4" providerId="LiveId" clId="{06933C3E-53D6-4C1E-88F2-6D93DD48933C}" dt="2021-02-02T21:56:53.249" v="28174" actId="1076"/>
          <ac:picMkLst>
            <pc:docMk/>
            <pc:sldMk cId="2253548315" sldId="259"/>
            <ac:picMk id="10" creationId="{62D10BA4-8DF4-4465-A3EC-FA3883E5FF9B}"/>
          </ac:picMkLst>
        </pc:picChg>
        <pc:picChg chg="add mod">
          <ac:chgData name="Alexandre Quach" userId="7bb690c8a6e028e4" providerId="LiveId" clId="{06933C3E-53D6-4C1E-88F2-6D93DD48933C}" dt="2021-02-02T21:56:58.745" v="28175" actId="1076"/>
          <ac:picMkLst>
            <pc:docMk/>
            <pc:sldMk cId="2253548315" sldId="259"/>
            <ac:picMk id="11" creationId="{3D7B06C7-CBD0-46CD-8164-476C431E822D}"/>
          </ac:picMkLst>
        </pc:picChg>
        <pc:picChg chg="add del mod">
          <ac:chgData name="Alexandre Quach" userId="7bb690c8a6e028e4" providerId="LiveId" clId="{06933C3E-53D6-4C1E-88F2-6D93DD48933C}" dt="2021-02-02T18:20:56.228" v="17216" actId="478"/>
          <ac:picMkLst>
            <pc:docMk/>
            <pc:sldMk cId="2253548315" sldId="259"/>
            <ac:picMk id="12" creationId="{A2FA61F2-8098-4869-BE98-984306EEF2C8}"/>
          </ac:picMkLst>
        </pc:picChg>
        <pc:picChg chg="add mod">
          <ac:chgData name="Alexandre Quach" userId="7bb690c8a6e028e4" providerId="LiveId" clId="{06933C3E-53D6-4C1E-88F2-6D93DD48933C}" dt="2021-02-02T21:56:58.745" v="28175" actId="1076"/>
          <ac:picMkLst>
            <pc:docMk/>
            <pc:sldMk cId="2253548315" sldId="259"/>
            <ac:picMk id="13" creationId="{B433F467-4F29-495B-AEE7-29A4EB8AD4AD}"/>
          </ac:picMkLst>
        </pc:picChg>
      </pc:sldChg>
      <pc:sldChg chg="addSp delSp modSp new del mod">
        <pc:chgData name="Alexandre Quach" userId="7bb690c8a6e028e4" providerId="LiveId" clId="{06933C3E-53D6-4C1E-88F2-6D93DD48933C}" dt="2021-02-02T21:06:20.248" v="23971" actId="47"/>
        <pc:sldMkLst>
          <pc:docMk/>
          <pc:sldMk cId="1228217974" sldId="260"/>
        </pc:sldMkLst>
        <pc:spChg chg="mod">
          <ac:chgData name="Alexandre Quach" userId="7bb690c8a6e028e4" providerId="LiveId" clId="{06933C3E-53D6-4C1E-88F2-6D93DD48933C}" dt="2021-02-02T20:52:58.943" v="22757" actId="14100"/>
          <ac:spMkLst>
            <pc:docMk/>
            <pc:sldMk cId="1228217974" sldId="260"/>
            <ac:spMk id="2" creationId="{64D29F93-0E52-480D-ADF1-FEE005BA1463}"/>
          </ac:spMkLst>
        </pc:spChg>
        <pc:spChg chg="del mod">
          <ac:chgData name="Alexandre Quach" userId="7bb690c8a6e028e4" providerId="LiveId" clId="{06933C3E-53D6-4C1E-88F2-6D93DD48933C}" dt="2021-02-02T21:06:18.556" v="23970" actId="21"/>
          <ac:spMkLst>
            <pc:docMk/>
            <pc:sldMk cId="1228217974" sldId="260"/>
            <ac:spMk id="3" creationId="{95E68817-1E6F-4CA1-BB60-DA09AF8062DA}"/>
          </ac:spMkLst>
        </pc:spChg>
        <pc:spChg chg="add del mod">
          <ac:chgData name="Alexandre Quach" userId="7bb690c8a6e028e4" providerId="LiveId" clId="{06933C3E-53D6-4C1E-88F2-6D93DD48933C}" dt="2021-02-02T20:52:58.296" v="22756"/>
          <ac:spMkLst>
            <pc:docMk/>
            <pc:sldMk cId="1228217974" sldId="260"/>
            <ac:spMk id="6" creationId="{371A386C-63BC-4492-BC6A-58D035BD7550}"/>
          </ac:spMkLst>
        </pc:spChg>
        <pc:spChg chg="add mod">
          <ac:chgData name="Alexandre Quach" userId="7bb690c8a6e028e4" providerId="LiveId" clId="{06933C3E-53D6-4C1E-88F2-6D93DD48933C}" dt="2021-02-02T21:06:18.556" v="23970" actId="21"/>
          <ac:spMkLst>
            <pc:docMk/>
            <pc:sldMk cId="1228217974" sldId="260"/>
            <ac:spMk id="8" creationId="{53C4C58D-9759-4067-9E53-981E4E3F5F8C}"/>
          </ac:spMkLst>
        </pc:spChg>
        <pc:graphicFrameChg chg="add del mod modGraphic">
          <ac:chgData name="Alexandre Quach" userId="7bb690c8a6e028e4" providerId="LiveId" clId="{06933C3E-53D6-4C1E-88F2-6D93DD48933C}" dt="2021-02-02T20:53:23.028" v="22764" actId="21"/>
          <ac:graphicFrameMkLst>
            <pc:docMk/>
            <pc:sldMk cId="1228217974" sldId="260"/>
            <ac:graphicFrameMk id="4" creationId="{96478186-071F-429F-A43E-A6FF5E5A7FF9}"/>
          </ac:graphicFrameMkLst>
        </pc:graphicFrameChg>
        <pc:picChg chg="add del mod">
          <ac:chgData name="Alexandre Quach" userId="7bb690c8a6e028e4" providerId="LiveId" clId="{06933C3E-53D6-4C1E-88F2-6D93DD48933C}" dt="2021-02-02T20:52:58.296" v="22756"/>
          <ac:picMkLst>
            <pc:docMk/>
            <pc:sldMk cId="1228217974" sldId="260"/>
            <ac:picMk id="5" creationId="{F3FC2D6B-C93D-4250-88BA-7142DF447D06}"/>
          </ac:picMkLst>
        </pc:picChg>
      </pc:sldChg>
      <pc:sldChg chg="addSp modSp new mod ord modClrScheme chgLayout">
        <pc:chgData name="Alexandre Quach" userId="7bb690c8a6e028e4" providerId="LiveId" clId="{06933C3E-53D6-4C1E-88F2-6D93DD48933C}" dt="2021-02-03T22:59:46.350" v="67478" actId="20577"/>
        <pc:sldMkLst>
          <pc:docMk/>
          <pc:sldMk cId="974069190" sldId="261"/>
        </pc:sldMkLst>
        <pc:spChg chg="mod ord">
          <ac:chgData name="Alexandre Quach" userId="7bb690c8a6e028e4" providerId="LiveId" clId="{06933C3E-53D6-4C1E-88F2-6D93DD48933C}" dt="2021-02-03T16:26:31.992" v="47279" actId="1076"/>
          <ac:spMkLst>
            <pc:docMk/>
            <pc:sldMk cId="974069190" sldId="261"/>
            <ac:spMk id="2" creationId="{3E403F8E-D13F-490B-ACC3-5C9FED32FCF0}"/>
          </ac:spMkLst>
        </pc:spChg>
        <pc:spChg chg="mod ord">
          <ac:chgData name="Alexandre Quach" userId="7bb690c8a6e028e4" providerId="LiveId" clId="{06933C3E-53D6-4C1E-88F2-6D93DD48933C}" dt="2021-02-03T22:59:21.084" v="67378" actId="20577"/>
          <ac:spMkLst>
            <pc:docMk/>
            <pc:sldMk cId="974069190" sldId="261"/>
            <ac:spMk id="3" creationId="{D9CBE7A0-CEA8-49C7-B1F5-66B646299B3A}"/>
          </ac:spMkLst>
        </pc:spChg>
        <pc:spChg chg="add mod ord">
          <ac:chgData name="Alexandre Quach" userId="7bb690c8a6e028e4" providerId="LiveId" clId="{06933C3E-53D6-4C1E-88F2-6D93DD48933C}" dt="2021-02-03T16:26:43.626" v="47283" actId="1076"/>
          <ac:spMkLst>
            <pc:docMk/>
            <pc:sldMk cId="974069190" sldId="261"/>
            <ac:spMk id="4" creationId="{E4A20B0C-5EE5-4018-88F9-7B59C52F3F22}"/>
          </ac:spMkLst>
        </pc:spChg>
        <pc:spChg chg="add mod ord">
          <ac:chgData name="Alexandre Quach" userId="7bb690c8a6e028e4" providerId="LiveId" clId="{06933C3E-53D6-4C1E-88F2-6D93DD48933C}" dt="2021-02-03T16:26:43.626" v="47283" actId="1076"/>
          <ac:spMkLst>
            <pc:docMk/>
            <pc:sldMk cId="974069190" sldId="261"/>
            <ac:spMk id="5" creationId="{AE9D5684-6FEC-4A8D-8A46-2DC2690BD720}"/>
          </ac:spMkLst>
        </pc:spChg>
        <pc:spChg chg="add mod ord">
          <ac:chgData name="Alexandre Quach" userId="7bb690c8a6e028e4" providerId="LiveId" clId="{06933C3E-53D6-4C1E-88F2-6D93DD48933C}" dt="2021-02-03T22:59:13.678" v="67366" actId="20577"/>
          <ac:spMkLst>
            <pc:docMk/>
            <pc:sldMk cId="974069190" sldId="261"/>
            <ac:spMk id="6" creationId="{FC095321-BAD2-4D1A-B0BD-058E76C10D14}"/>
          </ac:spMkLst>
        </pc:spChg>
        <pc:spChg chg="add mod">
          <ac:chgData name="Alexandre Quach" userId="7bb690c8a6e028e4" providerId="LiveId" clId="{06933C3E-53D6-4C1E-88F2-6D93DD48933C}" dt="2021-02-03T16:26:43.626" v="47283" actId="1076"/>
          <ac:spMkLst>
            <pc:docMk/>
            <pc:sldMk cId="974069190" sldId="261"/>
            <ac:spMk id="7" creationId="{627597CC-54B5-4CC6-98C2-B0FCFCCBB5FC}"/>
          </ac:spMkLst>
        </pc:spChg>
        <pc:spChg chg="add mod">
          <ac:chgData name="Alexandre Quach" userId="7bb690c8a6e028e4" providerId="LiveId" clId="{06933C3E-53D6-4C1E-88F2-6D93DD48933C}" dt="2021-02-03T22:59:46.350" v="67478" actId="20577"/>
          <ac:spMkLst>
            <pc:docMk/>
            <pc:sldMk cId="974069190" sldId="261"/>
            <ac:spMk id="8" creationId="{E860C364-CB07-4157-B3FC-72ADE7FC8BE0}"/>
          </ac:spMkLst>
        </pc:spChg>
        <pc:spChg chg="add mod">
          <ac:chgData name="Alexandre Quach" userId="7bb690c8a6e028e4" providerId="LiveId" clId="{06933C3E-53D6-4C1E-88F2-6D93DD48933C}" dt="2021-02-03T16:27:01.769" v="47305" actId="208"/>
          <ac:spMkLst>
            <pc:docMk/>
            <pc:sldMk cId="974069190" sldId="261"/>
            <ac:spMk id="9" creationId="{0DD88472-455B-4EB6-9408-03600B961185}"/>
          </ac:spMkLst>
        </pc:spChg>
        <pc:spChg chg="add mod">
          <ac:chgData name="Alexandre Quach" userId="7bb690c8a6e028e4" providerId="LiveId" clId="{06933C3E-53D6-4C1E-88F2-6D93DD48933C}" dt="2021-02-03T16:34:27.473" v="48292" actId="20577"/>
          <ac:spMkLst>
            <pc:docMk/>
            <pc:sldMk cId="974069190" sldId="261"/>
            <ac:spMk id="10" creationId="{92DC21F5-C271-429F-B995-155ADD05F5EE}"/>
          </ac:spMkLst>
        </pc:spChg>
      </pc:sldChg>
      <pc:sldChg chg="addSp delSp modSp add del mod">
        <pc:chgData name="Alexandre Quach" userId="7bb690c8a6e028e4" providerId="LiveId" clId="{06933C3E-53D6-4C1E-88F2-6D93DD48933C}" dt="2021-02-02T21:21:33.957" v="25208" actId="47"/>
        <pc:sldMkLst>
          <pc:docMk/>
          <pc:sldMk cId="1268618774" sldId="262"/>
        </pc:sldMkLst>
        <pc:spChg chg="mod">
          <ac:chgData name="Alexandre Quach" userId="7bb690c8a6e028e4" providerId="LiveId" clId="{06933C3E-53D6-4C1E-88F2-6D93DD48933C}" dt="2021-02-02T15:44:24.838" v="12085" actId="20577"/>
          <ac:spMkLst>
            <pc:docMk/>
            <pc:sldMk cId="1268618774" sldId="262"/>
            <ac:spMk id="2" creationId="{64D29F93-0E52-480D-ADF1-FEE005BA1463}"/>
          </ac:spMkLst>
        </pc:spChg>
        <pc:spChg chg="del">
          <ac:chgData name="Alexandre Quach" userId="7bb690c8a6e028e4" providerId="LiveId" clId="{06933C3E-53D6-4C1E-88F2-6D93DD48933C}" dt="2021-02-02T14:43:51.011" v="6113" actId="478"/>
          <ac:spMkLst>
            <pc:docMk/>
            <pc:sldMk cId="1268618774" sldId="262"/>
            <ac:spMk id="3" creationId="{95E68817-1E6F-4CA1-BB60-DA09AF8062DA}"/>
          </ac:spMkLst>
        </pc:spChg>
        <pc:spChg chg="add del mod">
          <ac:chgData name="Alexandre Quach" userId="7bb690c8a6e028e4" providerId="LiveId" clId="{06933C3E-53D6-4C1E-88F2-6D93DD48933C}" dt="2021-02-02T14:43:52.897" v="6114" actId="478"/>
          <ac:spMkLst>
            <pc:docMk/>
            <pc:sldMk cId="1268618774" sldId="262"/>
            <ac:spMk id="6" creationId="{34427495-9438-46BD-B450-01506CEC48E4}"/>
          </ac:spMkLst>
        </pc:spChg>
        <pc:graphicFrameChg chg="mod modGraphic">
          <ac:chgData name="Alexandre Quach" userId="7bb690c8a6e028e4" providerId="LiveId" clId="{06933C3E-53D6-4C1E-88F2-6D93DD48933C}" dt="2021-02-02T21:20:14.639" v="25176" actId="21"/>
          <ac:graphicFrameMkLst>
            <pc:docMk/>
            <pc:sldMk cId="1268618774" sldId="262"/>
            <ac:graphicFrameMk id="4" creationId="{96478186-071F-429F-A43E-A6FF5E5A7FF9}"/>
          </ac:graphicFrameMkLst>
        </pc:graphicFrameChg>
      </pc:sldChg>
      <pc:sldChg chg="modSp new mod ord">
        <pc:chgData name="Alexandre Quach" userId="7bb690c8a6e028e4" providerId="LiveId" clId="{06933C3E-53D6-4C1E-88F2-6D93DD48933C}" dt="2021-02-02T23:08:28.553" v="35773"/>
        <pc:sldMkLst>
          <pc:docMk/>
          <pc:sldMk cId="1774973421" sldId="263"/>
        </pc:sldMkLst>
        <pc:spChg chg="mod">
          <ac:chgData name="Alexandre Quach" userId="7bb690c8a6e028e4" providerId="LiveId" clId="{06933C3E-53D6-4C1E-88F2-6D93DD48933C}" dt="2021-02-02T14:39:25.265" v="5998" actId="20577"/>
          <ac:spMkLst>
            <pc:docMk/>
            <pc:sldMk cId="1774973421" sldId="263"/>
            <ac:spMk id="2" creationId="{0D7A0C08-B43E-4D87-B2B0-E271390CD39F}"/>
          </ac:spMkLst>
        </pc:spChg>
      </pc:sldChg>
      <pc:sldChg chg="addSp delSp modSp new del mod ord">
        <pc:chgData name="Alexandre Quach" userId="7bb690c8a6e028e4" providerId="LiveId" clId="{06933C3E-53D6-4C1E-88F2-6D93DD48933C}" dt="2021-02-02T23:12:31.227" v="36330" actId="47"/>
        <pc:sldMkLst>
          <pc:docMk/>
          <pc:sldMk cId="1957009652" sldId="264"/>
        </pc:sldMkLst>
        <pc:spChg chg="mod">
          <ac:chgData name="Alexandre Quach" userId="7bb690c8a6e028e4" providerId="LiveId" clId="{06933C3E-53D6-4C1E-88F2-6D93DD48933C}" dt="2021-02-02T14:39:49.787" v="6050" actId="20577"/>
          <ac:spMkLst>
            <pc:docMk/>
            <pc:sldMk cId="1957009652" sldId="264"/>
            <ac:spMk id="2" creationId="{358CA6FF-1285-486C-8C3A-18F86831B96E}"/>
          </ac:spMkLst>
        </pc:spChg>
        <pc:spChg chg="del mod">
          <ac:chgData name="Alexandre Quach" userId="7bb690c8a6e028e4" providerId="LiveId" clId="{06933C3E-53D6-4C1E-88F2-6D93DD48933C}" dt="2021-02-02T14:40:27.636" v="6105" actId="478"/>
          <ac:spMkLst>
            <pc:docMk/>
            <pc:sldMk cId="1957009652" sldId="264"/>
            <ac:spMk id="3" creationId="{660FE4E9-713A-400B-8852-3A3B5A43492D}"/>
          </ac:spMkLst>
        </pc:spChg>
        <pc:spChg chg="add mod">
          <ac:chgData name="Alexandre Quach" userId="7bb690c8a6e028e4" providerId="LiveId" clId="{06933C3E-53D6-4C1E-88F2-6D93DD48933C}" dt="2021-02-02T14:40:27.636" v="6105" actId="478"/>
          <ac:spMkLst>
            <pc:docMk/>
            <pc:sldMk cId="1957009652" sldId="264"/>
            <ac:spMk id="5" creationId="{C3963C02-094D-4AF1-A114-237A078FD243}"/>
          </ac:spMkLst>
        </pc:spChg>
      </pc:sldChg>
      <pc:sldChg chg="addSp modSp add del mod">
        <pc:chgData name="Alexandre Quach" userId="7bb690c8a6e028e4" providerId="LiveId" clId="{06933C3E-53D6-4C1E-88F2-6D93DD48933C}" dt="2021-02-02T22:05:31.949" v="28886" actId="47"/>
        <pc:sldMkLst>
          <pc:docMk/>
          <pc:sldMk cId="2242246890" sldId="265"/>
        </pc:sldMkLst>
        <pc:spChg chg="mod">
          <ac:chgData name="Alexandre Quach" userId="7bb690c8a6e028e4" providerId="LiveId" clId="{06933C3E-53D6-4C1E-88F2-6D93DD48933C}" dt="2021-02-02T15:44:29.581" v="12092" actId="20577"/>
          <ac:spMkLst>
            <pc:docMk/>
            <pc:sldMk cId="2242246890" sldId="265"/>
            <ac:spMk id="2" creationId="{64D29F93-0E52-480D-ADF1-FEE005BA1463}"/>
          </ac:spMkLst>
        </pc:spChg>
        <pc:graphicFrameChg chg="mod modGraphic">
          <ac:chgData name="Alexandre Quach" userId="7bb690c8a6e028e4" providerId="LiveId" clId="{06933C3E-53D6-4C1E-88F2-6D93DD48933C}" dt="2021-02-02T21:28:51.854" v="25898" actId="21"/>
          <ac:graphicFrameMkLst>
            <pc:docMk/>
            <pc:sldMk cId="2242246890" sldId="265"/>
            <ac:graphicFrameMk id="4" creationId="{96478186-071F-429F-A43E-A6FF5E5A7FF9}"/>
          </ac:graphicFrameMkLst>
        </pc:graphicFrameChg>
        <pc:picChg chg="add mod">
          <ac:chgData name="Alexandre Quach" userId="7bb690c8a6e028e4" providerId="LiveId" clId="{06933C3E-53D6-4C1E-88F2-6D93DD48933C}" dt="2021-02-02T21:05:26.066" v="23964"/>
          <ac:picMkLst>
            <pc:docMk/>
            <pc:sldMk cId="2242246890" sldId="265"/>
            <ac:picMk id="5" creationId="{BFF4572B-B99B-4469-9BBE-9314B4EF4DE9}"/>
          </ac:picMkLst>
        </pc:picChg>
      </pc:sldChg>
      <pc:sldChg chg="modSp del mod">
        <pc:chgData name="Alexandre Quach" userId="7bb690c8a6e028e4" providerId="LiveId" clId="{06933C3E-53D6-4C1E-88F2-6D93DD48933C}" dt="2021-02-02T22:15:33.717" v="29642" actId="47"/>
        <pc:sldMkLst>
          <pc:docMk/>
          <pc:sldMk cId="3339558828" sldId="266"/>
        </pc:sldMkLst>
        <pc:spChg chg="mod">
          <ac:chgData name="Alexandre Quach" userId="7bb690c8a6e028e4" providerId="LiveId" clId="{06933C3E-53D6-4C1E-88F2-6D93DD48933C}" dt="2021-02-02T15:44:33.936" v="12099" actId="20577"/>
          <ac:spMkLst>
            <pc:docMk/>
            <pc:sldMk cId="3339558828" sldId="266"/>
            <ac:spMk id="2" creationId="{64D29F93-0E52-480D-ADF1-FEE005BA1463}"/>
          </ac:spMkLst>
        </pc:spChg>
        <pc:graphicFrameChg chg="mod">
          <ac:chgData name="Alexandre Quach" userId="7bb690c8a6e028e4" providerId="LiveId" clId="{06933C3E-53D6-4C1E-88F2-6D93DD48933C}" dt="2021-02-02T22:14:19.411" v="29598" actId="21"/>
          <ac:graphicFrameMkLst>
            <pc:docMk/>
            <pc:sldMk cId="3339558828" sldId="266"/>
            <ac:graphicFrameMk id="4" creationId="{96478186-071F-429F-A43E-A6FF5E5A7FF9}"/>
          </ac:graphicFrameMkLst>
        </pc:graphicFrameChg>
      </pc:sldChg>
      <pc:sldChg chg="modSp mod ord">
        <pc:chgData name="Alexandre Quach" userId="7bb690c8a6e028e4" providerId="LiveId" clId="{06933C3E-53D6-4C1E-88F2-6D93DD48933C}" dt="2021-02-04T01:14:50.090" v="79300" actId="255"/>
        <pc:sldMkLst>
          <pc:docMk/>
          <pc:sldMk cId="3317868876" sldId="267"/>
        </pc:sldMkLst>
        <pc:spChg chg="mod">
          <ac:chgData name="Alexandre Quach" userId="7bb690c8a6e028e4" providerId="LiveId" clId="{06933C3E-53D6-4C1E-88F2-6D93DD48933C}" dt="2021-02-02T22:28:18.343" v="31351" actId="20577"/>
          <ac:spMkLst>
            <pc:docMk/>
            <pc:sldMk cId="3317868876" sldId="267"/>
            <ac:spMk id="2" creationId="{358CA6FF-1285-486C-8C3A-18F86831B96E}"/>
          </ac:spMkLst>
        </pc:spChg>
        <pc:spChg chg="mod">
          <ac:chgData name="Alexandre Quach" userId="7bb690c8a6e028e4" providerId="LiveId" clId="{06933C3E-53D6-4C1E-88F2-6D93DD48933C}" dt="2021-02-04T01:14:50.090" v="79300" actId="255"/>
          <ac:spMkLst>
            <pc:docMk/>
            <pc:sldMk cId="3317868876" sldId="267"/>
            <ac:spMk id="5" creationId="{C3963C02-094D-4AF1-A114-237A078FD243}"/>
          </ac:spMkLst>
        </pc:spChg>
      </pc:sldChg>
      <pc:sldChg chg="addSp delSp modSp new del mod modClrScheme chgLayout">
        <pc:chgData name="Alexandre Quach" userId="7bb690c8a6e028e4" providerId="LiveId" clId="{06933C3E-53D6-4C1E-88F2-6D93DD48933C}" dt="2021-02-03T14:00:40.353" v="41870" actId="47"/>
        <pc:sldMkLst>
          <pc:docMk/>
          <pc:sldMk cId="2932703562" sldId="268"/>
        </pc:sldMkLst>
        <pc:spChg chg="del mod ord">
          <ac:chgData name="Alexandre Quach" userId="7bb690c8a6e028e4" providerId="LiveId" clId="{06933C3E-53D6-4C1E-88F2-6D93DD48933C}" dt="2021-02-02T17:02:28.964" v="12101" actId="700"/>
          <ac:spMkLst>
            <pc:docMk/>
            <pc:sldMk cId="2932703562" sldId="268"/>
            <ac:spMk id="2" creationId="{7608E406-F23A-4B62-9D77-4D3E1750A3B9}"/>
          </ac:spMkLst>
        </pc:spChg>
        <pc:spChg chg="del mod ord">
          <ac:chgData name="Alexandre Quach" userId="7bb690c8a6e028e4" providerId="LiveId" clId="{06933C3E-53D6-4C1E-88F2-6D93DD48933C}" dt="2021-02-02T17:02:28.964" v="12101" actId="700"/>
          <ac:spMkLst>
            <pc:docMk/>
            <pc:sldMk cId="2932703562" sldId="268"/>
            <ac:spMk id="3" creationId="{39BDB36F-E0B2-42FE-9009-264FB11E4549}"/>
          </ac:spMkLst>
        </pc:spChg>
        <pc:spChg chg="add del mod ord">
          <ac:chgData name="Alexandre Quach" userId="7bb690c8a6e028e4" providerId="LiveId" clId="{06933C3E-53D6-4C1E-88F2-6D93DD48933C}" dt="2021-02-02T17:25:05.184" v="13517" actId="700"/>
          <ac:spMkLst>
            <pc:docMk/>
            <pc:sldMk cId="2932703562" sldId="268"/>
            <ac:spMk id="4" creationId="{5F13C289-8B25-4FA6-A5C4-E3ABE3D3EAC4}"/>
          </ac:spMkLst>
        </pc:spChg>
        <pc:spChg chg="add del mod ord">
          <ac:chgData name="Alexandre Quach" userId="7bb690c8a6e028e4" providerId="LiveId" clId="{06933C3E-53D6-4C1E-88F2-6D93DD48933C}" dt="2021-02-02T17:25:05.184" v="13517" actId="700"/>
          <ac:spMkLst>
            <pc:docMk/>
            <pc:sldMk cId="2932703562" sldId="268"/>
            <ac:spMk id="5" creationId="{301D409E-334B-4855-AE72-F09DE45CAD6B}"/>
          </ac:spMkLst>
        </pc:spChg>
        <pc:spChg chg="add del mod ord">
          <ac:chgData name="Alexandre Quach" userId="7bb690c8a6e028e4" providerId="LiveId" clId="{06933C3E-53D6-4C1E-88F2-6D93DD48933C}" dt="2021-02-02T17:25:29.064" v="13522" actId="478"/>
          <ac:spMkLst>
            <pc:docMk/>
            <pc:sldMk cId="2932703562" sldId="268"/>
            <ac:spMk id="6" creationId="{BB3A2DAA-3AAA-4849-B4CA-6F11B1DBEE03}"/>
          </ac:spMkLst>
        </pc:spChg>
        <pc:spChg chg="add del mod ord">
          <ac:chgData name="Alexandre Quach" userId="7bb690c8a6e028e4" providerId="LiveId" clId="{06933C3E-53D6-4C1E-88F2-6D93DD48933C}" dt="2021-02-02T17:25:16.347" v="13518" actId="3680"/>
          <ac:spMkLst>
            <pc:docMk/>
            <pc:sldMk cId="2932703562" sldId="268"/>
            <ac:spMk id="7" creationId="{E186F71A-03F5-4DC1-B4B6-9938D26CFDB7}"/>
          </ac:spMkLst>
        </pc:spChg>
        <pc:spChg chg="add mod">
          <ac:chgData name="Alexandre Quach" userId="7bb690c8a6e028e4" providerId="LiveId" clId="{06933C3E-53D6-4C1E-88F2-6D93DD48933C}" dt="2021-02-02T23:16:54.274" v="37069" actId="21"/>
          <ac:spMkLst>
            <pc:docMk/>
            <pc:sldMk cId="2932703562" sldId="268"/>
            <ac:spMk id="10" creationId="{94EEB953-C4A2-48E0-B0AC-20D743A15877}"/>
          </ac:spMkLst>
        </pc:spChg>
        <pc:spChg chg="add mod">
          <ac:chgData name="Alexandre Quach" userId="7bb690c8a6e028e4" providerId="LiveId" clId="{06933C3E-53D6-4C1E-88F2-6D93DD48933C}" dt="2021-02-02T23:25:27.036" v="37452"/>
          <ac:spMkLst>
            <pc:docMk/>
            <pc:sldMk cId="2932703562" sldId="268"/>
            <ac:spMk id="11" creationId="{780AFA9D-E073-4F6A-BA71-8DAE1C24F848}"/>
          </ac:spMkLst>
        </pc:spChg>
        <pc:graphicFrameChg chg="add del mod ord modGraphic">
          <ac:chgData name="Alexandre Quach" userId="7bb690c8a6e028e4" providerId="LiveId" clId="{06933C3E-53D6-4C1E-88F2-6D93DD48933C}" dt="2021-02-02T23:16:54.274" v="37069" actId="21"/>
          <ac:graphicFrameMkLst>
            <pc:docMk/>
            <pc:sldMk cId="2932703562" sldId="268"/>
            <ac:graphicFrameMk id="8" creationId="{0FD85A7B-6E9D-4F33-A1A3-2EB8712CFD7F}"/>
          </ac:graphicFrameMkLst>
        </pc:graphicFrameChg>
      </pc:sldChg>
      <pc:sldChg chg="addSp delSp modSp new mod setBg">
        <pc:chgData name="Alexandre Quach" userId="7bb690c8a6e028e4" providerId="LiveId" clId="{06933C3E-53D6-4C1E-88F2-6D93DD48933C}" dt="2021-02-03T16:16:43.861" v="46106" actId="20577"/>
        <pc:sldMkLst>
          <pc:docMk/>
          <pc:sldMk cId="4210625755" sldId="269"/>
        </pc:sldMkLst>
        <pc:spChg chg="mod">
          <ac:chgData name="Alexandre Quach" userId="7bb690c8a6e028e4" providerId="LiveId" clId="{06933C3E-53D6-4C1E-88F2-6D93DD48933C}" dt="2021-02-03T13:13:58.555" v="41138" actId="14100"/>
          <ac:spMkLst>
            <pc:docMk/>
            <pc:sldMk cId="4210625755" sldId="269"/>
            <ac:spMk id="2" creationId="{DDF50BCF-F490-42C3-84D7-68B191DDCB9C}"/>
          </ac:spMkLst>
        </pc:spChg>
        <pc:spChg chg="mod ord">
          <ac:chgData name="Alexandre Quach" userId="7bb690c8a6e028e4" providerId="LiveId" clId="{06933C3E-53D6-4C1E-88F2-6D93DD48933C}" dt="2021-02-03T16:16:43.861" v="46106" actId="20577"/>
          <ac:spMkLst>
            <pc:docMk/>
            <pc:sldMk cId="4210625755" sldId="269"/>
            <ac:spMk id="3" creationId="{C6C9DE5E-1522-41A0-A178-5BAB610C88C0}"/>
          </ac:spMkLst>
        </pc:spChg>
        <pc:spChg chg="add del mod">
          <ac:chgData name="Alexandre Quach" userId="7bb690c8a6e028e4" providerId="LiveId" clId="{06933C3E-53D6-4C1E-88F2-6D93DD48933C}" dt="2021-02-03T13:12:59.724" v="41093" actId="478"/>
          <ac:spMkLst>
            <pc:docMk/>
            <pc:sldMk cId="4210625755" sldId="269"/>
            <ac:spMk id="6" creationId="{A2E8C426-D2C5-40B5-A6B1-CDCE19F39F38}"/>
          </ac:spMkLst>
        </pc:spChg>
        <pc:spChg chg="add del">
          <ac:chgData name="Alexandre Quach" userId="7bb690c8a6e028e4" providerId="LiveId" clId="{06933C3E-53D6-4C1E-88F2-6D93DD48933C}" dt="2021-02-03T13:12:45.412" v="41082" actId="26606"/>
          <ac:spMkLst>
            <pc:docMk/>
            <pc:sldMk cId="4210625755" sldId="269"/>
            <ac:spMk id="14" creationId="{3CD9DF72-87A3-404E-A828-84CBF11A8303}"/>
          </ac:spMkLst>
        </pc:spChg>
        <pc:picChg chg="add mod ord">
          <ac:chgData name="Alexandre Quach" userId="7bb690c8a6e028e4" providerId="LiveId" clId="{06933C3E-53D6-4C1E-88F2-6D93DD48933C}" dt="2021-02-03T13:12:47.817" v="41085" actId="26606"/>
          <ac:picMkLst>
            <pc:docMk/>
            <pc:sldMk cId="4210625755" sldId="269"/>
            <ac:picMk id="5" creationId="{98540265-95AC-4B09-B799-BE4D692A230A}"/>
          </ac:picMkLst>
        </pc:picChg>
        <pc:picChg chg="add del">
          <ac:chgData name="Alexandre Quach" userId="7bb690c8a6e028e4" providerId="LiveId" clId="{06933C3E-53D6-4C1E-88F2-6D93DD48933C}" dt="2021-02-03T13:12:41.989" v="41080" actId="26606"/>
          <ac:picMkLst>
            <pc:docMk/>
            <pc:sldMk cId="4210625755" sldId="269"/>
            <ac:picMk id="11" creationId="{54DDEBDD-D8BD-41A6-8A0D-B00E3768B0F9}"/>
          </ac:picMkLst>
        </pc:picChg>
        <pc:picChg chg="add del">
          <ac:chgData name="Alexandre Quach" userId="7bb690c8a6e028e4" providerId="LiveId" clId="{06933C3E-53D6-4C1E-88F2-6D93DD48933C}" dt="2021-02-03T13:12:47.811" v="41084" actId="26606"/>
          <ac:picMkLst>
            <pc:docMk/>
            <pc:sldMk cId="4210625755" sldId="269"/>
            <ac:picMk id="16" creationId="{54DDEBDD-D8BD-41A6-8A0D-B00E3768B0F9}"/>
          </ac:picMkLst>
        </pc:picChg>
        <pc:cxnChg chg="add del">
          <ac:chgData name="Alexandre Quach" userId="7bb690c8a6e028e4" providerId="LiveId" clId="{06933C3E-53D6-4C1E-88F2-6D93DD48933C}" dt="2021-02-03T13:12:45.412" v="41082" actId="26606"/>
          <ac:cxnSpMkLst>
            <pc:docMk/>
            <pc:sldMk cId="4210625755" sldId="269"/>
            <ac:cxnSpMk id="13" creationId="{20E3A342-4D61-4E3F-AF90-1AB42AEB96CC}"/>
          </ac:cxnSpMkLst>
        </pc:cxnChg>
      </pc:sldChg>
      <pc:sldChg chg="addSp delSp modSp new mod ord">
        <pc:chgData name="Alexandre Quach" userId="7bb690c8a6e028e4" providerId="LiveId" clId="{06933C3E-53D6-4C1E-88F2-6D93DD48933C}" dt="2021-02-03T20:20:00.445" v="54255" actId="6549"/>
        <pc:sldMkLst>
          <pc:docMk/>
          <pc:sldMk cId="1692330897" sldId="270"/>
        </pc:sldMkLst>
        <pc:spChg chg="mod">
          <ac:chgData name="Alexandre Quach" userId="7bb690c8a6e028e4" providerId="LiveId" clId="{06933C3E-53D6-4C1E-88F2-6D93DD48933C}" dt="2021-02-02T17:15:00.122" v="12879" actId="1076"/>
          <ac:spMkLst>
            <pc:docMk/>
            <pc:sldMk cId="1692330897" sldId="270"/>
            <ac:spMk id="2" creationId="{45AF3C5C-0C87-4668-80BD-CFB4703BB86E}"/>
          </ac:spMkLst>
        </pc:spChg>
        <pc:spChg chg="del">
          <ac:chgData name="Alexandre Quach" userId="7bb690c8a6e028e4" providerId="LiveId" clId="{06933C3E-53D6-4C1E-88F2-6D93DD48933C}" dt="2021-02-02T17:12:37.585" v="12716" actId="478"/>
          <ac:spMkLst>
            <pc:docMk/>
            <pc:sldMk cId="1692330897" sldId="270"/>
            <ac:spMk id="3" creationId="{8B3BB09E-B64C-46EC-AC36-C493C467D941}"/>
          </ac:spMkLst>
        </pc:spChg>
        <pc:spChg chg="add mod">
          <ac:chgData name="Alexandre Quach" userId="7bb690c8a6e028e4" providerId="LiveId" clId="{06933C3E-53D6-4C1E-88F2-6D93DD48933C}" dt="2021-02-02T17:55:11.429" v="15795" actId="6549"/>
          <ac:spMkLst>
            <pc:docMk/>
            <pc:sldMk cId="1692330897" sldId="270"/>
            <ac:spMk id="5" creationId="{59307FE8-E011-4B7C-96C9-ECB31416963A}"/>
          </ac:spMkLst>
        </pc:spChg>
        <pc:spChg chg="add mod">
          <ac:chgData name="Alexandre Quach" userId="7bb690c8a6e028e4" providerId="LiveId" clId="{06933C3E-53D6-4C1E-88F2-6D93DD48933C}" dt="2021-02-02T17:59:54.844" v="15860" actId="1076"/>
          <ac:spMkLst>
            <pc:docMk/>
            <pc:sldMk cId="1692330897" sldId="270"/>
            <ac:spMk id="10" creationId="{CF7EB326-D9B6-42A2-A3A0-E7CA3A603FA4}"/>
          </ac:spMkLst>
        </pc:spChg>
        <pc:spChg chg="add mod">
          <ac:chgData name="Alexandre Quach" userId="7bb690c8a6e028e4" providerId="LiveId" clId="{06933C3E-53D6-4C1E-88F2-6D93DD48933C}" dt="2021-02-02T17:59:22.421" v="15832"/>
          <ac:spMkLst>
            <pc:docMk/>
            <pc:sldMk cId="1692330897" sldId="270"/>
            <ac:spMk id="11" creationId="{5B7F4C5A-F65F-4CB6-B44F-A5E738121319}"/>
          </ac:spMkLst>
        </pc:spChg>
        <pc:spChg chg="add del mod">
          <ac:chgData name="Alexandre Quach" userId="7bb690c8a6e028e4" providerId="LiveId" clId="{06933C3E-53D6-4C1E-88F2-6D93DD48933C}" dt="2021-02-02T17:16:26.270" v="12900" actId="478"/>
          <ac:spMkLst>
            <pc:docMk/>
            <pc:sldMk cId="1692330897" sldId="270"/>
            <ac:spMk id="12" creationId="{85B15921-E2AF-48B0-9FE1-3385AE799E8B}"/>
          </ac:spMkLst>
        </pc:spChg>
        <pc:spChg chg="add del mod">
          <ac:chgData name="Alexandre Quach" userId="7bb690c8a6e028e4" providerId="LiveId" clId="{06933C3E-53D6-4C1E-88F2-6D93DD48933C}" dt="2021-02-02T17:54:13.004" v="15764" actId="478"/>
          <ac:spMkLst>
            <pc:docMk/>
            <pc:sldMk cId="1692330897" sldId="270"/>
            <ac:spMk id="23" creationId="{CC3C8AF4-88F4-4FAE-9F81-961B1528D1D4}"/>
          </ac:spMkLst>
        </pc:spChg>
        <pc:spChg chg="add mod">
          <ac:chgData name="Alexandre Quach" userId="7bb690c8a6e028e4" providerId="LiveId" clId="{06933C3E-53D6-4C1E-88F2-6D93DD48933C}" dt="2021-02-03T20:20:00.445" v="54255" actId="6549"/>
          <ac:spMkLst>
            <pc:docMk/>
            <pc:sldMk cId="1692330897" sldId="270"/>
            <ac:spMk id="31" creationId="{2D5F4294-7B9D-4A3D-B5D8-E37D3FA81140}"/>
          </ac:spMkLst>
        </pc:spChg>
        <pc:picChg chg="add mod">
          <ac:chgData name="Alexandre Quach" userId="7bb690c8a6e028e4" providerId="LiveId" clId="{06933C3E-53D6-4C1E-88F2-6D93DD48933C}" dt="2021-02-02T17:59:52.541" v="15859" actId="1076"/>
          <ac:picMkLst>
            <pc:docMk/>
            <pc:sldMk cId="1692330897" sldId="270"/>
            <ac:picMk id="4" creationId="{4E0E310C-0F02-4811-B5E5-EE4D0CD60E52}"/>
          </ac:picMkLst>
        </pc:picChg>
        <pc:picChg chg="add del mod">
          <ac:chgData name="Alexandre Quach" userId="7bb690c8a6e028e4" providerId="LiveId" clId="{06933C3E-53D6-4C1E-88F2-6D93DD48933C}" dt="2021-02-02T17:56:17.473" v="15807" actId="21"/>
          <ac:picMkLst>
            <pc:docMk/>
            <pc:sldMk cId="1692330897" sldId="270"/>
            <ac:picMk id="7" creationId="{6B006634-79FA-4B74-8E42-A2310AAC2882}"/>
          </ac:picMkLst>
        </pc:picChg>
        <pc:picChg chg="add del mod">
          <ac:chgData name="Alexandre Quach" userId="7bb690c8a6e028e4" providerId="LiveId" clId="{06933C3E-53D6-4C1E-88F2-6D93DD48933C}" dt="2021-02-02T17:13:50.727" v="12733" actId="478"/>
          <ac:picMkLst>
            <pc:docMk/>
            <pc:sldMk cId="1692330897" sldId="270"/>
            <ac:picMk id="8" creationId="{FB4A2B5D-DFB9-4ECF-85A6-5ED5DDA92F5F}"/>
          </ac:picMkLst>
        </pc:picChg>
        <pc:picChg chg="add del mod">
          <ac:chgData name="Alexandre Quach" userId="7bb690c8a6e028e4" providerId="LiveId" clId="{06933C3E-53D6-4C1E-88F2-6D93DD48933C}" dt="2021-02-02T17:43:16.862" v="15049" actId="478"/>
          <ac:picMkLst>
            <pc:docMk/>
            <pc:sldMk cId="1692330897" sldId="270"/>
            <ac:picMk id="14" creationId="{BDB99056-400E-415B-B508-22D8DD73F5CE}"/>
          </ac:picMkLst>
        </pc:picChg>
        <pc:picChg chg="add mod">
          <ac:chgData name="Alexandre Quach" userId="7bb690c8a6e028e4" providerId="LiveId" clId="{06933C3E-53D6-4C1E-88F2-6D93DD48933C}" dt="2021-02-02T17:54:56.652" v="15792" actId="1076"/>
          <ac:picMkLst>
            <pc:docMk/>
            <pc:sldMk cId="1692330897" sldId="270"/>
            <ac:picMk id="16" creationId="{CE3DB804-4572-4E9C-A3C2-E329233492B3}"/>
          </ac:picMkLst>
        </pc:picChg>
        <pc:picChg chg="add del mod">
          <ac:chgData name="Alexandre Quach" userId="7bb690c8a6e028e4" providerId="LiveId" clId="{06933C3E-53D6-4C1E-88F2-6D93DD48933C}" dt="2021-02-02T17:43:08.909" v="15042" actId="478"/>
          <ac:picMkLst>
            <pc:docMk/>
            <pc:sldMk cId="1692330897" sldId="270"/>
            <ac:picMk id="18" creationId="{F9928583-F066-4096-BB77-D7C88989ACB2}"/>
          </ac:picMkLst>
        </pc:picChg>
        <pc:picChg chg="add del mod">
          <ac:chgData name="Alexandre Quach" userId="7bb690c8a6e028e4" providerId="LiveId" clId="{06933C3E-53D6-4C1E-88F2-6D93DD48933C}" dt="2021-02-02T17:53:37.797" v="15658" actId="478"/>
          <ac:picMkLst>
            <pc:docMk/>
            <pc:sldMk cId="1692330897" sldId="270"/>
            <ac:picMk id="20" creationId="{3A0235FB-C728-496D-8D4C-DEF393E1F7B1}"/>
          </ac:picMkLst>
        </pc:picChg>
        <pc:picChg chg="add mod">
          <ac:chgData name="Alexandre Quach" userId="7bb690c8a6e028e4" providerId="LiveId" clId="{06933C3E-53D6-4C1E-88F2-6D93DD48933C}" dt="2021-02-02T17:54:54.892" v="15791" actId="1076"/>
          <ac:picMkLst>
            <pc:docMk/>
            <pc:sldMk cId="1692330897" sldId="270"/>
            <ac:picMk id="22" creationId="{1EDEB7BF-0FE2-4566-AE75-0283F77DEB35}"/>
          </ac:picMkLst>
        </pc:picChg>
        <pc:picChg chg="add mod">
          <ac:chgData name="Alexandre Quach" userId="7bb690c8a6e028e4" providerId="LiveId" clId="{06933C3E-53D6-4C1E-88F2-6D93DD48933C}" dt="2021-02-02T17:57:12.420" v="15825" actId="1076"/>
          <ac:picMkLst>
            <pc:docMk/>
            <pc:sldMk cId="1692330897" sldId="270"/>
            <ac:picMk id="24" creationId="{9FC1865C-085D-4936-8376-2C3EC402DF3C}"/>
          </ac:picMkLst>
        </pc:picChg>
        <pc:picChg chg="add mod modCrop">
          <ac:chgData name="Alexandre Quach" userId="7bb690c8a6e028e4" providerId="LiveId" clId="{06933C3E-53D6-4C1E-88F2-6D93DD48933C}" dt="2021-02-02T17:57:05.348" v="15823" actId="1076"/>
          <ac:picMkLst>
            <pc:docMk/>
            <pc:sldMk cId="1692330897" sldId="270"/>
            <ac:picMk id="25" creationId="{C2840AF1-2572-43F6-B11B-828DCD2C518B}"/>
          </ac:picMkLst>
        </pc:picChg>
        <pc:picChg chg="add mod">
          <ac:chgData name="Alexandre Quach" userId="7bb690c8a6e028e4" providerId="LiveId" clId="{06933C3E-53D6-4C1E-88F2-6D93DD48933C}" dt="2021-02-02T17:56:44.220" v="15818" actId="1076"/>
          <ac:picMkLst>
            <pc:docMk/>
            <pc:sldMk cId="1692330897" sldId="270"/>
            <ac:picMk id="26" creationId="{B810208B-BA48-4281-9DE1-3C441BCD7C07}"/>
          </ac:picMkLst>
        </pc:picChg>
        <pc:picChg chg="add mod">
          <ac:chgData name="Alexandre Quach" userId="7bb690c8a6e028e4" providerId="LiveId" clId="{06933C3E-53D6-4C1E-88F2-6D93DD48933C}" dt="2021-02-02T17:57:08.656" v="15824" actId="108"/>
          <ac:picMkLst>
            <pc:docMk/>
            <pc:sldMk cId="1692330897" sldId="270"/>
            <ac:picMk id="28" creationId="{906CCD59-E125-4143-8842-723526695717}"/>
          </ac:picMkLst>
        </pc:picChg>
        <pc:picChg chg="add del mod">
          <ac:chgData name="Alexandre Quach" userId="7bb690c8a6e028e4" providerId="LiveId" clId="{06933C3E-53D6-4C1E-88F2-6D93DD48933C}" dt="2021-02-02T18:20:50.723" v="17214" actId="478"/>
          <ac:picMkLst>
            <pc:docMk/>
            <pc:sldMk cId="1692330897" sldId="270"/>
            <ac:picMk id="30" creationId="{78A7C446-2CCF-41FF-8527-63FF872BA1DC}"/>
          </ac:picMkLst>
        </pc:picChg>
        <pc:picChg chg="add mod">
          <ac:chgData name="Alexandre Quach" userId="7bb690c8a6e028e4" providerId="LiveId" clId="{06933C3E-53D6-4C1E-88F2-6D93DD48933C}" dt="2021-02-02T18:20:49.511" v="17213" actId="108"/>
          <ac:picMkLst>
            <pc:docMk/>
            <pc:sldMk cId="1692330897" sldId="270"/>
            <ac:picMk id="32" creationId="{C483290A-B180-45E3-AE7F-4B9C9012F453}"/>
          </ac:picMkLst>
        </pc:picChg>
      </pc:sldChg>
      <pc:sldChg chg="modSp new del mod">
        <pc:chgData name="Alexandre Quach" userId="7bb690c8a6e028e4" providerId="LiveId" clId="{06933C3E-53D6-4C1E-88F2-6D93DD48933C}" dt="2021-02-02T18:04:58.851" v="15979" actId="47"/>
        <pc:sldMkLst>
          <pc:docMk/>
          <pc:sldMk cId="3869412976" sldId="271"/>
        </pc:sldMkLst>
        <pc:spChg chg="mod">
          <ac:chgData name="Alexandre Quach" userId="7bb690c8a6e028e4" providerId="LiveId" clId="{06933C3E-53D6-4C1E-88F2-6D93DD48933C}" dt="2021-02-02T18:04:41.950" v="15953" actId="20577"/>
          <ac:spMkLst>
            <pc:docMk/>
            <pc:sldMk cId="3869412976" sldId="271"/>
            <ac:spMk id="2" creationId="{DD489085-4129-466E-9F96-4B88AA9BA48F}"/>
          </ac:spMkLst>
        </pc:spChg>
      </pc:sldChg>
      <pc:sldChg chg="new del">
        <pc:chgData name="Alexandre Quach" userId="7bb690c8a6e028e4" providerId="LiveId" clId="{06933C3E-53D6-4C1E-88F2-6D93DD48933C}" dt="2021-02-02T23:12:32.357" v="36331" actId="47"/>
        <pc:sldMkLst>
          <pc:docMk/>
          <pc:sldMk cId="1612628722" sldId="272"/>
        </pc:sldMkLst>
      </pc:sldChg>
      <pc:sldChg chg="addSp delSp modSp add mod ord">
        <pc:chgData name="Alexandre Quach" userId="7bb690c8a6e028e4" providerId="LiveId" clId="{06933C3E-53D6-4C1E-88F2-6D93DD48933C}" dt="2021-02-03T20:48:11.083" v="56008" actId="790"/>
        <pc:sldMkLst>
          <pc:docMk/>
          <pc:sldMk cId="138661367" sldId="273"/>
        </pc:sldMkLst>
        <pc:spChg chg="add mod">
          <ac:chgData name="Alexandre Quach" userId="7bb690c8a6e028e4" providerId="LiveId" clId="{06933C3E-53D6-4C1E-88F2-6D93DD48933C}" dt="2021-02-03T20:48:11.083" v="56008" actId="790"/>
          <ac:spMkLst>
            <pc:docMk/>
            <pc:sldMk cId="138661367" sldId="273"/>
            <ac:spMk id="17" creationId="{176B1712-DC50-426C-BF38-38EC78C7D48C}"/>
          </ac:spMkLst>
        </pc:spChg>
        <pc:spChg chg="del mod">
          <ac:chgData name="Alexandre Quach" userId="7bb690c8a6e028e4" providerId="LiveId" clId="{06933C3E-53D6-4C1E-88F2-6D93DD48933C}" dt="2021-02-03T20:24:26.307" v="54769" actId="478"/>
          <ac:spMkLst>
            <pc:docMk/>
            <pc:sldMk cId="138661367" sldId="273"/>
            <ac:spMk id="45" creationId="{BD921E28-F410-4798-A0DF-9C103B6FB9E5}"/>
          </ac:spMkLst>
        </pc:spChg>
        <pc:spChg chg="del">
          <ac:chgData name="Alexandre Quach" userId="7bb690c8a6e028e4" providerId="LiveId" clId="{06933C3E-53D6-4C1E-88F2-6D93DD48933C}" dt="2021-02-02T17:24:59.086" v="13516" actId="478"/>
          <ac:spMkLst>
            <pc:docMk/>
            <pc:sldMk cId="138661367" sldId="273"/>
            <ac:spMk id="66" creationId="{065A1710-095B-4220-88EC-52590635CCBC}"/>
          </ac:spMkLst>
        </pc:spChg>
        <pc:spChg chg="del">
          <ac:chgData name="Alexandre Quach" userId="7bb690c8a6e028e4" providerId="LiveId" clId="{06933C3E-53D6-4C1E-88F2-6D93DD48933C}" dt="2021-02-02T17:24:47.472" v="13511" actId="478"/>
          <ac:spMkLst>
            <pc:docMk/>
            <pc:sldMk cId="138661367" sldId="273"/>
            <ac:spMk id="70" creationId="{A79AE1AA-840E-459B-A259-9DAE08A125A2}"/>
          </ac:spMkLst>
        </pc:spChg>
        <pc:spChg chg="add del">
          <ac:chgData name="Alexandre Quach" userId="7bb690c8a6e028e4" providerId="LiveId" clId="{06933C3E-53D6-4C1E-88F2-6D93DD48933C}" dt="2021-02-03T20:24:31.102" v="54772" actId="26606"/>
          <ac:spMkLst>
            <pc:docMk/>
            <pc:sldMk cId="138661367" sldId="273"/>
            <ac:spMk id="75" creationId="{E898931C-0323-41FA-A036-20F818B1FF81}"/>
          </ac:spMkLst>
        </pc:spChg>
        <pc:spChg chg="add del">
          <ac:chgData name="Alexandre Quach" userId="7bb690c8a6e028e4" providerId="LiveId" clId="{06933C3E-53D6-4C1E-88F2-6D93DD48933C}" dt="2021-02-03T20:24:31.102" v="54772" actId="26606"/>
          <ac:spMkLst>
            <pc:docMk/>
            <pc:sldMk cId="138661367" sldId="273"/>
            <ac:spMk id="76" creationId="{07322A9E-F1EC-405E-8971-BA906EFFCCB8}"/>
          </ac:spMkLst>
        </pc:spChg>
        <pc:spChg chg="add del">
          <ac:chgData name="Alexandre Quach" userId="7bb690c8a6e028e4" providerId="LiveId" clId="{06933C3E-53D6-4C1E-88F2-6D93DD48933C}" dt="2021-02-03T20:24:31.102" v="54772" actId="26606"/>
          <ac:spMkLst>
            <pc:docMk/>
            <pc:sldMk cId="138661367" sldId="273"/>
            <ac:spMk id="77" creationId="{89AFE9DD-0792-4B98-B4EB-97ACA17E6AA8}"/>
          </ac:spMkLst>
        </pc:spChg>
        <pc:spChg chg="add del">
          <ac:chgData name="Alexandre Quach" userId="7bb690c8a6e028e4" providerId="LiveId" clId="{06933C3E-53D6-4C1E-88F2-6D93DD48933C}" dt="2021-02-03T20:24:31.102" v="54772" actId="26606"/>
          <ac:spMkLst>
            <pc:docMk/>
            <pc:sldMk cId="138661367" sldId="273"/>
            <ac:spMk id="78" creationId="{A5704422-1118-4FD1-95AD-29A064EB80D9}"/>
          </ac:spMkLst>
        </pc:spChg>
        <pc:spChg chg="add del">
          <ac:chgData name="Alexandre Quach" userId="7bb690c8a6e028e4" providerId="LiveId" clId="{06933C3E-53D6-4C1E-88F2-6D93DD48933C}" dt="2021-02-03T20:24:31.102" v="54772" actId="26606"/>
          <ac:spMkLst>
            <pc:docMk/>
            <pc:sldMk cId="138661367" sldId="273"/>
            <ac:spMk id="79" creationId="{3981F5C4-9AE1-404E-AF44-A4E6DB374F9D}"/>
          </ac:spMkLst>
        </pc:spChg>
        <pc:spChg chg="add del">
          <ac:chgData name="Alexandre Quach" userId="7bb690c8a6e028e4" providerId="LiveId" clId="{06933C3E-53D6-4C1E-88F2-6D93DD48933C}" dt="2021-02-03T20:24:31.102" v="54772" actId="26606"/>
          <ac:spMkLst>
            <pc:docMk/>
            <pc:sldMk cId="138661367" sldId="273"/>
            <ac:spMk id="80" creationId="{A88B2AAA-B805-498E-A9E6-98B885855498}"/>
          </ac:spMkLst>
        </pc:spChg>
        <pc:spChg chg="add del">
          <ac:chgData name="Alexandre Quach" userId="7bb690c8a6e028e4" providerId="LiveId" clId="{06933C3E-53D6-4C1E-88F2-6D93DD48933C}" dt="2021-02-03T20:24:31.102" v="54772" actId="26606"/>
          <ac:spMkLst>
            <pc:docMk/>
            <pc:sldMk cId="138661367" sldId="273"/>
            <ac:spMk id="81" creationId="{763C1781-8726-4FAC-8C45-FF40376BE409}"/>
          </ac:spMkLst>
        </pc:spChg>
        <pc:spChg chg="add del">
          <ac:chgData name="Alexandre Quach" userId="7bb690c8a6e028e4" providerId="LiveId" clId="{06933C3E-53D6-4C1E-88F2-6D93DD48933C}" dt="2021-02-03T20:24:31.102" v="54772" actId="26606"/>
          <ac:spMkLst>
            <pc:docMk/>
            <pc:sldMk cId="138661367" sldId="273"/>
            <ac:spMk id="82" creationId="{9B8051E0-19D7-43E1-BFD9-E6DBFEB3A3F1}"/>
          </ac:spMkLst>
        </pc:spChg>
        <pc:spChg chg="add del">
          <ac:chgData name="Alexandre Quach" userId="7bb690c8a6e028e4" providerId="LiveId" clId="{06933C3E-53D6-4C1E-88F2-6D93DD48933C}" dt="2021-02-03T20:24:31.102" v="54772" actId="26606"/>
          <ac:spMkLst>
            <pc:docMk/>
            <pc:sldMk cId="138661367" sldId="273"/>
            <ac:spMk id="83" creationId="{301491B5-56C7-43DC-A3D9-861EECCA056A}"/>
          </ac:spMkLst>
        </pc:spChg>
        <pc:spChg chg="add del">
          <ac:chgData name="Alexandre Quach" userId="7bb690c8a6e028e4" providerId="LiveId" clId="{06933C3E-53D6-4C1E-88F2-6D93DD48933C}" dt="2021-02-03T20:24:31.102" v="54772" actId="26606"/>
          <ac:spMkLst>
            <pc:docMk/>
            <pc:sldMk cId="138661367" sldId="273"/>
            <ac:spMk id="84" creationId="{4EDB2B02-86A2-46F5-A4BE-B7D9B10411D6}"/>
          </ac:spMkLst>
        </pc:spChg>
        <pc:spChg chg="add del">
          <ac:chgData name="Alexandre Quach" userId="7bb690c8a6e028e4" providerId="LiveId" clId="{06933C3E-53D6-4C1E-88F2-6D93DD48933C}" dt="2021-02-03T20:24:31.102" v="54772" actId="26606"/>
          <ac:spMkLst>
            <pc:docMk/>
            <pc:sldMk cId="138661367" sldId="273"/>
            <ac:spMk id="85" creationId="{237E2353-22DF-46E0-A200-FB30F8F394E2}"/>
          </ac:spMkLst>
        </pc:spChg>
        <pc:spChg chg="add del">
          <ac:chgData name="Alexandre Quach" userId="7bb690c8a6e028e4" providerId="LiveId" clId="{06933C3E-53D6-4C1E-88F2-6D93DD48933C}" dt="2021-02-03T20:24:31.102" v="54772" actId="26606"/>
          <ac:spMkLst>
            <pc:docMk/>
            <pc:sldMk cId="138661367" sldId="273"/>
            <ac:spMk id="86" creationId="{43954639-FB5D-41F4-9560-6F6DFE778425}"/>
          </ac:spMkLst>
        </pc:spChg>
        <pc:spChg chg="add del">
          <ac:chgData name="Alexandre Quach" userId="7bb690c8a6e028e4" providerId="LiveId" clId="{06933C3E-53D6-4C1E-88F2-6D93DD48933C}" dt="2021-02-03T20:24:31.102" v="54772" actId="26606"/>
          <ac:spMkLst>
            <pc:docMk/>
            <pc:sldMk cId="138661367" sldId="273"/>
            <ac:spMk id="87" creationId="{DD6138DB-057B-45F7-A5F4-E7BFDA20D02C}"/>
          </ac:spMkLst>
        </pc:spChg>
        <pc:spChg chg="add del">
          <ac:chgData name="Alexandre Quach" userId="7bb690c8a6e028e4" providerId="LiveId" clId="{06933C3E-53D6-4C1E-88F2-6D93DD48933C}" dt="2021-02-03T20:24:31.102" v="54772" actId="26606"/>
          <ac:spMkLst>
            <pc:docMk/>
            <pc:sldMk cId="138661367" sldId="273"/>
            <ac:spMk id="89" creationId="{79A54AB1-B64F-4843-BFAB-81CB74E66B65}"/>
          </ac:spMkLst>
        </pc:spChg>
        <pc:spChg chg="add del">
          <ac:chgData name="Alexandre Quach" userId="7bb690c8a6e028e4" providerId="LiveId" clId="{06933C3E-53D6-4C1E-88F2-6D93DD48933C}" dt="2021-02-03T20:24:31.102" v="54772" actId="26606"/>
          <ac:spMkLst>
            <pc:docMk/>
            <pc:sldMk cId="138661367" sldId="273"/>
            <ac:spMk id="94" creationId="{C3896A03-3945-419A-B66B-4EE266EDD152}"/>
          </ac:spMkLst>
        </pc:spChg>
        <pc:spChg chg="add del">
          <ac:chgData name="Alexandre Quach" userId="7bb690c8a6e028e4" providerId="LiveId" clId="{06933C3E-53D6-4C1E-88F2-6D93DD48933C}" dt="2021-02-03T20:24:31.102" v="54772" actId="26606"/>
          <ac:spMkLst>
            <pc:docMk/>
            <pc:sldMk cId="138661367" sldId="273"/>
            <ac:spMk id="96" creationId="{B34F5AD2-EDBD-4BBD-A55C-EAFFD0C7097A}"/>
          </ac:spMkLst>
        </pc:spChg>
        <pc:picChg chg="add mod">
          <ac:chgData name="Alexandre Quach" userId="7bb690c8a6e028e4" providerId="LiveId" clId="{06933C3E-53D6-4C1E-88F2-6D93DD48933C}" dt="2021-02-03T20:24:31.102" v="54772" actId="26606"/>
          <ac:picMkLst>
            <pc:docMk/>
            <pc:sldMk cId="138661367" sldId="273"/>
            <ac:picMk id="18" creationId="{AAC4B26A-1FE0-431F-BB6D-B04B504D514D}"/>
          </ac:picMkLst>
        </pc:picChg>
        <pc:picChg chg="del">
          <ac:chgData name="Alexandre Quach" userId="7bb690c8a6e028e4" providerId="LiveId" clId="{06933C3E-53D6-4C1E-88F2-6D93DD48933C}" dt="2021-02-02T17:24:48.126" v="13512" actId="478"/>
          <ac:picMkLst>
            <pc:docMk/>
            <pc:sldMk cId="138661367" sldId="273"/>
            <ac:picMk id="34" creationId="{36F387E2-976F-4D2F-B609-2F51A5C3702D}"/>
          </ac:picMkLst>
        </pc:picChg>
        <pc:picChg chg="del">
          <ac:chgData name="Alexandre Quach" userId="7bb690c8a6e028e4" providerId="LiveId" clId="{06933C3E-53D6-4C1E-88F2-6D93DD48933C}" dt="2021-02-02T17:24:57.566" v="13515" actId="478"/>
          <ac:picMkLst>
            <pc:docMk/>
            <pc:sldMk cId="138661367" sldId="273"/>
            <ac:picMk id="36" creationId="{DA0EF64C-2F24-43C4-BA48-DC2DE5036DD2}"/>
          </ac:picMkLst>
        </pc:picChg>
      </pc:sldChg>
      <pc:sldChg chg="delSp add del setBg delDesignElem">
        <pc:chgData name="Alexandre Quach" userId="7bb690c8a6e028e4" providerId="LiveId" clId="{06933C3E-53D6-4C1E-88F2-6D93DD48933C}" dt="2021-02-02T17:24:37.423" v="13507" actId="47"/>
        <pc:sldMkLst>
          <pc:docMk/>
          <pc:sldMk cId="2422294154" sldId="273"/>
        </pc:sldMkLst>
        <pc:spChg chg="del">
          <ac:chgData name="Alexandre Quach" userId="7bb690c8a6e028e4" providerId="LiveId" clId="{06933C3E-53D6-4C1E-88F2-6D93DD48933C}" dt="2021-02-02T17:24:35.242" v="13506"/>
          <ac:spMkLst>
            <pc:docMk/>
            <pc:sldMk cId="2422294154" sldId="273"/>
            <ac:spMk id="75" creationId="{E898931C-0323-41FA-A036-20F818B1FF81}"/>
          </ac:spMkLst>
        </pc:spChg>
        <pc:spChg chg="del">
          <ac:chgData name="Alexandre Quach" userId="7bb690c8a6e028e4" providerId="LiveId" clId="{06933C3E-53D6-4C1E-88F2-6D93DD48933C}" dt="2021-02-02T17:24:35.242" v="13506"/>
          <ac:spMkLst>
            <pc:docMk/>
            <pc:sldMk cId="2422294154" sldId="273"/>
            <ac:spMk id="76" creationId="{07322A9E-F1EC-405E-8971-BA906EFFCCB8}"/>
          </ac:spMkLst>
        </pc:spChg>
        <pc:spChg chg="del">
          <ac:chgData name="Alexandre Quach" userId="7bb690c8a6e028e4" providerId="LiveId" clId="{06933C3E-53D6-4C1E-88F2-6D93DD48933C}" dt="2021-02-02T17:24:35.242" v="13506"/>
          <ac:spMkLst>
            <pc:docMk/>
            <pc:sldMk cId="2422294154" sldId="273"/>
            <ac:spMk id="77" creationId="{89AFE9DD-0792-4B98-B4EB-97ACA17E6AA8}"/>
          </ac:spMkLst>
        </pc:spChg>
        <pc:spChg chg="del">
          <ac:chgData name="Alexandre Quach" userId="7bb690c8a6e028e4" providerId="LiveId" clId="{06933C3E-53D6-4C1E-88F2-6D93DD48933C}" dt="2021-02-02T17:24:35.242" v="13506"/>
          <ac:spMkLst>
            <pc:docMk/>
            <pc:sldMk cId="2422294154" sldId="273"/>
            <ac:spMk id="78" creationId="{A5704422-1118-4FD1-95AD-29A064EB80D9}"/>
          </ac:spMkLst>
        </pc:spChg>
        <pc:spChg chg="del">
          <ac:chgData name="Alexandre Quach" userId="7bb690c8a6e028e4" providerId="LiveId" clId="{06933C3E-53D6-4C1E-88F2-6D93DD48933C}" dt="2021-02-02T17:24:35.242" v="13506"/>
          <ac:spMkLst>
            <pc:docMk/>
            <pc:sldMk cId="2422294154" sldId="273"/>
            <ac:spMk id="79" creationId="{3981F5C4-9AE1-404E-AF44-A4E6DB374F9D}"/>
          </ac:spMkLst>
        </pc:spChg>
        <pc:spChg chg="del">
          <ac:chgData name="Alexandre Quach" userId="7bb690c8a6e028e4" providerId="LiveId" clId="{06933C3E-53D6-4C1E-88F2-6D93DD48933C}" dt="2021-02-02T17:24:35.242" v="13506"/>
          <ac:spMkLst>
            <pc:docMk/>
            <pc:sldMk cId="2422294154" sldId="273"/>
            <ac:spMk id="80" creationId="{A88B2AAA-B805-498E-A9E6-98B885855498}"/>
          </ac:spMkLst>
        </pc:spChg>
        <pc:spChg chg="del">
          <ac:chgData name="Alexandre Quach" userId="7bb690c8a6e028e4" providerId="LiveId" clId="{06933C3E-53D6-4C1E-88F2-6D93DD48933C}" dt="2021-02-02T17:24:35.242" v="13506"/>
          <ac:spMkLst>
            <pc:docMk/>
            <pc:sldMk cId="2422294154" sldId="273"/>
            <ac:spMk id="81" creationId="{763C1781-8726-4FAC-8C45-FF40376BE409}"/>
          </ac:spMkLst>
        </pc:spChg>
        <pc:spChg chg="del">
          <ac:chgData name="Alexandre Quach" userId="7bb690c8a6e028e4" providerId="LiveId" clId="{06933C3E-53D6-4C1E-88F2-6D93DD48933C}" dt="2021-02-02T17:24:35.242" v="13506"/>
          <ac:spMkLst>
            <pc:docMk/>
            <pc:sldMk cId="2422294154" sldId="273"/>
            <ac:spMk id="82" creationId="{9B8051E0-19D7-43E1-BFD9-E6DBFEB3A3F1}"/>
          </ac:spMkLst>
        </pc:spChg>
        <pc:spChg chg="del">
          <ac:chgData name="Alexandre Quach" userId="7bb690c8a6e028e4" providerId="LiveId" clId="{06933C3E-53D6-4C1E-88F2-6D93DD48933C}" dt="2021-02-02T17:24:35.242" v="13506"/>
          <ac:spMkLst>
            <pc:docMk/>
            <pc:sldMk cId="2422294154" sldId="273"/>
            <ac:spMk id="83" creationId="{301491B5-56C7-43DC-A3D9-861EECCA056A}"/>
          </ac:spMkLst>
        </pc:spChg>
        <pc:spChg chg="del">
          <ac:chgData name="Alexandre Quach" userId="7bb690c8a6e028e4" providerId="LiveId" clId="{06933C3E-53D6-4C1E-88F2-6D93DD48933C}" dt="2021-02-02T17:24:35.242" v="13506"/>
          <ac:spMkLst>
            <pc:docMk/>
            <pc:sldMk cId="2422294154" sldId="273"/>
            <ac:spMk id="84" creationId="{4EDB2B02-86A2-46F5-A4BE-B7D9B10411D6}"/>
          </ac:spMkLst>
        </pc:spChg>
        <pc:spChg chg="del">
          <ac:chgData name="Alexandre Quach" userId="7bb690c8a6e028e4" providerId="LiveId" clId="{06933C3E-53D6-4C1E-88F2-6D93DD48933C}" dt="2021-02-02T17:24:35.242" v="13506"/>
          <ac:spMkLst>
            <pc:docMk/>
            <pc:sldMk cId="2422294154" sldId="273"/>
            <ac:spMk id="85" creationId="{237E2353-22DF-46E0-A200-FB30F8F394E2}"/>
          </ac:spMkLst>
        </pc:spChg>
        <pc:spChg chg="del">
          <ac:chgData name="Alexandre Quach" userId="7bb690c8a6e028e4" providerId="LiveId" clId="{06933C3E-53D6-4C1E-88F2-6D93DD48933C}" dt="2021-02-02T17:24:35.242" v="13506"/>
          <ac:spMkLst>
            <pc:docMk/>
            <pc:sldMk cId="2422294154" sldId="273"/>
            <ac:spMk id="86" creationId="{43954639-FB5D-41F4-9560-6F6DFE778425}"/>
          </ac:spMkLst>
        </pc:spChg>
        <pc:spChg chg="del">
          <ac:chgData name="Alexandre Quach" userId="7bb690c8a6e028e4" providerId="LiveId" clId="{06933C3E-53D6-4C1E-88F2-6D93DD48933C}" dt="2021-02-02T17:24:35.242" v="13506"/>
          <ac:spMkLst>
            <pc:docMk/>
            <pc:sldMk cId="2422294154" sldId="273"/>
            <ac:spMk id="87" creationId="{DD6138DB-057B-45F7-A5F4-E7BFDA20D02C}"/>
          </ac:spMkLst>
        </pc:spChg>
        <pc:spChg chg="del">
          <ac:chgData name="Alexandre Quach" userId="7bb690c8a6e028e4" providerId="LiveId" clId="{06933C3E-53D6-4C1E-88F2-6D93DD48933C}" dt="2021-02-02T17:24:35.242" v="13506"/>
          <ac:spMkLst>
            <pc:docMk/>
            <pc:sldMk cId="2422294154" sldId="273"/>
            <ac:spMk id="89" creationId="{79A54AB1-B64F-4843-BFAB-81CB74E66B65}"/>
          </ac:spMkLst>
        </pc:spChg>
      </pc:sldChg>
      <pc:sldChg chg="new del">
        <pc:chgData name="Alexandre Quach" userId="7bb690c8a6e028e4" providerId="LiveId" clId="{06933C3E-53D6-4C1E-88F2-6D93DD48933C}" dt="2021-02-02T18:10:01.284" v="16333" actId="47"/>
        <pc:sldMkLst>
          <pc:docMk/>
          <pc:sldMk cId="1629020335" sldId="274"/>
        </pc:sldMkLst>
      </pc:sldChg>
      <pc:sldChg chg="addSp delSp modSp add del mod">
        <pc:chgData name="Alexandre Quach" userId="7bb690c8a6e028e4" providerId="LiveId" clId="{06933C3E-53D6-4C1E-88F2-6D93DD48933C}" dt="2021-02-02T23:58:55.512" v="39201" actId="47"/>
        <pc:sldMkLst>
          <pc:docMk/>
          <pc:sldMk cId="1672209925" sldId="275"/>
        </pc:sldMkLst>
        <pc:spChg chg="add mod">
          <ac:chgData name="Alexandre Quach" userId="7bb690c8a6e028e4" providerId="LiveId" clId="{06933C3E-53D6-4C1E-88F2-6D93DD48933C}" dt="2021-02-02T23:23:15.933" v="37421" actId="21"/>
          <ac:spMkLst>
            <pc:docMk/>
            <pc:sldMk cId="1672209925" sldId="275"/>
            <ac:spMk id="3" creationId="{ABFDB882-F505-4401-9D19-6697DA3A9B4C}"/>
          </ac:spMkLst>
        </pc:spChg>
        <pc:graphicFrameChg chg="del modGraphic">
          <ac:chgData name="Alexandre Quach" userId="7bb690c8a6e028e4" providerId="LiveId" clId="{06933C3E-53D6-4C1E-88F2-6D93DD48933C}" dt="2021-02-02T23:23:15.933" v="37421" actId="21"/>
          <ac:graphicFrameMkLst>
            <pc:docMk/>
            <pc:sldMk cId="1672209925" sldId="275"/>
            <ac:graphicFrameMk id="8" creationId="{0FD85A7B-6E9D-4F33-A1A3-2EB8712CFD7F}"/>
          </ac:graphicFrameMkLst>
        </pc:graphicFrameChg>
      </pc:sldChg>
      <pc:sldChg chg="modSp add del mod">
        <pc:chgData name="Alexandre Quach" userId="7bb690c8a6e028e4" providerId="LiveId" clId="{06933C3E-53D6-4C1E-88F2-6D93DD48933C}" dt="2021-02-02T23:58:53.329" v="39200" actId="47"/>
        <pc:sldMkLst>
          <pc:docMk/>
          <pc:sldMk cId="2367432694" sldId="276"/>
        </pc:sldMkLst>
        <pc:graphicFrameChg chg="modGraphic">
          <ac:chgData name="Alexandre Quach" userId="7bb690c8a6e028e4" providerId="LiveId" clId="{06933C3E-53D6-4C1E-88F2-6D93DD48933C}" dt="2021-02-02T18:11:17.180" v="16465" actId="20577"/>
          <ac:graphicFrameMkLst>
            <pc:docMk/>
            <pc:sldMk cId="2367432694" sldId="276"/>
            <ac:graphicFrameMk id="8" creationId="{0FD85A7B-6E9D-4F33-A1A3-2EB8712CFD7F}"/>
          </ac:graphicFrameMkLst>
        </pc:graphicFrameChg>
      </pc:sldChg>
      <pc:sldChg chg="addSp delSp modSp new del mod modClrScheme chgLayout">
        <pc:chgData name="Alexandre Quach" userId="7bb690c8a6e028e4" providerId="LiveId" clId="{06933C3E-53D6-4C1E-88F2-6D93DD48933C}" dt="2021-02-02T18:13:51.975" v="16617" actId="47"/>
        <pc:sldMkLst>
          <pc:docMk/>
          <pc:sldMk cId="411339133" sldId="277"/>
        </pc:sldMkLst>
        <pc:spChg chg="del mod ord">
          <ac:chgData name="Alexandre Quach" userId="7bb690c8a6e028e4" providerId="LiveId" clId="{06933C3E-53D6-4C1E-88F2-6D93DD48933C}" dt="2021-02-02T18:13:47.312" v="16616" actId="700"/>
          <ac:spMkLst>
            <pc:docMk/>
            <pc:sldMk cId="411339133" sldId="277"/>
            <ac:spMk id="2" creationId="{6E2E8C65-2DEF-47AC-900C-30DED3BCF553}"/>
          </ac:spMkLst>
        </pc:spChg>
        <pc:spChg chg="del mod ord">
          <ac:chgData name="Alexandre Quach" userId="7bb690c8a6e028e4" providerId="LiveId" clId="{06933C3E-53D6-4C1E-88F2-6D93DD48933C}" dt="2021-02-02T18:13:47.312" v="16616" actId="700"/>
          <ac:spMkLst>
            <pc:docMk/>
            <pc:sldMk cId="411339133" sldId="277"/>
            <ac:spMk id="3" creationId="{2575A823-5132-474B-A7AC-10C8DB76AF09}"/>
          </ac:spMkLst>
        </pc:spChg>
        <pc:spChg chg="add mod ord">
          <ac:chgData name="Alexandre Quach" userId="7bb690c8a6e028e4" providerId="LiveId" clId="{06933C3E-53D6-4C1E-88F2-6D93DD48933C}" dt="2021-02-02T18:13:47.312" v="16616" actId="700"/>
          <ac:spMkLst>
            <pc:docMk/>
            <pc:sldMk cId="411339133" sldId="277"/>
            <ac:spMk id="4" creationId="{3C0112E5-9F3E-4D46-9A6C-66945C35F3B9}"/>
          </ac:spMkLst>
        </pc:spChg>
        <pc:spChg chg="add mod ord">
          <ac:chgData name="Alexandre Quach" userId="7bb690c8a6e028e4" providerId="LiveId" clId="{06933C3E-53D6-4C1E-88F2-6D93DD48933C}" dt="2021-02-02T18:13:47.312" v="16616" actId="700"/>
          <ac:spMkLst>
            <pc:docMk/>
            <pc:sldMk cId="411339133" sldId="277"/>
            <ac:spMk id="5" creationId="{E3BBCA2C-3D4C-46D2-8E48-59CC219B07A7}"/>
          </ac:spMkLst>
        </pc:spChg>
      </pc:sldChg>
      <pc:sldChg chg="addSp delSp modSp new del mod modClrScheme chgLayout">
        <pc:chgData name="Alexandre Quach" userId="7bb690c8a6e028e4" providerId="LiveId" clId="{06933C3E-53D6-4C1E-88F2-6D93DD48933C}" dt="2021-02-04T01:16:23.545" v="79314" actId="47"/>
        <pc:sldMkLst>
          <pc:docMk/>
          <pc:sldMk cId="830672635" sldId="277"/>
        </pc:sldMkLst>
        <pc:spChg chg="del mod ord">
          <ac:chgData name="Alexandre Quach" userId="7bb690c8a6e028e4" providerId="LiveId" clId="{06933C3E-53D6-4C1E-88F2-6D93DD48933C}" dt="2021-02-02T18:14:07.270" v="16619" actId="700"/>
          <ac:spMkLst>
            <pc:docMk/>
            <pc:sldMk cId="830672635" sldId="277"/>
            <ac:spMk id="2" creationId="{2C26CD7E-03BF-4855-B9B5-4546493C38C0}"/>
          </ac:spMkLst>
        </pc:spChg>
        <pc:spChg chg="del mod ord">
          <ac:chgData name="Alexandre Quach" userId="7bb690c8a6e028e4" providerId="LiveId" clId="{06933C3E-53D6-4C1E-88F2-6D93DD48933C}" dt="2021-02-02T18:14:07.270" v="16619" actId="700"/>
          <ac:spMkLst>
            <pc:docMk/>
            <pc:sldMk cId="830672635" sldId="277"/>
            <ac:spMk id="3" creationId="{30E8231F-CDB4-4BC6-B301-FD579DF488C3}"/>
          </ac:spMkLst>
        </pc:spChg>
        <pc:spChg chg="add mod ord">
          <ac:chgData name="Alexandre Quach" userId="7bb690c8a6e028e4" providerId="LiveId" clId="{06933C3E-53D6-4C1E-88F2-6D93DD48933C}" dt="2021-02-02T18:14:19.078" v="16672" actId="20577"/>
          <ac:spMkLst>
            <pc:docMk/>
            <pc:sldMk cId="830672635" sldId="277"/>
            <ac:spMk id="4" creationId="{6825F833-55CE-47B2-B7E2-DD697C71B612}"/>
          </ac:spMkLst>
        </pc:spChg>
        <pc:spChg chg="add mod ord">
          <ac:chgData name="Alexandre Quach" userId="7bb690c8a6e028e4" providerId="LiveId" clId="{06933C3E-53D6-4C1E-88F2-6D93DD48933C}" dt="2021-02-02T18:14:07.270" v="16619" actId="700"/>
          <ac:spMkLst>
            <pc:docMk/>
            <pc:sldMk cId="830672635" sldId="277"/>
            <ac:spMk id="5" creationId="{775C6A88-A78C-4A12-8EC1-0AC91D5F7ADA}"/>
          </ac:spMkLst>
        </pc:spChg>
      </pc:sldChg>
      <pc:sldChg chg="addSp delSp modSp new mod">
        <pc:chgData name="Alexandre Quach" userId="7bb690c8a6e028e4" providerId="LiveId" clId="{06933C3E-53D6-4C1E-88F2-6D93DD48933C}" dt="2021-02-03T23:03:55.300" v="67527" actId="1076"/>
        <pc:sldMkLst>
          <pc:docMk/>
          <pc:sldMk cId="437084917" sldId="278"/>
        </pc:sldMkLst>
        <pc:spChg chg="mod">
          <ac:chgData name="Alexandre Quach" userId="7bb690c8a6e028e4" providerId="LiveId" clId="{06933C3E-53D6-4C1E-88F2-6D93DD48933C}" dt="2021-02-02T18:14:27.340" v="16701" actId="20577"/>
          <ac:spMkLst>
            <pc:docMk/>
            <pc:sldMk cId="437084917" sldId="278"/>
            <ac:spMk id="2" creationId="{EFC25294-60E0-4E12-B866-F2E1DAC21FF5}"/>
          </ac:spMkLst>
        </pc:spChg>
        <pc:spChg chg="del">
          <ac:chgData name="Alexandre Quach" userId="7bb690c8a6e028e4" providerId="LiveId" clId="{06933C3E-53D6-4C1E-88F2-6D93DD48933C}" dt="2021-02-02T18:14:34.527" v="16702" actId="3680"/>
          <ac:spMkLst>
            <pc:docMk/>
            <pc:sldMk cId="437084917" sldId="278"/>
            <ac:spMk id="3" creationId="{E56B815A-2B07-4B2D-8082-F5AE1D14D454}"/>
          </ac:spMkLst>
        </pc:spChg>
        <pc:spChg chg="add del mod">
          <ac:chgData name="Alexandre Quach" userId="7bb690c8a6e028e4" providerId="LiveId" clId="{06933C3E-53D6-4C1E-88F2-6D93DD48933C}" dt="2021-02-03T23:02:27.556" v="67495" actId="478"/>
          <ac:spMkLst>
            <pc:docMk/>
            <pc:sldMk cId="437084917" sldId="278"/>
            <ac:spMk id="7" creationId="{928D5A87-5CB3-43DD-A504-6E897CCCACD1}"/>
          </ac:spMkLst>
        </pc:spChg>
        <pc:spChg chg="add del mod">
          <ac:chgData name="Alexandre Quach" userId="7bb690c8a6e028e4" providerId="LiveId" clId="{06933C3E-53D6-4C1E-88F2-6D93DD48933C}" dt="2021-02-03T23:02:33.843" v="67498" actId="478"/>
          <ac:spMkLst>
            <pc:docMk/>
            <pc:sldMk cId="437084917" sldId="278"/>
            <ac:spMk id="10" creationId="{1C9434C2-818E-45F5-BAD3-02F82D7C6560}"/>
          </ac:spMkLst>
        </pc:spChg>
        <pc:spChg chg="add del mod">
          <ac:chgData name="Alexandre Quach" userId="7bb690c8a6e028e4" providerId="LiveId" clId="{06933C3E-53D6-4C1E-88F2-6D93DD48933C}" dt="2021-02-03T23:02:31.179" v="67497" actId="478"/>
          <ac:spMkLst>
            <pc:docMk/>
            <pc:sldMk cId="437084917" sldId="278"/>
            <ac:spMk id="13" creationId="{5E715272-DB47-4229-BC78-F3F1F5589233}"/>
          </ac:spMkLst>
        </pc:spChg>
        <pc:spChg chg="add del mod">
          <ac:chgData name="Alexandre Quach" userId="7bb690c8a6e028e4" providerId="LiveId" clId="{06933C3E-53D6-4C1E-88F2-6D93DD48933C}" dt="2021-02-03T23:02:35.037" v="67499" actId="478"/>
          <ac:spMkLst>
            <pc:docMk/>
            <pc:sldMk cId="437084917" sldId="278"/>
            <ac:spMk id="16" creationId="{4B36F86E-4011-40AE-ADE5-061D74156CC7}"/>
          </ac:spMkLst>
        </pc:spChg>
        <pc:spChg chg="add del mod">
          <ac:chgData name="Alexandre Quach" userId="7bb690c8a6e028e4" providerId="LiveId" clId="{06933C3E-53D6-4C1E-88F2-6D93DD48933C}" dt="2021-02-03T23:03:37.290" v="67516" actId="478"/>
          <ac:spMkLst>
            <pc:docMk/>
            <pc:sldMk cId="437084917" sldId="278"/>
            <ac:spMk id="20" creationId="{92B73186-38F9-4D21-B1E2-DA279A20CA57}"/>
          </ac:spMkLst>
        </pc:spChg>
        <pc:spChg chg="add del mod">
          <ac:chgData name="Alexandre Quach" userId="7bb690c8a6e028e4" providerId="LiveId" clId="{06933C3E-53D6-4C1E-88F2-6D93DD48933C}" dt="2021-02-03T23:03:29.402" v="67515" actId="478"/>
          <ac:spMkLst>
            <pc:docMk/>
            <pc:sldMk cId="437084917" sldId="278"/>
            <ac:spMk id="23" creationId="{8F9F5C8D-E3FA-4E8E-9139-D473D29284EC}"/>
          </ac:spMkLst>
        </pc:spChg>
        <pc:graphicFrameChg chg="add mod ord modGraphic">
          <ac:chgData name="Alexandre Quach" userId="7bb690c8a6e028e4" providerId="LiveId" clId="{06933C3E-53D6-4C1E-88F2-6D93DD48933C}" dt="2021-02-03T16:39:48.474" v="48348" actId="20577"/>
          <ac:graphicFrameMkLst>
            <pc:docMk/>
            <pc:sldMk cId="437084917" sldId="278"/>
            <ac:graphicFrameMk id="4" creationId="{B08BEB17-09DF-461E-9CA2-AC3AEFDC5059}"/>
          </ac:graphicFrameMkLst>
        </pc:graphicFrameChg>
        <pc:picChg chg="del">
          <ac:chgData name="Alexandre Quach" userId="7bb690c8a6e028e4" providerId="LiveId" clId="{06933C3E-53D6-4C1E-88F2-6D93DD48933C}" dt="2021-02-03T23:02:36.428" v="67501" actId="478"/>
          <ac:picMkLst>
            <pc:docMk/>
            <pc:sldMk cId="437084917" sldId="278"/>
            <ac:picMk id="3" creationId="{D25E68FB-059F-4F94-A524-0175815D1E65}"/>
          </ac:picMkLst>
        </pc:picChg>
        <pc:picChg chg="add del mod">
          <ac:chgData name="Alexandre Quach" userId="7bb690c8a6e028e4" providerId="LiveId" clId="{06933C3E-53D6-4C1E-88F2-6D93DD48933C}" dt="2021-02-03T23:03:40.852" v="67518" actId="478"/>
          <ac:picMkLst>
            <pc:docMk/>
            <pc:sldMk cId="437084917" sldId="278"/>
            <ac:picMk id="6" creationId="{3EFA1214-7091-4ACC-9EE1-B2DE8D439728}"/>
          </ac:picMkLst>
        </pc:picChg>
        <pc:picChg chg="add del mod">
          <ac:chgData name="Alexandre Quach" userId="7bb690c8a6e028e4" providerId="LiveId" clId="{06933C3E-53D6-4C1E-88F2-6D93DD48933C}" dt="2021-02-03T23:03:41.211" v="67519" actId="478"/>
          <ac:picMkLst>
            <pc:docMk/>
            <pc:sldMk cId="437084917" sldId="278"/>
            <ac:picMk id="9" creationId="{FBDE0721-728A-4CAF-9E61-32C69FFD47A3}"/>
          </ac:picMkLst>
        </pc:picChg>
        <pc:picChg chg="add del mod">
          <ac:chgData name="Alexandre Quach" userId="7bb690c8a6e028e4" providerId="LiveId" clId="{06933C3E-53D6-4C1E-88F2-6D93DD48933C}" dt="2021-02-03T23:03:42.172" v="67521" actId="478"/>
          <ac:picMkLst>
            <pc:docMk/>
            <pc:sldMk cId="437084917" sldId="278"/>
            <ac:picMk id="12" creationId="{F5DF24DB-3399-443A-B431-926CD1060539}"/>
          </ac:picMkLst>
        </pc:picChg>
        <pc:picChg chg="add del mod">
          <ac:chgData name="Alexandre Quach" userId="7bb690c8a6e028e4" providerId="LiveId" clId="{06933C3E-53D6-4C1E-88F2-6D93DD48933C}" dt="2021-02-03T23:03:41.850" v="67520" actId="478"/>
          <ac:picMkLst>
            <pc:docMk/>
            <pc:sldMk cId="437084917" sldId="278"/>
            <ac:picMk id="15" creationId="{529DC098-13F0-446F-A877-71D5EF9A12AE}"/>
          </ac:picMkLst>
        </pc:picChg>
        <pc:picChg chg="add mod">
          <ac:chgData name="Alexandre Quach" userId="7bb690c8a6e028e4" providerId="LiveId" clId="{06933C3E-53D6-4C1E-88F2-6D93DD48933C}" dt="2021-02-03T23:03:53.290" v="67526" actId="1076"/>
          <ac:picMkLst>
            <pc:docMk/>
            <pc:sldMk cId="437084917" sldId="278"/>
            <ac:picMk id="17" creationId="{52E69B0A-2CE2-42BA-A476-682826B1F34E}"/>
          </ac:picMkLst>
        </pc:picChg>
        <pc:picChg chg="add mod">
          <ac:chgData name="Alexandre Quach" userId="7bb690c8a6e028e4" providerId="LiveId" clId="{06933C3E-53D6-4C1E-88F2-6D93DD48933C}" dt="2021-02-03T23:03:55.300" v="67527" actId="1076"/>
          <ac:picMkLst>
            <pc:docMk/>
            <pc:sldMk cId="437084917" sldId="278"/>
            <ac:picMk id="19" creationId="{258AAE21-D31E-4CA7-B28C-A3A1F0746387}"/>
          </ac:picMkLst>
        </pc:picChg>
        <pc:picChg chg="add del mod">
          <ac:chgData name="Alexandre Quach" userId="7bb690c8a6e028e4" providerId="LiveId" clId="{06933C3E-53D6-4C1E-88F2-6D93DD48933C}" dt="2021-02-03T23:03:29.402" v="67515" actId="478"/>
          <ac:picMkLst>
            <pc:docMk/>
            <pc:sldMk cId="437084917" sldId="278"/>
            <ac:picMk id="22" creationId="{A615FE1D-F886-4F85-8217-873A91F23FE8}"/>
          </ac:picMkLst>
        </pc:picChg>
      </pc:sldChg>
      <pc:sldChg chg="new del">
        <pc:chgData name="Alexandre Quach" userId="7bb690c8a6e028e4" providerId="LiveId" clId="{06933C3E-53D6-4C1E-88F2-6D93DD48933C}" dt="2021-02-02T18:17:34.160" v="16948" actId="47"/>
        <pc:sldMkLst>
          <pc:docMk/>
          <pc:sldMk cId="3937332918" sldId="279"/>
        </pc:sldMkLst>
      </pc:sldChg>
      <pc:sldChg chg="addSp delSp modSp add del mod ord">
        <pc:chgData name="Alexandre Quach" userId="7bb690c8a6e028e4" providerId="LiveId" clId="{06933C3E-53D6-4C1E-88F2-6D93DD48933C}" dt="2021-02-02T18:46:14.099" v="20267" actId="47"/>
        <pc:sldMkLst>
          <pc:docMk/>
          <pc:sldMk cId="2165106919" sldId="280"/>
        </pc:sldMkLst>
        <pc:spChg chg="mod">
          <ac:chgData name="Alexandre Quach" userId="7bb690c8a6e028e4" providerId="LiveId" clId="{06933C3E-53D6-4C1E-88F2-6D93DD48933C}" dt="2021-02-02T18:44:56.343" v="20220" actId="21"/>
          <ac:spMkLst>
            <pc:docMk/>
            <pc:sldMk cId="2165106919" sldId="280"/>
            <ac:spMk id="2" creationId="{7852DF05-0C37-45AD-814E-986310864039}"/>
          </ac:spMkLst>
        </pc:spChg>
        <pc:spChg chg="del">
          <ac:chgData name="Alexandre Quach" userId="7bb690c8a6e028e4" providerId="LiveId" clId="{06933C3E-53D6-4C1E-88F2-6D93DD48933C}" dt="2021-02-02T18:17:52.039" v="16990" actId="478"/>
          <ac:spMkLst>
            <pc:docMk/>
            <pc:sldMk cId="2165106919" sldId="280"/>
            <ac:spMk id="4" creationId="{29A624E3-FEFF-4B6F-A9A8-4984FAAB2624}"/>
          </ac:spMkLst>
        </pc:spChg>
        <pc:spChg chg="mod">
          <ac:chgData name="Alexandre Quach" userId="7bb690c8a6e028e4" providerId="LiveId" clId="{06933C3E-53D6-4C1E-88F2-6D93DD48933C}" dt="2021-02-02T18:38:41.790" v="19718" actId="6549"/>
          <ac:spMkLst>
            <pc:docMk/>
            <pc:sldMk cId="2165106919" sldId="280"/>
            <ac:spMk id="5" creationId="{F583E3B5-2E5D-4437-B787-A4BF45224103}"/>
          </ac:spMkLst>
        </pc:spChg>
        <pc:spChg chg="mod">
          <ac:chgData name="Alexandre Quach" userId="7bb690c8a6e028e4" providerId="LiveId" clId="{06933C3E-53D6-4C1E-88F2-6D93DD48933C}" dt="2021-02-02T18:36:46.258" v="19359" actId="1076"/>
          <ac:spMkLst>
            <pc:docMk/>
            <pc:sldMk cId="2165106919" sldId="280"/>
            <ac:spMk id="6" creationId="{56CCB020-31AA-4C1B-94D6-19CD3E8EAA56}"/>
          </ac:spMkLst>
        </pc:spChg>
        <pc:spChg chg="mod">
          <ac:chgData name="Alexandre Quach" userId="7bb690c8a6e028e4" providerId="LiveId" clId="{06933C3E-53D6-4C1E-88F2-6D93DD48933C}" dt="2021-02-02T18:40:08.443" v="20015" actId="20577"/>
          <ac:spMkLst>
            <pc:docMk/>
            <pc:sldMk cId="2165106919" sldId="280"/>
            <ac:spMk id="7" creationId="{44C32351-B33E-42C8-AC5F-A687F8B70056}"/>
          </ac:spMkLst>
        </pc:spChg>
        <pc:spChg chg="mod">
          <ac:chgData name="Alexandre Quach" userId="7bb690c8a6e028e4" providerId="LiveId" clId="{06933C3E-53D6-4C1E-88F2-6D93DD48933C}" dt="2021-02-02T18:38:32.595" v="19710" actId="20577"/>
          <ac:spMkLst>
            <pc:docMk/>
            <pc:sldMk cId="2165106919" sldId="280"/>
            <ac:spMk id="8" creationId="{3D0FD79A-6528-42DC-9E1E-E3BA89A18E84}"/>
          </ac:spMkLst>
        </pc:spChg>
        <pc:spChg chg="add del mod">
          <ac:chgData name="Alexandre Quach" userId="7bb690c8a6e028e4" providerId="LiveId" clId="{06933C3E-53D6-4C1E-88F2-6D93DD48933C}" dt="2021-02-02T18:17:53.259" v="16991" actId="478"/>
          <ac:spMkLst>
            <pc:docMk/>
            <pc:sldMk cId="2165106919" sldId="280"/>
            <ac:spMk id="9" creationId="{07E0B8A8-5ADD-44D5-A57B-1B7EC6BB111D}"/>
          </ac:spMkLst>
        </pc:spChg>
        <pc:picChg chg="add mod">
          <ac:chgData name="Alexandre Quach" userId="7bb690c8a6e028e4" providerId="LiveId" clId="{06933C3E-53D6-4C1E-88F2-6D93DD48933C}" dt="2021-02-02T18:37:05.585" v="19365" actId="1076"/>
          <ac:picMkLst>
            <pc:docMk/>
            <pc:sldMk cId="2165106919" sldId="280"/>
            <ac:picMk id="10" creationId="{369D22D5-4ECD-416E-A94D-F542AB51B3BA}"/>
          </ac:picMkLst>
        </pc:picChg>
        <pc:picChg chg="add mod">
          <ac:chgData name="Alexandre Quach" userId="7bb690c8a6e028e4" providerId="LiveId" clId="{06933C3E-53D6-4C1E-88F2-6D93DD48933C}" dt="2021-02-02T18:37:02.483" v="19364" actId="1076"/>
          <ac:picMkLst>
            <pc:docMk/>
            <pc:sldMk cId="2165106919" sldId="280"/>
            <ac:picMk id="11" creationId="{1D6B6FA5-0D10-4333-BF42-FB07EFA6851C}"/>
          </ac:picMkLst>
        </pc:picChg>
        <pc:picChg chg="add mod">
          <ac:chgData name="Alexandre Quach" userId="7bb690c8a6e028e4" providerId="LiveId" clId="{06933C3E-53D6-4C1E-88F2-6D93DD48933C}" dt="2021-02-02T18:40:26.689" v="20016" actId="1076"/>
          <ac:picMkLst>
            <pc:docMk/>
            <pc:sldMk cId="2165106919" sldId="280"/>
            <ac:picMk id="12" creationId="{FD6D8411-7C41-40AA-BC14-633087212566}"/>
          </ac:picMkLst>
        </pc:picChg>
        <pc:picChg chg="add del mod">
          <ac:chgData name="Alexandre Quach" userId="7bb690c8a6e028e4" providerId="LiveId" clId="{06933C3E-53D6-4C1E-88F2-6D93DD48933C}" dt="2021-02-02T18:33:39.946" v="18664" actId="478"/>
          <ac:picMkLst>
            <pc:docMk/>
            <pc:sldMk cId="2165106919" sldId="280"/>
            <ac:picMk id="13" creationId="{B295B997-FC0F-4B75-83C0-2916B708EF8F}"/>
          </ac:picMkLst>
        </pc:picChg>
        <pc:picChg chg="add del mod">
          <ac:chgData name="Alexandre Quach" userId="7bb690c8a6e028e4" providerId="LiveId" clId="{06933C3E-53D6-4C1E-88F2-6D93DD48933C}" dt="2021-02-02T18:20:41.408" v="17208" actId="21"/>
          <ac:picMkLst>
            <pc:docMk/>
            <pc:sldMk cId="2165106919" sldId="280"/>
            <ac:picMk id="15" creationId="{43866582-0E85-4FCC-BCAF-19D8F4B857A1}"/>
          </ac:picMkLst>
        </pc:picChg>
        <pc:picChg chg="add del mod">
          <ac:chgData name="Alexandre Quach" userId="7bb690c8a6e028e4" providerId="LiveId" clId="{06933C3E-53D6-4C1E-88F2-6D93DD48933C}" dt="2021-02-02T18:33:23.330" v="18660" actId="478"/>
          <ac:picMkLst>
            <pc:docMk/>
            <pc:sldMk cId="2165106919" sldId="280"/>
            <ac:picMk id="16" creationId="{E10C15F4-8A52-43D3-8C3B-C0394562EF56}"/>
          </ac:picMkLst>
        </pc:picChg>
        <pc:picChg chg="add mod">
          <ac:chgData name="Alexandre Quach" userId="7bb690c8a6e028e4" providerId="LiveId" clId="{06933C3E-53D6-4C1E-88F2-6D93DD48933C}" dt="2021-02-02T18:36:59.475" v="19363" actId="1076"/>
          <ac:picMkLst>
            <pc:docMk/>
            <pc:sldMk cId="2165106919" sldId="280"/>
            <ac:picMk id="17" creationId="{23AD0222-32A9-4724-B30F-51172C834A2F}"/>
          </ac:picMkLst>
        </pc:picChg>
      </pc:sldChg>
      <pc:sldChg chg="addSp delSp modSp new mod ord setBg">
        <pc:chgData name="Alexandre Quach" userId="7bb690c8a6e028e4" providerId="LiveId" clId="{06933C3E-53D6-4C1E-88F2-6D93DD48933C}" dt="2021-02-02T23:19:28.609" v="37361" actId="20577"/>
        <pc:sldMkLst>
          <pc:docMk/>
          <pc:sldMk cId="1674881263" sldId="281"/>
        </pc:sldMkLst>
        <pc:spChg chg="del mod">
          <ac:chgData name="Alexandre Quach" userId="7bb690c8a6e028e4" providerId="LiveId" clId="{06933C3E-53D6-4C1E-88F2-6D93DD48933C}" dt="2021-02-02T18:44:50.420" v="20219" actId="478"/>
          <ac:spMkLst>
            <pc:docMk/>
            <pc:sldMk cId="1674881263" sldId="281"/>
            <ac:spMk id="2" creationId="{540859B1-5B4B-4EA7-8C6E-91C8FB160D28}"/>
          </ac:spMkLst>
        </pc:spChg>
        <pc:spChg chg="del">
          <ac:chgData name="Alexandre Quach" userId="7bb690c8a6e028e4" providerId="LiveId" clId="{06933C3E-53D6-4C1E-88F2-6D93DD48933C}" dt="2021-02-02T18:43:28.601" v="20187" actId="478"/>
          <ac:spMkLst>
            <pc:docMk/>
            <pc:sldMk cId="1674881263" sldId="281"/>
            <ac:spMk id="3" creationId="{9E61C2F5-51D7-470F-BA2F-4F1B76CC65B1}"/>
          </ac:spMkLst>
        </pc:spChg>
        <pc:spChg chg="add mod">
          <ac:chgData name="Alexandre Quach" userId="7bb690c8a6e028e4" providerId="LiveId" clId="{06933C3E-53D6-4C1E-88F2-6D93DD48933C}" dt="2021-02-02T20:52:03.129" v="22752"/>
          <ac:spMkLst>
            <pc:docMk/>
            <pc:sldMk cId="1674881263" sldId="281"/>
            <ac:spMk id="9" creationId="{1A829BE5-4C59-40D1-8028-0A80024BE57C}"/>
          </ac:spMkLst>
        </pc:spChg>
        <pc:spChg chg="add">
          <ac:chgData name="Alexandre Quach" userId="7bb690c8a6e028e4" providerId="LiveId" clId="{06933C3E-53D6-4C1E-88F2-6D93DD48933C}" dt="2021-02-02T18:44:26.369" v="20213" actId="26606"/>
          <ac:spMkLst>
            <pc:docMk/>
            <pc:sldMk cId="1674881263" sldId="281"/>
            <ac:spMk id="12" creationId="{BF19CFE6-7621-4FFB-A4F3-53DFD3860D97}"/>
          </ac:spMkLst>
        </pc:spChg>
        <pc:spChg chg="add">
          <ac:chgData name="Alexandre Quach" userId="7bb690c8a6e028e4" providerId="LiveId" clId="{06933C3E-53D6-4C1E-88F2-6D93DD48933C}" dt="2021-02-02T18:44:26.369" v="20213" actId="26606"/>
          <ac:spMkLst>
            <pc:docMk/>
            <pc:sldMk cId="1674881263" sldId="281"/>
            <ac:spMk id="14" creationId="{3F4DD1A1-652B-4ECB-A8DE-07087A834E61}"/>
          </ac:spMkLst>
        </pc:spChg>
        <pc:spChg chg="add mod">
          <ac:chgData name="Alexandre Quach" userId="7bb690c8a6e028e4" providerId="LiveId" clId="{06933C3E-53D6-4C1E-88F2-6D93DD48933C}" dt="2021-02-02T23:19:28.609" v="37361" actId="20577"/>
          <ac:spMkLst>
            <pc:docMk/>
            <pc:sldMk cId="1674881263" sldId="281"/>
            <ac:spMk id="15" creationId="{8A7C192B-62D8-4BA1-9BC5-F5545E4A6809}"/>
          </ac:spMkLst>
        </pc:spChg>
        <pc:spChg chg="add">
          <ac:chgData name="Alexandre Quach" userId="7bb690c8a6e028e4" providerId="LiveId" clId="{06933C3E-53D6-4C1E-88F2-6D93DD48933C}" dt="2021-02-02T18:44:26.369" v="20213" actId="26606"/>
          <ac:spMkLst>
            <pc:docMk/>
            <pc:sldMk cId="1674881263" sldId="281"/>
            <ac:spMk id="18" creationId="{D4A67D3B-CF15-41C0-AEB5-8D857A8AE855}"/>
          </ac:spMkLst>
        </pc:spChg>
        <pc:spChg chg="add mod">
          <ac:chgData name="Alexandre Quach" userId="7bb690c8a6e028e4" providerId="LiveId" clId="{06933C3E-53D6-4C1E-88F2-6D93DD48933C}" dt="2021-02-02T21:18:29.882" v="25132" actId="14100"/>
          <ac:spMkLst>
            <pc:docMk/>
            <pc:sldMk cId="1674881263" sldId="281"/>
            <ac:spMk id="19" creationId="{F24CB9E0-FCD8-4EC3-B11F-B68FA9EA3810}"/>
          </ac:spMkLst>
        </pc:spChg>
        <pc:spChg chg="add">
          <ac:chgData name="Alexandre Quach" userId="7bb690c8a6e028e4" providerId="LiveId" clId="{06933C3E-53D6-4C1E-88F2-6D93DD48933C}" dt="2021-02-02T18:44:26.369" v="20213" actId="26606"/>
          <ac:spMkLst>
            <pc:docMk/>
            <pc:sldMk cId="1674881263" sldId="281"/>
            <ac:spMk id="20" creationId="{4EE44E17-6A21-4DF3-9573-0819D6F00067}"/>
          </ac:spMkLst>
        </pc:spChg>
        <pc:spChg chg="add mod">
          <ac:chgData name="Alexandre Quach" userId="7bb690c8a6e028e4" providerId="LiveId" clId="{06933C3E-53D6-4C1E-88F2-6D93DD48933C}" dt="2021-02-02T21:13:49.406" v="24746"/>
          <ac:spMkLst>
            <pc:docMk/>
            <pc:sldMk cId="1674881263" sldId="281"/>
            <ac:spMk id="21" creationId="{190C5AD9-7866-48B4-963F-73172A7541C0}"/>
          </ac:spMkLst>
        </pc:spChg>
        <pc:spChg chg="add">
          <ac:chgData name="Alexandre Quach" userId="7bb690c8a6e028e4" providerId="LiveId" clId="{06933C3E-53D6-4C1E-88F2-6D93DD48933C}" dt="2021-02-02T18:44:26.369" v="20213" actId="26606"/>
          <ac:spMkLst>
            <pc:docMk/>
            <pc:sldMk cId="1674881263" sldId="281"/>
            <ac:spMk id="22" creationId="{1DE44A29-0857-4193-8859-8E5D8A3CDAE7}"/>
          </ac:spMkLst>
        </pc:spChg>
        <pc:spChg chg="add mod">
          <ac:chgData name="Alexandre Quach" userId="7bb690c8a6e028e4" providerId="LiveId" clId="{06933C3E-53D6-4C1E-88F2-6D93DD48933C}" dt="2021-02-02T21:13:49.406" v="24746"/>
          <ac:spMkLst>
            <pc:docMk/>
            <pc:sldMk cId="1674881263" sldId="281"/>
            <ac:spMk id="23" creationId="{925638B0-1EA7-48FD-8E73-7E91859AF6FA}"/>
          </ac:spMkLst>
        </pc:spChg>
        <pc:spChg chg="add">
          <ac:chgData name="Alexandre Quach" userId="7bb690c8a6e028e4" providerId="LiveId" clId="{06933C3E-53D6-4C1E-88F2-6D93DD48933C}" dt="2021-02-02T18:44:26.369" v="20213" actId="26606"/>
          <ac:spMkLst>
            <pc:docMk/>
            <pc:sldMk cId="1674881263" sldId="281"/>
            <ac:spMk id="24" creationId="{B2A37BC1-02C0-4D97-8BEC-5BECAD9A3BE1}"/>
          </ac:spMkLst>
        </pc:spChg>
        <pc:picChg chg="add mod ord">
          <ac:chgData name="Alexandre Quach" userId="7bb690c8a6e028e4" providerId="LiveId" clId="{06933C3E-53D6-4C1E-88F2-6D93DD48933C}" dt="2021-02-02T18:44:26.369" v="20213" actId="26606"/>
          <ac:picMkLst>
            <pc:docMk/>
            <pc:sldMk cId="1674881263" sldId="281"/>
            <ac:picMk id="4" creationId="{028ECA65-A935-48A0-A493-D7703D623BA9}"/>
          </ac:picMkLst>
        </pc:picChg>
        <pc:picChg chg="add mod">
          <ac:chgData name="Alexandre Quach" userId="7bb690c8a6e028e4" providerId="LiveId" clId="{06933C3E-53D6-4C1E-88F2-6D93DD48933C}" dt="2021-02-02T18:46:26.634" v="20271" actId="1076"/>
          <ac:picMkLst>
            <pc:docMk/>
            <pc:sldMk cId="1674881263" sldId="281"/>
            <ac:picMk id="5" creationId="{08F4838E-6405-4150-8EE3-C1C2EBF957A1}"/>
          </ac:picMkLst>
        </pc:picChg>
        <pc:picChg chg="add mod">
          <ac:chgData name="Alexandre Quach" userId="7bb690c8a6e028e4" providerId="LiveId" clId="{06933C3E-53D6-4C1E-88F2-6D93DD48933C}" dt="2021-02-02T18:49:23.002" v="20732" actId="1076"/>
          <ac:picMkLst>
            <pc:docMk/>
            <pc:sldMk cId="1674881263" sldId="281"/>
            <ac:picMk id="6" creationId="{AB914889-8771-4077-9956-B8B4C3D004FD}"/>
          </ac:picMkLst>
        </pc:picChg>
        <pc:picChg chg="add mod">
          <ac:chgData name="Alexandre Quach" userId="7bb690c8a6e028e4" providerId="LiveId" clId="{06933C3E-53D6-4C1E-88F2-6D93DD48933C}" dt="2021-02-02T22:13:50.754" v="29591" actId="207"/>
          <ac:picMkLst>
            <pc:docMk/>
            <pc:sldMk cId="1674881263" sldId="281"/>
            <ac:picMk id="7" creationId="{C97C3A0D-ED92-407C-93DF-6B02CE72A5E1}"/>
          </ac:picMkLst>
        </pc:picChg>
        <pc:picChg chg="add">
          <ac:chgData name="Alexandre Quach" userId="7bb690c8a6e028e4" providerId="LiveId" clId="{06933C3E-53D6-4C1E-88F2-6D93DD48933C}" dt="2021-02-02T18:44:26.369" v="20213" actId="26606"/>
          <ac:picMkLst>
            <pc:docMk/>
            <pc:sldMk cId="1674881263" sldId="281"/>
            <ac:picMk id="16" creationId="{E2271F3E-C693-4F5F-9E5F-B543945DDB94}"/>
          </ac:picMkLst>
        </pc:picChg>
      </pc:sldChg>
      <pc:sldChg chg="addSp delSp modSp new mod ord">
        <pc:chgData name="Alexandre Quach" userId="7bb690c8a6e028e4" providerId="LiveId" clId="{06933C3E-53D6-4C1E-88F2-6D93DD48933C}" dt="2021-02-03T14:53:53.927" v="42493" actId="20577"/>
        <pc:sldMkLst>
          <pc:docMk/>
          <pc:sldMk cId="1044959118" sldId="282"/>
        </pc:sldMkLst>
        <pc:spChg chg="mod">
          <ac:chgData name="Alexandre Quach" userId="7bb690c8a6e028e4" providerId="LiveId" clId="{06933C3E-53D6-4C1E-88F2-6D93DD48933C}" dt="2021-02-02T19:03:22.041" v="21200" actId="404"/>
          <ac:spMkLst>
            <pc:docMk/>
            <pc:sldMk cId="1044959118" sldId="282"/>
            <ac:spMk id="2" creationId="{665B4F04-D6BD-4B11-9CD0-C5AAA49B3967}"/>
          </ac:spMkLst>
        </pc:spChg>
        <pc:spChg chg="del">
          <ac:chgData name="Alexandre Quach" userId="7bb690c8a6e028e4" providerId="LiveId" clId="{06933C3E-53D6-4C1E-88F2-6D93DD48933C}" dt="2021-02-02T18:54:28.992" v="20974" actId="478"/>
          <ac:spMkLst>
            <pc:docMk/>
            <pc:sldMk cId="1044959118" sldId="282"/>
            <ac:spMk id="3" creationId="{56426355-741D-4D9C-A9AB-6D5ED42FA462}"/>
          </ac:spMkLst>
        </pc:spChg>
        <pc:spChg chg="add mod">
          <ac:chgData name="Alexandre Quach" userId="7bb690c8a6e028e4" providerId="LiveId" clId="{06933C3E-53D6-4C1E-88F2-6D93DD48933C}" dt="2021-02-02T18:58:35.026" v="21051" actId="207"/>
          <ac:spMkLst>
            <pc:docMk/>
            <pc:sldMk cId="1044959118" sldId="282"/>
            <ac:spMk id="4" creationId="{54C5A81A-461A-4AAB-9D82-26E34BB770F3}"/>
          </ac:spMkLst>
        </pc:spChg>
        <pc:spChg chg="add mod">
          <ac:chgData name="Alexandre Quach" userId="7bb690c8a6e028e4" providerId="LiveId" clId="{06933C3E-53D6-4C1E-88F2-6D93DD48933C}" dt="2021-02-02T18:58:35.026" v="21051" actId="207"/>
          <ac:spMkLst>
            <pc:docMk/>
            <pc:sldMk cId="1044959118" sldId="282"/>
            <ac:spMk id="5" creationId="{FE7539F0-57CA-46A9-BBC6-E58832F30790}"/>
          </ac:spMkLst>
        </pc:spChg>
        <pc:spChg chg="add mod">
          <ac:chgData name="Alexandre Quach" userId="7bb690c8a6e028e4" providerId="LiveId" clId="{06933C3E-53D6-4C1E-88F2-6D93DD48933C}" dt="2021-02-02T18:58:35.026" v="21051" actId="207"/>
          <ac:spMkLst>
            <pc:docMk/>
            <pc:sldMk cId="1044959118" sldId="282"/>
            <ac:spMk id="6" creationId="{3B790859-0226-468A-B479-61F9F0DF3418}"/>
          </ac:spMkLst>
        </pc:spChg>
        <pc:spChg chg="add mod">
          <ac:chgData name="Alexandre Quach" userId="7bb690c8a6e028e4" providerId="LiveId" clId="{06933C3E-53D6-4C1E-88F2-6D93DD48933C}" dt="2021-02-02T18:58:35.026" v="21051" actId="207"/>
          <ac:spMkLst>
            <pc:docMk/>
            <pc:sldMk cId="1044959118" sldId="282"/>
            <ac:spMk id="7" creationId="{F47A2A70-5D30-43D4-BDAD-579BDCAA9B3E}"/>
          </ac:spMkLst>
        </pc:spChg>
        <pc:spChg chg="add mod">
          <ac:chgData name="Alexandre Quach" userId="7bb690c8a6e028e4" providerId="LiveId" clId="{06933C3E-53D6-4C1E-88F2-6D93DD48933C}" dt="2021-02-02T19:13:10.616" v="22449" actId="1076"/>
          <ac:spMkLst>
            <pc:docMk/>
            <pc:sldMk cId="1044959118" sldId="282"/>
            <ac:spMk id="10" creationId="{04CE9852-597D-4CF0-BCB1-154C2E41C7BF}"/>
          </ac:spMkLst>
        </pc:spChg>
        <pc:spChg chg="add mod">
          <ac:chgData name="Alexandre Quach" userId="7bb690c8a6e028e4" providerId="LiveId" clId="{06933C3E-53D6-4C1E-88F2-6D93DD48933C}" dt="2021-02-02T19:09:34.242" v="22009" actId="1076"/>
          <ac:spMkLst>
            <pc:docMk/>
            <pc:sldMk cId="1044959118" sldId="282"/>
            <ac:spMk id="11" creationId="{4121BC80-7705-47AD-B17A-2BD5C8BB605C}"/>
          </ac:spMkLst>
        </pc:spChg>
        <pc:spChg chg="add del mod">
          <ac:chgData name="Alexandre Quach" userId="7bb690c8a6e028e4" providerId="LiveId" clId="{06933C3E-53D6-4C1E-88F2-6D93DD48933C}" dt="2021-02-02T19:07:14.818" v="21624" actId="478"/>
          <ac:spMkLst>
            <pc:docMk/>
            <pc:sldMk cId="1044959118" sldId="282"/>
            <ac:spMk id="12" creationId="{332E78BA-CD4F-46CE-80DC-2A31F05DF103}"/>
          </ac:spMkLst>
        </pc:spChg>
        <pc:spChg chg="add del mod ord topLvl">
          <ac:chgData name="Alexandre Quach" userId="7bb690c8a6e028e4" providerId="LiveId" clId="{06933C3E-53D6-4C1E-88F2-6D93DD48933C}" dt="2021-02-02T19:11:44.699" v="22206" actId="478"/>
          <ac:spMkLst>
            <pc:docMk/>
            <pc:sldMk cId="1044959118" sldId="282"/>
            <ac:spMk id="13" creationId="{538CA039-3065-4DEC-A03B-8E583AC476DD}"/>
          </ac:spMkLst>
        </pc:spChg>
        <pc:spChg chg="add mod">
          <ac:chgData name="Alexandre Quach" userId="7bb690c8a6e028e4" providerId="LiveId" clId="{06933C3E-53D6-4C1E-88F2-6D93DD48933C}" dt="2021-02-02T19:15:47.705" v="22472" actId="20577"/>
          <ac:spMkLst>
            <pc:docMk/>
            <pc:sldMk cId="1044959118" sldId="282"/>
            <ac:spMk id="46" creationId="{63477DFD-FDD1-4839-977F-B83AD49FEEC6}"/>
          </ac:spMkLst>
        </pc:spChg>
        <pc:spChg chg="add mod">
          <ac:chgData name="Alexandre Quach" userId="7bb690c8a6e028e4" providerId="LiveId" clId="{06933C3E-53D6-4C1E-88F2-6D93DD48933C}" dt="2021-02-03T14:53:53.927" v="42493" actId="20577"/>
          <ac:spMkLst>
            <pc:docMk/>
            <pc:sldMk cId="1044959118" sldId="282"/>
            <ac:spMk id="47" creationId="{C8ABA62A-F489-41E4-8577-3F0F99096E78}"/>
          </ac:spMkLst>
        </pc:spChg>
        <pc:spChg chg="add mod">
          <ac:chgData name="Alexandre Quach" userId="7bb690c8a6e028e4" providerId="LiveId" clId="{06933C3E-53D6-4C1E-88F2-6D93DD48933C}" dt="2021-02-02T19:14:09.161" v="22460" actId="14100"/>
          <ac:spMkLst>
            <pc:docMk/>
            <pc:sldMk cId="1044959118" sldId="282"/>
            <ac:spMk id="48" creationId="{3E6D660D-4D2A-48A5-BCED-CC9B6E14D1C9}"/>
          </ac:spMkLst>
        </pc:spChg>
        <pc:spChg chg="add mod ord">
          <ac:chgData name="Alexandre Quach" userId="7bb690c8a6e028e4" providerId="LiveId" clId="{06933C3E-53D6-4C1E-88F2-6D93DD48933C}" dt="2021-02-02T19:07:35.835" v="21634" actId="167"/>
          <ac:spMkLst>
            <pc:docMk/>
            <pc:sldMk cId="1044959118" sldId="282"/>
            <ac:spMk id="49" creationId="{BC9ADD7D-0ACC-4FB3-BDA7-544EC2A2C79D}"/>
          </ac:spMkLst>
        </pc:spChg>
        <pc:spChg chg="add mod">
          <ac:chgData name="Alexandre Quach" userId="7bb690c8a6e028e4" providerId="LiveId" clId="{06933C3E-53D6-4C1E-88F2-6D93DD48933C}" dt="2021-02-02T19:11:55.056" v="22209" actId="1076"/>
          <ac:spMkLst>
            <pc:docMk/>
            <pc:sldMk cId="1044959118" sldId="282"/>
            <ac:spMk id="50" creationId="{C127EAA6-49F8-4518-9600-E05E998E241C}"/>
          </ac:spMkLst>
        </pc:spChg>
        <pc:grpChg chg="add mod topLvl">
          <ac:chgData name="Alexandre Quach" userId="7bb690c8a6e028e4" providerId="LiveId" clId="{06933C3E-53D6-4C1E-88F2-6D93DD48933C}" dt="2021-02-02T19:11:44.699" v="22206" actId="478"/>
          <ac:grpSpMkLst>
            <pc:docMk/>
            <pc:sldMk cId="1044959118" sldId="282"/>
            <ac:grpSpMk id="8" creationId="{2B1B0777-8209-4ADA-8338-2541C6063BE4}"/>
          </ac:grpSpMkLst>
        </pc:grpChg>
        <pc:grpChg chg="add del mod">
          <ac:chgData name="Alexandre Quach" userId="7bb690c8a6e028e4" providerId="LiveId" clId="{06933C3E-53D6-4C1E-88F2-6D93DD48933C}" dt="2021-02-02T19:11:44.699" v="22206" actId="478"/>
          <ac:grpSpMkLst>
            <pc:docMk/>
            <pc:sldMk cId="1044959118" sldId="282"/>
            <ac:grpSpMk id="14" creationId="{4BC29294-7378-467F-B2ED-DA3BF7564005}"/>
          </ac:grpSpMkLst>
        </pc:grpChg>
        <pc:grpChg chg="add mod">
          <ac:chgData name="Alexandre Quach" userId="7bb690c8a6e028e4" providerId="LiveId" clId="{06933C3E-53D6-4C1E-88F2-6D93DD48933C}" dt="2021-02-02T19:02:23.450" v="21155" actId="1076"/>
          <ac:grpSpMkLst>
            <pc:docMk/>
            <pc:sldMk cId="1044959118" sldId="282"/>
            <ac:grpSpMk id="20" creationId="{CD8D6EC8-D241-4445-8A34-352A3BA9994C}"/>
          </ac:grpSpMkLst>
        </pc:grpChg>
        <pc:grpChg chg="add del mod">
          <ac:chgData name="Alexandre Quach" userId="7bb690c8a6e028e4" providerId="LiveId" clId="{06933C3E-53D6-4C1E-88F2-6D93DD48933C}" dt="2021-02-02T19:01:56.527" v="21150" actId="478"/>
          <ac:grpSpMkLst>
            <pc:docMk/>
            <pc:sldMk cId="1044959118" sldId="282"/>
            <ac:grpSpMk id="21" creationId="{CFCDD756-167D-493E-81CE-D7414310C810}"/>
          </ac:grpSpMkLst>
        </pc:grpChg>
        <pc:grpChg chg="add mod">
          <ac:chgData name="Alexandre Quach" userId="7bb690c8a6e028e4" providerId="LiveId" clId="{06933C3E-53D6-4C1E-88F2-6D93DD48933C}" dt="2021-02-02T19:02:23.450" v="21155" actId="1076"/>
          <ac:grpSpMkLst>
            <pc:docMk/>
            <pc:sldMk cId="1044959118" sldId="282"/>
            <ac:grpSpMk id="26" creationId="{55D3A377-5D83-404F-A788-7565C36440BA}"/>
          </ac:grpSpMkLst>
        </pc:grpChg>
        <pc:grpChg chg="add mod">
          <ac:chgData name="Alexandre Quach" userId="7bb690c8a6e028e4" providerId="LiveId" clId="{06933C3E-53D6-4C1E-88F2-6D93DD48933C}" dt="2021-02-02T19:02:23.450" v="21155" actId="1076"/>
          <ac:grpSpMkLst>
            <pc:docMk/>
            <pc:sldMk cId="1044959118" sldId="282"/>
            <ac:grpSpMk id="31" creationId="{1AA0FBED-BA19-4845-9DD0-23C127BEB947}"/>
          </ac:grpSpMkLst>
        </pc:grpChg>
        <pc:grpChg chg="add mod">
          <ac:chgData name="Alexandre Quach" userId="7bb690c8a6e028e4" providerId="LiveId" clId="{06933C3E-53D6-4C1E-88F2-6D93DD48933C}" dt="2021-02-02T19:02:23.450" v="21155" actId="1076"/>
          <ac:grpSpMkLst>
            <pc:docMk/>
            <pc:sldMk cId="1044959118" sldId="282"/>
            <ac:grpSpMk id="36" creationId="{07B48C1C-0E06-4F98-8052-FA5091BA69DB}"/>
          </ac:grpSpMkLst>
        </pc:grpChg>
        <pc:grpChg chg="add mod">
          <ac:chgData name="Alexandre Quach" userId="7bb690c8a6e028e4" providerId="LiveId" clId="{06933C3E-53D6-4C1E-88F2-6D93DD48933C}" dt="2021-02-02T19:02:23.450" v="21155" actId="1076"/>
          <ac:grpSpMkLst>
            <pc:docMk/>
            <pc:sldMk cId="1044959118" sldId="282"/>
            <ac:grpSpMk id="41" creationId="{4174C6DF-80F6-44B4-89EC-2B8D98BA6D0B}"/>
          </ac:grpSpMkLst>
        </pc:grpChg>
        <pc:grpChg chg="add mod">
          <ac:chgData name="Alexandre Quach" userId="7bb690c8a6e028e4" providerId="LiveId" clId="{06933C3E-53D6-4C1E-88F2-6D93DD48933C}" dt="2021-02-02T19:13:52.137" v="22457" actId="1076"/>
          <ac:grpSpMkLst>
            <pc:docMk/>
            <pc:sldMk cId="1044959118" sldId="282"/>
            <ac:grpSpMk id="51" creationId="{CB710280-C129-48D2-B3F2-AD8BF85C2692}"/>
          </ac:grpSpMkLst>
        </pc:grpChg>
        <pc:picChg chg="add mod">
          <ac:chgData name="Alexandre Quach" userId="7bb690c8a6e028e4" providerId="LiveId" clId="{06933C3E-53D6-4C1E-88F2-6D93DD48933C}" dt="2021-02-02T19:13:13.625" v="22450" actId="1076"/>
          <ac:picMkLst>
            <pc:docMk/>
            <pc:sldMk cId="1044959118" sldId="282"/>
            <ac:picMk id="9" creationId="{FAC2AEE4-EEEC-47CA-8C33-559EA8AEA30C}"/>
          </ac:picMkLst>
        </pc:picChg>
        <pc:picChg chg="add mod">
          <ac:chgData name="Alexandre Quach" userId="7bb690c8a6e028e4" providerId="LiveId" clId="{06933C3E-53D6-4C1E-88F2-6D93DD48933C}" dt="2021-02-02T19:17:20.056" v="22488" actId="1076"/>
          <ac:picMkLst>
            <pc:docMk/>
            <pc:sldMk cId="1044959118" sldId="282"/>
            <ac:picMk id="12" creationId="{6B68E988-3ED6-4693-9915-F49E21FC75ED}"/>
          </ac:picMkLst>
        </pc:picChg>
        <pc:picChg chg="add mod">
          <ac:chgData name="Alexandre Quach" userId="7bb690c8a6e028e4" providerId="LiveId" clId="{06933C3E-53D6-4C1E-88F2-6D93DD48933C}" dt="2021-02-02T19:17:19.248" v="22487" actId="1076"/>
          <ac:picMkLst>
            <pc:docMk/>
            <pc:sldMk cId="1044959118" sldId="282"/>
            <ac:picMk id="14" creationId="{1BEBB69C-5913-41C3-91BB-16BC4ED1BF78}"/>
          </ac:picMkLst>
        </pc:picChg>
        <pc:picChg chg="add del mod">
          <ac:chgData name="Alexandre Quach" userId="7bb690c8a6e028e4" providerId="LiveId" clId="{06933C3E-53D6-4C1E-88F2-6D93DD48933C}" dt="2021-02-02T18:59:23.620" v="21067"/>
          <ac:picMkLst>
            <pc:docMk/>
            <pc:sldMk cId="1044959118" sldId="282"/>
            <ac:picMk id="15" creationId="{A26BAE37-81F7-46B4-905A-5CC152AF7CB2}"/>
          </ac:picMkLst>
        </pc:picChg>
        <pc:picChg chg="add del mod">
          <ac:chgData name="Alexandre Quach" userId="7bb690c8a6e028e4" providerId="LiveId" clId="{06933C3E-53D6-4C1E-88F2-6D93DD48933C}" dt="2021-02-02T19:02:07.369" v="21154" actId="478"/>
          <ac:picMkLst>
            <pc:docMk/>
            <pc:sldMk cId="1044959118" sldId="282"/>
            <ac:picMk id="16" creationId="{35989C87-A08B-4F75-9EC3-AA484999BC7B}"/>
          </ac:picMkLst>
        </pc:picChg>
        <pc:picChg chg="add mod">
          <ac:chgData name="Alexandre Quach" userId="7bb690c8a6e028e4" providerId="LiveId" clId="{06933C3E-53D6-4C1E-88F2-6D93DD48933C}" dt="2021-02-02T19:17:21.081" v="22489" actId="1076"/>
          <ac:picMkLst>
            <pc:docMk/>
            <pc:sldMk cId="1044959118" sldId="282"/>
            <ac:picMk id="16" creationId="{72CEAC25-A4CB-4ECA-83A5-6D9A2498FB68}"/>
          </ac:picMkLst>
        </pc:picChg>
        <pc:picChg chg="add mod">
          <ac:chgData name="Alexandre Quach" userId="7bb690c8a6e028e4" providerId="LiveId" clId="{06933C3E-53D6-4C1E-88F2-6D93DD48933C}" dt="2021-02-02T19:00:53.818" v="21132" actId="164"/>
          <ac:picMkLst>
            <pc:docMk/>
            <pc:sldMk cId="1044959118" sldId="282"/>
            <ac:picMk id="17" creationId="{435235E3-D74B-43A7-8583-E63F4F527BF3}"/>
          </ac:picMkLst>
        </pc:picChg>
        <pc:picChg chg="add mod">
          <ac:chgData name="Alexandre Quach" userId="7bb690c8a6e028e4" providerId="LiveId" clId="{06933C3E-53D6-4C1E-88F2-6D93DD48933C}" dt="2021-02-02T19:00:53.818" v="21132" actId="164"/>
          <ac:picMkLst>
            <pc:docMk/>
            <pc:sldMk cId="1044959118" sldId="282"/>
            <ac:picMk id="18" creationId="{683FA99F-970D-4A5E-A190-0E46EC05B3A2}"/>
          </ac:picMkLst>
        </pc:picChg>
        <pc:picChg chg="add mod">
          <ac:chgData name="Alexandre Quach" userId="7bb690c8a6e028e4" providerId="LiveId" clId="{06933C3E-53D6-4C1E-88F2-6D93DD48933C}" dt="2021-02-02T19:00:53.818" v="21132" actId="164"/>
          <ac:picMkLst>
            <pc:docMk/>
            <pc:sldMk cId="1044959118" sldId="282"/>
            <ac:picMk id="19" creationId="{3F24D0DA-9462-45F3-8D8F-5F51A782C5A9}"/>
          </ac:picMkLst>
        </pc:picChg>
        <pc:picChg chg="add mod">
          <ac:chgData name="Alexandre Quach" userId="7bb690c8a6e028e4" providerId="LiveId" clId="{06933C3E-53D6-4C1E-88F2-6D93DD48933C}" dt="2021-02-02T19:17:22.927" v="22490" actId="1076"/>
          <ac:picMkLst>
            <pc:docMk/>
            <pc:sldMk cId="1044959118" sldId="282"/>
            <ac:picMk id="22" creationId="{1877A5EF-9A26-4609-9CA7-ED13E2621D85}"/>
          </ac:picMkLst>
        </pc:picChg>
        <pc:picChg chg="mod">
          <ac:chgData name="Alexandre Quach" userId="7bb690c8a6e028e4" providerId="LiveId" clId="{06933C3E-53D6-4C1E-88F2-6D93DD48933C}" dt="2021-02-02T19:01:08.900" v="21135"/>
          <ac:picMkLst>
            <pc:docMk/>
            <pc:sldMk cId="1044959118" sldId="282"/>
            <ac:picMk id="22" creationId="{1E921A4E-AFD2-46AD-A9AB-333D7435BA18}"/>
          </ac:picMkLst>
        </pc:picChg>
        <pc:picChg chg="mod">
          <ac:chgData name="Alexandre Quach" userId="7bb690c8a6e028e4" providerId="LiveId" clId="{06933C3E-53D6-4C1E-88F2-6D93DD48933C}" dt="2021-02-02T19:01:08.900" v="21135"/>
          <ac:picMkLst>
            <pc:docMk/>
            <pc:sldMk cId="1044959118" sldId="282"/>
            <ac:picMk id="23" creationId="{120A958E-AECE-4F2E-8895-AB226AD8ED1D}"/>
          </ac:picMkLst>
        </pc:picChg>
        <pc:picChg chg="mod">
          <ac:chgData name="Alexandre Quach" userId="7bb690c8a6e028e4" providerId="LiveId" clId="{06933C3E-53D6-4C1E-88F2-6D93DD48933C}" dt="2021-02-02T19:01:08.900" v="21135"/>
          <ac:picMkLst>
            <pc:docMk/>
            <pc:sldMk cId="1044959118" sldId="282"/>
            <ac:picMk id="24" creationId="{7718520F-37D0-41E3-A7D4-711A143830E8}"/>
          </ac:picMkLst>
        </pc:picChg>
        <pc:picChg chg="del mod">
          <ac:chgData name="Alexandre Quach" userId="7bb690c8a6e028e4" providerId="LiveId" clId="{06933C3E-53D6-4C1E-88F2-6D93DD48933C}" dt="2021-02-02T19:01:19.050" v="21137" actId="478"/>
          <ac:picMkLst>
            <pc:docMk/>
            <pc:sldMk cId="1044959118" sldId="282"/>
            <ac:picMk id="25" creationId="{4CFC8AB2-9226-4195-A694-BAC14504FAEB}"/>
          </ac:picMkLst>
        </pc:picChg>
        <pc:picChg chg="mod">
          <ac:chgData name="Alexandre Quach" userId="7bb690c8a6e028e4" providerId="LiveId" clId="{06933C3E-53D6-4C1E-88F2-6D93DD48933C}" dt="2021-02-02T19:01:21.916" v="21138"/>
          <ac:picMkLst>
            <pc:docMk/>
            <pc:sldMk cId="1044959118" sldId="282"/>
            <ac:picMk id="27" creationId="{55BDD5CA-A65A-4F94-8037-5A1CC7CE8915}"/>
          </ac:picMkLst>
        </pc:picChg>
        <pc:picChg chg="mod">
          <ac:chgData name="Alexandre Quach" userId="7bb690c8a6e028e4" providerId="LiveId" clId="{06933C3E-53D6-4C1E-88F2-6D93DD48933C}" dt="2021-02-02T19:01:21.916" v="21138"/>
          <ac:picMkLst>
            <pc:docMk/>
            <pc:sldMk cId="1044959118" sldId="282"/>
            <ac:picMk id="28" creationId="{95FDAF0D-23DB-4AC0-80F8-60F2D8041EA8}"/>
          </ac:picMkLst>
        </pc:picChg>
        <pc:picChg chg="del mod">
          <ac:chgData name="Alexandre Quach" userId="7bb690c8a6e028e4" providerId="LiveId" clId="{06933C3E-53D6-4C1E-88F2-6D93DD48933C}" dt="2021-02-02T19:01:35.977" v="21144" actId="478"/>
          <ac:picMkLst>
            <pc:docMk/>
            <pc:sldMk cId="1044959118" sldId="282"/>
            <ac:picMk id="29" creationId="{2017C9DE-10F0-455D-AE07-F92E02E54B3A}"/>
          </ac:picMkLst>
        </pc:picChg>
        <pc:picChg chg="mod">
          <ac:chgData name="Alexandre Quach" userId="7bb690c8a6e028e4" providerId="LiveId" clId="{06933C3E-53D6-4C1E-88F2-6D93DD48933C}" dt="2021-02-02T19:01:21.916" v="21138"/>
          <ac:picMkLst>
            <pc:docMk/>
            <pc:sldMk cId="1044959118" sldId="282"/>
            <ac:picMk id="30" creationId="{B5568284-336A-4E41-99E2-33A7EE807754}"/>
          </ac:picMkLst>
        </pc:picChg>
        <pc:picChg chg="mod">
          <ac:chgData name="Alexandre Quach" userId="7bb690c8a6e028e4" providerId="LiveId" clId="{06933C3E-53D6-4C1E-88F2-6D93DD48933C}" dt="2021-02-02T19:01:25.302" v="21140"/>
          <ac:picMkLst>
            <pc:docMk/>
            <pc:sldMk cId="1044959118" sldId="282"/>
            <ac:picMk id="32" creationId="{D74F0F6F-E4CE-437E-9A20-F0B330FAC02E}"/>
          </ac:picMkLst>
        </pc:picChg>
        <pc:picChg chg="del mod">
          <ac:chgData name="Alexandre Quach" userId="7bb690c8a6e028e4" providerId="LiveId" clId="{06933C3E-53D6-4C1E-88F2-6D93DD48933C}" dt="2021-02-02T19:01:55.754" v="21149" actId="478"/>
          <ac:picMkLst>
            <pc:docMk/>
            <pc:sldMk cId="1044959118" sldId="282"/>
            <ac:picMk id="33" creationId="{6F8EC53A-10B8-414D-8F57-867C63A5DD50}"/>
          </ac:picMkLst>
        </pc:picChg>
        <pc:picChg chg="mod">
          <ac:chgData name="Alexandre Quach" userId="7bb690c8a6e028e4" providerId="LiveId" clId="{06933C3E-53D6-4C1E-88F2-6D93DD48933C}" dt="2021-02-02T19:01:25.302" v="21140"/>
          <ac:picMkLst>
            <pc:docMk/>
            <pc:sldMk cId="1044959118" sldId="282"/>
            <ac:picMk id="34" creationId="{1DB87931-57E7-4978-B20E-A86CF962ECA8}"/>
          </ac:picMkLst>
        </pc:picChg>
        <pc:picChg chg="mod">
          <ac:chgData name="Alexandre Quach" userId="7bb690c8a6e028e4" providerId="LiveId" clId="{06933C3E-53D6-4C1E-88F2-6D93DD48933C}" dt="2021-02-02T19:01:25.302" v="21140"/>
          <ac:picMkLst>
            <pc:docMk/>
            <pc:sldMk cId="1044959118" sldId="282"/>
            <ac:picMk id="35" creationId="{7DEAA461-183C-4F65-9201-BA5454951A78}"/>
          </ac:picMkLst>
        </pc:picChg>
        <pc:picChg chg="mod">
          <ac:chgData name="Alexandre Quach" userId="7bb690c8a6e028e4" providerId="LiveId" clId="{06933C3E-53D6-4C1E-88F2-6D93DD48933C}" dt="2021-02-02T19:01:28.759" v="21142"/>
          <ac:picMkLst>
            <pc:docMk/>
            <pc:sldMk cId="1044959118" sldId="282"/>
            <ac:picMk id="37" creationId="{D9BDD2EE-4D22-4843-9572-7DF4F351F089}"/>
          </ac:picMkLst>
        </pc:picChg>
        <pc:picChg chg="mod">
          <ac:chgData name="Alexandre Quach" userId="7bb690c8a6e028e4" providerId="LiveId" clId="{06933C3E-53D6-4C1E-88F2-6D93DD48933C}" dt="2021-02-02T19:01:28.759" v="21142"/>
          <ac:picMkLst>
            <pc:docMk/>
            <pc:sldMk cId="1044959118" sldId="282"/>
            <ac:picMk id="38" creationId="{6D3C6DEA-F732-4177-B519-6D49BBC4AA0F}"/>
          </ac:picMkLst>
        </pc:picChg>
        <pc:picChg chg="mod">
          <ac:chgData name="Alexandre Quach" userId="7bb690c8a6e028e4" providerId="LiveId" clId="{06933C3E-53D6-4C1E-88F2-6D93DD48933C}" dt="2021-02-02T19:01:28.759" v="21142"/>
          <ac:picMkLst>
            <pc:docMk/>
            <pc:sldMk cId="1044959118" sldId="282"/>
            <ac:picMk id="39" creationId="{3834C583-6359-4742-9875-FD28E86BE472}"/>
          </ac:picMkLst>
        </pc:picChg>
        <pc:picChg chg="del mod">
          <ac:chgData name="Alexandre Quach" userId="7bb690c8a6e028e4" providerId="LiveId" clId="{06933C3E-53D6-4C1E-88F2-6D93DD48933C}" dt="2021-02-02T19:01:42.954" v="21145" actId="478"/>
          <ac:picMkLst>
            <pc:docMk/>
            <pc:sldMk cId="1044959118" sldId="282"/>
            <ac:picMk id="40" creationId="{60CEB2BB-E28C-4545-B18B-3E9C0FAAEA6A}"/>
          </ac:picMkLst>
        </pc:picChg>
        <pc:picChg chg="mod">
          <ac:chgData name="Alexandre Quach" userId="7bb690c8a6e028e4" providerId="LiveId" clId="{06933C3E-53D6-4C1E-88F2-6D93DD48933C}" dt="2021-02-02T19:02:02.213" v="21152"/>
          <ac:picMkLst>
            <pc:docMk/>
            <pc:sldMk cId="1044959118" sldId="282"/>
            <ac:picMk id="42" creationId="{0C7A1694-41BC-419C-8286-8FB8DCD8EEAE}"/>
          </ac:picMkLst>
        </pc:picChg>
        <pc:picChg chg="mod">
          <ac:chgData name="Alexandre Quach" userId="7bb690c8a6e028e4" providerId="LiveId" clId="{06933C3E-53D6-4C1E-88F2-6D93DD48933C}" dt="2021-02-02T19:02:02.213" v="21152"/>
          <ac:picMkLst>
            <pc:docMk/>
            <pc:sldMk cId="1044959118" sldId="282"/>
            <ac:picMk id="43" creationId="{C5B16025-9D37-4C3E-B46A-BAE0BBFF57DB}"/>
          </ac:picMkLst>
        </pc:picChg>
        <pc:picChg chg="mod">
          <ac:chgData name="Alexandre Quach" userId="7bb690c8a6e028e4" providerId="LiveId" clId="{06933C3E-53D6-4C1E-88F2-6D93DD48933C}" dt="2021-02-02T19:02:02.213" v="21152"/>
          <ac:picMkLst>
            <pc:docMk/>
            <pc:sldMk cId="1044959118" sldId="282"/>
            <ac:picMk id="44" creationId="{FB0D5E68-F407-4F1F-ADC8-95A80EC3784E}"/>
          </ac:picMkLst>
        </pc:picChg>
        <pc:picChg chg="mod">
          <ac:chgData name="Alexandre Quach" userId="7bb690c8a6e028e4" providerId="LiveId" clId="{06933C3E-53D6-4C1E-88F2-6D93DD48933C}" dt="2021-02-02T19:02:02.213" v="21152"/>
          <ac:picMkLst>
            <pc:docMk/>
            <pc:sldMk cId="1044959118" sldId="282"/>
            <ac:picMk id="45" creationId="{85D413CD-E7B4-46BF-8200-6F42E80696B8}"/>
          </ac:picMkLst>
        </pc:picChg>
        <pc:picChg chg="mod">
          <ac:chgData name="Alexandre Quach" userId="7bb690c8a6e028e4" providerId="LiveId" clId="{06933C3E-53D6-4C1E-88F2-6D93DD48933C}" dt="2021-02-02T19:13:47.465" v="22456" actId="1076"/>
          <ac:picMkLst>
            <pc:docMk/>
            <pc:sldMk cId="1044959118" sldId="282"/>
            <ac:picMk id="52" creationId="{280C66C6-834A-4C15-A41A-744D2725FEDD}"/>
          </ac:picMkLst>
        </pc:picChg>
        <pc:picChg chg="mod">
          <ac:chgData name="Alexandre Quach" userId="7bb690c8a6e028e4" providerId="LiveId" clId="{06933C3E-53D6-4C1E-88F2-6D93DD48933C}" dt="2021-02-02T19:13:44.644" v="22455" actId="1076"/>
          <ac:picMkLst>
            <pc:docMk/>
            <pc:sldMk cId="1044959118" sldId="282"/>
            <ac:picMk id="53" creationId="{9FB0D1A5-A7DF-43EE-9C91-240EEE09244D}"/>
          </ac:picMkLst>
        </pc:picChg>
        <pc:picChg chg="mod">
          <ac:chgData name="Alexandre Quach" userId="7bb690c8a6e028e4" providerId="LiveId" clId="{06933C3E-53D6-4C1E-88F2-6D93DD48933C}" dt="2021-02-02T19:13:42.065" v="22454" actId="1076"/>
          <ac:picMkLst>
            <pc:docMk/>
            <pc:sldMk cId="1044959118" sldId="282"/>
            <ac:picMk id="54" creationId="{06B02DAC-D042-4D68-9313-0A8742F56969}"/>
          </ac:picMkLst>
        </pc:picChg>
        <pc:picChg chg="mod">
          <ac:chgData name="Alexandre Quach" userId="7bb690c8a6e028e4" providerId="LiveId" clId="{06933C3E-53D6-4C1E-88F2-6D93DD48933C}" dt="2021-02-02T19:13:34.040" v="22451"/>
          <ac:picMkLst>
            <pc:docMk/>
            <pc:sldMk cId="1044959118" sldId="282"/>
            <ac:picMk id="55" creationId="{5C2C2709-575D-4F58-BBFD-5AD69123A272}"/>
          </ac:picMkLst>
        </pc:picChg>
      </pc:sldChg>
      <pc:sldChg chg="add del">
        <pc:chgData name="Alexandre Quach" userId="7bb690c8a6e028e4" providerId="LiveId" clId="{06933C3E-53D6-4C1E-88F2-6D93DD48933C}" dt="2021-02-02T18:45:20.153" v="20246" actId="47"/>
        <pc:sldMkLst>
          <pc:docMk/>
          <pc:sldMk cId="3268649569" sldId="282"/>
        </pc:sldMkLst>
      </pc:sldChg>
      <pc:sldChg chg="addSp delSp modSp add mod ord">
        <pc:chgData name="Alexandre Quach" userId="7bb690c8a6e028e4" providerId="LiveId" clId="{06933C3E-53D6-4C1E-88F2-6D93DD48933C}" dt="2021-02-03T13:07:49.918" v="40823"/>
        <pc:sldMkLst>
          <pc:docMk/>
          <pc:sldMk cId="3944955951" sldId="283"/>
        </pc:sldMkLst>
        <pc:spChg chg="mod">
          <ac:chgData name="Alexandre Quach" userId="7bb690c8a6e028e4" providerId="LiveId" clId="{06933C3E-53D6-4C1E-88F2-6D93DD48933C}" dt="2021-02-02T21:19:37.355" v="25158" actId="20577"/>
          <ac:spMkLst>
            <pc:docMk/>
            <pc:sldMk cId="3944955951" sldId="283"/>
            <ac:spMk id="9" creationId="{1A829BE5-4C59-40D1-8028-0A80024BE57C}"/>
          </ac:spMkLst>
        </pc:spChg>
        <pc:spChg chg="del">
          <ac:chgData name="Alexandre Quach" userId="7bb690c8a6e028e4" providerId="LiveId" clId="{06933C3E-53D6-4C1E-88F2-6D93DD48933C}" dt="2021-02-02T20:57:16.815" v="23147" actId="26606"/>
          <ac:spMkLst>
            <pc:docMk/>
            <pc:sldMk cId="3944955951" sldId="283"/>
            <ac:spMk id="12" creationId="{BF19CFE6-7621-4FFB-A4F3-53DFD3860D97}"/>
          </ac:spMkLst>
        </pc:spChg>
        <pc:spChg chg="del">
          <ac:chgData name="Alexandre Quach" userId="7bb690c8a6e028e4" providerId="LiveId" clId="{06933C3E-53D6-4C1E-88F2-6D93DD48933C}" dt="2021-02-02T20:57:16.815" v="23147" actId="26606"/>
          <ac:spMkLst>
            <pc:docMk/>
            <pc:sldMk cId="3944955951" sldId="283"/>
            <ac:spMk id="14" creationId="{3F4DD1A1-652B-4ECB-A8DE-07087A834E61}"/>
          </ac:spMkLst>
        </pc:spChg>
        <pc:spChg chg="mod ord">
          <ac:chgData name="Alexandre Quach" userId="7bb690c8a6e028e4" providerId="LiveId" clId="{06933C3E-53D6-4C1E-88F2-6D93DD48933C}" dt="2021-02-02T23:20:07.053" v="37363" actId="20577"/>
          <ac:spMkLst>
            <pc:docMk/>
            <pc:sldMk cId="3944955951" sldId="283"/>
            <ac:spMk id="15" creationId="{8A7C192B-62D8-4BA1-9BC5-F5545E4A6809}"/>
          </ac:spMkLst>
        </pc:spChg>
        <pc:spChg chg="del">
          <ac:chgData name="Alexandre Quach" userId="7bb690c8a6e028e4" providerId="LiveId" clId="{06933C3E-53D6-4C1E-88F2-6D93DD48933C}" dt="2021-02-02T20:57:16.815" v="23147" actId="26606"/>
          <ac:spMkLst>
            <pc:docMk/>
            <pc:sldMk cId="3944955951" sldId="283"/>
            <ac:spMk id="18" creationId="{D4A67D3B-CF15-41C0-AEB5-8D857A8AE855}"/>
          </ac:spMkLst>
        </pc:spChg>
        <pc:spChg chg="del">
          <ac:chgData name="Alexandre Quach" userId="7bb690c8a6e028e4" providerId="LiveId" clId="{06933C3E-53D6-4C1E-88F2-6D93DD48933C}" dt="2021-02-02T20:53:15.437" v="22762" actId="478"/>
          <ac:spMkLst>
            <pc:docMk/>
            <pc:sldMk cId="3944955951" sldId="283"/>
            <ac:spMk id="19" creationId="{F24CB9E0-FCD8-4EC3-B11F-B68FA9EA3810}"/>
          </ac:spMkLst>
        </pc:spChg>
        <pc:spChg chg="del">
          <ac:chgData name="Alexandre Quach" userId="7bb690c8a6e028e4" providerId="LiveId" clId="{06933C3E-53D6-4C1E-88F2-6D93DD48933C}" dt="2021-02-02T20:57:16.815" v="23147" actId="26606"/>
          <ac:spMkLst>
            <pc:docMk/>
            <pc:sldMk cId="3944955951" sldId="283"/>
            <ac:spMk id="20" creationId="{4EE44E17-6A21-4DF3-9573-0819D6F00067}"/>
          </ac:spMkLst>
        </pc:spChg>
        <pc:spChg chg="del">
          <ac:chgData name="Alexandre Quach" userId="7bb690c8a6e028e4" providerId="LiveId" clId="{06933C3E-53D6-4C1E-88F2-6D93DD48933C}" dt="2021-02-02T20:53:15.437" v="22762" actId="478"/>
          <ac:spMkLst>
            <pc:docMk/>
            <pc:sldMk cId="3944955951" sldId="283"/>
            <ac:spMk id="21" creationId="{190C5AD9-7866-48B4-963F-73172A7541C0}"/>
          </ac:spMkLst>
        </pc:spChg>
        <pc:spChg chg="del">
          <ac:chgData name="Alexandre Quach" userId="7bb690c8a6e028e4" providerId="LiveId" clId="{06933C3E-53D6-4C1E-88F2-6D93DD48933C}" dt="2021-02-02T20:57:16.815" v="23147" actId="26606"/>
          <ac:spMkLst>
            <pc:docMk/>
            <pc:sldMk cId="3944955951" sldId="283"/>
            <ac:spMk id="22" creationId="{1DE44A29-0857-4193-8859-8E5D8A3CDAE7}"/>
          </ac:spMkLst>
        </pc:spChg>
        <pc:spChg chg="del">
          <ac:chgData name="Alexandre Quach" userId="7bb690c8a6e028e4" providerId="LiveId" clId="{06933C3E-53D6-4C1E-88F2-6D93DD48933C}" dt="2021-02-02T20:53:15.437" v="22762" actId="478"/>
          <ac:spMkLst>
            <pc:docMk/>
            <pc:sldMk cId="3944955951" sldId="283"/>
            <ac:spMk id="23" creationId="{925638B0-1EA7-48FD-8E73-7E91859AF6FA}"/>
          </ac:spMkLst>
        </pc:spChg>
        <pc:spChg chg="del">
          <ac:chgData name="Alexandre Quach" userId="7bb690c8a6e028e4" providerId="LiveId" clId="{06933C3E-53D6-4C1E-88F2-6D93DD48933C}" dt="2021-02-02T20:57:16.815" v="23147" actId="26606"/>
          <ac:spMkLst>
            <pc:docMk/>
            <pc:sldMk cId="3944955951" sldId="283"/>
            <ac:spMk id="24" creationId="{B2A37BC1-02C0-4D97-8BEC-5BECAD9A3BE1}"/>
          </ac:spMkLst>
        </pc:spChg>
        <pc:spChg chg="add mod">
          <ac:chgData name="Alexandre Quach" userId="7bb690c8a6e028e4" providerId="LiveId" clId="{06933C3E-53D6-4C1E-88F2-6D93DD48933C}" dt="2021-02-02T21:04:10.658" v="23954" actId="790"/>
          <ac:spMkLst>
            <pc:docMk/>
            <pc:sldMk cId="3944955951" sldId="283"/>
            <ac:spMk id="30" creationId="{FC7A3AA1-44C4-4CBE-8808-D86A411AD665}"/>
          </ac:spMkLst>
        </pc:spChg>
        <pc:spChg chg="add mod">
          <ac:chgData name="Alexandre Quach" userId="7bb690c8a6e028e4" providerId="LiveId" clId="{06933C3E-53D6-4C1E-88F2-6D93DD48933C}" dt="2021-02-02T21:04:10.658" v="23954" actId="790"/>
          <ac:spMkLst>
            <pc:docMk/>
            <pc:sldMk cId="3944955951" sldId="283"/>
            <ac:spMk id="34" creationId="{091C9E05-1ED5-4438-8E0F-38219974999F}"/>
          </ac:spMkLst>
        </pc:spChg>
        <pc:graphicFrameChg chg="add mod modGraphic">
          <ac:chgData name="Alexandre Quach" userId="7bb690c8a6e028e4" providerId="LiveId" clId="{06933C3E-53D6-4C1E-88F2-6D93DD48933C}" dt="2021-02-03T11:24:45.073" v="39831" actId="20577"/>
          <ac:graphicFrameMkLst>
            <pc:docMk/>
            <pc:sldMk cId="3944955951" sldId="283"/>
            <ac:graphicFrameMk id="25" creationId="{EF37D6E8-6E2F-45DA-B707-A1C77459B2C7}"/>
          </ac:graphicFrameMkLst>
        </pc:graphicFrameChg>
        <pc:picChg chg="mod ord">
          <ac:chgData name="Alexandre Quach" userId="7bb690c8a6e028e4" providerId="LiveId" clId="{06933C3E-53D6-4C1E-88F2-6D93DD48933C}" dt="2021-02-02T21:16:02.835" v="25100" actId="1076"/>
          <ac:picMkLst>
            <pc:docMk/>
            <pc:sldMk cId="3944955951" sldId="283"/>
            <ac:picMk id="4" creationId="{028ECA65-A935-48A0-A493-D7703D623BA9}"/>
          </ac:picMkLst>
        </pc:picChg>
        <pc:picChg chg="del">
          <ac:chgData name="Alexandre Quach" userId="7bb690c8a6e028e4" providerId="LiveId" clId="{06933C3E-53D6-4C1E-88F2-6D93DD48933C}" dt="2021-02-02T20:53:15.437" v="22762" actId="478"/>
          <ac:picMkLst>
            <pc:docMk/>
            <pc:sldMk cId="3944955951" sldId="283"/>
            <ac:picMk id="5" creationId="{08F4838E-6405-4150-8EE3-C1C2EBF957A1}"/>
          </ac:picMkLst>
        </pc:picChg>
        <pc:picChg chg="del">
          <ac:chgData name="Alexandre Quach" userId="7bb690c8a6e028e4" providerId="LiveId" clId="{06933C3E-53D6-4C1E-88F2-6D93DD48933C}" dt="2021-02-02T20:53:15.437" v="22762" actId="478"/>
          <ac:picMkLst>
            <pc:docMk/>
            <pc:sldMk cId="3944955951" sldId="283"/>
            <ac:picMk id="6" creationId="{AB914889-8771-4077-9956-B8B4C3D004FD}"/>
          </ac:picMkLst>
        </pc:picChg>
        <pc:picChg chg="del">
          <ac:chgData name="Alexandre Quach" userId="7bb690c8a6e028e4" providerId="LiveId" clId="{06933C3E-53D6-4C1E-88F2-6D93DD48933C}" dt="2021-02-02T20:53:15.437" v="22762" actId="478"/>
          <ac:picMkLst>
            <pc:docMk/>
            <pc:sldMk cId="3944955951" sldId="283"/>
            <ac:picMk id="7" creationId="{C97C3A0D-ED92-407C-93DF-6B02CE72A5E1}"/>
          </ac:picMkLst>
        </pc:picChg>
        <pc:picChg chg="del">
          <ac:chgData name="Alexandre Quach" userId="7bb690c8a6e028e4" providerId="LiveId" clId="{06933C3E-53D6-4C1E-88F2-6D93DD48933C}" dt="2021-02-02T20:57:16.815" v="23147" actId="26606"/>
          <ac:picMkLst>
            <pc:docMk/>
            <pc:sldMk cId="3944955951" sldId="283"/>
            <ac:picMk id="16" creationId="{E2271F3E-C693-4F5F-9E5F-B543945DDB94}"/>
          </ac:picMkLst>
        </pc:picChg>
        <pc:picChg chg="add">
          <ac:chgData name="Alexandre Quach" userId="7bb690c8a6e028e4" providerId="LiveId" clId="{06933C3E-53D6-4C1E-88F2-6D93DD48933C}" dt="2021-02-02T20:57:16.815" v="23147" actId="26606"/>
          <ac:picMkLst>
            <pc:docMk/>
            <pc:sldMk cId="3944955951" sldId="283"/>
            <ac:picMk id="32" creationId="{4FDAB746-A9A3-4EC2-8997-5EB71BC96424}"/>
          </ac:picMkLst>
        </pc:picChg>
      </pc:sldChg>
      <pc:sldChg chg="addSp delSp modSp new mod ord modClrScheme chgLayout">
        <pc:chgData name="Alexandre Quach" userId="7bb690c8a6e028e4" providerId="LiveId" clId="{06933C3E-53D6-4C1E-88F2-6D93DD48933C}" dt="2021-02-03T14:08:31.009" v="42156" actId="20577"/>
        <pc:sldMkLst>
          <pc:docMk/>
          <pc:sldMk cId="3852465339" sldId="284"/>
        </pc:sldMkLst>
        <pc:spChg chg="del mod ord">
          <ac:chgData name="Alexandre Quach" userId="7bb690c8a6e028e4" providerId="LiveId" clId="{06933C3E-53D6-4C1E-88F2-6D93DD48933C}" dt="2021-02-02T20:54:51.971" v="22777" actId="700"/>
          <ac:spMkLst>
            <pc:docMk/>
            <pc:sldMk cId="3852465339" sldId="284"/>
            <ac:spMk id="2" creationId="{CB8A7EF3-D02B-4F0C-867C-227CF41EEC35}"/>
          </ac:spMkLst>
        </pc:spChg>
        <pc:spChg chg="del mod ord">
          <ac:chgData name="Alexandre Quach" userId="7bb690c8a6e028e4" providerId="LiveId" clId="{06933C3E-53D6-4C1E-88F2-6D93DD48933C}" dt="2021-02-02T20:54:51.971" v="22777" actId="700"/>
          <ac:spMkLst>
            <pc:docMk/>
            <pc:sldMk cId="3852465339" sldId="284"/>
            <ac:spMk id="3" creationId="{BF5CE74F-B01A-4FE5-B2CF-995037E56C76}"/>
          </ac:spMkLst>
        </pc:spChg>
        <pc:spChg chg="add mod ord">
          <ac:chgData name="Alexandre Quach" userId="7bb690c8a6e028e4" providerId="LiveId" clId="{06933C3E-53D6-4C1E-88F2-6D93DD48933C}" dt="2021-02-02T21:17:08.755" v="25111" actId="1076"/>
          <ac:spMkLst>
            <pc:docMk/>
            <pc:sldMk cId="3852465339" sldId="284"/>
            <ac:spMk id="4" creationId="{8F6795D1-255E-4725-8863-0FC80EF8E5B2}"/>
          </ac:spMkLst>
        </pc:spChg>
        <pc:spChg chg="add del mod ord">
          <ac:chgData name="Alexandre Quach" userId="7bb690c8a6e028e4" providerId="LiveId" clId="{06933C3E-53D6-4C1E-88F2-6D93DD48933C}" dt="2021-02-02T21:06:23.355" v="23972"/>
          <ac:spMkLst>
            <pc:docMk/>
            <pc:sldMk cId="3852465339" sldId="284"/>
            <ac:spMk id="5" creationId="{2999E5F6-EE21-4E6C-B930-424D01241C50}"/>
          </ac:spMkLst>
        </pc:spChg>
        <pc:spChg chg="add mod">
          <ac:chgData name="Alexandre Quach" userId="7bb690c8a6e028e4" providerId="LiveId" clId="{06933C3E-53D6-4C1E-88F2-6D93DD48933C}" dt="2021-02-03T14:08:31.009" v="42156" actId="20577"/>
          <ac:spMkLst>
            <pc:docMk/>
            <pc:sldMk cId="3852465339" sldId="284"/>
            <ac:spMk id="6" creationId="{AAFE6482-6593-4331-BA48-35164D1CC9E7}"/>
          </ac:spMkLst>
        </pc:spChg>
        <pc:spChg chg="add mod">
          <ac:chgData name="Alexandre Quach" userId="7bb690c8a6e028e4" providerId="LiveId" clId="{06933C3E-53D6-4C1E-88F2-6D93DD48933C}" dt="2021-02-02T21:17:11.322" v="25113" actId="1076"/>
          <ac:spMkLst>
            <pc:docMk/>
            <pc:sldMk cId="3852465339" sldId="284"/>
            <ac:spMk id="7" creationId="{B7217001-3645-4F46-8036-A51ABC293246}"/>
          </ac:spMkLst>
        </pc:spChg>
        <pc:picChg chg="add mod">
          <ac:chgData name="Alexandre Quach" userId="7bb690c8a6e028e4" providerId="LiveId" clId="{06933C3E-53D6-4C1E-88F2-6D93DD48933C}" dt="2021-02-02T21:17:29.867" v="25118" actId="207"/>
          <ac:picMkLst>
            <pc:docMk/>
            <pc:sldMk cId="3852465339" sldId="284"/>
            <ac:picMk id="9" creationId="{762DBD89-C1FC-4354-97A4-AE3BEF278A0E}"/>
          </ac:picMkLst>
        </pc:picChg>
      </pc:sldChg>
      <pc:sldChg chg="new del">
        <pc:chgData name="Alexandre Quach" userId="7bb690c8a6e028e4" providerId="LiveId" clId="{06933C3E-53D6-4C1E-88F2-6D93DD48933C}" dt="2021-02-02T21:17:48.544" v="25121" actId="47"/>
        <pc:sldMkLst>
          <pc:docMk/>
          <pc:sldMk cId="407072846" sldId="285"/>
        </pc:sldMkLst>
      </pc:sldChg>
      <pc:sldChg chg="addSp delSp modSp add mod ord">
        <pc:chgData name="Alexandre Quach" userId="7bb690c8a6e028e4" providerId="LiveId" clId="{06933C3E-53D6-4C1E-88F2-6D93DD48933C}" dt="2021-02-03T14:07:41.224" v="42012" actId="20577"/>
        <pc:sldMkLst>
          <pc:docMk/>
          <pc:sldMk cId="2753084224" sldId="286"/>
        </pc:sldMkLst>
        <pc:spChg chg="mod">
          <ac:chgData name="Alexandre Quach" userId="7bb690c8a6e028e4" providerId="LiveId" clId="{06933C3E-53D6-4C1E-88F2-6D93DD48933C}" dt="2021-02-02T21:19:49.333" v="25171" actId="6549"/>
          <ac:spMkLst>
            <pc:docMk/>
            <pc:sldMk cId="2753084224" sldId="286"/>
            <ac:spMk id="9" creationId="{1A829BE5-4C59-40D1-8028-0A80024BE57C}"/>
          </ac:spMkLst>
        </pc:spChg>
        <pc:spChg chg="mod">
          <ac:chgData name="Alexandre Quach" userId="7bb690c8a6e028e4" providerId="LiveId" clId="{06933C3E-53D6-4C1E-88F2-6D93DD48933C}" dt="2021-02-02T21:18:51.893" v="25137" actId="114"/>
          <ac:spMkLst>
            <pc:docMk/>
            <pc:sldMk cId="2753084224" sldId="286"/>
            <ac:spMk id="15" creationId="{8A7C192B-62D8-4BA1-9BC5-F5545E4A6809}"/>
          </ac:spMkLst>
        </pc:spChg>
        <pc:graphicFrameChg chg="mod modGraphic">
          <ac:chgData name="Alexandre Quach" userId="7bb690c8a6e028e4" providerId="LiveId" clId="{06933C3E-53D6-4C1E-88F2-6D93DD48933C}" dt="2021-02-03T14:07:41.224" v="42012" actId="20577"/>
          <ac:graphicFrameMkLst>
            <pc:docMk/>
            <pc:sldMk cId="2753084224" sldId="286"/>
            <ac:graphicFrameMk id="25" creationId="{EF37D6E8-6E2F-45DA-B707-A1C77459B2C7}"/>
          </ac:graphicFrameMkLst>
        </pc:graphicFrameChg>
        <pc:picChg chg="del">
          <ac:chgData name="Alexandre Quach" userId="7bb690c8a6e028e4" providerId="LiveId" clId="{06933C3E-53D6-4C1E-88F2-6D93DD48933C}" dt="2021-02-02T21:18:03.162" v="25124" actId="478"/>
          <ac:picMkLst>
            <pc:docMk/>
            <pc:sldMk cId="2753084224" sldId="286"/>
            <ac:picMk id="4" creationId="{028ECA65-A935-48A0-A493-D7703D623BA9}"/>
          </ac:picMkLst>
        </pc:picChg>
        <pc:picChg chg="add mod">
          <ac:chgData name="Alexandre Quach" userId="7bb690c8a6e028e4" providerId="LiveId" clId="{06933C3E-53D6-4C1E-88F2-6D93DD48933C}" dt="2021-02-02T21:23:59.714" v="25247" actId="1076"/>
          <ac:picMkLst>
            <pc:docMk/>
            <pc:sldMk cId="2753084224" sldId="286"/>
            <ac:picMk id="10" creationId="{59184C0E-AF1C-49B7-B249-C4DCFD524BD1}"/>
          </ac:picMkLst>
        </pc:picChg>
      </pc:sldChg>
      <pc:sldChg chg="addSp delSp modSp add mod ord">
        <pc:chgData name="Alexandre Quach" userId="7bb690c8a6e028e4" providerId="LiveId" clId="{06933C3E-53D6-4C1E-88F2-6D93DD48933C}" dt="2021-02-03T13:07:49.918" v="40823"/>
        <pc:sldMkLst>
          <pc:docMk/>
          <pc:sldMk cId="1967029492" sldId="287"/>
        </pc:sldMkLst>
        <pc:spChg chg="mod">
          <ac:chgData name="Alexandre Quach" userId="7bb690c8a6e028e4" providerId="LiveId" clId="{06933C3E-53D6-4C1E-88F2-6D93DD48933C}" dt="2021-02-02T21:22:06.754" v="25236" actId="20577"/>
          <ac:spMkLst>
            <pc:docMk/>
            <pc:sldMk cId="1967029492" sldId="287"/>
            <ac:spMk id="9" creationId="{1A829BE5-4C59-40D1-8028-0A80024BE57C}"/>
          </ac:spMkLst>
        </pc:spChg>
        <pc:spChg chg="mod">
          <ac:chgData name="Alexandre Quach" userId="7bb690c8a6e028e4" providerId="LiveId" clId="{06933C3E-53D6-4C1E-88F2-6D93DD48933C}" dt="2021-02-02T21:22:49.284" v="25238"/>
          <ac:spMkLst>
            <pc:docMk/>
            <pc:sldMk cId="1967029492" sldId="287"/>
            <ac:spMk id="15" creationId="{8A7C192B-62D8-4BA1-9BC5-F5545E4A6809}"/>
          </ac:spMkLst>
        </pc:spChg>
        <pc:graphicFrameChg chg="mod modGraphic">
          <ac:chgData name="Alexandre Quach" userId="7bb690c8a6e028e4" providerId="LiveId" clId="{06933C3E-53D6-4C1E-88F2-6D93DD48933C}" dt="2021-02-02T22:35:18.322" v="31469" actId="20577"/>
          <ac:graphicFrameMkLst>
            <pc:docMk/>
            <pc:sldMk cId="1967029492" sldId="287"/>
            <ac:graphicFrameMk id="25" creationId="{EF37D6E8-6E2F-45DA-B707-A1C77459B2C7}"/>
          </ac:graphicFrameMkLst>
        </pc:graphicFrameChg>
        <pc:picChg chg="del">
          <ac:chgData name="Alexandre Quach" userId="7bb690c8a6e028e4" providerId="LiveId" clId="{06933C3E-53D6-4C1E-88F2-6D93DD48933C}" dt="2021-02-02T21:21:59.836" v="25210" actId="478"/>
          <ac:picMkLst>
            <pc:docMk/>
            <pc:sldMk cId="1967029492" sldId="287"/>
            <ac:picMk id="10" creationId="{59184C0E-AF1C-49B7-B249-C4DCFD524BD1}"/>
          </ac:picMkLst>
        </pc:picChg>
        <pc:picChg chg="add mod modCrop">
          <ac:chgData name="Alexandre Quach" userId="7bb690c8a6e028e4" providerId="LiveId" clId="{06933C3E-53D6-4C1E-88F2-6D93DD48933C}" dt="2021-02-02T21:28:08.665" v="25794" actId="732"/>
          <ac:picMkLst>
            <pc:docMk/>
            <pc:sldMk cId="1967029492" sldId="287"/>
            <ac:picMk id="11" creationId="{87B13ABB-9B74-4C64-B932-1B524D0FA34E}"/>
          </ac:picMkLst>
        </pc:picChg>
      </pc:sldChg>
      <pc:sldChg chg="addSp delSp modSp add mod ord">
        <pc:chgData name="Alexandre Quach" userId="7bb690c8a6e028e4" providerId="LiveId" clId="{06933C3E-53D6-4C1E-88F2-6D93DD48933C}" dt="2021-02-03T13:07:49.918" v="40823"/>
        <pc:sldMkLst>
          <pc:docMk/>
          <pc:sldMk cId="1937086694" sldId="288"/>
        </pc:sldMkLst>
        <pc:spChg chg="mod">
          <ac:chgData name="Alexandre Quach" userId="7bb690c8a6e028e4" providerId="LiveId" clId="{06933C3E-53D6-4C1E-88F2-6D93DD48933C}" dt="2021-02-02T22:13:16.047" v="29577" actId="20577"/>
          <ac:spMkLst>
            <pc:docMk/>
            <pc:sldMk cId="1937086694" sldId="288"/>
            <ac:spMk id="9" creationId="{1A829BE5-4C59-40D1-8028-0A80024BE57C}"/>
          </ac:spMkLst>
        </pc:spChg>
        <pc:spChg chg="mod">
          <ac:chgData name="Alexandre Quach" userId="7bb690c8a6e028e4" providerId="LiveId" clId="{06933C3E-53D6-4C1E-88F2-6D93DD48933C}" dt="2021-02-02T22:15:08.024" v="29641" actId="20577"/>
          <ac:spMkLst>
            <pc:docMk/>
            <pc:sldMk cId="1937086694" sldId="288"/>
            <ac:spMk id="15" creationId="{8A7C192B-62D8-4BA1-9BC5-F5545E4A6809}"/>
          </ac:spMkLst>
        </pc:spChg>
        <pc:graphicFrameChg chg="mod modGraphic">
          <ac:chgData name="Alexandre Quach" userId="7bb690c8a6e028e4" providerId="LiveId" clId="{06933C3E-53D6-4C1E-88F2-6D93DD48933C}" dt="2021-02-02T23:12:03.140" v="36329" actId="20577"/>
          <ac:graphicFrameMkLst>
            <pc:docMk/>
            <pc:sldMk cId="1937086694" sldId="288"/>
            <ac:graphicFrameMk id="25" creationId="{EF37D6E8-6E2F-45DA-B707-A1C77459B2C7}"/>
          </ac:graphicFrameMkLst>
        </pc:graphicFrameChg>
        <pc:picChg chg="add mod">
          <ac:chgData name="Alexandre Quach" userId="7bb690c8a6e028e4" providerId="LiveId" clId="{06933C3E-53D6-4C1E-88F2-6D93DD48933C}" dt="2021-02-02T22:13:56.978" v="29593" actId="1076"/>
          <ac:picMkLst>
            <pc:docMk/>
            <pc:sldMk cId="1937086694" sldId="288"/>
            <ac:picMk id="10" creationId="{830E96BD-0DD0-4EAA-BCB6-525D4E535892}"/>
          </ac:picMkLst>
        </pc:picChg>
        <pc:picChg chg="del">
          <ac:chgData name="Alexandre Quach" userId="7bb690c8a6e028e4" providerId="LiveId" clId="{06933C3E-53D6-4C1E-88F2-6D93DD48933C}" dt="2021-02-02T22:12:57.024" v="29547" actId="478"/>
          <ac:picMkLst>
            <pc:docMk/>
            <pc:sldMk cId="1937086694" sldId="288"/>
            <ac:picMk id="11" creationId="{87B13ABB-9B74-4C64-B932-1B524D0FA34E}"/>
          </ac:picMkLst>
        </pc:picChg>
      </pc:sldChg>
      <pc:sldChg chg="addSp delSp modSp new mod setBg setClrOvrMap">
        <pc:chgData name="Alexandre Quach" userId="7bb690c8a6e028e4" providerId="LiveId" clId="{06933C3E-53D6-4C1E-88F2-6D93DD48933C}" dt="2021-02-03T22:03:10.361" v="61602"/>
        <pc:sldMkLst>
          <pc:docMk/>
          <pc:sldMk cId="1275371995" sldId="289"/>
        </pc:sldMkLst>
        <pc:spChg chg="del">
          <ac:chgData name="Alexandre Quach" userId="7bb690c8a6e028e4" providerId="LiveId" clId="{06933C3E-53D6-4C1E-88F2-6D93DD48933C}" dt="2021-02-02T22:28:48.695" v="31371" actId="478"/>
          <ac:spMkLst>
            <pc:docMk/>
            <pc:sldMk cId="1275371995" sldId="289"/>
            <ac:spMk id="2" creationId="{02C8A0E1-D688-4534-A252-DAB2A3099530}"/>
          </ac:spMkLst>
        </pc:spChg>
        <pc:spChg chg="del">
          <ac:chgData name="Alexandre Quach" userId="7bb690c8a6e028e4" providerId="LiveId" clId="{06933C3E-53D6-4C1E-88F2-6D93DD48933C}" dt="2021-02-02T22:29:08.135" v="31372" actId="478"/>
          <ac:spMkLst>
            <pc:docMk/>
            <pc:sldMk cId="1275371995" sldId="289"/>
            <ac:spMk id="3" creationId="{F9122330-3D83-4E21-ADF6-F1FD2DB5E319}"/>
          </ac:spMkLst>
        </pc:spChg>
        <pc:spChg chg="add del mod">
          <ac:chgData name="Alexandre Quach" userId="7bb690c8a6e028e4" providerId="LiveId" clId="{06933C3E-53D6-4C1E-88F2-6D93DD48933C}" dt="2021-02-02T22:30:41.350" v="31392" actId="478"/>
          <ac:spMkLst>
            <pc:docMk/>
            <pc:sldMk cId="1275371995" sldId="289"/>
            <ac:spMk id="5" creationId="{E7DD73A2-1942-49C7-BF2A-78D257696E0C}"/>
          </ac:spMkLst>
        </pc:spChg>
        <pc:spChg chg="del mod">
          <ac:chgData name="Alexandre Quach" userId="7bb690c8a6e028e4" providerId="LiveId" clId="{06933C3E-53D6-4C1E-88F2-6D93DD48933C}" dt="2021-02-02T23:25:26.344" v="37451" actId="21"/>
          <ac:spMkLst>
            <pc:docMk/>
            <pc:sldMk cId="1275371995" sldId="289"/>
            <ac:spMk id="11" creationId="{DB824E88-A4CF-4388-A21F-B68BB2568065}"/>
          </ac:spMkLst>
        </pc:spChg>
        <pc:spChg chg="add del">
          <ac:chgData name="Alexandre Quach" userId="7bb690c8a6e028e4" providerId="LiveId" clId="{06933C3E-53D6-4C1E-88F2-6D93DD48933C}" dt="2021-02-02T23:16:07.371" v="37055" actId="26606"/>
          <ac:spMkLst>
            <pc:docMk/>
            <pc:sldMk cId="1275371995" sldId="289"/>
            <ac:spMk id="14" creationId="{1284CA7F-B696-4085-84C6-CD668817E685}"/>
          </ac:spMkLst>
        </pc:spChg>
        <pc:spChg chg="add del">
          <ac:chgData name="Alexandre Quach" userId="7bb690c8a6e028e4" providerId="LiveId" clId="{06933C3E-53D6-4C1E-88F2-6D93DD48933C}" dt="2021-02-02T23:16:07.371" v="37055" actId="26606"/>
          <ac:spMkLst>
            <pc:docMk/>
            <pc:sldMk cId="1275371995" sldId="289"/>
            <ac:spMk id="16" creationId="{858A10F4-B847-4777-BC82-782F6FB36E40}"/>
          </ac:spMkLst>
        </pc:spChg>
        <pc:spChg chg="add del mod">
          <ac:chgData name="Alexandre Quach" userId="7bb690c8a6e028e4" providerId="LiveId" clId="{06933C3E-53D6-4C1E-88F2-6D93DD48933C}" dt="2021-02-02T23:41:03.931" v="38233" actId="478"/>
          <ac:spMkLst>
            <pc:docMk/>
            <pc:sldMk cId="1275371995" sldId="289"/>
            <ac:spMk id="17" creationId="{EF3E78B2-B490-410E-9F66-337FDFC5790E}"/>
          </ac:spMkLst>
        </pc:spChg>
        <pc:spChg chg="add del">
          <ac:chgData name="Alexandre Quach" userId="7bb690c8a6e028e4" providerId="LiveId" clId="{06933C3E-53D6-4C1E-88F2-6D93DD48933C}" dt="2021-02-02T23:16:07.371" v="37055" actId="26606"/>
          <ac:spMkLst>
            <pc:docMk/>
            <pc:sldMk cId="1275371995" sldId="289"/>
            <ac:spMk id="18" creationId="{8883B597-C9A1-46EF-AB6B-71DF0B1ED4A6}"/>
          </ac:spMkLst>
        </pc:spChg>
        <pc:spChg chg="add del">
          <ac:chgData name="Alexandre Quach" userId="7bb690c8a6e028e4" providerId="LiveId" clId="{06933C3E-53D6-4C1E-88F2-6D93DD48933C}" dt="2021-02-02T23:16:07.371" v="37055" actId="26606"/>
          <ac:spMkLst>
            <pc:docMk/>
            <pc:sldMk cId="1275371995" sldId="289"/>
            <ac:spMk id="20" creationId="{A0B38421-369F-445C-9543-5BC17BC09040}"/>
          </ac:spMkLst>
        </pc:spChg>
        <pc:spChg chg="add del">
          <ac:chgData name="Alexandre Quach" userId="7bb690c8a6e028e4" providerId="LiveId" clId="{06933C3E-53D6-4C1E-88F2-6D93DD48933C}" dt="2021-02-02T23:16:07.371" v="37055" actId="26606"/>
          <ac:spMkLst>
            <pc:docMk/>
            <pc:sldMk cId="1275371995" sldId="289"/>
            <ac:spMk id="22" creationId="{FAA9CE81-CAF0-41E3-8E73-CAFA13A0B1A7}"/>
          </ac:spMkLst>
        </pc:spChg>
        <pc:spChg chg="add del">
          <ac:chgData name="Alexandre Quach" userId="7bb690c8a6e028e4" providerId="LiveId" clId="{06933C3E-53D6-4C1E-88F2-6D93DD48933C}" dt="2021-02-02T23:16:24.384" v="37061" actId="26606"/>
          <ac:spMkLst>
            <pc:docMk/>
            <pc:sldMk cId="1275371995" sldId="289"/>
            <ac:spMk id="27" creationId="{F82BF3E2-EB0E-40D6-8835-2367A5316CA4}"/>
          </ac:spMkLst>
        </pc:spChg>
        <pc:spChg chg="add del">
          <ac:chgData name="Alexandre Quach" userId="7bb690c8a6e028e4" providerId="LiveId" clId="{06933C3E-53D6-4C1E-88F2-6D93DD48933C}" dt="2021-02-02T23:16:24.384" v="37061" actId="26606"/>
          <ac:spMkLst>
            <pc:docMk/>
            <pc:sldMk cId="1275371995" sldId="289"/>
            <ac:spMk id="29" creationId="{CB6FFAAC-8A48-4FBF-BAFE-BAD367694022}"/>
          </ac:spMkLst>
        </pc:spChg>
        <pc:spChg chg="add del">
          <ac:chgData name="Alexandre Quach" userId="7bb690c8a6e028e4" providerId="LiveId" clId="{06933C3E-53D6-4C1E-88F2-6D93DD48933C}" dt="2021-02-02T23:16:24.384" v="37061" actId="26606"/>
          <ac:spMkLst>
            <pc:docMk/>
            <pc:sldMk cId="1275371995" sldId="289"/>
            <ac:spMk id="31" creationId="{481E86DD-89E6-42B2-8675-84B7C56BFF7D}"/>
          </ac:spMkLst>
        </pc:spChg>
        <pc:spChg chg="add del">
          <ac:chgData name="Alexandre Quach" userId="7bb690c8a6e028e4" providerId="LiveId" clId="{06933C3E-53D6-4C1E-88F2-6D93DD48933C}" dt="2021-02-02T23:16:24.384" v="37061" actId="26606"/>
          <ac:spMkLst>
            <pc:docMk/>
            <pc:sldMk cId="1275371995" sldId="289"/>
            <ac:spMk id="33" creationId="{440EF577-B6F8-4C57-B956-AB860B388EB8}"/>
          </ac:spMkLst>
        </pc:spChg>
        <pc:spChg chg="add del">
          <ac:chgData name="Alexandre Quach" userId="7bb690c8a6e028e4" providerId="LiveId" clId="{06933C3E-53D6-4C1E-88F2-6D93DD48933C}" dt="2021-02-02T23:16:24.384" v="37061" actId="26606"/>
          <ac:spMkLst>
            <pc:docMk/>
            <pc:sldMk cId="1275371995" sldId="289"/>
            <ac:spMk id="35" creationId="{EA518CE4-E4D4-4D8A-980F-6D692AC96949}"/>
          </ac:spMkLst>
        </pc:spChg>
        <pc:spChg chg="add del">
          <ac:chgData name="Alexandre Quach" userId="7bb690c8a6e028e4" providerId="LiveId" clId="{06933C3E-53D6-4C1E-88F2-6D93DD48933C}" dt="2021-02-02T23:16:24.384" v="37061" actId="26606"/>
          <ac:spMkLst>
            <pc:docMk/>
            <pc:sldMk cId="1275371995" sldId="289"/>
            <ac:spMk id="37" creationId="{5E6FAE32-AB12-4E77-A677-F6BD5D71ADD0}"/>
          </ac:spMkLst>
        </pc:spChg>
        <pc:spChg chg="add del">
          <ac:chgData name="Alexandre Quach" userId="7bb690c8a6e028e4" providerId="LiveId" clId="{06933C3E-53D6-4C1E-88F2-6D93DD48933C}" dt="2021-02-02T23:16:20.996" v="37058" actId="26606"/>
          <ac:spMkLst>
            <pc:docMk/>
            <pc:sldMk cId="1275371995" sldId="289"/>
            <ac:spMk id="42" creationId="{87DEBA14-FDA2-45EF-9928-4F56DAB2EEAD}"/>
          </ac:spMkLst>
        </pc:spChg>
        <pc:spChg chg="add del">
          <ac:chgData name="Alexandre Quach" userId="7bb690c8a6e028e4" providerId="LiveId" clId="{06933C3E-53D6-4C1E-88F2-6D93DD48933C}" dt="2021-02-02T23:16:20.996" v="37058" actId="26606"/>
          <ac:spMkLst>
            <pc:docMk/>
            <pc:sldMk cId="1275371995" sldId="289"/>
            <ac:spMk id="44" creationId="{E1FB3D03-386F-4B20-BFF7-5A6FF3C2DF82}"/>
          </ac:spMkLst>
        </pc:spChg>
        <pc:spChg chg="add del">
          <ac:chgData name="Alexandre Quach" userId="7bb690c8a6e028e4" providerId="LiveId" clId="{06933C3E-53D6-4C1E-88F2-6D93DD48933C}" dt="2021-02-02T23:16:20.996" v="37058" actId="26606"/>
          <ac:spMkLst>
            <pc:docMk/>
            <pc:sldMk cId="1275371995" sldId="289"/>
            <ac:spMk id="46" creationId="{9581B7DD-04B3-4856-8C61-59D7A3F653E2}"/>
          </ac:spMkLst>
        </pc:spChg>
        <pc:spChg chg="add del">
          <ac:chgData name="Alexandre Quach" userId="7bb690c8a6e028e4" providerId="LiveId" clId="{06933C3E-53D6-4C1E-88F2-6D93DD48933C}" dt="2021-02-02T23:16:20.996" v="37058" actId="26606"/>
          <ac:spMkLst>
            <pc:docMk/>
            <pc:sldMk cId="1275371995" sldId="289"/>
            <ac:spMk id="48" creationId="{1F3C359C-B3DD-4FB2-A6F9-1D519B65BAF4}"/>
          </ac:spMkLst>
        </pc:spChg>
        <pc:spChg chg="add del">
          <ac:chgData name="Alexandre Quach" userId="7bb690c8a6e028e4" providerId="LiveId" clId="{06933C3E-53D6-4C1E-88F2-6D93DD48933C}" dt="2021-02-02T23:16:20.996" v="37058" actId="26606"/>
          <ac:spMkLst>
            <pc:docMk/>
            <pc:sldMk cId="1275371995" sldId="289"/>
            <ac:spMk id="50" creationId="{0EB2088F-2F1B-43DE-957F-CF2F16D53C11}"/>
          </ac:spMkLst>
        </pc:spChg>
        <pc:spChg chg="add del">
          <ac:chgData name="Alexandre Quach" userId="7bb690c8a6e028e4" providerId="LiveId" clId="{06933C3E-53D6-4C1E-88F2-6D93DD48933C}" dt="2021-02-02T23:16:20.996" v="37058" actId="26606"/>
          <ac:spMkLst>
            <pc:docMk/>
            <pc:sldMk cId="1275371995" sldId="289"/>
            <ac:spMk id="52" creationId="{FF417D09-0122-4227-8FDD-2C4C19C68318}"/>
          </ac:spMkLst>
        </pc:spChg>
        <pc:spChg chg="add del">
          <ac:chgData name="Alexandre Quach" userId="7bb690c8a6e028e4" providerId="LiveId" clId="{06933C3E-53D6-4C1E-88F2-6D93DD48933C}" dt="2021-02-02T23:16:20.996" v="37058" actId="26606"/>
          <ac:spMkLst>
            <pc:docMk/>
            <pc:sldMk cId="1275371995" sldId="289"/>
            <ac:spMk id="54" creationId="{FF35A874-2690-497F-80A0-03675049438E}"/>
          </ac:spMkLst>
        </pc:spChg>
        <pc:spChg chg="add del">
          <ac:chgData name="Alexandre Quach" userId="7bb690c8a6e028e4" providerId="LiveId" clId="{06933C3E-53D6-4C1E-88F2-6D93DD48933C}" dt="2021-02-02T23:16:20.996" v="37058" actId="26606"/>
          <ac:spMkLst>
            <pc:docMk/>
            <pc:sldMk cId="1275371995" sldId="289"/>
            <ac:spMk id="56" creationId="{297C449B-67BB-4D99-86C4-E6ECDEA6913F}"/>
          </ac:spMkLst>
        </pc:spChg>
        <pc:spChg chg="add mod">
          <ac:chgData name="Alexandre Quach" userId="7bb690c8a6e028e4" providerId="LiveId" clId="{06933C3E-53D6-4C1E-88F2-6D93DD48933C}" dt="2021-02-02T23:49:35.664" v="38776" actId="6549"/>
          <ac:spMkLst>
            <pc:docMk/>
            <pc:sldMk cId="1275371995" sldId="289"/>
            <ac:spMk id="57" creationId="{5C81094A-A7D8-4F2D-8125-CD5D2610A1B2}"/>
          </ac:spMkLst>
        </pc:spChg>
        <pc:spChg chg="add del">
          <ac:chgData name="Alexandre Quach" userId="7bb690c8a6e028e4" providerId="LiveId" clId="{06933C3E-53D6-4C1E-88F2-6D93DD48933C}" dt="2021-02-02T23:16:20.996" v="37058" actId="26606"/>
          <ac:spMkLst>
            <pc:docMk/>
            <pc:sldMk cId="1275371995" sldId="289"/>
            <ac:spMk id="58" creationId="{8C9D831B-1474-4A35-98F0-2826A355CA81}"/>
          </ac:spMkLst>
        </pc:spChg>
        <pc:spChg chg="add del">
          <ac:chgData name="Alexandre Quach" userId="7bb690c8a6e028e4" providerId="LiveId" clId="{06933C3E-53D6-4C1E-88F2-6D93DD48933C}" dt="2021-02-02T23:16:20.996" v="37058" actId="26606"/>
          <ac:spMkLst>
            <pc:docMk/>
            <pc:sldMk cId="1275371995" sldId="289"/>
            <ac:spMk id="60" creationId="{946410AA-0894-4BBC-A1E1-6BB8EF472BE8}"/>
          </ac:spMkLst>
        </pc:spChg>
        <pc:spChg chg="add del">
          <ac:chgData name="Alexandre Quach" userId="7bb690c8a6e028e4" providerId="LiveId" clId="{06933C3E-53D6-4C1E-88F2-6D93DD48933C}" dt="2021-02-02T23:16:20.996" v="37058" actId="26606"/>
          <ac:spMkLst>
            <pc:docMk/>
            <pc:sldMk cId="1275371995" sldId="289"/>
            <ac:spMk id="62" creationId="{21908082-D0BB-4FF0-A90D-6B6B3DE2AEC2}"/>
          </ac:spMkLst>
        </pc:spChg>
        <pc:spChg chg="add del">
          <ac:chgData name="Alexandre Quach" userId="7bb690c8a6e028e4" providerId="LiveId" clId="{06933C3E-53D6-4C1E-88F2-6D93DD48933C}" dt="2021-02-02T23:16:20.996" v="37058" actId="26606"/>
          <ac:spMkLst>
            <pc:docMk/>
            <pc:sldMk cId="1275371995" sldId="289"/>
            <ac:spMk id="64" creationId="{9419A395-0EE8-465E-9AAC-375DF289DDCD}"/>
          </ac:spMkLst>
        </pc:spChg>
        <pc:spChg chg="add mod">
          <ac:chgData name="Alexandre Quach" userId="7bb690c8a6e028e4" providerId="LiveId" clId="{06933C3E-53D6-4C1E-88F2-6D93DD48933C}" dt="2021-02-02T23:29:59.428" v="37705" actId="207"/>
          <ac:spMkLst>
            <pc:docMk/>
            <pc:sldMk cId="1275371995" sldId="289"/>
            <ac:spMk id="66" creationId="{0C283DCF-DF89-4B59-B9BE-E9DF8AE0CACD}"/>
          </ac:spMkLst>
        </pc:spChg>
        <pc:spChg chg="mod">
          <ac:chgData name="Alexandre Quach" userId="7bb690c8a6e028e4" providerId="LiveId" clId="{06933C3E-53D6-4C1E-88F2-6D93DD48933C}" dt="2021-02-02T23:30:46.772" v="37755" actId="1076"/>
          <ac:spMkLst>
            <pc:docMk/>
            <pc:sldMk cId="1275371995" sldId="289"/>
            <ac:spMk id="67" creationId="{16029FB5-0B18-48D1-B52A-B8FBF9FBF7DA}"/>
          </ac:spMkLst>
        </pc:spChg>
        <pc:spChg chg="add mod">
          <ac:chgData name="Alexandre Quach" userId="7bb690c8a6e028e4" providerId="LiveId" clId="{06933C3E-53D6-4C1E-88F2-6D93DD48933C}" dt="2021-02-02T23:30:20.363" v="37718" actId="1076"/>
          <ac:spMkLst>
            <pc:docMk/>
            <pc:sldMk cId="1275371995" sldId="289"/>
            <ac:spMk id="68" creationId="{BEB31E48-7DA5-4DB5-89B9-6663C931864E}"/>
          </ac:spMkLst>
        </pc:spChg>
        <pc:spChg chg="mod">
          <ac:chgData name="Alexandre Quach" userId="7bb690c8a6e028e4" providerId="LiveId" clId="{06933C3E-53D6-4C1E-88F2-6D93DD48933C}" dt="2021-02-02T23:30:39.055" v="37754" actId="121"/>
          <ac:spMkLst>
            <pc:docMk/>
            <pc:sldMk cId="1275371995" sldId="289"/>
            <ac:spMk id="69" creationId="{2DEE6106-877E-4018-AB7F-B18774B53C9A}"/>
          </ac:spMkLst>
        </pc:spChg>
        <pc:graphicFrameChg chg="add del mod modGraphic">
          <ac:chgData name="Alexandre Quach" userId="7bb690c8a6e028e4" providerId="LiveId" clId="{06933C3E-53D6-4C1E-88F2-6D93DD48933C}" dt="2021-02-02T23:23:33.213" v="37426" actId="478"/>
          <ac:graphicFrameMkLst>
            <pc:docMk/>
            <pc:sldMk cId="1275371995" sldId="289"/>
            <ac:graphicFrameMk id="10" creationId="{2C76D5D6-9351-4941-9B61-BC5825AA0964}"/>
          </ac:graphicFrameMkLst>
        </pc:graphicFrameChg>
        <pc:graphicFrameChg chg="add mod modGraphic">
          <ac:chgData name="Alexandre Quach" userId="7bb690c8a6e028e4" providerId="LiveId" clId="{06933C3E-53D6-4C1E-88F2-6D93DD48933C}" dt="2021-02-03T14:09:58.560" v="42175"/>
          <ac:graphicFrameMkLst>
            <pc:docMk/>
            <pc:sldMk cId="1275371995" sldId="289"/>
            <ac:graphicFrameMk id="13" creationId="{3A8AA265-D93B-413F-9C35-0CFC9E1FD41B}"/>
          </ac:graphicFrameMkLst>
        </pc:graphicFrameChg>
        <pc:graphicFrameChg chg="add mod">
          <ac:chgData name="Alexandre Quach" userId="7bb690c8a6e028e4" providerId="LiveId" clId="{06933C3E-53D6-4C1E-88F2-6D93DD48933C}" dt="2021-02-02T23:29:28.383" v="37663" actId="1076"/>
          <ac:graphicFrameMkLst>
            <pc:docMk/>
            <pc:sldMk cId="1275371995" sldId="289"/>
            <ac:graphicFrameMk id="15" creationId="{63416B0B-31FE-4F56-9C13-2D50A16F9642}"/>
          </ac:graphicFrameMkLst>
        </pc:graphicFrameChg>
        <pc:graphicFrameChg chg="add mod modGraphic">
          <ac:chgData name="Alexandre Quach" userId="7bb690c8a6e028e4" providerId="LiveId" clId="{06933C3E-53D6-4C1E-88F2-6D93DD48933C}" dt="2021-02-02T23:55:40.360" v="39146" actId="14100"/>
          <ac:graphicFrameMkLst>
            <pc:docMk/>
            <pc:sldMk cId="1275371995" sldId="289"/>
            <ac:graphicFrameMk id="49" creationId="{7C6C9A0E-8DAF-47B9-9736-40987B77AFCB}"/>
          </ac:graphicFrameMkLst>
        </pc:graphicFrameChg>
        <pc:graphicFrameChg chg="add del mod modGraphic">
          <ac:chgData name="Alexandre Quach" userId="7bb690c8a6e028e4" providerId="LiveId" clId="{06933C3E-53D6-4C1E-88F2-6D93DD48933C}" dt="2021-02-02T23:21:40.709" v="37382" actId="478"/>
          <ac:graphicFrameMkLst>
            <pc:docMk/>
            <pc:sldMk cId="1275371995" sldId="289"/>
            <ac:graphicFrameMk id="51" creationId="{734FE5A7-CDE3-4719-83D6-588765497959}"/>
          </ac:graphicFrameMkLst>
        </pc:graphicFrameChg>
        <pc:graphicFrameChg chg="add mod modGraphic">
          <ac:chgData name="Alexandre Quach" userId="7bb690c8a6e028e4" providerId="LiveId" clId="{06933C3E-53D6-4C1E-88F2-6D93DD48933C}" dt="2021-02-03T22:03:10.361" v="61602"/>
          <ac:graphicFrameMkLst>
            <pc:docMk/>
            <pc:sldMk cId="1275371995" sldId="289"/>
            <ac:graphicFrameMk id="53" creationId="{68261A0B-B4E9-4A8C-A58F-F940CB3BE577}"/>
          </ac:graphicFrameMkLst>
        </pc:graphicFrameChg>
        <pc:graphicFrameChg chg="add del mod modGraphic">
          <ac:chgData name="Alexandre Quach" userId="7bb690c8a6e028e4" providerId="LiveId" clId="{06933C3E-53D6-4C1E-88F2-6D93DD48933C}" dt="2021-02-02T23:25:31.333" v="37453" actId="478"/>
          <ac:graphicFrameMkLst>
            <pc:docMk/>
            <pc:sldMk cId="1275371995" sldId="289"/>
            <ac:graphicFrameMk id="55" creationId="{5294676B-9E29-4BA6-AFCF-216462B90368}"/>
          </ac:graphicFrameMkLst>
        </pc:graphicFrameChg>
        <pc:graphicFrameChg chg="add del mod">
          <ac:chgData name="Alexandre Quach" userId="7bb690c8a6e028e4" providerId="LiveId" clId="{06933C3E-53D6-4C1E-88F2-6D93DD48933C}" dt="2021-02-02T23:37:09.013" v="37923" actId="478"/>
          <ac:graphicFrameMkLst>
            <pc:docMk/>
            <pc:sldMk cId="1275371995" sldId="289"/>
            <ac:graphicFrameMk id="70" creationId="{860B9794-C5C5-450E-B8B2-13EF7447D349}"/>
          </ac:graphicFrameMkLst>
        </pc:graphicFrameChg>
        <pc:graphicFrameChg chg="add mod modGraphic">
          <ac:chgData name="Alexandre Quach" userId="7bb690c8a6e028e4" providerId="LiveId" clId="{06933C3E-53D6-4C1E-88F2-6D93DD48933C}" dt="2021-02-02T23:51:48.322" v="39026" actId="1076"/>
          <ac:graphicFrameMkLst>
            <pc:docMk/>
            <pc:sldMk cId="1275371995" sldId="289"/>
            <ac:graphicFrameMk id="71" creationId="{2A490DA2-8E63-4056-95C3-FA18C485DCFD}"/>
          </ac:graphicFrameMkLst>
        </pc:graphicFrameChg>
        <pc:graphicFrameChg chg="add mod modGraphic">
          <ac:chgData name="Alexandre Quach" userId="7bb690c8a6e028e4" providerId="LiveId" clId="{06933C3E-53D6-4C1E-88F2-6D93DD48933C}" dt="2021-02-03T15:29:07.477" v="43076" actId="20577"/>
          <ac:graphicFrameMkLst>
            <pc:docMk/>
            <pc:sldMk cId="1275371995" sldId="289"/>
            <ac:graphicFrameMk id="72" creationId="{F75A2161-D3EF-4096-AC01-E4F49FF91668}"/>
          </ac:graphicFrameMkLst>
        </pc:graphicFrameChg>
        <pc:picChg chg="add mod ord">
          <ac:chgData name="Alexandre Quach" userId="7bb690c8a6e028e4" providerId="LiveId" clId="{06933C3E-53D6-4C1E-88F2-6D93DD48933C}" dt="2021-02-02T23:29:16.243" v="37660" actId="14100"/>
          <ac:picMkLst>
            <pc:docMk/>
            <pc:sldMk cId="1275371995" sldId="289"/>
            <ac:picMk id="4" creationId="{810B335A-BD7D-4C12-9170-5EF0681C4883}"/>
          </ac:picMkLst>
        </pc:picChg>
        <pc:picChg chg="add del mod ord">
          <ac:chgData name="Alexandre Quach" userId="7bb690c8a6e028e4" providerId="LiveId" clId="{06933C3E-53D6-4C1E-88F2-6D93DD48933C}" dt="2021-02-02T23:16:39.238" v="37064" actId="478"/>
          <ac:picMkLst>
            <pc:docMk/>
            <pc:sldMk cId="1275371995" sldId="289"/>
            <ac:picMk id="6" creationId="{BE0092BF-E909-4FD4-AE67-878262BF820B}"/>
          </ac:picMkLst>
        </pc:picChg>
        <pc:picChg chg="add mod ord">
          <ac:chgData name="Alexandre Quach" userId="7bb690c8a6e028e4" providerId="LiveId" clId="{06933C3E-53D6-4C1E-88F2-6D93DD48933C}" dt="2021-02-02T23:51:08.210" v="39019" actId="1076"/>
          <ac:picMkLst>
            <pc:docMk/>
            <pc:sldMk cId="1275371995" sldId="289"/>
            <ac:picMk id="7" creationId="{CBF58E3E-54BF-4BCF-8BF6-8F82D5F36096}"/>
          </ac:picMkLst>
        </pc:picChg>
        <pc:picChg chg="add mod ord">
          <ac:chgData name="Alexandre Quach" userId="7bb690c8a6e028e4" providerId="LiveId" clId="{06933C3E-53D6-4C1E-88F2-6D93DD48933C}" dt="2021-02-02T23:28:32.108" v="37646" actId="1076"/>
          <ac:picMkLst>
            <pc:docMk/>
            <pc:sldMk cId="1275371995" sldId="289"/>
            <ac:picMk id="8" creationId="{93B8AA36-BAD1-48F5-A757-FB3D936263E3}"/>
          </ac:picMkLst>
        </pc:picChg>
        <pc:picChg chg="add del mod ord">
          <ac:chgData name="Alexandre Quach" userId="7bb690c8a6e028e4" providerId="LiveId" clId="{06933C3E-53D6-4C1E-88F2-6D93DD48933C}" dt="2021-02-02T23:40:34.675" v="38204" actId="14100"/>
          <ac:picMkLst>
            <pc:docMk/>
            <pc:sldMk cId="1275371995" sldId="289"/>
            <ac:picMk id="9" creationId="{E97A8A9A-785F-454F-9BF6-E4AA862F387C}"/>
          </ac:picMkLst>
        </pc:picChg>
        <pc:picChg chg="add mod">
          <ac:chgData name="Alexandre Quach" userId="7bb690c8a6e028e4" providerId="LiveId" clId="{06933C3E-53D6-4C1E-88F2-6D93DD48933C}" dt="2021-02-02T23:33:36.979" v="37782" actId="1076"/>
          <ac:picMkLst>
            <pc:docMk/>
            <pc:sldMk cId="1275371995" sldId="289"/>
            <ac:picMk id="59" creationId="{53288615-983B-4D6F-BE62-F0BD62037E10}"/>
          </ac:picMkLst>
        </pc:picChg>
        <pc:picChg chg="add mod">
          <ac:chgData name="Alexandre Quach" userId="7bb690c8a6e028e4" providerId="LiveId" clId="{06933C3E-53D6-4C1E-88F2-6D93DD48933C}" dt="2021-02-02T23:28:30.508" v="37645" actId="1076"/>
          <ac:picMkLst>
            <pc:docMk/>
            <pc:sldMk cId="1275371995" sldId="289"/>
            <ac:picMk id="61" creationId="{724C23A8-1B6B-47BB-93A0-45BF16D6AD0E}"/>
          </ac:picMkLst>
        </pc:picChg>
        <pc:picChg chg="add mod">
          <ac:chgData name="Alexandre Quach" userId="7bb690c8a6e028e4" providerId="LiveId" clId="{06933C3E-53D6-4C1E-88F2-6D93DD48933C}" dt="2021-02-02T23:33:38.493" v="37783" actId="1076"/>
          <ac:picMkLst>
            <pc:docMk/>
            <pc:sldMk cId="1275371995" sldId="289"/>
            <ac:picMk id="63" creationId="{7642520D-039A-4A09-8A8A-B6A0E43E746F}"/>
          </ac:picMkLst>
        </pc:picChg>
        <pc:picChg chg="add mod">
          <ac:chgData name="Alexandre Quach" userId="7bb690c8a6e028e4" providerId="LiveId" clId="{06933C3E-53D6-4C1E-88F2-6D93DD48933C}" dt="2021-02-02T23:29:37.628" v="37667" actId="14100"/>
          <ac:picMkLst>
            <pc:docMk/>
            <pc:sldMk cId="1275371995" sldId="289"/>
            <ac:picMk id="65" creationId="{46403B73-25EE-45E5-8AAB-AC511C5C6B7B}"/>
          </ac:picMkLst>
        </pc:picChg>
        <pc:cxnChg chg="add">
          <ac:chgData name="Alexandre Quach" userId="7bb690c8a6e028e4" providerId="LiveId" clId="{06933C3E-53D6-4C1E-88F2-6D93DD48933C}" dt="2021-02-02T23:16:24.384" v="37061" actId="26606"/>
          <ac:cxnSpMkLst>
            <pc:docMk/>
            <pc:sldMk cId="1275371995" sldId="289"/>
            <ac:cxnSpMk id="39" creationId="{B817B4B8-5E01-4B44-BC25-876D56C12149}"/>
          </ac:cxnSpMkLst>
        </pc:cxnChg>
        <pc:cxnChg chg="add">
          <ac:chgData name="Alexandre Quach" userId="7bb690c8a6e028e4" providerId="LiveId" clId="{06933C3E-53D6-4C1E-88F2-6D93DD48933C}" dt="2021-02-02T23:16:24.384" v="37061" actId="26606"/>
          <ac:cxnSpMkLst>
            <pc:docMk/>
            <pc:sldMk cId="1275371995" sldId="289"/>
            <ac:cxnSpMk id="40" creationId="{D683D1A4-93E5-4A4D-B103-8223A220EB2B}"/>
          </ac:cxnSpMkLst>
        </pc:cxnChg>
        <pc:cxnChg chg="add">
          <ac:chgData name="Alexandre Quach" userId="7bb690c8a6e028e4" providerId="LiveId" clId="{06933C3E-53D6-4C1E-88F2-6D93DD48933C}" dt="2021-02-02T23:16:24.384" v="37061" actId="26606"/>
          <ac:cxnSpMkLst>
            <pc:docMk/>
            <pc:sldMk cId="1275371995" sldId="289"/>
            <ac:cxnSpMk id="41" creationId="{B0E8ABF4-C289-489E-BEFB-3077F9D9C773}"/>
          </ac:cxnSpMkLst>
        </pc:cxnChg>
        <pc:cxnChg chg="add">
          <ac:chgData name="Alexandre Quach" userId="7bb690c8a6e028e4" providerId="LiveId" clId="{06933C3E-53D6-4C1E-88F2-6D93DD48933C}" dt="2021-02-02T23:16:24.384" v="37061" actId="26606"/>
          <ac:cxnSpMkLst>
            <pc:docMk/>
            <pc:sldMk cId="1275371995" sldId="289"/>
            <ac:cxnSpMk id="43" creationId="{7989CFA0-35DD-4943-B365-488C66B9B192}"/>
          </ac:cxnSpMkLst>
        </pc:cxnChg>
        <pc:cxnChg chg="add">
          <ac:chgData name="Alexandre Quach" userId="7bb690c8a6e028e4" providerId="LiveId" clId="{06933C3E-53D6-4C1E-88F2-6D93DD48933C}" dt="2021-02-02T23:16:24.384" v="37061" actId="26606"/>
          <ac:cxnSpMkLst>
            <pc:docMk/>
            <pc:sldMk cId="1275371995" sldId="289"/>
            <ac:cxnSpMk id="45" creationId="{688AD040-1A2B-4FB4-A345-7B9F3E5ED9B0}"/>
          </ac:cxnSpMkLst>
        </pc:cxnChg>
        <pc:cxnChg chg="add">
          <ac:chgData name="Alexandre Quach" userId="7bb690c8a6e028e4" providerId="LiveId" clId="{06933C3E-53D6-4C1E-88F2-6D93DD48933C}" dt="2021-02-02T23:16:24.384" v="37061" actId="26606"/>
          <ac:cxnSpMkLst>
            <pc:docMk/>
            <pc:sldMk cId="1275371995" sldId="289"/>
            <ac:cxnSpMk id="47" creationId="{823B704A-724B-41D6-8F33-76939E727D2A}"/>
          </ac:cxnSpMkLst>
        </pc:cxnChg>
      </pc:sldChg>
      <pc:sldChg chg="modSp add del mod">
        <pc:chgData name="Alexandre Quach" userId="7bb690c8a6e028e4" providerId="LiveId" clId="{06933C3E-53D6-4C1E-88F2-6D93DD48933C}" dt="2021-02-04T01:12:44.517" v="79285" actId="47"/>
        <pc:sldMkLst>
          <pc:docMk/>
          <pc:sldMk cId="1761230416" sldId="290"/>
        </pc:sldMkLst>
        <pc:spChg chg="mod">
          <ac:chgData name="Alexandre Quach" userId="7bb690c8a6e028e4" providerId="LiveId" clId="{06933C3E-53D6-4C1E-88F2-6D93DD48933C}" dt="2021-02-02T23:13:44.972" v="36576" actId="20577"/>
          <ac:spMkLst>
            <pc:docMk/>
            <pc:sldMk cId="1761230416" sldId="290"/>
            <ac:spMk id="4" creationId="{6825F833-55CE-47B2-B7E2-DD697C71B612}"/>
          </ac:spMkLst>
        </pc:spChg>
        <pc:spChg chg="mod">
          <ac:chgData name="Alexandre Quach" userId="7bb690c8a6e028e4" providerId="LiveId" clId="{06933C3E-53D6-4C1E-88F2-6D93DD48933C}" dt="2021-02-02T23:14:06.500" v="36673" actId="14100"/>
          <ac:spMkLst>
            <pc:docMk/>
            <pc:sldMk cId="1761230416" sldId="290"/>
            <ac:spMk id="5" creationId="{775C6A88-A78C-4A12-8EC1-0AC91D5F7ADA}"/>
          </ac:spMkLst>
        </pc:spChg>
      </pc:sldChg>
      <pc:sldChg chg="delSp modSp new del mod ord">
        <pc:chgData name="Alexandre Quach" userId="7bb690c8a6e028e4" providerId="LiveId" clId="{06933C3E-53D6-4C1E-88F2-6D93DD48933C}" dt="2021-02-03T13:37:45.147" v="41346" actId="47"/>
        <pc:sldMkLst>
          <pc:docMk/>
          <pc:sldMk cId="48539241" sldId="291"/>
        </pc:sldMkLst>
        <pc:spChg chg="mod">
          <ac:chgData name="Alexandre Quach" userId="7bb690c8a6e028e4" providerId="LiveId" clId="{06933C3E-53D6-4C1E-88F2-6D93DD48933C}" dt="2021-02-02T23:23:01.836" v="37418" actId="20577"/>
          <ac:spMkLst>
            <pc:docMk/>
            <pc:sldMk cId="48539241" sldId="291"/>
            <ac:spMk id="2" creationId="{6272ECC4-DB1A-463A-AB20-F9E5D558387B}"/>
          </ac:spMkLst>
        </pc:spChg>
        <pc:spChg chg="del">
          <ac:chgData name="Alexandre Quach" userId="7bb690c8a6e028e4" providerId="LiveId" clId="{06933C3E-53D6-4C1E-88F2-6D93DD48933C}" dt="2021-02-02T23:23:04.701" v="37419" actId="478"/>
          <ac:spMkLst>
            <pc:docMk/>
            <pc:sldMk cId="48539241" sldId="291"/>
            <ac:spMk id="3" creationId="{EEB18DF5-A0E8-4358-B83E-51725F09458F}"/>
          </ac:spMkLst>
        </pc:spChg>
      </pc:sldChg>
      <pc:sldChg chg="modSp new del mod">
        <pc:chgData name="Alexandre Quach" userId="7bb690c8a6e028e4" providerId="LiveId" clId="{06933C3E-53D6-4C1E-88F2-6D93DD48933C}" dt="2021-02-03T13:00:07.073" v="40821" actId="47"/>
        <pc:sldMkLst>
          <pc:docMk/>
          <pc:sldMk cId="791283759" sldId="292"/>
        </pc:sldMkLst>
        <pc:spChg chg="mod">
          <ac:chgData name="Alexandre Quach" userId="7bb690c8a6e028e4" providerId="LiveId" clId="{06933C3E-53D6-4C1E-88F2-6D93DD48933C}" dt="2021-02-02T23:54:00.930" v="39119" actId="20577"/>
          <ac:spMkLst>
            <pc:docMk/>
            <pc:sldMk cId="791283759" sldId="292"/>
            <ac:spMk id="2" creationId="{B1448817-D212-4404-9DB2-39E805BD7A6E}"/>
          </ac:spMkLst>
        </pc:spChg>
      </pc:sldChg>
      <pc:sldChg chg="addSp delSp modSp add mod ord">
        <pc:chgData name="Alexandre Quach" userId="7bb690c8a6e028e4" providerId="LiveId" clId="{06933C3E-53D6-4C1E-88F2-6D93DD48933C}" dt="2021-02-03T16:34:44.541" v="48293"/>
        <pc:sldMkLst>
          <pc:docMk/>
          <pc:sldMk cId="800187540" sldId="293"/>
        </pc:sldMkLst>
        <pc:spChg chg="add del mod">
          <ac:chgData name="Alexandre Quach" userId="7bb690c8a6e028e4" providerId="LiveId" clId="{06933C3E-53D6-4C1E-88F2-6D93DD48933C}" dt="2021-02-03T11:21:19.018" v="39517" actId="478"/>
          <ac:spMkLst>
            <pc:docMk/>
            <pc:sldMk cId="800187540" sldId="293"/>
            <ac:spMk id="3" creationId="{D80F24E9-405F-4900-BCBA-BB9A981552C3}"/>
          </ac:spMkLst>
        </pc:spChg>
        <pc:spChg chg="add mod">
          <ac:chgData name="Alexandre Quach" userId="7bb690c8a6e028e4" providerId="LiveId" clId="{06933C3E-53D6-4C1E-88F2-6D93DD48933C}" dt="2021-02-03T13:14:41.868" v="41197" actId="6549"/>
          <ac:spMkLst>
            <pc:docMk/>
            <pc:sldMk cId="800187540" sldId="293"/>
            <ac:spMk id="28" creationId="{D59997E0-6E65-4DE0-B057-FFC496ABA67F}"/>
          </ac:spMkLst>
        </pc:spChg>
        <pc:spChg chg="add mod">
          <ac:chgData name="Alexandre Quach" userId="7bb690c8a6e028e4" providerId="LiveId" clId="{06933C3E-53D6-4C1E-88F2-6D93DD48933C}" dt="2021-02-03T15:43:41.125" v="44808" actId="20577"/>
          <ac:spMkLst>
            <pc:docMk/>
            <pc:sldMk cId="800187540" sldId="293"/>
            <ac:spMk id="29" creationId="{64BF60A8-5968-4E20-AE2A-723DB31AAEA6}"/>
          </ac:spMkLst>
        </pc:spChg>
        <pc:spChg chg="add mod">
          <ac:chgData name="Alexandre Quach" userId="7bb690c8a6e028e4" providerId="LiveId" clId="{06933C3E-53D6-4C1E-88F2-6D93DD48933C}" dt="2021-02-03T13:11:51.242" v="41070" actId="1076"/>
          <ac:spMkLst>
            <pc:docMk/>
            <pc:sldMk cId="800187540" sldId="293"/>
            <ac:spMk id="30" creationId="{A9318A44-8679-45E0-9FCF-4347C3C4B5B1}"/>
          </ac:spMkLst>
        </pc:spChg>
        <pc:spChg chg="add mod">
          <ac:chgData name="Alexandre Quach" userId="7bb690c8a6e028e4" providerId="LiveId" clId="{06933C3E-53D6-4C1E-88F2-6D93DD48933C}" dt="2021-02-03T13:11:53.395" v="41071" actId="1076"/>
          <ac:spMkLst>
            <pc:docMk/>
            <pc:sldMk cId="800187540" sldId="293"/>
            <ac:spMk id="31" creationId="{1D4FBE0F-C26C-45EB-AF03-FA22B40520DD}"/>
          </ac:spMkLst>
        </pc:spChg>
        <pc:graphicFrameChg chg="mod">
          <ac:chgData name="Alexandre Quach" userId="7bb690c8a6e028e4" providerId="LiveId" clId="{06933C3E-53D6-4C1E-88F2-6D93DD48933C}" dt="2021-02-03T16:34:44.541" v="48293"/>
          <ac:graphicFrameMkLst>
            <pc:docMk/>
            <pc:sldMk cId="800187540" sldId="293"/>
            <ac:graphicFrameMk id="13" creationId="{3A8AA265-D93B-413F-9C35-0CFC9E1FD41B}"/>
          </ac:graphicFrameMkLst>
        </pc:graphicFrameChg>
        <pc:graphicFrameChg chg="del">
          <ac:chgData name="Alexandre Quach" userId="7bb690c8a6e028e4" providerId="LiveId" clId="{06933C3E-53D6-4C1E-88F2-6D93DD48933C}" dt="2021-02-03T11:21:16.923" v="39516" actId="478"/>
          <ac:graphicFrameMkLst>
            <pc:docMk/>
            <pc:sldMk cId="800187540" sldId="293"/>
            <ac:graphicFrameMk id="49" creationId="{7C6C9A0E-8DAF-47B9-9736-40987B77AFCB}"/>
          </ac:graphicFrameMkLst>
        </pc:graphicFrameChg>
        <pc:graphicFrameChg chg="del">
          <ac:chgData name="Alexandre Quach" userId="7bb690c8a6e028e4" providerId="LiveId" clId="{06933C3E-53D6-4C1E-88F2-6D93DD48933C}" dt="2021-02-03T11:21:29.458" v="39519" actId="478"/>
          <ac:graphicFrameMkLst>
            <pc:docMk/>
            <pc:sldMk cId="800187540" sldId="293"/>
            <ac:graphicFrameMk id="53" creationId="{68261A0B-B4E9-4A8C-A58F-F940CB3BE577}"/>
          </ac:graphicFrameMkLst>
        </pc:graphicFrameChg>
        <pc:graphicFrameChg chg="del">
          <ac:chgData name="Alexandre Quach" userId="7bb690c8a6e028e4" providerId="LiveId" clId="{06933C3E-53D6-4C1E-88F2-6D93DD48933C}" dt="2021-02-03T11:21:22.482" v="39518" actId="478"/>
          <ac:graphicFrameMkLst>
            <pc:docMk/>
            <pc:sldMk cId="800187540" sldId="293"/>
            <ac:graphicFrameMk id="71" creationId="{2A490DA2-8E63-4056-95C3-FA18C485DCFD}"/>
          </ac:graphicFrameMkLst>
        </pc:graphicFrameChg>
        <pc:graphicFrameChg chg="del">
          <ac:chgData name="Alexandre Quach" userId="7bb690c8a6e028e4" providerId="LiveId" clId="{06933C3E-53D6-4C1E-88F2-6D93DD48933C}" dt="2021-02-03T11:21:33.465" v="39520" actId="478"/>
          <ac:graphicFrameMkLst>
            <pc:docMk/>
            <pc:sldMk cId="800187540" sldId="293"/>
            <ac:graphicFrameMk id="72" creationId="{F75A2161-D3EF-4096-AC01-E4F49FF91668}"/>
          </ac:graphicFrameMkLst>
        </pc:graphicFrameChg>
      </pc:sldChg>
      <pc:sldChg chg="addSp delSp modSp add mod ord">
        <pc:chgData name="Alexandre Quach" userId="7bb690c8a6e028e4" providerId="LiveId" clId="{06933C3E-53D6-4C1E-88F2-6D93DD48933C}" dt="2021-02-03T15:54:46.627" v="45205" actId="20577"/>
        <pc:sldMkLst>
          <pc:docMk/>
          <pc:sldMk cId="239957456" sldId="294"/>
        </pc:sldMkLst>
        <pc:spChg chg="mod">
          <ac:chgData name="Alexandre Quach" userId="7bb690c8a6e028e4" providerId="LiveId" clId="{06933C3E-53D6-4C1E-88F2-6D93DD48933C}" dt="2021-02-03T12:47:44.567" v="40590" actId="1076"/>
          <ac:spMkLst>
            <pc:docMk/>
            <pc:sldMk cId="239957456" sldId="294"/>
            <ac:spMk id="2" creationId="{7852DF05-0C37-45AD-814E-986310864039}"/>
          </ac:spMkLst>
        </pc:spChg>
        <pc:spChg chg="del mod">
          <ac:chgData name="Alexandre Quach" userId="7bb690c8a6e028e4" providerId="LiveId" clId="{06933C3E-53D6-4C1E-88F2-6D93DD48933C}" dt="2021-02-03T12:47:39.890" v="40587" actId="478"/>
          <ac:spMkLst>
            <pc:docMk/>
            <pc:sldMk cId="239957456" sldId="294"/>
            <ac:spMk id="4" creationId="{29A624E3-FEFF-4B6F-A9A8-4984FAAB2624}"/>
          </ac:spMkLst>
        </pc:spChg>
        <pc:spChg chg="del">
          <ac:chgData name="Alexandre Quach" userId="7bb690c8a6e028e4" providerId="LiveId" clId="{06933C3E-53D6-4C1E-88F2-6D93DD48933C}" dt="2021-02-03T11:55:54.016" v="39891" actId="478"/>
          <ac:spMkLst>
            <pc:docMk/>
            <pc:sldMk cId="239957456" sldId="294"/>
            <ac:spMk id="5" creationId="{F583E3B5-2E5D-4437-B787-A4BF45224103}"/>
          </ac:spMkLst>
        </pc:spChg>
        <pc:spChg chg="del">
          <ac:chgData name="Alexandre Quach" userId="7bb690c8a6e028e4" providerId="LiveId" clId="{06933C3E-53D6-4C1E-88F2-6D93DD48933C}" dt="2021-02-03T11:55:54.016" v="39891" actId="478"/>
          <ac:spMkLst>
            <pc:docMk/>
            <pc:sldMk cId="239957456" sldId="294"/>
            <ac:spMk id="6" creationId="{56CCB020-31AA-4C1B-94D6-19CD3E8EAA56}"/>
          </ac:spMkLst>
        </pc:spChg>
        <pc:spChg chg="del">
          <ac:chgData name="Alexandre Quach" userId="7bb690c8a6e028e4" providerId="LiveId" clId="{06933C3E-53D6-4C1E-88F2-6D93DD48933C}" dt="2021-02-03T11:55:54.016" v="39891" actId="478"/>
          <ac:spMkLst>
            <pc:docMk/>
            <pc:sldMk cId="239957456" sldId="294"/>
            <ac:spMk id="7" creationId="{44C32351-B33E-42C8-AC5F-A687F8B70056}"/>
          </ac:spMkLst>
        </pc:spChg>
        <pc:spChg chg="del">
          <ac:chgData name="Alexandre Quach" userId="7bb690c8a6e028e4" providerId="LiveId" clId="{06933C3E-53D6-4C1E-88F2-6D93DD48933C}" dt="2021-02-03T11:55:54.016" v="39891" actId="478"/>
          <ac:spMkLst>
            <pc:docMk/>
            <pc:sldMk cId="239957456" sldId="294"/>
            <ac:spMk id="8" creationId="{3D0FD79A-6528-42DC-9E1E-E3BA89A18E84}"/>
          </ac:spMkLst>
        </pc:spChg>
        <pc:spChg chg="add del mod">
          <ac:chgData name="Alexandre Quach" userId="7bb690c8a6e028e4" providerId="LiveId" clId="{06933C3E-53D6-4C1E-88F2-6D93DD48933C}" dt="2021-02-03T12:47:41.984" v="40588" actId="478"/>
          <ac:spMkLst>
            <pc:docMk/>
            <pc:sldMk cId="239957456" sldId="294"/>
            <ac:spMk id="15" creationId="{1EF617E0-3AEC-4B4C-B4D4-8FA8B3396B5B}"/>
          </ac:spMkLst>
        </pc:spChg>
        <pc:spChg chg="add del mod">
          <ac:chgData name="Alexandre Quach" userId="7bb690c8a6e028e4" providerId="LiveId" clId="{06933C3E-53D6-4C1E-88F2-6D93DD48933C}" dt="2021-02-03T12:48:05.726" v="40596" actId="478"/>
          <ac:spMkLst>
            <pc:docMk/>
            <pc:sldMk cId="239957456" sldId="294"/>
            <ac:spMk id="17" creationId="{AD33D211-E2E0-4E73-A848-E917E76D0F83}"/>
          </ac:spMkLst>
        </pc:spChg>
        <pc:spChg chg="add mod">
          <ac:chgData name="Alexandre Quach" userId="7bb690c8a6e028e4" providerId="LiveId" clId="{06933C3E-53D6-4C1E-88F2-6D93DD48933C}" dt="2021-02-03T15:54:35.579" v="45178" actId="27636"/>
          <ac:spMkLst>
            <pc:docMk/>
            <pc:sldMk cId="239957456" sldId="294"/>
            <ac:spMk id="18" creationId="{74AA28C3-3709-4A5B-A506-BF0DBB5498D0}"/>
          </ac:spMkLst>
        </pc:spChg>
        <pc:graphicFrameChg chg="add mod modGraphic">
          <ac:chgData name="Alexandre Quach" userId="7bb690c8a6e028e4" providerId="LiveId" clId="{06933C3E-53D6-4C1E-88F2-6D93DD48933C}" dt="2021-02-03T15:54:46.627" v="45205" actId="20577"/>
          <ac:graphicFrameMkLst>
            <pc:docMk/>
            <pc:sldMk cId="239957456" sldId="294"/>
            <ac:graphicFrameMk id="12" creationId="{2B5D32B0-FE86-479E-9E2B-6D61C70DCF11}"/>
          </ac:graphicFrameMkLst>
        </pc:graphicFrameChg>
        <pc:picChg chg="add del mod">
          <ac:chgData name="Alexandre Quach" userId="7bb690c8a6e028e4" providerId="LiveId" clId="{06933C3E-53D6-4C1E-88F2-6D93DD48933C}" dt="2021-02-03T12:48:26.653" v="40599" actId="21"/>
          <ac:picMkLst>
            <pc:docMk/>
            <pc:sldMk cId="239957456" sldId="294"/>
            <ac:picMk id="9" creationId="{3AA08A9E-ECE1-483C-B55E-A911CDE129B6}"/>
          </ac:picMkLst>
        </pc:picChg>
        <pc:picChg chg="add del mod">
          <ac:chgData name="Alexandre Quach" userId="7bb690c8a6e028e4" providerId="LiveId" clId="{06933C3E-53D6-4C1E-88F2-6D93DD48933C}" dt="2021-02-03T12:48:26.653" v="40599" actId="21"/>
          <ac:picMkLst>
            <pc:docMk/>
            <pc:sldMk cId="239957456" sldId="294"/>
            <ac:picMk id="10" creationId="{62D10BA4-8DF4-4465-A3EC-FA3883E5FF9B}"/>
          </ac:picMkLst>
        </pc:picChg>
        <pc:picChg chg="add del mod">
          <ac:chgData name="Alexandre Quach" userId="7bb690c8a6e028e4" providerId="LiveId" clId="{06933C3E-53D6-4C1E-88F2-6D93DD48933C}" dt="2021-02-03T12:48:26.653" v="40599" actId="21"/>
          <ac:picMkLst>
            <pc:docMk/>
            <pc:sldMk cId="239957456" sldId="294"/>
            <ac:picMk id="11" creationId="{3D7B06C7-CBD0-46CD-8164-476C431E822D}"/>
          </ac:picMkLst>
        </pc:picChg>
        <pc:picChg chg="add del mod">
          <ac:chgData name="Alexandre Quach" userId="7bb690c8a6e028e4" providerId="LiveId" clId="{06933C3E-53D6-4C1E-88F2-6D93DD48933C}" dt="2021-02-03T12:48:26.653" v="40599" actId="21"/>
          <ac:picMkLst>
            <pc:docMk/>
            <pc:sldMk cId="239957456" sldId="294"/>
            <ac:picMk id="13" creationId="{B433F467-4F29-495B-AEE7-29A4EB8AD4AD}"/>
          </ac:picMkLst>
        </pc:picChg>
        <pc:picChg chg="add del mod">
          <ac:chgData name="Alexandre Quach" userId="7bb690c8a6e028e4" providerId="LiveId" clId="{06933C3E-53D6-4C1E-88F2-6D93DD48933C}" dt="2021-02-03T12:48:26.653" v="40599" actId="21"/>
          <ac:picMkLst>
            <pc:docMk/>
            <pc:sldMk cId="239957456" sldId="294"/>
            <ac:picMk id="14" creationId="{F1B9A1AD-104E-4F53-A59B-8F33C2975377}"/>
          </ac:picMkLst>
        </pc:picChg>
        <pc:picChg chg="add mod">
          <ac:chgData name="Alexandre Quach" userId="7bb690c8a6e028e4" providerId="LiveId" clId="{06933C3E-53D6-4C1E-88F2-6D93DD48933C}" dt="2021-02-03T12:48:35.364" v="40601" actId="1076"/>
          <ac:picMkLst>
            <pc:docMk/>
            <pc:sldMk cId="239957456" sldId="294"/>
            <ac:picMk id="16" creationId="{5D59BD6B-23AC-41A3-B159-5334945485A4}"/>
          </ac:picMkLst>
        </pc:picChg>
      </pc:sldChg>
      <pc:sldChg chg="addSp delSp modSp new mod setBg modClrScheme chgLayout">
        <pc:chgData name="Alexandre Quach" userId="7bb690c8a6e028e4" providerId="LiveId" clId="{06933C3E-53D6-4C1E-88F2-6D93DD48933C}" dt="2021-02-03T20:40:45.834" v="55677" actId="14100"/>
        <pc:sldMkLst>
          <pc:docMk/>
          <pc:sldMk cId="733374429" sldId="295"/>
        </pc:sldMkLst>
        <pc:spChg chg="del mod ord">
          <ac:chgData name="Alexandre Quach" userId="7bb690c8a6e028e4" providerId="LiveId" clId="{06933C3E-53D6-4C1E-88F2-6D93DD48933C}" dt="2021-02-03T12:18:53.033" v="40299" actId="700"/>
          <ac:spMkLst>
            <pc:docMk/>
            <pc:sldMk cId="733374429" sldId="295"/>
            <ac:spMk id="2" creationId="{602F2C6F-F031-41BB-BBBA-273A3CD6E75F}"/>
          </ac:spMkLst>
        </pc:spChg>
        <pc:spChg chg="del mod ord">
          <ac:chgData name="Alexandre Quach" userId="7bb690c8a6e028e4" providerId="LiveId" clId="{06933C3E-53D6-4C1E-88F2-6D93DD48933C}" dt="2021-02-03T12:18:53.033" v="40299" actId="700"/>
          <ac:spMkLst>
            <pc:docMk/>
            <pc:sldMk cId="733374429" sldId="295"/>
            <ac:spMk id="3" creationId="{3BC8D524-E258-4F32-8E41-25843882A531}"/>
          </ac:spMkLst>
        </pc:spChg>
        <pc:spChg chg="add mod ord">
          <ac:chgData name="Alexandre Quach" userId="7bb690c8a6e028e4" providerId="LiveId" clId="{06933C3E-53D6-4C1E-88F2-6D93DD48933C}" dt="2021-02-03T20:40:33.843" v="55674" actId="20577"/>
          <ac:spMkLst>
            <pc:docMk/>
            <pc:sldMk cId="733374429" sldId="295"/>
            <ac:spMk id="4" creationId="{B13C3912-E33F-47F1-ABAF-D0E337E9DC51}"/>
          </ac:spMkLst>
        </pc:spChg>
        <pc:spChg chg="add mod ord">
          <ac:chgData name="Alexandre Quach" userId="7bb690c8a6e028e4" providerId="LiveId" clId="{06933C3E-53D6-4C1E-88F2-6D93DD48933C}" dt="2021-02-03T20:40:45.834" v="55677" actId="14100"/>
          <ac:spMkLst>
            <pc:docMk/>
            <pc:sldMk cId="733374429" sldId="295"/>
            <ac:spMk id="5" creationId="{ED57A40E-2424-48AE-BE7E-7363A8EFEC54}"/>
          </ac:spMkLst>
        </pc:spChg>
        <pc:spChg chg="add">
          <ac:chgData name="Alexandre Quach" userId="7bb690c8a6e028e4" providerId="LiveId" clId="{06933C3E-53D6-4C1E-88F2-6D93DD48933C}" dt="2021-02-03T12:19:02.978" v="40319" actId="26606"/>
          <ac:spMkLst>
            <pc:docMk/>
            <pc:sldMk cId="733374429" sldId="295"/>
            <ac:spMk id="10" creationId="{23962611-DFD5-4092-AAFD-559E3DFCE2C9}"/>
          </ac:spMkLst>
        </pc:spChg>
        <pc:picChg chg="add">
          <ac:chgData name="Alexandre Quach" userId="7bb690c8a6e028e4" providerId="LiveId" clId="{06933C3E-53D6-4C1E-88F2-6D93DD48933C}" dt="2021-02-03T12:19:02.978" v="40319" actId="26606"/>
          <ac:picMkLst>
            <pc:docMk/>
            <pc:sldMk cId="733374429" sldId="295"/>
            <ac:picMk id="12" creationId="{2270F1FA-0425-408F-9861-80BF5AFB276D}"/>
          </ac:picMkLst>
        </pc:picChg>
      </pc:sldChg>
      <pc:sldChg chg="addSp delSp modSp new mod setBg modClrScheme chgLayout">
        <pc:chgData name="Alexandre Quach" userId="7bb690c8a6e028e4" providerId="LiveId" clId="{06933C3E-53D6-4C1E-88F2-6D93DD48933C}" dt="2021-02-03T15:54:17.884" v="45176" actId="20577"/>
        <pc:sldMkLst>
          <pc:docMk/>
          <pc:sldMk cId="2655539479" sldId="296"/>
        </pc:sldMkLst>
        <pc:spChg chg="del mod ord">
          <ac:chgData name="Alexandre Quach" userId="7bb690c8a6e028e4" providerId="LiveId" clId="{06933C3E-53D6-4C1E-88F2-6D93DD48933C}" dt="2021-02-03T12:28:10.345" v="40364" actId="700"/>
          <ac:spMkLst>
            <pc:docMk/>
            <pc:sldMk cId="2655539479" sldId="296"/>
            <ac:spMk id="2" creationId="{0EFB9787-9624-4172-9C13-5FEB30E077B2}"/>
          </ac:spMkLst>
        </pc:spChg>
        <pc:spChg chg="del mod ord">
          <ac:chgData name="Alexandre Quach" userId="7bb690c8a6e028e4" providerId="LiveId" clId="{06933C3E-53D6-4C1E-88F2-6D93DD48933C}" dt="2021-02-03T12:28:10.345" v="40364" actId="700"/>
          <ac:spMkLst>
            <pc:docMk/>
            <pc:sldMk cId="2655539479" sldId="296"/>
            <ac:spMk id="3" creationId="{E8544AA7-6934-4547-98EC-0742C92E948E}"/>
          </ac:spMkLst>
        </pc:spChg>
        <pc:spChg chg="add mod ord">
          <ac:chgData name="Alexandre Quach" userId="7bb690c8a6e028e4" providerId="LiveId" clId="{06933C3E-53D6-4C1E-88F2-6D93DD48933C}" dt="2021-02-03T12:47:07.413" v="40581" actId="20577"/>
          <ac:spMkLst>
            <pc:docMk/>
            <pc:sldMk cId="2655539479" sldId="296"/>
            <ac:spMk id="4" creationId="{5BB89E43-C094-4158-9767-ECD25D271687}"/>
          </ac:spMkLst>
        </pc:spChg>
        <pc:spChg chg="add del mod ord">
          <ac:chgData name="Alexandre Quach" userId="7bb690c8a6e028e4" providerId="LiveId" clId="{06933C3E-53D6-4C1E-88F2-6D93DD48933C}" dt="2021-02-03T12:31:41.002" v="40411" actId="931"/>
          <ac:spMkLst>
            <pc:docMk/>
            <pc:sldMk cId="2655539479" sldId="296"/>
            <ac:spMk id="5" creationId="{881C07FA-9BD1-4764-9962-6F6F88B0DEB3}"/>
          </ac:spMkLst>
        </pc:spChg>
        <pc:spChg chg="add del mod">
          <ac:chgData name="Alexandre Quach" userId="7bb690c8a6e028e4" providerId="LiveId" clId="{06933C3E-53D6-4C1E-88F2-6D93DD48933C}" dt="2021-02-03T12:48:08.093" v="40597" actId="478"/>
          <ac:spMkLst>
            <pc:docMk/>
            <pc:sldMk cId="2655539479" sldId="296"/>
            <ac:spMk id="8" creationId="{FD531EC8-C72A-4FAF-9C06-88AFE7DCFC68}"/>
          </ac:spMkLst>
        </pc:spChg>
        <pc:spChg chg="add mod">
          <ac:chgData name="Alexandre Quach" userId="7bb690c8a6e028e4" providerId="LiveId" clId="{06933C3E-53D6-4C1E-88F2-6D93DD48933C}" dt="2021-02-03T15:54:17.884" v="45176" actId="20577"/>
          <ac:spMkLst>
            <pc:docMk/>
            <pc:sldMk cId="2655539479" sldId="296"/>
            <ac:spMk id="12" creationId="{2B44D8C2-95B6-4B66-8605-C0EF4FE564C3}"/>
          </ac:spMkLst>
        </pc:spChg>
        <pc:spChg chg="add">
          <ac:chgData name="Alexandre Quach" userId="7bb690c8a6e028e4" providerId="LiveId" clId="{06933C3E-53D6-4C1E-88F2-6D93DD48933C}" dt="2021-02-03T12:31:52.130" v="40415" actId="26606"/>
          <ac:spMkLst>
            <pc:docMk/>
            <pc:sldMk cId="2655539479" sldId="296"/>
            <ac:spMk id="15" creationId="{49CD2D09-B1BB-4DF5-9E1C-3D21B21EDEFD}"/>
          </ac:spMkLst>
        </pc:spChg>
        <pc:spChg chg="add">
          <ac:chgData name="Alexandre Quach" userId="7bb690c8a6e028e4" providerId="LiveId" clId="{06933C3E-53D6-4C1E-88F2-6D93DD48933C}" dt="2021-02-03T12:31:52.130" v="40415" actId="26606"/>
          <ac:spMkLst>
            <pc:docMk/>
            <pc:sldMk cId="2655539479" sldId="296"/>
            <ac:spMk id="19" creationId="{967C29FE-FD32-4AFB-AD20-DBDF5864B2D8}"/>
          </ac:spMkLst>
        </pc:spChg>
        <pc:picChg chg="add mod">
          <ac:chgData name="Alexandre Quach" userId="7bb690c8a6e028e4" providerId="LiveId" clId="{06933C3E-53D6-4C1E-88F2-6D93DD48933C}" dt="2021-02-03T12:31:52.130" v="40415" actId="26606"/>
          <ac:picMkLst>
            <pc:docMk/>
            <pc:sldMk cId="2655539479" sldId="296"/>
            <ac:picMk id="7" creationId="{B12E1EBD-F04A-47AA-8996-A040B3CE37E3}"/>
          </ac:picMkLst>
        </pc:picChg>
        <pc:picChg chg="add">
          <ac:chgData name="Alexandre Quach" userId="7bb690c8a6e028e4" providerId="LiveId" clId="{06933C3E-53D6-4C1E-88F2-6D93DD48933C}" dt="2021-02-03T12:31:52.130" v="40415" actId="26606"/>
          <ac:picMkLst>
            <pc:docMk/>
            <pc:sldMk cId="2655539479" sldId="296"/>
            <ac:picMk id="17" creationId="{83355637-BA71-4F63-94C9-E77BF81BDFC0}"/>
          </ac:picMkLst>
        </pc:picChg>
      </pc:sldChg>
      <pc:sldChg chg="addSp delSp modSp add mod ord">
        <pc:chgData name="Alexandre Quach" userId="7bb690c8a6e028e4" providerId="LiveId" clId="{06933C3E-53D6-4C1E-88F2-6D93DD48933C}" dt="2021-02-03T13:37:03.022" v="41340"/>
        <pc:sldMkLst>
          <pc:docMk/>
          <pc:sldMk cId="1793644617" sldId="297"/>
        </pc:sldMkLst>
        <pc:spChg chg="add mod">
          <ac:chgData name="Alexandre Quach" userId="7bb690c8a6e028e4" providerId="LiveId" clId="{06933C3E-53D6-4C1E-88F2-6D93DD48933C}" dt="2021-02-03T12:51:40.487" v="40636" actId="1076"/>
          <ac:spMkLst>
            <pc:docMk/>
            <pc:sldMk cId="1793644617" sldId="297"/>
            <ac:spMk id="27" creationId="{D1C6E289-114C-44CF-8590-5ED3C655A58B}"/>
          </ac:spMkLst>
        </pc:spChg>
        <pc:spChg chg="del">
          <ac:chgData name="Alexandre Quach" userId="7bb690c8a6e028e4" providerId="LiveId" clId="{06933C3E-53D6-4C1E-88F2-6D93DD48933C}" dt="2021-02-03T12:50:45.285" v="40626" actId="478"/>
          <ac:spMkLst>
            <pc:docMk/>
            <pc:sldMk cId="1793644617" sldId="297"/>
            <ac:spMk id="28" creationId="{D59997E0-6E65-4DE0-B057-FFC496ABA67F}"/>
          </ac:spMkLst>
        </pc:spChg>
        <pc:spChg chg="del">
          <ac:chgData name="Alexandre Quach" userId="7bb690c8a6e028e4" providerId="LiveId" clId="{06933C3E-53D6-4C1E-88F2-6D93DD48933C}" dt="2021-02-03T12:50:45.285" v="40626" actId="478"/>
          <ac:spMkLst>
            <pc:docMk/>
            <pc:sldMk cId="1793644617" sldId="297"/>
            <ac:spMk id="29" creationId="{64BF60A8-5968-4E20-AE2A-723DB31AAEA6}"/>
          </ac:spMkLst>
        </pc:spChg>
        <pc:spChg chg="del">
          <ac:chgData name="Alexandre Quach" userId="7bb690c8a6e028e4" providerId="LiveId" clId="{06933C3E-53D6-4C1E-88F2-6D93DD48933C}" dt="2021-02-03T12:50:51.725" v="40628" actId="478"/>
          <ac:spMkLst>
            <pc:docMk/>
            <pc:sldMk cId="1793644617" sldId="297"/>
            <ac:spMk id="30" creationId="{A9318A44-8679-45E0-9FCF-4347C3C4B5B1}"/>
          </ac:spMkLst>
        </pc:spChg>
        <pc:spChg chg="del">
          <ac:chgData name="Alexandre Quach" userId="7bb690c8a6e028e4" providerId="LiveId" clId="{06933C3E-53D6-4C1E-88F2-6D93DD48933C}" dt="2021-02-03T12:50:49.434" v="40627" actId="478"/>
          <ac:spMkLst>
            <pc:docMk/>
            <pc:sldMk cId="1793644617" sldId="297"/>
            <ac:spMk id="31" creationId="{1D4FBE0F-C26C-45EB-AF03-FA22B40520DD}"/>
          </ac:spMkLst>
        </pc:spChg>
        <pc:graphicFrameChg chg="del">
          <ac:chgData name="Alexandre Quach" userId="7bb690c8a6e028e4" providerId="LiveId" clId="{06933C3E-53D6-4C1E-88F2-6D93DD48933C}" dt="2021-02-03T12:50:56.534" v="40629" actId="478"/>
          <ac:graphicFrameMkLst>
            <pc:docMk/>
            <pc:sldMk cId="1793644617" sldId="297"/>
            <ac:graphicFrameMk id="13" creationId="{3A8AA265-D93B-413F-9C35-0CFC9E1FD41B}"/>
          </ac:graphicFrameMkLst>
        </pc:graphicFrameChg>
        <pc:graphicFrameChg chg="add mod ord">
          <ac:chgData name="Alexandre Quach" userId="7bb690c8a6e028e4" providerId="LiveId" clId="{06933C3E-53D6-4C1E-88F2-6D93DD48933C}" dt="2021-02-03T13:37:03.022" v="41340"/>
          <ac:graphicFrameMkLst>
            <pc:docMk/>
            <pc:sldMk cId="1793644617" sldId="297"/>
            <ac:graphicFrameMk id="26" creationId="{86990E30-F5C5-4447-A09F-2FA51C6E4A32}"/>
          </ac:graphicFrameMkLst>
        </pc:graphicFrameChg>
        <pc:picChg chg="add del mod">
          <ac:chgData name="Alexandre Quach" userId="7bb690c8a6e028e4" providerId="LiveId" clId="{06933C3E-53D6-4C1E-88F2-6D93DD48933C}" dt="2021-02-03T12:51:42.037" v="40637" actId="478"/>
          <ac:picMkLst>
            <pc:docMk/>
            <pc:sldMk cId="1793644617" sldId="297"/>
            <ac:picMk id="32" creationId="{9A40ED4D-0C87-4278-969B-950F9022D5A4}"/>
          </ac:picMkLst>
        </pc:picChg>
        <pc:picChg chg="add del mod">
          <ac:chgData name="Alexandre Quach" userId="7bb690c8a6e028e4" providerId="LiveId" clId="{06933C3E-53D6-4C1E-88F2-6D93DD48933C}" dt="2021-02-03T12:57:30.368" v="40753" actId="21"/>
          <ac:picMkLst>
            <pc:docMk/>
            <pc:sldMk cId="1793644617" sldId="297"/>
            <ac:picMk id="33" creationId="{F49A45F6-943F-4512-B2F6-61080AC77408}"/>
          </ac:picMkLst>
        </pc:picChg>
        <pc:picChg chg="add mod">
          <ac:chgData name="Alexandre Quach" userId="7bb690c8a6e028e4" providerId="LiveId" clId="{06933C3E-53D6-4C1E-88F2-6D93DD48933C}" dt="2021-02-03T12:57:28.437" v="40752" actId="1076"/>
          <ac:picMkLst>
            <pc:docMk/>
            <pc:sldMk cId="1793644617" sldId="297"/>
            <ac:picMk id="34" creationId="{2460665B-A756-4D11-B71B-AD38384C4FF8}"/>
          </ac:picMkLst>
        </pc:picChg>
        <pc:picChg chg="mod">
          <ac:chgData name="Alexandre Quach" userId="7bb690c8a6e028e4" providerId="LiveId" clId="{06933C3E-53D6-4C1E-88F2-6D93DD48933C}" dt="2021-02-03T12:51:11.924" v="40633" actId="1076"/>
          <ac:picMkLst>
            <pc:docMk/>
            <pc:sldMk cId="1793644617" sldId="297"/>
            <ac:picMk id="59" creationId="{53288615-983B-4D6F-BE62-F0BD62037E10}"/>
          </ac:picMkLst>
        </pc:picChg>
        <pc:picChg chg="mod">
          <ac:chgData name="Alexandre Quach" userId="7bb690c8a6e028e4" providerId="LiveId" clId="{06933C3E-53D6-4C1E-88F2-6D93DD48933C}" dt="2021-02-03T12:51:13.572" v="40634" actId="1076"/>
          <ac:picMkLst>
            <pc:docMk/>
            <pc:sldMk cId="1793644617" sldId="297"/>
            <ac:picMk id="63" creationId="{7642520D-039A-4A09-8A8A-B6A0E43E746F}"/>
          </ac:picMkLst>
        </pc:picChg>
      </pc:sldChg>
      <pc:sldChg chg="addSp delSp add del setBg delDesignElem">
        <pc:chgData name="Alexandre Quach" userId="7bb690c8a6e028e4" providerId="LiveId" clId="{06933C3E-53D6-4C1E-88F2-6D93DD48933C}" dt="2021-02-03T12:50:25.803" v="40622"/>
        <pc:sldMkLst>
          <pc:docMk/>
          <pc:sldMk cId="1970394710" sldId="297"/>
        </pc:sldMkLst>
        <pc:cxnChg chg="add del">
          <ac:chgData name="Alexandre Quach" userId="7bb690c8a6e028e4" providerId="LiveId" clId="{06933C3E-53D6-4C1E-88F2-6D93DD48933C}" dt="2021-02-03T12:50:25.803" v="40622"/>
          <ac:cxnSpMkLst>
            <pc:docMk/>
            <pc:sldMk cId="1970394710" sldId="297"/>
            <ac:cxnSpMk id="39" creationId="{B817B4B8-5E01-4B44-BC25-876D56C12149}"/>
          </ac:cxnSpMkLst>
        </pc:cxnChg>
        <pc:cxnChg chg="add del">
          <ac:chgData name="Alexandre Quach" userId="7bb690c8a6e028e4" providerId="LiveId" clId="{06933C3E-53D6-4C1E-88F2-6D93DD48933C}" dt="2021-02-03T12:50:25.803" v="40622"/>
          <ac:cxnSpMkLst>
            <pc:docMk/>
            <pc:sldMk cId="1970394710" sldId="297"/>
            <ac:cxnSpMk id="40" creationId="{D683D1A4-93E5-4A4D-B103-8223A220EB2B}"/>
          </ac:cxnSpMkLst>
        </pc:cxnChg>
        <pc:cxnChg chg="add del">
          <ac:chgData name="Alexandre Quach" userId="7bb690c8a6e028e4" providerId="LiveId" clId="{06933C3E-53D6-4C1E-88F2-6D93DD48933C}" dt="2021-02-03T12:50:25.803" v="40622"/>
          <ac:cxnSpMkLst>
            <pc:docMk/>
            <pc:sldMk cId="1970394710" sldId="297"/>
            <ac:cxnSpMk id="41" creationId="{B0E8ABF4-C289-489E-BEFB-3077F9D9C773}"/>
          </ac:cxnSpMkLst>
        </pc:cxnChg>
        <pc:cxnChg chg="add del">
          <ac:chgData name="Alexandre Quach" userId="7bb690c8a6e028e4" providerId="LiveId" clId="{06933C3E-53D6-4C1E-88F2-6D93DD48933C}" dt="2021-02-03T12:50:25.803" v="40622"/>
          <ac:cxnSpMkLst>
            <pc:docMk/>
            <pc:sldMk cId="1970394710" sldId="297"/>
            <ac:cxnSpMk id="43" creationId="{7989CFA0-35DD-4943-B365-488C66B9B192}"/>
          </ac:cxnSpMkLst>
        </pc:cxnChg>
        <pc:cxnChg chg="add del">
          <ac:chgData name="Alexandre Quach" userId="7bb690c8a6e028e4" providerId="LiveId" clId="{06933C3E-53D6-4C1E-88F2-6D93DD48933C}" dt="2021-02-03T12:50:25.803" v="40622"/>
          <ac:cxnSpMkLst>
            <pc:docMk/>
            <pc:sldMk cId="1970394710" sldId="297"/>
            <ac:cxnSpMk id="45" creationId="{688AD040-1A2B-4FB4-A345-7B9F3E5ED9B0}"/>
          </ac:cxnSpMkLst>
        </pc:cxnChg>
        <pc:cxnChg chg="add del">
          <ac:chgData name="Alexandre Quach" userId="7bb690c8a6e028e4" providerId="LiveId" clId="{06933C3E-53D6-4C1E-88F2-6D93DD48933C}" dt="2021-02-03T12:50:25.803" v="40622"/>
          <ac:cxnSpMkLst>
            <pc:docMk/>
            <pc:sldMk cId="1970394710" sldId="297"/>
            <ac:cxnSpMk id="47" creationId="{823B704A-724B-41D6-8F33-76939E727D2A}"/>
          </ac:cxnSpMkLst>
        </pc:cxnChg>
      </pc:sldChg>
      <pc:sldChg chg="addSp delSp modSp add mod">
        <pc:chgData name="Alexandre Quach" userId="7bb690c8a6e028e4" providerId="LiveId" clId="{06933C3E-53D6-4C1E-88F2-6D93DD48933C}" dt="2021-02-03T13:37:03.022" v="41340"/>
        <pc:sldMkLst>
          <pc:docMk/>
          <pc:sldMk cId="2533970999" sldId="298"/>
        </pc:sldMkLst>
        <pc:spChg chg="add mod">
          <ac:chgData name="Alexandre Quach" userId="7bb690c8a6e028e4" providerId="LiveId" clId="{06933C3E-53D6-4C1E-88F2-6D93DD48933C}" dt="2021-02-03T12:56:43.958" v="40737" actId="1076"/>
          <ac:spMkLst>
            <pc:docMk/>
            <pc:sldMk cId="2533970999" sldId="298"/>
            <ac:spMk id="23" creationId="{61D9F7B3-9F80-4020-A1FC-CE69A2227001}"/>
          </ac:spMkLst>
        </pc:spChg>
        <pc:spChg chg="del">
          <ac:chgData name="Alexandre Quach" userId="7bb690c8a6e028e4" providerId="LiveId" clId="{06933C3E-53D6-4C1E-88F2-6D93DD48933C}" dt="2021-02-03T12:51:57.229" v="40640" actId="478"/>
          <ac:spMkLst>
            <pc:docMk/>
            <pc:sldMk cId="2533970999" sldId="298"/>
            <ac:spMk id="27" creationId="{D1C6E289-114C-44CF-8590-5ED3C655A58B}"/>
          </ac:spMkLst>
        </pc:spChg>
        <pc:graphicFrameChg chg="mod">
          <ac:chgData name="Alexandre Quach" userId="7bb690c8a6e028e4" providerId="LiveId" clId="{06933C3E-53D6-4C1E-88F2-6D93DD48933C}" dt="2021-02-03T13:37:03.022" v="41340"/>
          <ac:graphicFrameMkLst>
            <pc:docMk/>
            <pc:sldMk cId="2533970999" sldId="298"/>
            <ac:graphicFrameMk id="26" creationId="{86990E30-F5C5-4447-A09F-2FA51C6E4A32}"/>
          </ac:graphicFrameMkLst>
        </pc:graphicFrameChg>
        <pc:picChg chg="add mod">
          <ac:chgData name="Alexandre Quach" userId="7bb690c8a6e028e4" providerId="LiveId" clId="{06933C3E-53D6-4C1E-88F2-6D93DD48933C}" dt="2021-02-03T12:57:37.124" v="40757" actId="1076"/>
          <ac:picMkLst>
            <pc:docMk/>
            <pc:sldMk cId="2533970999" sldId="298"/>
            <ac:picMk id="24" creationId="{7D758E67-2B10-4A3E-B3EB-72561FF193EB}"/>
          </ac:picMkLst>
        </pc:picChg>
      </pc:sldChg>
      <pc:sldChg chg="addSp delSp modSp add mod">
        <pc:chgData name="Alexandre Quach" userId="7bb690c8a6e028e4" providerId="LiveId" clId="{06933C3E-53D6-4C1E-88F2-6D93DD48933C}" dt="2021-02-03T13:37:03.022" v="41340"/>
        <pc:sldMkLst>
          <pc:docMk/>
          <pc:sldMk cId="2555928443" sldId="299"/>
        </pc:sldMkLst>
        <pc:spChg chg="add mod">
          <ac:chgData name="Alexandre Quach" userId="7bb690c8a6e028e4" providerId="LiveId" clId="{06933C3E-53D6-4C1E-88F2-6D93DD48933C}" dt="2021-02-03T12:56:53.148" v="40739" actId="1076"/>
          <ac:spMkLst>
            <pc:docMk/>
            <pc:sldMk cId="2555928443" sldId="299"/>
            <ac:spMk id="23" creationId="{9EF6A681-7CBD-4CD8-A40C-9F18994FF1B4}"/>
          </ac:spMkLst>
        </pc:spChg>
        <pc:spChg chg="del">
          <ac:chgData name="Alexandre Quach" userId="7bb690c8a6e028e4" providerId="LiveId" clId="{06933C3E-53D6-4C1E-88F2-6D93DD48933C}" dt="2021-02-03T12:52:01.918" v="40641" actId="478"/>
          <ac:spMkLst>
            <pc:docMk/>
            <pc:sldMk cId="2555928443" sldId="299"/>
            <ac:spMk id="27" creationId="{D1C6E289-114C-44CF-8590-5ED3C655A58B}"/>
          </ac:spMkLst>
        </pc:spChg>
        <pc:graphicFrameChg chg="mod">
          <ac:chgData name="Alexandre Quach" userId="7bb690c8a6e028e4" providerId="LiveId" clId="{06933C3E-53D6-4C1E-88F2-6D93DD48933C}" dt="2021-02-03T13:37:03.022" v="41340"/>
          <ac:graphicFrameMkLst>
            <pc:docMk/>
            <pc:sldMk cId="2555928443" sldId="299"/>
            <ac:graphicFrameMk id="26" creationId="{86990E30-F5C5-4447-A09F-2FA51C6E4A32}"/>
          </ac:graphicFrameMkLst>
        </pc:graphicFrameChg>
        <pc:picChg chg="add mod">
          <ac:chgData name="Alexandre Quach" userId="7bb690c8a6e028e4" providerId="LiveId" clId="{06933C3E-53D6-4C1E-88F2-6D93DD48933C}" dt="2021-02-03T12:58:00.613" v="40766" actId="1076"/>
          <ac:picMkLst>
            <pc:docMk/>
            <pc:sldMk cId="2555928443" sldId="299"/>
            <ac:picMk id="24" creationId="{80D81461-D8D7-4097-8EA5-7264E4DA8198}"/>
          </ac:picMkLst>
        </pc:picChg>
      </pc:sldChg>
      <pc:sldChg chg="addSp delSp modSp add mod ord replId">
        <pc:chgData name="Alexandre Quach" userId="7bb690c8a6e028e4" providerId="LiveId" clId="{06933C3E-53D6-4C1E-88F2-6D93DD48933C}" dt="2021-02-03T13:37:03.022" v="41340"/>
        <pc:sldMkLst>
          <pc:docMk/>
          <pc:sldMk cId="2465518826" sldId="300"/>
        </pc:sldMkLst>
        <pc:spChg chg="add mod">
          <ac:chgData name="Alexandre Quach" userId="7bb690c8a6e028e4" providerId="LiveId" clId="{06933C3E-53D6-4C1E-88F2-6D93DD48933C}" dt="2021-02-03T12:57:05.245" v="40743" actId="1076"/>
          <ac:spMkLst>
            <pc:docMk/>
            <pc:sldMk cId="2465518826" sldId="300"/>
            <ac:spMk id="23" creationId="{2172A7B1-AF0F-4572-BA52-6AB0728C9FC2}"/>
          </ac:spMkLst>
        </pc:spChg>
        <pc:spChg chg="del">
          <ac:chgData name="Alexandre Quach" userId="7bb690c8a6e028e4" providerId="LiveId" clId="{06933C3E-53D6-4C1E-88F2-6D93DD48933C}" dt="2021-02-03T12:52:05.248" v="40642" actId="478"/>
          <ac:spMkLst>
            <pc:docMk/>
            <pc:sldMk cId="2465518826" sldId="300"/>
            <ac:spMk id="27" creationId="{D1C6E289-114C-44CF-8590-5ED3C655A58B}"/>
          </ac:spMkLst>
        </pc:spChg>
        <pc:graphicFrameChg chg="mod">
          <ac:chgData name="Alexandre Quach" userId="7bb690c8a6e028e4" providerId="LiveId" clId="{06933C3E-53D6-4C1E-88F2-6D93DD48933C}" dt="2021-02-03T13:37:03.022" v="41340"/>
          <ac:graphicFrameMkLst>
            <pc:docMk/>
            <pc:sldMk cId="2465518826" sldId="300"/>
            <ac:graphicFrameMk id="26" creationId="{86990E30-F5C5-4447-A09F-2FA51C6E4A32}"/>
          </ac:graphicFrameMkLst>
        </pc:graphicFrameChg>
        <pc:picChg chg="add mod">
          <ac:chgData name="Alexandre Quach" userId="7bb690c8a6e028e4" providerId="LiveId" clId="{06933C3E-53D6-4C1E-88F2-6D93DD48933C}" dt="2021-02-03T12:58:13.756" v="40769" actId="1076"/>
          <ac:picMkLst>
            <pc:docMk/>
            <pc:sldMk cId="2465518826" sldId="300"/>
            <ac:picMk id="24" creationId="{91F26C70-F3ED-4359-AAF5-7AFBAB9A7519}"/>
          </ac:picMkLst>
        </pc:picChg>
      </pc:sldChg>
      <pc:sldChg chg="addSp modSp add mod">
        <pc:chgData name="Alexandre Quach" userId="7bb690c8a6e028e4" providerId="LiveId" clId="{06933C3E-53D6-4C1E-88F2-6D93DD48933C}" dt="2021-02-03T20:46:02.978" v="56007" actId="1076"/>
        <pc:sldMkLst>
          <pc:docMk/>
          <pc:sldMk cId="3342365990" sldId="301"/>
        </pc:sldMkLst>
        <pc:spChg chg="add mod">
          <ac:chgData name="Alexandre Quach" userId="7bb690c8a6e028e4" providerId="LiveId" clId="{06933C3E-53D6-4C1E-88F2-6D93DD48933C}" dt="2021-02-03T20:46:00.739" v="56006" actId="14100"/>
          <ac:spMkLst>
            <pc:docMk/>
            <pc:sldMk cId="3342365990" sldId="301"/>
            <ac:spMk id="26" creationId="{7134D19D-00E7-4012-B2E2-449D6AFC93A6}"/>
          </ac:spMkLst>
        </pc:spChg>
        <pc:spChg chg="mod">
          <ac:chgData name="Alexandre Quach" userId="7bb690c8a6e028e4" providerId="LiveId" clId="{06933C3E-53D6-4C1E-88F2-6D93DD48933C}" dt="2021-02-03T20:41:13.661" v="55682" actId="6549"/>
          <ac:spMkLst>
            <pc:docMk/>
            <pc:sldMk cId="3342365990" sldId="301"/>
            <ac:spMk id="28" creationId="{D59997E0-6E65-4DE0-B057-FFC496ABA67F}"/>
          </ac:spMkLst>
        </pc:spChg>
        <pc:spChg chg="mod">
          <ac:chgData name="Alexandre Quach" userId="7bb690c8a6e028e4" providerId="LiveId" clId="{06933C3E-53D6-4C1E-88F2-6D93DD48933C}" dt="2021-02-03T20:41:14.510" v="55683" actId="6549"/>
          <ac:spMkLst>
            <pc:docMk/>
            <pc:sldMk cId="3342365990" sldId="301"/>
            <ac:spMk id="29" creationId="{64BF60A8-5968-4E20-AE2A-723DB31AAEA6}"/>
          </ac:spMkLst>
        </pc:spChg>
        <pc:graphicFrameChg chg="mod">
          <ac:chgData name="Alexandre Quach" userId="7bb690c8a6e028e4" providerId="LiveId" clId="{06933C3E-53D6-4C1E-88F2-6D93DD48933C}" dt="2021-02-03T13:37:09.553" v="41341"/>
          <ac:graphicFrameMkLst>
            <pc:docMk/>
            <pc:sldMk cId="3342365990" sldId="301"/>
            <ac:graphicFrameMk id="13" creationId="{3A8AA265-D93B-413F-9C35-0CFC9E1FD41B}"/>
          </ac:graphicFrameMkLst>
        </pc:graphicFrameChg>
        <pc:picChg chg="add mod">
          <ac:chgData name="Alexandre Quach" userId="7bb690c8a6e028e4" providerId="LiveId" clId="{06933C3E-53D6-4C1E-88F2-6D93DD48933C}" dt="2021-02-03T20:44:25.658" v="56002" actId="1076"/>
          <ac:picMkLst>
            <pc:docMk/>
            <pc:sldMk cId="3342365990" sldId="301"/>
            <ac:picMk id="27" creationId="{3347B913-6E81-443B-A467-25F6C641EA4F}"/>
          </ac:picMkLst>
        </pc:picChg>
        <pc:picChg chg="add mod">
          <ac:chgData name="Alexandre Quach" userId="7bb690c8a6e028e4" providerId="LiveId" clId="{06933C3E-53D6-4C1E-88F2-6D93DD48933C}" dt="2021-02-03T20:46:02.978" v="56007" actId="1076"/>
          <ac:picMkLst>
            <pc:docMk/>
            <pc:sldMk cId="3342365990" sldId="301"/>
            <ac:picMk id="32" creationId="{C8A1A265-7DD4-4876-92CE-AE637A849DE9}"/>
          </ac:picMkLst>
        </pc:picChg>
        <pc:picChg chg="add mod">
          <ac:chgData name="Alexandre Quach" userId="7bb690c8a6e028e4" providerId="LiveId" clId="{06933C3E-53D6-4C1E-88F2-6D93DD48933C}" dt="2021-02-03T20:44:28.466" v="56004" actId="1076"/>
          <ac:picMkLst>
            <pc:docMk/>
            <pc:sldMk cId="3342365990" sldId="301"/>
            <ac:picMk id="33" creationId="{EF772368-D7CA-438D-90F0-A12200D8F8F3}"/>
          </ac:picMkLst>
        </pc:picChg>
        <pc:picChg chg="add mod">
          <ac:chgData name="Alexandre Quach" userId="7bb690c8a6e028e4" providerId="LiveId" clId="{06933C3E-53D6-4C1E-88F2-6D93DD48933C}" dt="2021-02-03T20:44:26.777" v="56003" actId="1076"/>
          <ac:picMkLst>
            <pc:docMk/>
            <pc:sldMk cId="3342365990" sldId="301"/>
            <ac:picMk id="34" creationId="{8D1A1DEB-FA73-486D-8079-EDA5E1C5A08F}"/>
          </ac:picMkLst>
        </pc:picChg>
      </pc:sldChg>
      <pc:sldChg chg="addSp delSp modSp new mod ord setBg delAnim">
        <pc:chgData name="Alexandre Quach" userId="7bb690c8a6e028e4" providerId="LiveId" clId="{06933C3E-53D6-4C1E-88F2-6D93DD48933C}" dt="2021-02-04T14:02:46.726" v="79348" actId="478"/>
        <pc:sldMkLst>
          <pc:docMk/>
          <pc:sldMk cId="1141898557" sldId="302"/>
        </pc:sldMkLst>
        <pc:spChg chg="del">
          <ac:chgData name="Alexandre Quach" userId="7bb690c8a6e028e4" providerId="LiveId" clId="{06933C3E-53D6-4C1E-88F2-6D93DD48933C}" dt="2021-02-03T13:18:33.204" v="41219" actId="478"/>
          <ac:spMkLst>
            <pc:docMk/>
            <pc:sldMk cId="1141898557" sldId="302"/>
            <ac:spMk id="2" creationId="{FF3B92CF-5CA3-449D-A7CB-536ECA8875AA}"/>
          </ac:spMkLst>
        </pc:spChg>
        <pc:spChg chg="del">
          <ac:chgData name="Alexandre Quach" userId="7bb690c8a6e028e4" providerId="LiveId" clId="{06933C3E-53D6-4C1E-88F2-6D93DD48933C}" dt="2021-02-03T13:18:32.389" v="41218" actId="478"/>
          <ac:spMkLst>
            <pc:docMk/>
            <pc:sldMk cId="1141898557" sldId="302"/>
            <ac:spMk id="3" creationId="{192DFEB9-716B-46CA-8057-3FA01C3E192B}"/>
          </ac:spMkLst>
        </pc:spChg>
        <pc:spChg chg="add del mod">
          <ac:chgData name="Alexandre Quach" userId="7bb690c8a6e028e4" providerId="LiveId" clId="{06933C3E-53D6-4C1E-88F2-6D93DD48933C}" dt="2021-02-03T13:21:02.596" v="41226" actId="478"/>
          <ac:spMkLst>
            <pc:docMk/>
            <pc:sldMk cId="1141898557" sldId="302"/>
            <ac:spMk id="6" creationId="{0B28546C-216E-44BC-A412-91DCD44CF75B}"/>
          </ac:spMkLst>
        </pc:spChg>
        <pc:spChg chg="add del">
          <ac:chgData name="Alexandre Quach" userId="7bb690c8a6e028e4" providerId="LiveId" clId="{06933C3E-53D6-4C1E-88F2-6D93DD48933C}" dt="2021-02-03T13:23:49.284" v="41242" actId="478"/>
          <ac:spMkLst>
            <pc:docMk/>
            <pc:sldMk cId="1141898557" sldId="302"/>
            <ac:spMk id="12" creationId="{F6FBAEF8-0FB9-47A7-AEAE-903E04E1E8DB}"/>
          </ac:spMkLst>
        </pc:spChg>
        <pc:spChg chg="add del">
          <ac:chgData name="Alexandre Quach" userId="7bb690c8a6e028e4" providerId="LiveId" clId="{06933C3E-53D6-4C1E-88F2-6D93DD48933C}" dt="2021-02-03T13:25:36.940" v="41332" actId="478"/>
          <ac:spMkLst>
            <pc:docMk/>
            <pc:sldMk cId="1141898557" sldId="302"/>
            <ac:spMk id="13" creationId="{690A6368-0E55-49B3-9AD6-5494EE7E8F35}"/>
          </ac:spMkLst>
        </pc:spChg>
        <pc:spChg chg="add">
          <ac:chgData name="Alexandre Quach" userId="7bb690c8a6e028e4" providerId="LiveId" clId="{06933C3E-53D6-4C1E-88F2-6D93DD48933C}" dt="2021-02-03T13:22:03.674" v="41233" actId="26606"/>
          <ac:spMkLst>
            <pc:docMk/>
            <pc:sldMk cId="1141898557" sldId="302"/>
            <ac:spMk id="15" creationId="{80CCAACE-815D-4A79-875A-B7EFC28F7D2B}"/>
          </ac:spMkLst>
        </pc:spChg>
        <pc:graphicFrameChg chg="add del mod modGraphic">
          <ac:chgData name="Alexandre Quach" userId="7bb690c8a6e028e4" providerId="LiveId" clId="{06933C3E-53D6-4C1E-88F2-6D93DD48933C}" dt="2021-02-03T13:35:31.132" v="41333" actId="478"/>
          <ac:graphicFrameMkLst>
            <pc:docMk/>
            <pc:sldMk cId="1141898557" sldId="302"/>
            <ac:graphicFrameMk id="11" creationId="{6BF9F669-7E24-49BB-986E-AD05B4979647}"/>
          </ac:graphicFrameMkLst>
        </pc:graphicFrameChg>
        <pc:picChg chg="add del mod">
          <ac:chgData name="Alexandre Quach" userId="7bb690c8a6e028e4" providerId="LiveId" clId="{06933C3E-53D6-4C1E-88F2-6D93DD48933C}" dt="2021-02-04T14:02:46.726" v="79348" actId="478"/>
          <ac:picMkLst>
            <pc:docMk/>
            <pc:sldMk cId="1141898557" sldId="302"/>
            <ac:picMk id="2" creationId="{508159A7-8218-4FA4-8BCA-A133E4EF6E52}"/>
          </ac:picMkLst>
        </pc:picChg>
        <pc:picChg chg="add mod ord">
          <ac:chgData name="Alexandre Quach" userId="7bb690c8a6e028e4" providerId="LiveId" clId="{06933C3E-53D6-4C1E-88F2-6D93DD48933C}" dt="2021-02-03T13:22:26.069" v="41234" actId="29295"/>
          <ac:picMkLst>
            <pc:docMk/>
            <pc:sldMk cId="1141898557" sldId="302"/>
            <ac:picMk id="5" creationId="{F10CBE59-8959-41C7-934F-324C950D2926}"/>
          </ac:picMkLst>
        </pc:picChg>
        <pc:picChg chg="add del mod">
          <ac:chgData name="Alexandre Quach" userId="7bb690c8a6e028e4" providerId="LiveId" clId="{06933C3E-53D6-4C1E-88F2-6D93DD48933C}" dt="2021-02-03T13:20:56.140" v="41224" actId="478"/>
          <ac:picMkLst>
            <pc:docMk/>
            <pc:sldMk cId="1141898557" sldId="302"/>
            <ac:picMk id="8" creationId="{5361B599-F96A-4166-99DC-FA2BDDB2B212}"/>
          </ac:picMkLst>
        </pc:picChg>
        <pc:picChg chg="add mod">
          <ac:chgData name="Alexandre Quach" userId="7bb690c8a6e028e4" providerId="LiveId" clId="{06933C3E-53D6-4C1E-88F2-6D93DD48933C}" dt="2021-02-03T13:22:34.114" v="41235" actId="29295"/>
          <ac:picMkLst>
            <pc:docMk/>
            <pc:sldMk cId="1141898557" sldId="302"/>
            <ac:picMk id="10" creationId="{7B9A1660-2ADF-4BA0-B4E5-8305502AEB15}"/>
          </ac:picMkLst>
        </pc:picChg>
      </pc:sldChg>
      <pc:sldChg chg="new del">
        <pc:chgData name="Alexandre Quach" userId="7bb690c8a6e028e4" providerId="LiveId" clId="{06933C3E-53D6-4C1E-88F2-6D93DD48933C}" dt="2021-02-03T13:17:52.053" v="41214" actId="47"/>
        <pc:sldMkLst>
          <pc:docMk/>
          <pc:sldMk cId="1741746866" sldId="302"/>
        </pc:sldMkLst>
      </pc:sldChg>
      <pc:sldChg chg="addSp delSp modSp new del mod modClrScheme chgLayout">
        <pc:chgData name="Alexandre Quach" userId="7bb690c8a6e028e4" providerId="LiveId" clId="{06933C3E-53D6-4C1E-88F2-6D93DD48933C}" dt="2021-02-03T14:00:08.271" v="41865" actId="47"/>
        <pc:sldMkLst>
          <pc:docMk/>
          <pc:sldMk cId="1921139967" sldId="303"/>
        </pc:sldMkLst>
        <pc:spChg chg="del">
          <ac:chgData name="Alexandre Quach" userId="7bb690c8a6e028e4" providerId="LiveId" clId="{06933C3E-53D6-4C1E-88F2-6D93DD48933C}" dt="2021-02-03T13:38:12.250" v="41350" actId="700"/>
          <ac:spMkLst>
            <pc:docMk/>
            <pc:sldMk cId="1921139967" sldId="303"/>
            <ac:spMk id="2" creationId="{8F6788E4-ADEF-4C09-B622-84C554A50B3F}"/>
          </ac:spMkLst>
        </pc:spChg>
        <pc:spChg chg="del">
          <ac:chgData name="Alexandre Quach" userId="7bb690c8a6e028e4" providerId="LiveId" clId="{06933C3E-53D6-4C1E-88F2-6D93DD48933C}" dt="2021-02-03T13:38:12.250" v="41350" actId="700"/>
          <ac:spMkLst>
            <pc:docMk/>
            <pc:sldMk cId="1921139967" sldId="303"/>
            <ac:spMk id="3" creationId="{8E283AB7-839E-4098-AAC7-B904EC06BB4A}"/>
          </ac:spMkLst>
        </pc:spChg>
        <pc:spChg chg="add mod">
          <ac:chgData name="Alexandre Quach" userId="7bb690c8a6e028e4" providerId="LiveId" clId="{06933C3E-53D6-4C1E-88F2-6D93DD48933C}" dt="2021-02-03T13:38:39.225" v="41353"/>
          <ac:spMkLst>
            <pc:docMk/>
            <pc:sldMk cId="1921139967" sldId="303"/>
            <ac:spMk id="6" creationId="{7E07EDAB-349A-4822-BA30-B9BE1C856B77}"/>
          </ac:spMkLst>
        </pc:spChg>
        <pc:spChg chg="add mod">
          <ac:chgData name="Alexandre Quach" userId="7bb690c8a6e028e4" providerId="LiveId" clId="{06933C3E-53D6-4C1E-88F2-6D93DD48933C}" dt="2021-02-03T13:57:38.768" v="41810" actId="14100"/>
          <ac:spMkLst>
            <pc:docMk/>
            <pc:sldMk cId="1921139967" sldId="303"/>
            <ac:spMk id="11" creationId="{05B4F9C1-726B-455C-8F39-09D06A9312CD}"/>
          </ac:spMkLst>
        </pc:spChg>
        <pc:spChg chg="add mod">
          <ac:chgData name="Alexandre Quach" userId="7bb690c8a6e028e4" providerId="LiveId" clId="{06933C3E-53D6-4C1E-88F2-6D93DD48933C}" dt="2021-02-03T13:58:19.062" v="41836" actId="6549"/>
          <ac:spMkLst>
            <pc:docMk/>
            <pc:sldMk cId="1921139967" sldId="303"/>
            <ac:spMk id="13" creationId="{452C2853-EBCA-46B2-9018-5946C39C5311}"/>
          </ac:spMkLst>
        </pc:spChg>
        <pc:spChg chg="add del mod">
          <ac:chgData name="Alexandre Quach" userId="7bb690c8a6e028e4" providerId="LiveId" clId="{06933C3E-53D6-4C1E-88F2-6D93DD48933C}" dt="2021-02-03T13:58:10.238" v="41830" actId="21"/>
          <ac:spMkLst>
            <pc:docMk/>
            <pc:sldMk cId="1921139967" sldId="303"/>
            <ac:spMk id="16" creationId="{94FFDFEB-3930-4F43-A0F1-114417CAB119}"/>
          </ac:spMkLst>
        </pc:spChg>
        <pc:spChg chg="add del mod">
          <ac:chgData name="Alexandre Quach" userId="7bb690c8a6e028e4" providerId="LiveId" clId="{06933C3E-53D6-4C1E-88F2-6D93DD48933C}" dt="2021-02-03T13:58:21.544" v="41837" actId="6549"/>
          <ac:spMkLst>
            <pc:docMk/>
            <pc:sldMk cId="1921139967" sldId="303"/>
            <ac:spMk id="17" creationId="{D227397D-596A-41E4-8CB1-6D15ECD3A93D}"/>
          </ac:spMkLst>
        </pc:spChg>
        <pc:spChg chg="add mod ord">
          <ac:chgData name="Alexandre Quach" userId="7bb690c8a6e028e4" providerId="LiveId" clId="{06933C3E-53D6-4C1E-88F2-6D93DD48933C}" dt="2021-02-03T13:58:33.305" v="41843" actId="20577"/>
          <ac:spMkLst>
            <pc:docMk/>
            <pc:sldMk cId="1921139967" sldId="303"/>
            <ac:spMk id="19" creationId="{03A4E8B8-73B2-477E-9DC8-B8B2F35CCDCF}"/>
          </ac:spMkLst>
        </pc:spChg>
        <pc:graphicFrameChg chg="add mod modGraphic">
          <ac:chgData name="Alexandre Quach" userId="7bb690c8a6e028e4" providerId="LiveId" clId="{06933C3E-53D6-4C1E-88F2-6D93DD48933C}" dt="2021-02-03T13:42:35.626" v="41780" actId="20577"/>
          <ac:graphicFrameMkLst>
            <pc:docMk/>
            <pc:sldMk cId="1921139967" sldId="303"/>
            <ac:graphicFrameMk id="5" creationId="{1A9B4720-AC23-4E66-8A69-BFDB240E60FC}"/>
          </ac:graphicFrameMkLst>
        </pc:graphicFrameChg>
        <pc:picChg chg="add mod">
          <ac:chgData name="Alexandre Quach" userId="7bb690c8a6e028e4" providerId="LiveId" clId="{06933C3E-53D6-4C1E-88F2-6D93DD48933C}" dt="2021-02-03T13:38:39.225" v="41353"/>
          <ac:picMkLst>
            <pc:docMk/>
            <pc:sldMk cId="1921139967" sldId="303"/>
            <ac:picMk id="4" creationId="{6ACE8F49-9ACB-4788-8E79-772B71724A65}"/>
          </ac:picMkLst>
        </pc:picChg>
        <pc:picChg chg="add del mod">
          <ac:chgData name="Alexandre Quach" userId="7bb690c8a6e028e4" providerId="LiveId" clId="{06933C3E-53D6-4C1E-88F2-6D93DD48933C}" dt="2021-02-03T13:57:12.452" v="41797" actId="21"/>
          <ac:picMkLst>
            <pc:docMk/>
            <pc:sldMk cId="1921139967" sldId="303"/>
            <ac:picMk id="7" creationId="{F61B192C-E40B-4EA0-9C6A-9B425E8AD7BB}"/>
          </ac:picMkLst>
        </pc:picChg>
        <pc:picChg chg="add del mod">
          <ac:chgData name="Alexandre Quach" userId="7bb690c8a6e028e4" providerId="LiveId" clId="{06933C3E-53D6-4C1E-88F2-6D93DD48933C}" dt="2021-02-03T13:57:57.164" v="41823" actId="21"/>
          <ac:picMkLst>
            <pc:docMk/>
            <pc:sldMk cId="1921139967" sldId="303"/>
            <ac:picMk id="8" creationId="{CD5CB1B8-F914-4CD9-9B06-D1D55971FB28}"/>
          </ac:picMkLst>
        </pc:picChg>
        <pc:picChg chg="add del mod">
          <ac:chgData name="Alexandre Quach" userId="7bb690c8a6e028e4" providerId="LiveId" clId="{06933C3E-53D6-4C1E-88F2-6D93DD48933C}" dt="2021-02-03T13:57:51.613" v="41818" actId="21"/>
          <ac:picMkLst>
            <pc:docMk/>
            <pc:sldMk cId="1921139967" sldId="303"/>
            <ac:picMk id="9" creationId="{DAE8AF4A-6EBA-4E1A-9481-41F7F1F7EAE0}"/>
          </ac:picMkLst>
        </pc:picChg>
        <pc:picChg chg="add mod">
          <ac:chgData name="Alexandre Quach" userId="7bb690c8a6e028e4" providerId="LiveId" clId="{06933C3E-53D6-4C1E-88F2-6D93DD48933C}" dt="2021-02-03T13:39:37.850" v="41375" actId="1076"/>
          <ac:picMkLst>
            <pc:docMk/>
            <pc:sldMk cId="1921139967" sldId="303"/>
            <ac:picMk id="10" creationId="{47A6F1C1-82EC-490D-950A-883535EAC3E7}"/>
          </ac:picMkLst>
        </pc:picChg>
        <pc:picChg chg="add mod">
          <ac:chgData name="Alexandre Quach" userId="7bb690c8a6e028e4" providerId="LiveId" clId="{06933C3E-53D6-4C1E-88F2-6D93DD48933C}" dt="2021-02-03T13:57:14.843" v="41799" actId="1076"/>
          <ac:picMkLst>
            <pc:docMk/>
            <pc:sldMk cId="1921139967" sldId="303"/>
            <ac:picMk id="12" creationId="{22AA6686-8192-4A62-8C02-881AFCC188BD}"/>
          </ac:picMkLst>
        </pc:picChg>
        <pc:picChg chg="add del mod">
          <ac:chgData name="Alexandre Quach" userId="7bb690c8a6e028e4" providerId="LiveId" clId="{06933C3E-53D6-4C1E-88F2-6D93DD48933C}" dt="2021-02-03T13:58:11.902" v="41832" actId="21"/>
          <ac:picMkLst>
            <pc:docMk/>
            <pc:sldMk cId="1921139967" sldId="303"/>
            <ac:picMk id="14" creationId="{1A99A557-5B89-41E9-AA3D-ED7713BEFF7D}"/>
          </ac:picMkLst>
        </pc:picChg>
        <pc:picChg chg="add mod">
          <ac:chgData name="Alexandre Quach" userId="7bb690c8a6e028e4" providerId="LiveId" clId="{06933C3E-53D6-4C1E-88F2-6D93DD48933C}" dt="2021-02-03T13:57:57.537" v="41824"/>
          <ac:picMkLst>
            <pc:docMk/>
            <pc:sldMk cId="1921139967" sldId="303"/>
            <ac:picMk id="15" creationId="{EA7E4090-ED84-42E0-8358-91223B3410CB}"/>
          </ac:picMkLst>
        </pc:picChg>
        <pc:picChg chg="add mod">
          <ac:chgData name="Alexandre Quach" userId="7bb690c8a6e028e4" providerId="LiveId" clId="{06933C3E-53D6-4C1E-88F2-6D93DD48933C}" dt="2021-02-03T13:58:12.243" v="41833"/>
          <ac:picMkLst>
            <pc:docMk/>
            <pc:sldMk cId="1921139967" sldId="303"/>
            <ac:picMk id="18" creationId="{34EE32C2-9205-4C25-AAC5-B524C0E568C7}"/>
          </ac:picMkLst>
        </pc:picChg>
        <pc:picChg chg="add mod">
          <ac:chgData name="Alexandre Quach" userId="7bb690c8a6e028e4" providerId="LiveId" clId="{06933C3E-53D6-4C1E-88F2-6D93DD48933C}" dt="2021-02-03T13:59:51.442" v="41863" actId="1076"/>
          <ac:picMkLst>
            <pc:docMk/>
            <pc:sldMk cId="1921139967" sldId="303"/>
            <ac:picMk id="20" creationId="{30B77980-03FC-4944-BD35-102A1FACD07E}"/>
          </ac:picMkLst>
        </pc:picChg>
      </pc:sldChg>
      <pc:sldChg chg="add del">
        <pc:chgData name="Alexandre Quach" userId="7bb690c8a6e028e4" providerId="LiveId" clId="{06933C3E-53D6-4C1E-88F2-6D93DD48933C}" dt="2021-02-03T13:38:06.893" v="41348" actId="47"/>
        <pc:sldMkLst>
          <pc:docMk/>
          <pc:sldMk cId="2279777162" sldId="303"/>
        </pc:sldMkLst>
      </pc:sldChg>
      <pc:sldChg chg="addSp delSp modSp add del mod">
        <pc:chgData name="Alexandre Quach" userId="7bb690c8a6e028e4" providerId="LiveId" clId="{06933C3E-53D6-4C1E-88F2-6D93DD48933C}" dt="2021-02-03T13:38:44.032" v="41354" actId="47"/>
        <pc:sldMkLst>
          <pc:docMk/>
          <pc:sldMk cId="537050203" sldId="304"/>
        </pc:sldMkLst>
        <pc:spChg chg="add mod">
          <ac:chgData name="Alexandre Quach" userId="7bb690c8a6e028e4" providerId="LiveId" clId="{06933C3E-53D6-4C1E-88F2-6D93DD48933C}" dt="2021-02-03T13:38:37.107" v="41352" actId="21"/>
          <ac:spMkLst>
            <pc:docMk/>
            <pc:sldMk cId="537050203" sldId="304"/>
            <ac:spMk id="3" creationId="{B4EF3005-0F24-4EC3-A412-6007E1B2D48B}"/>
          </ac:spMkLst>
        </pc:spChg>
        <pc:spChg chg="del">
          <ac:chgData name="Alexandre Quach" userId="7bb690c8a6e028e4" providerId="LiveId" clId="{06933C3E-53D6-4C1E-88F2-6D93DD48933C}" dt="2021-02-03T13:38:37.107" v="41352" actId="21"/>
          <ac:spMkLst>
            <pc:docMk/>
            <pc:sldMk cId="537050203" sldId="304"/>
            <ac:spMk id="66" creationId="{0C283DCF-DF89-4B59-B9BE-E9DF8AE0CACD}"/>
          </ac:spMkLst>
        </pc:spChg>
        <pc:graphicFrameChg chg="del">
          <ac:chgData name="Alexandre Quach" userId="7bb690c8a6e028e4" providerId="LiveId" clId="{06933C3E-53D6-4C1E-88F2-6D93DD48933C}" dt="2021-02-03T13:38:37.107" v="41352" actId="21"/>
          <ac:graphicFrameMkLst>
            <pc:docMk/>
            <pc:sldMk cId="537050203" sldId="304"/>
            <ac:graphicFrameMk id="49" creationId="{7C6C9A0E-8DAF-47B9-9736-40987B77AFCB}"/>
          </ac:graphicFrameMkLst>
        </pc:graphicFrameChg>
        <pc:picChg chg="del">
          <ac:chgData name="Alexandre Quach" userId="7bb690c8a6e028e4" providerId="LiveId" clId="{06933C3E-53D6-4C1E-88F2-6D93DD48933C}" dt="2021-02-03T13:38:37.107" v="41352" actId="21"/>
          <ac:picMkLst>
            <pc:docMk/>
            <pc:sldMk cId="537050203" sldId="304"/>
            <ac:picMk id="9" creationId="{E97A8A9A-785F-454F-9BF6-E4AA862F387C}"/>
          </ac:picMkLst>
        </pc:picChg>
      </pc:sldChg>
      <pc:sldChg chg="addSp delSp modSp add mod modClrScheme delDesignElem chgLayout">
        <pc:chgData name="Alexandre Quach" userId="7bb690c8a6e028e4" providerId="LiveId" clId="{06933C3E-53D6-4C1E-88F2-6D93DD48933C}" dt="2021-02-03T22:21:50.724" v="63599" actId="14100"/>
        <pc:sldMkLst>
          <pc:docMk/>
          <pc:sldMk cId="3071526168" sldId="304"/>
        </pc:sldMkLst>
        <pc:spChg chg="add mod">
          <ac:chgData name="Alexandre Quach" userId="7bb690c8a6e028e4" providerId="LiveId" clId="{06933C3E-53D6-4C1E-88F2-6D93DD48933C}" dt="2021-02-03T21:10:49.241" v="56892" actId="20577"/>
          <ac:spMkLst>
            <pc:docMk/>
            <pc:sldMk cId="3071526168" sldId="304"/>
            <ac:spMk id="26" creationId="{8F99DA02-D1A1-411B-AB81-32962E589013}"/>
          </ac:spMkLst>
        </pc:spChg>
        <pc:spChg chg="add mod">
          <ac:chgData name="Alexandre Quach" userId="7bb690c8a6e028e4" providerId="LiveId" clId="{06933C3E-53D6-4C1E-88F2-6D93DD48933C}" dt="2021-02-03T21:20:22.092" v="57794" actId="27636"/>
          <ac:spMkLst>
            <pc:docMk/>
            <pc:sldMk cId="3071526168" sldId="304"/>
            <ac:spMk id="28" creationId="{6F7619C9-43BA-4DEC-870E-3F443ECCA931}"/>
          </ac:spMkLst>
        </pc:spChg>
        <pc:spChg chg="add mod">
          <ac:chgData name="Alexandre Quach" userId="7bb690c8a6e028e4" providerId="LiveId" clId="{06933C3E-53D6-4C1E-88F2-6D93DD48933C}" dt="2021-02-03T21:20:24.875" v="57796" actId="27636"/>
          <ac:spMkLst>
            <pc:docMk/>
            <pc:sldMk cId="3071526168" sldId="304"/>
            <ac:spMk id="29" creationId="{C2379EC0-CA80-4C71-B9C1-341A4A34AC83}"/>
          </ac:spMkLst>
        </pc:spChg>
        <pc:spChg chg="add mod">
          <ac:chgData name="Alexandre Quach" userId="7bb690c8a6e028e4" providerId="LiveId" clId="{06933C3E-53D6-4C1E-88F2-6D93DD48933C}" dt="2021-02-03T21:20:40.744" v="57804" actId="14100"/>
          <ac:spMkLst>
            <pc:docMk/>
            <pc:sldMk cId="3071526168" sldId="304"/>
            <ac:spMk id="31" creationId="{FB7533E8-B84E-482F-9536-F290B73D0C24}"/>
          </ac:spMkLst>
        </pc:spChg>
        <pc:spChg chg="del">
          <ac:chgData name="Alexandre Quach" userId="7bb690c8a6e028e4" providerId="LiveId" clId="{06933C3E-53D6-4C1E-88F2-6D93DD48933C}" dt="2021-02-03T13:58:52.602" v="41847" actId="478"/>
          <ac:spMkLst>
            <pc:docMk/>
            <pc:sldMk cId="3071526168" sldId="304"/>
            <ac:spMk id="57" creationId="{5C81094A-A7D8-4F2D-8125-CD5D2610A1B2}"/>
          </ac:spMkLst>
        </pc:spChg>
        <pc:spChg chg="del">
          <ac:chgData name="Alexandre Quach" userId="7bb690c8a6e028e4" providerId="LiveId" clId="{06933C3E-53D6-4C1E-88F2-6D93DD48933C}" dt="2021-02-03T13:58:50.116" v="41846" actId="478"/>
          <ac:spMkLst>
            <pc:docMk/>
            <pc:sldMk cId="3071526168" sldId="304"/>
            <ac:spMk id="67" creationId="{16029FB5-0B18-48D1-B52A-B8FBF9FBF7DA}"/>
          </ac:spMkLst>
        </pc:spChg>
        <pc:spChg chg="del">
          <ac:chgData name="Alexandre Quach" userId="7bb690c8a6e028e4" providerId="LiveId" clId="{06933C3E-53D6-4C1E-88F2-6D93DD48933C}" dt="2021-02-03T13:58:47.491" v="41845" actId="478"/>
          <ac:spMkLst>
            <pc:docMk/>
            <pc:sldMk cId="3071526168" sldId="304"/>
            <ac:spMk id="68" creationId="{BEB31E48-7DA5-4DB5-89B9-6663C931864E}"/>
          </ac:spMkLst>
        </pc:spChg>
        <pc:spChg chg="del">
          <ac:chgData name="Alexandre Quach" userId="7bb690c8a6e028e4" providerId="LiveId" clId="{06933C3E-53D6-4C1E-88F2-6D93DD48933C}" dt="2021-02-03T13:58:47.491" v="41845" actId="478"/>
          <ac:spMkLst>
            <pc:docMk/>
            <pc:sldMk cId="3071526168" sldId="304"/>
            <ac:spMk id="69" creationId="{2DEE6106-877E-4018-AB7F-B18774B53C9A}"/>
          </ac:spMkLst>
        </pc:spChg>
        <pc:graphicFrameChg chg="del">
          <ac:chgData name="Alexandre Quach" userId="7bb690c8a6e028e4" providerId="LiveId" clId="{06933C3E-53D6-4C1E-88F2-6D93DD48933C}" dt="2021-02-03T13:58:50.116" v="41846" actId="478"/>
          <ac:graphicFrameMkLst>
            <pc:docMk/>
            <pc:sldMk cId="3071526168" sldId="304"/>
            <ac:graphicFrameMk id="13" creationId="{3A8AA265-D93B-413F-9C35-0CFC9E1FD41B}"/>
          </ac:graphicFrameMkLst>
        </pc:graphicFrameChg>
        <pc:graphicFrameChg chg="mod ord modGraphic">
          <ac:chgData name="Alexandre Quach" userId="7bb690c8a6e028e4" providerId="LiveId" clId="{06933C3E-53D6-4C1E-88F2-6D93DD48933C}" dt="2021-02-03T20:22:20.292" v="54651" actId="20577"/>
          <ac:graphicFrameMkLst>
            <pc:docMk/>
            <pc:sldMk cId="3071526168" sldId="304"/>
            <ac:graphicFrameMk id="49" creationId="{7C6C9A0E-8DAF-47B9-9736-40987B77AFCB}"/>
          </ac:graphicFrameMkLst>
        </pc:graphicFrameChg>
        <pc:graphicFrameChg chg="del">
          <ac:chgData name="Alexandre Quach" userId="7bb690c8a6e028e4" providerId="LiveId" clId="{06933C3E-53D6-4C1E-88F2-6D93DD48933C}" dt="2021-02-03T13:58:47.491" v="41845" actId="478"/>
          <ac:graphicFrameMkLst>
            <pc:docMk/>
            <pc:sldMk cId="3071526168" sldId="304"/>
            <ac:graphicFrameMk id="53" creationId="{68261A0B-B4E9-4A8C-A58F-F940CB3BE577}"/>
          </ac:graphicFrameMkLst>
        </pc:graphicFrameChg>
        <pc:graphicFrameChg chg="del">
          <ac:chgData name="Alexandre Quach" userId="7bb690c8a6e028e4" providerId="LiveId" clId="{06933C3E-53D6-4C1E-88F2-6D93DD48933C}" dt="2021-02-03T13:58:50.116" v="41846" actId="478"/>
          <ac:graphicFrameMkLst>
            <pc:docMk/>
            <pc:sldMk cId="3071526168" sldId="304"/>
            <ac:graphicFrameMk id="71" creationId="{2A490DA2-8E63-4056-95C3-FA18C485DCFD}"/>
          </ac:graphicFrameMkLst>
        </pc:graphicFrameChg>
        <pc:graphicFrameChg chg="del">
          <ac:chgData name="Alexandre Quach" userId="7bb690c8a6e028e4" providerId="LiveId" clId="{06933C3E-53D6-4C1E-88F2-6D93DD48933C}" dt="2021-02-03T13:58:47.491" v="41845" actId="478"/>
          <ac:graphicFrameMkLst>
            <pc:docMk/>
            <pc:sldMk cId="3071526168" sldId="304"/>
            <ac:graphicFrameMk id="72" creationId="{F75A2161-D3EF-4096-AC01-E4F49FF91668}"/>
          </ac:graphicFrameMkLst>
        </pc:graphicFrameChg>
        <pc:picChg chg="del">
          <ac:chgData name="Alexandre Quach" userId="7bb690c8a6e028e4" providerId="LiveId" clId="{06933C3E-53D6-4C1E-88F2-6D93DD48933C}" dt="2021-02-03T13:58:47.491" v="41845" actId="478"/>
          <ac:picMkLst>
            <pc:docMk/>
            <pc:sldMk cId="3071526168" sldId="304"/>
            <ac:picMk id="4" creationId="{810B335A-BD7D-4C12-9170-5EF0681C4883}"/>
          </ac:picMkLst>
        </pc:picChg>
        <pc:picChg chg="del">
          <ac:chgData name="Alexandre Quach" userId="7bb690c8a6e028e4" providerId="LiveId" clId="{06933C3E-53D6-4C1E-88F2-6D93DD48933C}" dt="2021-02-03T13:58:50.116" v="41846" actId="478"/>
          <ac:picMkLst>
            <pc:docMk/>
            <pc:sldMk cId="3071526168" sldId="304"/>
            <ac:picMk id="7" creationId="{CBF58E3E-54BF-4BCF-8BF6-8F82D5F36096}"/>
          </ac:picMkLst>
        </pc:picChg>
        <pc:picChg chg="del">
          <ac:chgData name="Alexandre Quach" userId="7bb690c8a6e028e4" providerId="LiveId" clId="{06933C3E-53D6-4C1E-88F2-6D93DD48933C}" dt="2021-02-03T13:58:47.491" v="41845" actId="478"/>
          <ac:picMkLst>
            <pc:docMk/>
            <pc:sldMk cId="3071526168" sldId="304"/>
            <ac:picMk id="8" creationId="{93B8AA36-BAD1-48F5-A757-FB3D936263E3}"/>
          </ac:picMkLst>
        </pc:picChg>
        <pc:picChg chg="add mod">
          <ac:chgData name="Alexandre Quach" userId="7bb690c8a6e028e4" providerId="LiveId" clId="{06933C3E-53D6-4C1E-88F2-6D93DD48933C}" dt="2021-02-03T14:13:58.803" v="42176" actId="207"/>
          <ac:picMkLst>
            <pc:docMk/>
            <pc:sldMk cId="3071526168" sldId="304"/>
            <ac:picMk id="27" creationId="{807E3860-DE05-43EC-A743-EAA08F2C7C87}"/>
          </ac:picMkLst>
        </pc:picChg>
        <pc:picChg chg="add mod">
          <ac:chgData name="Alexandre Quach" userId="7bb690c8a6e028e4" providerId="LiveId" clId="{06933C3E-53D6-4C1E-88F2-6D93DD48933C}" dt="2021-02-03T21:20:29.120" v="57799" actId="1076"/>
          <ac:picMkLst>
            <pc:docMk/>
            <pc:sldMk cId="3071526168" sldId="304"/>
            <ac:picMk id="30" creationId="{798C266B-1FFE-495C-BDC8-83DCCA719FF6}"/>
          </ac:picMkLst>
        </pc:picChg>
        <pc:picChg chg="add mod">
          <ac:chgData name="Alexandre Quach" userId="7bb690c8a6e028e4" providerId="LiveId" clId="{06933C3E-53D6-4C1E-88F2-6D93DD48933C}" dt="2021-02-03T22:21:50.724" v="63599" actId="14100"/>
          <ac:picMkLst>
            <pc:docMk/>
            <pc:sldMk cId="3071526168" sldId="304"/>
            <ac:picMk id="32" creationId="{06228F89-1BFD-4B6A-8632-95CD3D6ED6B6}"/>
          </ac:picMkLst>
        </pc:picChg>
        <pc:picChg chg="add mod">
          <ac:chgData name="Alexandre Quach" userId="7bb690c8a6e028e4" providerId="LiveId" clId="{06933C3E-53D6-4C1E-88F2-6D93DD48933C}" dt="2021-02-03T14:13:58.803" v="42176" actId="207"/>
          <ac:picMkLst>
            <pc:docMk/>
            <pc:sldMk cId="3071526168" sldId="304"/>
            <ac:picMk id="33" creationId="{C0365D4D-8360-4ED8-9D99-36CB916940BC}"/>
          </ac:picMkLst>
        </pc:picChg>
        <pc:picChg chg="add mod">
          <ac:chgData name="Alexandre Quach" userId="7bb690c8a6e028e4" providerId="LiveId" clId="{06933C3E-53D6-4C1E-88F2-6D93DD48933C}" dt="2021-02-03T21:20:27.592" v="57797" actId="1076"/>
          <ac:picMkLst>
            <pc:docMk/>
            <pc:sldMk cId="3071526168" sldId="304"/>
            <ac:picMk id="34" creationId="{881DD63B-26A5-4B70-8707-EF07495EDBE9}"/>
          </ac:picMkLst>
        </pc:picChg>
        <pc:picChg chg="del">
          <ac:chgData name="Alexandre Quach" userId="7bb690c8a6e028e4" providerId="LiveId" clId="{06933C3E-53D6-4C1E-88F2-6D93DD48933C}" dt="2021-02-03T13:58:50.116" v="41846" actId="478"/>
          <ac:picMkLst>
            <pc:docMk/>
            <pc:sldMk cId="3071526168" sldId="304"/>
            <ac:picMk id="59" creationId="{53288615-983B-4D6F-BE62-F0BD62037E10}"/>
          </ac:picMkLst>
        </pc:picChg>
        <pc:picChg chg="del">
          <ac:chgData name="Alexandre Quach" userId="7bb690c8a6e028e4" providerId="LiveId" clId="{06933C3E-53D6-4C1E-88F2-6D93DD48933C}" dt="2021-02-03T13:58:50.116" v="41846" actId="478"/>
          <ac:picMkLst>
            <pc:docMk/>
            <pc:sldMk cId="3071526168" sldId="304"/>
            <ac:picMk id="61" creationId="{724C23A8-1B6B-47BB-93A0-45BF16D6AD0E}"/>
          </ac:picMkLst>
        </pc:picChg>
        <pc:picChg chg="del">
          <ac:chgData name="Alexandre Quach" userId="7bb690c8a6e028e4" providerId="LiveId" clId="{06933C3E-53D6-4C1E-88F2-6D93DD48933C}" dt="2021-02-03T13:58:47.491" v="41845" actId="478"/>
          <ac:picMkLst>
            <pc:docMk/>
            <pc:sldMk cId="3071526168" sldId="304"/>
            <ac:picMk id="63" creationId="{7642520D-039A-4A09-8A8A-B6A0E43E746F}"/>
          </ac:picMkLst>
        </pc:picChg>
        <pc:picChg chg="del">
          <ac:chgData name="Alexandre Quach" userId="7bb690c8a6e028e4" providerId="LiveId" clId="{06933C3E-53D6-4C1E-88F2-6D93DD48933C}" dt="2021-02-03T13:58:47.491" v="41845" actId="478"/>
          <ac:picMkLst>
            <pc:docMk/>
            <pc:sldMk cId="3071526168" sldId="304"/>
            <ac:picMk id="65" creationId="{46403B73-25EE-45E5-8AAB-AC511C5C6B7B}"/>
          </ac:picMkLst>
        </pc:picChg>
        <pc:cxnChg chg="add del">
          <ac:chgData name="Alexandre Quach" userId="7bb690c8a6e028e4" providerId="LiveId" clId="{06933C3E-53D6-4C1E-88F2-6D93DD48933C}" dt="2021-02-03T14:03:15.067" v="41916" actId="700"/>
          <ac:cxnSpMkLst>
            <pc:docMk/>
            <pc:sldMk cId="3071526168" sldId="304"/>
            <ac:cxnSpMk id="39" creationId="{B817B4B8-5E01-4B44-BC25-876D56C12149}"/>
          </ac:cxnSpMkLst>
        </pc:cxnChg>
        <pc:cxnChg chg="add del">
          <ac:chgData name="Alexandre Quach" userId="7bb690c8a6e028e4" providerId="LiveId" clId="{06933C3E-53D6-4C1E-88F2-6D93DD48933C}" dt="2021-02-03T14:03:15.067" v="41916" actId="700"/>
          <ac:cxnSpMkLst>
            <pc:docMk/>
            <pc:sldMk cId="3071526168" sldId="304"/>
            <ac:cxnSpMk id="40" creationId="{D683D1A4-93E5-4A4D-B103-8223A220EB2B}"/>
          </ac:cxnSpMkLst>
        </pc:cxnChg>
        <pc:cxnChg chg="add del">
          <ac:chgData name="Alexandre Quach" userId="7bb690c8a6e028e4" providerId="LiveId" clId="{06933C3E-53D6-4C1E-88F2-6D93DD48933C}" dt="2021-02-03T14:03:15.067" v="41916" actId="700"/>
          <ac:cxnSpMkLst>
            <pc:docMk/>
            <pc:sldMk cId="3071526168" sldId="304"/>
            <ac:cxnSpMk id="41" creationId="{B0E8ABF4-C289-489E-BEFB-3077F9D9C773}"/>
          </ac:cxnSpMkLst>
        </pc:cxnChg>
        <pc:cxnChg chg="add del">
          <ac:chgData name="Alexandre Quach" userId="7bb690c8a6e028e4" providerId="LiveId" clId="{06933C3E-53D6-4C1E-88F2-6D93DD48933C}" dt="2021-02-03T14:03:15.067" v="41916" actId="700"/>
          <ac:cxnSpMkLst>
            <pc:docMk/>
            <pc:sldMk cId="3071526168" sldId="304"/>
            <ac:cxnSpMk id="43" creationId="{7989CFA0-35DD-4943-B365-488C66B9B192}"/>
          </ac:cxnSpMkLst>
        </pc:cxnChg>
        <pc:cxnChg chg="add del">
          <ac:chgData name="Alexandre Quach" userId="7bb690c8a6e028e4" providerId="LiveId" clId="{06933C3E-53D6-4C1E-88F2-6D93DD48933C}" dt="2021-02-03T14:03:15.067" v="41916" actId="700"/>
          <ac:cxnSpMkLst>
            <pc:docMk/>
            <pc:sldMk cId="3071526168" sldId="304"/>
            <ac:cxnSpMk id="45" creationId="{688AD040-1A2B-4FB4-A345-7B9F3E5ED9B0}"/>
          </ac:cxnSpMkLst>
        </pc:cxnChg>
        <pc:cxnChg chg="add del">
          <ac:chgData name="Alexandre Quach" userId="7bb690c8a6e028e4" providerId="LiveId" clId="{06933C3E-53D6-4C1E-88F2-6D93DD48933C}" dt="2021-02-03T14:03:15.067" v="41916" actId="700"/>
          <ac:cxnSpMkLst>
            <pc:docMk/>
            <pc:sldMk cId="3071526168" sldId="304"/>
            <ac:cxnSpMk id="47" creationId="{823B704A-724B-41D6-8F33-76939E727D2A}"/>
          </ac:cxnSpMkLst>
        </pc:cxnChg>
      </pc:sldChg>
      <pc:sldChg chg="add del">
        <pc:chgData name="Alexandre Quach" userId="7bb690c8a6e028e4" providerId="LiveId" clId="{06933C3E-53D6-4C1E-88F2-6D93DD48933C}" dt="2021-02-03T14:09:34.655" v="42173" actId="47"/>
        <pc:sldMkLst>
          <pc:docMk/>
          <pc:sldMk cId="3323039939" sldId="305"/>
        </pc:sldMkLst>
      </pc:sldChg>
      <pc:sldChg chg="addSp delSp modSp add mod ord">
        <pc:chgData name="Alexandre Quach" userId="7bb690c8a6e028e4" providerId="LiveId" clId="{06933C3E-53D6-4C1E-88F2-6D93DD48933C}" dt="2021-02-04T00:12:42.129" v="74696" actId="6549"/>
        <pc:sldMkLst>
          <pc:docMk/>
          <pc:sldMk cId="3824746089" sldId="306"/>
        </pc:sldMkLst>
        <pc:spChg chg="add del mod">
          <ac:chgData name="Alexandre Quach" userId="7bb690c8a6e028e4" providerId="LiveId" clId="{06933C3E-53D6-4C1E-88F2-6D93DD48933C}" dt="2021-02-03T14:01:11.187" v="41878" actId="478"/>
          <ac:spMkLst>
            <pc:docMk/>
            <pc:sldMk cId="3824746089" sldId="306"/>
            <ac:spMk id="3" creationId="{74C870E4-6124-42D5-A46A-A2127370DFFA}"/>
          </ac:spMkLst>
        </pc:spChg>
        <pc:spChg chg="add mod">
          <ac:chgData name="Alexandre Quach" userId="7bb690c8a6e028e4" providerId="LiveId" clId="{06933C3E-53D6-4C1E-88F2-6D93DD48933C}" dt="2021-02-03T22:09:34.595" v="62209" actId="27636"/>
          <ac:spMkLst>
            <pc:docMk/>
            <pc:sldMk cId="3824746089" sldId="306"/>
            <ac:spMk id="28" creationId="{55EBB67D-2CF0-43AD-AC31-2F031DB37663}"/>
          </ac:spMkLst>
        </pc:spChg>
        <pc:spChg chg="add mod">
          <ac:chgData name="Alexandre Quach" userId="7bb690c8a6e028e4" providerId="LiveId" clId="{06933C3E-53D6-4C1E-88F2-6D93DD48933C}" dt="2021-02-04T00:12:42.129" v="74696" actId="6549"/>
          <ac:spMkLst>
            <pc:docMk/>
            <pc:sldMk cId="3824746089" sldId="306"/>
            <ac:spMk id="31" creationId="{7C39CBD5-B923-4F54-AC88-F98D96FF1599}"/>
          </ac:spMkLst>
        </pc:spChg>
        <pc:spChg chg="add mod">
          <ac:chgData name="Alexandre Quach" userId="7bb690c8a6e028e4" providerId="LiveId" clId="{06933C3E-53D6-4C1E-88F2-6D93DD48933C}" dt="2021-02-03T23:23:42.331" v="69859" actId="20577"/>
          <ac:spMkLst>
            <pc:docMk/>
            <pc:sldMk cId="3824746089" sldId="306"/>
            <ac:spMk id="34" creationId="{B4BEE42E-276A-4C0E-B493-616BF927998B}"/>
          </ac:spMkLst>
        </pc:spChg>
        <pc:spChg chg="add mod">
          <ac:chgData name="Alexandre Quach" userId="7bb690c8a6e028e4" providerId="LiveId" clId="{06933C3E-53D6-4C1E-88F2-6D93DD48933C}" dt="2021-02-03T22:17:00.238" v="63158" actId="1076"/>
          <ac:spMkLst>
            <pc:docMk/>
            <pc:sldMk cId="3824746089" sldId="306"/>
            <ac:spMk id="36" creationId="{C5569086-3650-4F1B-B58B-72AD5866C76A}"/>
          </ac:spMkLst>
        </pc:spChg>
        <pc:spChg chg="del">
          <ac:chgData name="Alexandre Quach" userId="7bb690c8a6e028e4" providerId="LiveId" clId="{06933C3E-53D6-4C1E-88F2-6D93DD48933C}" dt="2021-02-03T14:01:05.266" v="41875" actId="478"/>
          <ac:spMkLst>
            <pc:docMk/>
            <pc:sldMk cId="3824746089" sldId="306"/>
            <ac:spMk id="57" creationId="{5C81094A-A7D8-4F2D-8125-CD5D2610A1B2}"/>
          </ac:spMkLst>
        </pc:spChg>
        <pc:spChg chg="del">
          <ac:chgData name="Alexandre Quach" userId="7bb690c8a6e028e4" providerId="LiveId" clId="{06933C3E-53D6-4C1E-88F2-6D93DD48933C}" dt="2021-02-03T14:01:12.256" v="41879" actId="478"/>
          <ac:spMkLst>
            <pc:docMk/>
            <pc:sldMk cId="3824746089" sldId="306"/>
            <ac:spMk id="66" creationId="{0C283DCF-DF89-4B59-B9BE-E9DF8AE0CACD}"/>
          </ac:spMkLst>
        </pc:spChg>
        <pc:spChg chg="del">
          <ac:chgData name="Alexandre Quach" userId="7bb690c8a6e028e4" providerId="LiveId" clId="{06933C3E-53D6-4C1E-88F2-6D93DD48933C}" dt="2021-02-03T14:01:07.257" v="41876" actId="478"/>
          <ac:spMkLst>
            <pc:docMk/>
            <pc:sldMk cId="3824746089" sldId="306"/>
            <ac:spMk id="67" creationId="{16029FB5-0B18-48D1-B52A-B8FBF9FBF7DA}"/>
          </ac:spMkLst>
        </pc:spChg>
        <pc:spChg chg="del">
          <ac:chgData name="Alexandre Quach" userId="7bb690c8a6e028e4" providerId="LiveId" clId="{06933C3E-53D6-4C1E-88F2-6D93DD48933C}" dt="2021-02-03T14:01:05.266" v="41875" actId="478"/>
          <ac:spMkLst>
            <pc:docMk/>
            <pc:sldMk cId="3824746089" sldId="306"/>
            <ac:spMk id="69" creationId="{2DEE6106-877E-4018-AB7F-B18774B53C9A}"/>
          </ac:spMkLst>
        </pc:spChg>
        <pc:graphicFrameChg chg="del">
          <ac:chgData name="Alexandre Quach" userId="7bb690c8a6e028e4" providerId="LiveId" clId="{06933C3E-53D6-4C1E-88F2-6D93DD48933C}" dt="2021-02-03T14:01:05.266" v="41875" actId="478"/>
          <ac:graphicFrameMkLst>
            <pc:docMk/>
            <pc:sldMk cId="3824746089" sldId="306"/>
            <ac:graphicFrameMk id="13" creationId="{3A8AA265-D93B-413F-9C35-0CFC9E1FD41B}"/>
          </ac:graphicFrameMkLst>
        </pc:graphicFrameChg>
        <pc:graphicFrameChg chg="del">
          <ac:chgData name="Alexandre Quach" userId="7bb690c8a6e028e4" providerId="LiveId" clId="{06933C3E-53D6-4C1E-88F2-6D93DD48933C}" dt="2021-02-03T14:01:09.236" v="41877" actId="478"/>
          <ac:graphicFrameMkLst>
            <pc:docMk/>
            <pc:sldMk cId="3824746089" sldId="306"/>
            <ac:graphicFrameMk id="49" creationId="{7C6C9A0E-8DAF-47B9-9736-40987B77AFCB}"/>
          </ac:graphicFrameMkLst>
        </pc:graphicFrameChg>
        <pc:graphicFrameChg chg="modGraphic">
          <ac:chgData name="Alexandre Quach" userId="7bb690c8a6e028e4" providerId="LiveId" clId="{06933C3E-53D6-4C1E-88F2-6D93DD48933C}" dt="2021-02-03T22:02:54.615" v="61579" actId="20577"/>
          <ac:graphicFrameMkLst>
            <pc:docMk/>
            <pc:sldMk cId="3824746089" sldId="306"/>
            <ac:graphicFrameMk id="53" creationId="{68261A0B-B4E9-4A8C-A58F-F940CB3BE577}"/>
          </ac:graphicFrameMkLst>
        </pc:graphicFrameChg>
        <pc:graphicFrameChg chg="del">
          <ac:chgData name="Alexandre Quach" userId="7bb690c8a6e028e4" providerId="LiveId" clId="{06933C3E-53D6-4C1E-88F2-6D93DD48933C}" dt="2021-02-03T14:01:02.787" v="41874" actId="478"/>
          <ac:graphicFrameMkLst>
            <pc:docMk/>
            <pc:sldMk cId="3824746089" sldId="306"/>
            <ac:graphicFrameMk id="71" creationId="{2A490DA2-8E63-4056-95C3-FA18C485DCFD}"/>
          </ac:graphicFrameMkLst>
        </pc:graphicFrameChg>
        <pc:graphicFrameChg chg="del">
          <ac:chgData name="Alexandre Quach" userId="7bb690c8a6e028e4" providerId="LiveId" clId="{06933C3E-53D6-4C1E-88F2-6D93DD48933C}" dt="2021-02-03T14:01:05.266" v="41875" actId="478"/>
          <ac:graphicFrameMkLst>
            <pc:docMk/>
            <pc:sldMk cId="3824746089" sldId="306"/>
            <ac:graphicFrameMk id="72" creationId="{F75A2161-D3EF-4096-AC01-E4F49FF91668}"/>
          </ac:graphicFrameMkLst>
        </pc:graphicFrameChg>
        <pc:picChg chg="del">
          <ac:chgData name="Alexandre Quach" userId="7bb690c8a6e028e4" providerId="LiveId" clId="{06933C3E-53D6-4C1E-88F2-6D93DD48933C}" dt="2021-02-03T14:01:07.257" v="41876" actId="478"/>
          <ac:picMkLst>
            <pc:docMk/>
            <pc:sldMk cId="3824746089" sldId="306"/>
            <ac:picMk id="7" creationId="{CBF58E3E-54BF-4BCF-8BF6-8F82D5F36096}"/>
          </ac:picMkLst>
        </pc:picChg>
        <pc:picChg chg="del">
          <ac:chgData name="Alexandre Quach" userId="7bb690c8a6e028e4" providerId="LiveId" clId="{06933C3E-53D6-4C1E-88F2-6D93DD48933C}" dt="2021-02-03T14:01:05.266" v="41875" actId="478"/>
          <ac:picMkLst>
            <pc:docMk/>
            <pc:sldMk cId="3824746089" sldId="306"/>
            <ac:picMk id="8" creationId="{93B8AA36-BAD1-48F5-A757-FB3D936263E3}"/>
          </ac:picMkLst>
        </pc:picChg>
        <pc:picChg chg="del">
          <ac:chgData name="Alexandre Quach" userId="7bb690c8a6e028e4" providerId="LiveId" clId="{06933C3E-53D6-4C1E-88F2-6D93DD48933C}" dt="2021-02-03T14:01:12.256" v="41879" actId="478"/>
          <ac:picMkLst>
            <pc:docMk/>
            <pc:sldMk cId="3824746089" sldId="306"/>
            <ac:picMk id="9" creationId="{E97A8A9A-785F-454F-9BF6-E4AA862F387C}"/>
          </ac:picMkLst>
        </pc:picChg>
        <pc:picChg chg="add mod">
          <ac:chgData name="Alexandre Quach" userId="7bb690c8a6e028e4" providerId="LiveId" clId="{06933C3E-53D6-4C1E-88F2-6D93DD48933C}" dt="2021-02-03T21:53:08.327" v="60051" actId="1076"/>
          <ac:picMkLst>
            <pc:docMk/>
            <pc:sldMk cId="3824746089" sldId="306"/>
            <ac:picMk id="29" creationId="{7E348F28-C083-4C26-AB0A-A171DCD921B1}"/>
          </ac:picMkLst>
        </pc:picChg>
        <pc:picChg chg="add mod">
          <ac:chgData name="Alexandre Quach" userId="7bb690c8a6e028e4" providerId="LiveId" clId="{06933C3E-53D6-4C1E-88F2-6D93DD48933C}" dt="2021-02-03T21:53:10.665" v="60052" actId="1076"/>
          <ac:picMkLst>
            <pc:docMk/>
            <pc:sldMk cId="3824746089" sldId="306"/>
            <ac:picMk id="30" creationId="{EF365AB6-1EB2-450F-98C3-6429230C1234}"/>
          </ac:picMkLst>
        </pc:picChg>
        <pc:picChg chg="add mod">
          <ac:chgData name="Alexandre Quach" userId="7bb690c8a6e028e4" providerId="LiveId" clId="{06933C3E-53D6-4C1E-88F2-6D93DD48933C}" dt="2021-02-03T14:14:36.658" v="42185" actId="1076"/>
          <ac:picMkLst>
            <pc:docMk/>
            <pc:sldMk cId="3824746089" sldId="306"/>
            <ac:picMk id="32" creationId="{FDC624FD-AE7B-474D-BBD8-CD82D3FA5429}"/>
          </ac:picMkLst>
        </pc:picChg>
        <pc:picChg chg="add mod">
          <ac:chgData name="Alexandre Quach" userId="7bb690c8a6e028e4" providerId="LiveId" clId="{06933C3E-53D6-4C1E-88F2-6D93DD48933C}" dt="2021-02-03T14:14:36.658" v="42185" actId="1076"/>
          <ac:picMkLst>
            <pc:docMk/>
            <pc:sldMk cId="3824746089" sldId="306"/>
            <ac:picMk id="33" creationId="{50E204CE-BD9D-4AF7-A37D-381FE9CF759D}"/>
          </ac:picMkLst>
        </pc:picChg>
        <pc:picChg chg="add mod">
          <ac:chgData name="Alexandre Quach" userId="7bb690c8a6e028e4" providerId="LiveId" clId="{06933C3E-53D6-4C1E-88F2-6D93DD48933C}" dt="2021-02-03T22:16:58.421" v="63157" actId="1076"/>
          <ac:picMkLst>
            <pc:docMk/>
            <pc:sldMk cId="3824746089" sldId="306"/>
            <ac:picMk id="35" creationId="{A077BAA8-8ADB-45A3-B872-B698AD4F2FB0}"/>
          </ac:picMkLst>
        </pc:picChg>
        <pc:picChg chg="add mod">
          <ac:chgData name="Alexandre Quach" userId="7bb690c8a6e028e4" providerId="LiveId" clId="{06933C3E-53D6-4C1E-88F2-6D93DD48933C}" dt="2021-02-03T22:09:13.278" v="62201" actId="1076"/>
          <ac:picMkLst>
            <pc:docMk/>
            <pc:sldMk cId="3824746089" sldId="306"/>
            <ac:picMk id="37" creationId="{0F088CF9-00C7-44A8-9203-CCDD1477FBD9}"/>
          </ac:picMkLst>
        </pc:picChg>
        <pc:picChg chg="del">
          <ac:chgData name="Alexandre Quach" userId="7bb690c8a6e028e4" providerId="LiveId" clId="{06933C3E-53D6-4C1E-88F2-6D93DD48933C}" dt="2021-02-03T14:01:05.266" v="41875" actId="478"/>
          <ac:picMkLst>
            <pc:docMk/>
            <pc:sldMk cId="3824746089" sldId="306"/>
            <ac:picMk id="59" creationId="{53288615-983B-4D6F-BE62-F0BD62037E10}"/>
          </ac:picMkLst>
        </pc:picChg>
        <pc:picChg chg="del">
          <ac:chgData name="Alexandre Quach" userId="7bb690c8a6e028e4" providerId="LiveId" clId="{06933C3E-53D6-4C1E-88F2-6D93DD48933C}" dt="2021-02-03T14:01:02.787" v="41874" actId="478"/>
          <ac:picMkLst>
            <pc:docMk/>
            <pc:sldMk cId="3824746089" sldId="306"/>
            <ac:picMk id="61" creationId="{724C23A8-1B6B-47BB-93A0-45BF16D6AD0E}"/>
          </ac:picMkLst>
        </pc:picChg>
        <pc:picChg chg="del">
          <ac:chgData name="Alexandre Quach" userId="7bb690c8a6e028e4" providerId="LiveId" clId="{06933C3E-53D6-4C1E-88F2-6D93DD48933C}" dt="2021-02-03T14:01:05.266" v="41875" actId="478"/>
          <ac:picMkLst>
            <pc:docMk/>
            <pc:sldMk cId="3824746089" sldId="306"/>
            <ac:picMk id="63" creationId="{7642520D-039A-4A09-8A8A-B6A0E43E746F}"/>
          </ac:picMkLst>
        </pc:picChg>
        <pc:picChg chg="del">
          <ac:chgData name="Alexandre Quach" userId="7bb690c8a6e028e4" providerId="LiveId" clId="{06933C3E-53D6-4C1E-88F2-6D93DD48933C}" dt="2021-02-03T14:01:05.266" v="41875" actId="478"/>
          <ac:picMkLst>
            <pc:docMk/>
            <pc:sldMk cId="3824746089" sldId="306"/>
            <ac:picMk id="65" creationId="{46403B73-25EE-45E5-8AAB-AC511C5C6B7B}"/>
          </ac:picMkLst>
        </pc:picChg>
      </pc:sldChg>
      <pc:sldChg chg="addSp delSp modSp add mod ord">
        <pc:chgData name="Alexandre Quach" userId="7bb690c8a6e028e4" providerId="LiveId" clId="{06933C3E-53D6-4C1E-88F2-6D93DD48933C}" dt="2021-02-04T00:41:18.942" v="77173" actId="20577"/>
        <pc:sldMkLst>
          <pc:docMk/>
          <pc:sldMk cId="983298443" sldId="307"/>
        </pc:sldMkLst>
        <pc:spChg chg="add del mod">
          <ac:chgData name="Alexandre Quach" userId="7bb690c8a6e028e4" providerId="LiveId" clId="{06933C3E-53D6-4C1E-88F2-6D93DD48933C}" dt="2021-02-03T14:01:31.732" v="41884" actId="478"/>
          <ac:spMkLst>
            <pc:docMk/>
            <pc:sldMk cId="983298443" sldId="307"/>
            <ac:spMk id="3" creationId="{C0DC83F4-715F-4E77-A5D6-BBF2ABB4ABA4}"/>
          </ac:spMkLst>
        </pc:spChg>
        <pc:spChg chg="add del mod">
          <ac:chgData name="Alexandre Quach" userId="7bb690c8a6e028e4" providerId="LiveId" clId="{06933C3E-53D6-4C1E-88F2-6D93DD48933C}" dt="2021-02-03T14:08:56.498" v="42161" actId="478"/>
          <ac:spMkLst>
            <pc:docMk/>
            <pc:sldMk cId="983298443" sldId="307"/>
            <ac:spMk id="28" creationId="{6D49BE8B-101E-44D8-837A-971440F04D81}"/>
          </ac:spMkLst>
        </pc:spChg>
        <pc:spChg chg="add mod">
          <ac:chgData name="Alexandre Quach" userId="7bb690c8a6e028e4" providerId="LiveId" clId="{06933C3E-53D6-4C1E-88F2-6D93DD48933C}" dt="2021-02-04T00:41:18.942" v="77173" actId="20577"/>
          <ac:spMkLst>
            <pc:docMk/>
            <pc:sldMk cId="983298443" sldId="307"/>
            <ac:spMk id="29" creationId="{9965727F-C88F-4DDE-B63E-F20724580FBA}"/>
          </ac:spMkLst>
        </pc:spChg>
        <pc:spChg chg="add del mod">
          <ac:chgData name="Alexandre Quach" userId="7bb690c8a6e028e4" providerId="LiveId" clId="{06933C3E-53D6-4C1E-88F2-6D93DD48933C}" dt="2021-02-03T14:08:57.090" v="42162" actId="478"/>
          <ac:spMkLst>
            <pc:docMk/>
            <pc:sldMk cId="983298443" sldId="307"/>
            <ac:spMk id="30" creationId="{2ECCF557-76A6-403B-AC0C-C6F114E16E91}"/>
          </ac:spMkLst>
        </pc:spChg>
        <pc:spChg chg="add mod">
          <ac:chgData name="Alexandre Quach" userId="7bb690c8a6e028e4" providerId="LiveId" clId="{06933C3E-53D6-4C1E-88F2-6D93DD48933C}" dt="2021-02-03T23:28:32.622" v="70701" actId="27636"/>
          <ac:spMkLst>
            <pc:docMk/>
            <pc:sldMk cId="983298443" sldId="307"/>
            <ac:spMk id="31" creationId="{ED14A660-D2DF-4EBD-A09A-9EDCFB4F6B86}"/>
          </ac:spMkLst>
        </pc:spChg>
        <pc:spChg chg="add mod">
          <ac:chgData name="Alexandre Quach" userId="7bb690c8a6e028e4" providerId="LiveId" clId="{06933C3E-53D6-4C1E-88F2-6D93DD48933C}" dt="2021-02-03T23:15:07.639" v="68950" actId="27636"/>
          <ac:spMkLst>
            <pc:docMk/>
            <pc:sldMk cId="983298443" sldId="307"/>
            <ac:spMk id="32" creationId="{342FE669-32CA-4BD8-ABC8-6EE441EEA8DB}"/>
          </ac:spMkLst>
        </pc:spChg>
        <pc:spChg chg="del">
          <ac:chgData name="Alexandre Quach" userId="7bb690c8a6e028e4" providerId="LiveId" clId="{06933C3E-53D6-4C1E-88F2-6D93DD48933C}" dt="2021-02-03T14:01:35.861" v="41885" actId="478"/>
          <ac:spMkLst>
            <pc:docMk/>
            <pc:sldMk cId="983298443" sldId="307"/>
            <ac:spMk id="57" creationId="{5C81094A-A7D8-4F2D-8125-CD5D2610A1B2}"/>
          </ac:spMkLst>
        </pc:spChg>
        <pc:spChg chg="del">
          <ac:chgData name="Alexandre Quach" userId="7bb690c8a6e028e4" providerId="LiveId" clId="{06933C3E-53D6-4C1E-88F2-6D93DD48933C}" dt="2021-02-03T14:01:28.335" v="41883" actId="478"/>
          <ac:spMkLst>
            <pc:docMk/>
            <pc:sldMk cId="983298443" sldId="307"/>
            <ac:spMk id="66" creationId="{0C283DCF-DF89-4B59-B9BE-E9DF8AE0CACD}"/>
          </ac:spMkLst>
        </pc:spChg>
        <pc:spChg chg="del">
          <ac:chgData name="Alexandre Quach" userId="7bb690c8a6e028e4" providerId="LiveId" clId="{06933C3E-53D6-4C1E-88F2-6D93DD48933C}" dt="2021-02-03T14:01:35.861" v="41885" actId="478"/>
          <ac:spMkLst>
            <pc:docMk/>
            <pc:sldMk cId="983298443" sldId="307"/>
            <ac:spMk id="68" creationId="{BEB31E48-7DA5-4DB5-89B9-6663C931864E}"/>
          </ac:spMkLst>
        </pc:spChg>
        <pc:spChg chg="del">
          <ac:chgData name="Alexandre Quach" userId="7bb690c8a6e028e4" providerId="LiveId" clId="{06933C3E-53D6-4C1E-88F2-6D93DD48933C}" dt="2021-02-03T14:01:35.861" v="41885" actId="478"/>
          <ac:spMkLst>
            <pc:docMk/>
            <pc:sldMk cId="983298443" sldId="307"/>
            <ac:spMk id="69" creationId="{2DEE6106-877E-4018-AB7F-B18774B53C9A}"/>
          </ac:spMkLst>
        </pc:spChg>
        <pc:graphicFrameChg chg="del">
          <ac:chgData name="Alexandre Quach" userId="7bb690c8a6e028e4" providerId="LiveId" clId="{06933C3E-53D6-4C1E-88F2-6D93DD48933C}" dt="2021-02-03T14:01:35.861" v="41885" actId="478"/>
          <ac:graphicFrameMkLst>
            <pc:docMk/>
            <pc:sldMk cId="983298443" sldId="307"/>
            <ac:graphicFrameMk id="13" creationId="{3A8AA265-D93B-413F-9C35-0CFC9E1FD41B}"/>
          </ac:graphicFrameMkLst>
        </pc:graphicFrameChg>
        <pc:graphicFrameChg chg="add mod ord">
          <ac:chgData name="Alexandre Quach" userId="7bb690c8a6e028e4" providerId="LiveId" clId="{06933C3E-53D6-4C1E-88F2-6D93DD48933C}" dt="2021-02-03T20:50:53.658" v="56011" actId="167"/>
          <ac:graphicFrameMkLst>
            <pc:docMk/>
            <pc:sldMk cId="983298443" sldId="307"/>
            <ac:graphicFrameMk id="19" creationId="{555241B9-52E5-47D8-B163-6CAFF6751096}"/>
          </ac:graphicFrameMkLst>
        </pc:graphicFrameChg>
        <pc:graphicFrameChg chg="del">
          <ac:chgData name="Alexandre Quach" userId="7bb690c8a6e028e4" providerId="LiveId" clId="{06933C3E-53D6-4C1E-88F2-6D93DD48933C}" dt="2021-02-03T14:01:28.335" v="41883" actId="478"/>
          <ac:graphicFrameMkLst>
            <pc:docMk/>
            <pc:sldMk cId="983298443" sldId="307"/>
            <ac:graphicFrameMk id="49" creationId="{7C6C9A0E-8DAF-47B9-9736-40987B77AFCB}"/>
          </ac:graphicFrameMkLst>
        </pc:graphicFrameChg>
        <pc:graphicFrameChg chg="del">
          <ac:chgData name="Alexandre Quach" userId="7bb690c8a6e028e4" providerId="LiveId" clId="{06933C3E-53D6-4C1E-88F2-6D93DD48933C}" dt="2021-02-03T14:01:35.861" v="41885" actId="478"/>
          <ac:graphicFrameMkLst>
            <pc:docMk/>
            <pc:sldMk cId="983298443" sldId="307"/>
            <ac:graphicFrameMk id="53" creationId="{68261A0B-B4E9-4A8C-A58F-F940CB3BE577}"/>
          </ac:graphicFrameMkLst>
        </pc:graphicFrameChg>
        <pc:graphicFrameChg chg="del">
          <ac:chgData name="Alexandre Quach" userId="7bb690c8a6e028e4" providerId="LiveId" clId="{06933C3E-53D6-4C1E-88F2-6D93DD48933C}" dt="2021-02-03T20:50:49.336" v="56009" actId="478"/>
          <ac:graphicFrameMkLst>
            <pc:docMk/>
            <pc:sldMk cId="983298443" sldId="307"/>
            <ac:graphicFrameMk id="71" creationId="{2A490DA2-8E63-4056-95C3-FA18C485DCFD}"/>
          </ac:graphicFrameMkLst>
        </pc:graphicFrameChg>
        <pc:graphicFrameChg chg="del">
          <ac:chgData name="Alexandre Quach" userId="7bb690c8a6e028e4" providerId="LiveId" clId="{06933C3E-53D6-4C1E-88F2-6D93DD48933C}" dt="2021-02-03T14:01:35.861" v="41885" actId="478"/>
          <ac:graphicFrameMkLst>
            <pc:docMk/>
            <pc:sldMk cId="983298443" sldId="307"/>
            <ac:graphicFrameMk id="72" creationId="{F75A2161-D3EF-4096-AC01-E4F49FF91668}"/>
          </ac:graphicFrameMkLst>
        </pc:graphicFrameChg>
        <pc:picChg chg="del">
          <ac:chgData name="Alexandre Quach" userId="7bb690c8a6e028e4" providerId="LiveId" clId="{06933C3E-53D6-4C1E-88F2-6D93DD48933C}" dt="2021-02-03T14:01:35.861" v="41885" actId="478"/>
          <ac:picMkLst>
            <pc:docMk/>
            <pc:sldMk cId="983298443" sldId="307"/>
            <ac:picMk id="4" creationId="{810B335A-BD7D-4C12-9170-5EF0681C4883}"/>
          </ac:picMkLst>
        </pc:picChg>
        <pc:picChg chg="del">
          <ac:chgData name="Alexandre Quach" userId="7bb690c8a6e028e4" providerId="LiveId" clId="{06933C3E-53D6-4C1E-88F2-6D93DD48933C}" dt="2021-02-03T14:01:35.861" v="41885" actId="478"/>
          <ac:picMkLst>
            <pc:docMk/>
            <pc:sldMk cId="983298443" sldId="307"/>
            <ac:picMk id="8" creationId="{93B8AA36-BAD1-48F5-A757-FB3D936263E3}"/>
          </ac:picMkLst>
        </pc:picChg>
        <pc:picChg chg="del">
          <ac:chgData name="Alexandre Quach" userId="7bb690c8a6e028e4" providerId="LiveId" clId="{06933C3E-53D6-4C1E-88F2-6D93DD48933C}" dt="2021-02-03T14:01:28.335" v="41883" actId="478"/>
          <ac:picMkLst>
            <pc:docMk/>
            <pc:sldMk cId="983298443" sldId="307"/>
            <ac:picMk id="9" creationId="{E97A8A9A-785F-454F-9BF6-E4AA862F387C}"/>
          </ac:picMkLst>
        </pc:picChg>
        <pc:picChg chg="add mod">
          <ac:chgData name="Alexandre Quach" userId="7bb690c8a6e028e4" providerId="LiveId" clId="{06933C3E-53D6-4C1E-88F2-6D93DD48933C}" dt="2021-02-03T23:14:52.932" v="68946" actId="1076"/>
          <ac:picMkLst>
            <pc:docMk/>
            <pc:sldMk cId="983298443" sldId="307"/>
            <ac:picMk id="20" creationId="{F860B383-34F3-43D9-8459-A6EF84DF28D1}"/>
          </ac:picMkLst>
        </pc:picChg>
        <pc:picChg chg="add mod">
          <ac:chgData name="Alexandre Quach" userId="7bb690c8a6e028e4" providerId="LiveId" clId="{06933C3E-53D6-4C1E-88F2-6D93DD48933C}" dt="2021-02-03T23:14:55.676" v="68947" actId="14100"/>
          <ac:picMkLst>
            <pc:docMk/>
            <pc:sldMk cId="983298443" sldId="307"/>
            <ac:picMk id="33" creationId="{74E6CF9D-7072-45F8-98A9-654DB7E0B7C0}"/>
          </ac:picMkLst>
        </pc:picChg>
        <pc:picChg chg="add del mod">
          <ac:chgData name="Alexandre Quach" userId="7bb690c8a6e028e4" providerId="LiveId" clId="{06933C3E-53D6-4C1E-88F2-6D93DD48933C}" dt="2021-02-03T22:49:26.932" v="66451" actId="478"/>
          <ac:picMkLst>
            <pc:docMk/>
            <pc:sldMk cId="983298443" sldId="307"/>
            <ac:picMk id="34" creationId="{6E809823-9908-4774-957E-B6490AFBC05C}"/>
          </ac:picMkLst>
        </pc:picChg>
        <pc:picChg chg="add mod">
          <ac:chgData name="Alexandre Quach" userId="7bb690c8a6e028e4" providerId="LiveId" clId="{06933C3E-53D6-4C1E-88F2-6D93DD48933C}" dt="2021-02-03T23:08:33.643" v="68139" actId="14100"/>
          <ac:picMkLst>
            <pc:docMk/>
            <pc:sldMk cId="983298443" sldId="307"/>
            <ac:picMk id="35" creationId="{793B50AE-7DA9-4DBA-A6B6-D23C59C483A7}"/>
          </ac:picMkLst>
        </pc:picChg>
        <pc:picChg chg="add mod">
          <ac:chgData name="Alexandre Quach" userId="7bb690c8a6e028e4" providerId="LiveId" clId="{06933C3E-53D6-4C1E-88F2-6D93DD48933C}" dt="2021-02-03T23:15:03.330" v="68948" actId="1076"/>
          <ac:picMkLst>
            <pc:docMk/>
            <pc:sldMk cId="983298443" sldId="307"/>
            <ac:picMk id="36" creationId="{3278A58B-222D-4FC9-8109-0D72101A80C7}"/>
          </ac:picMkLst>
        </pc:picChg>
        <pc:picChg chg="add mod">
          <ac:chgData name="Alexandre Quach" userId="7bb690c8a6e028e4" providerId="LiveId" clId="{06933C3E-53D6-4C1E-88F2-6D93DD48933C}" dt="2021-02-03T22:49:13.317" v="66445" actId="14100"/>
          <ac:picMkLst>
            <pc:docMk/>
            <pc:sldMk cId="983298443" sldId="307"/>
            <ac:picMk id="37" creationId="{9F1BD2AC-C5D8-49D9-8AE9-D0010A5F244E}"/>
          </ac:picMkLst>
        </pc:picChg>
        <pc:picChg chg="del">
          <ac:chgData name="Alexandre Quach" userId="7bb690c8a6e028e4" providerId="LiveId" clId="{06933C3E-53D6-4C1E-88F2-6D93DD48933C}" dt="2021-02-03T14:01:35.861" v="41885" actId="478"/>
          <ac:picMkLst>
            <pc:docMk/>
            <pc:sldMk cId="983298443" sldId="307"/>
            <ac:picMk id="59" creationId="{53288615-983B-4D6F-BE62-F0BD62037E10}"/>
          </ac:picMkLst>
        </pc:picChg>
        <pc:picChg chg="del">
          <ac:chgData name="Alexandre Quach" userId="7bb690c8a6e028e4" providerId="LiveId" clId="{06933C3E-53D6-4C1E-88F2-6D93DD48933C}" dt="2021-02-03T14:01:35.861" v="41885" actId="478"/>
          <ac:picMkLst>
            <pc:docMk/>
            <pc:sldMk cId="983298443" sldId="307"/>
            <ac:picMk id="61" creationId="{724C23A8-1B6B-47BB-93A0-45BF16D6AD0E}"/>
          </ac:picMkLst>
        </pc:picChg>
        <pc:picChg chg="del">
          <ac:chgData name="Alexandre Quach" userId="7bb690c8a6e028e4" providerId="LiveId" clId="{06933C3E-53D6-4C1E-88F2-6D93DD48933C}" dt="2021-02-03T14:01:35.861" v="41885" actId="478"/>
          <ac:picMkLst>
            <pc:docMk/>
            <pc:sldMk cId="983298443" sldId="307"/>
            <ac:picMk id="63" creationId="{7642520D-039A-4A09-8A8A-B6A0E43E746F}"/>
          </ac:picMkLst>
        </pc:picChg>
        <pc:picChg chg="del">
          <ac:chgData name="Alexandre Quach" userId="7bb690c8a6e028e4" providerId="LiveId" clId="{06933C3E-53D6-4C1E-88F2-6D93DD48933C}" dt="2021-02-03T14:01:35.861" v="41885" actId="478"/>
          <ac:picMkLst>
            <pc:docMk/>
            <pc:sldMk cId="983298443" sldId="307"/>
            <ac:picMk id="65" creationId="{46403B73-25EE-45E5-8AAB-AC511C5C6B7B}"/>
          </ac:picMkLst>
        </pc:picChg>
      </pc:sldChg>
      <pc:sldChg chg="addSp delSp modSp add mod ord">
        <pc:chgData name="Alexandre Quach" userId="7bb690c8a6e028e4" providerId="LiveId" clId="{06933C3E-53D6-4C1E-88F2-6D93DD48933C}" dt="2021-02-04T01:19:18.431" v="79327" actId="1076"/>
        <pc:sldMkLst>
          <pc:docMk/>
          <pc:sldMk cId="63482925" sldId="308"/>
        </pc:sldMkLst>
        <pc:spChg chg="add del mod">
          <ac:chgData name="Alexandre Quach" userId="7bb690c8a6e028e4" providerId="LiveId" clId="{06933C3E-53D6-4C1E-88F2-6D93DD48933C}" dt="2021-02-03T14:17:25.969" v="42257" actId="478"/>
          <ac:spMkLst>
            <pc:docMk/>
            <pc:sldMk cId="63482925" sldId="308"/>
            <ac:spMk id="3" creationId="{295385F4-F9E6-4557-AD3E-9F2C1E729BF6}"/>
          </ac:spMkLst>
        </pc:spChg>
        <pc:spChg chg="add mod">
          <ac:chgData name="Alexandre Quach" userId="7bb690c8a6e028e4" providerId="LiveId" clId="{06933C3E-53D6-4C1E-88F2-6D93DD48933C}" dt="2021-02-04T00:16:07.361" v="74904" actId="27636"/>
          <ac:spMkLst>
            <pc:docMk/>
            <pc:sldMk cId="63482925" sldId="308"/>
            <ac:spMk id="28" creationId="{D4396302-EF98-4E27-8713-28142789EE78}"/>
          </ac:spMkLst>
        </pc:spChg>
        <pc:spChg chg="add mod">
          <ac:chgData name="Alexandre Quach" userId="7bb690c8a6e028e4" providerId="LiveId" clId="{06933C3E-53D6-4C1E-88F2-6D93DD48933C}" dt="2021-02-04T00:28:28.054" v="76757" actId="14100"/>
          <ac:spMkLst>
            <pc:docMk/>
            <pc:sldMk cId="63482925" sldId="308"/>
            <ac:spMk id="30" creationId="{959D776F-B45C-403B-8511-ACC4F172E1A6}"/>
          </ac:spMkLst>
        </pc:spChg>
        <pc:spChg chg="add mod">
          <ac:chgData name="Alexandre Quach" userId="7bb690c8a6e028e4" providerId="LiveId" clId="{06933C3E-53D6-4C1E-88F2-6D93DD48933C}" dt="2021-02-04T00:35:00.583" v="77164" actId="20577"/>
          <ac:spMkLst>
            <pc:docMk/>
            <pc:sldMk cId="63482925" sldId="308"/>
            <ac:spMk id="31" creationId="{8EE3F9DA-B593-4275-B204-3BE980074B8C}"/>
          </ac:spMkLst>
        </pc:spChg>
        <pc:spChg chg="del">
          <ac:chgData name="Alexandre Quach" userId="7bb690c8a6e028e4" providerId="LiveId" clId="{06933C3E-53D6-4C1E-88F2-6D93DD48933C}" dt="2021-02-03T14:17:36.674" v="42259" actId="478"/>
          <ac:spMkLst>
            <pc:docMk/>
            <pc:sldMk cId="63482925" sldId="308"/>
            <ac:spMk id="57" creationId="{5C81094A-A7D8-4F2D-8125-CD5D2610A1B2}"/>
          </ac:spMkLst>
        </pc:spChg>
        <pc:spChg chg="del">
          <ac:chgData name="Alexandre Quach" userId="7bb690c8a6e028e4" providerId="LiveId" clId="{06933C3E-53D6-4C1E-88F2-6D93DD48933C}" dt="2021-02-03T14:17:38.515" v="42260" actId="478"/>
          <ac:spMkLst>
            <pc:docMk/>
            <pc:sldMk cId="63482925" sldId="308"/>
            <ac:spMk id="66" creationId="{0C283DCF-DF89-4B59-B9BE-E9DF8AE0CACD}"/>
          </ac:spMkLst>
        </pc:spChg>
        <pc:spChg chg="del">
          <ac:chgData name="Alexandre Quach" userId="7bb690c8a6e028e4" providerId="LiveId" clId="{06933C3E-53D6-4C1E-88F2-6D93DD48933C}" dt="2021-02-03T14:17:36.674" v="42259" actId="478"/>
          <ac:spMkLst>
            <pc:docMk/>
            <pc:sldMk cId="63482925" sldId="308"/>
            <ac:spMk id="67" creationId="{16029FB5-0B18-48D1-B52A-B8FBF9FBF7DA}"/>
          </ac:spMkLst>
        </pc:spChg>
        <pc:spChg chg="del">
          <ac:chgData name="Alexandre Quach" userId="7bb690c8a6e028e4" providerId="LiveId" clId="{06933C3E-53D6-4C1E-88F2-6D93DD48933C}" dt="2021-02-03T14:17:38.515" v="42260" actId="478"/>
          <ac:spMkLst>
            <pc:docMk/>
            <pc:sldMk cId="63482925" sldId="308"/>
            <ac:spMk id="68" creationId="{BEB31E48-7DA5-4DB5-89B9-6663C931864E}"/>
          </ac:spMkLst>
        </pc:spChg>
        <pc:graphicFrameChg chg="del">
          <ac:chgData name="Alexandre Quach" userId="7bb690c8a6e028e4" providerId="LiveId" clId="{06933C3E-53D6-4C1E-88F2-6D93DD48933C}" dt="2021-02-03T14:17:36.674" v="42259" actId="478"/>
          <ac:graphicFrameMkLst>
            <pc:docMk/>
            <pc:sldMk cId="63482925" sldId="308"/>
            <ac:graphicFrameMk id="13" creationId="{3A8AA265-D93B-413F-9C35-0CFC9E1FD41B}"/>
          </ac:graphicFrameMkLst>
        </pc:graphicFrameChg>
        <pc:graphicFrameChg chg="add mod modGraphic">
          <ac:chgData name="Alexandre Quach" userId="7bb690c8a6e028e4" providerId="LiveId" clId="{06933C3E-53D6-4C1E-88F2-6D93DD48933C}" dt="2021-02-03T15:25:15.437" v="43008" actId="20577"/>
          <ac:graphicFrameMkLst>
            <pc:docMk/>
            <pc:sldMk cId="63482925" sldId="308"/>
            <ac:graphicFrameMk id="29" creationId="{B68C643B-4D8C-4616-BE66-628F428CBB03}"/>
          </ac:graphicFrameMkLst>
        </pc:graphicFrameChg>
        <pc:graphicFrameChg chg="del">
          <ac:chgData name="Alexandre Quach" userId="7bb690c8a6e028e4" providerId="LiveId" clId="{06933C3E-53D6-4C1E-88F2-6D93DD48933C}" dt="2021-02-03T14:17:24.085" v="42256" actId="478"/>
          <ac:graphicFrameMkLst>
            <pc:docMk/>
            <pc:sldMk cId="63482925" sldId="308"/>
            <ac:graphicFrameMk id="49" creationId="{7C6C9A0E-8DAF-47B9-9736-40987B77AFCB}"/>
          </ac:graphicFrameMkLst>
        </pc:graphicFrameChg>
        <pc:graphicFrameChg chg="del">
          <ac:chgData name="Alexandre Quach" userId="7bb690c8a6e028e4" providerId="LiveId" clId="{06933C3E-53D6-4C1E-88F2-6D93DD48933C}" dt="2021-02-03T14:17:28.363" v="42258" actId="478"/>
          <ac:graphicFrameMkLst>
            <pc:docMk/>
            <pc:sldMk cId="63482925" sldId="308"/>
            <ac:graphicFrameMk id="53" creationId="{68261A0B-B4E9-4A8C-A58F-F940CB3BE577}"/>
          </ac:graphicFrameMkLst>
        </pc:graphicFrameChg>
        <pc:graphicFrameChg chg="del">
          <ac:chgData name="Alexandre Quach" userId="7bb690c8a6e028e4" providerId="LiveId" clId="{06933C3E-53D6-4C1E-88F2-6D93DD48933C}" dt="2021-02-03T14:17:36.674" v="42259" actId="478"/>
          <ac:graphicFrameMkLst>
            <pc:docMk/>
            <pc:sldMk cId="63482925" sldId="308"/>
            <ac:graphicFrameMk id="71" creationId="{2A490DA2-8E63-4056-95C3-FA18C485DCFD}"/>
          </ac:graphicFrameMkLst>
        </pc:graphicFrameChg>
        <pc:graphicFrameChg chg="del">
          <ac:chgData name="Alexandre Quach" userId="7bb690c8a6e028e4" providerId="LiveId" clId="{06933C3E-53D6-4C1E-88F2-6D93DD48933C}" dt="2021-02-03T15:24:51.047" v="42979" actId="478"/>
          <ac:graphicFrameMkLst>
            <pc:docMk/>
            <pc:sldMk cId="63482925" sldId="308"/>
            <ac:graphicFrameMk id="72" creationId="{F75A2161-D3EF-4096-AC01-E4F49FF91668}"/>
          </ac:graphicFrameMkLst>
        </pc:graphicFrameChg>
        <pc:picChg chg="del">
          <ac:chgData name="Alexandre Quach" userId="7bb690c8a6e028e4" providerId="LiveId" clId="{06933C3E-53D6-4C1E-88F2-6D93DD48933C}" dt="2021-02-03T14:17:38.515" v="42260" actId="478"/>
          <ac:picMkLst>
            <pc:docMk/>
            <pc:sldMk cId="63482925" sldId="308"/>
            <ac:picMk id="4" creationId="{810B335A-BD7D-4C12-9170-5EF0681C4883}"/>
          </ac:picMkLst>
        </pc:picChg>
        <pc:picChg chg="del">
          <ac:chgData name="Alexandre Quach" userId="7bb690c8a6e028e4" providerId="LiveId" clId="{06933C3E-53D6-4C1E-88F2-6D93DD48933C}" dt="2021-02-03T14:17:36.674" v="42259" actId="478"/>
          <ac:picMkLst>
            <pc:docMk/>
            <pc:sldMk cId="63482925" sldId="308"/>
            <ac:picMk id="7" creationId="{CBF58E3E-54BF-4BCF-8BF6-8F82D5F36096}"/>
          </ac:picMkLst>
        </pc:picChg>
        <pc:picChg chg="del">
          <ac:chgData name="Alexandre Quach" userId="7bb690c8a6e028e4" providerId="LiveId" clId="{06933C3E-53D6-4C1E-88F2-6D93DD48933C}" dt="2021-02-03T14:17:36.674" v="42259" actId="478"/>
          <ac:picMkLst>
            <pc:docMk/>
            <pc:sldMk cId="63482925" sldId="308"/>
            <ac:picMk id="8" creationId="{93B8AA36-BAD1-48F5-A757-FB3D936263E3}"/>
          </ac:picMkLst>
        </pc:picChg>
        <pc:picChg chg="del">
          <ac:chgData name="Alexandre Quach" userId="7bb690c8a6e028e4" providerId="LiveId" clId="{06933C3E-53D6-4C1E-88F2-6D93DD48933C}" dt="2021-02-03T14:17:38.515" v="42260" actId="478"/>
          <ac:picMkLst>
            <pc:docMk/>
            <pc:sldMk cId="63482925" sldId="308"/>
            <ac:picMk id="9" creationId="{E97A8A9A-785F-454F-9BF6-E4AA862F387C}"/>
          </ac:picMkLst>
        </pc:picChg>
        <pc:picChg chg="add mod">
          <ac:chgData name="Alexandre Quach" userId="7bb690c8a6e028e4" providerId="LiveId" clId="{06933C3E-53D6-4C1E-88F2-6D93DD48933C}" dt="2021-02-04T01:19:01.980" v="79319" actId="688"/>
          <ac:picMkLst>
            <pc:docMk/>
            <pc:sldMk cId="63482925" sldId="308"/>
            <ac:picMk id="32" creationId="{6807012D-9A52-417B-A867-2A9870682352}"/>
          </ac:picMkLst>
        </pc:picChg>
        <pc:picChg chg="add mod">
          <ac:chgData name="Alexandre Quach" userId="7bb690c8a6e028e4" providerId="LiveId" clId="{06933C3E-53D6-4C1E-88F2-6D93DD48933C}" dt="2021-02-04T01:19:18.431" v="79327" actId="1076"/>
          <ac:picMkLst>
            <pc:docMk/>
            <pc:sldMk cId="63482925" sldId="308"/>
            <ac:picMk id="33" creationId="{0545F50A-F137-442E-BA3A-5DFF3B778F7E}"/>
          </ac:picMkLst>
        </pc:picChg>
        <pc:picChg chg="add mod">
          <ac:chgData name="Alexandre Quach" userId="7bb690c8a6e028e4" providerId="LiveId" clId="{06933C3E-53D6-4C1E-88F2-6D93DD48933C}" dt="2021-02-04T00:28:34.015" v="76759" actId="688"/>
          <ac:picMkLst>
            <pc:docMk/>
            <pc:sldMk cId="63482925" sldId="308"/>
            <ac:picMk id="34" creationId="{92E5C86F-06B7-4CB3-81E7-3EB83280EA81}"/>
          </ac:picMkLst>
        </pc:picChg>
        <pc:picChg chg="add mod">
          <ac:chgData name="Alexandre Quach" userId="7bb690c8a6e028e4" providerId="LiveId" clId="{06933C3E-53D6-4C1E-88F2-6D93DD48933C}" dt="2021-02-04T00:34:21.703" v="76953" actId="14100"/>
          <ac:picMkLst>
            <pc:docMk/>
            <pc:sldMk cId="63482925" sldId="308"/>
            <ac:picMk id="35" creationId="{973AB771-0730-409D-A57F-435C681EBEF1}"/>
          </ac:picMkLst>
        </pc:picChg>
        <pc:picChg chg="add mod">
          <ac:chgData name="Alexandre Quach" userId="7bb690c8a6e028e4" providerId="LiveId" clId="{06933C3E-53D6-4C1E-88F2-6D93DD48933C}" dt="2021-02-04T00:04:02.984" v="73197" actId="1076"/>
          <ac:picMkLst>
            <pc:docMk/>
            <pc:sldMk cId="63482925" sldId="308"/>
            <ac:picMk id="36" creationId="{17999C44-2CAC-4717-B252-BAFA494E81B0}"/>
          </ac:picMkLst>
        </pc:picChg>
        <pc:picChg chg="del">
          <ac:chgData name="Alexandre Quach" userId="7bb690c8a6e028e4" providerId="LiveId" clId="{06933C3E-53D6-4C1E-88F2-6D93DD48933C}" dt="2021-02-03T14:17:36.674" v="42259" actId="478"/>
          <ac:picMkLst>
            <pc:docMk/>
            <pc:sldMk cId="63482925" sldId="308"/>
            <ac:picMk id="59" creationId="{53288615-983B-4D6F-BE62-F0BD62037E10}"/>
          </ac:picMkLst>
        </pc:picChg>
        <pc:picChg chg="del">
          <ac:chgData name="Alexandre Quach" userId="7bb690c8a6e028e4" providerId="LiveId" clId="{06933C3E-53D6-4C1E-88F2-6D93DD48933C}" dt="2021-02-03T14:17:36.674" v="42259" actId="478"/>
          <ac:picMkLst>
            <pc:docMk/>
            <pc:sldMk cId="63482925" sldId="308"/>
            <ac:picMk id="61" creationId="{724C23A8-1B6B-47BB-93A0-45BF16D6AD0E}"/>
          </ac:picMkLst>
        </pc:picChg>
        <pc:picChg chg="del">
          <ac:chgData name="Alexandre Quach" userId="7bb690c8a6e028e4" providerId="LiveId" clId="{06933C3E-53D6-4C1E-88F2-6D93DD48933C}" dt="2021-02-03T14:17:36.674" v="42259" actId="478"/>
          <ac:picMkLst>
            <pc:docMk/>
            <pc:sldMk cId="63482925" sldId="308"/>
            <ac:picMk id="63" creationId="{7642520D-039A-4A09-8A8A-B6A0E43E746F}"/>
          </ac:picMkLst>
        </pc:picChg>
        <pc:picChg chg="mod">
          <ac:chgData name="Alexandre Quach" userId="7bb690c8a6e028e4" providerId="LiveId" clId="{06933C3E-53D6-4C1E-88F2-6D93DD48933C}" dt="2021-02-04T01:19:12.214" v="79323" actId="1076"/>
          <ac:picMkLst>
            <pc:docMk/>
            <pc:sldMk cId="63482925" sldId="308"/>
            <ac:picMk id="65" creationId="{46403B73-25EE-45E5-8AAB-AC511C5C6B7B}"/>
          </ac:picMkLst>
        </pc:picChg>
      </pc:sldChg>
      <pc:sldChg chg="new del">
        <pc:chgData name="Alexandre Quach" userId="7bb690c8a6e028e4" providerId="LiveId" clId="{06933C3E-53D6-4C1E-88F2-6D93DD48933C}" dt="2021-02-03T14:07:49.619" v="42014" actId="47"/>
        <pc:sldMkLst>
          <pc:docMk/>
          <pc:sldMk cId="2828255062" sldId="308"/>
        </pc:sldMkLst>
      </pc:sldChg>
      <pc:sldChg chg="addSp delSp add del setBg delDesignElem">
        <pc:chgData name="Alexandre Quach" userId="7bb690c8a6e028e4" providerId="LiveId" clId="{06933C3E-53D6-4C1E-88F2-6D93DD48933C}" dt="2021-02-03T14:26:55.687" v="42266"/>
        <pc:sldMkLst>
          <pc:docMk/>
          <pc:sldMk cId="1721094485" sldId="309"/>
        </pc:sldMkLst>
        <pc:spChg chg="add del">
          <ac:chgData name="Alexandre Quach" userId="7bb690c8a6e028e4" providerId="LiveId" clId="{06933C3E-53D6-4C1E-88F2-6D93DD48933C}" dt="2021-02-03T14:26:55.687" v="42266"/>
          <ac:spMkLst>
            <pc:docMk/>
            <pc:sldMk cId="1721094485" sldId="309"/>
            <ac:spMk id="75" creationId="{E898931C-0323-41FA-A036-20F818B1FF81}"/>
          </ac:spMkLst>
        </pc:spChg>
        <pc:spChg chg="add del">
          <ac:chgData name="Alexandre Quach" userId="7bb690c8a6e028e4" providerId="LiveId" clId="{06933C3E-53D6-4C1E-88F2-6D93DD48933C}" dt="2021-02-03T14:26:55.687" v="42266"/>
          <ac:spMkLst>
            <pc:docMk/>
            <pc:sldMk cId="1721094485" sldId="309"/>
            <ac:spMk id="76" creationId="{07322A9E-F1EC-405E-8971-BA906EFFCCB8}"/>
          </ac:spMkLst>
        </pc:spChg>
        <pc:spChg chg="add del">
          <ac:chgData name="Alexandre Quach" userId="7bb690c8a6e028e4" providerId="LiveId" clId="{06933C3E-53D6-4C1E-88F2-6D93DD48933C}" dt="2021-02-03T14:26:55.687" v="42266"/>
          <ac:spMkLst>
            <pc:docMk/>
            <pc:sldMk cId="1721094485" sldId="309"/>
            <ac:spMk id="77" creationId="{89AFE9DD-0792-4B98-B4EB-97ACA17E6AA8}"/>
          </ac:spMkLst>
        </pc:spChg>
        <pc:spChg chg="add del">
          <ac:chgData name="Alexandre Quach" userId="7bb690c8a6e028e4" providerId="LiveId" clId="{06933C3E-53D6-4C1E-88F2-6D93DD48933C}" dt="2021-02-03T14:26:55.687" v="42266"/>
          <ac:spMkLst>
            <pc:docMk/>
            <pc:sldMk cId="1721094485" sldId="309"/>
            <ac:spMk id="78" creationId="{A5704422-1118-4FD1-95AD-29A064EB80D9}"/>
          </ac:spMkLst>
        </pc:spChg>
        <pc:spChg chg="add del">
          <ac:chgData name="Alexandre Quach" userId="7bb690c8a6e028e4" providerId="LiveId" clId="{06933C3E-53D6-4C1E-88F2-6D93DD48933C}" dt="2021-02-03T14:26:55.687" v="42266"/>
          <ac:spMkLst>
            <pc:docMk/>
            <pc:sldMk cId="1721094485" sldId="309"/>
            <ac:spMk id="79" creationId="{3981F5C4-9AE1-404E-AF44-A4E6DB374F9D}"/>
          </ac:spMkLst>
        </pc:spChg>
        <pc:spChg chg="add del">
          <ac:chgData name="Alexandre Quach" userId="7bb690c8a6e028e4" providerId="LiveId" clId="{06933C3E-53D6-4C1E-88F2-6D93DD48933C}" dt="2021-02-03T14:26:55.687" v="42266"/>
          <ac:spMkLst>
            <pc:docMk/>
            <pc:sldMk cId="1721094485" sldId="309"/>
            <ac:spMk id="80" creationId="{A88B2AAA-B805-498E-A9E6-98B885855498}"/>
          </ac:spMkLst>
        </pc:spChg>
        <pc:spChg chg="add del">
          <ac:chgData name="Alexandre Quach" userId="7bb690c8a6e028e4" providerId="LiveId" clId="{06933C3E-53D6-4C1E-88F2-6D93DD48933C}" dt="2021-02-03T14:26:55.687" v="42266"/>
          <ac:spMkLst>
            <pc:docMk/>
            <pc:sldMk cId="1721094485" sldId="309"/>
            <ac:spMk id="81" creationId="{763C1781-8726-4FAC-8C45-FF40376BE409}"/>
          </ac:spMkLst>
        </pc:spChg>
        <pc:spChg chg="add del">
          <ac:chgData name="Alexandre Quach" userId="7bb690c8a6e028e4" providerId="LiveId" clId="{06933C3E-53D6-4C1E-88F2-6D93DD48933C}" dt="2021-02-03T14:26:55.687" v="42266"/>
          <ac:spMkLst>
            <pc:docMk/>
            <pc:sldMk cId="1721094485" sldId="309"/>
            <ac:spMk id="82" creationId="{9B8051E0-19D7-43E1-BFD9-E6DBFEB3A3F1}"/>
          </ac:spMkLst>
        </pc:spChg>
        <pc:spChg chg="add del">
          <ac:chgData name="Alexandre Quach" userId="7bb690c8a6e028e4" providerId="LiveId" clId="{06933C3E-53D6-4C1E-88F2-6D93DD48933C}" dt="2021-02-03T14:26:55.687" v="42266"/>
          <ac:spMkLst>
            <pc:docMk/>
            <pc:sldMk cId="1721094485" sldId="309"/>
            <ac:spMk id="83" creationId="{301491B5-56C7-43DC-A3D9-861EECCA056A}"/>
          </ac:spMkLst>
        </pc:spChg>
        <pc:spChg chg="add del">
          <ac:chgData name="Alexandre Quach" userId="7bb690c8a6e028e4" providerId="LiveId" clId="{06933C3E-53D6-4C1E-88F2-6D93DD48933C}" dt="2021-02-03T14:26:55.687" v="42266"/>
          <ac:spMkLst>
            <pc:docMk/>
            <pc:sldMk cId="1721094485" sldId="309"/>
            <ac:spMk id="84" creationId="{4EDB2B02-86A2-46F5-A4BE-B7D9B10411D6}"/>
          </ac:spMkLst>
        </pc:spChg>
        <pc:spChg chg="add del">
          <ac:chgData name="Alexandre Quach" userId="7bb690c8a6e028e4" providerId="LiveId" clId="{06933C3E-53D6-4C1E-88F2-6D93DD48933C}" dt="2021-02-03T14:26:55.687" v="42266"/>
          <ac:spMkLst>
            <pc:docMk/>
            <pc:sldMk cId="1721094485" sldId="309"/>
            <ac:spMk id="85" creationId="{237E2353-22DF-46E0-A200-FB30F8F394E2}"/>
          </ac:spMkLst>
        </pc:spChg>
        <pc:spChg chg="add del">
          <ac:chgData name="Alexandre Quach" userId="7bb690c8a6e028e4" providerId="LiveId" clId="{06933C3E-53D6-4C1E-88F2-6D93DD48933C}" dt="2021-02-03T14:26:55.687" v="42266"/>
          <ac:spMkLst>
            <pc:docMk/>
            <pc:sldMk cId="1721094485" sldId="309"/>
            <ac:spMk id="86" creationId="{43954639-FB5D-41F4-9560-6F6DFE778425}"/>
          </ac:spMkLst>
        </pc:spChg>
        <pc:spChg chg="add del">
          <ac:chgData name="Alexandre Quach" userId="7bb690c8a6e028e4" providerId="LiveId" clId="{06933C3E-53D6-4C1E-88F2-6D93DD48933C}" dt="2021-02-03T14:26:55.687" v="42266"/>
          <ac:spMkLst>
            <pc:docMk/>
            <pc:sldMk cId="1721094485" sldId="309"/>
            <ac:spMk id="87" creationId="{DD6138DB-057B-45F7-A5F4-E7BFDA20D02C}"/>
          </ac:spMkLst>
        </pc:spChg>
        <pc:spChg chg="add del">
          <ac:chgData name="Alexandre Quach" userId="7bb690c8a6e028e4" providerId="LiveId" clId="{06933C3E-53D6-4C1E-88F2-6D93DD48933C}" dt="2021-02-03T14:26:55.687" v="42266"/>
          <ac:spMkLst>
            <pc:docMk/>
            <pc:sldMk cId="1721094485" sldId="309"/>
            <ac:spMk id="89" creationId="{79A54AB1-B64F-4843-BFAB-81CB74E66B65}"/>
          </ac:spMkLst>
        </pc:spChg>
      </pc:sldChg>
      <pc:sldChg chg="addSp delSp add del setBg delDesignElem">
        <pc:chgData name="Alexandre Quach" userId="7bb690c8a6e028e4" providerId="LiveId" clId="{06933C3E-53D6-4C1E-88F2-6D93DD48933C}" dt="2021-02-03T14:26:50.238" v="42263"/>
        <pc:sldMkLst>
          <pc:docMk/>
          <pc:sldMk cId="2512023010" sldId="309"/>
        </pc:sldMkLst>
        <pc:cxnChg chg="add del">
          <ac:chgData name="Alexandre Quach" userId="7bb690c8a6e028e4" providerId="LiveId" clId="{06933C3E-53D6-4C1E-88F2-6D93DD48933C}" dt="2021-02-03T14:26:50.238" v="42263"/>
          <ac:cxnSpMkLst>
            <pc:docMk/>
            <pc:sldMk cId="2512023010" sldId="309"/>
            <ac:cxnSpMk id="39" creationId="{B817B4B8-5E01-4B44-BC25-876D56C12149}"/>
          </ac:cxnSpMkLst>
        </pc:cxnChg>
        <pc:cxnChg chg="add del">
          <ac:chgData name="Alexandre Quach" userId="7bb690c8a6e028e4" providerId="LiveId" clId="{06933C3E-53D6-4C1E-88F2-6D93DD48933C}" dt="2021-02-03T14:26:50.238" v="42263"/>
          <ac:cxnSpMkLst>
            <pc:docMk/>
            <pc:sldMk cId="2512023010" sldId="309"/>
            <ac:cxnSpMk id="40" creationId="{D683D1A4-93E5-4A4D-B103-8223A220EB2B}"/>
          </ac:cxnSpMkLst>
        </pc:cxnChg>
        <pc:cxnChg chg="add del">
          <ac:chgData name="Alexandre Quach" userId="7bb690c8a6e028e4" providerId="LiveId" clId="{06933C3E-53D6-4C1E-88F2-6D93DD48933C}" dt="2021-02-03T14:26:50.238" v="42263"/>
          <ac:cxnSpMkLst>
            <pc:docMk/>
            <pc:sldMk cId="2512023010" sldId="309"/>
            <ac:cxnSpMk id="41" creationId="{B0E8ABF4-C289-489E-BEFB-3077F9D9C773}"/>
          </ac:cxnSpMkLst>
        </pc:cxnChg>
        <pc:cxnChg chg="add del">
          <ac:chgData name="Alexandre Quach" userId="7bb690c8a6e028e4" providerId="LiveId" clId="{06933C3E-53D6-4C1E-88F2-6D93DD48933C}" dt="2021-02-03T14:26:50.238" v="42263"/>
          <ac:cxnSpMkLst>
            <pc:docMk/>
            <pc:sldMk cId="2512023010" sldId="309"/>
            <ac:cxnSpMk id="43" creationId="{7989CFA0-35DD-4943-B365-488C66B9B192}"/>
          </ac:cxnSpMkLst>
        </pc:cxnChg>
        <pc:cxnChg chg="add del">
          <ac:chgData name="Alexandre Quach" userId="7bb690c8a6e028e4" providerId="LiveId" clId="{06933C3E-53D6-4C1E-88F2-6D93DD48933C}" dt="2021-02-03T14:26:50.238" v="42263"/>
          <ac:cxnSpMkLst>
            <pc:docMk/>
            <pc:sldMk cId="2512023010" sldId="309"/>
            <ac:cxnSpMk id="45" creationId="{688AD040-1A2B-4FB4-A345-7B9F3E5ED9B0}"/>
          </ac:cxnSpMkLst>
        </pc:cxnChg>
        <pc:cxnChg chg="add del">
          <ac:chgData name="Alexandre Quach" userId="7bb690c8a6e028e4" providerId="LiveId" clId="{06933C3E-53D6-4C1E-88F2-6D93DD48933C}" dt="2021-02-03T14:26:50.238" v="42263"/>
          <ac:cxnSpMkLst>
            <pc:docMk/>
            <pc:sldMk cId="2512023010" sldId="309"/>
            <ac:cxnSpMk id="47" creationId="{823B704A-724B-41D6-8F33-76939E727D2A}"/>
          </ac:cxnSpMkLst>
        </pc:cxnChg>
      </pc:sldChg>
      <pc:sldChg chg="modSp add mod ord">
        <pc:chgData name="Alexandre Quach" userId="7bb690c8a6e028e4" providerId="LiveId" clId="{06933C3E-53D6-4C1E-88F2-6D93DD48933C}" dt="2021-02-03T14:27:16.673" v="42285" actId="790"/>
        <pc:sldMkLst>
          <pc:docMk/>
          <pc:sldMk cId="2989565679" sldId="309"/>
        </pc:sldMkLst>
        <pc:spChg chg="mod">
          <ac:chgData name="Alexandre Quach" userId="7bb690c8a6e028e4" providerId="LiveId" clId="{06933C3E-53D6-4C1E-88F2-6D93DD48933C}" dt="2021-02-03T14:27:16.673" v="42285" actId="790"/>
          <ac:spMkLst>
            <pc:docMk/>
            <pc:sldMk cId="2989565679" sldId="309"/>
            <ac:spMk id="45" creationId="{BD921E28-F410-4798-A0DF-9C103B6FB9E5}"/>
          </ac:spMkLst>
        </pc:spChg>
      </pc:sldChg>
      <pc:sldChg chg="modSp new del mod">
        <pc:chgData name="Alexandre Quach" userId="7bb690c8a6e028e4" providerId="LiveId" clId="{06933C3E-53D6-4C1E-88F2-6D93DD48933C}" dt="2021-02-04T01:02:36.043" v="78125" actId="47"/>
        <pc:sldMkLst>
          <pc:docMk/>
          <pc:sldMk cId="703307384" sldId="310"/>
        </pc:sldMkLst>
        <pc:spChg chg="mod">
          <ac:chgData name="Alexandre Quach" userId="7bb690c8a6e028e4" providerId="LiveId" clId="{06933C3E-53D6-4C1E-88F2-6D93DD48933C}" dt="2021-02-03T14:53:21.951" v="42464" actId="20577"/>
          <ac:spMkLst>
            <pc:docMk/>
            <pc:sldMk cId="703307384" sldId="310"/>
            <ac:spMk id="2" creationId="{2FB58332-4EFC-45FB-B901-40FA3A27B624}"/>
          </ac:spMkLst>
        </pc:spChg>
      </pc:sldChg>
      <pc:sldChg chg="new del">
        <pc:chgData name="Alexandre Quach" userId="7bb690c8a6e028e4" providerId="LiveId" clId="{06933C3E-53D6-4C1E-88F2-6D93DD48933C}" dt="2021-02-03T14:56:59.330" v="42699" actId="47"/>
        <pc:sldMkLst>
          <pc:docMk/>
          <pc:sldMk cId="705361209" sldId="311"/>
        </pc:sldMkLst>
      </pc:sldChg>
      <pc:sldChg chg="addSp delSp modSp add mod delAnim delDesignElem chgLayout">
        <pc:chgData name="Alexandre Quach" userId="7bb690c8a6e028e4" providerId="LiveId" clId="{06933C3E-53D6-4C1E-88F2-6D93DD48933C}" dt="2021-02-04T14:02:48.506" v="79349" actId="478"/>
        <pc:sldMkLst>
          <pc:docMk/>
          <pc:sldMk cId="1901668735" sldId="312"/>
        </pc:sldMkLst>
        <pc:spChg chg="add mod ord">
          <ac:chgData name="Alexandre Quach" userId="7bb690c8a6e028e4" providerId="LiveId" clId="{06933C3E-53D6-4C1E-88F2-6D93DD48933C}" dt="2021-02-03T20:34:15.940" v="55545" actId="404"/>
          <ac:spMkLst>
            <pc:docMk/>
            <pc:sldMk cId="1901668735" sldId="312"/>
            <ac:spMk id="2" creationId="{430E127C-C8AF-4088-B930-AF0409E08CD2}"/>
          </ac:spMkLst>
        </pc:spChg>
        <pc:spChg chg="add mod ord">
          <ac:chgData name="Alexandre Quach" userId="7bb690c8a6e028e4" providerId="LiveId" clId="{06933C3E-53D6-4C1E-88F2-6D93DD48933C}" dt="2021-02-03T20:35:17.676" v="55607" actId="20577"/>
          <ac:spMkLst>
            <pc:docMk/>
            <pc:sldMk cId="1901668735" sldId="312"/>
            <ac:spMk id="3" creationId="{65BE6719-5378-44FD-BCF1-753FB2105116}"/>
          </ac:spMkLst>
        </pc:spChg>
        <pc:spChg chg="del">
          <ac:chgData name="Alexandre Quach" userId="7bb690c8a6e028e4" providerId="LiveId" clId="{06933C3E-53D6-4C1E-88F2-6D93DD48933C}" dt="2021-02-03T14:56:55.719" v="42698" actId="700"/>
          <ac:spMkLst>
            <pc:docMk/>
            <pc:sldMk cId="1901668735" sldId="312"/>
            <ac:spMk id="15" creationId="{80CCAACE-815D-4A79-875A-B7EFC28F7D2B}"/>
          </ac:spMkLst>
        </pc:spChg>
        <pc:picChg chg="add del mod">
          <ac:chgData name="Alexandre Quach" userId="7bb690c8a6e028e4" providerId="LiveId" clId="{06933C3E-53D6-4C1E-88F2-6D93DD48933C}" dt="2021-02-04T14:02:48.506" v="79349" actId="478"/>
          <ac:picMkLst>
            <pc:docMk/>
            <pc:sldMk cId="1901668735" sldId="312"/>
            <ac:picMk id="4" creationId="{1AB24710-B02A-4420-8F74-4D2A57125437}"/>
          </ac:picMkLst>
        </pc:picChg>
        <pc:picChg chg="mod">
          <ac:chgData name="Alexandre Quach" userId="7bb690c8a6e028e4" providerId="LiveId" clId="{06933C3E-53D6-4C1E-88F2-6D93DD48933C}" dt="2021-02-03T14:57:28.751" v="42700" actId="207"/>
          <ac:picMkLst>
            <pc:docMk/>
            <pc:sldMk cId="1901668735" sldId="312"/>
            <ac:picMk id="5" creationId="{F10CBE59-8959-41C7-934F-324C950D2926}"/>
          </ac:picMkLst>
        </pc:picChg>
        <pc:picChg chg="mod">
          <ac:chgData name="Alexandre Quach" userId="7bb690c8a6e028e4" providerId="LiveId" clId="{06933C3E-53D6-4C1E-88F2-6D93DD48933C}" dt="2021-02-03T15:41:03.245" v="44582" actId="1076"/>
          <ac:picMkLst>
            <pc:docMk/>
            <pc:sldMk cId="1901668735" sldId="312"/>
            <ac:picMk id="10" creationId="{7B9A1660-2ADF-4BA0-B4E5-8305502AEB15}"/>
          </ac:picMkLst>
        </pc:picChg>
      </pc:sldChg>
      <pc:sldChg chg="addSp delSp modSp new mod ord setBg">
        <pc:chgData name="Alexandre Quach" userId="7bb690c8a6e028e4" providerId="LiveId" clId="{06933C3E-53D6-4C1E-88F2-6D93DD48933C}" dt="2021-02-03T20:40:21.763" v="55655" actId="790"/>
        <pc:sldMkLst>
          <pc:docMk/>
          <pc:sldMk cId="1709356335" sldId="313"/>
        </pc:sldMkLst>
        <pc:spChg chg="del">
          <ac:chgData name="Alexandre Quach" userId="7bb690c8a6e028e4" providerId="LiveId" clId="{06933C3E-53D6-4C1E-88F2-6D93DD48933C}" dt="2021-02-03T16:37:26.033" v="48295" actId="478"/>
          <ac:spMkLst>
            <pc:docMk/>
            <pc:sldMk cId="1709356335" sldId="313"/>
            <ac:spMk id="2" creationId="{9211F1A2-55F2-4CBE-B6C3-7F09098B1460}"/>
          </ac:spMkLst>
        </pc:spChg>
        <pc:spChg chg="del">
          <ac:chgData name="Alexandre Quach" userId="7bb690c8a6e028e4" providerId="LiveId" clId="{06933C3E-53D6-4C1E-88F2-6D93DD48933C}" dt="2021-02-03T16:37:26.033" v="48295" actId="478"/>
          <ac:spMkLst>
            <pc:docMk/>
            <pc:sldMk cId="1709356335" sldId="313"/>
            <ac:spMk id="3" creationId="{F014D567-2624-42F4-8F1C-8605B3AD13B9}"/>
          </ac:spMkLst>
        </pc:spChg>
        <pc:spChg chg="add mod">
          <ac:chgData name="Alexandre Quach" userId="7bb690c8a6e028e4" providerId="LiveId" clId="{06933C3E-53D6-4C1E-88F2-6D93DD48933C}" dt="2021-02-03T20:40:21.763" v="55655" actId="790"/>
          <ac:spMkLst>
            <pc:docMk/>
            <pc:sldMk cId="1709356335" sldId="313"/>
            <ac:spMk id="16" creationId="{88DCBE33-2D3D-4694-A4BF-73A466C92CA7}"/>
          </ac:spMkLst>
        </pc:spChg>
        <pc:picChg chg="add mod">
          <ac:chgData name="Alexandre Quach" userId="7bb690c8a6e028e4" providerId="LiveId" clId="{06933C3E-53D6-4C1E-88F2-6D93DD48933C}" dt="2021-02-03T17:03:31.751" v="51423" actId="1076"/>
          <ac:picMkLst>
            <pc:docMk/>
            <pc:sldMk cId="1709356335" sldId="313"/>
            <ac:picMk id="4" creationId="{1C5AC8E7-FBD0-4C44-A727-46F67015F7A4}"/>
          </ac:picMkLst>
        </pc:picChg>
        <pc:picChg chg="add mod ord">
          <ac:chgData name="Alexandre Quach" userId="7bb690c8a6e028e4" providerId="LiveId" clId="{06933C3E-53D6-4C1E-88F2-6D93DD48933C}" dt="2021-02-03T17:03:33.857" v="51424" actId="1076"/>
          <ac:picMkLst>
            <pc:docMk/>
            <pc:sldMk cId="1709356335" sldId="313"/>
            <ac:picMk id="5" creationId="{95C71EFF-3622-4B45-B366-500B84C28281}"/>
          </ac:picMkLst>
        </pc:picChg>
        <pc:picChg chg="add mod">
          <ac:chgData name="Alexandre Quach" userId="7bb690c8a6e028e4" providerId="LiveId" clId="{06933C3E-53D6-4C1E-88F2-6D93DD48933C}" dt="2021-02-03T16:38:56.585" v="48312" actId="1076"/>
          <ac:picMkLst>
            <pc:docMk/>
            <pc:sldMk cId="1709356335" sldId="313"/>
            <ac:picMk id="6" creationId="{0550D24B-95B0-481B-BDB2-EBD36C53AC21}"/>
          </ac:picMkLst>
        </pc:picChg>
        <pc:picChg chg="add del mod ord">
          <ac:chgData name="Alexandre Quach" userId="7bb690c8a6e028e4" providerId="LiveId" clId="{06933C3E-53D6-4C1E-88F2-6D93DD48933C}" dt="2021-02-03T16:38:30.178" v="48306" actId="478"/>
          <ac:picMkLst>
            <pc:docMk/>
            <pc:sldMk cId="1709356335" sldId="313"/>
            <ac:picMk id="7" creationId="{2FC27F1D-F954-4B23-A802-AD93F25FE075}"/>
          </ac:picMkLst>
        </pc:picChg>
        <pc:picChg chg="add mod ord">
          <ac:chgData name="Alexandre Quach" userId="7bb690c8a6e028e4" providerId="LiveId" clId="{06933C3E-53D6-4C1E-88F2-6D93DD48933C}" dt="2021-02-03T16:38:53.346" v="48311" actId="1076"/>
          <ac:picMkLst>
            <pc:docMk/>
            <pc:sldMk cId="1709356335" sldId="313"/>
            <ac:picMk id="8" creationId="{A4160F35-1ECC-4DBC-89EB-06418B4B67EE}"/>
          </ac:picMkLst>
        </pc:picChg>
        <pc:cxnChg chg="add">
          <ac:chgData name="Alexandre Quach" userId="7bb690c8a6e028e4" providerId="LiveId" clId="{06933C3E-53D6-4C1E-88F2-6D93DD48933C}" dt="2021-02-03T16:38:01.544" v="48297" actId="26606"/>
          <ac:cxnSpMkLst>
            <pc:docMk/>
            <pc:sldMk cId="1709356335" sldId="313"/>
            <ac:cxnSpMk id="13" creationId="{B817B4B8-5E01-4B44-BC25-876D56C12149}"/>
          </ac:cxnSpMkLst>
        </pc:cxnChg>
        <pc:cxnChg chg="add">
          <ac:chgData name="Alexandre Quach" userId="7bb690c8a6e028e4" providerId="LiveId" clId="{06933C3E-53D6-4C1E-88F2-6D93DD48933C}" dt="2021-02-03T16:38:01.544" v="48297" actId="26606"/>
          <ac:cxnSpMkLst>
            <pc:docMk/>
            <pc:sldMk cId="1709356335" sldId="313"/>
            <ac:cxnSpMk id="15" creationId="{D683D1A4-93E5-4A4D-B103-8223A220EB2B}"/>
          </ac:cxnSpMkLst>
        </pc:cxnChg>
        <pc:cxnChg chg="add">
          <ac:chgData name="Alexandre Quach" userId="7bb690c8a6e028e4" providerId="LiveId" clId="{06933C3E-53D6-4C1E-88F2-6D93DD48933C}" dt="2021-02-03T16:38:01.544" v="48297" actId="26606"/>
          <ac:cxnSpMkLst>
            <pc:docMk/>
            <pc:sldMk cId="1709356335" sldId="313"/>
            <ac:cxnSpMk id="17" creationId="{B0E8ABF4-C289-489E-BEFB-3077F9D9C773}"/>
          </ac:cxnSpMkLst>
        </pc:cxnChg>
        <pc:cxnChg chg="add">
          <ac:chgData name="Alexandre Quach" userId="7bb690c8a6e028e4" providerId="LiveId" clId="{06933C3E-53D6-4C1E-88F2-6D93DD48933C}" dt="2021-02-03T16:38:01.544" v="48297" actId="26606"/>
          <ac:cxnSpMkLst>
            <pc:docMk/>
            <pc:sldMk cId="1709356335" sldId="313"/>
            <ac:cxnSpMk id="19" creationId="{7989CFA0-35DD-4943-B365-488C66B9B192}"/>
          </ac:cxnSpMkLst>
        </pc:cxnChg>
        <pc:cxnChg chg="add">
          <ac:chgData name="Alexandre Quach" userId="7bb690c8a6e028e4" providerId="LiveId" clId="{06933C3E-53D6-4C1E-88F2-6D93DD48933C}" dt="2021-02-03T16:38:01.544" v="48297" actId="26606"/>
          <ac:cxnSpMkLst>
            <pc:docMk/>
            <pc:sldMk cId="1709356335" sldId="313"/>
            <ac:cxnSpMk id="21" creationId="{688AD040-1A2B-4FB4-A345-7B9F3E5ED9B0}"/>
          </ac:cxnSpMkLst>
        </pc:cxnChg>
        <pc:cxnChg chg="add">
          <ac:chgData name="Alexandre Quach" userId="7bb690c8a6e028e4" providerId="LiveId" clId="{06933C3E-53D6-4C1E-88F2-6D93DD48933C}" dt="2021-02-03T16:38:01.544" v="48297" actId="26606"/>
          <ac:cxnSpMkLst>
            <pc:docMk/>
            <pc:sldMk cId="1709356335" sldId="313"/>
            <ac:cxnSpMk id="23" creationId="{823B704A-724B-41D6-8F33-76939E727D2A}"/>
          </ac:cxnSpMkLst>
        </pc:cxnChg>
      </pc:sldChg>
      <pc:sldChg chg="addSp modSp new mod">
        <pc:chgData name="Alexandre Quach" userId="7bb690c8a6e028e4" providerId="LiveId" clId="{06933C3E-53D6-4C1E-88F2-6D93DD48933C}" dt="2021-02-03T20:55:28.178" v="56272" actId="20577"/>
        <pc:sldMkLst>
          <pc:docMk/>
          <pc:sldMk cId="3038497757" sldId="314"/>
        </pc:sldMkLst>
        <pc:spChg chg="mod">
          <ac:chgData name="Alexandre Quach" userId="7bb690c8a6e028e4" providerId="LiveId" clId="{06933C3E-53D6-4C1E-88F2-6D93DD48933C}" dt="2021-02-03T16:43:23.962" v="48745" actId="20577"/>
          <ac:spMkLst>
            <pc:docMk/>
            <pc:sldMk cId="3038497757" sldId="314"/>
            <ac:spMk id="2" creationId="{E4BF79E1-2131-49B9-B437-74EE3B70755A}"/>
          </ac:spMkLst>
        </pc:spChg>
        <pc:spChg chg="mod">
          <ac:chgData name="Alexandre Quach" userId="7bb690c8a6e028e4" providerId="LiveId" clId="{06933C3E-53D6-4C1E-88F2-6D93DD48933C}" dt="2021-02-03T20:55:28.178" v="56272" actId="20577"/>
          <ac:spMkLst>
            <pc:docMk/>
            <pc:sldMk cId="3038497757" sldId="314"/>
            <ac:spMk id="3" creationId="{2B92C5FB-1030-439B-BF6F-20C66F185842}"/>
          </ac:spMkLst>
        </pc:spChg>
        <pc:picChg chg="add mod">
          <ac:chgData name="Alexandre Quach" userId="7bb690c8a6e028e4" providerId="LiveId" clId="{06933C3E-53D6-4C1E-88F2-6D93DD48933C}" dt="2021-02-03T16:42:32.649" v="48689" actId="1076"/>
          <ac:picMkLst>
            <pc:docMk/>
            <pc:sldMk cId="3038497757" sldId="314"/>
            <ac:picMk id="4" creationId="{0B2C9A0A-3045-4743-9E3C-2B31CA008714}"/>
          </ac:picMkLst>
        </pc:picChg>
      </pc:sldChg>
      <pc:sldChg chg="new del">
        <pc:chgData name="Alexandre Quach" userId="7bb690c8a6e028e4" providerId="LiveId" clId="{06933C3E-53D6-4C1E-88F2-6D93DD48933C}" dt="2021-02-03T20:05:08.040" v="52694" actId="47"/>
        <pc:sldMkLst>
          <pc:docMk/>
          <pc:sldMk cId="2732745197" sldId="315"/>
        </pc:sldMkLst>
      </pc:sldChg>
      <pc:sldChg chg="addSp delSp modSp add mod ord">
        <pc:chgData name="Alexandre Quach" userId="7bb690c8a6e028e4" providerId="LiveId" clId="{06933C3E-53D6-4C1E-88F2-6D93DD48933C}" dt="2021-02-04T00:30:22.786" v="76765" actId="20577"/>
        <pc:sldMkLst>
          <pc:docMk/>
          <pc:sldMk cId="2946924615" sldId="316"/>
        </pc:sldMkLst>
        <pc:spChg chg="mod">
          <ac:chgData name="Alexandre Quach" userId="7bb690c8a6e028e4" providerId="LiveId" clId="{06933C3E-53D6-4C1E-88F2-6D93DD48933C}" dt="2021-02-03T20:05:17.503" v="52720" actId="404"/>
          <ac:spMkLst>
            <pc:docMk/>
            <pc:sldMk cId="2946924615" sldId="316"/>
            <ac:spMk id="2" creationId="{3E403F8E-D13F-490B-ACC3-5C9FED32FCF0}"/>
          </ac:spMkLst>
        </pc:spChg>
        <pc:spChg chg="mod">
          <ac:chgData name="Alexandre Quach" userId="7bb690c8a6e028e4" providerId="LiveId" clId="{06933C3E-53D6-4C1E-88F2-6D93DD48933C}" dt="2021-02-04T00:22:11.424" v="75504" actId="20577"/>
          <ac:spMkLst>
            <pc:docMk/>
            <pc:sldMk cId="2946924615" sldId="316"/>
            <ac:spMk id="3" creationId="{D9CBE7A0-CEA8-49C7-B1F5-66B646299B3A}"/>
          </ac:spMkLst>
        </pc:spChg>
        <pc:spChg chg="mod">
          <ac:chgData name="Alexandre Quach" userId="7bb690c8a6e028e4" providerId="LiveId" clId="{06933C3E-53D6-4C1E-88F2-6D93DD48933C}" dt="2021-02-03T22:35:58.916" v="65688" actId="1076"/>
          <ac:spMkLst>
            <pc:docMk/>
            <pc:sldMk cId="2946924615" sldId="316"/>
            <ac:spMk id="4" creationId="{E4A20B0C-5EE5-4018-88F9-7B59C52F3F22}"/>
          </ac:spMkLst>
        </pc:spChg>
        <pc:spChg chg="mod">
          <ac:chgData name="Alexandre Quach" userId="7bb690c8a6e028e4" providerId="LiveId" clId="{06933C3E-53D6-4C1E-88F2-6D93DD48933C}" dt="2021-02-03T22:35:58.916" v="65688" actId="1076"/>
          <ac:spMkLst>
            <pc:docMk/>
            <pc:sldMk cId="2946924615" sldId="316"/>
            <ac:spMk id="5" creationId="{AE9D5684-6FEC-4A8D-8A46-2DC2690BD720}"/>
          </ac:spMkLst>
        </pc:spChg>
        <pc:spChg chg="mod">
          <ac:chgData name="Alexandre Quach" userId="7bb690c8a6e028e4" providerId="LiveId" clId="{06933C3E-53D6-4C1E-88F2-6D93DD48933C}" dt="2021-02-04T00:30:22.786" v="76765" actId="20577"/>
          <ac:spMkLst>
            <pc:docMk/>
            <pc:sldMk cId="2946924615" sldId="316"/>
            <ac:spMk id="6" creationId="{FC095321-BAD2-4D1A-B0BD-058E76C10D14}"/>
          </ac:spMkLst>
        </pc:spChg>
        <pc:spChg chg="del">
          <ac:chgData name="Alexandre Quach" userId="7bb690c8a6e028e4" providerId="LiveId" clId="{06933C3E-53D6-4C1E-88F2-6D93DD48933C}" dt="2021-02-03T20:07:01.550" v="53085" actId="478"/>
          <ac:spMkLst>
            <pc:docMk/>
            <pc:sldMk cId="2946924615" sldId="316"/>
            <ac:spMk id="7" creationId="{627597CC-54B5-4CC6-98C2-B0FCFCCBB5FC}"/>
          </ac:spMkLst>
        </pc:spChg>
        <pc:spChg chg="del">
          <ac:chgData name="Alexandre Quach" userId="7bb690c8a6e028e4" providerId="LiveId" clId="{06933C3E-53D6-4C1E-88F2-6D93DD48933C}" dt="2021-02-03T20:07:01.550" v="53085" actId="478"/>
          <ac:spMkLst>
            <pc:docMk/>
            <pc:sldMk cId="2946924615" sldId="316"/>
            <ac:spMk id="8" creationId="{E860C364-CB07-4157-B3FC-72ADE7FC8BE0}"/>
          </ac:spMkLst>
        </pc:spChg>
        <pc:spChg chg="del">
          <ac:chgData name="Alexandre Quach" userId="7bb690c8a6e028e4" providerId="LiveId" clId="{06933C3E-53D6-4C1E-88F2-6D93DD48933C}" dt="2021-02-03T20:07:01.550" v="53085" actId="478"/>
          <ac:spMkLst>
            <pc:docMk/>
            <pc:sldMk cId="2946924615" sldId="316"/>
            <ac:spMk id="9" creationId="{0DD88472-455B-4EB6-9408-03600B961185}"/>
          </ac:spMkLst>
        </pc:spChg>
        <pc:spChg chg="del">
          <ac:chgData name="Alexandre Quach" userId="7bb690c8a6e028e4" providerId="LiveId" clId="{06933C3E-53D6-4C1E-88F2-6D93DD48933C}" dt="2021-02-03T20:07:01.550" v="53085" actId="478"/>
          <ac:spMkLst>
            <pc:docMk/>
            <pc:sldMk cId="2946924615" sldId="316"/>
            <ac:spMk id="10" creationId="{92DC21F5-C271-429F-B995-155ADD05F5EE}"/>
          </ac:spMkLst>
        </pc:spChg>
        <pc:spChg chg="add mod">
          <ac:chgData name="Alexandre Quach" userId="7bb690c8a6e028e4" providerId="LiveId" clId="{06933C3E-53D6-4C1E-88F2-6D93DD48933C}" dt="2021-02-03T22:35:58.916" v="65688" actId="1076"/>
          <ac:spMkLst>
            <pc:docMk/>
            <pc:sldMk cId="2946924615" sldId="316"/>
            <ac:spMk id="11" creationId="{0202971B-E970-4C47-94E3-BD2334440141}"/>
          </ac:spMkLst>
        </pc:spChg>
        <pc:spChg chg="add mod">
          <ac:chgData name="Alexandre Quach" userId="7bb690c8a6e028e4" providerId="LiveId" clId="{06933C3E-53D6-4C1E-88F2-6D93DD48933C}" dt="2021-02-03T22:57:58.158" v="67151" actId="5793"/>
          <ac:spMkLst>
            <pc:docMk/>
            <pc:sldMk cId="2946924615" sldId="316"/>
            <ac:spMk id="12" creationId="{E7CEB07A-07AC-4722-9208-DB1C2B669E8A}"/>
          </ac:spMkLst>
        </pc:spChg>
      </pc:sldChg>
      <pc:sldChg chg="addSp delSp modSp add mod ord">
        <pc:chgData name="Alexandre Quach" userId="7bb690c8a6e028e4" providerId="LiveId" clId="{06933C3E-53D6-4C1E-88F2-6D93DD48933C}" dt="2021-02-04T01:28:23.948" v="79337" actId="14100"/>
        <pc:sldMkLst>
          <pc:docMk/>
          <pc:sldMk cId="2008054246" sldId="317"/>
        </pc:sldMkLst>
        <pc:spChg chg="del">
          <ac:chgData name="Alexandre Quach" userId="7bb690c8a6e028e4" providerId="LiveId" clId="{06933C3E-53D6-4C1E-88F2-6D93DD48933C}" dt="2021-02-03T21:21:26.044" v="57808" actId="478"/>
          <ac:spMkLst>
            <pc:docMk/>
            <pc:sldMk cId="2008054246" sldId="317"/>
            <ac:spMk id="2" creationId="{430E127C-C8AF-4088-B930-AF0409E08CD2}"/>
          </ac:spMkLst>
        </pc:spChg>
        <pc:spChg chg="mod">
          <ac:chgData name="Alexandre Quach" userId="7bb690c8a6e028e4" providerId="LiveId" clId="{06933C3E-53D6-4C1E-88F2-6D93DD48933C}" dt="2021-02-04T01:28:23.948" v="79337" actId="14100"/>
          <ac:spMkLst>
            <pc:docMk/>
            <pc:sldMk cId="2008054246" sldId="317"/>
            <ac:spMk id="3" creationId="{65BE6719-5378-44FD-BCF1-753FB2105116}"/>
          </ac:spMkLst>
        </pc:spChg>
        <pc:spChg chg="add del mod">
          <ac:chgData name="Alexandre Quach" userId="7bb690c8a6e028e4" providerId="LiveId" clId="{06933C3E-53D6-4C1E-88F2-6D93DD48933C}" dt="2021-02-03T21:21:27.929" v="57809" actId="478"/>
          <ac:spMkLst>
            <pc:docMk/>
            <pc:sldMk cId="2008054246" sldId="317"/>
            <ac:spMk id="6" creationId="{43CCD498-4A55-44FB-B44D-586505614E84}"/>
          </ac:spMkLst>
        </pc:spChg>
        <pc:picChg chg="mod ord">
          <ac:chgData name="Alexandre Quach" userId="7bb690c8a6e028e4" providerId="LiveId" clId="{06933C3E-53D6-4C1E-88F2-6D93DD48933C}" dt="2021-02-04T01:28:20.252" v="79336" actId="1076"/>
          <ac:picMkLst>
            <pc:docMk/>
            <pc:sldMk cId="2008054246" sldId="317"/>
            <ac:picMk id="4" creationId="{0B467287-9CA8-42B9-898C-C9EFCE01F2FC}"/>
          </ac:picMkLst>
        </pc:picChg>
        <pc:picChg chg="mod">
          <ac:chgData name="Alexandre Quach" userId="7bb690c8a6e028e4" providerId="LiveId" clId="{06933C3E-53D6-4C1E-88F2-6D93DD48933C}" dt="2021-02-04T01:28:20.252" v="79336" actId="1076"/>
          <ac:picMkLst>
            <pc:docMk/>
            <pc:sldMk cId="2008054246" sldId="317"/>
            <ac:picMk id="5" creationId="{F10CBE59-8959-41C7-934F-324C950D2926}"/>
          </ac:picMkLst>
        </pc:picChg>
      </pc:sldChg>
      <pc:sldChg chg="modSp new del mod">
        <pc:chgData name="Alexandre Quach" userId="7bb690c8a6e028e4" providerId="LiveId" clId="{06933C3E-53D6-4C1E-88F2-6D93DD48933C}" dt="2021-02-03T21:20:16.129" v="57792" actId="47"/>
        <pc:sldMkLst>
          <pc:docMk/>
          <pc:sldMk cId="3062056407" sldId="317"/>
        </pc:sldMkLst>
        <pc:spChg chg="mod">
          <ac:chgData name="Alexandre Quach" userId="7bb690c8a6e028e4" providerId="LiveId" clId="{06933C3E-53D6-4C1E-88F2-6D93DD48933C}" dt="2021-02-03T21:20:10.199" v="57791" actId="20577"/>
          <ac:spMkLst>
            <pc:docMk/>
            <pc:sldMk cId="3062056407" sldId="317"/>
            <ac:spMk id="2" creationId="{CB279764-9490-44BA-A823-DCF81F45CA2A}"/>
          </ac:spMkLst>
        </pc:spChg>
      </pc:sldChg>
      <pc:sldChg chg="addSp delSp modSp mod">
        <pc:chgData name="Alexandre Quach" userId="7bb690c8a6e028e4" providerId="LiveId" clId="{06933C3E-53D6-4C1E-88F2-6D93DD48933C}" dt="2021-02-04T01:13:52.812" v="79291" actId="1076"/>
        <pc:sldMkLst>
          <pc:docMk/>
          <pc:sldMk cId="1971813999" sldId="318"/>
        </pc:sldMkLst>
        <pc:spChg chg="mod">
          <ac:chgData name="Alexandre Quach" userId="7bb690c8a6e028e4" providerId="LiveId" clId="{06933C3E-53D6-4C1E-88F2-6D93DD48933C}" dt="2021-02-04T01:00:40.232" v="78070" actId="1076"/>
          <ac:spMkLst>
            <pc:docMk/>
            <pc:sldMk cId="1971813999" sldId="318"/>
            <ac:spMk id="2" creationId="{2FB58332-4EFC-45FB-B901-40FA3A27B624}"/>
          </ac:spMkLst>
        </pc:spChg>
        <pc:spChg chg="del mod">
          <ac:chgData name="Alexandre Quach" userId="7bb690c8a6e028e4" providerId="LiveId" clId="{06933C3E-53D6-4C1E-88F2-6D93DD48933C}" dt="2021-02-04T00:46:08.039" v="77181" actId="478"/>
          <ac:spMkLst>
            <pc:docMk/>
            <pc:sldMk cId="1971813999" sldId="318"/>
            <ac:spMk id="5" creationId="{8DAAA51E-E949-43E5-AE36-5203009EBEDF}"/>
          </ac:spMkLst>
        </pc:spChg>
        <pc:spChg chg="add mod topLvl">
          <ac:chgData name="Alexandre Quach" userId="7bb690c8a6e028e4" providerId="LiveId" clId="{06933C3E-53D6-4C1E-88F2-6D93DD48933C}" dt="2021-02-04T01:05:52.167" v="78222" actId="1076"/>
          <ac:spMkLst>
            <pc:docMk/>
            <pc:sldMk cId="1971813999" sldId="318"/>
            <ac:spMk id="9" creationId="{82CF75D6-2669-4E9F-8791-A3FEE7648273}"/>
          </ac:spMkLst>
        </pc:spChg>
        <pc:spChg chg="add del mod">
          <ac:chgData name="Alexandre Quach" userId="7bb690c8a6e028e4" providerId="LiveId" clId="{06933C3E-53D6-4C1E-88F2-6D93DD48933C}" dt="2021-02-04T00:55:04.816" v="77486" actId="478"/>
          <ac:spMkLst>
            <pc:docMk/>
            <pc:sldMk cId="1971813999" sldId="318"/>
            <ac:spMk id="10" creationId="{9C733A55-1FF5-44F6-8E9B-DE9392998CE2}"/>
          </ac:spMkLst>
        </pc:spChg>
        <pc:spChg chg="add mod topLvl">
          <ac:chgData name="Alexandre Quach" userId="7bb690c8a6e028e4" providerId="LiveId" clId="{06933C3E-53D6-4C1E-88F2-6D93DD48933C}" dt="2021-02-04T01:05:52.167" v="78222" actId="1076"/>
          <ac:spMkLst>
            <pc:docMk/>
            <pc:sldMk cId="1971813999" sldId="318"/>
            <ac:spMk id="12" creationId="{6E0DAFBB-827F-49BC-9A0F-79DD2EECE850}"/>
          </ac:spMkLst>
        </pc:spChg>
        <pc:spChg chg="add mod">
          <ac:chgData name="Alexandre Quach" userId="7bb690c8a6e028e4" providerId="LiveId" clId="{06933C3E-53D6-4C1E-88F2-6D93DD48933C}" dt="2021-02-04T01:05:52.167" v="78222" actId="1076"/>
          <ac:spMkLst>
            <pc:docMk/>
            <pc:sldMk cId="1971813999" sldId="318"/>
            <ac:spMk id="16" creationId="{395A9CD9-B5D9-4103-9C2F-1D26A35477E3}"/>
          </ac:spMkLst>
        </pc:spChg>
        <pc:spChg chg="add mod">
          <ac:chgData name="Alexandre Quach" userId="7bb690c8a6e028e4" providerId="LiveId" clId="{06933C3E-53D6-4C1E-88F2-6D93DD48933C}" dt="2021-02-04T01:05:52.167" v="78222" actId="1076"/>
          <ac:spMkLst>
            <pc:docMk/>
            <pc:sldMk cId="1971813999" sldId="318"/>
            <ac:spMk id="21" creationId="{7B18D801-DE9A-4B82-B764-01C9097B1222}"/>
          </ac:spMkLst>
        </pc:spChg>
        <pc:spChg chg="add mod">
          <ac:chgData name="Alexandre Quach" userId="7bb690c8a6e028e4" providerId="LiveId" clId="{06933C3E-53D6-4C1E-88F2-6D93DD48933C}" dt="2021-02-04T01:05:52.167" v="78222" actId="1076"/>
          <ac:spMkLst>
            <pc:docMk/>
            <pc:sldMk cId="1971813999" sldId="318"/>
            <ac:spMk id="22" creationId="{9C67F2D1-D0D2-4721-9E0F-237E5405D51F}"/>
          </ac:spMkLst>
        </pc:spChg>
        <pc:spChg chg="add mod">
          <ac:chgData name="Alexandre Quach" userId="7bb690c8a6e028e4" providerId="LiveId" clId="{06933C3E-53D6-4C1E-88F2-6D93DD48933C}" dt="2021-02-04T01:05:52.167" v="78222" actId="1076"/>
          <ac:spMkLst>
            <pc:docMk/>
            <pc:sldMk cId="1971813999" sldId="318"/>
            <ac:spMk id="23" creationId="{07DC7DFC-0659-439F-A876-CE5EF44DDFCB}"/>
          </ac:spMkLst>
        </pc:spChg>
        <pc:spChg chg="add mod">
          <ac:chgData name="Alexandre Quach" userId="7bb690c8a6e028e4" providerId="LiveId" clId="{06933C3E-53D6-4C1E-88F2-6D93DD48933C}" dt="2021-02-04T01:05:52.167" v="78222" actId="1076"/>
          <ac:spMkLst>
            <pc:docMk/>
            <pc:sldMk cId="1971813999" sldId="318"/>
            <ac:spMk id="24" creationId="{20CF9DD2-0B69-4099-AF1C-6312F9812B65}"/>
          </ac:spMkLst>
        </pc:spChg>
        <pc:spChg chg="add mod">
          <ac:chgData name="Alexandre Quach" userId="7bb690c8a6e028e4" providerId="LiveId" clId="{06933C3E-53D6-4C1E-88F2-6D93DD48933C}" dt="2021-02-04T01:05:52.167" v="78222" actId="1076"/>
          <ac:spMkLst>
            <pc:docMk/>
            <pc:sldMk cId="1971813999" sldId="318"/>
            <ac:spMk id="25" creationId="{8B19BBDA-98D0-451A-A304-9BF9EA708030}"/>
          </ac:spMkLst>
        </pc:spChg>
        <pc:spChg chg="add mod">
          <ac:chgData name="Alexandre Quach" userId="7bb690c8a6e028e4" providerId="LiveId" clId="{06933C3E-53D6-4C1E-88F2-6D93DD48933C}" dt="2021-02-04T01:05:52.167" v="78222" actId="1076"/>
          <ac:spMkLst>
            <pc:docMk/>
            <pc:sldMk cId="1971813999" sldId="318"/>
            <ac:spMk id="27" creationId="{B45B164C-C302-4209-9A28-36682D3BFB0B}"/>
          </ac:spMkLst>
        </pc:spChg>
        <pc:spChg chg="add mod">
          <ac:chgData name="Alexandre Quach" userId="7bb690c8a6e028e4" providerId="LiveId" clId="{06933C3E-53D6-4C1E-88F2-6D93DD48933C}" dt="2021-02-04T01:05:52.167" v="78222" actId="1076"/>
          <ac:spMkLst>
            <pc:docMk/>
            <pc:sldMk cId="1971813999" sldId="318"/>
            <ac:spMk id="29" creationId="{EB624E27-4029-4F6B-9307-DD2ACF51F5A4}"/>
          </ac:spMkLst>
        </pc:spChg>
        <pc:spChg chg="add mod">
          <ac:chgData name="Alexandre Quach" userId="7bb690c8a6e028e4" providerId="LiveId" clId="{06933C3E-53D6-4C1E-88F2-6D93DD48933C}" dt="2021-02-04T01:05:52.167" v="78222" actId="1076"/>
          <ac:spMkLst>
            <pc:docMk/>
            <pc:sldMk cId="1971813999" sldId="318"/>
            <ac:spMk id="30" creationId="{15E55BFE-85EF-4CD1-836A-88743D132D62}"/>
          </ac:spMkLst>
        </pc:spChg>
        <pc:spChg chg="add mod">
          <ac:chgData name="Alexandre Quach" userId="7bb690c8a6e028e4" providerId="LiveId" clId="{06933C3E-53D6-4C1E-88F2-6D93DD48933C}" dt="2021-02-04T01:05:52.167" v="78222" actId="1076"/>
          <ac:spMkLst>
            <pc:docMk/>
            <pc:sldMk cId="1971813999" sldId="318"/>
            <ac:spMk id="32" creationId="{788675E2-D72A-463E-B2AA-C70E8E9B8FA9}"/>
          </ac:spMkLst>
        </pc:spChg>
        <pc:spChg chg="add mod">
          <ac:chgData name="Alexandre Quach" userId="7bb690c8a6e028e4" providerId="LiveId" clId="{06933C3E-53D6-4C1E-88F2-6D93DD48933C}" dt="2021-02-04T01:05:52.167" v="78222" actId="1076"/>
          <ac:spMkLst>
            <pc:docMk/>
            <pc:sldMk cId="1971813999" sldId="318"/>
            <ac:spMk id="35" creationId="{A96F90C5-6FDC-4ED2-96BC-5ED8DE45DDC5}"/>
          </ac:spMkLst>
        </pc:spChg>
        <pc:spChg chg="add mod">
          <ac:chgData name="Alexandre Quach" userId="7bb690c8a6e028e4" providerId="LiveId" clId="{06933C3E-53D6-4C1E-88F2-6D93DD48933C}" dt="2021-02-04T01:13:09.653" v="79289" actId="1076"/>
          <ac:spMkLst>
            <pc:docMk/>
            <pc:sldMk cId="1971813999" sldId="318"/>
            <ac:spMk id="36" creationId="{1BA1105C-839C-462C-86FB-EE6CD0B90437}"/>
          </ac:spMkLst>
        </pc:spChg>
        <pc:spChg chg="add mod">
          <ac:chgData name="Alexandre Quach" userId="7bb690c8a6e028e4" providerId="LiveId" clId="{06933C3E-53D6-4C1E-88F2-6D93DD48933C}" dt="2021-02-04T01:05:52.167" v="78222" actId="1076"/>
          <ac:spMkLst>
            <pc:docMk/>
            <pc:sldMk cId="1971813999" sldId="318"/>
            <ac:spMk id="38" creationId="{C65DFB84-9C99-49AE-8732-293F0913EBA6}"/>
          </ac:spMkLst>
        </pc:spChg>
        <pc:spChg chg="add mod">
          <ac:chgData name="Alexandre Quach" userId="7bb690c8a6e028e4" providerId="LiveId" clId="{06933C3E-53D6-4C1E-88F2-6D93DD48933C}" dt="2021-02-04T01:13:04.309" v="79287" actId="1076"/>
          <ac:spMkLst>
            <pc:docMk/>
            <pc:sldMk cId="1971813999" sldId="318"/>
            <ac:spMk id="39" creationId="{DA99AD87-0F26-48C1-A928-6003951DC4E9}"/>
          </ac:spMkLst>
        </pc:spChg>
        <pc:spChg chg="add mod">
          <ac:chgData name="Alexandre Quach" userId="7bb690c8a6e028e4" providerId="LiveId" clId="{06933C3E-53D6-4C1E-88F2-6D93DD48933C}" dt="2021-02-04T01:05:52.167" v="78222" actId="1076"/>
          <ac:spMkLst>
            <pc:docMk/>
            <pc:sldMk cId="1971813999" sldId="318"/>
            <ac:spMk id="40" creationId="{696FC2D0-AB3D-4F7F-8984-D07448080C28}"/>
          </ac:spMkLst>
        </pc:spChg>
        <pc:spChg chg="add mod">
          <ac:chgData name="Alexandre Quach" userId="7bb690c8a6e028e4" providerId="LiveId" clId="{06933C3E-53D6-4C1E-88F2-6D93DD48933C}" dt="2021-02-04T01:05:52.167" v="78222" actId="1076"/>
          <ac:spMkLst>
            <pc:docMk/>
            <pc:sldMk cId="1971813999" sldId="318"/>
            <ac:spMk id="42" creationId="{23AFF3C0-0FAD-45CF-AA48-D7A1B59E50DE}"/>
          </ac:spMkLst>
        </pc:spChg>
        <pc:grpChg chg="add del mod">
          <ac:chgData name="Alexandre Quach" userId="7bb690c8a6e028e4" providerId="LiveId" clId="{06933C3E-53D6-4C1E-88F2-6D93DD48933C}" dt="2021-02-04T00:55:22.854" v="77490" actId="165"/>
          <ac:grpSpMkLst>
            <pc:docMk/>
            <pc:sldMk cId="1971813999" sldId="318"/>
            <ac:grpSpMk id="14" creationId="{C1C4FA3E-5FC3-412D-87AD-5B9C3CA37982}"/>
          </ac:grpSpMkLst>
        </pc:grpChg>
        <pc:graphicFrameChg chg="add mod ord modGraphic">
          <ac:chgData name="Alexandre Quach" userId="7bb690c8a6e028e4" providerId="LiveId" clId="{06933C3E-53D6-4C1E-88F2-6D93DD48933C}" dt="2021-02-04T01:11:50.878" v="79284" actId="20577"/>
          <ac:graphicFrameMkLst>
            <pc:docMk/>
            <pc:sldMk cId="1971813999" sldId="318"/>
            <ac:graphicFrameMk id="13" creationId="{13EDEE62-7AA1-404C-8479-5699EB28F16E}"/>
          </ac:graphicFrameMkLst>
        </pc:graphicFrameChg>
        <pc:picChg chg="add mod topLvl">
          <ac:chgData name="Alexandre Quach" userId="7bb690c8a6e028e4" providerId="LiveId" clId="{06933C3E-53D6-4C1E-88F2-6D93DD48933C}" dt="2021-02-04T01:05:52.167" v="78222" actId="1076"/>
          <ac:picMkLst>
            <pc:docMk/>
            <pc:sldMk cId="1971813999" sldId="318"/>
            <ac:picMk id="7" creationId="{0B2C0792-AEF5-433C-8B4E-E2FD3E981AAF}"/>
          </ac:picMkLst>
        </pc:picChg>
        <pc:picChg chg="add mod topLvl">
          <ac:chgData name="Alexandre Quach" userId="7bb690c8a6e028e4" providerId="LiveId" clId="{06933C3E-53D6-4C1E-88F2-6D93DD48933C}" dt="2021-02-04T01:05:52.167" v="78222" actId="1076"/>
          <ac:picMkLst>
            <pc:docMk/>
            <pc:sldMk cId="1971813999" sldId="318"/>
            <ac:picMk id="8" creationId="{25C0EA52-003C-44A8-8315-1B25DA6A3585}"/>
          </ac:picMkLst>
        </pc:picChg>
        <pc:picChg chg="add mod">
          <ac:chgData name="Alexandre Quach" userId="7bb690c8a6e028e4" providerId="LiveId" clId="{06933C3E-53D6-4C1E-88F2-6D93DD48933C}" dt="2021-02-04T01:05:52.167" v="78222" actId="1076"/>
          <ac:picMkLst>
            <pc:docMk/>
            <pc:sldMk cId="1971813999" sldId="318"/>
            <ac:picMk id="15" creationId="{6A816E5F-3ECA-4234-A2B7-FF7572EC7D7B}"/>
          </ac:picMkLst>
        </pc:picChg>
        <pc:picChg chg="add mod">
          <ac:chgData name="Alexandre Quach" userId="7bb690c8a6e028e4" providerId="LiveId" clId="{06933C3E-53D6-4C1E-88F2-6D93DD48933C}" dt="2021-02-04T01:05:52.167" v="78222" actId="1076"/>
          <ac:picMkLst>
            <pc:docMk/>
            <pc:sldMk cId="1971813999" sldId="318"/>
            <ac:picMk id="18" creationId="{892FE7DA-24BC-4119-8D88-5AA232ECFC86}"/>
          </ac:picMkLst>
        </pc:picChg>
        <pc:picChg chg="add mod">
          <ac:chgData name="Alexandre Quach" userId="7bb690c8a6e028e4" providerId="LiveId" clId="{06933C3E-53D6-4C1E-88F2-6D93DD48933C}" dt="2021-02-04T01:05:52.167" v="78222" actId="1076"/>
          <ac:picMkLst>
            <pc:docMk/>
            <pc:sldMk cId="1971813999" sldId="318"/>
            <ac:picMk id="20" creationId="{2E6BF31F-D377-4B94-B86F-F26F46E54373}"/>
          </ac:picMkLst>
        </pc:picChg>
        <pc:picChg chg="add mod">
          <ac:chgData name="Alexandre Quach" userId="7bb690c8a6e028e4" providerId="LiveId" clId="{06933C3E-53D6-4C1E-88F2-6D93DD48933C}" dt="2021-02-04T01:05:52.167" v="78222" actId="1076"/>
          <ac:picMkLst>
            <pc:docMk/>
            <pc:sldMk cId="1971813999" sldId="318"/>
            <ac:picMk id="26" creationId="{0C5AAA45-F671-4CC9-84D4-F5A1F446EA36}"/>
          </ac:picMkLst>
        </pc:picChg>
        <pc:picChg chg="add mod">
          <ac:chgData name="Alexandre Quach" userId="7bb690c8a6e028e4" providerId="LiveId" clId="{06933C3E-53D6-4C1E-88F2-6D93DD48933C}" dt="2021-02-04T01:05:52.167" v="78222" actId="1076"/>
          <ac:picMkLst>
            <pc:docMk/>
            <pc:sldMk cId="1971813999" sldId="318"/>
            <ac:picMk id="28" creationId="{9223D516-8CDD-4602-B7CA-EFD9431A7B34}"/>
          </ac:picMkLst>
        </pc:picChg>
        <pc:picChg chg="add mod">
          <ac:chgData name="Alexandre Quach" userId="7bb690c8a6e028e4" providerId="LiveId" clId="{06933C3E-53D6-4C1E-88F2-6D93DD48933C}" dt="2021-02-04T01:05:52.167" v="78222" actId="1076"/>
          <ac:picMkLst>
            <pc:docMk/>
            <pc:sldMk cId="1971813999" sldId="318"/>
            <ac:picMk id="31" creationId="{1819D755-82CF-4F27-94F6-030755E285EC}"/>
          </ac:picMkLst>
        </pc:picChg>
        <pc:picChg chg="add mod">
          <ac:chgData name="Alexandre Quach" userId="7bb690c8a6e028e4" providerId="LiveId" clId="{06933C3E-53D6-4C1E-88F2-6D93DD48933C}" dt="2021-02-04T01:13:52.812" v="79291" actId="1076"/>
          <ac:picMkLst>
            <pc:docMk/>
            <pc:sldMk cId="1971813999" sldId="318"/>
            <ac:picMk id="34" creationId="{AB3EF160-ADA4-450B-9B54-1EFA006B8BEB}"/>
          </ac:picMkLst>
        </pc:picChg>
        <pc:picChg chg="add mod">
          <ac:chgData name="Alexandre Quach" userId="7bb690c8a6e028e4" providerId="LiveId" clId="{06933C3E-53D6-4C1E-88F2-6D93DD48933C}" dt="2021-02-04T01:13:02.206" v="79286" actId="1076"/>
          <ac:picMkLst>
            <pc:docMk/>
            <pc:sldMk cId="1971813999" sldId="318"/>
            <ac:picMk id="37" creationId="{B9D53C56-44AA-4C97-8609-268C18B13016}"/>
          </ac:picMkLst>
        </pc:picChg>
        <pc:picChg chg="add mod">
          <ac:chgData name="Alexandre Quach" userId="7bb690c8a6e028e4" providerId="LiveId" clId="{06933C3E-53D6-4C1E-88F2-6D93DD48933C}" dt="2021-02-04T01:13:50.518" v="79290" actId="1076"/>
          <ac:picMkLst>
            <pc:docMk/>
            <pc:sldMk cId="1971813999" sldId="318"/>
            <ac:picMk id="41" creationId="{F0393367-F67D-4EF8-B7DF-C44C4446D6E9}"/>
          </ac:picMkLst>
        </pc:picChg>
      </pc:sldChg>
      <pc:sldChg chg="addSp delSp modSp new mod setBg modClrScheme addAnim chgLayout">
        <pc:chgData name="Alexandre Quach" userId="7bb690c8a6e028e4" providerId="LiveId" clId="{06933C3E-53D6-4C1E-88F2-6D93DD48933C}" dt="2021-02-04T01:16:12.972" v="79313"/>
        <pc:sldMkLst>
          <pc:docMk/>
          <pc:sldMk cId="1432593140" sldId="319"/>
        </pc:sldMkLst>
        <pc:spChg chg="del mod ord">
          <ac:chgData name="Alexandre Quach" userId="7bb690c8a6e028e4" providerId="LiveId" clId="{06933C3E-53D6-4C1E-88F2-6D93DD48933C}" dt="2021-02-04T01:15:55.838" v="79302" actId="700"/>
          <ac:spMkLst>
            <pc:docMk/>
            <pc:sldMk cId="1432593140" sldId="319"/>
            <ac:spMk id="2" creationId="{DC311DA1-3FA7-43F5-AF02-4B0BBDDEB8F6}"/>
          </ac:spMkLst>
        </pc:spChg>
        <pc:spChg chg="del">
          <ac:chgData name="Alexandre Quach" userId="7bb690c8a6e028e4" providerId="LiveId" clId="{06933C3E-53D6-4C1E-88F2-6D93DD48933C}" dt="2021-02-04T01:15:55.838" v="79302" actId="700"/>
          <ac:spMkLst>
            <pc:docMk/>
            <pc:sldMk cId="1432593140" sldId="319"/>
            <ac:spMk id="3" creationId="{74F66774-266A-4E9A-9017-D275C1F2502D}"/>
          </ac:spMkLst>
        </pc:spChg>
        <pc:spChg chg="add mod ord">
          <ac:chgData name="Alexandre Quach" userId="7bb690c8a6e028e4" providerId="LiveId" clId="{06933C3E-53D6-4C1E-88F2-6D93DD48933C}" dt="2021-02-04T01:16:12.971" v="79312" actId="26606"/>
          <ac:spMkLst>
            <pc:docMk/>
            <pc:sldMk cId="1432593140" sldId="319"/>
            <ac:spMk id="4" creationId="{0CB2B661-6952-4073-B4F3-C402086D7808}"/>
          </ac:spMkLst>
        </pc:spChg>
        <pc:spChg chg="add">
          <ac:chgData name="Alexandre Quach" userId="7bb690c8a6e028e4" providerId="LiveId" clId="{06933C3E-53D6-4C1E-88F2-6D93DD48933C}" dt="2021-02-04T01:16:12.971" v="79312" actId="26606"/>
          <ac:spMkLst>
            <pc:docMk/>
            <pc:sldMk cId="1432593140" sldId="319"/>
            <ac:spMk id="9" creationId="{23962611-DFD5-4092-AAFD-559E3DFCE2C9}"/>
          </ac:spMkLst>
        </pc:spChg>
        <pc:spChg chg="add del">
          <ac:chgData name="Alexandre Quach" userId="7bb690c8a6e028e4" providerId="LiveId" clId="{06933C3E-53D6-4C1E-88F2-6D93DD48933C}" dt="2021-02-04T01:16:12.949" v="79311" actId="26606"/>
          <ac:spMkLst>
            <pc:docMk/>
            <pc:sldMk cId="1432593140" sldId="319"/>
            <ac:spMk id="10" creationId="{C1DD1A8A-57D5-4A81-AD04-532B043C5611}"/>
          </ac:spMkLst>
        </pc:spChg>
        <pc:spChg chg="add del">
          <ac:chgData name="Alexandre Quach" userId="7bb690c8a6e028e4" providerId="LiveId" clId="{06933C3E-53D6-4C1E-88F2-6D93DD48933C}" dt="2021-02-04T01:16:12.949" v="79311" actId="26606"/>
          <ac:spMkLst>
            <pc:docMk/>
            <pc:sldMk cId="1432593140" sldId="319"/>
            <ac:spMk id="12" creationId="{007891EC-4501-44ED-A8C8-B11B6DB767AB}"/>
          </ac:spMkLst>
        </pc:spChg>
        <pc:picChg chg="add del">
          <ac:chgData name="Alexandre Quach" userId="7bb690c8a6e028e4" providerId="LiveId" clId="{06933C3E-53D6-4C1E-88F2-6D93DD48933C}" dt="2021-02-04T01:16:12.949" v="79311" actId="26606"/>
          <ac:picMkLst>
            <pc:docMk/>
            <pc:sldMk cId="1432593140" sldId="319"/>
            <ac:picMk id="6" creationId="{E3B9C77B-E639-4E51-AEB8-99E628E897D9}"/>
          </ac:picMkLst>
        </pc:picChg>
        <pc:picChg chg="add">
          <ac:chgData name="Alexandre Quach" userId="7bb690c8a6e028e4" providerId="LiveId" clId="{06933C3E-53D6-4C1E-88F2-6D93DD48933C}" dt="2021-02-04T01:16:12.971" v="79312" actId="26606"/>
          <ac:picMkLst>
            <pc:docMk/>
            <pc:sldMk cId="1432593140" sldId="319"/>
            <ac:picMk id="11" creationId="{2270F1FA-0425-408F-9861-80BF5AFB276D}"/>
          </ac:picMkLst>
        </pc:picChg>
      </pc:sldChg>
      <pc:sldChg chg="addSp delSp modSp new del mod modAnim">
        <pc:chgData name="Alexandre Quach" userId="7bb690c8a6e028e4" providerId="LiveId" clId="{06933C3E-53D6-4C1E-88F2-6D93DD48933C}" dt="2021-02-04T14:02:44.718" v="79347" actId="47"/>
        <pc:sldMkLst>
          <pc:docMk/>
          <pc:sldMk cId="2615855598" sldId="320"/>
        </pc:sldMkLst>
        <pc:spChg chg="del">
          <ac:chgData name="Alexandre Quach" userId="7bb690c8a6e028e4" providerId="LiveId" clId="{06933C3E-53D6-4C1E-88F2-6D93DD48933C}" dt="2021-02-04T14:02:36.818" v="79346" actId="478"/>
          <ac:spMkLst>
            <pc:docMk/>
            <pc:sldMk cId="2615855598" sldId="320"/>
            <ac:spMk id="2" creationId="{9F8B1E4E-2897-4A5E-86DC-189A7A506108}"/>
          </ac:spMkLst>
        </pc:spChg>
        <pc:spChg chg="del">
          <ac:chgData name="Alexandre Quach" userId="7bb690c8a6e028e4" providerId="LiveId" clId="{06933C3E-53D6-4C1E-88F2-6D93DD48933C}" dt="2021-02-04T14:02:36.818" v="79346" actId="478"/>
          <ac:spMkLst>
            <pc:docMk/>
            <pc:sldMk cId="2615855598" sldId="320"/>
            <ac:spMk id="3" creationId="{B29A91BA-090D-4CC8-A6CF-CD8B8304C337}"/>
          </ac:spMkLst>
        </pc:spChg>
        <pc:picChg chg="add mod">
          <ac:chgData name="Alexandre Quach" userId="7bb690c8a6e028e4" providerId="LiveId" clId="{06933C3E-53D6-4C1E-88F2-6D93DD48933C}" dt="2021-02-04T14:02:34.939" v="79345" actId="1076"/>
          <ac:picMkLst>
            <pc:docMk/>
            <pc:sldMk cId="2615855598" sldId="320"/>
            <ac:picMk id="4" creationId="{BBA63447-5F8C-4059-8118-C07E363D8AB8}"/>
          </ac:picMkLst>
        </pc:picChg>
      </pc:sldChg>
    </pc:docChg>
  </pc:docChgLst>
  <pc:docChgLst>
    <pc:chgData name="Vanessa Hellebuyck" userId="f5b0253cc042002a" providerId="Windows Live" clId="Web-{60890534-F04B-4088-AF49-619282670D4D}"/>
    <pc:docChg chg="addSld delSld modSld">
      <pc:chgData name="Vanessa Hellebuyck" userId="f5b0253cc042002a" providerId="Windows Live" clId="Web-{60890534-F04B-4088-AF49-619282670D4D}" dt="2021-03-02T22:25:55.836" v="1704" actId="20577"/>
      <pc:docMkLst>
        <pc:docMk/>
      </pc:docMkLst>
      <pc:sldChg chg="modSp">
        <pc:chgData name="Vanessa Hellebuyck" userId="f5b0253cc042002a" providerId="Windows Live" clId="Web-{60890534-F04B-4088-AF49-619282670D4D}" dt="2021-03-02T22:25:55.836" v="1704" actId="20577"/>
        <pc:sldMkLst>
          <pc:docMk/>
          <pc:sldMk cId="3317868876" sldId="267"/>
        </pc:sldMkLst>
        <pc:spChg chg="mod">
          <ac:chgData name="Vanessa Hellebuyck" userId="f5b0253cc042002a" providerId="Windows Live" clId="Web-{60890534-F04B-4088-AF49-619282670D4D}" dt="2021-03-02T22:25:55.836" v="1704" actId="20577"/>
          <ac:spMkLst>
            <pc:docMk/>
            <pc:sldMk cId="3317868876" sldId="267"/>
            <ac:spMk id="5" creationId="{C3963C02-094D-4AF1-A114-237A078FD243}"/>
          </ac:spMkLst>
        </pc:spChg>
      </pc:sldChg>
      <pc:sldChg chg="modSp">
        <pc:chgData name="Vanessa Hellebuyck" userId="f5b0253cc042002a" providerId="Windows Live" clId="Web-{60890534-F04B-4088-AF49-619282670D4D}" dt="2021-03-02T21:44:53.940" v="771"/>
        <pc:sldMkLst>
          <pc:docMk/>
          <pc:sldMk cId="1044959118" sldId="282"/>
        </pc:sldMkLst>
        <pc:spChg chg="mod">
          <ac:chgData name="Vanessa Hellebuyck" userId="f5b0253cc042002a" providerId="Windows Live" clId="Web-{60890534-F04B-4088-AF49-619282670D4D}" dt="2021-03-02T21:44:53.940" v="771"/>
          <ac:spMkLst>
            <pc:docMk/>
            <pc:sldMk cId="1044959118" sldId="282"/>
            <ac:spMk id="49" creationId="{BC9ADD7D-0ACC-4FB3-BDA7-544EC2A2C79D}"/>
          </ac:spMkLst>
        </pc:spChg>
      </pc:sldChg>
      <pc:sldChg chg="modSp">
        <pc:chgData name="Vanessa Hellebuyck" userId="f5b0253cc042002a" providerId="Windows Live" clId="Web-{60890534-F04B-4088-AF49-619282670D4D}" dt="2021-03-02T21:38:03.199" v="446"/>
        <pc:sldMkLst>
          <pc:docMk/>
          <pc:sldMk cId="1937086694" sldId="288"/>
        </pc:sldMkLst>
        <pc:spChg chg="mod">
          <ac:chgData name="Vanessa Hellebuyck" userId="f5b0253cc042002a" providerId="Windows Live" clId="Web-{60890534-F04B-4088-AF49-619282670D4D}" dt="2021-03-02T21:38:03.199" v="446"/>
          <ac:spMkLst>
            <pc:docMk/>
            <pc:sldMk cId="1937086694" sldId="288"/>
            <ac:spMk id="9" creationId="{1A829BE5-4C59-40D1-8028-0A80024BE57C}"/>
          </ac:spMkLst>
        </pc:spChg>
      </pc:sldChg>
      <pc:sldChg chg="add del replId">
        <pc:chgData name="Vanessa Hellebuyck" userId="f5b0253cc042002a" providerId="Windows Live" clId="Web-{60890534-F04B-4088-AF49-619282670D4D}" dt="2021-03-02T16:54:56.529" v="46"/>
        <pc:sldMkLst>
          <pc:docMk/>
          <pc:sldMk cId="3920275230" sldId="320"/>
        </pc:sldMkLst>
      </pc:sldChg>
      <pc:sldChg chg="addSp delSp modSp add replId">
        <pc:chgData name="Vanessa Hellebuyck" userId="f5b0253cc042002a" providerId="Windows Live" clId="Web-{60890534-F04B-4088-AF49-619282670D4D}" dt="2021-03-02T22:17:48.376" v="1652" actId="20577"/>
        <pc:sldMkLst>
          <pc:docMk/>
          <pc:sldMk cId="4057042072" sldId="320"/>
        </pc:sldMkLst>
        <pc:spChg chg="mod">
          <ac:chgData name="Vanessa Hellebuyck" userId="f5b0253cc042002a" providerId="Windows Live" clId="Web-{60890534-F04B-4088-AF49-619282670D4D}" dt="2021-03-02T21:51:26.821" v="913" actId="1076"/>
          <ac:spMkLst>
            <pc:docMk/>
            <pc:sldMk cId="4057042072" sldId="320"/>
            <ac:spMk id="2" creationId="{2FB58332-4EFC-45FB-B901-40FA3A27B624}"/>
          </ac:spMkLst>
        </pc:spChg>
        <pc:spChg chg="add mod">
          <ac:chgData name="Vanessa Hellebuyck" userId="f5b0253cc042002a" providerId="Windows Live" clId="Web-{60890534-F04B-4088-AF49-619282670D4D}" dt="2021-03-02T22:03:02.847" v="1294" actId="1076"/>
          <ac:spMkLst>
            <pc:docMk/>
            <pc:sldMk cId="4057042072" sldId="320"/>
            <ac:spMk id="4" creationId="{D9D6B615-71F7-4BF8-86EF-446262329060}"/>
          </ac:spMkLst>
        </pc:spChg>
        <pc:spChg chg="add mod">
          <ac:chgData name="Vanessa Hellebuyck" userId="f5b0253cc042002a" providerId="Windows Live" clId="Web-{60890534-F04B-4088-AF49-619282670D4D}" dt="2021-03-02T22:03:02.863" v="1295" actId="1076"/>
          <ac:spMkLst>
            <pc:docMk/>
            <pc:sldMk cId="4057042072" sldId="320"/>
            <ac:spMk id="5" creationId="{9A90333A-C5E9-4CBA-8872-B2B321EBAE7B}"/>
          </ac:spMkLst>
        </pc:spChg>
        <pc:spChg chg="add mod">
          <ac:chgData name="Vanessa Hellebuyck" userId="f5b0253cc042002a" providerId="Windows Live" clId="Web-{60890534-F04B-4088-AF49-619282670D4D}" dt="2021-03-02T21:52:27.181" v="945" actId="1076"/>
          <ac:spMkLst>
            <pc:docMk/>
            <pc:sldMk cId="4057042072" sldId="320"/>
            <ac:spMk id="6" creationId="{7DA4112D-3EF5-426E-BE78-B1123A10590A}"/>
          </ac:spMkLst>
        </pc:spChg>
        <pc:spChg chg="add mod">
          <ac:chgData name="Vanessa Hellebuyck" userId="f5b0253cc042002a" providerId="Windows Live" clId="Web-{60890534-F04B-4088-AF49-619282670D4D}" dt="2021-03-02T22:01:12.377" v="1239" actId="1076"/>
          <ac:spMkLst>
            <pc:docMk/>
            <pc:sldMk cId="4057042072" sldId="320"/>
            <ac:spMk id="9" creationId="{6405CE54-E5AD-4D4B-8C82-A47305443CF2}"/>
          </ac:spMkLst>
        </pc:spChg>
        <pc:spChg chg="del">
          <ac:chgData name="Vanessa Hellebuyck" userId="f5b0253cc042002a" providerId="Windows Live" clId="Web-{60890534-F04B-4088-AF49-619282670D4D}" dt="2021-03-02T16:56:07.905" v="88"/>
          <ac:spMkLst>
            <pc:docMk/>
            <pc:sldMk cId="4057042072" sldId="320"/>
            <ac:spMk id="9" creationId="{82CF75D6-2669-4E9F-8791-A3FEE7648273}"/>
          </ac:spMkLst>
        </pc:spChg>
        <pc:spChg chg="del">
          <ac:chgData name="Vanessa Hellebuyck" userId="f5b0253cc042002a" providerId="Windows Live" clId="Web-{60890534-F04B-4088-AF49-619282670D4D}" dt="2021-03-02T16:56:07.905" v="87"/>
          <ac:spMkLst>
            <pc:docMk/>
            <pc:sldMk cId="4057042072" sldId="320"/>
            <ac:spMk id="12" creationId="{6E0DAFBB-827F-49BC-9A0F-79DD2EECE850}"/>
          </ac:spMkLst>
        </pc:spChg>
        <pc:spChg chg="del">
          <ac:chgData name="Vanessa Hellebuyck" userId="f5b0253cc042002a" providerId="Windows Live" clId="Web-{60890534-F04B-4088-AF49-619282670D4D}" dt="2021-03-02T16:56:07.905" v="85"/>
          <ac:spMkLst>
            <pc:docMk/>
            <pc:sldMk cId="4057042072" sldId="320"/>
            <ac:spMk id="16" creationId="{395A9CD9-B5D9-4103-9C2F-1D26A35477E3}"/>
          </ac:spMkLst>
        </pc:spChg>
        <pc:spChg chg="add mod">
          <ac:chgData name="Vanessa Hellebuyck" userId="f5b0253cc042002a" providerId="Windows Live" clId="Web-{60890534-F04B-4088-AF49-619282670D4D}" dt="2021-03-02T22:06:33.928" v="1382" actId="1076"/>
          <ac:spMkLst>
            <pc:docMk/>
            <pc:sldMk cId="4057042072" sldId="320"/>
            <ac:spMk id="17" creationId="{80F406E3-02B4-4E54-AD4E-EDD16461209B}"/>
          </ac:spMkLst>
        </pc:spChg>
        <pc:spChg chg="add mod">
          <ac:chgData name="Vanessa Hellebuyck" userId="f5b0253cc042002a" providerId="Windows Live" clId="Web-{60890534-F04B-4088-AF49-619282670D4D}" dt="2021-03-02T21:52:27.150" v="942" actId="1076"/>
          <ac:spMkLst>
            <pc:docMk/>
            <pc:sldMk cId="4057042072" sldId="320"/>
            <ac:spMk id="18" creationId="{A9D26EED-A70F-4E0C-9B2A-815CD832CAA1}"/>
          </ac:spMkLst>
        </pc:spChg>
        <pc:spChg chg="add mod">
          <ac:chgData name="Vanessa Hellebuyck" userId="f5b0253cc042002a" providerId="Windows Live" clId="Web-{60890534-F04B-4088-AF49-619282670D4D}" dt="2021-03-02T21:52:27.166" v="943" actId="1076"/>
          <ac:spMkLst>
            <pc:docMk/>
            <pc:sldMk cId="4057042072" sldId="320"/>
            <ac:spMk id="19" creationId="{3CEE61C8-B4AE-4EAA-ABAD-81EE62FB252B}"/>
          </ac:spMkLst>
        </pc:spChg>
        <pc:spChg chg="add mod">
          <ac:chgData name="Vanessa Hellebuyck" userId="f5b0253cc042002a" providerId="Windows Live" clId="Web-{60890534-F04B-4088-AF49-619282670D4D}" dt="2021-03-02T21:52:27.181" v="944" actId="1076"/>
          <ac:spMkLst>
            <pc:docMk/>
            <pc:sldMk cId="4057042072" sldId="320"/>
            <ac:spMk id="20" creationId="{4993316F-2B76-409B-B6BB-0C2FD4933C2B}"/>
          </ac:spMkLst>
        </pc:spChg>
        <pc:spChg chg="del">
          <ac:chgData name="Vanessa Hellebuyck" userId="f5b0253cc042002a" providerId="Windows Live" clId="Web-{60890534-F04B-4088-AF49-619282670D4D}" dt="2021-03-02T16:56:07.905" v="82"/>
          <ac:spMkLst>
            <pc:docMk/>
            <pc:sldMk cId="4057042072" sldId="320"/>
            <ac:spMk id="21" creationId="{7B18D801-DE9A-4B82-B764-01C9097B1222}"/>
          </ac:spMkLst>
        </pc:spChg>
        <pc:spChg chg="add mod">
          <ac:chgData name="Vanessa Hellebuyck" userId="f5b0253cc042002a" providerId="Windows Live" clId="Web-{60890534-F04B-4088-AF49-619282670D4D}" dt="2021-03-02T21:52:31.275" v="947" actId="1076"/>
          <ac:spMkLst>
            <pc:docMk/>
            <pc:sldMk cId="4057042072" sldId="320"/>
            <ac:spMk id="22" creationId="{4FB16B95-1FF0-4E83-A6E6-AC7563FE1ABE}"/>
          </ac:spMkLst>
        </pc:spChg>
        <pc:spChg chg="del">
          <ac:chgData name="Vanessa Hellebuyck" userId="f5b0253cc042002a" providerId="Windows Live" clId="Web-{60890534-F04B-4088-AF49-619282670D4D}" dt="2021-03-02T16:56:07.905" v="81"/>
          <ac:spMkLst>
            <pc:docMk/>
            <pc:sldMk cId="4057042072" sldId="320"/>
            <ac:spMk id="22" creationId="{9C67F2D1-D0D2-4721-9E0F-237E5405D51F}"/>
          </ac:spMkLst>
        </pc:spChg>
        <pc:spChg chg="del">
          <ac:chgData name="Vanessa Hellebuyck" userId="f5b0253cc042002a" providerId="Windows Live" clId="Web-{60890534-F04B-4088-AF49-619282670D4D}" dt="2021-03-02T16:56:07.905" v="80"/>
          <ac:spMkLst>
            <pc:docMk/>
            <pc:sldMk cId="4057042072" sldId="320"/>
            <ac:spMk id="23" creationId="{07DC7DFC-0659-439F-A876-CE5EF44DDFCB}"/>
          </ac:spMkLst>
        </pc:spChg>
        <pc:spChg chg="add mod">
          <ac:chgData name="Vanessa Hellebuyck" userId="f5b0253cc042002a" providerId="Windows Live" clId="Web-{60890534-F04B-4088-AF49-619282670D4D}" dt="2021-03-02T21:52:27.197" v="946" actId="1076"/>
          <ac:spMkLst>
            <pc:docMk/>
            <pc:sldMk cId="4057042072" sldId="320"/>
            <ac:spMk id="23" creationId="{BBB5DA8D-C6A4-416D-9FC7-30951FB3CD09}"/>
          </ac:spMkLst>
        </pc:spChg>
        <pc:spChg chg="del">
          <ac:chgData name="Vanessa Hellebuyck" userId="f5b0253cc042002a" providerId="Windows Live" clId="Web-{60890534-F04B-4088-AF49-619282670D4D}" dt="2021-03-02T16:56:07.905" v="79"/>
          <ac:spMkLst>
            <pc:docMk/>
            <pc:sldMk cId="4057042072" sldId="320"/>
            <ac:spMk id="24" creationId="{20CF9DD2-0B69-4099-AF1C-6312F9812B65}"/>
          </ac:spMkLst>
        </pc:spChg>
        <pc:spChg chg="add mod">
          <ac:chgData name="Vanessa Hellebuyck" userId="f5b0253cc042002a" providerId="Windows Live" clId="Web-{60890534-F04B-4088-AF49-619282670D4D}" dt="2021-03-02T21:52:31.291" v="948" actId="1076"/>
          <ac:spMkLst>
            <pc:docMk/>
            <pc:sldMk cId="4057042072" sldId="320"/>
            <ac:spMk id="24" creationId="{C0F97432-249A-42AE-987E-AE60CCB9BD30}"/>
          </ac:spMkLst>
        </pc:spChg>
        <pc:spChg chg="add mod">
          <ac:chgData name="Vanessa Hellebuyck" userId="f5b0253cc042002a" providerId="Windows Live" clId="Web-{60890534-F04B-4088-AF49-619282670D4D}" dt="2021-03-02T22:17:12.907" v="1617" actId="20577"/>
          <ac:spMkLst>
            <pc:docMk/>
            <pc:sldMk cId="4057042072" sldId="320"/>
            <ac:spMk id="25" creationId="{51D08F84-31BF-4CE2-A814-C01E9905229D}"/>
          </ac:spMkLst>
        </pc:spChg>
        <pc:spChg chg="del">
          <ac:chgData name="Vanessa Hellebuyck" userId="f5b0253cc042002a" providerId="Windows Live" clId="Web-{60890534-F04B-4088-AF49-619282670D4D}" dt="2021-03-02T16:56:07.905" v="78"/>
          <ac:spMkLst>
            <pc:docMk/>
            <pc:sldMk cId="4057042072" sldId="320"/>
            <ac:spMk id="25" creationId="{8B19BBDA-98D0-451A-A304-9BF9EA708030}"/>
          </ac:spMkLst>
        </pc:spChg>
        <pc:spChg chg="del">
          <ac:chgData name="Vanessa Hellebuyck" userId="f5b0253cc042002a" providerId="Windows Live" clId="Web-{60890534-F04B-4088-AF49-619282670D4D}" dt="2021-03-02T16:56:07.905" v="76"/>
          <ac:spMkLst>
            <pc:docMk/>
            <pc:sldMk cId="4057042072" sldId="320"/>
            <ac:spMk id="27" creationId="{B45B164C-C302-4209-9A28-36682D3BFB0B}"/>
          </ac:spMkLst>
        </pc:spChg>
        <pc:spChg chg="del">
          <ac:chgData name="Vanessa Hellebuyck" userId="f5b0253cc042002a" providerId="Windows Live" clId="Web-{60890534-F04B-4088-AF49-619282670D4D}" dt="2021-03-02T16:56:07.905" v="74"/>
          <ac:spMkLst>
            <pc:docMk/>
            <pc:sldMk cId="4057042072" sldId="320"/>
            <ac:spMk id="29" creationId="{EB624E27-4029-4F6B-9307-DD2ACF51F5A4}"/>
          </ac:spMkLst>
        </pc:spChg>
        <pc:spChg chg="del">
          <ac:chgData name="Vanessa Hellebuyck" userId="f5b0253cc042002a" providerId="Windows Live" clId="Web-{60890534-F04B-4088-AF49-619282670D4D}" dt="2021-03-02T16:56:07.905" v="73"/>
          <ac:spMkLst>
            <pc:docMk/>
            <pc:sldMk cId="4057042072" sldId="320"/>
            <ac:spMk id="30" creationId="{15E55BFE-85EF-4CD1-836A-88743D132D62}"/>
          </ac:spMkLst>
        </pc:spChg>
        <pc:spChg chg="add mod">
          <ac:chgData name="Vanessa Hellebuyck" userId="f5b0253cc042002a" providerId="Windows Live" clId="Web-{60890534-F04B-4088-AF49-619282670D4D}" dt="2021-03-02T22:05:28.255" v="1341" actId="1076"/>
          <ac:spMkLst>
            <pc:docMk/>
            <pc:sldMk cId="4057042072" sldId="320"/>
            <ac:spMk id="31" creationId="{5AA75458-7C6E-4D9C-AD24-ACA8CE64B122}"/>
          </ac:spMkLst>
        </pc:spChg>
        <pc:spChg chg="del">
          <ac:chgData name="Vanessa Hellebuyck" userId="f5b0253cc042002a" providerId="Windows Live" clId="Web-{60890534-F04B-4088-AF49-619282670D4D}" dt="2021-03-02T16:56:07.889" v="71"/>
          <ac:spMkLst>
            <pc:docMk/>
            <pc:sldMk cId="4057042072" sldId="320"/>
            <ac:spMk id="32" creationId="{788675E2-D72A-463E-B2AA-C70E8E9B8FA9}"/>
          </ac:spMkLst>
        </pc:spChg>
        <pc:spChg chg="add mod">
          <ac:chgData name="Vanessa Hellebuyck" userId="f5b0253cc042002a" providerId="Windows Live" clId="Web-{60890534-F04B-4088-AF49-619282670D4D}" dt="2021-03-02T22:12:55.356" v="1412" actId="14100"/>
          <ac:spMkLst>
            <pc:docMk/>
            <pc:sldMk cId="4057042072" sldId="320"/>
            <ac:spMk id="32" creationId="{95BBD5B2-0FBE-4C87-809D-8280D8DAEF7B}"/>
          </ac:spMkLst>
        </pc:spChg>
        <pc:spChg chg="add mod">
          <ac:chgData name="Vanessa Hellebuyck" userId="f5b0253cc042002a" providerId="Windows Live" clId="Web-{60890534-F04B-4088-AF49-619282670D4D}" dt="2021-03-02T22:17:48.376" v="1652" actId="20577"/>
          <ac:spMkLst>
            <pc:docMk/>
            <pc:sldMk cId="4057042072" sldId="320"/>
            <ac:spMk id="33" creationId="{0C9F5D93-1AF6-41D1-80F0-AE1456EE4A8B}"/>
          </ac:spMkLst>
        </pc:spChg>
        <pc:spChg chg="del">
          <ac:chgData name="Vanessa Hellebuyck" userId="f5b0253cc042002a" providerId="Windows Live" clId="Web-{60890534-F04B-4088-AF49-619282670D4D}" dt="2021-03-02T16:56:07.889" v="69"/>
          <ac:spMkLst>
            <pc:docMk/>
            <pc:sldMk cId="4057042072" sldId="320"/>
            <ac:spMk id="35" creationId="{A96F90C5-6FDC-4ED2-96BC-5ED8DE45DDC5}"/>
          </ac:spMkLst>
        </pc:spChg>
        <pc:spChg chg="del">
          <ac:chgData name="Vanessa Hellebuyck" userId="f5b0253cc042002a" providerId="Windows Live" clId="Web-{60890534-F04B-4088-AF49-619282670D4D}" dt="2021-03-02T16:56:07.889" v="68"/>
          <ac:spMkLst>
            <pc:docMk/>
            <pc:sldMk cId="4057042072" sldId="320"/>
            <ac:spMk id="36" creationId="{1BA1105C-839C-462C-86FB-EE6CD0B90437}"/>
          </ac:spMkLst>
        </pc:spChg>
        <pc:spChg chg="del">
          <ac:chgData name="Vanessa Hellebuyck" userId="f5b0253cc042002a" providerId="Windows Live" clId="Web-{60890534-F04B-4088-AF49-619282670D4D}" dt="2021-03-02T16:56:07.889" v="66"/>
          <ac:spMkLst>
            <pc:docMk/>
            <pc:sldMk cId="4057042072" sldId="320"/>
            <ac:spMk id="38" creationId="{C65DFB84-9C99-49AE-8732-293F0913EBA6}"/>
          </ac:spMkLst>
        </pc:spChg>
        <pc:spChg chg="del">
          <ac:chgData name="Vanessa Hellebuyck" userId="f5b0253cc042002a" providerId="Windows Live" clId="Web-{60890534-F04B-4088-AF49-619282670D4D}" dt="2021-03-02T16:56:07.889" v="65"/>
          <ac:spMkLst>
            <pc:docMk/>
            <pc:sldMk cId="4057042072" sldId="320"/>
            <ac:spMk id="39" creationId="{DA99AD87-0F26-48C1-A928-6003951DC4E9}"/>
          </ac:spMkLst>
        </pc:spChg>
        <pc:spChg chg="del">
          <ac:chgData name="Vanessa Hellebuyck" userId="f5b0253cc042002a" providerId="Windows Live" clId="Web-{60890534-F04B-4088-AF49-619282670D4D}" dt="2021-03-02T16:56:07.889" v="64"/>
          <ac:spMkLst>
            <pc:docMk/>
            <pc:sldMk cId="4057042072" sldId="320"/>
            <ac:spMk id="40" creationId="{696FC2D0-AB3D-4F7F-8984-D07448080C28}"/>
          </ac:spMkLst>
        </pc:spChg>
        <pc:spChg chg="del">
          <ac:chgData name="Vanessa Hellebuyck" userId="f5b0253cc042002a" providerId="Windows Live" clId="Web-{60890534-F04B-4088-AF49-619282670D4D}" dt="2021-03-02T16:56:07.889" v="62"/>
          <ac:spMkLst>
            <pc:docMk/>
            <pc:sldMk cId="4057042072" sldId="320"/>
            <ac:spMk id="42" creationId="{23AFF3C0-0FAD-45CF-AA48-D7A1B59E50DE}"/>
          </ac:spMkLst>
        </pc:spChg>
        <pc:spChg chg="add mod">
          <ac:chgData name="Vanessa Hellebuyck" userId="f5b0253cc042002a" providerId="Windows Live" clId="Web-{60890534-F04B-4088-AF49-619282670D4D}" dt="2021-03-02T22:03:06.191" v="1306" actId="1076"/>
          <ac:spMkLst>
            <pc:docMk/>
            <pc:sldMk cId="4057042072" sldId="320"/>
            <ac:spMk id="45" creationId="{FA5AAB4A-6BAB-491B-B2E3-A65EC65C4B34}"/>
          </ac:spMkLst>
        </pc:spChg>
        <pc:spChg chg="add mod">
          <ac:chgData name="Vanessa Hellebuyck" userId="f5b0253cc042002a" providerId="Windows Live" clId="Web-{60890534-F04B-4088-AF49-619282670D4D}" dt="2021-03-02T22:03:02.878" v="1296" actId="1076"/>
          <ac:spMkLst>
            <pc:docMk/>
            <pc:sldMk cId="4057042072" sldId="320"/>
            <ac:spMk id="46" creationId="{9C9AF71A-D711-4C88-A386-4296D7B0DA7E}"/>
          </ac:spMkLst>
        </pc:spChg>
        <pc:spChg chg="add mod">
          <ac:chgData name="Vanessa Hellebuyck" userId="f5b0253cc042002a" providerId="Windows Live" clId="Web-{60890534-F04B-4088-AF49-619282670D4D}" dt="2021-03-02T22:03:02.894" v="1297" actId="1076"/>
          <ac:spMkLst>
            <pc:docMk/>
            <pc:sldMk cId="4057042072" sldId="320"/>
            <ac:spMk id="47" creationId="{AE66C450-44D6-4386-8699-14AB0325A37A}"/>
          </ac:spMkLst>
        </pc:spChg>
        <pc:spChg chg="add del">
          <ac:chgData name="Vanessa Hellebuyck" userId="f5b0253cc042002a" providerId="Windows Live" clId="Web-{60890534-F04B-4088-AF49-619282670D4D}" dt="2021-03-02T17:05:41.462" v="205"/>
          <ac:spMkLst>
            <pc:docMk/>
            <pc:sldMk cId="4057042072" sldId="320"/>
            <ac:spMk id="48" creationId="{5FDCB97C-6C82-4BF4-BDBF-06E5D319D80B}"/>
          </ac:spMkLst>
        </pc:spChg>
        <pc:spChg chg="add mod">
          <ac:chgData name="Vanessa Hellebuyck" userId="f5b0253cc042002a" providerId="Windows Live" clId="Web-{60890534-F04B-4088-AF49-619282670D4D}" dt="2021-03-02T22:03:02.910" v="1298" actId="1076"/>
          <ac:spMkLst>
            <pc:docMk/>
            <pc:sldMk cId="4057042072" sldId="320"/>
            <ac:spMk id="49" creationId="{2B390662-0748-47FB-82C4-C3B42E48A9C3}"/>
          </ac:spMkLst>
        </pc:spChg>
        <pc:spChg chg="add mod">
          <ac:chgData name="Vanessa Hellebuyck" userId="f5b0253cc042002a" providerId="Windows Live" clId="Web-{60890534-F04B-4088-AF49-619282670D4D}" dt="2021-03-02T22:03:02.925" v="1299" actId="1076"/>
          <ac:spMkLst>
            <pc:docMk/>
            <pc:sldMk cId="4057042072" sldId="320"/>
            <ac:spMk id="50" creationId="{E4D6D2E0-7A13-4F29-B767-629FF6898F1B}"/>
          </ac:spMkLst>
        </pc:spChg>
        <pc:spChg chg="add mod">
          <ac:chgData name="Vanessa Hellebuyck" userId="f5b0253cc042002a" providerId="Windows Live" clId="Web-{60890534-F04B-4088-AF49-619282670D4D}" dt="2021-03-02T22:03:02.941" v="1300" actId="1076"/>
          <ac:spMkLst>
            <pc:docMk/>
            <pc:sldMk cId="4057042072" sldId="320"/>
            <ac:spMk id="51" creationId="{CE82A7A7-C1A5-4F46-BAE4-219CE29DDDE0}"/>
          </ac:spMkLst>
        </pc:spChg>
        <pc:spChg chg="add mod">
          <ac:chgData name="Vanessa Hellebuyck" userId="f5b0253cc042002a" providerId="Windows Live" clId="Web-{60890534-F04B-4088-AF49-619282670D4D}" dt="2021-03-02T22:03:02.956" v="1301" actId="1076"/>
          <ac:spMkLst>
            <pc:docMk/>
            <pc:sldMk cId="4057042072" sldId="320"/>
            <ac:spMk id="52" creationId="{2512130B-A593-4ADC-AC74-CAEEEF893EAD}"/>
          </ac:spMkLst>
        </pc:spChg>
        <pc:spChg chg="add mod">
          <ac:chgData name="Vanessa Hellebuyck" userId="f5b0253cc042002a" providerId="Windows Live" clId="Web-{60890534-F04B-4088-AF49-619282670D4D}" dt="2021-03-02T22:03:02.972" v="1302" actId="1076"/>
          <ac:spMkLst>
            <pc:docMk/>
            <pc:sldMk cId="4057042072" sldId="320"/>
            <ac:spMk id="53" creationId="{EA35144F-FFD0-415D-A858-25B17406E075}"/>
          </ac:spMkLst>
        </pc:spChg>
        <pc:spChg chg="add mod">
          <ac:chgData name="Vanessa Hellebuyck" userId="f5b0253cc042002a" providerId="Windows Live" clId="Web-{60890534-F04B-4088-AF49-619282670D4D}" dt="2021-03-02T22:03:02.988" v="1303" actId="1076"/>
          <ac:spMkLst>
            <pc:docMk/>
            <pc:sldMk cId="4057042072" sldId="320"/>
            <ac:spMk id="54" creationId="{1428D4E8-7513-47C7-865C-3EBCE349B118}"/>
          </ac:spMkLst>
        </pc:spChg>
        <pc:spChg chg="add mod">
          <ac:chgData name="Vanessa Hellebuyck" userId="f5b0253cc042002a" providerId="Windows Live" clId="Web-{60890534-F04B-4088-AF49-619282670D4D}" dt="2021-03-02T22:03:03.003" v="1304" actId="1076"/>
          <ac:spMkLst>
            <pc:docMk/>
            <pc:sldMk cId="4057042072" sldId="320"/>
            <ac:spMk id="55" creationId="{7736169A-02AF-487B-8FD7-9782943E758D}"/>
          </ac:spMkLst>
        </pc:spChg>
        <pc:spChg chg="add mod">
          <ac:chgData name="Vanessa Hellebuyck" userId="f5b0253cc042002a" providerId="Windows Live" clId="Web-{60890534-F04B-4088-AF49-619282670D4D}" dt="2021-03-02T22:03:03.019" v="1305" actId="1076"/>
          <ac:spMkLst>
            <pc:docMk/>
            <pc:sldMk cId="4057042072" sldId="320"/>
            <ac:spMk id="56" creationId="{56070FD9-0BD5-430D-B384-FF1F3F543006}"/>
          </ac:spMkLst>
        </pc:spChg>
        <pc:graphicFrameChg chg="del mod modGraphic">
          <ac:chgData name="Vanessa Hellebuyck" userId="f5b0253cc042002a" providerId="Windows Live" clId="Web-{60890534-F04B-4088-AF49-619282670D4D}" dt="2021-03-02T16:56:15.999" v="96"/>
          <ac:graphicFrameMkLst>
            <pc:docMk/>
            <pc:sldMk cId="4057042072" sldId="320"/>
            <ac:graphicFrameMk id="13" creationId="{13EDEE62-7AA1-404C-8479-5699EB28F16E}"/>
          </ac:graphicFrameMkLst>
        </pc:graphicFrameChg>
        <pc:picChg chg="add del mod">
          <ac:chgData name="Vanessa Hellebuyck" userId="f5b0253cc042002a" providerId="Windows Live" clId="Web-{60890534-F04B-4088-AF49-619282670D4D}" dt="2021-03-02T21:16:18.102" v="390"/>
          <ac:picMkLst>
            <pc:docMk/>
            <pc:sldMk cId="4057042072" sldId="320"/>
            <ac:picMk id="3" creationId="{7B54E017-EB88-476A-91BB-4B96122019EF}"/>
          </ac:picMkLst>
        </pc:picChg>
        <pc:picChg chg="del">
          <ac:chgData name="Vanessa Hellebuyck" userId="f5b0253cc042002a" providerId="Windows Live" clId="Web-{60890534-F04B-4088-AF49-619282670D4D}" dt="2021-03-02T16:56:07.905" v="90"/>
          <ac:picMkLst>
            <pc:docMk/>
            <pc:sldMk cId="4057042072" sldId="320"/>
            <ac:picMk id="7" creationId="{0B2C0792-AEF5-433C-8B4E-E2FD3E981AAF}"/>
          </ac:picMkLst>
        </pc:picChg>
        <pc:picChg chg="add mod ord">
          <ac:chgData name="Vanessa Hellebuyck" userId="f5b0253cc042002a" providerId="Windows Live" clId="Web-{60890534-F04B-4088-AF49-619282670D4D}" dt="2021-03-02T22:05:17.318" v="1340" actId="14100"/>
          <ac:picMkLst>
            <pc:docMk/>
            <pc:sldMk cId="4057042072" sldId="320"/>
            <ac:picMk id="7" creationId="{3C8D01C3-CC56-4BB6-A488-FD7853EE494E}"/>
          </ac:picMkLst>
        </pc:picChg>
        <pc:picChg chg="del">
          <ac:chgData name="Vanessa Hellebuyck" userId="f5b0253cc042002a" providerId="Windows Live" clId="Web-{60890534-F04B-4088-AF49-619282670D4D}" dt="2021-03-02T16:56:07.905" v="89"/>
          <ac:picMkLst>
            <pc:docMk/>
            <pc:sldMk cId="4057042072" sldId="320"/>
            <ac:picMk id="8" creationId="{25C0EA52-003C-44A8-8315-1B25DA6A3585}"/>
          </ac:picMkLst>
        </pc:picChg>
        <pc:picChg chg="add mod ord">
          <ac:chgData name="Vanessa Hellebuyck" userId="f5b0253cc042002a" providerId="Windows Live" clId="Web-{60890534-F04B-4088-AF49-619282670D4D}" dt="2021-03-02T22:13:10.841" v="1413" actId="1076"/>
          <ac:picMkLst>
            <pc:docMk/>
            <pc:sldMk cId="4057042072" sldId="320"/>
            <ac:picMk id="8" creationId="{A6E7F07B-5334-4420-9BA1-C5566782320A}"/>
          </ac:picMkLst>
        </pc:picChg>
        <pc:picChg chg="del">
          <ac:chgData name="Vanessa Hellebuyck" userId="f5b0253cc042002a" providerId="Windows Live" clId="Web-{60890534-F04B-4088-AF49-619282670D4D}" dt="2021-03-02T16:56:07.905" v="86"/>
          <ac:picMkLst>
            <pc:docMk/>
            <pc:sldMk cId="4057042072" sldId="320"/>
            <ac:picMk id="15" creationId="{6A816E5F-3ECA-4234-A2B7-FF7572EC7D7B}"/>
          </ac:picMkLst>
        </pc:picChg>
        <pc:picChg chg="del">
          <ac:chgData name="Vanessa Hellebuyck" userId="f5b0253cc042002a" providerId="Windows Live" clId="Web-{60890534-F04B-4088-AF49-619282670D4D}" dt="2021-03-02T16:56:07.905" v="84"/>
          <ac:picMkLst>
            <pc:docMk/>
            <pc:sldMk cId="4057042072" sldId="320"/>
            <ac:picMk id="18" creationId="{892FE7DA-24BC-4119-8D88-5AA232ECFC86}"/>
          </ac:picMkLst>
        </pc:picChg>
        <pc:picChg chg="del">
          <ac:chgData name="Vanessa Hellebuyck" userId="f5b0253cc042002a" providerId="Windows Live" clId="Web-{60890534-F04B-4088-AF49-619282670D4D}" dt="2021-03-02T16:56:07.905" v="83"/>
          <ac:picMkLst>
            <pc:docMk/>
            <pc:sldMk cId="4057042072" sldId="320"/>
            <ac:picMk id="20" creationId="{2E6BF31F-D377-4B94-B86F-F26F46E54373}"/>
          </ac:picMkLst>
        </pc:picChg>
        <pc:picChg chg="del">
          <ac:chgData name="Vanessa Hellebuyck" userId="f5b0253cc042002a" providerId="Windows Live" clId="Web-{60890534-F04B-4088-AF49-619282670D4D}" dt="2021-03-02T16:56:07.905" v="77"/>
          <ac:picMkLst>
            <pc:docMk/>
            <pc:sldMk cId="4057042072" sldId="320"/>
            <ac:picMk id="26" creationId="{0C5AAA45-F671-4CC9-84D4-F5A1F446EA36}"/>
          </ac:picMkLst>
        </pc:picChg>
        <pc:picChg chg="del">
          <ac:chgData name="Vanessa Hellebuyck" userId="f5b0253cc042002a" providerId="Windows Live" clId="Web-{60890534-F04B-4088-AF49-619282670D4D}" dt="2021-03-02T16:56:07.905" v="75"/>
          <ac:picMkLst>
            <pc:docMk/>
            <pc:sldMk cId="4057042072" sldId="320"/>
            <ac:picMk id="28" creationId="{9223D516-8CDD-4602-B7CA-EFD9431A7B34}"/>
          </ac:picMkLst>
        </pc:picChg>
        <pc:picChg chg="del">
          <ac:chgData name="Vanessa Hellebuyck" userId="f5b0253cc042002a" providerId="Windows Live" clId="Web-{60890534-F04B-4088-AF49-619282670D4D}" dt="2021-03-02T16:56:07.889" v="72"/>
          <ac:picMkLst>
            <pc:docMk/>
            <pc:sldMk cId="4057042072" sldId="320"/>
            <ac:picMk id="31" creationId="{1819D755-82CF-4F27-94F6-030755E285EC}"/>
          </ac:picMkLst>
        </pc:picChg>
        <pc:picChg chg="del">
          <ac:chgData name="Vanessa Hellebuyck" userId="f5b0253cc042002a" providerId="Windows Live" clId="Web-{60890534-F04B-4088-AF49-619282670D4D}" dt="2021-03-02T16:56:07.889" v="70"/>
          <ac:picMkLst>
            <pc:docMk/>
            <pc:sldMk cId="4057042072" sldId="320"/>
            <ac:picMk id="34" creationId="{AB3EF160-ADA4-450B-9B54-1EFA006B8BEB}"/>
          </ac:picMkLst>
        </pc:picChg>
        <pc:picChg chg="del">
          <ac:chgData name="Vanessa Hellebuyck" userId="f5b0253cc042002a" providerId="Windows Live" clId="Web-{60890534-F04B-4088-AF49-619282670D4D}" dt="2021-03-02T16:56:07.889" v="67"/>
          <ac:picMkLst>
            <pc:docMk/>
            <pc:sldMk cId="4057042072" sldId="320"/>
            <ac:picMk id="37" creationId="{B9D53C56-44AA-4C97-8609-268C18B13016}"/>
          </ac:picMkLst>
        </pc:picChg>
        <pc:picChg chg="del">
          <ac:chgData name="Vanessa Hellebuyck" userId="f5b0253cc042002a" providerId="Windows Live" clId="Web-{60890534-F04B-4088-AF49-619282670D4D}" dt="2021-03-02T16:56:07.889" v="63"/>
          <ac:picMkLst>
            <pc:docMk/>
            <pc:sldMk cId="4057042072" sldId="320"/>
            <ac:picMk id="41" creationId="{F0393367-F67D-4EF8-B7DF-C44C4446D6E9}"/>
          </ac:picMkLst>
        </pc:picChg>
      </pc:sldChg>
    </pc:docChg>
  </pc:docChgLst>
  <pc:docChgLst>
    <pc:chgData name="Vanessa Hellebuyck" userId="f5b0253cc042002a" providerId="Windows Live" clId="Web-{7A968AA7-DC2D-4EFE-95AA-44ED0F919BB9}"/>
    <pc:docChg chg="addSld delSld modSld">
      <pc:chgData name="Vanessa Hellebuyck" userId="f5b0253cc042002a" providerId="Windows Live" clId="Web-{7A968AA7-DC2D-4EFE-95AA-44ED0F919BB9}" dt="2021-02-04T01:24:49.721" v="3240" actId="1076"/>
      <pc:docMkLst>
        <pc:docMk/>
      </pc:docMkLst>
      <pc:sldChg chg="del">
        <pc:chgData name="Vanessa Hellebuyck" userId="f5b0253cc042002a" providerId="Windows Live" clId="Web-{7A968AA7-DC2D-4EFE-95AA-44ED0F919BB9}" dt="2021-02-03T20:57:52.704" v="61"/>
        <pc:sldMkLst>
          <pc:docMk/>
          <pc:sldMk cId="1774973421" sldId="263"/>
        </pc:sldMkLst>
      </pc:sldChg>
      <pc:sldChg chg="addSp modSp">
        <pc:chgData name="Vanessa Hellebuyck" userId="f5b0253cc042002a" providerId="Windows Live" clId="Web-{7A968AA7-DC2D-4EFE-95AA-44ED0F919BB9}" dt="2021-02-04T01:20:25.173" v="3225"/>
        <pc:sldMkLst>
          <pc:docMk/>
          <pc:sldMk cId="437084917" sldId="278"/>
        </pc:sldMkLst>
        <pc:graphicFrameChg chg="mod modGraphic">
          <ac:chgData name="Vanessa Hellebuyck" userId="f5b0253cc042002a" providerId="Windows Live" clId="Web-{7A968AA7-DC2D-4EFE-95AA-44ED0F919BB9}" dt="2021-02-04T01:20:25.173" v="3225"/>
          <ac:graphicFrameMkLst>
            <pc:docMk/>
            <pc:sldMk cId="437084917" sldId="278"/>
            <ac:graphicFrameMk id="4" creationId="{B08BEB17-09DF-461E-9CA2-AC3AEFDC5059}"/>
          </ac:graphicFrameMkLst>
        </pc:graphicFrameChg>
        <pc:picChg chg="add mod">
          <ac:chgData name="Vanessa Hellebuyck" userId="f5b0253cc042002a" providerId="Windows Live" clId="Web-{7A968AA7-DC2D-4EFE-95AA-44ED0F919BB9}" dt="2021-02-03T21:24:16.166" v="304" actId="1076"/>
          <ac:picMkLst>
            <pc:docMk/>
            <pc:sldMk cId="437084917" sldId="278"/>
            <ac:picMk id="3" creationId="{D25E68FB-059F-4F94-A524-0175815D1E65}"/>
          </ac:picMkLst>
        </pc:picChg>
      </pc:sldChg>
      <pc:sldChg chg="modSp">
        <pc:chgData name="Vanessa Hellebuyck" userId="f5b0253cc042002a" providerId="Windows Live" clId="Web-{7A968AA7-DC2D-4EFE-95AA-44ED0F919BB9}" dt="2021-02-03T22:22:41.416" v="819"/>
        <pc:sldMkLst>
          <pc:docMk/>
          <pc:sldMk cId="1275371995" sldId="289"/>
        </pc:sldMkLst>
        <pc:graphicFrameChg chg="mod modGraphic">
          <ac:chgData name="Vanessa Hellebuyck" userId="f5b0253cc042002a" providerId="Windows Live" clId="Web-{7A968AA7-DC2D-4EFE-95AA-44ED0F919BB9}" dt="2021-02-03T20:51:01.235" v="60"/>
          <ac:graphicFrameMkLst>
            <pc:docMk/>
            <pc:sldMk cId="1275371995" sldId="289"/>
            <ac:graphicFrameMk id="13" creationId="{3A8AA265-D93B-413F-9C35-0CFC9E1FD41B}"/>
          </ac:graphicFrameMkLst>
        </pc:graphicFrameChg>
        <pc:graphicFrameChg chg="mod modGraphic">
          <ac:chgData name="Vanessa Hellebuyck" userId="f5b0253cc042002a" providerId="Windows Live" clId="Web-{7A968AA7-DC2D-4EFE-95AA-44ED0F919BB9}" dt="2021-02-03T22:22:41.416" v="819"/>
          <ac:graphicFrameMkLst>
            <pc:docMk/>
            <pc:sldMk cId="1275371995" sldId="289"/>
            <ac:graphicFrameMk id="49" creationId="{7C6C9A0E-8DAF-47B9-9736-40987B77AFCB}"/>
          </ac:graphicFrameMkLst>
        </pc:graphicFrameChg>
        <pc:graphicFrameChg chg="mod modGraphic">
          <ac:chgData name="Vanessa Hellebuyck" userId="f5b0253cc042002a" providerId="Windows Live" clId="Web-{7A968AA7-DC2D-4EFE-95AA-44ED0F919BB9}" dt="2021-02-03T20:50:30.421" v="56"/>
          <ac:graphicFrameMkLst>
            <pc:docMk/>
            <pc:sldMk cId="1275371995" sldId="289"/>
            <ac:graphicFrameMk id="71" creationId="{2A490DA2-8E63-4056-95C3-FA18C485DCFD}"/>
          </ac:graphicFrameMkLst>
        </pc:graphicFrameChg>
      </pc:sldChg>
      <pc:sldChg chg="modSp">
        <pc:chgData name="Vanessa Hellebuyck" userId="f5b0253cc042002a" providerId="Windows Live" clId="Web-{7A968AA7-DC2D-4EFE-95AA-44ED0F919BB9}" dt="2021-02-03T20:46:23.733" v="36" actId="1076"/>
        <pc:sldMkLst>
          <pc:docMk/>
          <pc:sldMk cId="3342365990" sldId="301"/>
        </pc:sldMkLst>
        <pc:spChg chg="mod">
          <ac:chgData name="Vanessa Hellebuyck" userId="f5b0253cc042002a" providerId="Windows Live" clId="Web-{7A968AA7-DC2D-4EFE-95AA-44ED0F919BB9}" dt="2021-02-03T20:45:28.655" v="28" actId="1076"/>
          <ac:spMkLst>
            <pc:docMk/>
            <pc:sldMk cId="3342365990" sldId="301"/>
            <ac:spMk id="26" creationId="{7134D19D-00E7-4012-B2E2-449D6AFC93A6}"/>
          </ac:spMkLst>
        </pc:spChg>
        <pc:spChg chg="mod">
          <ac:chgData name="Vanessa Hellebuyck" userId="f5b0253cc042002a" providerId="Windows Live" clId="Web-{7A968AA7-DC2D-4EFE-95AA-44ED0F919BB9}" dt="2021-02-03T20:45:27.467" v="27" actId="20577"/>
          <ac:spMkLst>
            <pc:docMk/>
            <pc:sldMk cId="3342365990" sldId="301"/>
            <ac:spMk id="30" creationId="{A9318A44-8679-45E0-9FCF-4347C3C4B5B1}"/>
          </ac:spMkLst>
        </pc:spChg>
        <pc:graphicFrameChg chg="mod modGraphic">
          <ac:chgData name="Vanessa Hellebuyck" userId="f5b0253cc042002a" providerId="Windows Live" clId="Web-{7A968AA7-DC2D-4EFE-95AA-44ED0F919BB9}" dt="2021-02-03T20:46:23.733" v="36" actId="1076"/>
          <ac:graphicFrameMkLst>
            <pc:docMk/>
            <pc:sldMk cId="3342365990" sldId="301"/>
            <ac:graphicFrameMk id="13" creationId="{3A8AA265-D93B-413F-9C35-0CFC9E1FD41B}"/>
          </ac:graphicFrameMkLst>
        </pc:graphicFrameChg>
      </pc:sldChg>
      <pc:sldChg chg="modSp">
        <pc:chgData name="Vanessa Hellebuyck" userId="f5b0253cc042002a" providerId="Windows Live" clId="Web-{7A968AA7-DC2D-4EFE-95AA-44ED0F919BB9}" dt="2021-02-03T22:21:08.072" v="815" actId="20577"/>
        <pc:sldMkLst>
          <pc:docMk/>
          <pc:sldMk cId="3071526168" sldId="304"/>
        </pc:sldMkLst>
        <pc:spChg chg="mod">
          <ac:chgData name="Vanessa Hellebuyck" userId="f5b0253cc042002a" providerId="Windows Live" clId="Web-{7A968AA7-DC2D-4EFE-95AA-44ED0F919BB9}" dt="2021-02-03T22:14:06.274" v="675" actId="20577"/>
          <ac:spMkLst>
            <pc:docMk/>
            <pc:sldMk cId="3071526168" sldId="304"/>
            <ac:spMk id="26" creationId="{8F99DA02-D1A1-411B-AB81-32962E589013}"/>
          </ac:spMkLst>
        </pc:spChg>
        <pc:spChg chg="mod">
          <ac:chgData name="Vanessa Hellebuyck" userId="f5b0253cc042002a" providerId="Windows Live" clId="Web-{7A968AA7-DC2D-4EFE-95AA-44ED0F919BB9}" dt="2021-02-03T21:13:51.289" v="290" actId="20577"/>
          <ac:spMkLst>
            <pc:docMk/>
            <pc:sldMk cId="3071526168" sldId="304"/>
            <ac:spMk id="28" creationId="{6F7619C9-43BA-4DEC-870E-3F443ECCA931}"/>
          </ac:spMkLst>
        </pc:spChg>
        <pc:spChg chg="mod">
          <ac:chgData name="Vanessa Hellebuyck" userId="f5b0253cc042002a" providerId="Windows Live" clId="Web-{7A968AA7-DC2D-4EFE-95AA-44ED0F919BB9}" dt="2021-02-03T21:14:59.133" v="298" actId="20577"/>
          <ac:spMkLst>
            <pc:docMk/>
            <pc:sldMk cId="3071526168" sldId="304"/>
            <ac:spMk id="29" creationId="{C2379EC0-CA80-4C71-B9C1-341A4A34AC83}"/>
          </ac:spMkLst>
        </pc:spChg>
        <pc:spChg chg="mod">
          <ac:chgData name="Vanessa Hellebuyck" userId="f5b0253cc042002a" providerId="Windows Live" clId="Web-{7A968AA7-DC2D-4EFE-95AA-44ED0F919BB9}" dt="2021-02-03T22:21:08.072" v="815" actId="20577"/>
          <ac:spMkLst>
            <pc:docMk/>
            <pc:sldMk cId="3071526168" sldId="304"/>
            <ac:spMk id="31" creationId="{FB7533E8-B84E-482F-9536-F290B73D0C24}"/>
          </ac:spMkLst>
        </pc:spChg>
        <pc:graphicFrameChg chg="mod modGraphic">
          <ac:chgData name="Vanessa Hellebuyck" userId="f5b0253cc042002a" providerId="Windows Live" clId="Web-{7A968AA7-DC2D-4EFE-95AA-44ED0F919BB9}" dt="2021-02-03T22:15:26.040" v="679"/>
          <ac:graphicFrameMkLst>
            <pc:docMk/>
            <pc:sldMk cId="3071526168" sldId="304"/>
            <ac:graphicFrameMk id="49" creationId="{7C6C9A0E-8DAF-47B9-9736-40987B77AFCB}"/>
          </ac:graphicFrameMkLst>
        </pc:graphicFrameChg>
      </pc:sldChg>
      <pc:sldChg chg="modSp">
        <pc:chgData name="Vanessa Hellebuyck" userId="f5b0253cc042002a" providerId="Windows Live" clId="Web-{7A968AA7-DC2D-4EFE-95AA-44ED0F919BB9}" dt="2021-02-04T00:11:45.008" v="2257" actId="20577"/>
        <pc:sldMkLst>
          <pc:docMk/>
          <pc:sldMk cId="3824746089" sldId="306"/>
        </pc:sldMkLst>
        <pc:spChg chg="mod">
          <ac:chgData name="Vanessa Hellebuyck" userId="f5b0253cc042002a" providerId="Windows Live" clId="Web-{7A968AA7-DC2D-4EFE-95AA-44ED0F919BB9}" dt="2021-02-03T23:16:33.186" v="1171" actId="20577"/>
          <ac:spMkLst>
            <pc:docMk/>
            <pc:sldMk cId="3824746089" sldId="306"/>
            <ac:spMk id="28" creationId="{55EBB67D-2CF0-43AD-AC31-2F031DB37663}"/>
          </ac:spMkLst>
        </pc:spChg>
        <pc:spChg chg="mod">
          <ac:chgData name="Vanessa Hellebuyck" userId="f5b0253cc042002a" providerId="Windows Live" clId="Web-{7A968AA7-DC2D-4EFE-95AA-44ED0F919BB9}" dt="2021-02-04T00:11:45.008" v="2257" actId="20577"/>
          <ac:spMkLst>
            <pc:docMk/>
            <pc:sldMk cId="3824746089" sldId="306"/>
            <ac:spMk id="31" creationId="{7C39CBD5-B923-4F54-AC88-F98D96FF1599}"/>
          </ac:spMkLst>
        </pc:spChg>
        <pc:spChg chg="mod">
          <ac:chgData name="Vanessa Hellebuyck" userId="f5b0253cc042002a" providerId="Windows Live" clId="Web-{7A968AA7-DC2D-4EFE-95AA-44ED0F919BB9}" dt="2021-02-03T23:34:22.022" v="1507" actId="20577"/>
          <ac:spMkLst>
            <pc:docMk/>
            <pc:sldMk cId="3824746089" sldId="306"/>
            <ac:spMk id="34" creationId="{B4BEE42E-276A-4C0E-B493-616BF927998B}"/>
          </ac:spMkLst>
        </pc:spChg>
        <pc:spChg chg="mod">
          <ac:chgData name="Vanessa Hellebuyck" userId="f5b0253cc042002a" providerId="Windows Live" clId="Web-{7A968AA7-DC2D-4EFE-95AA-44ED0F919BB9}" dt="2021-02-03T23:56:26.497" v="1771" actId="20577"/>
          <ac:spMkLst>
            <pc:docMk/>
            <pc:sldMk cId="3824746089" sldId="306"/>
            <ac:spMk id="36" creationId="{C5569086-3650-4F1B-B58B-72AD5866C76A}"/>
          </ac:spMkLst>
        </pc:spChg>
        <pc:graphicFrameChg chg="mod modGraphic">
          <ac:chgData name="Vanessa Hellebuyck" userId="f5b0253cc042002a" providerId="Windows Live" clId="Web-{7A968AA7-DC2D-4EFE-95AA-44ED0F919BB9}" dt="2021-02-03T22:01:23.114" v="526"/>
          <ac:graphicFrameMkLst>
            <pc:docMk/>
            <pc:sldMk cId="3824746089" sldId="306"/>
            <ac:graphicFrameMk id="53" creationId="{68261A0B-B4E9-4A8C-A58F-F940CB3BE577}"/>
          </ac:graphicFrameMkLst>
        </pc:graphicFrameChg>
      </pc:sldChg>
      <pc:sldChg chg="modSp">
        <pc:chgData name="Vanessa Hellebuyck" userId="f5b0253cc042002a" providerId="Windows Live" clId="Web-{7A968AA7-DC2D-4EFE-95AA-44ED0F919BB9}" dt="2021-02-04T00:59:29.416" v="3113" actId="20577"/>
        <pc:sldMkLst>
          <pc:docMk/>
          <pc:sldMk cId="983298443" sldId="307"/>
        </pc:sldMkLst>
        <pc:spChg chg="mod">
          <ac:chgData name="Vanessa Hellebuyck" userId="f5b0253cc042002a" providerId="Windows Live" clId="Web-{7A968AA7-DC2D-4EFE-95AA-44ED0F919BB9}" dt="2021-02-04T00:40:54.799" v="2868" actId="20577"/>
          <ac:spMkLst>
            <pc:docMk/>
            <pc:sldMk cId="983298443" sldId="307"/>
            <ac:spMk id="29" creationId="{9965727F-C88F-4DDE-B63E-F20724580FBA}"/>
          </ac:spMkLst>
        </pc:spChg>
        <pc:spChg chg="mod">
          <ac:chgData name="Vanessa Hellebuyck" userId="f5b0253cc042002a" providerId="Windows Live" clId="Web-{7A968AA7-DC2D-4EFE-95AA-44ED0F919BB9}" dt="2021-02-04T00:55:53.945" v="3046" actId="20577"/>
          <ac:spMkLst>
            <pc:docMk/>
            <pc:sldMk cId="983298443" sldId="307"/>
            <ac:spMk id="31" creationId="{ED14A660-D2DF-4EBD-A09A-9EDCFB4F6B86}"/>
          </ac:spMkLst>
        </pc:spChg>
        <pc:spChg chg="mod">
          <ac:chgData name="Vanessa Hellebuyck" userId="f5b0253cc042002a" providerId="Windows Live" clId="Web-{7A968AA7-DC2D-4EFE-95AA-44ED0F919BB9}" dt="2021-02-04T00:59:29.416" v="3113" actId="20577"/>
          <ac:spMkLst>
            <pc:docMk/>
            <pc:sldMk cId="983298443" sldId="307"/>
            <ac:spMk id="32" creationId="{342FE669-32CA-4BD8-ABC8-6EE441EEA8DB}"/>
          </ac:spMkLst>
        </pc:spChg>
      </pc:sldChg>
      <pc:sldChg chg="modSp">
        <pc:chgData name="Vanessa Hellebuyck" userId="f5b0253cc042002a" providerId="Windows Live" clId="Web-{7A968AA7-DC2D-4EFE-95AA-44ED0F919BB9}" dt="2021-02-04T01:18:40.017" v="3189" actId="1076"/>
        <pc:sldMkLst>
          <pc:docMk/>
          <pc:sldMk cId="63482925" sldId="308"/>
        </pc:sldMkLst>
        <pc:spChg chg="mod">
          <ac:chgData name="Vanessa Hellebuyck" userId="f5b0253cc042002a" providerId="Windows Live" clId="Web-{7A968AA7-DC2D-4EFE-95AA-44ED0F919BB9}" dt="2021-02-04T01:18:05.829" v="3184" actId="20577"/>
          <ac:spMkLst>
            <pc:docMk/>
            <pc:sldMk cId="63482925" sldId="308"/>
            <ac:spMk id="28" creationId="{D4396302-EF98-4E27-8713-28142789EE78}"/>
          </ac:spMkLst>
        </pc:spChg>
        <pc:spChg chg="mod">
          <ac:chgData name="Vanessa Hellebuyck" userId="f5b0253cc042002a" providerId="Windows Live" clId="Web-{7A968AA7-DC2D-4EFE-95AA-44ED0F919BB9}" dt="2021-02-04T01:02:23.432" v="3135" actId="20577"/>
          <ac:spMkLst>
            <pc:docMk/>
            <pc:sldMk cId="63482925" sldId="308"/>
            <ac:spMk id="30" creationId="{959D776F-B45C-403B-8511-ACC4F172E1A6}"/>
          </ac:spMkLst>
        </pc:spChg>
        <pc:graphicFrameChg chg="mod modGraphic">
          <ac:chgData name="Vanessa Hellebuyck" userId="f5b0253cc042002a" providerId="Windows Live" clId="Web-{7A968AA7-DC2D-4EFE-95AA-44ED0F919BB9}" dt="2021-02-03T21:48:54.467" v="411"/>
          <ac:graphicFrameMkLst>
            <pc:docMk/>
            <pc:sldMk cId="63482925" sldId="308"/>
            <ac:graphicFrameMk id="29" creationId="{B68C643B-4D8C-4616-BE66-628F428CBB03}"/>
          </ac:graphicFrameMkLst>
        </pc:graphicFrameChg>
        <pc:picChg chg="mod">
          <ac:chgData name="Vanessa Hellebuyck" userId="f5b0253cc042002a" providerId="Windows Live" clId="Web-{7A968AA7-DC2D-4EFE-95AA-44ED0F919BB9}" dt="2021-02-04T01:18:40.017" v="3189" actId="1076"/>
          <ac:picMkLst>
            <pc:docMk/>
            <pc:sldMk cId="63482925" sldId="308"/>
            <ac:picMk id="32" creationId="{6807012D-9A52-417B-A867-2A9870682352}"/>
          </ac:picMkLst>
        </pc:picChg>
        <pc:picChg chg="mod ord">
          <ac:chgData name="Vanessa Hellebuyck" userId="f5b0253cc042002a" providerId="Windows Live" clId="Web-{7A968AA7-DC2D-4EFE-95AA-44ED0F919BB9}" dt="2021-02-04T01:16:22.095" v="3142" actId="1076"/>
          <ac:picMkLst>
            <pc:docMk/>
            <pc:sldMk cId="63482925" sldId="308"/>
            <ac:picMk id="33" creationId="{0545F50A-F137-442E-BA3A-5DFF3B778F7E}"/>
          </ac:picMkLst>
        </pc:picChg>
      </pc:sldChg>
      <pc:sldChg chg="addSp delSp modSp">
        <pc:chgData name="Vanessa Hellebuyck" userId="f5b0253cc042002a" providerId="Windows Live" clId="Web-{7A968AA7-DC2D-4EFE-95AA-44ED0F919BB9}" dt="2021-02-04T01:23:44.018" v="3233"/>
        <pc:sldMkLst>
          <pc:docMk/>
          <pc:sldMk cId="1901668735" sldId="312"/>
        </pc:sldMkLst>
        <pc:picChg chg="add del mod">
          <ac:chgData name="Vanessa Hellebuyck" userId="f5b0253cc042002a" providerId="Windows Live" clId="Web-{7A968AA7-DC2D-4EFE-95AA-44ED0F919BB9}" dt="2021-02-04T01:23:44.018" v="3233"/>
          <ac:picMkLst>
            <pc:docMk/>
            <pc:sldMk cId="1901668735" sldId="312"/>
            <ac:picMk id="4" creationId="{D7A8EA3F-551B-4211-8D54-6132F1C05894}"/>
          </ac:picMkLst>
        </pc:picChg>
      </pc:sldChg>
      <pc:sldChg chg="modSp">
        <pc:chgData name="Vanessa Hellebuyck" userId="f5b0253cc042002a" providerId="Windows Live" clId="Web-{7A968AA7-DC2D-4EFE-95AA-44ED0F919BB9}" dt="2021-02-04T00:29:21.907" v="2606" actId="20577"/>
        <pc:sldMkLst>
          <pc:docMk/>
          <pc:sldMk cId="2946924615" sldId="316"/>
        </pc:sldMkLst>
        <pc:spChg chg="mod">
          <ac:chgData name="Vanessa Hellebuyck" userId="f5b0253cc042002a" providerId="Windows Live" clId="Web-{7A968AA7-DC2D-4EFE-95AA-44ED0F919BB9}" dt="2021-02-04T00:29:21.907" v="2606" actId="20577"/>
          <ac:spMkLst>
            <pc:docMk/>
            <pc:sldMk cId="2946924615" sldId="316"/>
            <ac:spMk id="3" creationId="{D9CBE7A0-CEA8-49C7-B1F5-66B646299B3A}"/>
          </ac:spMkLst>
        </pc:spChg>
        <pc:spChg chg="mod">
          <ac:chgData name="Vanessa Hellebuyck" userId="f5b0253cc042002a" providerId="Windows Live" clId="Web-{7A968AA7-DC2D-4EFE-95AA-44ED0F919BB9}" dt="2021-02-04T00:28:12.406" v="2593" actId="20577"/>
          <ac:spMkLst>
            <pc:docMk/>
            <pc:sldMk cId="2946924615" sldId="316"/>
            <ac:spMk id="6" creationId="{FC095321-BAD2-4D1A-B0BD-058E76C10D14}"/>
          </ac:spMkLst>
        </pc:spChg>
      </pc:sldChg>
      <pc:sldChg chg="addSp delSp modSp">
        <pc:chgData name="Vanessa Hellebuyck" userId="f5b0253cc042002a" providerId="Windows Live" clId="Web-{7A968AA7-DC2D-4EFE-95AA-44ED0F919BB9}" dt="2021-02-04T01:24:49.721" v="3240" actId="1076"/>
        <pc:sldMkLst>
          <pc:docMk/>
          <pc:sldMk cId="2008054246" sldId="317"/>
        </pc:sldMkLst>
        <pc:picChg chg="add mod">
          <ac:chgData name="Vanessa Hellebuyck" userId="f5b0253cc042002a" providerId="Windows Live" clId="Web-{7A968AA7-DC2D-4EFE-95AA-44ED0F919BB9}" dt="2021-02-04T01:24:49.721" v="3240" actId="1076"/>
          <ac:picMkLst>
            <pc:docMk/>
            <pc:sldMk cId="2008054246" sldId="317"/>
            <ac:picMk id="4" creationId="{0B467287-9CA8-42B9-898C-C9EFCE01F2FC}"/>
          </ac:picMkLst>
        </pc:picChg>
        <pc:picChg chg="del">
          <ac:chgData name="Vanessa Hellebuyck" userId="f5b0253cc042002a" providerId="Windows Live" clId="Web-{7A968AA7-DC2D-4EFE-95AA-44ED0F919BB9}" dt="2021-02-04T01:24:07.971" v="3234"/>
          <ac:picMkLst>
            <pc:docMk/>
            <pc:sldMk cId="2008054246" sldId="317"/>
            <ac:picMk id="10" creationId="{7B9A1660-2ADF-4BA0-B4E5-8305502AEB15}"/>
          </ac:picMkLst>
        </pc:picChg>
      </pc:sldChg>
      <pc:sldChg chg="add del replId">
        <pc:chgData name="Vanessa Hellebuyck" userId="f5b0253cc042002a" providerId="Windows Live" clId="Web-{7A968AA7-DC2D-4EFE-95AA-44ED0F919BB9}" dt="2021-02-03T23:02:56.480" v="919"/>
        <pc:sldMkLst>
          <pc:docMk/>
          <pc:sldMk cId="1552550441" sldId="318"/>
        </pc:sldMkLst>
      </pc:sldChg>
      <pc:sldChg chg="addSp delSp modSp add replId">
        <pc:chgData name="Vanessa Hellebuyck" userId="f5b0253cc042002a" providerId="Windows Live" clId="Web-{7A968AA7-DC2D-4EFE-95AA-44ED0F919BB9}" dt="2021-02-03T23:05:25.996" v="1020"/>
        <pc:sldMkLst>
          <pc:docMk/>
          <pc:sldMk cId="1971813999" sldId="318"/>
        </pc:sldMkLst>
        <pc:spChg chg="mod">
          <ac:chgData name="Vanessa Hellebuyck" userId="f5b0253cc042002a" providerId="Windows Live" clId="Web-{7A968AA7-DC2D-4EFE-95AA-44ED0F919BB9}" dt="2021-02-03T23:03:36.668" v="949" actId="20577"/>
          <ac:spMkLst>
            <pc:docMk/>
            <pc:sldMk cId="1971813999" sldId="318"/>
            <ac:spMk id="2" creationId="{2FB58332-4EFC-45FB-B901-40FA3A27B624}"/>
          </ac:spMkLst>
        </pc:spChg>
        <pc:spChg chg="del">
          <ac:chgData name="Vanessa Hellebuyck" userId="f5b0253cc042002a" providerId="Windows Live" clId="Web-{7A968AA7-DC2D-4EFE-95AA-44ED0F919BB9}" dt="2021-02-03T23:03:43.152" v="950"/>
          <ac:spMkLst>
            <pc:docMk/>
            <pc:sldMk cId="1971813999" sldId="318"/>
            <ac:spMk id="3" creationId="{ED1BCDD1-4D87-4C18-A8DD-60CBA7D6AE6B}"/>
          </ac:spMkLst>
        </pc:spChg>
        <pc:spChg chg="add mod">
          <ac:chgData name="Vanessa Hellebuyck" userId="f5b0253cc042002a" providerId="Windows Live" clId="Web-{7A968AA7-DC2D-4EFE-95AA-44ED0F919BB9}" dt="2021-02-03T23:05:18.512" v="1019" actId="20577"/>
          <ac:spMkLst>
            <pc:docMk/>
            <pc:sldMk cId="1971813999" sldId="318"/>
            <ac:spMk id="5" creationId="{8DAAA51E-E949-43E5-AE36-5203009EBEDF}"/>
          </ac:spMkLst>
        </pc:spChg>
        <pc:spChg chg="add del mod">
          <ac:chgData name="Vanessa Hellebuyck" userId="f5b0253cc042002a" providerId="Windows Live" clId="Web-{7A968AA7-DC2D-4EFE-95AA-44ED0F919BB9}" dt="2021-02-03T23:05:25.996" v="1020"/>
          <ac:spMkLst>
            <pc:docMk/>
            <pc:sldMk cId="1971813999" sldId="318"/>
            <ac:spMk id="6" creationId="{A9891E5E-433B-4441-B4D4-61DF61D952F5}"/>
          </ac:spMkLst>
        </pc:spChg>
      </pc:sldChg>
    </pc:docChg>
  </pc:docChgLst>
  <pc:docChgLst>
    <pc:chgData name="Vanessa Hellebuyck" userId="f5b0253cc042002a" providerId="Windows Live" clId="Web-{758DA397-7067-4E3F-8A04-B95059E46E4A}"/>
    <pc:docChg chg="modSld">
      <pc:chgData name="Vanessa Hellebuyck" userId="f5b0253cc042002a" providerId="Windows Live" clId="Web-{758DA397-7067-4E3F-8A04-B95059E46E4A}" dt="2021-02-04T17:52:24.015" v="908" actId="20577"/>
      <pc:docMkLst>
        <pc:docMk/>
      </pc:docMkLst>
      <pc:sldChg chg="modSp">
        <pc:chgData name="Vanessa Hellebuyck" userId="f5b0253cc042002a" providerId="Windows Live" clId="Web-{758DA397-7067-4E3F-8A04-B95059E46E4A}" dt="2021-02-04T17:48:10.684" v="762" actId="20577"/>
        <pc:sldMkLst>
          <pc:docMk/>
          <pc:sldMk cId="974069190" sldId="261"/>
        </pc:sldMkLst>
        <pc:spChg chg="mod">
          <ac:chgData name="Vanessa Hellebuyck" userId="f5b0253cc042002a" providerId="Windows Live" clId="Web-{758DA397-7067-4E3F-8A04-B95059E46E4A}" dt="2021-02-04T17:47:08.292" v="759" actId="20577"/>
          <ac:spMkLst>
            <pc:docMk/>
            <pc:sldMk cId="974069190" sldId="261"/>
            <ac:spMk id="8" creationId="{E860C364-CB07-4157-B3FC-72ADE7FC8BE0}"/>
          </ac:spMkLst>
        </pc:spChg>
        <pc:spChg chg="mod">
          <ac:chgData name="Vanessa Hellebuyck" userId="f5b0253cc042002a" providerId="Windows Live" clId="Web-{758DA397-7067-4E3F-8A04-B95059E46E4A}" dt="2021-02-04T17:48:10.684" v="762" actId="20577"/>
          <ac:spMkLst>
            <pc:docMk/>
            <pc:sldMk cId="974069190" sldId="261"/>
            <ac:spMk id="10" creationId="{92DC21F5-C271-429F-B995-155ADD05F5EE}"/>
          </ac:spMkLst>
        </pc:spChg>
      </pc:sldChg>
      <pc:sldChg chg="modSp">
        <pc:chgData name="Vanessa Hellebuyck" userId="f5b0253cc042002a" providerId="Windows Live" clId="Web-{758DA397-7067-4E3F-8A04-B95059E46E4A}" dt="2021-02-04T17:52:24.015" v="908" actId="20577"/>
        <pc:sldMkLst>
          <pc:docMk/>
          <pc:sldMk cId="4210625755" sldId="269"/>
        </pc:sldMkLst>
        <pc:spChg chg="mod">
          <ac:chgData name="Vanessa Hellebuyck" userId="f5b0253cc042002a" providerId="Windows Live" clId="Web-{758DA397-7067-4E3F-8A04-B95059E46E4A}" dt="2021-02-04T17:52:24.015" v="908" actId="20577"/>
          <ac:spMkLst>
            <pc:docMk/>
            <pc:sldMk cId="4210625755" sldId="269"/>
            <ac:spMk id="3" creationId="{C6C9DE5E-1522-41A0-A178-5BAB610C88C0}"/>
          </ac:spMkLst>
        </pc:spChg>
      </pc:sldChg>
      <pc:sldChg chg="addSp delSp modSp">
        <pc:chgData name="Vanessa Hellebuyck" userId="f5b0253cc042002a" providerId="Windows Live" clId="Web-{758DA397-7067-4E3F-8A04-B95059E46E4A}" dt="2021-02-04T17:40:34.224" v="629" actId="14100"/>
        <pc:sldMkLst>
          <pc:docMk/>
          <pc:sldMk cId="1044959118" sldId="282"/>
        </pc:sldMkLst>
        <pc:spChg chg="mod">
          <ac:chgData name="Vanessa Hellebuyck" userId="f5b0253cc042002a" providerId="Windows Live" clId="Web-{758DA397-7067-4E3F-8A04-B95059E46E4A}" dt="2021-02-04T17:38:36.519" v="599" actId="1076"/>
          <ac:spMkLst>
            <pc:docMk/>
            <pc:sldMk cId="1044959118" sldId="282"/>
            <ac:spMk id="2" creationId="{665B4F04-D6BD-4B11-9CD0-C5AAA49B3967}"/>
          </ac:spMkLst>
        </pc:spChg>
        <pc:spChg chg="mod">
          <ac:chgData name="Vanessa Hellebuyck" userId="f5b0253cc042002a" providerId="Windows Live" clId="Web-{758DA397-7067-4E3F-8A04-B95059E46E4A}" dt="2021-02-04T17:40:34.224" v="629" actId="14100"/>
          <ac:spMkLst>
            <pc:docMk/>
            <pc:sldMk cId="1044959118" sldId="282"/>
            <ac:spMk id="10" creationId="{04CE9852-597D-4CF0-BCB1-154C2E41C7BF}"/>
          </ac:spMkLst>
        </pc:spChg>
        <pc:grpChg chg="add">
          <ac:chgData name="Vanessa Hellebuyck" userId="f5b0253cc042002a" providerId="Windows Live" clId="Web-{758DA397-7067-4E3F-8A04-B95059E46E4A}" dt="2021-02-04T17:23:41.397" v="395"/>
          <ac:grpSpMkLst>
            <pc:docMk/>
            <pc:sldMk cId="1044959118" sldId="282"/>
            <ac:grpSpMk id="13" creationId="{5BE4E6AA-728B-4835-9107-2885C2A0CDCE}"/>
          </ac:grpSpMkLst>
        </pc:grpChg>
        <pc:grpChg chg="add del mod">
          <ac:chgData name="Vanessa Hellebuyck" userId="f5b0253cc042002a" providerId="Windows Live" clId="Web-{758DA397-7067-4E3F-8A04-B95059E46E4A}" dt="2021-02-04T17:32:41.670" v="515"/>
          <ac:grpSpMkLst>
            <pc:docMk/>
            <pc:sldMk cId="1044959118" sldId="282"/>
            <ac:grpSpMk id="23" creationId="{921E5594-6101-447B-A69B-6B6DC9660444}"/>
          </ac:grpSpMkLst>
        </pc:grpChg>
        <pc:grpChg chg="add mod">
          <ac:chgData name="Vanessa Hellebuyck" userId="f5b0253cc042002a" providerId="Windows Live" clId="Web-{758DA397-7067-4E3F-8A04-B95059E46E4A}" dt="2021-02-04T17:39:26.504" v="607" actId="1076"/>
          <ac:grpSpMkLst>
            <pc:docMk/>
            <pc:sldMk cId="1044959118" sldId="282"/>
            <ac:grpSpMk id="25" creationId="{C105D756-1840-4325-BDC1-CDD09CA41AF9}"/>
          </ac:grpSpMkLst>
        </pc:grpChg>
        <pc:grpChg chg="add mod">
          <ac:chgData name="Vanessa Hellebuyck" userId="f5b0253cc042002a" providerId="Windows Live" clId="Web-{758DA397-7067-4E3F-8A04-B95059E46E4A}" dt="2021-02-04T17:39:26.551" v="610" actId="1076"/>
          <ac:grpSpMkLst>
            <pc:docMk/>
            <pc:sldMk cId="1044959118" sldId="282"/>
            <ac:grpSpMk id="29" creationId="{65B83991-C969-436F-BF99-F3052C1E2D01}"/>
          </ac:grpSpMkLst>
        </pc:grpChg>
        <pc:grpChg chg="mod">
          <ac:chgData name="Vanessa Hellebuyck" userId="f5b0253cc042002a" providerId="Windows Live" clId="Web-{758DA397-7067-4E3F-8A04-B95059E46E4A}" dt="2021-02-04T17:20:56.941" v="236" actId="1076"/>
          <ac:grpSpMkLst>
            <pc:docMk/>
            <pc:sldMk cId="1044959118" sldId="282"/>
            <ac:grpSpMk id="31" creationId="{1AA0FBED-BA19-4845-9DD0-23C127BEB947}"/>
          </ac:grpSpMkLst>
        </pc:grpChg>
        <pc:grpChg chg="add mod">
          <ac:chgData name="Vanessa Hellebuyck" userId="f5b0253cc042002a" providerId="Windows Live" clId="Web-{758DA397-7067-4E3F-8A04-B95059E46E4A}" dt="2021-02-04T17:39:26.567" v="612" actId="1076"/>
          <ac:grpSpMkLst>
            <pc:docMk/>
            <pc:sldMk cId="1044959118" sldId="282"/>
            <ac:grpSpMk id="33" creationId="{12471FCF-8050-4464-ABB5-755F48AE073E}"/>
          </ac:grpSpMkLst>
        </pc:grpChg>
        <pc:grpChg chg="add mod">
          <ac:chgData name="Vanessa Hellebuyck" userId="f5b0253cc042002a" providerId="Windows Live" clId="Web-{758DA397-7067-4E3F-8A04-B95059E46E4A}" dt="2021-02-04T17:39:26.567" v="611" actId="1076"/>
          <ac:grpSpMkLst>
            <pc:docMk/>
            <pc:sldMk cId="1044959118" sldId="282"/>
            <ac:grpSpMk id="40" creationId="{5966A4BF-DD14-42DE-A2E6-B667A217E14C}"/>
          </ac:grpSpMkLst>
        </pc:grpChg>
        <pc:grpChg chg="del">
          <ac:chgData name="Vanessa Hellebuyck" userId="f5b0253cc042002a" providerId="Windows Live" clId="Web-{758DA397-7067-4E3F-8A04-B95059E46E4A}" dt="2021-02-04T17:21:20.082" v="369"/>
          <ac:grpSpMkLst>
            <pc:docMk/>
            <pc:sldMk cId="1044959118" sldId="282"/>
            <ac:grpSpMk id="51" creationId="{CB710280-C129-48D2-B3F2-AD8BF85C2692}"/>
          </ac:grpSpMkLst>
        </pc:grpChg>
        <pc:grpChg chg="add del mod">
          <ac:chgData name="Vanessa Hellebuyck" userId="f5b0253cc042002a" providerId="Windows Live" clId="Web-{758DA397-7067-4E3F-8A04-B95059E46E4A}" dt="2021-02-04T17:20:54.316" v="235"/>
          <ac:grpSpMkLst>
            <pc:docMk/>
            <pc:sldMk cId="1044959118" sldId="282"/>
            <ac:grpSpMk id="56" creationId="{AE80CBE6-3EE1-4573-BA55-3877D714B8A4}"/>
          </ac:grpSpMkLst>
        </pc:grpChg>
        <pc:grpChg chg="add del mod">
          <ac:chgData name="Vanessa Hellebuyck" userId="f5b0253cc042002a" providerId="Windows Live" clId="Web-{758DA397-7067-4E3F-8A04-B95059E46E4A}" dt="2021-02-04T17:20:54.316" v="234"/>
          <ac:grpSpMkLst>
            <pc:docMk/>
            <pc:sldMk cId="1044959118" sldId="282"/>
            <ac:grpSpMk id="60" creationId="{D4749491-611D-436E-ADAC-75DFAD4B0E7E}"/>
          </ac:grpSpMkLst>
        </pc:grpChg>
        <pc:grpChg chg="add del mod">
          <ac:chgData name="Vanessa Hellebuyck" userId="f5b0253cc042002a" providerId="Windows Live" clId="Web-{758DA397-7067-4E3F-8A04-B95059E46E4A}" dt="2021-02-04T17:20:54.316" v="233"/>
          <ac:grpSpMkLst>
            <pc:docMk/>
            <pc:sldMk cId="1044959118" sldId="282"/>
            <ac:grpSpMk id="64" creationId="{4023A8F4-EC6F-4A27-92B8-CA41528ED1D6}"/>
          </ac:grpSpMkLst>
        </pc:grpChg>
        <pc:grpChg chg="add del mod">
          <ac:chgData name="Vanessa Hellebuyck" userId="f5b0253cc042002a" providerId="Windows Live" clId="Web-{758DA397-7067-4E3F-8A04-B95059E46E4A}" dt="2021-02-04T17:20:54.316" v="232"/>
          <ac:grpSpMkLst>
            <pc:docMk/>
            <pc:sldMk cId="1044959118" sldId="282"/>
            <ac:grpSpMk id="68" creationId="{FABA9CDA-D9AC-42B6-8C52-0EA5028A7518}"/>
          </ac:grpSpMkLst>
        </pc:grpChg>
        <pc:grpChg chg="add mod">
          <ac:chgData name="Vanessa Hellebuyck" userId="f5b0253cc042002a" providerId="Windows Live" clId="Web-{758DA397-7067-4E3F-8A04-B95059E46E4A}" dt="2021-02-04T17:33:04.764" v="523" actId="1076"/>
          <ac:grpSpMkLst>
            <pc:docMk/>
            <pc:sldMk cId="1044959118" sldId="282"/>
            <ac:grpSpMk id="72" creationId="{DB181A70-5B02-4796-BEC0-C53D4550FC8F}"/>
          </ac:grpSpMkLst>
        </pc:grpChg>
        <pc:grpChg chg="add del mod">
          <ac:chgData name="Vanessa Hellebuyck" userId="f5b0253cc042002a" providerId="Windows Live" clId="Web-{758DA397-7067-4E3F-8A04-B95059E46E4A}" dt="2021-02-04T17:28:15.620" v="442"/>
          <ac:grpSpMkLst>
            <pc:docMk/>
            <pc:sldMk cId="1044959118" sldId="282"/>
            <ac:grpSpMk id="79" creationId="{84B42838-7CC4-4781-8AE7-B93D5DC03558}"/>
          </ac:grpSpMkLst>
        </pc:grpChg>
        <pc:grpChg chg="add del mod">
          <ac:chgData name="Vanessa Hellebuyck" userId="f5b0253cc042002a" providerId="Windows Live" clId="Web-{758DA397-7067-4E3F-8A04-B95059E46E4A}" dt="2021-02-04T17:27:56.182" v="437"/>
          <ac:grpSpMkLst>
            <pc:docMk/>
            <pc:sldMk cId="1044959118" sldId="282"/>
            <ac:grpSpMk id="84" creationId="{10FBF475-2296-4014-BF86-6F41D56D25D0}"/>
          </ac:grpSpMkLst>
        </pc:grpChg>
        <pc:grpChg chg="add del">
          <ac:chgData name="Vanessa Hellebuyck" userId="f5b0253cc042002a" providerId="Windows Live" clId="Web-{758DA397-7067-4E3F-8A04-B95059E46E4A}" dt="2021-02-04T17:25:12.273" v="404"/>
          <ac:grpSpMkLst>
            <pc:docMk/>
            <pc:sldMk cId="1044959118" sldId="282"/>
            <ac:grpSpMk id="88" creationId="{9C93E6D7-B7F6-41B2-84D8-3B2BF1BB6E9E}"/>
          </ac:grpSpMkLst>
        </pc:grpChg>
        <pc:grpChg chg="add del mod">
          <ac:chgData name="Vanessa Hellebuyck" userId="f5b0253cc042002a" providerId="Windows Live" clId="Web-{758DA397-7067-4E3F-8A04-B95059E46E4A}" dt="2021-02-04T17:30:23.575" v="470"/>
          <ac:grpSpMkLst>
            <pc:docMk/>
            <pc:sldMk cId="1044959118" sldId="282"/>
            <ac:grpSpMk id="97" creationId="{C2967974-F5D8-4A4A-8109-328954FDD88A}"/>
          </ac:grpSpMkLst>
        </pc:grpChg>
        <pc:grpChg chg="add del mod">
          <ac:chgData name="Vanessa Hellebuyck" userId="f5b0253cc042002a" providerId="Windows Live" clId="Web-{758DA397-7067-4E3F-8A04-B95059E46E4A}" dt="2021-02-04T17:31:19.653" v="484"/>
          <ac:grpSpMkLst>
            <pc:docMk/>
            <pc:sldMk cId="1044959118" sldId="282"/>
            <ac:grpSpMk id="105" creationId="{E3D95D0F-D436-4503-938C-3C96DBC973BE}"/>
          </ac:grpSpMkLst>
        </pc:grpChg>
        <pc:grpChg chg="add del">
          <ac:chgData name="Vanessa Hellebuyck" userId="f5b0253cc042002a" providerId="Windows Live" clId="Web-{758DA397-7067-4E3F-8A04-B95059E46E4A}" dt="2021-02-04T17:33:48.531" v="534"/>
          <ac:grpSpMkLst>
            <pc:docMk/>
            <pc:sldMk cId="1044959118" sldId="282"/>
            <ac:grpSpMk id="116" creationId="{A02D957D-1106-4EEA-BA52-1BC1C47F6F7E}"/>
          </ac:grpSpMkLst>
        </pc:grpChg>
        <pc:grpChg chg="add del">
          <ac:chgData name="Vanessa Hellebuyck" userId="f5b0253cc042002a" providerId="Windows Live" clId="Web-{758DA397-7067-4E3F-8A04-B95059E46E4A}" dt="2021-02-04T17:34:20.125" v="550"/>
          <ac:grpSpMkLst>
            <pc:docMk/>
            <pc:sldMk cId="1044959118" sldId="282"/>
            <ac:grpSpMk id="122" creationId="{563EC0AC-6721-45A6-957C-ABFD3C9A65A3}"/>
          </ac:grpSpMkLst>
        </pc:grpChg>
        <pc:grpChg chg="add mod">
          <ac:chgData name="Vanessa Hellebuyck" userId="f5b0253cc042002a" providerId="Windows Live" clId="Web-{758DA397-7067-4E3F-8A04-B95059E46E4A}" dt="2021-02-04T17:39:26.535" v="609" actId="1076"/>
          <ac:grpSpMkLst>
            <pc:docMk/>
            <pc:sldMk cId="1044959118" sldId="282"/>
            <ac:grpSpMk id="128" creationId="{02FEF5CA-53B3-47FC-9ED8-960F185ECC26}"/>
          </ac:grpSpMkLst>
        </pc:grpChg>
        <pc:grpChg chg="add mod">
          <ac:chgData name="Vanessa Hellebuyck" userId="f5b0253cc042002a" providerId="Windows Live" clId="Web-{758DA397-7067-4E3F-8A04-B95059E46E4A}" dt="2021-02-04T17:39:26.520" v="608" actId="1076"/>
          <ac:grpSpMkLst>
            <pc:docMk/>
            <pc:sldMk cId="1044959118" sldId="282"/>
            <ac:grpSpMk id="129" creationId="{51AF2DEE-DAE2-4DC7-B628-92FA5B275E0A}"/>
          </ac:grpSpMkLst>
        </pc:grpChg>
        <pc:picChg chg="add mod">
          <ac:chgData name="Vanessa Hellebuyck" userId="f5b0253cc042002a" providerId="Windows Live" clId="Web-{758DA397-7067-4E3F-8A04-B95059E46E4A}" dt="2021-02-04T17:23:38.866" v="392" actId="1076"/>
          <ac:picMkLst>
            <pc:docMk/>
            <pc:sldMk cId="1044959118" sldId="282"/>
            <ac:picMk id="3" creationId="{9B48804B-5775-4B07-B20C-9B212EF520AE}"/>
          </ac:picMkLst>
        </pc:picChg>
        <pc:picChg chg="add del mod">
          <ac:chgData name="Vanessa Hellebuyck" userId="f5b0253cc042002a" providerId="Windows Live" clId="Web-{758DA397-7067-4E3F-8A04-B95059E46E4A}" dt="2021-02-04T17:27:38.338" v="434"/>
          <ac:picMkLst>
            <pc:docMk/>
            <pc:sldMk cId="1044959118" sldId="282"/>
            <ac:picMk id="15" creationId="{4C823173-ECAE-48BE-BA77-4FAD44C2EFDB}"/>
          </ac:picMkLst>
        </pc:picChg>
        <pc:picChg chg="add del mod">
          <ac:chgData name="Vanessa Hellebuyck" userId="f5b0253cc042002a" providerId="Windows Live" clId="Web-{758DA397-7067-4E3F-8A04-B95059E46E4A}" dt="2021-02-04T17:28:06.369" v="440"/>
          <ac:picMkLst>
            <pc:docMk/>
            <pc:sldMk cId="1044959118" sldId="282"/>
            <ac:picMk id="21" creationId="{7C277301-BB8B-4E38-B6BC-7BDC6002918F}"/>
          </ac:picMkLst>
        </pc:picChg>
        <pc:picChg chg="add del mod">
          <ac:chgData name="Vanessa Hellebuyck" userId="f5b0253cc042002a" providerId="Windows Live" clId="Web-{758DA397-7067-4E3F-8A04-B95059E46E4A}" dt="2021-02-04T17:32:36.826" v="510"/>
          <ac:picMkLst>
            <pc:docMk/>
            <pc:sldMk cId="1044959118" sldId="282"/>
            <ac:picMk id="24" creationId="{E5CEE1D3-CF70-4011-BA6A-EDAE36E4A3AC}"/>
          </ac:picMkLst>
        </pc:picChg>
        <pc:picChg chg="mod">
          <ac:chgData name="Vanessa Hellebuyck" userId="f5b0253cc042002a" providerId="Windows Live" clId="Web-{758DA397-7067-4E3F-8A04-B95059E46E4A}" dt="2021-02-04T17:22:45.005" v="389" actId="1076"/>
          <ac:picMkLst>
            <pc:docMk/>
            <pc:sldMk cId="1044959118" sldId="282"/>
            <ac:picMk id="73" creationId="{466EBEAA-8570-41F4-94C0-E5CCC40B5D8B}"/>
          </ac:picMkLst>
        </pc:picChg>
        <pc:picChg chg="mod">
          <ac:chgData name="Vanessa Hellebuyck" userId="f5b0253cc042002a" providerId="Windows Live" clId="Web-{758DA397-7067-4E3F-8A04-B95059E46E4A}" dt="2021-02-04T17:34:42.563" v="556" actId="1076"/>
          <ac:picMkLst>
            <pc:docMk/>
            <pc:sldMk cId="1044959118" sldId="282"/>
            <ac:picMk id="74" creationId="{C41F69E7-C8EA-4D18-B724-6119972B04C0}"/>
          </ac:picMkLst>
        </pc:picChg>
        <pc:picChg chg="mod">
          <ac:chgData name="Vanessa Hellebuyck" userId="f5b0253cc042002a" providerId="Windows Live" clId="Web-{758DA397-7067-4E3F-8A04-B95059E46E4A}" dt="2021-02-04T17:22:18.989" v="380" actId="1076"/>
          <ac:picMkLst>
            <pc:docMk/>
            <pc:sldMk cId="1044959118" sldId="282"/>
            <ac:picMk id="75" creationId="{372EF17A-F2C8-47C7-82CA-D1E582B75619}"/>
          </ac:picMkLst>
        </pc:picChg>
        <pc:picChg chg="add mod">
          <ac:chgData name="Vanessa Hellebuyck" userId="f5b0253cc042002a" providerId="Windows Live" clId="Web-{758DA397-7067-4E3F-8A04-B95059E46E4A}" dt="2021-02-04T17:23:38.881" v="393" actId="1076"/>
          <ac:picMkLst>
            <pc:docMk/>
            <pc:sldMk cId="1044959118" sldId="282"/>
            <ac:picMk id="77" creationId="{DA29FBA9-A53A-4008-B0DE-67E4053CFF80}"/>
          </ac:picMkLst>
        </pc:picChg>
        <pc:picChg chg="add mod">
          <ac:chgData name="Vanessa Hellebuyck" userId="f5b0253cc042002a" providerId="Windows Live" clId="Web-{758DA397-7067-4E3F-8A04-B95059E46E4A}" dt="2021-02-04T17:23:38.881" v="394" actId="1076"/>
          <ac:picMkLst>
            <pc:docMk/>
            <pc:sldMk cId="1044959118" sldId="282"/>
            <ac:picMk id="78" creationId="{ED63C359-5FA7-44D0-8880-AB86E28F572B}"/>
          </ac:picMkLst>
        </pc:picChg>
        <pc:picChg chg="mod topLvl">
          <ac:chgData name="Vanessa Hellebuyck" userId="f5b0253cc042002a" providerId="Windows Live" clId="Web-{758DA397-7067-4E3F-8A04-B95059E46E4A}" dt="2021-02-04T17:38:08.566" v="591" actId="1076"/>
          <ac:picMkLst>
            <pc:docMk/>
            <pc:sldMk cId="1044959118" sldId="282"/>
            <ac:picMk id="80" creationId="{686CC20F-DD89-42FE-8929-A0147C32472F}"/>
          </ac:picMkLst>
        </pc:picChg>
        <pc:picChg chg="mod topLvl">
          <ac:chgData name="Vanessa Hellebuyck" userId="f5b0253cc042002a" providerId="Windows Live" clId="Web-{758DA397-7067-4E3F-8A04-B95059E46E4A}" dt="2021-02-04T17:38:24.316" v="597" actId="1076"/>
          <ac:picMkLst>
            <pc:docMk/>
            <pc:sldMk cId="1044959118" sldId="282"/>
            <ac:picMk id="81" creationId="{15708372-6AE7-4213-8498-B0595EB1F946}"/>
          </ac:picMkLst>
        </pc:picChg>
        <pc:picChg chg="mod topLvl">
          <ac:chgData name="Vanessa Hellebuyck" userId="f5b0253cc042002a" providerId="Windows Live" clId="Web-{758DA397-7067-4E3F-8A04-B95059E46E4A}" dt="2021-02-04T17:38:17.316" v="594" actId="1076"/>
          <ac:picMkLst>
            <pc:docMk/>
            <pc:sldMk cId="1044959118" sldId="282"/>
            <ac:picMk id="82" creationId="{60B45853-B34E-4719-BFCB-A0967DAB8F0A}"/>
          </ac:picMkLst>
        </pc:picChg>
        <pc:picChg chg="mod topLvl">
          <ac:chgData name="Vanessa Hellebuyck" userId="f5b0253cc042002a" providerId="Windows Live" clId="Web-{758DA397-7067-4E3F-8A04-B95059E46E4A}" dt="2021-02-04T17:36:44.283" v="569" actId="1076"/>
          <ac:picMkLst>
            <pc:docMk/>
            <pc:sldMk cId="1044959118" sldId="282"/>
            <ac:picMk id="83" creationId="{C644B328-6987-4BF4-A820-83007C96A05F}"/>
          </ac:picMkLst>
        </pc:picChg>
        <pc:picChg chg="add del mod">
          <ac:chgData name="Vanessa Hellebuyck" userId="f5b0253cc042002a" providerId="Windows Live" clId="Web-{758DA397-7067-4E3F-8A04-B95059E46E4A}" dt="2021-02-04T17:37:41.315" v="586"/>
          <ac:picMkLst>
            <pc:docMk/>
            <pc:sldMk cId="1044959118" sldId="282"/>
            <ac:picMk id="93" creationId="{BA753BFF-B367-439D-8DD4-4400BA095132}"/>
          </ac:picMkLst>
        </pc:picChg>
        <pc:picChg chg="add del mod">
          <ac:chgData name="Vanessa Hellebuyck" userId="f5b0253cc042002a" providerId="Windows Live" clId="Web-{758DA397-7067-4E3F-8A04-B95059E46E4A}" dt="2021-02-04T17:34:12.484" v="548"/>
          <ac:picMkLst>
            <pc:docMk/>
            <pc:sldMk cId="1044959118" sldId="282"/>
            <ac:picMk id="95" creationId="{CA10BB74-6501-43CF-BA90-4DB19CF0557B}"/>
          </ac:picMkLst>
        </pc:picChg>
        <pc:picChg chg="add mod">
          <ac:chgData name="Vanessa Hellebuyck" userId="f5b0253cc042002a" providerId="Windows Live" clId="Web-{758DA397-7067-4E3F-8A04-B95059E46E4A}" dt="2021-02-04T17:36:39.142" v="568" actId="1076"/>
          <ac:picMkLst>
            <pc:docMk/>
            <pc:sldMk cId="1044959118" sldId="282"/>
            <ac:picMk id="96" creationId="{0378D587-8C6C-4819-9D4C-49158B208853}"/>
          </ac:picMkLst>
        </pc:picChg>
        <pc:picChg chg="mod topLvl">
          <ac:chgData name="Vanessa Hellebuyck" userId="f5b0253cc042002a" providerId="Windows Live" clId="Web-{758DA397-7067-4E3F-8A04-B95059E46E4A}" dt="2021-02-04T17:30:23.575" v="470"/>
          <ac:picMkLst>
            <pc:docMk/>
            <pc:sldMk cId="1044959118" sldId="282"/>
            <ac:picMk id="98" creationId="{BFEA3D7B-3208-4ABE-BE73-A4DC107599CC}"/>
          </ac:picMkLst>
        </pc:picChg>
        <pc:picChg chg="mod topLvl">
          <ac:chgData name="Vanessa Hellebuyck" userId="f5b0253cc042002a" providerId="Windows Live" clId="Web-{758DA397-7067-4E3F-8A04-B95059E46E4A}" dt="2021-02-04T17:30:23.575" v="470"/>
          <ac:picMkLst>
            <pc:docMk/>
            <pc:sldMk cId="1044959118" sldId="282"/>
            <ac:picMk id="99" creationId="{6C96FCC1-A9CF-4138-8061-55FC4C1795AC}"/>
          </ac:picMkLst>
        </pc:picChg>
        <pc:picChg chg="mod topLvl">
          <ac:chgData name="Vanessa Hellebuyck" userId="f5b0253cc042002a" providerId="Windows Live" clId="Web-{758DA397-7067-4E3F-8A04-B95059E46E4A}" dt="2021-02-04T17:30:23.575" v="470"/>
          <ac:picMkLst>
            <pc:docMk/>
            <pc:sldMk cId="1044959118" sldId="282"/>
            <ac:picMk id="100" creationId="{B002D037-CC3F-4BFD-8605-918049AE02DA}"/>
          </ac:picMkLst>
        </pc:picChg>
        <pc:picChg chg="del topLvl">
          <ac:chgData name="Vanessa Hellebuyck" userId="f5b0253cc042002a" providerId="Windows Live" clId="Web-{758DA397-7067-4E3F-8A04-B95059E46E4A}" dt="2021-02-04T17:30:25.450" v="471"/>
          <ac:picMkLst>
            <pc:docMk/>
            <pc:sldMk cId="1044959118" sldId="282"/>
            <ac:picMk id="101" creationId="{3D650E89-701D-4485-B842-4AF6BB236FF4}"/>
          </ac:picMkLst>
        </pc:picChg>
        <pc:picChg chg="add del mod">
          <ac:chgData name="Vanessa Hellebuyck" userId="f5b0253cc042002a" providerId="Windows Live" clId="Web-{758DA397-7067-4E3F-8A04-B95059E46E4A}" dt="2021-02-04T17:32:35.358" v="508"/>
          <ac:picMkLst>
            <pc:docMk/>
            <pc:sldMk cId="1044959118" sldId="282"/>
            <ac:picMk id="102" creationId="{FFAD8FC9-248A-44A0-ABBE-A02B9C1AAA45}"/>
          </ac:picMkLst>
        </pc:picChg>
        <pc:picChg chg="add del">
          <ac:chgData name="Vanessa Hellebuyck" userId="f5b0253cc042002a" providerId="Windows Live" clId="Web-{758DA397-7067-4E3F-8A04-B95059E46E4A}" dt="2021-02-04T17:30:58.044" v="477"/>
          <ac:picMkLst>
            <pc:docMk/>
            <pc:sldMk cId="1044959118" sldId="282"/>
            <ac:picMk id="103" creationId="{313CDB6B-0AEB-4EB5-B829-E8567EEF0138}"/>
          </ac:picMkLst>
        </pc:picChg>
        <pc:picChg chg="add del mod">
          <ac:chgData name="Vanessa Hellebuyck" userId="f5b0253cc042002a" providerId="Windows Live" clId="Web-{758DA397-7067-4E3F-8A04-B95059E46E4A}" dt="2021-02-04T17:32:39.342" v="514"/>
          <ac:picMkLst>
            <pc:docMk/>
            <pc:sldMk cId="1044959118" sldId="282"/>
            <ac:picMk id="104" creationId="{0A7A63D7-995D-410F-96A3-63B89814C655}"/>
          </ac:picMkLst>
        </pc:picChg>
        <pc:picChg chg="del topLvl">
          <ac:chgData name="Vanessa Hellebuyck" userId="f5b0253cc042002a" providerId="Windows Live" clId="Web-{758DA397-7067-4E3F-8A04-B95059E46E4A}" dt="2021-02-04T17:31:21.575" v="485"/>
          <ac:picMkLst>
            <pc:docMk/>
            <pc:sldMk cId="1044959118" sldId="282"/>
            <ac:picMk id="106" creationId="{BD0C2DDE-3434-4F67-860A-6EC6CEB40823}"/>
          </ac:picMkLst>
        </pc:picChg>
        <pc:picChg chg="del mod topLvl">
          <ac:chgData name="Vanessa Hellebuyck" userId="f5b0253cc042002a" providerId="Windows Live" clId="Web-{758DA397-7067-4E3F-8A04-B95059E46E4A}" dt="2021-02-04T17:32:37.264" v="511"/>
          <ac:picMkLst>
            <pc:docMk/>
            <pc:sldMk cId="1044959118" sldId="282"/>
            <ac:picMk id="107" creationId="{271E4E5C-E0A1-428D-A44D-A72AB528195E}"/>
          </ac:picMkLst>
        </pc:picChg>
        <pc:picChg chg="del mod topLvl">
          <ac:chgData name="Vanessa Hellebuyck" userId="f5b0253cc042002a" providerId="Windows Live" clId="Web-{758DA397-7067-4E3F-8A04-B95059E46E4A}" dt="2021-02-04T17:32:36.170" v="509"/>
          <ac:picMkLst>
            <pc:docMk/>
            <pc:sldMk cId="1044959118" sldId="282"/>
            <ac:picMk id="108" creationId="{08DD8EFB-6491-4C60-AED7-0F6B8AE89011}"/>
          </ac:picMkLst>
        </pc:picChg>
        <pc:picChg chg="add del mod">
          <ac:chgData name="Vanessa Hellebuyck" userId="f5b0253cc042002a" providerId="Windows Live" clId="Web-{758DA397-7067-4E3F-8A04-B95059E46E4A}" dt="2021-02-04T17:32:38.576" v="513"/>
          <ac:picMkLst>
            <pc:docMk/>
            <pc:sldMk cId="1044959118" sldId="282"/>
            <ac:picMk id="109" creationId="{A3BB957A-4D37-471E-B2E9-3C68694EECD9}"/>
          </ac:picMkLst>
        </pc:picChg>
        <pc:picChg chg="add del mod">
          <ac:chgData name="Vanessa Hellebuyck" userId="f5b0253cc042002a" providerId="Windows Live" clId="Web-{758DA397-7067-4E3F-8A04-B95059E46E4A}" dt="2021-02-04T17:32:37.998" v="512"/>
          <ac:picMkLst>
            <pc:docMk/>
            <pc:sldMk cId="1044959118" sldId="282"/>
            <ac:picMk id="111" creationId="{275F0118-6DC4-41A8-927D-1E0E81A24D30}"/>
          </ac:picMkLst>
        </pc:picChg>
        <pc:picChg chg="add mod">
          <ac:chgData name="Vanessa Hellebuyck" userId="f5b0253cc042002a" providerId="Windows Live" clId="Web-{758DA397-7067-4E3F-8A04-B95059E46E4A}" dt="2021-02-04T17:38:21.628" v="596" actId="1076"/>
          <ac:picMkLst>
            <pc:docMk/>
            <pc:sldMk cId="1044959118" sldId="282"/>
            <ac:picMk id="112" creationId="{2EC68EF7-FC2B-4F09-AC4A-E560C51E641C}"/>
          </ac:picMkLst>
        </pc:picChg>
        <pc:picChg chg="add mod">
          <ac:chgData name="Vanessa Hellebuyck" userId="f5b0253cc042002a" providerId="Windows Live" clId="Web-{758DA397-7067-4E3F-8A04-B95059E46E4A}" dt="2021-02-04T17:39:07.926" v="605" actId="1076"/>
          <ac:picMkLst>
            <pc:docMk/>
            <pc:sldMk cId="1044959118" sldId="282"/>
            <ac:picMk id="113" creationId="{66B96C00-7A83-4AFC-88C6-362ECEF3B562}"/>
          </ac:picMkLst>
        </pc:picChg>
        <pc:picChg chg="add mod">
          <ac:chgData name="Vanessa Hellebuyck" userId="f5b0253cc042002a" providerId="Windows Live" clId="Web-{758DA397-7067-4E3F-8A04-B95059E46E4A}" dt="2021-02-04T17:38:06.675" v="590" actId="1076"/>
          <ac:picMkLst>
            <pc:docMk/>
            <pc:sldMk cId="1044959118" sldId="282"/>
            <ac:picMk id="114" creationId="{FFE93DD8-87D7-427F-A042-8AAD64593988}"/>
          </ac:picMkLst>
        </pc:picChg>
        <pc:picChg chg="add mod">
          <ac:chgData name="Vanessa Hellebuyck" userId="f5b0253cc042002a" providerId="Windows Live" clId="Web-{758DA397-7067-4E3F-8A04-B95059E46E4A}" dt="2021-02-04T17:38:15.628" v="593" actId="1076"/>
          <ac:picMkLst>
            <pc:docMk/>
            <pc:sldMk cId="1044959118" sldId="282"/>
            <ac:picMk id="115" creationId="{30F4C3CE-734C-402F-8D39-2EEEE4A888B3}"/>
          </ac:picMkLst>
        </pc:picChg>
        <pc:picChg chg="add mod">
          <ac:chgData name="Vanessa Hellebuyck" userId="f5b0253cc042002a" providerId="Windows Live" clId="Web-{758DA397-7067-4E3F-8A04-B95059E46E4A}" dt="2021-02-04T17:38:13.941" v="592" actId="1076"/>
          <ac:picMkLst>
            <pc:docMk/>
            <pc:sldMk cId="1044959118" sldId="282"/>
            <ac:picMk id="121" creationId="{CF50DE59-2ABF-4A5D-A709-4EECBF5FFADD}"/>
          </ac:picMkLst>
        </pc:picChg>
        <pc:picChg chg="add mod">
          <ac:chgData name="Vanessa Hellebuyck" userId="f5b0253cc042002a" providerId="Windows Live" clId="Web-{758DA397-7067-4E3F-8A04-B95059E46E4A}" dt="2021-02-04T17:38:03.222" v="589" actId="1076"/>
          <ac:picMkLst>
            <pc:docMk/>
            <pc:sldMk cId="1044959118" sldId="282"/>
            <ac:picMk id="126" creationId="{60C1A57F-C9BC-4F66-9AD8-2F3AF214C709}"/>
          </ac:picMkLst>
        </pc:picChg>
        <pc:picChg chg="add mod">
          <ac:chgData name="Vanessa Hellebuyck" userId="f5b0253cc042002a" providerId="Windows Live" clId="Web-{758DA397-7067-4E3F-8A04-B95059E46E4A}" dt="2021-02-04T17:36:35.689" v="567" actId="1076"/>
          <ac:picMkLst>
            <pc:docMk/>
            <pc:sldMk cId="1044959118" sldId="282"/>
            <ac:picMk id="127" creationId="{FB3802F4-02F3-4E67-B6FA-5F5C17B4D54E}"/>
          </ac:picMkLst>
        </pc:picChg>
      </pc:sldChg>
      <pc:sldChg chg="modSp">
        <pc:chgData name="Vanessa Hellebuyck" userId="f5b0253cc042002a" providerId="Windows Live" clId="Web-{758DA397-7067-4E3F-8A04-B95059E46E4A}" dt="2021-02-04T17:21:02.582" v="368" actId="20577"/>
        <pc:sldMkLst>
          <pc:docMk/>
          <pc:sldMk cId="800187540" sldId="293"/>
        </pc:sldMkLst>
        <pc:spChg chg="mod">
          <ac:chgData name="Vanessa Hellebuyck" userId="f5b0253cc042002a" providerId="Windows Live" clId="Web-{758DA397-7067-4E3F-8A04-B95059E46E4A}" dt="2021-02-04T17:16:43.875" v="110" actId="14100"/>
          <ac:spMkLst>
            <pc:docMk/>
            <pc:sldMk cId="800187540" sldId="293"/>
            <ac:spMk id="28" creationId="{D59997E0-6E65-4DE0-B057-FFC496ABA67F}"/>
          </ac:spMkLst>
        </pc:spChg>
        <pc:spChg chg="mod">
          <ac:chgData name="Vanessa Hellebuyck" userId="f5b0253cc042002a" providerId="Windows Live" clId="Web-{758DA397-7067-4E3F-8A04-B95059E46E4A}" dt="2021-02-04T17:17:50.111" v="133" actId="20577"/>
          <ac:spMkLst>
            <pc:docMk/>
            <pc:sldMk cId="800187540" sldId="293"/>
            <ac:spMk id="29" creationId="{64BF60A8-5968-4E20-AE2A-723DB31AAEA6}"/>
          </ac:spMkLst>
        </pc:spChg>
        <pc:spChg chg="mod">
          <ac:chgData name="Vanessa Hellebuyck" userId="f5b0253cc042002a" providerId="Windows Live" clId="Web-{758DA397-7067-4E3F-8A04-B95059E46E4A}" dt="2021-02-04T17:18:20.861" v="150" actId="20577"/>
          <ac:spMkLst>
            <pc:docMk/>
            <pc:sldMk cId="800187540" sldId="293"/>
            <ac:spMk id="30" creationId="{A9318A44-8679-45E0-9FCF-4347C3C4B5B1}"/>
          </ac:spMkLst>
        </pc:spChg>
        <pc:spChg chg="mod">
          <ac:chgData name="Vanessa Hellebuyck" userId="f5b0253cc042002a" providerId="Windows Live" clId="Web-{758DA397-7067-4E3F-8A04-B95059E46E4A}" dt="2021-02-04T17:21:02.582" v="368" actId="20577"/>
          <ac:spMkLst>
            <pc:docMk/>
            <pc:sldMk cId="800187540" sldId="293"/>
            <ac:spMk id="31" creationId="{1D4FBE0F-C26C-45EB-AF03-FA22B40520DD}"/>
          </ac:spMkLst>
        </pc:spChg>
      </pc:sldChg>
      <pc:sldChg chg="modSp">
        <pc:chgData name="Vanessa Hellebuyck" userId="f5b0253cc042002a" providerId="Windows Live" clId="Web-{758DA397-7067-4E3F-8A04-B95059E46E4A}" dt="2021-02-04T17:46:02.479" v="741" actId="20577"/>
        <pc:sldMkLst>
          <pc:docMk/>
          <pc:sldMk cId="1901668735" sldId="312"/>
        </pc:sldMkLst>
        <pc:spChg chg="mod">
          <ac:chgData name="Vanessa Hellebuyck" userId="f5b0253cc042002a" providerId="Windows Live" clId="Web-{758DA397-7067-4E3F-8A04-B95059E46E4A}" dt="2021-02-04T17:46:02.479" v="741" actId="20577"/>
          <ac:spMkLst>
            <pc:docMk/>
            <pc:sldMk cId="1901668735" sldId="312"/>
            <ac:spMk id="3" creationId="{65BE6719-5378-44FD-BCF1-753FB2105116}"/>
          </ac:spMkLst>
        </pc:spChg>
      </pc:sldChg>
      <pc:sldChg chg="modSp">
        <pc:chgData name="Vanessa Hellebuyck" userId="f5b0253cc042002a" providerId="Windows Live" clId="Web-{758DA397-7067-4E3F-8A04-B95059E46E4A}" dt="2021-02-04T17:49:52.138" v="766" actId="20577"/>
        <pc:sldMkLst>
          <pc:docMk/>
          <pc:sldMk cId="2946924615" sldId="316"/>
        </pc:sldMkLst>
        <pc:spChg chg="mod">
          <ac:chgData name="Vanessa Hellebuyck" userId="f5b0253cc042002a" providerId="Windows Live" clId="Web-{758DA397-7067-4E3F-8A04-B95059E46E4A}" dt="2021-02-04T17:49:52.138" v="766" actId="20577"/>
          <ac:spMkLst>
            <pc:docMk/>
            <pc:sldMk cId="2946924615" sldId="316"/>
            <ac:spMk id="3" creationId="{D9CBE7A0-CEA8-49C7-B1F5-66B646299B3A}"/>
          </ac:spMkLst>
        </pc:spChg>
        <pc:spChg chg="mod">
          <ac:chgData name="Vanessa Hellebuyck" userId="f5b0253cc042002a" providerId="Windows Live" clId="Web-{758DA397-7067-4E3F-8A04-B95059E46E4A}" dt="2021-02-04T17:49:52.138" v="766" actId="20577"/>
          <ac:spMkLst>
            <pc:docMk/>
            <pc:sldMk cId="2946924615" sldId="316"/>
            <ac:spMk id="6" creationId="{FC095321-BAD2-4D1A-B0BD-058E76C10D14}"/>
          </ac:spMkLst>
        </pc:spChg>
        <pc:spChg chg="mod">
          <ac:chgData name="Vanessa Hellebuyck" userId="f5b0253cc042002a" providerId="Windows Live" clId="Web-{758DA397-7067-4E3F-8A04-B95059E46E4A}" dt="2021-02-04T17:44:50.228" v="728" actId="20577"/>
          <ac:spMkLst>
            <pc:docMk/>
            <pc:sldMk cId="2946924615" sldId="316"/>
            <ac:spMk id="12" creationId="{E7CEB07A-07AC-4722-9208-DB1C2B669E8A}"/>
          </ac:spMkLst>
        </pc:spChg>
      </pc:sldChg>
    </pc:docChg>
  </pc:docChgLst>
  <pc:docChgLst>
    <pc:chgData name="Vanessa Hellebuyck" userId="f5b0253cc042002a" providerId="Windows Live" clId="Web-{3646C76F-3729-4755-9C55-05730D1E9940}"/>
    <pc:docChg chg="addSld modSld">
      <pc:chgData name="Vanessa Hellebuyck" userId="f5b0253cc042002a" providerId="Windows Live" clId="Web-{3646C76F-3729-4755-9C55-05730D1E9940}" dt="2021-02-03T00:21:33.773" v="7383"/>
      <pc:docMkLst>
        <pc:docMk/>
      </pc:docMkLst>
      <pc:sldChg chg="modSp">
        <pc:chgData name="Vanessa Hellebuyck" userId="f5b0253cc042002a" providerId="Windows Live" clId="Web-{3646C76F-3729-4755-9C55-05730D1E9940}" dt="2021-02-02T14:07:51.671" v="56" actId="20577"/>
        <pc:sldMkLst>
          <pc:docMk/>
          <pc:sldMk cId="1110547012" sldId="257"/>
        </pc:sldMkLst>
        <pc:spChg chg="mod">
          <ac:chgData name="Vanessa Hellebuyck" userId="f5b0253cc042002a" providerId="Windows Live" clId="Web-{3646C76F-3729-4755-9C55-05730D1E9940}" dt="2021-02-02T14:07:51.671" v="56" actId="20577"/>
          <ac:spMkLst>
            <pc:docMk/>
            <pc:sldMk cId="1110547012" sldId="257"/>
            <ac:spMk id="3" creationId="{671A386B-1758-4861-A334-D858037EF2B3}"/>
          </ac:spMkLst>
        </pc:spChg>
      </pc:sldChg>
      <pc:sldChg chg="modSp">
        <pc:chgData name="Vanessa Hellebuyck" userId="f5b0253cc042002a" providerId="Windows Live" clId="Web-{3646C76F-3729-4755-9C55-05730D1E9940}" dt="2021-02-02T14:11:40.222" v="181"/>
        <pc:sldMkLst>
          <pc:docMk/>
          <pc:sldMk cId="3661281873" sldId="258"/>
        </pc:sldMkLst>
        <pc:graphicFrameChg chg="mod modGraphic">
          <ac:chgData name="Vanessa Hellebuyck" userId="f5b0253cc042002a" providerId="Windows Live" clId="Web-{3646C76F-3729-4755-9C55-05730D1E9940}" dt="2021-02-02T14:11:40.222" v="181"/>
          <ac:graphicFrameMkLst>
            <pc:docMk/>
            <pc:sldMk cId="3661281873" sldId="258"/>
            <ac:graphicFrameMk id="4" creationId="{3CF8BB38-110E-4009-BF71-53E3862517DD}"/>
          </ac:graphicFrameMkLst>
        </pc:graphicFrameChg>
      </pc:sldChg>
      <pc:sldChg chg="modSp">
        <pc:chgData name="Vanessa Hellebuyck" userId="f5b0253cc042002a" providerId="Windows Live" clId="Web-{3646C76F-3729-4755-9C55-05730D1E9940}" dt="2021-02-02T21:57:55.455" v="4636" actId="20577"/>
        <pc:sldMkLst>
          <pc:docMk/>
          <pc:sldMk cId="2253548315" sldId="259"/>
        </pc:sldMkLst>
        <pc:spChg chg="mod">
          <ac:chgData name="Vanessa Hellebuyck" userId="f5b0253cc042002a" providerId="Windows Live" clId="Web-{3646C76F-3729-4755-9C55-05730D1E9940}" dt="2021-02-02T21:39:45.418" v="4411" actId="20577"/>
          <ac:spMkLst>
            <pc:docMk/>
            <pc:sldMk cId="2253548315" sldId="259"/>
            <ac:spMk id="2" creationId="{7852DF05-0C37-45AD-814E-986310864039}"/>
          </ac:spMkLst>
        </pc:spChg>
        <pc:spChg chg="mod">
          <ac:chgData name="Vanessa Hellebuyck" userId="f5b0253cc042002a" providerId="Windows Live" clId="Web-{3646C76F-3729-4755-9C55-05730D1E9940}" dt="2021-02-02T21:55:05.686" v="4606" actId="20577"/>
          <ac:spMkLst>
            <pc:docMk/>
            <pc:sldMk cId="2253548315" sldId="259"/>
            <ac:spMk id="4" creationId="{29A624E3-FEFF-4B6F-A9A8-4984FAAB2624}"/>
          </ac:spMkLst>
        </pc:spChg>
        <pc:spChg chg="mod">
          <ac:chgData name="Vanessa Hellebuyck" userId="f5b0253cc042002a" providerId="Windows Live" clId="Web-{3646C76F-3729-4755-9C55-05730D1E9940}" dt="2021-02-02T21:41:22.966" v="4435" actId="20577"/>
          <ac:spMkLst>
            <pc:docMk/>
            <pc:sldMk cId="2253548315" sldId="259"/>
            <ac:spMk id="5" creationId="{F583E3B5-2E5D-4437-B787-A4BF45224103}"/>
          </ac:spMkLst>
        </pc:spChg>
        <pc:spChg chg="mod">
          <ac:chgData name="Vanessa Hellebuyck" userId="f5b0253cc042002a" providerId="Windows Live" clId="Web-{3646C76F-3729-4755-9C55-05730D1E9940}" dt="2021-02-02T21:57:55.455" v="4636" actId="20577"/>
          <ac:spMkLst>
            <pc:docMk/>
            <pc:sldMk cId="2253548315" sldId="259"/>
            <ac:spMk id="6" creationId="{56CCB020-31AA-4C1B-94D6-19CD3E8EAA56}"/>
          </ac:spMkLst>
        </pc:spChg>
        <pc:spChg chg="mod">
          <ac:chgData name="Vanessa Hellebuyck" userId="f5b0253cc042002a" providerId="Windows Live" clId="Web-{3646C76F-3729-4755-9C55-05730D1E9940}" dt="2021-02-02T19:07:49.532" v="3070"/>
          <ac:spMkLst>
            <pc:docMk/>
            <pc:sldMk cId="2253548315" sldId="259"/>
            <ac:spMk id="7" creationId="{44C32351-B33E-42C8-AC5F-A687F8B70056}"/>
          </ac:spMkLst>
        </pc:spChg>
        <pc:spChg chg="mod">
          <ac:chgData name="Vanessa Hellebuyck" userId="f5b0253cc042002a" providerId="Windows Live" clId="Web-{3646C76F-3729-4755-9C55-05730D1E9940}" dt="2021-02-02T21:42:18.983" v="4440" actId="20577"/>
          <ac:spMkLst>
            <pc:docMk/>
            <pc:sldMk cId="2253548315" sldId="259"/>
            <ac:spMk id="8" creationId="{3D0FD79A-6528-42DC-9E1E-E3BA89A18E84}"/>
          </ac:spMkLst>
        </pc:spChg>
        <pc:picChg chg="mod">
          <ac:chgData name="Vanessa Hellebuyck" userId="f5b0253cc042002a" providerId="Windows Live" clId="Web-{3646C76F-3729-4755-9C55-05730D1E9940}" dt="2021-02-02T19:05:04.836" v="3054" actId="1076"/>
          <ac:picMkLst>
            <pc:docMk/>
            <pc:sldMk cId="2253548315" sldId="259"/>
            <ac:picMk id="9" creationId="{3AA08A9E-ECE1-483C-B55E-A911CDE129B6}"/>
          </ac:picMkLst>
        </pc:picChg>
        <pc:picChg chg="mod">
          <ac:chgData name="Vanessa Hellebuyck" userId="f5b0253cc042002a" providerId="Windows Live" clId="Web-{3646C76F-3729-4755-9C55-05730D1E9940}" dt="2021-02-02T19:08:19.284" v="3080" actId="1076"/>
          <ac:picMkLst>
            <pc:docMk/>
            <pc:sldMk cId="2253548315" sldId="259"/>
            <ac:picMk id="10" creationId="{62D10BA4-8DF4-4465-A3EC-FA3883E5FF9B}"/>
          </ac:picMkLst>
        </pc:picChg>
        <pc:picChg chg="mod">
          <ac:chgData name="Vanessa Hellebuyck" userId="f5b0253cc042002a" providerId="Windows Live" clId="Web-{3646C76F-3729-4755-9C55-05730D1E9940}" dt="2021-02-02T19:05:21.165" v="3058" actId="1076"/>
          <ac:picMkLst>
            <pc:docMk/>
            <pc:sldMk cId="2253548315" sldId="259"/>
            <ac:picMk id="11" creationId="{3D7B06C7-CBD0-46CD-8164-476C431E822D}"/>
          </ac:picMkLst>
        </pc:picChg>
        <pc:picChg chg="mod">
          <ac:chgData name="Vanessa Hellebuyck" userId="f5b0253cc042002a" providerId="Windows Live" clId="Web-{3646C76F-3729-4755-9C55-05730D1E9940}" dt="2021-02-02T19:08:19.284" v="3079" actId="1076"/>
          <ac:picMkLst>
            <pc:docMk/>
            <pc:sldMk cId="2253548315" sldId="259"/>
            <ac:picMk id="13" creationId="{B433F467-4F29-495B-AEE7-29A4EB8AD4AD}"/>
          </ac:picMkLst>
        </pc:picChg>
      </pc:sldChg>
      <pc:sldChg chg="modSp">
        <pc:chgData name="Vanessa Hellebuyck" userId="f5b0253cc042002a" providerId="Windows Live" clId="Web-{3646C76F-3729-4755-9C55-05730D1E9940}" dt="2021-02-02T15:16:24.421" v="1136" actId="20577"/>
        <pc:sldMkLst>
          <pc:docMk/>
          <pc:sldMk cId="1228217974" sldId="260"/>
        </pc:sldMkLst>
        <pc:spChg chg="mod">
          <ac:chgData name="Vanessa Hellebuyck" userId="f5b0253cc042002a" providerId="Windows Live" clId="Web-{3646C76F-3729-4755-9C55-05730D1E9940}" dt="2021-02-02T15:16:24.421" v="1136" actId="20577"/>
          <ac:spMkLst>
            <pc:docMk/>
            <pc:sldMk cId="1228217974" sldId="260"/>
            <ac:spMk id="2" creationId="{64D29F93-0E52-480D-ADF1-FEE005BA1463}"/>
          </ac:spMkLst>
        </pc:spChg>
        <pc:graphicFrameChg chg="mod modGraphic">
          <ac:chgData name="Vanessa Hellebuyck" userId="f5b0253cc042002a" providerId="Windows Live" clId="Web-{3646C76F-3729-4755-9C55-05730D1E9940}" dt="2021-02-02T14:37:40.152" v="590"/>
          <ac:graphicFrameMkLst>
            <pc:docMk/>
            <pc:sldMk cId="1228217974" sldId="260"/>
            <ac:graphicFrameMk id="4" creationId="{96478186-071F-429F-A43E-A6FF5E5A7FF9}"/>
          </ac:graphicFrameMkLst>
        </pc:graphicFrameChg>
      </pc:sldChg>
      <pc:sldChg chg="modSp">
        <pc:chgData name="Vanessa Hellebuyck" userId="f5b0253cc042002a" providerId="Windows Live" clId="Web-{3646C76F-3729-4755-9C55-05730D1E9940}" dt="2021-02-02T14:54:31.151" v="1003"/>
        <pc:sldMkLst>
          <pc:docMk/>
          <pc:sldMk cId="1268618774" sldId="262"/>
        </pc:sldMkLst>
        <pc:graphicFrameChg chg="mod modGraphic">
          <ac:chgData name="Vanessa Hellebuyck" userId="f5b0253cc042002a" providerId="Windows Live" clId="Web-{3646C76F-3729-4755-9C55-05730D1E9940}" dt="2021-02-02T14:54:31.151" v="1003"/>
          <ac:graphicFrameMkLst>
            <pc:docMk/>
            <pc:sldMk cId="1268618774" sldId="262"/>
            <ac:graphicFrameMk id="4" creationId="{96478186-071F-429F-A43E-A6FF5E5A7FF9}"/>
          </ac:graphicFrameMkLst>
        </pc:graphicFrameChg>
      </pc:sldChg>
      <pc:sldChg chg="modSp">
        <pc:chgData name="Vanessa Hellebuyck" userId="f5b0253cc042002a" providerId="Windows Live" clId="Web-{3646C76F-3729-4755-9C55-05730D1E9940}" dt="2021-02-02T14:45:48.753" v="876" actId="20577"/>
        <pc:sldMkLst>
          <pc:docMk/>
          <pc:sldMk cId="1774973421" sldId="263"/>
        </pc:sldMkLst>
        <pc:spChg chg="mod">
          <ac:chgData name="Vanessa Hellebuyck" userId="f5b0253cc042002a" providerId="Windows Live" clId="Web-{3646C76F-3729-4755-9C55-05730D1E9940}" dt="2021-02-02T14:45:48.753" v="876" actId="20577"/>
          <ac:spMkLst>
            <pc:docMk/>
            <pc:sldMk cId="1774973421" sldId="263"/>
            <ac:spMk id="3" creationId="{34D8CCF4-8F31-4AF2-BDD3-2E23BEB6D711}"/>
          </ac:spMkLst>
        </pc:spChg>
      </pc:sldChg>
      <pc:sldChg chg="addSp delSp modSp">
        <pc:chgData name="Vanessa Hellebuyck" userId="f5b0253cc042002a" providerId="Windows Live" clId="Web-{3646C76F-3729-4755-9C55-05730D1E9940}" dt="2021-02-02T15:30:06.465" v="1402"/>
        <pc:sldMkLst>
          <pc:docMk/>
          <pc:sldMk cId="1957009652" sldId="264"/>
        </pc:sldMkLst>
        <pc:spChg chg="add del mod">
          <ac:chgData name="Vanessa Hellebuyck" userId="f5b0253cc042002a" providerId="Windows Live" clId="Web-{3646C76F-3729-4755-9C55-05730D1E9940}" dt="2021-02-02T15:30:06.465" v="1402"/>
          <ac:spMkLst>
            <pc:docMk/>
            <pc:sldMk cId="1957009652" sldId="264"/>
            <ac:spMk id="4" creationId="{F689A021-28A1-40BB-AC45-BC7E7D75CD2E}"/>
          </ac:spMkLst>
        </pc:spChg>
      </pc:sldChg>
      <pc:sldChg chg="modSp">
        <pc:chgData name="Vanessa Hellebuyck" userId="f5b0253cc042002a" providerId="Windows Live" clId="Web-{3646C76F-3729-4755-9C55-05730D1E9940}" dt="2021-02-02T21:07:09.609" v="3368"/>
        <pc:sldMkLst>
          <pc:docMk/>
          <pc:sldMk cId="2242246890" sldId="265"/>
        </pc:sldMkLst>
        <pc:graphicFrameChg chg="mod modGraphic">
          <ac:chgData name="Vanessa Hellebuyck" userId="f5b0253cc042002a" providerId="Windows Live" clId="Web-{3646C76F-3729-4755-9C55-05730D1E9940}" dt="2021-02-02T21:07:09.609" v="3368"/>
          <ac:graphicFrameMkLst>
            <pc:docMk/>
            <pc:sldMk cId="2242246890" sldId="265"/>
            <ac:graphicFrameMk id="4" creationId="{96478186-071F-429F-A43E-A6FF5E5A7FF9}"/>
          </ac:graphicFrameMkLst>
        </pc:graphicFrameChg>
      </pc:sldChg>
      <pc:sldChg chg="modSp add replId">
        <pc:chgData name="Vanessa Hellebuyck" userId="f5b0253cc042002a" providerId="Windows Live" clId="Web-{3646C76F-3729-4755-9C55-05730D1E9940}" dt="2021-02-02T16:02:12.119" v="2419"/>
        <pc:sldMkLst>
          <pc:docMk/>
          <pc:sldMk cId="3339558828" sldId="266"/>
        </pc:sldMkLst>
        <pc:graphicFrameChg chg="mod modGraphic">
          <ac:chgData name="Vanessa Hellebuyck" userId="f5b0253cc042002a" providerId="Windows Live" clId="Web-{3646C76F-3729-4755-9C55-05730D1E9940}" dt="2021-02-02T16:02:12.119" v="2419"/>
          <ac:graphicFrameMkLst>
            <pc:docMk/>
            <pc:sldMk cId="3339558828" sldId="266"/>
            <ac:graphicFrameMk id="4" creationId="{96478186-071F-429F-A43E-A6FF5E5A7FF9}"/>
          </ac:graphicFrameMkLst>
        </pc:graphicFrameChg>
      </pc:sldChg>
      <pc:sldChg chg="modSp add replId">
        <pc:chgData name="Vanessa Hellebuyck" userId="f5b0253cc042002a" providerId="Windows Live" clId="Web-{3646C76F-3729-4755-9C55-05730D1E9940}" dt="2021-02-02T20:22:58.212" v="3297" actId="20577"/>
        <pc:sldMkLst>
          <pc:docMk/>
          <pc:sldMk cId="3317868876" sldId="267"/>
        </pc:sldMkLst>
        <pc:spChg chg="mod">
          <ac:chgData name="Vanessa Hellebuyck" userId="f5b0253cc042002a" providerId="Windows Live" clId="Web-{3646C76F-3729-4755-9C55-05730D1E9940}" dt="2021-02-02T15:22:34.661" v="1149" actId="20577"/>
          <ac:spMkLst>
            <pc:docMk/>
            <pc:sldMk cId="3317868876" sldId="267"/>
            <ac:spMk id="2" creationId="{358CA6FF-1285-486C-8C3A-18F86831B96E}"/>
          </ac:spMkLst>
        </pc:spChg>
        <pc:spChg chg="mod">
          <ac:chgData name="Vanessa Hellebuyck" userId="f5b0253cc042002a" providerId="Windows Live" clId="Web-{3646C76F-3729-4755-9C55-05730D1E9940}" dt="2021-02-02T20:22:58.212" v="3297" actId="20577"/>
          <ac:spMkLst>
            <pc:docMk/>
            <pc:sldMk cId="3317868876" sldId="267"/>
            <ac:spMk id="5" creationId="{C3963C02-094D-4AF1-A114-237A078FD243}"/>
          </ac:spMkLst>
        </pc:spChg>
      </pc:sldChg>
      <pc:sldChg chg="modSp">
        <pc:chgData name="Vanessa Hellebuyck" userId="f5b0253cc042002a" providerId="Windows Live" clId="Web-{3646C76F-3729-4755-9C55-05730D1E9940}" dt="2021-02-02T23:49:02.217" v="7367" actId="1076"/>
        <pc:sldMkLst>
          <pc:docMk/>
          <pc:sldMk cId="2932703562" sldId="268"/>
        </pc:sldMkLst>
        <pc:spChg chg="mod">
          <ac:chgData name="Vanessa Hellebuyck" userId="f5b0253cc042002a" providerId="Windows Live" clId="Web-{3646C76F-3729-4755-9C55-05730D1E9940}" dt="2021-02-02T23:49:02.217" v="7367" actId="1076"/>
          <ac:spMkLst>
            <pc:docMk/>
            <pc:sldMk cId="2932703562" sldId="268"/>
            <ac:spMk id="11" creationId="{780AFA9D-E073-4F6A-BA71-8DAE1C24F848}"/>
          </ac:spMkLst>
        </pc:spChg>
        <pc:graphicFrameChg chg="mod modGraphic">
          <ac:chgData name="Vanessa Hellebuyck" userId="f5b0253cc042002a" providerId="Windows Live" clId="Web-{3646C76F-3729-4755-9C55-05730D1E9940}" dt="2021-02-02T21:14:05.337" v="3499"/>
          <ac:graphicFrameMkLst>
            <pc:docMk/>
            <pc:sldMk cId="2932703562" sldId="268"/>
            <ac:graphicFrameMk id="8" creationId="{0FD85A7B-6E9D-4F33-A1A3-2EB8712CFD7F}"/>
          </ac:graphicFrameMkLst>
        </pc:graphicFrameChg>
      </pc:sldChg>
      <pc:sldChg chg="modSp">
        <pc:chgData name="Vanessa Hellebuyck" userId="f5b0253cc042002a" providerId="Windows Live" clId="Web-{3646C76F-3729-4755-9C55-05730D1E9940}" dt="2021-02-02T17:50:50.731" v="2420" actId="20577"/>
        <pc:sldMkLst>
          <pc:docMk/>
          <pc:sldMk cId="4210625755" sldId="269"/>
        </pc:sldMkLst>
        <pc:spChg chg="mod">
          <ac:chgData name="Vanessa Hellebuyck" userId="f5b0253cc042002a" providerId="Windows Live" clId="Web-{3646C76F-3729-4755-9C55-05730D1E9940}" dt="2021-02-02T17:50:50.731" v="2420" actId="20577"/>
          <ac:spMkLst>
            <pc:docMk/>
            <pc:sldMk cId="4210625755" sldId="269"/>
            <ac:spMk id="3" creationId="{C6C9DE5E-1522-41A0-A178-5BAB610C88C0}"/>
          </ac:spMkLst>
        </pc:spChg>
      </pc:sldChg>
      <pc:sldChg chg="modSp">
        <pc:chgData name="Vanessa Hellebuyck" userId="f5b0253cc042002a" providerId="Windows Live" clId="Web-{3646C76F-3729-4755-9C55-05730D1E9940}" dt="2021-02-02T18:24:27.293" v="2533" actId="20577"/>
        <pc:sldMkLst>
          <pc:docMk/>
          <pc:sldMk cId="2165106919" sldId="280"/>
        </pc:sldMkLst>
        <pc:spChg chg="mod">
          <ac:chgData name="Vanessa Hellebuyck" userId="f5b0253cc042002a" providerId="Windows Live" clId="Web-{3646C76F-3729-4755-9C55-05730D1E9940}" dt="2021-02-02T18:24:27.293" v="2533" actId="20577"/>
          <ac:spMkLst>
            <pc:docMk/>
            <pc:sldMk cId="2165106919" sldId="280"/>
            <ac:spMk id="6" creationId="{56CCB020-31AA-4C1B-94D6-19CD3E8EAA56}"/>
          </ac:spMkLst>
        </pc:spChg>
      </pc:sldChg>
      <pc:sldChg chg="modSp">
        <pc:chgData name="Vanessa Hellebuyck" userId="f5b0253cc042002a" providerId="Windows Live" clId="Web-{3646C76F-3729-4755-9C55-05730D1E9940}" dt="2021-02-02T19:16:01.418" v="3292" actId="1076"/>
        <pc:sldMkLst>
          <pc:docMk/>
          <pc:sldMk cId="1044959118" sldId="282"/>
        </pc:sldMkLst>
        <pc:spChg chg="mod">
          <ac:chgData name="Vanessa Hellebuyck" userId="f5b0253cc042002a" providerId="Windows Live" clId="Web-{3646C76F-3729-4755-9C55-05730D1E9940}" dt="2021-02-02T19:15:50.855" v="3290" actId="14100"/>
          <ac:spMkLst>
            <pc:docMk/>
            <pc:sldMk cId="1044959118" sldId="282"/>
            <ac:spMk id="46" creationId="{63477DFD-FDD1-4839-977F-B83AD49FEEC6}"/>
          </ac:spMkLst>
        </pc:spChg>
        <pc:spChg chg="mod">
          <ac:chgData name="Vanessa Hellebuyck" userId="f5b0253cc042002a" providerId="Windows Live" clId="Web-{3646C76F-3729-4755-9C55-05730D1E9940}" dt="2021-02-02T19:16:01.418" v="3292" actId="1076"/>
          <ac:spMkLst>
            <pc:docMk/>
            <pc:sldMk cId="1044959118" sldId="282"/>
            <ac:spMk id="47" creationId="{C8ABA62A-F489-41E4-8577-3F0F99096E78}"/>
          </ac:spMkLst>
        </pc:spChg>
      </pc:sldChg>
      <pc:sldChg chg="modSp">
        <pc:chgData name="Vanessa Hellebuyck" userId="f5b0253cc042002a" providerId="Windows Live" clId="Web-{3646C76F-3729-4755-9C55-05730D1E9940}" dt="2021-02-02T22:11:27.862" v="5598"/>
        <pc:sldMkLst>
          <pc:docMk/>
          <pc:sldMk cId="3944955951" sldId="283"/>
        </pc:sldMkLst>
        <pc:spChg chg="mod">
          <ac:chgData name="Vanessa Hellebuyck" userId="f5b0253cc042002a" providerId="Windows Live" clId="Web-{3646C76F-3729-4755-9C55-05730D1E9940}" dt="2021-02-02T20:53:32.342" v="3298" actId="20577"/>
          <ac:spMkLst>
            <pc:docMk/>
            <pc:sldMk cId="3944955951" sldId="283"/>
            <ac:spMk id="9" creationId="{1A829BE5-4C59-40D1-8028-0A80024BE57C}"/>
          </ac:spMkLst>
        </pc:spChg>
        <pc:graphicFrameChg chg="mod modGraphic">
          <ac:chgData name="Vanessa Hellebuyck" userId="f5b0253cc042002a" providerId="Windows Live" clId="Web-{3646C76F-3729-4755-9C55-05730D1E9940}" dt="2021-02-02T22:11:27.862" v="5598"/>
          <ac:graphicFrameMkLst>
            <pc:docMk/>
            <pc:sldMk cId="3944955951" sldId="283"/>
            <ac:graphicFrameMk id="25" creationId="{EF37D6E8-6E2F-45DA-B707-A1C77459B2C7}"/>
          </ac:graphicFrameMkLst>
        </pc:graphicFrameChg>
      </pc:sldChg>
      <pc:sldChg chg="modSp">
        <pc:chgData name="Vanessa Hellebuyck" userId="f5b0253cc042002a" providerId="Windows Live" clId="Web-{3646C76F-3729-4755-9C55-05730D1E9940}" dt="2021-02-02T21:12:43.491" v="3487" actId="20577"/>
        <pc:sldMkLst>
          <pc:docMk/>
          <pc:sldMk cId="3852465339" sldId="284"/>
        </pc:sldMkLst>
        <pc:spChg chg="mod">
          <ac:chgData name="Vanessa Hellebuyck" userId="f5b0253cc042002a" providerId="Windows Live" clId="Web-{3646C76F-3729-4755-9C55-05730D1E9940}" dt="2021-02-02T21:12:43.491" v="3487" actId="20577"/>
          <ac:spMkLst>
            <pc:docMk/>
            <pc:sldMk cId="3852465339" sldId="284"/>
            <ac:spMk id="6" creationId="{AAFE6482-6593-4331-BA48-35164D1CC9E7}"/>
          </ac:spMkLst>
        </pc:spChg>
      </pc:sldChg>
      <pc:sldChg chg="modSp">
        <pc:chgData name="Vanessa Hellebuyck" userId="f5b0253cc042002a" providerId="Windows Live" clId="Web-{3646C76F-3729-4755-9C55-05730D1E9940}" dt="2021-02-02T22:10:52.611" v="5592"/>
        <pc:sldMkLst>
          <pc:docMk/>
          <pc:sldMk cId="2753084224" sldId="286"/>
        </pc:sldMkLst>
        <pc:graphicFrameChg chg="mod modGraphic">
          <ac:chgData name="Vanessa Hellebuyck" userId="f5b0253cc042002a" providerId="Windows Live" clId="Web-{3646C76F-3729-4755-9C55-05730D1E9940}" dt="2021-02-02T22:10:52.611" v="5592"/>
          <ac:graphicFrameMkLst>
            <pc:docMk/>
            <pc:sldMk cId="2753084224" sldId="286"/>
            <ac:graphicFrameMk id="25" creationId="{EF37D6E8-6E2F-45DA-B707-A1C77459B2C7}"/>
          </ac:graphicFrameMkLst>
        </pc:graphicFrameChg>
      </pc:sldChg>
      <pc:sldChg chg="modSp">
        <pc:chgData name="Vanessa Hellebuyck" userId="f5b0253cc042002a" providerId="Windows Live" clId="Web-{3646C76F-3729-4755-9C55-05730D1E9940}" dt="2021-02-02T22:33:21.498" v="6270"/>
        <pc:sldMkLst>
          <pc:docMk/>
          <pc:sldMk cId="1967029492" sldId="287"/>
        </pc:sldMkLst>
        <pc:graphicFrameChg chg="mod modGraphic">
          <ac:chgData name="Vanessa Hellebuyck" userId="f5b0253cc042002a" providerId="Windows Live" clId="Web-{3646C76F-3729-4755-9C55-05730D1E9940}" dt="2021-02-02T22:33:21.498" v="6270"/>
          <ac:graphicFrameMkLst>
            <pc:docMk/>
            <pc:sldMk cId="1967029492" sldId="287"/>
            <ac:graphicFrameMk id="25" creationId="{EF37D6E8-6E2F-45DA-B707-A1C77459B2C7}"/>
          </ac:graphicFrameMkLst>
        </pc:graphicFrameChg>
      </pc:sldChg>
      <pc:sldChg chg="modSp">
        <pc:chgData name="Vanessa Hellebuyck" userId="f5b0253cc042002a" providerId="Windows Live" clId="Web-{3646C76F-3729-4755-9C55-05730D1E9940}" dt="2021-02-02T23:16:32.124" v="7088"/>
        <pc:sldMkLst>
          <pc:docMk/>
          <pc:sldMk cId="1937086694" sldId="288"/>
        </pc:sldMkLst>
        <pc:graphicFrameChg chg="mod modGraphic">
          <ac:chgData name="Vanessa Hellebuyck" userId="f5b0253cc042002a" providerId="Windows Live" clId="Web-{3646C76F-3729-4755-9C55-05730D1E9940}" dt="2021-02-02T23:16:32.124" v="7088"/>
          <ac:graphicFrameMkLst>
            <pc:docMk/>
            <pc:sldMk cId="1937086694" sldId="288"/>
            <ac:graphicFrameMk id="25" creationId="{EF37D6E8-6E2F-45DA-B707-A1C77459B2C7}"/>
          </ac:graphicFrameMkLst>
        </pc:graphicFrameChg>
      </pc:sldChg>
      <pc:sldChg chg="addSp delSp modSp">
        <pc:chgData name="Vanessa Hellebuyck" userId="f5b0253cc042002a" providerId="Windows Live" clId="Web-{3646C76F-3729-4755-9C55-05730D1E9940}" dt="2021-02-03T00:21:33.773" v="7383"/>
        <pc:sldMkLst>
          <pc:docMk/>
          <pc:sldMk cId="1275371995" sldId="289"/>
        </pc:sldMkLst>
        <pc:spChg chg="add mod">
          <ac:chgData name="Vanessa Hellebuyck" userId="f5b0253cc042002a" providerId="Windows Live" clId="Web-{3646C76F-3729-4755-9C55-05730D1E9940}" dt="2021-02-02T23:24:27.963" v="7093" actId="1076"/>
          <ac:spMkLst>
            <pc:docMk/>
            <pc:sldMk cId="1275371995" sldId="289"/>
            <ac:spMk id="11" creationId="{DB824E88-A4CF-4388-A21F-B68BB2568065}"/>
          </ac:spMkLst>
        </pc:spChg>
        <pc:spChg chg="add mod">
          <ac:chgData name="Vanessa Hellebuyck" userId="f5b0253cc042002a" providerId="Windows Live" clId="Web-{3646C76F-3729-4755-9C55-05730D1E9940}" dt="2021-02-02T23:31:03.334" v="7178" actId="20577"/>
          <ac:spMkLst>
            <pc:docMk/>
            <pc:sldMk cId="1275371995" sldId="289"/>
            <ac:spMk id="67" creationId="{16029FB5-0B18-48D1-B52A-B8FBF9FBF7DA}"/>
          </ac:spMkLst>
        </pc:spChg>
        <pc:spChg chg="add mod">
          <ac:chgData name="Vanessa Hellebuyck" userId="f5b0253cc042002a" providerId="Windows Live" clId="Web-{3646C76F-3729-4755-9C55-05730D1E9940}" dt="2021-02-02T23:30:38.693" v="7162" actId="20577"/>
          <ac:spMkLst>
            <pc:docMk/>
            <pc:sldMk cId="1275371995" sldId="289"/>
            <ac:spMk id="69" creationId="{2DEE6106-877E-4018-AB7F-B18774B53C9A}"/>
          </ac:spMkLst>
        </pc:spChg>
        <pc:graphicFrameChg chg="mod modGraphic">
          <ac:chgData name="Vanessa Hellebuyck" userId="f5b0253cc042002a" providerId="Windows Live" clId="Web-{3646C76F-3729-4755-9C55-05730D1E9940}" dt="2021-02-02T23:27:13.982" v="7137"/>
          <ac:graphicFrameMkLst>
            <pc:docMk/>
            <pc:sldMk cId="1275371995" sldId="289"/>
            <ac:graphicFrameMk id="13" creationId="{3A8AA265-D93B-413F-9C35-0CFC9E1FD41B}"/>
          </ac:graphicFrameMkLst>
        </pc:graphicFrameChg>
        <pc:graphicFrameChg chg="del mod modGraphic">
          <ac:chgData name="Vanessa Hellebuyck" userId="f5b0253cc042002a" providerId="Windows Live" clId="Web-{3646C76F-3729-4755-9C55-05730D1E9940}" dt="2021-02-02T23:46:52.793" v="7268"/>
          <ac:graphicFrameMkLst>
            <pc:docMk/>
            <pc:sldMk cId="1275371995" sldId="289"/>
            <ac:graphicFrameMk id="15" creationId="{63416B0B-31FE-4F56-9C13-2D50A16F9642}"/>
          </ac:graphicFrameMkLst>
        </pc:graphicFrameChg>
        <pc:graphicFrameChg chg="mod modGraphic">
          <ac:chgData name="Vanessa Hellebuyck" userId="f5b0253cc042002a" providerId="Windows Live" clId="Web-{3646C76F-3729-4755-9C55-05730D1E9940}" dt="2021-02-02T23:53:07.695" v="7373"/>
          <ac:graphicFrameMkLst>
            <pc:docMk/>
            <pc:sldMk cId="1275371995" sldId="289"/>
            <ac:graphicFrameMk id="49" creationId="{7C6C9A0E-8DAF-47B9-9736-40987B77AFCB}"/>
          </ac:graphicFrameMkLst>
        </pc:graphicFrameChg>
        <pc:graphicFrameChg chg="mod modGraphic">
          <ac:chgData name="Vanessa Hellebuyck" userId="f5b0253cc042002a" providerId="Windows Live" clId="Web-{3646C76F-3729-4755-9C55-05730D1E9940}" dt="2021-02-02T23:48:07.762" v="7366"/>
          <ac:graphicFrameMkLst>
            <pc:docMk/>
            <pc:sldMk cId="1275371995" sldId="289"/>
            <ac:graphicFrameMk id="53" creationId="{68261A0B-B4E9-4A8C-A58F-F940CB3BE577}"/>
          </ac:graphicFrameMkLst>
        </pc:graphicFrameChg>
        <pc:graphicFrameChg chg="mod modGraphic">
          <ac:chgData name="Vanessa Hellebuyck" userId="f5b0253cc042002a" providerId="Windows Live" clId="Web-{3646C76F-3729-4755-9C55-05730D1E9940}" dt="2021-02-03T00:21:33.773" v="7383"/>
          <ac:graphicFrameMkLst>
            <pc:docMk/>
            <pc:sldMk cId="1275371995" sldId="289"/>
            <ac:graphicFrameMk id="71" creationId="{2A490DA2-8E63-4056-95C3-FA18C485DCFD}"/>
          </ac:graphicFrameMkLst>
        </pc:graphicFrameChg>
        <pc:picChg chg="mod">
          <ac:chgData name="Vanessa Hellebuyck" userId="f5b0253cc042002a" providerId="Windows Live" clId="Web-{3646C76F-3729-4755-9C55-05730D1E9940}" dt="2021-02-02T23:20:29.832" v="7089" actId="1076"/>
          <ac:picMkLst>
            <pc:docMk/>
            <pc:sldMk cId="1275371995" sldId="289"/>
            <ac:picMk id="9" creationId="{E97A8A9A-785F-454F-9BF6-E4AA862F387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02/03/2021</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02/03/2021</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acreelman.blogspot.com/2019/03/myths-that-refuse-to-die-open-plan.html" TargetMode="External"/><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www.wallpaperflare.com/warrior-with-red-cape-holding-gold-hammer-illustration-fantasy-art-wallpaper-pajwk" TargetMode="Externa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hyperlink" Target="https://acreelman.blogspot.com/2019/03/myths-that-refuse-to-die-open-plan.html" TargetMode="External"/><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www.wallpaperflare.com/warrior-with-red-cape-holding-gold-hammer-illustration-fantasy-art-wallpaper-pajwk" TargetMode="Externa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hyperlink" Target="http://innovationforsocialchange.org/storytelling-social-change/"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acreelman.blogspot.com/2019/03/myths-that-refuse-to-die-open-plan.html"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17" Type="http://schemas.openxmlformats.org/officeDocument/2006/relationships/image" Target="../media/image23.svg"/><Relationship Id="rId2" Type="http://schemas.openxmlformats.org/officeDocument/2006/relationships/image" Target="../media/image8.png"/><Relationship Id="rId16"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17.sv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5.svg"/><Relationship Id="rId18" Type="http://schemas.openxmlformats.org/officeDocument/2006/relationships/image" Target="../media/image40.png"/><Relationship Id="rId3" Type="http://schemas.openxmlformats.org/officeDocument/2006/relationships/image" Target="../media/image9.svg"/><Relationship Id="rId7" Type="http://schemas.openxmlformats.org/officeDocument/2006/relationships/image" Target="../media/image21.svg"/><Relationship Id="rId12" Type="http://schemas.openxmlformats.org/officeDocument/2006/relationships/image" Target="../media/image34.png"/><Relationship Id="rId17" Type="http://schemas.openxmlformats.org/officeDocument/2006/relationships/image" Target="../media/image39.svg"/><Relationship Id="rId2" Type="http://schemas.openxmlformats.org/officeDocument/2006/relationships/image" Target="../media/image8.png"/><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15.svg"/><Relationship Id="rId5" Type="http://schemas.openxmlformats.org/officeDocument/2006/relationships/image" Target="../media/image17.svg"/><Relationship Id="rId15" Type="http://schemas.openxmlformats.org/officeDocument/2006/relationships/image" Target="../media/image37.svg"/><Relationship Id="rId10" Type="http://schemas.openxmlformats.org/officeDocument/2006/relationships/image" Target="../media/image14.png"/><Relationship Id="rId19" Type="http://schemas.openxmlformats.org/officeDocument/2006/relationships/image" Target="../media/image41.svg"/><Relationship Id="rId4" Type="http://schemas.openxmlformats.org/officeDocument/2006/relationships/image" Target="../media/image16.png"/><Relationship Id="rId9" Type="http://schemas.openxmlformats.org/officeDocument/2006/relationships/image" Target="../media/image23.svg"/><Relationship Id="rId14" Type="http://schemas.openxmlformats.org/officeDocument/2006/relationships/image" Target="../media/image36.png"/></Relationships>
</file>

<file path=ppt/slides/_rels/slide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hyperlink" Target="http://www.callcentersurvivalph.com/2014_12_01_archive.html"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hyperlink" Target="http://www.callcentersurvivalph.com/2014_12_01_archive.html" TargetMode="External"/><Relationship Id="rId3" Type="http://schemas.openxmlformats.org/officeDocument/2006/relationships/image" Target="../media/image46.svg"/><Relationship Id="rId7" Type="http://schemas.openxmlformats.org/officeDocument/2006/relationships/image" Target="../media/image21.svg"/><Relationship Id="rId12" Type="http://schemas.openxmlformats.org/officeDocument/2006/relationships/image" Target="../media/image45.jpe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13.svg"/><Relationship Id="rId5" Type="http://schemas.openxmlformats.org/officeDocument/2006/relationships/image" Target="../media/image47.svg"/><Relationship Id="rId10" Type="http://schemas.openxmlformats.org/officeDocument/2006/relationships/image" Target="../media/image12.png"/><Relationship Id="rId4" Type="http://schemas.openxmlformats.org/officeDocument/2006/relationships/image" Target="../media/image16.png"/><Relationship Id="rId9" Type="http://schemas.openxmlformats.org/officeDocument/2006/relationships/image" Target="../media/image23.sv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6.svg"/><Relationship Id="rId7" Type="http://schemas.openxmlformats.org/officeDocument/2006/relationships/image" Target="../media/image21.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7.svg"/><Relationship Id="rId4" Type="http://schemas.openxmlformats.org/officeDocument/2006/relationships/image" Target="../media/image16.png"/><Relationship Id="rId9" Type="http://schemas.openxmlformats.org/officeDocument/2006/relationships/image" Target="../media/image23.svg"/></Relationships>
</file>

<file path=ppt/slides/_rels/slide22.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52.sv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52.sv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52.sv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52.sv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slides/_rels/slide35.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s://fr.fantasynamegenerators.com/noms-de-hobbits.php" TargetMode="External"/><Relationship Id="rId3" Type="http://schemas.openxmlformats.org/officeDocument/2006/relationships/hyperlink" Target="http://kobold.club/fight/#/encounter-builder" TargetMode="External"/><Relationship Id="rId7" Type="http://schemas.openxmlformats.org/officeDocument/2006/relationships/hyperlink" Target="https://www.ahriman.fr/dnd/perso" TargetMode="External"/><Relationship Id="rId2" Type="http://schemas.openxmlformats.org/officeDocument/2006/relationships/hyperlink" Target="https://roll20.net/" TargetMode="External"/><Relationship Id="rId1" Type="http://schemas.openxmlformats.org/officeDocument/2006/relationships/slideLayout" Target="../slideLayouts/slideLayout2.xml"/><Relationship Id="rId6" Type="http://schemas.openxmlformats.org/officeDocument/2006/relationships/hyperlink" Target="https://azgaar.github.io/Fantasy-Map-Generator/" TargetMode="External"/><Relationship Id="rId5" Type="http://schemas.openxmlformats.org/officeDocument/2006/relationships/hyperlink" Target="https://watabou.itch.io/one-page-dungeon" TargetMode="External"/><Relationship Id="rId10" Type="http://schemas.openxmlformats.org/officeDocument/2006/relationships/hyperlink" Target="http://donjon.bin.sh/scifi/world/" TargetMode="External"/><Relationship Id="rId4" Type="http://schemas.openxmlformats.org/officeDocument/2006/relationships/hyperlink" Target="https://www.generation-jdr.fr/index.php?page=scenar" TargetMode="External"/><Relationship Id="rId9" Type="http://schemas.openxmlformats.org/officeDocument/2006/relationships/hyperlink" Target="https://www.aidedd.org/dnd-gen/index.php"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wallpaperflare.com/warrior-with-red-cape-holding-gold-hammer-illustration-fantasy-art-wallpaper-pajwk" TargetMode="External"/><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hyperlink" Target="http://arcanedist.deviantart.com/art/The-Unexpected-Discovery-582941154" TargetMode="External"/><Relationship Id="rId4" Type="http://schemas.openxmlformats.org/officeDocument/2006/relationships/image" Target="../media/image6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Titre 1">
            <a:extLst>
              <a:ext uri="{FF2B5EF4-FFF2-40B4-BE49-F238E27FC236}">
                <a16:creationId xmlns:a16="http://schemas.microsoft.com/office/drawing/2014/main" id="{BD921E28-F410-4798-A0DF-9C103B6FB9E5}"/>
              </a:ext>
            </a:extLst>
          </p:cNvPr>
          <p:cNvSpPr txBox="1">
            <a:spLocks/>
          </p:cNvSpPr>
          <p:nvPr/>
        </p:nvSpPr>
        <p:spPr>
          <a:xfrm>
            <a:off x="1779689" y="2801922"/>
            <a:ext cx="6359950" cy="209962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7200" b="1" i="1">
                <a:solidFill>
                  <a:srgbClr val="0683AA"/>
                </a:solidFill>
              </a:rPr>
              <a:t>S</a:t>
            </a:r>
            <a:r>
              <a:rPr lang="en-US" sz="7200" b="1" i="1"/>
              <a:t>erious </a:t>
            </a:r>
            <a:r>
              <a:rPr lang="en-US" sz="7200" b="1" i="1">
                <a:solidFill>
                  <a:srgbClr val="ED7D31"/>
                </a:solidFill>
              </a:rPr>
              <a:t>G</a:t>
            </a:r>
            <a:r>
              <a:rPr lang="en-US" sz="7200" b="1" i="1"/>
              <a:t>ame </a:t>
            </a:r>
            <a:r>
              <a:rPr lang="en-US" sz="7200" b="1" i="1">
                <a:solidFill>
                  <a:srgbClr val="ED7D31"/>
                </a:solidFill>
              </a:rPr>
              <a:t>N</a:t>
            </a:r>
            <a:r>
              <a:rPr lang="en-US" sz="7200" b="1" i="1"/>
              <a:t>arrative </a:t>
            </a:r>
            <a:r>
              <a:rPr lang="en-US" sz="7200" b="1" i="1">
                <a:solidFill>
                  <a:srgbClr val="0683AA"/>
                </a:solidFill>
              </a:rPr>
              <a:t>C</a:t>
            </a:r>
            <a:r>
              <a:rPr lang="en-US" sz="7200" b="1" i="1"/>
              <a:t>anvas</a:t>
            </a:r>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788025"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a:t>V1 – Vanessa HELLEBUYCK</a:t>
            </a:r>
          </a:p>
          <a:p>
            <a:pPr algn="r">
              <a:spcAft>
                <a:spcPts val="600"/>
              </a:spcAft>
            </a:pPr>
            <a:r>
              <a:rPr lang="en-US" sz="1800" b="1"/>
              <a:t>Alexandre QUACH</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5466" y="6442408"/>
            <a:ext cx="789196" cy="286130"/>
          </a:xfrm>
          <a:prstGeom prst="rect">
            <a:avLst/>
          </a:prstGeom>
        </p:spPr>
      </p:pic>
      <p:sp>
        <p:nvSpPr>
          <p:cNvPr id="70" name="Titre 1">
            <a:extLst>
              <a:ext uri="{FF2B5EF4-FFF2-40B4-BE49-F238E27FC236}">
                <a16:creationId xmlns:a16="http://schemas.microsoft.com/office/drawing/2014/main" id="{A79AE1AA-840E-459B-A259-9DAE08A125A2}"/>
              </a:ext>
            </a:extLst>
          </p:cNvPr>
          <p:cNvSpPr txBox="1">
            <a:spLocks/>
          </p:cNvSpPr>
          <p:nvPr/>
        </p:nvSpPr>
        <p:spPr>
          <a:xfrm>
            <a:off x="1282909" y="6100652"/>
            <a:ext cx="5339834" cy="33696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1400" b="1" i="1"/>
              <a:t>Aider les créatrices et créateurs de Serious Games à doser leur narratif </a:t>
            </a:r>
          </a:p>
        </p:txBody>
      </p:sp>
      <p:pic>
        <p:nvPicPr>
          <p:cNvPr id="38" name="Image 37">
            <a:extLst>
              <a:ext uri="{FF2B5EF4-FFF2-40B4-BE49-F238E27FC236}">
                <a16:creationId xmlns:a16="http://schemas.microsoft.com/office/drawing/2014/main" id="{2873A3AB-0D9B-488C-A640-25CF7C6B1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3578" y="5266072"/>
            <a:ext cx="1613647" cy="1057586"/>
          </a:xfrm>
          <a:prstGeom prst="rect">
            <a:avLst/>
          </a:prstGeom>
        </p:spPr>
      </p:pic>
      <p:pic>
        <p:nvPicPr>
          <p:cNvPr id="3" name="Image 2">
            <a:extLst>
              <a:ext uri="{FF2B5EF4-FFF2-40B4-BE49-F238E27FC236}">
                <a16:creationId xmlns:a16="http://schemas.microsoft.com/office/drawing/2014/main" id="{E2381730-E525-45EE-82D6-68310E3F98EC}"/>
              </a:ext>
            </a:extLst>
          </p:cNvPr>
          <p:cNvPicPr>
            <a:picLocks noChangeAspect="1"/>
          </p:cNvPicPr>
          <p:nvPr/>
        </p:nvPicPr>
        <p:blipFill>
          <a:blip r:embed="rId4"/>
          <a:stretch>
            <a:fillRect/>
          </a:stretch>
        </p:blipFill>
        <p:spPr>
          <a:xfrm>
            <a:off x="7467612" y="1019935"/>
            <a:ext cx="3835399" cy="2137813"/>
          </a:xfrm>
          <a:prstGeom prst="rect">
            <a:avLst/>
          </a:prstGeom>
          <a:ln>
            <a:solidFill>
              <a:schemeClr val="tx1"/>
            </a:solidFill>
          </a:ln>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4363"/>
    </mc:Choice>
    <mc:Fallback xmlns="">
      <p:transition spd="slow" advTm="43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0CCAACE-815D-4A79-875A-B7EFC28F7D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Image 4" descr="Une image contenant texte, intérieur, plancher, pièce&#10;&#10;Description générée automatiquement">
            <a:extLst>
              <a:ext uri="{FF2B5EF4-FFF2-40B4-BE49-F238E27FC236}">
                <a16:creationId xmlns:a16="http://schemas.microsoft.com/office/drawing/2014/main" id="{F10CBE59-8959-41C7-934F-324C950D2926}"/>
              </a:ext>
            </a:extLst>
          </p:cNvPr>
          <p:cNvPicPr>
            <a:picLocks noChangeAspect="1"/>
          </p:cNvPicPr>
          <p:nvPr/>
        </p:nvPicPr>
        <p:blipFill rotWithShape="1">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832" r="29834" b="-1"/>
          <a:stretch/>
        </p:blipFill>
        <p:spPr>
          <a:xfrm>
            <a:off x="20" y="10"/>
            <a:ext cx="6095980" cy="6857990"/>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7B9A1660-2ADF-4BA0-B4E5-8305502AEB15}"/>
              </a:ext>
            </a:extLst>
          </p:cNvPr>
          <p:cNvPicPr>
            <a:picLocks noChangeAspect="1"/>
          </p:cNvPicPr>
          <p:nvPr/>
        </p:nvPicPr>
        <p:blipFill rotWithShape="1">
          <a:blip r:embed="rId4">
            <a:alphaModFix amt="85000"/>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7796" r="32204"/>
          <a:stretch/>
        </p:blipFill>
        <p:spPr>
          <a:xfrm>
            <a:off x="6096000" y="10"/>
            <a:ext cx="6096000" cy="6857990"/>
          </a:xfrm>
          <a:prstGeom prst="rect">
            <a:avLst/>
          </a:prstGeom>
        </p:spPr>
      </p:pic>
    </p:spTree>
    <p:extLst>
      <p:ext uri="{BB962C8B-B14F-4D97-AF65-F5344CB8AC3E}">
        <p14:creationId xmlns:p14="http://schemas.microsoft.com/office/powerpoint/2010/main" val="1141898557"/>
      </p:ext>
    </p:extLst>
  </p:cSld>
  <p:clrMapOvr>
    <a:masterClrMapping/>
  </p:clrMapOvr>
  <mc:AlternateContent xmlns:mc="http://schemas.openxmlformats.org/markup-compatibility/2006" xmlns:p14="http://schemas.microsoft.com/office/powerpoint/2010/main">
    <mc:Choice Requires="p14">
      <p:transition spd="slow" p14:dur="2000" advTm="3534"/>
    </mc:Choice>
    <mc:Fallback xmlns="">
      <p:transition spd="slow" advTm="353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 4" descr="Une image contenant texte, intérieur, plancher, pièce&#10;&#10;Description générée automatiquement">
            <a:extLst>
              <a:ext uri="{FF2B5EF4-FFF2-40B4-BE49-F238E27FC236}">
                <a16:creationId xmlns:a16="http://schemas.microsoft.com/office/drawing/2014/main" id="{F10CBE59-8959-41C7-934F-324C950D2926}"/>
              </a:ext>
            </a:extLst>
          </p:cNvPr>
          <p:cNvPicPr>
            <a:picLocks noChangeAspect="1"/>
          </p:cNvPicPr>
          <p:nvPr/>
        </p:nvPicPr>
        <p:blipFill rotWithShape="1">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832" r="29834" b="-1"/>
          <a:stretch/>
        </p:blipFill>
        <p:spPr>
          <a:xfrm>
            <a:off x="20" y="10"/>
            <a:ext cx="6095980" cy="6857990"/>
          </a:xfrm>
          <a:prstGeom prst="rect">
            <a:avLst/>
          </a:prstGeom>
          <a:solidFill>
            <a:srgbClr val="C0C0C0">
              <a:alpha val="60000"/>
            </a:srgbClr>
          </a:solidFill>
        </p:spPr>
      </p:pic>
      <p:pic>
        <p:nvPicPr>
          <p:cNvPr id="10" name="Image 9" descr="Une image contenant texte&#10;&#10;Description générée automatiquement">
            <a:extLst>
              <a:ext uri="{FF2B5EF4-FFF2-40B4-BE49-F238E27FC236}">
                <a16:creationId xmlns:a16="http://schemas.microsoft.com/office/drawing/2014/main" id="{7B9A1660-2ADF-4BA0-B4E5-8305502AEB15}"/>
              </a:ext>
            </a:extLst>
          </p:cNvPr>
          <p:cNvPicPr>
            <a:picLocks noChangeAspect="1"/>
          </p:cNvPicPr>
          <p:nvPr/>
        </p:nvPicPr>
        <p:blipFill rotWithShape="1">
          <a:blip r:embed="rId4">
            <a:alphaModFix amt="85000"/>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7796" r="32204"/>
          <a:stretch/>
        </p:blipFill>
        <p:spPr>
          <a:xfrm>
            <a:off x="6096000" y="10"/>
            <a:ext cx="6096000" cy="6857990"/>
          </a:xfrm>
          <a:prstGeom prst="rect">
            <a:avLst/>
          </a:prstGeom>
        </p:spPr>
      </p:pic>
      <p:sp>
        <p:nvSpPr>
          <p:cNvPr id="2" name="Titre 1">
            <a:extLst>
              <a:ext uri="{FF2B5EF4-FFF2-40B4-BE49-F238E27FC236}">
                <a16:creationId xmlns:a16="http://schemas.microsoft.com/office/drawing/2014/main" id="{430E127C-C8AF-4088-B930-AF0409E08CD2}"/>
              </a:ext>
            </a:extLst>
          </p:cNvPr>
          <p:cNvSpPr>
            <a:spLocks noGrp="1"/>
          </p:cNvSpPr>
          <p:nvPr>
            <p:ph type="title"/>
          </p:nvPr>
        </p:nvSpPr>
        <p:spPr>
          <a:solidFill>
            <a:srgbClr val="FFFFFF">
              <a:alpha val="89804"/>
            </a:srgbClr>
          </a:solidFill>
        </p:spPr>
        <p:txBody>
          <a:bodyPr>
            <a:normAutofit/>
          </a:bodyPr>
          <a:lstStyle/>
          <a:p>
            <a:r>
              <a:rPr lang="fr-FR" sz="3200"/>
              <a:t>Le pouvoir de l’imagination, même dans un cadre sérieux</a:t>
            </a:r>
          </a:p>
        </p:txBody>
      </p:sp>
      <p:sp>
        <p:nvSpPr>
          <p:cNvPr id="3" name="Espace réservé du contenu 2">
            <a:extLst>
              <a:ext uri="{FF2B5EF4-FFF2-40B4-BE49-F238E27FC236}">
                <a16:creationId xmlns:a16="http://schemas.microsoft.com/office/drawing/2014/main" id="{65BE6719-5378-44FD-BCF1-753FB2105116}"/>
              </a:ext>
            </a:extLst>
          </p:cNvPr>
          <p:cNvSpPr>
            <a:spLocks noGrp="1"/>
          </p:cNvSpPr>
          <p:nvPr>
            <p:ph idx="1"/>
          </p:nvPr>
        </p:nvSpPr>
        <p:spPr>
          <a:xfrm>
            <a:off x="-904876" y="1806574"/>
            <a:ext cx="8505825" cy="4860925"/>
          </a:xfrm>
          <a:prstGeom prst="wedgeEllipseCallout">
            <a:avLst>
              <a:gd name="adj1" fmla="val 56002"/>
              <a:gd name="adj2" fmla="val -16397"/>
            </a:avLst>
          </a:prstGeom>
          <a:solidFill>
            <a:srgbClr val="FFFFFF">
              <a:alpha val="89804"/>
            </a:srgbClr>
          </a:solidFill>
        </p:spPr>
        <p:txBody>
          <a:bodyPr vert="horz" lIns="91440" tIns="45720" rIns="91440" bIns="45720" rtlCol="0" anchor="t">
            <a:normAutofit fontScale="77500" lnSpcReduction="20000"/>
          </a:bodyPr>
          <a:lstStyle/>
          <a:p>
            <a:pPr marL="0" indent="0" algn="r">
              <a:buNone/>
            </a:pPr>
            <a:r>
              <a:rPr lang="fr-FR" sz="1800" i="1">
                <a:solidFill>
                  <a:srgbClr val="0683AA"/>
                </a:solidFill>
              </a:rPr>
              <a:t>« La logique vous mènera d'un point A à B. L'imagination vous mènera partout. » </a:t>
            </a:r>
            <a:r>
              <a:rPr lang="fr-FR" sz="1800" i="1"/>
              <a:t>Albert EINSTEIN</a:t>
            </a:r>
          </a:p>
          <a:p>
            <a:pPr marL="0" indent="0" algn="r">
              <a:buNone/>
            </a:pPr>
            <a:r>
              <a:rPr lang="fr-FR" sz="1800" i="1">
                <a:solidFill>
                  <a:schemeClr val="accent2"/>
                </a:solidFill>
              </a:rPr>
              <a:t>« Rien de grand ne se fait sans l'imagination. » </a:t>
            </a:r>
            <a:r>
              <a:rPr lang="fr-FR" sz="1800" i="1"/>
              <a:t>Napoléon BONAPARTE</a:t>
            </a:r>
          </a:p>
          <a:p>
            <a:pPr marL="0" indent="0" algn="r">
              <a:buNone/>
            </a:pPr>
            <a:endParaRPr lang="fr-FR" sz="1800" i="1"/>
          </a:p>
          <a:p>
            <a:pPr marL="0" indent="0" algn="r">
              <a:buNone/>
            </a:pPr>
            <a:r>
              <a:rPr lang="fr-FR" sz="1800"/>
              <a:t>On oppose souvent le sérieux et l’imaginaire, or le sérieux ne serait rien si l’imaginaire ne l’avait pas initié. Aujourd’hui, dans nos cadres de travail de plus en plus normés et standardisés, l’imagination a parfois peine à trouver sa place. </a:t>
            </a:r>
          </a:p>
          <a:p>
            <a:pPr marL="0" indent="0" algn="r">
              <a:buNone/>
            </a:pPr>
            <a:r>
              <a:rPr lang="fr-FR" sz="1800"/>
              <a:t>Nous, les porteurs de l’imagination, sommes encore très surveillés par les gardiens du sérieux, qui guettent la moindre occasion pour nous condamner ! </a:t>
            </a:r>
          </a:p>
          <a:p>
            <a:pPr marL="0" indent="0" algn="r">
              <a:buNone/>
            </a:pPr>
            <a:r>
              <a:rPr lang="fr-FR" sz="1800" dirty="0"/>
              <a:t>Une des ouvertures pour le grand retour de l’imaginaire est l’usage de jeux dits </a:t>
            </a:r>
            <a:r>
              <a:rPr lang="fr-FR" sz="1800"/>
              <a:t>"sérieux". Cette brèche nous permet de reconquérir des vocations perdues, des </a:t>
            </a:r>
            <a:r>
              <a:rPr lang="fr-FR" sz="1800" dirty="0"/>
              <a:t>ambitions blasées, et de leur redonner vie, motivation, créativité ! </a:t>
            </a:r>
            <a:endParaRPr lang="fr-FR" sz="1800" dirty="0">
              <a:cs typeface="Calibri"/>
            </a:endParaRPr>
          </a:p>
          <a:p>
            <a:pPr marL="0" indent="0" algn="r">
              <a:buNone/>
            </a:pPr>
            <a:r>
              <a:rPr lang="fr-FR" sz="1800"/>
              <a:t>Pour continuer à explorer la brèche, nous devons pour l’instant nous y </a:t>
            </a:r>
            <a:r>
              <a:rPr lang="fr-FR" sz="1800" dirty="0"/>
              <a:t>aventurer progressivement, et tâcher de montrer que nous avons encore notre place dans le monde du Sérieux !</a:t>
            </a:r>
            <a:endParaRPr lang="fr-FR" sz="1800" dirty="0">
              <a:cs typeface="Calibri"/>
            </a:endParaRPr>
          </a:p>
        </p:txBody>
      </p:sp>
    </p:spTree>
    <p:extLst>
      <p:ext uri="{BB962C8B-B14F-4D97-AF65-F5344CB8AC3E}">
        <p14:creationId xmlns:p14="http://schemas.microsoft.com/office/powerpoint/2010/main" val="1901668735"/>
      </p:ext>
    </p:extLst>
  </p:cSld>
  <p:clrMapOvr>
    <a:masterClrMapping/>
  </p:clrMapOvr>
  <mc:AlternateContent xmlns:mc="http://schemas.openxmlformats.org/markup-compatibility/2006" xmlns:p14="http://schemas.microsoft.com/office/powerpoint/2010/main">
    <mc:Choice Requires="p14">
      <p:transition spd="slow" p14:dur="2000" advTm="1902"/>
    </mc:Choice>
    <mc:Fallback xmlns="">
      <p:transition spd="slow" advTm="190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F50BCF-F490-42C3-84D7-68B191DDCB9C}"/>
              </a:ext>
            </a:extLst>
          </p:cNvPr>
          <p:cNvSpPr>
            <a:spLocks noGrp="1"/>
          </p:cNvSpPr>
          <p:nvPr>
            <p:ph type="title"/>
          </p:nvPr>
        </p:nvSpPr>
        <p:spPr>
          <a:xfrm>
            <a:off x="481013" y="3752849"/>
            <a:ext cx="1702349" cy="2452687"/>
          </a:xfrm>
        </p:spPr>
        <p:txBody>
          <a:bodyPr anchor="ctr">
            <a:normAutofit/>
          </a:bodyPr>
          <a:lstStyle/>
          <a:p>
            <a:r>
              <a:rPr lang="fr-FR" sz="3600"/>
              <a:t>Pitch du SGNC</a:t>
            </a:r>
          </a:p>
        </p:txBody>
      </p:sp>
      <p:pic>
        <p:nvPicPr>
          <p:cNvPr id="5" name="Image 4" descr="Une image contenant texte&#10;&#10;Description générée automatiquement">
            <a:extLst>
              <a:ext uri="{FF2B5EF4-FFF2-40B4-BE49-F238E27FC236}">
                <a16:creationId xmlns:a16="http://schemas.microsoft.com/office/drawing/2014/main" id="{98540265-95AC-4B09-B799-BE4D692A230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8419" b="1616"/>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Espace réservé du contenu 2">
            <a:extLst>
              <a:ext uri="{FF2B5EF4-FFF2-40B4-BE49-F238E27FC236}">
                <a16:creationId xmlns:a16="http://schemas.microsoft.com/office/drawing/2014/main" id="{C6C9DE5E-1522-41A0-A178-5BAB610C88C0}"/>
              </a:ext>
            </a:extLst>
          </p:cNvPr>
          <p:cNvSpPr>
            <a:spLocks noGrp="1"/>
          </p:cNvSpPr>
          <p:nvPr>
            <p:ph idx="1"/>
          </p:nvPr>
        </p:nvSpPr>
        <p:spPr>
          <a:xfrm>
            <a:off x="2332654" y="3752850"/>
            <a:ext cx="9376742" cy="2905095"/>
          </a:xfrm>
        </p:spPr>
        <p:txBody>
          <a:bodyPr vert="horz" lIns="91440" tIns="45720" rIns="91440" bIns="45720" rtlCol="0" anchor="ctr">
            <a:normAutofit/>
          </a:bodyPr>
          <a:lstStyle/>
          <a:p>
            <a:pPr>
              <a:buNone/>
            </a:pPr>
            <a:r>
              <a:rPr lang="fr-FR" sz="1200" dirty="0">
                <a:ea typeface="+mn-lt"/>
                <a:cs typeface="+mn-lt"/>
              </a:rPr>
              <a:t>En tant que créateur de jeux/ateliers sérieux, nous pouvons avoir l'envie de plonger les joueur(-se)s plus loin dans l'immersion. Un univers narratif pose le cadre de la simulation dans laquelle chacun va évoluer, en stimulant l’imagination, l’engagement, la créativité, la mémorisation et les </a:t>
            </a:r>
            <a:r>
              <a:rPr lang="fr-FR" sz="1200">
                <a:ea typeface="+mn-lt"/>
                <a:cs typeface="+mn-lt"/>
              </a:rPr>
              <a:t>échanges !  </a:t>
            </a:r>
            <a:endParaRPr lang="fr-FR"/>
          </a:p>
          <a:p>
            <a:pPr>
              <a:buNone/>
            </a:pPr>
            <a:r>
              <a:rPr lang="fr-FR" sz="1200" dirty="0">
                <a:ea typeface="+mn-lt"/>
                <a:cs typeface="+mn-lt"/>
              </a:rPr>
              <a:t>Un jeu sérieux peut reposer principalement sur son narratif, celui-ci peut représenter une infime partie du travail de conception, ou juste être absent </a:t>
            </a:r>
            <a:r>
              <a:rPr lang="fr-FR" sz="1200">
                <a:ea typeface="+mn-lt"/>
                <a:cs typeface="+mn-lt"/>
              </a:rPr>
              <a:t>de certains jeux qui brilleraient par leurs simples mécaniques. Si nous décidons d'ajouter cette couche de story telling, essayons de doser :</a:t>
            </a:r>
          </a:p>
          <a:p>
            <a:pPr>
              <a:buNone/>
            </a:pPr>
            <a:r>
              <a:rPr lang="fr-FR" sz="1200">
                <a:ea typeface="+mn-lt"/>
                <a:cs typeface="+mn-lt"/>
              </a:rPr>
              <a:t>- PAS ASSEZ de narratif et le jeu ne sort pas suffisamment du cadre, l’imagination ne s’exprime pas. </a:t>
            </a:r>
            <a:endParaRPr lang="fr-FR" sz="1200">
              <a:cs typeface="Calibri"/>
            </a:endParaRPr>
          </a:p>
          <a:p>
            <a:pPr>
              <a:buNone/>
            </a:pPr>
            <a:r>
              <a:rPr lang="fr-FR" sz="1200">
                <a:ea typeface="+mn-lt"/>
                <a:cs typeface="+mn-lt"/>
              </a:rPr>
              <a:t>- TROP de narratif et le jeu risque d’être difficile à prendre en main, ou trop loin de la réalité pour laquelle on veut le rendre utile. </a:t>
            </a:r>
            <a:endParaRPr lang="fr-FR" sz="1200"/>
          </a:p>
          <a:p>
            <a:pPr>
              <a:buNone/>
            </a:pPr>
            <a:r>
              <a:rPr lang="fr-FR" sz="1200">
                <a:ea typeface="+mn-lt"/>
                <a:cs typeface="+mn-lt"/>
              </a:rPr>
              <a:t>Afin de choisir au mieux le narratif à implémenter, son dosage, le Serious Game Narrative Canvas liste les éléments clés sur lesquels intervenir, leur utilité, les contraintes et points d’attention. Il permet aussi de prendre de premiers repères pour exploiter l’incroyable potentiel des jeux de rôle.</a:t>
            </a:r>
            <a:endParaRPr lang="fr-FR" sz="1200"/>
          </a:p>
          <a:p>
            <a:pPr>
              <a:buNone/>
            </a:pPr>
            <a:endParaRPr lang="fr-FR" sz="1200" dirty="0">
              <a:ea typeface="+mn-lt"/>
              <a:cs typeface="+mn-lt"/>
            </a:endParaRPr>
          </a:p>
          <a:p>
            <a:pPr marL="0" indent="0">
              <a:buNone/>
            </a:pPr>
            <a:endParaRPr lang="fr-FR" sz="1200" dirty="0">
              <a:cs typeface="Calibri"/>
            </a:endParaRPr>
          </a:p>
        </p:txBody>
      </p:sp>
    </p:spTree>
    <p:extLst>
      <p:ext uri="{BB962C8B-B14F-4D97-AF65-F5344CB8AC3E}">
        <p14:creationId xmlns:p14="http://schemas.microsoft.com/office/powerpoint/2010/main" val="4210625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6" descr="Une image contenant personne, femme, intérieur, fille&#10;&#10;Description générée automatiquement">
            <a:extLst>
              <a:ext uri="{FF2B5EF4-FFF2-40B4-BE49-F238E27FC236}">
                <a16:creationId xmlns:a16="http://schemas.microsoft.com/office/drawing/2014/main" id="{0B467287-9CA8-42B9-898C-C9EFCE01F2FC}"/>
              </a:ext>
            </a:extLst>
          </p:cNvPr>
          <p:cNvPicPr>
            <a:picLocks noChangeAspect="1"/>
          </p:cNvPicPr>
          <p:nvPr/>
        </p:nvPicPr>
        <p:blipFill>
          <a:blip r:embed="rId2"/>
          <a:stretch>
            <a:fillRect/>
          </a:stretch>
        </p:blipFill>
        <p:spPr>
          <a:xfrm>
            <a:off x="6580017" y="0"/>
            <a:ext cx="4879941" cy="6885404"/>
          </a:xfrm>
          <a:prstGeom prst="rect">
            <a:avLst/>
          </a:prstGeom>
        </p:spPr>
      </p:pic>
      <p:pic>
        <p:nvPicPr>
          <p:cNvPr id="5" name="Image 4" descr="Une image contenant texte, intérieur, plancher, pièce&#10;&#10;Description générée automatiquement">
            <a:extLst>
              <a:ext uri="{FF2B5EF4-FFF2-40B4-BE49-F238E27FC236}">
                <a16:creationId xmlns:a16="http://schemas.microsoft.com/office/drawing/2014/main" id="{F10CBE59-8959-41C7-934F-324C950D2926}"/>
              </a:ext>
            </a:extLst>
          </p:cNvPr>
          <p:cNvPicPr>
            <a:picLocks noChangeAspect="1"/>
          </p:cNvPicPr>
          <p:nvPr/>
        </p:nvPicPr>
        <p:blipFill rotWithShape="1">
          <a:blip r:embed="rId3">
            <a:alphaModFix amt="50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0832" r="29834" b="-1"/>
          <a:stretch/>
        </p:blipFill>
        <p:spPr>
          <a:xfrm>
            <a:off x="484037" y="13712"/>
            <a:ext cx="6095980" cy="6857990"/>
          </a:xfrm>
          <a:prstGeom prst="rect">
            <a:avLst/>
          </a:prstGeom>
          <a:solidFill>
            <a:srgbClr val="C0C0C0">
              <a:alpha val="60000"/>
            </a:srgbClr>
          </a:solidFill>
        </p:spPr>
      </p:pic>
      <p:sp>
        <p:nvSpPr>
          <p:cNvPr id="3" name="Espace réservé du contenu 2">
            <a:extLst>
              <a:ext uri="{FF2B5EF4-FFF2-40B4-BE49-F238E27FC236}">
                <a16:creationId xmlns:a16="http://schemas.microsoft.com/office/drawing/2014/main" id="{65BE6719-5378-44FD-BCF1-753FB2105116}"/>
              </a:ext>
            </a:extLst>
          </p:cNvPr>
          <p:cNvSpPr>
            <a:spLocks noGrp="1"/>
          </p:cNvSpPr>
          <p:nvPr>
            <p:ph idx="1"/>
          </p:nvPr>
        </p:nvSpPr>
        <p:spPr>
          <a:xfrm>
            <a:off x="-186431" y="4163627"/>
            <a:ext cx="6766448" cy="2228295"/>
          </a:xfrm>
          <a:prstGeom prst="wedgeEllipseCallout">
            <a:avLst>
              <a:gd name="adj1" fmla="val 82922"/>
              <a:gd name="adj2" fmla="val -111740"/>
            </a:avLst>
          </a:prstGeom>
          <a:solidFill>
            <a:srgbClr val="FFFFFF">
              <a:alpha val="89804"/>
            </a:srgbClr>
          </a:solidFill>
        </p:spPr>
        <p:txBody>
          <a:bodyPr>
            <a:normAutofit fontScale="55000" lnSpcReduction="20000"/>
          </a:bodyPr>
          <a:lstStyle/>
          <a:p>
            <a:pPr marL="0" indent="0" algn="ctr">
              <a:buNone/>
            </a:pPr>
            <a:r>
              <a:rPr lang="fr-FR" sz="7200" i="1">
                <a:solidFill>
                  <a:srgbClr val="0683AA"/>
                </a:solidFill>
              </a:rPr>
              <a:t>Comment décider du narratif d’un jeu sérieux sur mesure ?</a:t>
            </a:r>
            <a:endParaRPr lang="fr-FR" sz="7200"/>
          </a:p>
        </p:txBody>
      </p:sp>
    </p:spTree>
    <p:extLst>
      <p:ext uri="{BB962C8B-B14F-4D97-AF65-F5344CB8AC3E}">
        <p14:creationId xmlns:p14="http://schemas.microsoft.com/office/powerpoint/2010/main" val="2008054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AF3C5C-0C87-4668-80BD-CFB4703BB86E}"/>
              </a:ext>
            </a:extLst>
          </p:cNvPr>
          <p:cNvSpPr>
            <a:spLocks noGrp="1"/>
          </p:cNvSpPr>
          <p:nvPr>
            <p:ph type="title"/>
          </p:nvPr>
        </p:nvSpPr>
        <p:spPr/>
        <p:txBody>
          <a:bodyPr/>
          <a:lstStyle/>
          <a:p>
            <a:r>
              <a:rPr lang="fr-FR"/>
              <a:t>Qu’appelle-t-on ici le « Narratif » ?</a:t>
            </a:r>
          </a:p>
        </p:txBody>
      </p:sp>
      <p:pic>
        <p:nvPicPr>
          <p:cNvPr id="4" name="Graphique 3" descr="Groupe avec un remplissage uni">
            <a:extLst>
              <a:ext uri="{FF2B5EF4-FFF2-40B4-BE49-F238E27FC236}">
                <a16:creationId xmlns:a16="http://schemas.microsoft.com/office/drawing/2014/main" id="{4E0E310C-0F02-4811-B5E5-EE4D0CD60E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4418" y="5145032"/>
            <a:ext cx="1141967" cy="1141967"/>
          </a:xfrm>
          <a:prstGeom prst="rect">
            <a:avLst/>
          </a:prstGeom>
        </p:spPr>
      </p:pic>
      <p:sp>
        <p:nvSpPr>
          <p:cNvPr id="5" name="Phylactère : pensées 4">
            <a:extLst>
              <a:ext uri="{FF2B5EF4-FFF2-40B4-BE49-F238E27FC236}">
                <a16:creationId xmlns:a16="http://schemas.microsoft.com/office/drawing/2014/main" id="{59307FE8-E011-4B7C-96C9-ECB31416963A}"/>
              </a:ext>
            </a:extLst>
          </p:cNvPr>
          <p:cNvSpPr/>
          <p:nvPr/>
        </p:nvSpPr>
        <p:spPr>
          <a:xfrm>
            <a:off x="1065402" y="1339231"/>
            <a:ext cx="11056690" cy="3973662"/>
          </a:xfrm>
          <a:prstGeom prst="cloudCallout">
            <a:avLst>
              <a:gd name="adj1" fmla="val -9921"/>
              <a:gd name="adj2" fmla="val 403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Le Narratif : </a:t>
            </a:r>
          </a:p>
          <a:p>
            <a:pPr algn="ctr"/>
            <a:r>
              <a:rPr lang="fr-FR"/>
              <a:t>La partie imaginaire dans laquelle votre jeu emmène les joueur(-se)s.</a:t>
            </a:r>
          </a:p>
          <a:p>
            <a:pPr algn="ctr"/>
            <a:endParaRPr lang="fr-FR"/>
          </a:p>
          <a:p>
            <a:pPr algn="ctr"/>
            <a:r>
              <a:rPr lang="fr-FR"/>
              <a:t>Les personnages, L’univers, Les scénarios / situations, Les actions possibles </a:t>
            </a:r>
          </a:p>
          <a:p>
            <a:pPr algn="ctr"/>
            <a:endParaRPr lang="fr-FR"/>
          </a:p>
        </p:txBody>
      </p:sp>
      <p:sp>
        <p:nvSpPr>
          <p:cNvPr id="10" name="ZoneTexte 9">
            <a:extLst>
              <a:ext uri="{FF2B5EF4-FFF2-40B4-BE49-F238E27FC236}">
                <a16:creationId xmlns:a16="http://schemas.microsoft.com/office/drawing/2014/main" id="{CF7EB326-D9B6-42A2-A3A0-E7CA3A603FA4}"/>
              </a:ext>
            </a:extLst>
          </p:cNvPr>
          <p:cNvSpPr txBox="1"/>
          <p:nvPr/>
        </p:nvSpPr>
        <p:spPr>
          <a:xfrm>
            <a:off x="532332" y="6001832"/>
            <a:ext cx="2010536" cy="523220"/>
          </a:xfrm>
          <a:prstGeom prst="rect">
            <a:avLst/>
          </a:prstGeom>
          <a:noFill/>
        </p:spPr>
        <p:txBody>
          <a:bodyPr wrap="square">
            <a:spAutoFit/>
          </a:bodyPr>
          <a:lstStyle/>
          <a:p>
            <a:r>
              <a:rPr lang="fr-FR" sz="1400"/>
              <a:t>Les joueur(-se)s et leur cadre réel du quotidien</a:t>
            </a:r>
          </a:p>
        </p:txBody>
      </p:sp>
      <p:sp>
        <p:nvSpPr>
          <p:cNvPr id="11" name="Rectangle 10">
            <a:extLst>
              <a:ext uri="{FF2B5EF4-FFF2-40B4-BE49-F238E27FC236}">
                <a16:creationId xmlns:a16="http://schemas.microsoft.com/office/drawing/2014/main" id="{5B7F4C5A-F65F-4CB6-B44F-A5E738121319}"/>
              </a:ext>
            </a:extLst>
          </p:cNvPr>
          <p:cNvSpPr/>
          <p:nvPr/>
        </p:nvSpPr>
        <p:spPr>
          <a:xfrm>
            <a:off x="436291" y="4275735"/>
            <a:ext cx="2180098" cy="2301055"/>
          </a:xfrm>
          <a:custGeom>
            <a:avLst/>
            <a:gdLst>
              <a:gd name="connsiteX0" fmla="*/ 0 w 2180098"/>
              <a:gd name="connsiteY0" fmla="*/ 0 h 2301055"/>
              <a:gd name="connsiteX1" fmla="*/ 2180098 w 2180098"/>
              <a:gd name="connsiteY1" fmla="*/ 0 h 2301055"/>
              <a:gd name="connsiteX2" fmla="*/ 2180098 w 2180098"/>
              <a:gd name="connsiteY2" fmla="*/ 2301055 h 2301055"/>
              <a:gd name="connsiteX3" fmla="*/ 0 w 2180098"/>
              <a:gd name="connsiteY3" fmla="*/ 2301055 h 2301055"/>
              <a:gd name="connsiteX4" fmla="*/ 0 w 2180098"/>
              <a:gd name="connsiteY4" fmla="*/ 0 h 2301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0098" h="2301055" extrusionOk="0">
                <a:moveTo>
                  <a:pt x="0" y="0"/>
                </a:moveTo>
                <a:cubicBezTo>
                  <a:pt x="524825" y="-5317"/>
                  <a:pt x="1356921" y="155374"/>
                  <a:pt x="2180098" y="0"/>
                </a:cubicBezTo>
                <a:cubicBezTo>
                  <a:pt x="2286034" y="1060773"/>
                  <a:pt x="2276887" y="1338694"/>
                  <a:pt x="2180098" y="2301055"/>
                </a:cubicBezTo>
                <a:cubicBezTo>
                  <a:pt x="1669236" y="2241329"/>
                  <a:pt x="686986" y="2164671"/>
                  <a:pt x="0" y="2301055"/>
                </a:cubicBezTo>
                <a:cubicBezTo>
                  <a:pt x="109739" y="1701288"/>
                  <a:pt x="31207" y="723158"/>
                  <a:pt x="0" y="0"/>
                </a:cubicBezTo>
                <a:close/>
              </a:path>
            </a:pathLst>
          </a:custGeom>
          <a:noFill/>
          <a:ln w="6350">
            <a:solidFill>
              <a:schemeClr val="tx1"/>
            </a:solidFill>
            <a:extLst>
              <a:ext uri="{C807C97D-BFC1-408E-A445-0C87EB9F89A2}">
                <ask:lineSketchStyleProps xmlns:ask="http://schemas.microsoft.com/office/drawing/2018/sketchyshapes" sd="3360952435">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Graphique 15" descr="Flèche : courbe dans le sens des aiguilles d’une montre avec un remplissage uni">
            <a:extLst>
              <a:ext uri="{FF2B5EF4-FFF2-40B4-BE49-F238E27FC236}">
                <a16:creationId xmlns:a16="http://schemas.microsoft.com/office/drawing/2014/main" id="{CE3DB804-4572-4E9C-A3C2-E329233492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5882017">
            <a:off x="3012968" y="4278885"/>
            <a:ext cx="914400" cy="1943278"/>
          </a:xfrm>
          <a:prstGeom prst="rect">
            <a:avLst/>
          </a:prstGeom>
        </p:spPr>
      </p:pic>
      <p:pic>
        <p:nvPicPr>
          <p:cNvPr id="22" name="Graphique 21" descr="Retour avec un remplissage uni">
            <a:extLst>
              <a:ext uri="{FF2B5EF4-FFF2-40B4-BE49-F238E27FC236}">
                <a16:creationId xmlns:a16="http://schemas.microsoft.com/office/drawing/2014/main" id="{1EDEB7BF-0FE2-4566-AE75-0283F77DEB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845459">
            <a:off x="918093" y="3086361"/>
            <a:ext cx="1699777" cy="914400"/>
          </a:xfrm>
          <a:prstGeom prst="rect">
            <a:avLst/>
          </a:prstGeom>
        </p:spPr>
      </p:pic>
      <p:pic>
        <p:nvPicPr>
          <p:cNvPr id="24" name="Graphique 23" descr="Personne confuse avec un remplissage uni">
            <a:extLst>
              <a:ext uri="{FF2B5EF4-FFF2-40B4-BE49-F238E27FC236}">
                <a16:creationId xmlns:a16="http://schemas.microsoft.com/office/drawing/2014/main" id="{9FC1865C-085D-4936-8376-2C3EC402DF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0161" y="3672973"/>
            <a:ext cx="665070" cy="665070"/>
          </a:xfrm>
          <a:prstGeom prst="rect">
            <a:avLst/>
          </a:prstGeom>
        </p:spPr>
      </p:pic>
      <p:pic>
        <p:nvPicPr>
          <p:cNvPr id="25" name="Graphique 24" descr="Monde avec un remplissage uni">
            <a:extLst>
              <a:ext uri="{FF2B5EF4-FFF2-40B4-BE49-F238E27FC236}">
                <a16:creationId xmlns:a16="http://schemas.microsoft.com/office/drawing/2014/main" id="{C2840AF1-2572-43F6-B11B-828DCD2C518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0149" t="3175" r="8595" b="9576"/>
          <a:stretch/>
        </p:blipFill>
        <p:spPr>
          <a:xfrm>
            <a:off x="4571792" y="3688238"/>
            <a:ext cx="503339" cy="540454"/>
          </a:xfrm>
          <a:prstGeom prst="rect">
            <a:avLst/>
          </a:prstGeom>
        </p:spPr>
      </p:pic>
      <p:pic>
        <p:nvPicPr>
          <p:cNvPr id="26" name="Graphique 25" descr="Enseignant avec un remplissage uni">
            <a:extLst>
              <a:ext uri="{FF2B5EF4-FFF2-40B4-BE49-F238E27FC236}">
                <a16:creationId xmlns:a16="http://schemas.microsoft.com/office/drawing/2014/main" id="{B810208B-BA48-4281-9DE1-3C441BCD7C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91999" y="3904172"/>
            <a:ext cx="1141966" cy="1141966"/>
          </a:xfrm>
          <a:prstGeom prst="rect">
            <a:avLst/>
          </a:prstGeom>
        </p:spPr>
      </p:pic>
      <p:pic>
        <p:nvPicPr>
          <p:cNvPr id="28" name="Graphique 27" descr="Connecté avec un remplissage uni">
            <a:extLst>
              <a:ext uri="{FF2B5EF4-FFF2-40B4-BE49-F238E27FC236}">
                <a16:creationId xmlns:a16="http://schemas.microsoft.com/office/drawing/2014/main" id="{906CCD59-E125-4143-8842-72352669571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76762" y="3672973"/>
            <a:ext cx="665070" cy="665070"/>
          </a:xfrm>
          <a:prstGeom prst="rect">
            <a:avLst/>
          </a:prstGeom>
        </p:spPr>
      </p:pic>
      <p:sp>
        <p:nvSpPr>
          <p:cNvPr id="31" name="ZoneTexte 30">
            <a:extLst>
              <a:ext uri="{FF2B5EF4-FFF2-40B4-BE49-F238E27FC236}">
                <a16:creationId xmlns:a16="http://schemas.microsoft.com/office/drawing/2014/main" id="{2D5F4294-7B9D-4A3D-B5D8-E37D3FA81140}"/>
              </a:ext>
            </a:extLst>
          </p:cNvPr>
          <p:cNvSpPr txBox="1"/>
          <p:nvPr/>
        </p:nvSpPr>
        <p:spPr>
          <a:xfrm>
            <a:off x="857583" y="4727304"/>
            <a:ext cx="1758806" cy="577081"/>
          </a:xfrm>
          <a:prstGeom prst="rect">
            <a:avLst/>
          </a:prstGeom>
          <a:noFill/>
        </p:spPr>
        <p:txBody>
          <a:bodyPr wrap="square">
            <a:spAutoFit/>
          </a:bodyPr>
          <a:lstStyle/>
          <a:p>
            <a:pPr algn="r"/>
            <a:r>
              <a:rPr lang="fr-FR" sz="1050"/>
              <a:t>Vous, qui invitez à se plonger dans un Serious Game créé sur mesure</a:t>
            </a:r>
          </a:p>
        </p:txBody>
      </p:sp>
      <p:pic>
        <p:nvPicPr>
          <p:cNvPr id="32" name="Graphique 31" descr="Outils d'exploitation minière avec un remplissage uni">
            <a:extLst>
              <a:ext uri="{FF2B5EF4-FFF2-40B4-BE49-F238E27FC236}">
                <a16:creationId xmlns:a16="http://schemas.microsoft.com/office/drawing/2014/main" id="{C483290A-B180-45E3-AE7F-4B9C9012F45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43463" y="3672972"/>
            <a:ext cx="665071" cy="665071"/>
          </a:xfrm>
          <a:prstGeom prst="rect">
            <a:avLst/>
          </a:prstGeom>
        </p:spPr>
      </p:pic>
    </p:spTree>
    <p:extLst>
      <p:ext uri="{BB962C8B-B14F-4D97-AF65-F5344CB8AC3E}">
        <p14:creationId xmlns:p14="http://schemas.microsoft.com/office/powerpoint/2010/main" val="1692330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403F8E-D13F-490B-ACC3-5C9FED32FCF0}"/>
              </a:ext>
            </a:extLst>
          </p:cNvPr>
          <p:cNvSpPr>
            <a:spLocks noGrp="1"/>
          </p:cNvSpPr>
          <p:nvPr>
            <p:ph type="title"/>
          </p:nvPr>
        </p:nvSpPr>
        <p:spPr/>
        <p:txBody>
          <a:bodyPr>
            <a:normAutofit/>
          </a:bodyPr>
          <a:lstStyle/>
          <a:p>
            <a:r>
              <a:rPr lang="fr-FR"/>
              <a:t>Usage du Serious Game Narrative Canvas</a:t>
            </a:r>
          </a:p>
        </p:txBody>
      </p:sp>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44489" y="1690688"/>
            <a:ext cx="2832018" cy="823912"/>
          </a:xfrm>
          <a:solidFill>
            <a:srgbClr val="0683AA"/>
          </a:solidFill>
        </p:spPr>
        <p:txBody>
          <a:bodyPr anchor="ctr">
            <a:normAutofit/>
          </a:bodyPr>
          <a:lstStyle/>
          <a:p>
            <a:r>
              <a:rPr lang="fr-FR" sz="2000"/>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44489" y="2514600"/>
            <a:ext cx="2832018" cy="3684588"/>
          </a:xfrm>
          <a:solidFill>
            <a:schemeClr val="accent5">
              <a:lumMod val="20000"/>
              <a:lumOff val="80000"/>
            </a:schemeClr>
          </a:solidFill>
        </p:spPr>
        <p:txBody>
          <a:bodyPr>
            <a:normAutofit/>
          </a:bodyPr>
          <a:lstStyle/>
          <a:p>
            <a:r>
              <a:rPr lang="fr-FR" sz="1200"/>
              <a:t>Comprendre ce qu’on fait lorsqu’on ajoute du narratif à un jeu sérieux (et pourquoi on le fait)</a:t>
            </a:r>
          </a:p>
          <a:p>
            <a:endParaRPr lang="fr-FR" sz="1200"/>
          </a:p>
          <a:p>
            <a:r>
              <a:rPr lang="fr-FR" sz="1200"/>
              <a:t>Apprendre à choisir et doser le narratif selon des objectifs donnés pour le jeu sérieux qui est créé pour une situation </a:t>
            </a:r>
          </a:p>
          <a:p>
            <a:endParaRPr lang="fr-FR" sz="1200"/>
          </a:p>
          <a:p>
            <a:r>
              <a:rPr lang="fr-FR" sz="1200"/>
              <a:t>Développer des réflexes de création narrative de base lorsqu’on développe un jeu</a:t>
            </a:r>
          </a:p>
          <a:p>
            <a:endParaRPr lang="fr-FR" sz="1200"/>
          </a:p>
          <a:p>
            <a:r>
              <a:rPr lang="fr-FR" sz="1200"/>
              <a:t>Savoir enrichir un jeu sérieux existant en ajoutant une surcouche narrative appropriée.</a:t>
            </a:r>
          </a:p>
          <a:p>
            <a:endParaRPr lang="fr-FR" sz="1200"/>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63289" y="1690688"/>
            <a:ext cx="2845965" cy="823912"/>
          </a:xfrm>
          <a:solidFill>
            <a:srgbClr val="ED7D31"/>
          </a:solidFill>
        </p:spPr>
        <p:txBody>
          <a:bodyPr anchor="ctr">
            <a:normAutofit/>
          </a:bodyPr>
          <a:lstStyle/>
          <a:p>
            <a:r>
              <a:rPr lang="fr-FR" sz="2000"/>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63289" y="2514600"/>
            <a:ext cx="2845965" cy="3684588"/>
          </a:xfrm>
          <a:solidFill>
            <a:schemeClr val="accent2">
              <a:lumMod val="20000"/>
              <a:lumOff val="80000"/>
            </a:schemeClr>
          </a:solidFill>
        </p:spPr>
        <p:txBody>
          <a:bodyPr>
            <a:normAutofit/>
          </a:bodyPr>
          <a:lstStyle/>
          <a:p>
            <a:r>
              <a:rPr lang="fr-FR" sz="1200"/>
              <a:t>Accélérer la création de Serious Games pour une situation donnée</a:t>
            </a:r>
          </a:p>
          <a:p>
            <a:endParaRPr lang="fr-FR" sz="1200"/>
          </a:p>
          <a:p>
            <a:r>
              <a:rPr lang="fr-FR" sz="1200"/>
              <a:t>Faciliter l’adaptation d’un Serious Game, d’un atelier de travail utilisant du narratif ou du jeu de rôle</a:t>
            </a:r>
          </a:p>
          <a:p>
            <a:pPr marL="0" indent="0">
              <a:buNone/>
            </a:pPr>
            <a:endParaRPr lang="fr-FR" sz="1200"/>
          </a:p>
          <a:p>
            <a:pPr marL="0" indent="0">
              <a:buNone/>
            </a:pPr>
            <a:r>
              <a:rPr lang="fr-FR" sz="1200"/>
              <a:t>Usage différent potentiel : </a:t>
            </a:r>
          </a:p>
          <a:p>
            <a:r>
              <a:rPr lang="fr-FR" sz="1200"/>
              <a:t>Enrichir un jeu sérieux existant en ajoutant une surcouche narrative appropriée.</a:t>
            </a:r>
          </a:p>
          <a:p>
            <a:pPr marL="0" indent="0">
              <a:buNone/>
            </a:pPr>
            <a:endParaRPr lang="fr-FR" sz="1200"/>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96036" y="1690688"/>
            <a:ext cx="2832018"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96036" y="2514600"/>
            <a:ext cx="2832018" cy="3684588"/>
          </a:xfrm>
          <a:prstGeom prst="rect">
            <a:avLst/>
          </a:prstGeom>
          <a:solidFill>
            <a:schemeClr val="bg1">
              <a:lumMod val="95000"/>
            </a:schemeClr>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a:t>Créatrices / Créateurs de jeux sérieux (niveau 6 #OSG)</a:t>
            </a:r>
          </a:p>
          <a:p>
            <a:r>
              <a:rPr lang="fr-FR" sz="1200"/>
              <a:t>Ce contenu a été créé pour des jeux « animés par quelqu’un », comme des jeux de rôles sérieux avec un maître du jeu/facilitateur. Certaines réflexions sont applicables à des jeux de rôles sérieux « autonomes ».</a:t>
            </a:r>
          </a:p>
          <a:p>
            <a:endParaRPr lang="fr-FR" sz="1200"/>
          </a:p>
          <a:p>
            <a:pPr marL="0" indent="0">
              <a:buNone/>
            </a:pPr>
            <a:r>
              <a:rPr lang="fr-FR" sz="1200"/>
              <a:t>Prérequis : </a:t>
            </a:r>
          </a:p>
          <a:p>
            <a:r>
              <a:rPr lang="fr-FR" sz="1200"/>
              <a:t>Compétences : Maîtriser les concepts permettant d’arriver au niveau 6 #OSG (entre autres, éclaireur, animateur, notion de « Serious » dans le Serious Game, etc.)</a:t>
            </a:r>
          </a:p>
          <a:p>
            <a:r>
              <a:rPr lang="fr-FR" sz="1200"/>
              <a:t>Etapes : avoir suffisamment d’éléments sur le contexte pour lequel vous créez, et avoir un objectif clair, potentiellement avoir un jeu sérieux déjà prêt à enrichir.</a:t>
            </a:r>
          </a:p>
          <a:p>
            <a:pPr>
              <a:buFontTx/>
              <a:buChar char="-"/>
            </a:pPr>
            <a:endParaRPr lang="fr-FR" sz="1200"/>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14836" y="1690688"/>
            <a:ext cx="2832018" cy="8239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Exemples d’usages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14836" y="2514600"/>
            <a:ext cx="2832018" cy="3684588"/>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Vous êtes formateur(-</a:t>
            </a:r>
            <a:r>
              <a:rPr lang="fr-FR" sz="1200" dirty="0" err="1"/>
              <a:t>trice</a:t>
            </a:r>
            <a:r>
              <a:rPr lang="fr-FR" sz="1200" dirty="0"/>
              <a:t>) et souhaitez « changer un peu du quotidien », et vous lancer dans la création d’un jeu de rôle ! Cependant vous ne voulez pas que votre jeu soit bateau, ou jugé trop à l’écart de vos objectifs pédagogiques. Vous avez </a:t>
            </a:r>
            <a:r>
              <a:rPr lang="fr-FR" sz="1200"/>
              <a:t>besoin de repères pour y aller pas à pas.</a:t>
            </a:r>
          </a:p>
          <a:p>
            <a:pPr marL="0" indent="0">
              <a:buNone/>
            </a:pPr>
            <a:r>
              <a:rPr lang="fr-FR" sz="1200"/>
              <a:t>Vous accompagnez une équipe et avez l’impression qu’ils sont déjà blasés des méthodes traditionnelles, des grilles de lecture logiques, du coaching classique. Vous vous dites que l’imaginaire pourrait apporter une belle touche.</a:t>
            </a:r>
          </a:p>
          <a:p>
            <a:pPr marL="0" indent="0">
              <a:buNone/>
            </a:pPr>
            <a:endParaRPr lang="fr-FR" sz="1200"/>
          </a:p>
          <a:p>
            <a:pPr marL="0" indent="0">
              <a:buNone/>
            </a:pPr>
            <a:r>
              <a:rPr lang="fr-FR" sz="1200"/>
              <a:t>Vous voulez créer un jeu sérieux pour le compte d’un client, mais souhaiteriez former d’autres personnes à réutiliser ce jeu et se l’approprier. Pour cela, vous avez besoin d’expliquer vos différents choix narratifs. </a:t>
            </a:r>
          </a:p>
        </p:txBody>
      </p:sp>
    </p:spTree>
    <p:extLst>
      <p:ext uri="{BB962C8B-B14F-4D97-AF65-F5344CB8AC3E}">
        <p14:creationId xmlns:p14="http://schemas.microsoft.com/office/powerpoint/2010/main" val="97406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403F8E-D13F-490B-ACC3-5C9FED32FCF0}"/>
              </a:ext>
            </a:extLst>
          </p:cNvPr>
          <p:cNvSpPr>
            <a:spLocks noGrp="1"/>
          </p:cNvSpPr>
          <p:nvPr>
            <p:ph type="title"/>
          </p:nvPr>
        </p:nvSpPr>
        <p:spPr/>
        <p:txBody>
          <a:bodyPr>
            <a:normAutofit/>
          </a:bodyPr>
          <a:lstStyle/>
          <a:p>
            <a:r>
              <a:rPr lang="fr-FR" sz="4000"/>
              <a:t>Hors périmètre du Serious Game Narrative Canvas</a:t>
            </a:r>
          </a:p>
        </p:txBody>
      </p:sp>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568170" y="1690688"/>
            <a:ext cx="3753555" cy="823912"/>
          </a:xfrm>
          <a:solidFill>
            <a:srgbClr val="0683AA"/>
          </a:solidFill>
        </p:spPr>
        <p:txBody>
          <a:bodyPr anchor="ctr">
            <a:normAutofit/>
          </a:bodyPr>
          <a:lstStyle/>
          <a:p>
            <a:r>
              <a:rPr lang="fr-FR" sz="2000"/>
              <a:t>Sujets non couverts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568170" y="2514600"/>
            <a:ext cx="3753555" cy="3684588"/>
          </a:xfrm>
          <a:solidFill>
            <a:schemeClr val="accent5">
              <a:lumMod val="20000"/>
              <a:lumOff val="80000"/>
            </a:schemeClr>
          </a:solidFill>
        </p:spPr>
        <p:txBody>
          <a:bodyPr vert="horz" lIns="91440" tIns="45720" rIns="91440" bIns="45720" rtlCol="0" anchor="t">
            <a:normAutofit/>
          </a:bodyPr>
          <a:lstStyle/>
          <a:p>
            <a:pPr marL="0" indent="0">
              <a:buNone/>
            </a:pPr>
            <a:r>
              <a:rPr lang="fr-FR" sz="1200"/>
              <a:t>Le </a:t>
            </a:r>
            <a:r>
              <a:rPr lang="fr-FR" sz="1200" b="1"/>
              <a:t>SGNC se concentre sur la partie narrative et imaginaire </a:t>
            </a:r>
            <a:r>
              <a:rPr lang="fr-FR" sz="1200"/>
              <a:t>de la création de jeu, particulièrement sur « l’usage » de ces leviers narratifs dans un cadre sérieux.</a:t>
            </a:r>
          </a:p>
          <a:p>
            <a:pPr marL="0" indent="0">
              <a:buNone/>
            </a:pPr>
            <a:r>
              <a:rPr lang="fr-FR" sz="1200"/>
              <a:t>Voici un ensemble de sujets que vous ne trouverez PAS en détail dans ce document de SGNC : </a:t>
            </a:r>
          </a:p>
          <a:p>
            <a:pPr>
              <a:buFontTx/>
              <a:buChar char="-"/>
            </a:pPr>
            <a:r>
              <a:rPr lang="fr-FR" sz="1200"/>
              <a:t>Comment clarifier le besoin et identifier les moyens disponibles pour créer votre jeu sérieux ?</a:t>
            </a:r>
          </a:p>
          <a:p>
            <a:pPr>
              <a:buFontTx/>
              <a:buChar char="-"/>
            </a:pPr>
            <a:r>
              <a:rPr lang="fr-FR" sz="1200"/>
              <a:t>Qualifier votre objectif de jeu sérieux ?</a:t>
            </a:r>
          </a:p>
          <a:p>
            <a:pPr>
              <a:buFontTx/>
              <a:buChar char="-"/>
            </a:pPr>
            <a:r>
              <a:rPr lang="fr-FR" sz="1200"/>
              <a:t>Quelles mécaniques de jeu choisir, et comment équilibrer son jeu ?</a:t>
            </a:r>
          </a:p>
          <a:p>
            <a:pPr>
              <a:buFontTx/>
              <a:buChar char="-"/>
            </a:pPr>
            <a:r>
              <a:rPr lang="fr-FR" sz="1200"/>
              <a:t>Comment tester votre jeu ? </a:t>
            </a:r>
          </a:p>
          <a:p>
            <a:pPr>
              <a:buFontTx/>
              <a:buChar char="-"/>
            </a:pPr>
            <a:r>
              <a:rPr lang="fr-FR" sz="1200"/>
              <a:t>Comment créer votre jeu (avec quels outils) ?</a:t>
            </a:r>
          </a:p>
          <a:p>
            <a:pPr>
              <a:buFontTx/>
              <a:buChar char="-"/>
            </a:pPr>
            <a:endParaRPr lang="fr-FR" sz="1200"/>
          </a:p>
          <a:p>
            <a:pPr>
              <a:buFontTx/>
              <a:buChar char="-"/>
            </a:pPr>
            <a:endParaRPr lang="fr-FR" sz="1200"/>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4408507" y="1690688"/>
            <a:ext cx="3865481" cy="823912"/>
          </a:xfrm>
          <a:solidFill>
            <a:srgbClr val="ED7D31"/>
          </a:solidFill>
        </p:spPr>
        <p:txBody>
          <a:bodyPr anchor="ctr">
            <a:normAutofit/>
          </a:bodyPr>
          <a:lstStyle/>
          <a:p>
            <a:r>
              <a:rPr lang="fr-FR" sz="2000"/>
              <a:t>Avec quoi compléter le SGNC ?</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4408507" y="2514600"/>
            <a:ext cx="3865481" cy="3684588"/>
          </a:xfrm>
          <a:solidFill>
            <a:schemeClr val="accent2">
              <a:lumMod val="20000"/>
              <a:lumOff val="80000"/>
            </a:schemeClr>
          </a:solidFill>
        </p:spPr>
        <p:txBody>
          <a:bodyPr vert="horz" lIns="91440" tIns="45720" rIns="91440" bIns="45720" rtlCol="0" anchor="t">
            <a:normAutofit/>
          </a:bodyPr>
          <a:lstStyle/>
          <a:p>
            <a:pPr marL="0" indent="0">
              <a:buNone/>
            </a:pPr>
            <a:r>
              <a:rPr lang="fr-FR" sz="1200"/>
              <a:t>Voici quelques outils que vous pourrez trouver sur Internet pour compléter le SGNC</a:t>
            </a:r>
          </a:p>
          <a:p>
            <a:pPr marL="0" indent="0">
              <a:buNone/>
            </a:pPr>
            <a:r>
              <a:rPr lang="fr-FR" sz="1200" b="1"/>
              <a:t>Pour la partie clarification de besoins et des moyens disponibles pour la création de jeu, ainsi que l’objectif</a:t>
            </a:r>
          </a:p>
          <a:p>
            <a:r>
              <a:rPr lang="fr-FR" sz="1200"/>
              <a:t>Les cartes </a:t>
            </a:r>
            <a:r>
              <a:rPr lang="fr-FR" sz="1200" err="1"/>
              <a:t>OpenSeriousFilters</a:t>
            </a:r>
            <a:r>
              <a:rPr lang="fr-FR" sz="1200"/>
              <a:t> (version cartes à jouer) </a:t>
            </a:r>
          </a:p>
          <a:p>
            <a:pPr marL="0" indent="0">
              <a:buNone/>
            </a:pPr>
            <a:r>
              <a:rPr lang="fr-FR" sz="1200" b="1"/>
              <a:t>Pour la partie du choix de mécaniques de jeux</a:t>
            </a:r>
          </a:p>
          <a:p>
            <a:r>
              <a:rPr lang="fr-FR" sz="1200"/>
              <a:t>Les Mecanicartes pour le choix des mécaniques</a:t>
            </a:r>
          </a:p>
          <a:p>
            <a:r>
              <a:rPr lang="fr-FR" sz="1200"/>
              <a:t>Les </a:t>
            </a:r>
            <a:r>
              <a:rPr lang="fr-FR" sz="1200" err="1"/>
              <a:t>Gamificartes</a:t>
            </a:r>
            <a:r>
              <a:rPr lang="fr-FR" sz="1200"/>
              <a:t> pour le choix des leviers de Gamification</a:t>
            </a:r>
          </a:p>
          <a:p>
            <a:r>
              <a:rPr lang="fr-FR" sz="1200"/>
              <a:t>Les </a:t>
            </a:r>
            <a:r>
              <a:rPr lang="fr-FR" sz="1200" err="1"/>
              <a:t>Liberating</a:t>
            </a:r>
            <a:r>
              <a:rPr lang="fr-FR" sz="1200"/>
              <a:t> Structures pour les formes d’interaction</a:t>
            </a:r>
          </a:p>
          <a:p>
            <a:r>
              <a:rPr lang="fr-FR" sz="1200"/>
              <a:t>Les </a:t>
            </a:r>
            <a:r>
              <a:rPr lang="fr-FR" sz="1200" err="1"/>
              <a:t>EscapeCards</a:t>
            </a:r>
            <a:r>
              <a:rPr lang="fr-FR" sz="1200"/>
              <a:t> si vous créez un Escape Game</a:t>
            </a:r>
          </a:p>
          <a:p>
            <a:endParaRPr lang="fr-FR" sz="1200"/>
          </a:p>
        </p:txBody>
      </p:sp>
      <p:sp>
        <p:nvSpPr>
          <p:cNvPr id="11" name="Espace réservé du texte 3">
            <a:extLst>
              <a:ext uri="{FF2B5EF4-FFF2-40B4-BE49-F238E27FC236}">
                <a16:creationId xmlns:a16="http://schemas.microsoft.com/office/drawing/2014/main" id="{0202971B-E970-4C47-94E3-BD2334440141}"/>
              </a:ext>
            </a:extLst>
          </p:cNvPr>
          <p:cNvSpPr txBox="1">
            <a:spLocks/>
          </p:cNvSpPr>
          <p:nvPr/>
        </p:nvSpPr>
        <p:spPr>
          <a:xfrm>
            <a:off x="8360770" y="1690688"/>
            <a:ext cx="3440612" cy="823912"/>
          </a:xfrm>
          <a:prstGeom prst="rect">
            <a:avLst/>
          </a:prstGeom>
          <a:solidFill>
            <a:schemeClr val="bg1">
              <a:lumMod val="75000"/>
            </a:schemeClr>
          </a:solidFill>
        </p:spPr>
        <p:txBody>
          <a:bodyPr vert="horz" lIns="91440" tIns="45720" rIns="91440" bIns="45720" rtlCol="0" anchor="ctr">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Ce qu’on suppose pour les créateur(-</a:t>
            </a:r>
            <a:r>
              <a:rPr lang="fr-FR" sz="2000" err="1"/>
              <a:t>trice</a:t>
            </a:r>
            <a:r>
              <a:rPr lang="fr-FR" sz="2000"/>
              <a:t>)s qui utilisent le SGNC</a:t>
            </a:r>
          </a:p>
        </p:txBody>
      </p:sp>
      <p:sp>
        <p:nvSpPr>
          <p:cNvPr id="12" name="Espace réservé du contenu 2">
            <a:extLst>
              <a:ext uri="{FF2B5EF4-FFF2-40B4-BE49-F238E27FC236}">
                <a16:creationId xmlns:a16="http://schemas.microsoft.com/office/drawing/2014/main" id="{E7CEB07A-07AC-4722-9208-DB1C2B669E8A}"/>
              </a:ext>
            </a:extLst>
          </p:cNvPr>
          <p:cNvSpPr txBox="1">
            <a:spLocks/>
          </p:cNvSpPr>
          <p:nvPr/>
        </p:nvSpPr>
        <p:spPr>
          <a:xfrm>
            <a:off x="8360770" y="2514600"/>
            <a:ext cx="3440612" cy="3684588"/>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fr-FR" sz="1200"/>
              <a:t>Votre objectif de Serious Game est clair pour vous, suffisamment pour ne pas le revoir ici.</a:t>
            </a:r>
            <a:endParaRPr lang="fr-FR"/>
          </a:p>
          <a:p>
            <a:pPr>
              <a:buFontTx/>
              <a:buChar char="-"/>
            </a:pPr>
            <a:r>
              <a:rPr lang="fr-FR" sz="1200"/>
              <a:t>Vous êtes suffisamment à l'aise pour choisir les mécaniques de votre jeu, avant ou après ce travail </a:t>
            </a:r>
            <a:r>
              <a:rPr lang="fr-FR" sz="1200" dirty="0"/>
              <a:t>narratif.</a:t>
            </a:r>
            <a:endParaRPr lang="fr-FR" sz="1200" dirty="0">
              <a:cs typeface="Calibri"/>
            </a:endParaRPr>
          </a:p>
        </p:txBody>
      </p:sp>
    </p:spTree>
    <p:extLst>
      <p:ext uri="{BB962C8B-B14F-4D97-AF65-F5344CB8AC3E}">
        <p14:creationId xmlns:p14="http://schemas.microsoft.com/office/powerpoint/2010/main" val="294692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F19CFE6-7621-4FFB-A4F3-53DFD3860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50111" cy="4153532"/>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F4DD1A1-652B-4ECB-A8DE-07087A834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0491" y="0"/>
            <a:ext cx="864150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2271F3E-C693-4F5F-9E5F-B543945DDB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8" name="Freeform 75">
            <a:extLst>
              <a:ext uri="{FF2B5EF4-FFF2-40B4-BE49-F238E27FC236}">
                <a16:creationId xmlns:a16="http://schemas.microsoft.com/office/drawing/2014/main" id="{D4A67D3B-CF15-41C0-AEB5-8D857A8AE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138412" cy="3315551"/>
          </a:xfrm>
          <a:custGeom>
            <a:avLst/>
            <a:gdLst>
              <a:gd name="connsiteX0" fmla="*/ 0 w 3138412"/>
              <a:gd name="connsiteY0" fmla="*/ 0 h 3315551"/>
              <a:gd name="connsiteX1" fmla="*/ 2697473 w 3138412"/>
              <a:gd name="connsiteY1" fmla="*/ 0 h 3315551"/>
              <a:gd name="connsiteX2" fmla="*/ 2788573 w 3138412"/>
              <a:gd name="connsiteY2" fmla="*/ 121826 h 3315551"/>
              <a:gd name="connsiteX3" fmla="*/ 3138412 w 3138412"/>
              <a:gd name="connsiteY3" fmla="*/ 1267122 h 3315551"/>
              <a:gd name="connsiteX4" fmla="*/ 1089983 w 3138412"/>
              <a:gd name="connsiteY4" fmla="*/ 3315551 h 3315551"/>
              <a:gd name="connsiteX5" fmla="*/ 113581 w 3138412"/>
              <a:gd name="connsiteY5" fmla="*/ 3068317 h 3315551"/>
              <a:gd name="connsiteX6" fmla="*/ 0 w 3138412"/>
              <a:gd name="connsiteY6" fmla="*/ 2999315 h 331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38412" h="3315551">
                <a:moveTo>
                  <a:pt x="0" y="0"/>
                </a:moveTo>
                <a:lnTo>
                  <a:pt x="2697473" y="0"/>
                </a:lnTo>
                <a:lnTo>
                  <a:pt x="2788573" y="121826"/>
                </a:lnTo>
                <a:cubicBezTo>
                  <a:pt x="3009443" y="448758"/>
                  <a:pt x="3138412" y="842879"/>
                  <a:pt x="3138412" y="1267122"/>
                </a:cubicBezTo>
                <a:cubicBezTo>
                  <a:pt x="3138412" y="2398438"/>
                  <a:pt x="2221299" y="3315551"/>
                  <a:pt x="1089983" y="3315551"/>
                </a:cubicBezTo>
                <a:cubicBezTo>
                  <a:pt x="736447" y="3315551"/>
                  <a:pt x="403829" y="3225989"/>
                  <a:pt x="113581" y="3068317"/>
                </a:cubicBezTo>
                <a:lnTo>
                  <a:pt x="0" y="2999315"/>
                </a:ln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phique 4" descr="Monde avec un remplissage uni">
            <a:extLst>
              <a:ext uri="{FF2B5EF4-FFF2-40B4-BE49-F238E27FC236}">
                <a16:creationId xmlns:a16="http://schemas.microsoft.com/office/drawing/2014/main" id="{08F4838E-6405-4150-8EE3-C1C2EBF957A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149" t="3175" r="8595" b="9576"/>
          <a:stretch/>
        </p:blipFill>
        <p:spPr>
          <a:xfrm>
            <a:off x="204317" y="186360"/>
            <a:ext cx="2138427" cy="2296146"/>
          </a:xfrm>
          <a:prstGeom prst="rect">
            <a:avLst/>
          </a:prstGeom>
        </p:spPr>
      </p:pic>
      <p:sp>
        <p:nvSpPr>
          <p:cNvPr id="20" name="Oval 19">
            <a:extLst>
              <a:ext uri="{FF2B5EF4-FFF2-40B4-BE49-F238E27FC236}">
                <a16:creationId xmlns:a16="http://schemas.microsoft.com/office/drawing/2014/main" id="{4EE44E17-6A21-4DF3-9573-0819D6F00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0441" y="563445"/>
            <a:ext cx="3123224" cy="3123224"/>
          </a:xfrm>
          <a:prstGeom prst="ellipse">
            <a:avLst/>
          </a:pr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Connecté avec un remplissage uni">
            <a:extLst>
              <a:ext uri="{FF2B5EF4-FFF2-40B4-BE49-F238E27FC236}">
                <a16:creationId xmlns:a16="http://schemas.microsoft.com/office/drawing/2014/main" id="{AB914889-8771-4077-9956-B8B4C3D004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60620" y="497940"/>
            <a:ext cx="1933637" cy="1933637"/>
          </a:xfrm>
          <a:prstGeom prst="rect">
            <a:avLst/>
          </a:prstGeom>
        </p:spPr>
      </p:pic>
      <p:sp>
        <p:nvSpPr>
          <p:cNvPr id="22" name="Freeform 67">
            <a:extLst>
              <a:ext uri="{FF2B5EF4-FFF2-40B4-BE49-F238E27FC236}">
                <a16:creationId xmlns:a16="http://schemas.microsoft.com/office/drawing/2014/main" id="{1DE44A29-0857-4193-8859-8E5D8A3CD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20733" y="0"/>
            <a:ext cx="3693492" cy="2106382"/>
          </a:xfrm>
          <a:custGeom>
            <a:avLst/>
            <a:gdLst>
              <a:gd name="connsiteX0" fmla="*/ 20343 w 3693492"/>
              <a:gd name="connsiteY0" fmla="*/ 0 h 2106382"/>
              <a:gd name="connsiteX1" fmla="*/ 3673149 w 3693492"/>
              <a:gd name="connsiteY1" fmla="*/ 0 h 2106382"/>
              <a:gd name="connsiteX2" fmla="*/ 3683957 w 3693492"/>
              <a:gd name="connsiteY2" fmla="*/ 70817 h 2106382"/>
              <a:gd name="connsiteX3" fmla="*/ 3693492 w 3693492"/>
              <a:gd name="connsiteY3" fmla="*/ 259636 h 2106382"/>
              <a:gd name="connsiteX4" fmla="*/ 1846746 w 3693492"/>
              <a:gd name="connsiteY4" fmla="*/ 2106382 h 2106382"/>
              <a:gd name="connsiteX5" fmla="*/ 0 w 3693492"/>
              <a:gd name="connsiteY5" fmla="*/ 259636 h 2106382"/>
              <a:gd name="connsiteX6" fmla="*/ 9535 w 3693492"/>
              <a:gd name="connsiteY6" fmla="*/ 70817 h 210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3492" h="2106382">
                <a:moveTo>
                  <a:pt x="20343" y="0"/>
                </a:moveTo>
                <a:lnTo>
                  <a:pt x="3673149" y="0"/>
                </a:lnTo>
                <a:lnTo>
                  <a:pt x="3683957" y="70817"/>
                </a:lnTo>
                <a:cubicBezTo>
                  <a:pt x="3690262" y="132899"/>
                  <a:pt x="3693492" y="195891"/>
                  <a:pt x="3693492" y="259636"/>
                </a:cubicBezTo>
                <a:cubicBezTo>
                  <a:pt x="3693492" y="1279566"/>
                  <a:pt x="2866676" y="2106382"/>
                  <a:pt x="1846746" y="2106382"/>
                </a:cubicBezTo>
                <a:cubicBezTo>
                  <a:pt x="826816" y="2106382"/>
                  <a:pt x="0" y="1279566"/>
                  <a:pt x="0" y="259636"/>
                </a:cubicBezTo>
                <a:cubicBezTo>
                  <a:pt x="0" y="195891"/>
                  <a:pt x="3230" y="132899"/>
                  <a:pt x="9535" y="70817"/>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que 6" descr="Outils d'exploitation minière avec un remplissage uni">
            <a:extLst>
              <a:ext uri="{FF2B5EF4-FFF2-40B4-BE49-F238E27FC236}">
                <a16:creationId xmlns:a16="http://schemas.microsoft.com/office/drawing/2014/main" id="{C97C3A0D-ED92-407C-93DF-6B02CE72A5E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760493" y="98670"/>
            <a:ext cx="1440902" cy="1440902"/>
          </a:xfrm>
          <a:prstGeom prst="rect">
            <a:avLst/>
          </a:prstGeom>
        </p:spPr>
      </p:pic>
      <p:sp>
        <p:nvSpPr>
          <p:cNvPr id="24" name="Freeform 71">
            <a:extLst>
              <a:ext uri="{FF2B5EF4-FFF2-40B4-BE49-F238E27FC236}">
                <a16:creationId xmlns:a16="http://schemas.microsoft.com/office/drawing/2014/main" id="{B2A37BC1-02C0-4D97-8BEC-5BECAD9A3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80944" y="2616377"/>
            <a:ext cx="3711057" cy="4251098"/>
          </a:xfrm>
          <a:custGeom>
            <a:avLst/>
            <a:gdLst>
              <a:gd name="connsiteX0" fmla="*/ 2538398 w 3711057"/>
              <a:gd name="connsiteY0" fmla="*/ 0 h 4251098"/>
              <a:gd name="connsiteX1" fmla="*/ 3526457 w 3711057"/>
              <a:gd name="connsiteY1" fmla="*/ 199480 h 4251098"/>
              <a:gd name="connsiteX2" fmla="*/ 3711057 w 3711057"/>
              <a:gd name="connsiteY2" fmla="*/ 288406 h 4251098"/>
              <a:gd name="connsiteX3" fmla="*/ 3711057 w 3711057"/>
              <a:gd name="connsiteY3" fmla="*/ 4251098 h 4251098"/>
              <a:gd name="connsiteX4" fmla="*/ 668754 w 3711057"/>
              <a:gd name="connsiteY4" fmla="*/ 4251098 h 4251098"/>
              <a:gd name="connsiteX5" fmla="*/ 579647 w 3711057"/>
              <a:gd name="connsiteY5" fmla="*/ 4153055 h 4251098"/>
              <a:gd name="connsiteX6" fmla="*/ 0 w 3711057"/>
              <a:gd name="connsiteY6" fmla="*/ 2538398 h 4251098"/>
              <a:gd name="connsiteX7" fmla="*/ 2538398 w 3711057"/>
              <a:gd name="connsiteY7" fmla="*/ 0 h 4251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1057" h="4251098">
                <a:moveTo>
                  <a:pt x="2538398" y="0"/>
                </a:moveTo>
                <a:cubicBezTo>
                  <a:pt x="2888878" y="0"/>
                  <a:pt x="3222768" y="71030"/>
                  <a:pt x="3526457" y="199480"/>
                </a:cubicBezTo>
                <a:lnTo>
                  <a:pt x="3711057" y="288406"/>
                </a:lnTo>
                <a:lnTo>
                  <a:pt x="3711057" y="4251098"/>
                </a:lnTo>
                <a:lnTo>
                  <a:pt x="668754" y="4251098"/>
                </a:lnTo>
                <a:lnTo>
                  <a:pt x="579647" y="4153055"/>
                </a:lnTo>
                <a:cubicBezTo>
                  <a:pt x="217529" y="3714270"/>
                  <a:pt x="0" y="3151738"/>
                  <a:pt x="0" y="2538398"/>
                </a:cubicBezTo>
                <a:cubicBezTo>
                  <a:pt x="0" y="1136479"/>
                  <a:pt x="1136479" y="0"/>
                  <a:pt x="2538398"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phique 3" descr="Personne confuse avec un remplissage uni">
            <a:extLst>
              <a:ext uri="{FF2B5EF4-FFF2-40B4-BE49-F238E27FC236}">
                <a16:creationId xmlns:a16="http://schemas.microsoft.com/office/drawing/2014/main" id="{028ECA65-A935-48A0-A493-D7703D623B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45168" y="3734501"/>
            <a:ext cx="2816218" cy="2816218"/>
          </a:xfrm>
          <a:prstGeom prst="rect">
            <a:avLst/>
          </a:prstGeom>
        </p:spPr>
      </p:pic>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737824" y="4767710"/>
            <a:ext cx="3711057" cy="1936650"/>
          </a:xfrm>
          <a:prstGeom prst="rect">
            <a:avLst/>
          </a:prstGeom>
          <a:solidFill>
            <a:srgbClr val="ED7D31"/>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t>Les personnages</a:t>
            </a:r>
          </a:p>
          <a:p>
            <a:pPr marL="0" indent="0">
              <a:buNone/>
            </a:pPr>
            <a:r>
              <a:rPr lang="fr-FR" sz="1100" i="1"/>
              <a:t>Les personnages sont les humains ou autres êtres vivants que les joueur(-se)s doivent incarner pendant le jeu (on parle alors de Personnages Joueurs, ou PJ)  ou bien avec lesquels ils / elles peuvent interagir (on parle alors de personnages non joueurs, ou PNJ).</a:t>
            </a:r>
          </a:p>
          <a:p>
            <a:pPr marL="0" indent="0">
              <a:buNone/>
            </a:pPr>
            <a:r>
              <a:rPr lang="fr-FR" sz="1100" i="1"/>
              <a:t>Dans le cadre du SGNC, le domaine narratif « Personnages » ne couvre que les personnages joueurs. Les Personnages Non Joueurs sont comptés comme étant dans le domaine « Univers » ou « Scénario ». </a:t>
            </a:r>
          </a:p>
          <a:p>
            <a:pPr marL="0" indent="0">
              <a:buNone/>
            </a:pPr>
            <a:r>
              <a:rPr lang="fr-FR" sz="1100" i="1"/>
              <a:t>Les Personnages Joueurs peuvent reprendre des personnes existantes, même explicitement.</a:t>
            </a:r>
          </a:p>
        </p:txBody>
      </p:sp>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301346" y="5174124"/>
            <a:ext cx="5436478" cy="1579014"/>
          </a:xfrm>
        </p:spPr>
        <p:txBody>
          <a:bodyPr>
            <a:normAutofit fontScale="90000"/>
          </a:bodyPr>
          <a:lstStyle/>
          <a:p>
            <a:r>
              <a:rPr lang="fr-FR"/>
              <a:t>Définition des domaines narratifs dans les Game Narrative Cards </a:t>
            </a:r>
          </a:p>
        </p:txBody>
      </p:sp>
      <p:sp>
        <p:nvSpPr>
          <p:cNvPr id="19" name="Espace réservé du contenu 2">
            <a:extLst>
              <a:ext uri="{FF2B5EF4-FFF2-40B4-BE49-F238E27FC236}">
                <a16:creationId xmlns:a16="http://schemas.microsoft.com/office/drawing/2014/main" id="{F24CB9E0-FCD8-4EC3-B11F-B68FA9EA3810}"/>
              </a:ext>
            </a:extLst>
          </p:cNvPr>
          <p:cNvSpPr txBox="1">
            <a:spLocks/>
          </p:cNvSpPr>
          <p:nvPr/>
        </p:nvSpPr>
        <p:spPr>
          <a:xfrm>
            <a:off x="241435" y="2505232"/>
            <a:ext cx="3437157" cy="2364559"/>
          </a:xfrm>
          <a:prstGeom prst="rect">
            <a:avLst/>
          </a:prstGeom>
          <a:solidFill>
            <a:srgbClr val="0683AA"/>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bg1"/>
                </a:solidFill>
              </a:rPr>
              <a:t>L’univers</a:t>
            </a:r>
          </a:p>
          <a:p>
            <a:pPr marL="0" indent="0">
              <a:buNone/>
            </a:pPr>
            <a:r>
              <a:rPr lang="fr-FR" sz="1100" i="1">
                <a:solidFill>
                  <a:schemeClr val="bg1"/>
                </a:solidFill>
              </a:rPr>
              <a:t>L’univers narratif est le monde dans lequel se déroule l’histoire du jeu. Il intègre les lieux, les cultures, les usages, l’époque, les technologies à disposition, ou manquantes. On y compte aussi des personnages sans interaction avec les joueur(-se)s, mais qui facilitent la description de l’univers.</a:t>
            </a:r>
          </a:p>
          <a:p>
            <a:pPr marL="0" indent="0">
              <a:buNone/>
            </a:pPr>
            <a:r>
              <a:rPr lang="fr-FR" sz="1100" i="1">
                <a:solidFill>
                  <a:schemeClr val="bg1"/>
                </a:solidFill>
              </a:rPr>
              <a:t>Un univers narratif permet de donner l’impression d’être dans l’histoire, et facilite l’imagination pendant le jeu.</a:t>
            </a:r>
          </a:p>
          <a:p>
            <a:pPr marL="0" indent="0">
              <a:buNone/>
            </a:pPr>
            <a:r>
              <a:rPr lang="fr-FR" sz="1100" i="1">
                <a:solidFill>
                  <a:schemeClr val="bg1"/>
                </a:solidFill>
              </a:rPr>
              <a:t>Dans le cadre du SGNC, l’univers narratif d’un jeu peut reprendre l’univers réel des joueur(-se)s, par exemple leur entreprise</a:t>
            </a:r>
            <a:endParaRPr lang="fr-FR" sz="1100" b="1">
              <a:solidFill>
                <a:schemeClr val="bg1"/>
              </a:solidFill>
              <a:cs typeface="Calibri" panose="020F0502020204030204"/>
            </a:endParaRPr>
          </a:p>
        </p:txBody>
      </p:sp>
      <p:sp>
        <p:nvSpPr>
          <p:cNvPr id="21" name="Espace réservé du contenu 2">
            <a:extLst>
              <a:ext uri="{FF2B5EF4-FFF2-40B4-BE49-F238E27FC236}">
                <a16:creationId xmlns:a16="http://schemas.microsoft.com/office/drawing/2014/main" id="{190C5AD9-7866-48B4-963F-73172A7541C0}"/>
              </a:ext>
            </a:extLst>
          </p:cNvPr>
          <p:cNvSpPr txBox="1">
            <a:spLocks/>
          </p:cNvSpPr>
          <p:nvPr/>
        </p:nvSpPr>
        <p:spPr>
          <a:xfrm>
            <a:off x="4293797" y="2181018"/>
            <a:ext cx="3655491" cy="2276847"/>
          </a:xfrm>
          <a:prstGeom prst="rect">
            <a:avLst/>
          </a:prstGeom>
          <a:solidFill>
            <a:srgbClr val="0683AA"/>
          </a:solidFill>
        </p:spPr>
        <p:txBody>
          <a:bodyPr vert="horz" lIns="91440" tIns="45720" rIns="91440" bIns="45720" rtlCol="0" anchor="t">
            <a:noAutofit/>
          </a:bodyPr>
          <a:lstStyle>
            <a:defPPr>
              <a:defRPr lang="fr-FR"/>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a:t>Les scénarios de référence</a:t>
            </a:r>
          </a:p>
          <a:p>
            <a:r>
              <a:rPr lang="fr-FR" sz="1100" b="0" i="1"/>
              <a:t>Les scénarios de référence sont les situations dans lesquelles les personnages joueur(-se)s se retrouvent pendant le jeu. Ces situations sont celles qui justifient qu’on demande aux joueur(-se)s de décider et d’entrer en action.</a:t>
            </a:r>
          </a:p>
          <a:p>
            <a:r>
              <a:rPr lang="fr-FR" sz="1100" b="0" i="1"/>
              <a:t>Ces scénarios de références sont choisis en liaison avec les objectifs pédagogiques du Serious Game. Ces scénarios doivent rester cohérents avec l’univers narratif. </a:t>
            </a:r>
          </a:p>
          <a:p>
            <a:r>
              <a:rPr lang="fr-FR" sz="1100" b="0" i="1"/>
              <a:t>Dans le cadre du SGNC, les scénarios de références peuvent reprendre des scénarios existants, passés, présents ou futur, par exemple une crise que les personnes qui jouent ont du gérer ou devront gérer.</a:t>
            </a:r>
          </a:p>
        </p:txBody>
      </p:sp>
      <p:sp>
        <p:nvSpPr>
          <p:cNvPr id="23" name="Espace réservé du contenu 2">
            <a:extLst>
              <a:ext uri="{FF2B5EF4-FFF2-40B4-BE49-F238E27FC236}">
                <a16:creationId xmlns:a16="http://schemas.microsoft.com/office/drawing/2014/main" id="{925638B0-1EA7-48FD-8E73-7E91859AF6FA}"/>
              </a:ext>
            </a:extLst>
          </p:cNvPr>
          <p:cNvSpPr txBox="1">
            <a:spLocks/>
          </p:cNvSpPr>
          <p:nvPr/>
        </p:nvSpPr>
        <p:spPr>
          <a:xfrm>
            <a:off x="9233103" y="194350"/>
            <a:ext cx="2816218" cy="3464613"/>
          </a:xfrm>
          <a:prstGeom prst="rect">
            <a:avLst/>
          </a:prstGeom>
          <a:solidFill>
            <a:srgbClr val="ED7D31"/>
          </a:solidFill>
        </p:spPr>
        <p:txBody>
          <a:bodyPr vert="horz" lIns="91440" tIns="45720" rIns="91440" bIns="45720" rtlCol="0" anchor="t">
            <a:noAutofit/>
          </a:bodyPr>
          <a:lstStyle>
            <a:defPPr>
              <a:defRPr lang="fr-FR"/>
            </a:defPPr>
            <a:lvl1pPr indent="0">
              <a:lnSpc>
                <a:spcPct val="90000"/>
              </a:lnSpc>
              <a:spcBef>
                <a:spcPts val="1000"/>
              </a:spcBef>
              <a:buFont typeface="Arial" panose="020B0604020202020204" pitchFamily="34" charset="0"/>
              <a:buNone/>
              <a:defRPr sz="1200" b="1"/>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a:t>Le champ d’actions possibles</a:t>
            </a:r>
          </a:p>
          <a:p>
            <a:r>
              <a:rPr lang="fr-FR" sz="1100" b="0" i="1"/>
              <a:t>Le champ d’actions possibles par les joueur(-se)s est l’ensemble des choix qu’ils/elles peuvent faire en tant personnages pendant la session de jeu. Il comprend les outils, les types d’action et d’interaction.</a:t>
            </a:r>
          </a:p>
          <a:p>
            <a:r>
              <a:rPr lang="fr-FR" sz="1100" b="0" i="1"/>
              <a:t>Le champ d’actions possibles permet de faciliter les prises de décisions par les joueur(-se)s pendant la session.</a:t>
            </a:r>
          </a:p>
          <a:p>
            <a:r>
              <a:rPr lang="fr-FR" sz="1100" b="0" i="1"/>
              <a:t>Ce champ d’action possible doit être cohérent avec l’univers narratif. Il peut également être important de préciser le champ des actions « impossibles ».</a:t>
            </a:r>
          </a:p>
          <a:p>
            <a:r>
              <a:rPr lang="fr-FR" sz="1100" b="0" i="1"/>
              <a:t>Dans le cadre du SGNC, selon l’univers narratif choisi, le champ d’action possibles peut reprendre des actions réelles que les personnes qui jouent font en dehors du jeu. Par exemple, poser des réunions, proposer un café, appeler au téléphone, etc.</a:t>
            </a:r>
          </a:p>
        </p:txBody>
      </p:sp>
    </p:spTree>
    <p:extLst>
      <p:ext uri="{BB962C8B-B14F-4D97-AF65-F5344CB8AC3E}">
        <p14:creationId xmlns:p14="http://schemas.microsoft.com/office/powerpoint/2010/main" val="1674881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aphique 7" descr="Outils d'exploitation minière avec un remplissage uni">
            <a:extLst>
              <a:ext uri="{FF2B5EF4-FFF2-40B4-BE49-F238E27FC236}">
                <a16:creationId xmlns:a16="http://schemas.microsoft.com/office/drawing/2014/main" id="{A4160F35-1ECC-4DBC-89EB-06418B4B67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0407" y="4302459"/>
            <a:ext cx="2248969" cy="2248969"/>
          </a:xfrm>
          <a:prstGeom prst="rect">
            <a:avLst/>
          </a:prstGeom>
        </p:spPr>
      </p:pic>
      <p:cxnSp>
        <p:nvCxnSpPr>
          <p:cNvPr id="13" name="Straight Connector 12">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Personne confuse avec un remplissage uni">
            <a:extLst>
              <a:ext uri="{FF2B5EF4-FFF2-40B4-BE49-F238E27FC236}">
                <a16:creationId xmlns:a16="http://schemas.microsoft.com/office/drawing/2014/main" id="{1C5AC8E7-FBD0-4C44-A727-46F67015F7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52844" y="626462"/>
            <a:ext cx="1947475" cy="1947475"/>
          </a:xfrm>
          <a:prstGeom prst="rect">
            <a:avLst/>
          </a:prstGeom>
        </p:spPr>
      </p:pic>
      <p:pic>
        <p:nvPicPr>
          <p:cNvPr id="6" name="Graphique 5" descr="Connecté avec un remplissage uni">
            <a:extLst>
              <a:ext uri="{FF2B5EF4-FFF2-40B4-BE49-F238E27FC236}">
                <a16:creationId xmlns:a16="http://schemas.microsoft.com/office/drawing/2014/main" id="{0550D24B-95B0-481B-BDB2-EBD36C53AC2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5437" r="17861"/>
          <a:stretch/>
        </p:blipFill>
        <p:spPr>
          <a:xfrm>
            <a:off x="786139" y="4098801"/>
            <a:ext cx="1840443" cy="2759199"/>
          </a:xfrm>
          <a:prstGeom prst="rect">
            <a:avLst/>
          </a:prstGeom>
        </p:spPr>
      </p:pic>
      <p:pic>
        <p:nvPicPr>
          <p:cNvPr id="5" name="Graphique 4" descr="Monde avec un remplissage uni">
            <a:extLst>
              <a:ext uri="{FF2B5EF4-FFF2-40B4-BE49-F238E27FC236}">
                <a16:creationId xmlns:a16="http://schemas.microsoft.com/office/drawing/2014/main" id="{95C71EFF-3622-4B45-B366-500B84C2828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0149" t="3175" r="8595" b="9576"/>
          <a:stretch/>
        </p:blipFill>
        <p:spPr>
          <a:xfrm>
            <a:off x="8323896" y="411347"/>
            <a:ext cx="1773021" cy="1903790"/>
          </a:xfrm>
          <a:prstGeom prst="rect">
            <a:avLst/>
          </a:prstGeom>
        </p:spPr>
      </p:pic>
      <p:sp>
        <p:nvSpPr>
          <p:cNvPr id="16" name="Titre 1">
            <a:extLst>
              <a:ext uri="{FF2B5EF4-FFF2-40B4-BE49-F238E27FC236}">
                <a16:creationId xmlns:a16="http://schemas.microsoft.com/office/drawing/2014/main" id="{88DCBE33-2D3D-4694-A4BF-73A466C92CA7}"/>
              </a:ext>
            </a:extLst>
          </p:cNvPr>
          <p:cNvSpPr txBox="1">
            <a:spLocks/>
          </p:cNvSpPr>
          <p:nvPr/>
        </p:nvSpPr>
        <p:spPr>
          <a:xfrm>
            <a:off x="3658766" y="3657601"/>
            <a:ext cx="4956043" cy="209962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fr-FR" sz="4800" b="1" i="1"/>
              <a:t>Serious Game Narrative Canvas</a:t>
            </a:r>
          </a:p>
          <a:p>
            <a:pPr>
              <a:spcAft>
                <a:spcPts val="600"/>
              </a:spcAft>
            </a:pPr>
            <a:r>
              <a:rPr lang="fr-FR" sz="4800" b="1" i="1"/>
              <a:t>simplifié</a:t>
            </a:r>
          </a:p>
        </p:txBody>
      </p:sp>
    </p:spTree>
    <p:extLst>
      <p:ext uri="{BB962C8B-B14F-4D97-AF65-F5344CB8AC3E}">
        <p14:creationId xmlns:p14="http://schemas.microsoft.com/office/powerpoint/2010/main" val="1709356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graphicFrame>
        <p:nvGraphicFramePr>
          <p:cNvPr id="13" name="Tableau 14">
            <a:extLst>
              <a:ext uri="{FF2B5EF4-FFF2-40B4-BE49-F238E27FC236}">
                <a16:creationId xmlns:a16="http://schemas.microsoft.com/office/drawing/2014/main" id="{3A8AA265-D93B-413F-9C35-0CFC9E1FD41B}"/>
              </a:ext>
            </a:extLst>
          </p:cNvPr>
          <p:cNvGraphicFramePr>
            <a:graphicFrameLocks noGrp="1"/>
          </p:cNvGraphicFramePr>
          <p:nvPr>
            <p:extLst>
              <p:ext uri="{D42A27DB-BD31-4B8C-83A1-F6EECF244321}">
                <p14:modId xmlns:p14="http://schemas.microsoft.com/office/powerpoint/2010/main" val="2849129463"/>
              </p:ext>
            </p:extLst>
          </p:nvPr>
        </p:nvGraphicFramePr>
        <p:xfrm>
          <a:off x="3714001" y="3801386"/>
          <a:ext cx="4763998" cy="2711816"/>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100" b="1"/>
                        <a:t>Personnes</a:t>
                      </a:r>
                    </a:p>
                    <a:p>
                      <a:pPr lvl="0">
                        <a:buNone/>
                      </a:pPr>
                      <a:r>
                        <a:rPr lang="fr-FR" sz="1100" i="1"/>
                        <a:t>(Identités, traits de caractères, besoins, histoires…)</a:t>
                      </a:r>
                    </a:p>
                  </a:txBody>
                  <a:tcPr/>
                </a:tc>
                <a:tc>
                  <a:txBody>
                    <a:bodyPr/>
                    <a:lstStyle/>
                    <a:p>
                      <a:r>
                        <a:rPr lang="fr-FR" sz="1100" b="1"/>
                        <a:t>Contexte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t>
                      </a:r>
                      <a:r>
                        <a:rPr lang="fr-FR" sz="1100" i="1"/>
                        <a:t>Localisation, secteur, technologies, …)</a:t>
                      </a:r>
                    </a:p>
                    <a:p>
                      <a:pPr lvl="0">
                        <a:buNone/>
                      </a:pPr>
                      <a:r>
                        <a:rPr lang="fr-FR" sz="1100"/>
                        <a:t>)</a:t>
                      </a:r>
                    </a:p>
                  </a:txBody>
                  <a:tcPr/>
                </a:tc>
                <a:extLst>
                  <a:ext uri="{0D108BD9-81ED-4DB2-BD59-A6C34878D82A}">
                    <a16:rowId xmlns:a16="http://schemas.microsoft.com/office/drawing/2014/main" val="1357482050"/>
                  </a:ext>
                </a:extLst>
              </a:tr>
              <a:tr h="1355908">
                <a:tc>
                  <a:txBody>
                    <a:bodyPr/>
                    <a:lstStyle/>
                    <a:p>
                      <a:r>
                        <a:rPr lang="fr-FR" sz="1100" b="1"/>
                        <a:t>Situation</a:t>
                      </a:r>
                    </a:p>
                    <a:p>
                      <a:pPr lvl="0">
                        <a:buNone/>
                      </a:pPr>
                      <a:r>
                        <a:rPr lang="fr-FR" sz="1100" b="0" i="0" u="none" strike="noStrike" noProof="0">
                          <a:latin typeface="Calibri"/>
                        </a:rPr>
                        <a:t>(</a:t>
                      </a:r>
                      <a:r>
                        <a:rPr lang="fr-FR" sz="1100" b="0" i="1" u="none" strike="noStrike" noProof="0">
                          <a:latin typeface="Calibri"/>
                        </a:rPr>
                        <a:t>La situation qui vous invite à créer un Serious Game</a:t>
                      </a:r>
                      <a:r>
                        <a:rPr lang="fr-FR" sz="1100" b="0" i="0" u="none" strike="noStrike" noProof="0">
                          <a:latin typeface="Calibri"/>
                        </a:rPr>
                        <a:t>)</a:t>
                      </a:r>
                      <a:endParaRPr lang="fr-FR"/>
                    </a:p>
                  </a:txBody>
                  <a:tcPr/>
                </a:tc>
                <a:tc>
                  <a:txBody>
                    <a:bodyPr/>
                    <a:lstStyle/>
                    <a:p>
                      <a:r>
                        <a:rPr lang="fr-FR" sz="1100" b="1"/>
                        <a:t>Champ d’actions possible</a:t>
                      </a:r>
                    </a:p>
                    <a:p>
                      <a:pPr lvl="0">
                        <a:buNone/>
                      </a:pPr>
                      <a:r>
                        <a:rPr lang="fr-FR" sz="1100" b="0" i="0" u="none" strike="noStrike" noProof="0">
                          <a:latin typeface="Calibri"/>
                        </a:rPr>
                        <a:t>(</a:t>
                      </a:r>
                      <a:r>
                        <a:rPr lang="fr-FR" sz="1100" b="0" i="1" u="none" strike="noStrike" noProof="0">
                          <a:latin typeface="+mn-lt"/>
                        </a:rPr>
                        <a:t>Les moyens déjà abordés par les personnes jusqu'à présent</a:t>
                      </a:r>
                      <a:r>
                        <a:rPr lang="fr-FR" sz="1100" b="0" i="0" u="none" strike="noStrike" noProof="0">
                          <a:latin typeface="Calibri"/>
                        </a:rPr>
                        <a:t>)</a:t>
                      </a:r>
                      <a:endParaRPr lang="fr-FR"/>
                    </a:p>
                  </a:txBody>
                  <a:tcPr/>
                </a:tc>
                <a:extLst>
                  <a:ext uri="{0D108BD9-81ED-4DB2-BD59-A6C34878D82A}">
                    <a16:rowId xmlns:a16="http://schemas.microsoft.com/office/drawing/2014/main" val="565512101"/>
                  </a:ext>
                </a:extLst>
              </a:tr>
            </a:tbl>
          </a:graphicData>
        </a:graphic>
      </p:graphicFrame>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32086" y="3381206"/>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149" t="3175" r="8595" b="9576"/>
          <a:stretch/>
        </p:blipFill>
        <p:spPr>
          <a:xfrm>
            <a:off x="8111100" y="3385711"/>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8" name="ZoneTexte 27">
            <a:extLst>
              <a:ext uri="{FF2B5EF4-FFF2-40B4-BE49-F238E27FC236}">
                <a16:creationId xmlns:a16="http://schemas.microsoft.com/office/drawing/2014/main" id="{D59997E0-6E65-4DE0-B057-FFC496ABA67F}"/>
              </a:ext>
            </a:extLst>
          </p:cNvPr>
          <p:cNvSpPr txBox="1"/>
          <p:nvPr/>
        </p:nvSpPr>
        <p:spPr>
          <a:xfrm>
            <a:off x="653731" y="1391790"/>
            <a:ext cx="4451459" cy="707886"/>
          </a:xfrm>
          <a:prstGeom prst="rect">
            <a:avLst/>
          </a:prstGeom>
          <a:noFill/>
        </p:spPr>
        <p:txBody>
          <a:bodyPr wrap="square" lIns="91440" tIns="45720" rIns="91440" bIns="45720" anchor="t">
            <a:spAutoFit/>
          </a:bodyPr>
          <a:lstStyle/>
          <a:p>
            <a:pPr algn="ctr"/>
            <a:r>
              <a:rPr lang="fr-FR" sz="2000" b="1">
                <a:solidFill>
                  <a:srgbClr val="ED7D31"/>
                </a:solidFill>
              </a:rPr>
              <a:t>Les personnages joueurs et non-joueurs imaginés </a:t>
            </a:r>
          </a:p>
        </p:txBody>
      </p:sp>
      <p:sp>
        <p:nvSpPr>
          <p:cNvPr id="29" name="ZoneTexte 28">
            <a:extLst>
              <a:ext uri="{FF2B5EF4-FFF2-40B4-BE49-F238E27FC236}">
                <a16:creationId xmlns:a16="http://schemas.microsoft.com/office/drawing/2014/main" id="{64BF60A8-5968-4E20-AE2A-723DB31AAEA6}"/>
              </a:ext>
            </a:extLst>
          </p:cNvPr>
          <p:cNvSpPr txBox="1"/>
          <p:nvPr/>
        </p:nvSpPr>
        <p:spPr>
          <a:xfrm>
            <a:off x="7168266" y="1323032"/>
            <a:ext cx="4451459" cy="707886"/>
          </a:xfrm>
          <a:prstGeom prst="rect">
            <a:avLst/>
          </a:prstGeom>
          <a:noFill/>
        </p:spPr>
        <p:txBody>
          <a:bodyPr wrap="square" lIns="91440" tIns="45720" rIns="91440" bIns="45720" anchor="t">
            <a:spAutoFit/>
          </a:bodyPr>
          <a:lstStyle/>
          <a:p>
            <a:pPr algn="ctr"/>
            <a:r>
              <a:rPr lang="fr-FR" sz="2000" b="1">
                <a:solidFill>
                  <a:srgbClr val="ED7D31"/>
                </a:solidFill>
              </a:rPr>
              <a:t>Le nouveau milieu et ses </a:t>
            </a:r>
            <a:r>
              <a:rPr lang="fr-FR" sz="2000" b="1" dirty="0">
                <a:solidFill>
                  <a:srgbClr val="ED7D31"/>
                </a:solidFill>
              </a:rPr>
              <a:t>caractéristiques</a:t>
            </a:r>
            <a:endParaRPr lang="fr-FR" sz="2000" b="1" dirty="0">
              <a:solidFill>
                <a:srgbClr val="ED7D31"/>
              </a:solidFill>
              <a:cs typeface="Calibri"/>
            </a:endParaRPr>
          </a:p>
        </p:txBody>
      </p:sp>
      <p:sp>
        <p:nvSpPr>
          <p:cNvPr id="30" name="ZoneTexte 29">
            <a:extLst>
              <a:ext uri="{FF2B5EF4-FFF2-40B4-BE49-F238E27FC236}">
                <a16:creationId xmlns:a16="http://schemas.microsoft.com/office/drawing/2014/main" id="{A9318A44-8679-45E0-9FCF-4347C3C4B5B1}"/>
              </a:ext>
            </a:extLst>
          </p:cNvPr>
          <p:cNvSpPr txBox="1"/>
          <p:nvPr/>
        </p:nvSpPr>
        <p:spPr>
          <a:xfrm>
            <a:off x="355229" y="4902063"/>
            <a:ext cx="2884109" cy="707886"/>
          </a:xfrm>
          <a:prstGeom prst="rect">
            <a:avLst/>
          </a:prstGeom>
          <a:noFill/>
        </p:spPr>
        <p:txBody>
          <a:bodyPr wrap="square" lIns="91440" tIns="45720" rIns="91440" bIns="45720" anchor="t">
            <a:spAutoFit/>
          </a:bodyPr>
          <a:lstStyle/>
          <a:p>
            <a:pPr algn="ctr"/>
            <a:r>
              <a:rPr lang="fr-FR" sz="2000" b="1" dirty="0">
                <a:solidFill>
                  <a:srgbClr val="ED7D31"/>
                </a:solidFill>
              </a:rPr>
              <a:t>Les mises en situation qui </a:t>
            </a:r>
            <a:r>
              <a:rPr lang="fr-FR" sz="2000" b="1">
                <a:solidFill>
                  <a:srgbClr val="ED7D31"/>
                </a:solidFill>
              </a:rPr>
              <a:t>illustrent le scénario </a:t>
            </a:r>
            <a:endParaRPr lang="fr-FR" sz="2000" b="1">
              <a:solidFill>
                <a:srgbClr val="ED7D31"/>
              </a:solidFill>
              <a:cs typeface="Calibri"/>
            </a:endParaRPr>
          </a:p>
        </p:txBody>
      </p:sp>
      <p:sp>
        <p:nvSpPr>
          <p:cNvPr id="31" name="ZoneTexte 30">
            <a:extLst>
              <a:ext uri="{FF2B5EF4-FFF2-40B4-BE49-F238E27FC236}">
                <a16:creationId xmlns:a16="http://schemas.microsoft.com/office/drawing/2014/main" id="{1D4FBE0F-C26C-45EB-AF03-FA22B40520DD}"/>
              </a:ext>
            </a:extLst>
          </p:cNvPr>
          <p:cNvSpPr txBox="1"/>
          <p:nvPr/>
        </p:nvSpPr>
        <p:spPr>
          <a:xfrm>
            <a:off x="8988254" y="4919112"/>
            <a:ext cx="2884109" cy="1015663"/>
          </a:xfrm>
          <a:prstGeom prst="rect">
            <a:avLst/>
          </a:prstGeom>
          <a:noFill/>
        </p:spPr>
        <p:txBody>
          <a:bodyPr wrap="square" lIns="91440" tIns="45720" rIns="91440" bIns="45720" anchor="t">
            <a:spAutoFit/>
          </a:bodyPr>
          <a:lstStyle/>
          <a:p>
            <a:pPr algn="ctr"/>
            <a:r>
              <a:rPr lang="fr-FR" sz="2000" b="1" dirty="0">
                <a:solidFill>
                  <a:srgbClr val="ED7D31"/>
                </a:solidFill>
              </a:rPr>
              <a:t>Les actions sur lesquelles les joueurs peuvent </a:t>
            </a:r>
            <a:r>
              <a:rPr lang="fr-FR" sz="2000" b="1">
                <a:solidFill>
                  <a:srgbClr val="ED7D31"/>
                </a:solidFill>
              </a:rPr>
              <a:t>intervenir</a:t>
            </a:r>
            <a:endParaRPr lang="fr-FR" sz="2000" b="1">
              <a:solidFill>
                <a:srgbClr val="ED7D31"/>
              </a:solidFill>
              <a:cs typeface="Calibri"/>
            </a:endParaRPr>
          </a:p>
        </p:txBody>
      </p:sp>
    </p:spTree>
    <p:extLst>
      <p:ext uri="{BB962C8B-B14F-4D97-AF65-F5344CB8AC3E}">
        <p14:creationId xmlns:p14="http://schemas.microsoft.com/office/powerpoint/2010/main" val="800187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hylactère : pensées 48">
            <a:extLst>
              <a:ext uri="{FF2B5EF4-FFF2-40B4-BE49-F238E27FC236}">
                <a16:creationId xmlns:a16="http://schemas.microsoft.com/office/drawing/2014/main" id="{BC9ADD7D-0ACC-4FB3-BDA7-544EC2A2C79D}"/>
              </a:ext>
            </a:extLst>
          </p:cNvPr>
          <p:cNvSpPr/>
          <p:nvPr/>
        </p:nvSpPr>
        <p:spPr>
          <a:xfrm>
            <a:off x="10067524" y="1518024"/>
            <a:ext cx="2124476" cy="2802305"/>
          </a:xfrm>
          <a:prstGeom prst="cloudCallout">
            <a:avLst>
              <a:gd name="adj1" fmla="val -9921"/>
              <a:gd name="adj2" fmla="val 4032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665B4F04-D6BD-4B11-9CD0-C5AAA49B3967}"/>
              </a:ext>
            </a:extLst>
          </p:cNvPr>
          <p:cNvSpPr>
            <a:spLocks noGrp="1"/>
          </p:cNvSpPr>
          <p:nvPr>
            <p:ph type="title"/>
          </p:nvPr>
        </p:nvSpPr>
        <p:spPr>
          <a:xfrm>
            <a:off x="838200" y="365126"/>
            <a:ext cx="10515600" cy="691420"/>
          </a:xfrm>
        </p:spPr>
        <p:txBody>
          <a:bodyPr>
            <a:noAutofit/>
          </a:bodyPr>
          <a:lstStyle/>
          <a:p>
            <a:r>
              <a:rPr lang="fr-FR" sz="2800"/>
              <a:t>Distance narrative d’un Serious Game par rapport à la situation réelle</a:t>
            </a:r>
          </a:p>
        </p:txBody>
      </p:sp>
      <p:grpSp>
        <p:nvGrpSpPr>
          <p:cNvPr id="8" name="Groupe 7">
            <a:extLst>
              <a:ext uri="{FF2B5EF4-FFF2-40B4-BE49-F238E27FC236}">
                <a16:creationId xmlns:a16="http://schemas.microsoft.com/office/drawing/2014/main" id="{2B1B0777-8209-4ADA-8338-2541C6063BE4}"/>
              </a:ext>
            </a:extLst>
          </p:cNvPr>
          <p:cNvGrpSpPr/>
          <p:nvPr/>
        </p:nvGrpSpPr>
        <p:grpSpPr>
          <a:xfrm>
            <a:off x="3784105" y="2713325"/>
            <a:ext cx="6622136" cy="1088472"/>
            <a:chOff x="2466365" y="2432807"/>
            <a:chExt cx="7684315" cy="1434517"/>
          </a:xfrm>
          <a:solidFill>
            <a:srgbClr val="0683AA"/>
          </a:solidFill>
        </p:grpSpPr>
        <p:sp>
          <p:nvSpPr>
            <p:cNvPr id="4" name="Flèche : droite 3">
              <a:extLst>
                <a:ext uri="{FF2B5EF4-FFF2-40B4-BE49-F238E27FC236}">
                  <a16:creationId xmlns:a16="http://schemas.microsoft.com/office/drawing/2014/main" id="{54C5A81A-461A-4AAB-9D82-26E34BB770F3}"/>
                </a:ext>
              </a:extLst>
            </p:cNvPr>
            <p:cNvSpPr/>
            <p:nvPr/>
          </p:nvSpPr>
          <p:spPr>
            <a:xfrm>
              <a:off x="8053431" y="2432807"/>
              <a:ext cx="2097249" cy="1434517"/>
            </a:xfrm>
            <a:prstGeom prst="rightArrow">
              <a:avLst>
                <a:gd name="adj1" fmla="val 52339"/>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4 domaines</a:t>
              </a:r>
            </a:p>
          </p:txBody>
        </p:sp>
        <p:sp>
          <p:nvSpPr>
            <p:cNvPr id="5" name="Rectangle 4">
              <a:extLst>
                <a:ext uri="{FF2B5EF4-FFF2-40B4-BE49-F238E27FC236}">
                  <a16:creationId xmlns:a16="http://schemas.microsoft.com/office/drawing/2014/main" id="{FE7539F0-57CA-46A9-BBC6-E58832F30790}"/>
                </a:ext>
              </a:extLst>
            </p:cNvPr>
            <p:cNvSpPr/>
            <p:nvPr/>
          </p:nvSpPr>
          <p:spPr>
            <a:xfrm>
              <a:off x="6195269" y="2778849"/>
              <a:ext cx="1770077" cy="7424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3 domaines</a:t>
              </a:r>
            </a:p>
          </p:txBody>
        </p:sp>
        <p:sp>
          <p:nvSpPr>
            <p:cNvPr id="6" name="Rectangle 5">
              <a:extLst>
                <a:ext uri="{FF2B5EF4-FFF2-40B4-BE49-F238E27FC236}">
                  <a16:creationId xmlns:a16="http://schemas.microsoft.com/office/drawing/2014/main" id="{3B790859-0226-468A-B479-61F9F0DF3418}"/>
                </a:ext>
              </a:extLst>
            </p:cNvPr>
            <p:cNvSpPr/>
            <p:nvPr/>
          </p:nvSpPr>
          <p:spPr>
            <a:xfrm>
              <a:off x="4337108" y="2778850"/>
              <a:ext cx="1770077" cy="7424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2 domaines</a:t>
              </a:r>
            </a:p>
          </p:txBody>
        </p:sp>
        <p:sp>
          <p:nvSpPr>
            <p:cNvPr id="7" name="Rectangle 6">
              <a:extLst>
                <a:ext uri="{FF2B5EF4-FFF2-40B4-BE49-F238E27FC236}">
                  <a16:creationId xmlns:a16="http://schemas.microsoft.com/office/drawing/2014/main" id="{F47A2A70-5D30-43D4-BDAD-579BDCAA9B3E}"/>
                </a:ext>
              </a:extLst>
            </p:cNvPr>
            <p:cNvSpPr/>
            <p:nvPr/>
          </p:nvSpPr>
          <p:spPr>
            <a:xfrm>
              <a:off x="2466365" y="2778850"/>
              <a:ext cx="1770077" cy="7424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1 domaine</a:t>
              </a:r>
            </a:p>
          </p:txBody>
        </p:sp>
      </p:grpSp>
      <p:pic>
        <p:nvPicPr>
          <p:cNvPr id="9" name="Graphique 8" descr="Groupe avec un remplissage uni">
            <a:extLst>
              <a:ext uri="{FF2B5EF4-FFF2-40B4-BE49-F238E27FC236}">
                <a16:creationId xmlns:a16="http://schemas.microsoft.com/office/drawing/2014/main" id="{FAC2AEE4-EEEC-47CA-8C33-559EA8AEA3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569" y="2077750"/>
            <a:ext cx="1141967" cy="1141967"/>
          </a:xfrm>
          <a:prstGeom prst="rect">
            <a:avLst/>
          </a:prstGeom>
        </p:spPr>
      </p:pic>
      <p:sp>
        <p:nvSpPr>
          <p:cNvPr id="10" name="ZoneTexte 9">
            <a:extLst>
              <a:ext uri="{FF2B5EF4-FFF2-40B4-BE49-F238E27FC236}">
                <a16:creationId xmlns:a16="http://schemas.microsoft.com/office/drawing/2014/main" id="{04CE9852-597D-4CF0-BCB1-154C2E41C7BF}"/>
              </a:ext>
            </a:extLst>
          </p:cNvPr>
          <p:cNvSpPr txBox="1"/>
          <p:nvPr/>
        </p:nvSpPr>
        <p:spPr>
          <a:xfrm>
            <a:off x="242106" y="2965933"/>
            <a:ext cx="1695950" cy="738664"/>
          </a:xfrm>
          <a:prstGeom prst="rect">
            <a:avLst/>
          </a:prstGeom>
          <a:noFill/>
        </p:spPr>
        <p:txBody>
          <a:bodyPr wrap="square" lIns="91440" tIns="45720" rIns="91440" bIns="45720" anchor="t">
            <a:spAutoFit/>
          </a:bodyPr>
          <a:lstStyle/>
          <a:p>
            <a:r>
              <a:rPr lang="fr-FR" sz="1400"/>
              <a:t>Les personnes qui participent à votre jeu et leur cas réel</a:t>
            </a:r>
          </a:p>
        </p:txBody>
      </p:sp>
      <p:sp>
        <p:nvSpPr>
          <p:cNvPr id="11" name="Rectangle 10">
            <a:extLst>
              <a:ext uri="{FF2B5EF4-FFF2-40B4-BE49-F238E27FC236}">
                <a16:creationId xmlns:a16="http://schemas.microsoft.com/office/drawing/2014/main" id="{4121BC80-7705-47AD-B17A-2BD5C8BB605C}"/>
              </a:ext>
            </a:extLst>
          </p:cNvPr>
          <p:cNvSpPr/>
          <p:nvPr/>
        </p:nvSpPr>
        <p:spPr>
          <a:xfrm>
            <a:off x="131551" y="1922887"/>
            <a:ext cx="2180098" cy="2301055"/>
          </a:xfrm>
          <a:custGeom>
            <a:avLst/>
            <a:gdLst>
              <a:gd name="connsiteX0" fmla="*/ 0 w 2180098"/>
              <a:gd name="connsiteY0" fmla="*/ 0 h 2301055"/>
              <a:gd name="connsiteX1" fmla="*/ 2180098 w 2180098"/>
              <a:gd name="connsiteY1" fmla="*/ 0 h 2301055"/>
              <a:gd name="connsiteX2" fmla="*/ 2180098 w 2180098"/>
              <a:gd name="connsiteY2" fmla="*/ 2301055 h 2301055"/>
              <a:gd name="connsiteX3" fmla="*/ 0 w 2180098"/>
              <a:gd name="connsiteY3" fmla="*/ 2301055 h 2301055"/>
              <a:gd name="connsiteX4" fmla="*/ 0 w 2180098"/>
              <a:gd name="connsiteY4" fmla="*/ 0 h 2301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0098" h="2301055" extrusionOk="0">
                <a:moveTo>
                  <a:pt x="0" y="0"/>
                </a:moveTo>
                <a:cubicBezTo>
                  <a:pt x="524825" y="-5317"/>
                  <a:pt x="1356921" y="155374"/>
                  <a:pt x="2180098" y="0"/>
                </a:cubicBezTo>
                <a:cubicBezTo>
                  <a:pt x="2286034" y="1060773"/>
                  <a:pt x="2276887" y="1338694"/>
                  <a:pt x="2180098" y="2301055"/>
                </a:cubicBezTo>
                <a:cubicBezTo>
                  <a:pt x="1669236" y="2241329"/>
                  <a:pt x="686986" y="2164671"/>
                  <a:pt x="0" y="2301055"/>
                </a:cubicBezTo>
                <a:cubicBezTo>
                  <a:pt x="109739" y="1701288"/>
                  <a:pt x="31207" y="723158"/>
                  <a:pt x="0" y="0"/>
                </a:cubicBezTo>
                <a:close/>
              </a:path>
            </a:pathLst>
          </a:custGeom>
          <a:noFill/>
          <a:ln w="6350">
            <a:solidFill>
              <a:schemeClr val="tx1"/>
            </a:solidFill>
            <a:extLst>
              <a:ext uri="{C807C97D-BFC1-408E-A445-0C87EB9F89A2}">
                <ask:lineSketchStyleProps xmlns:ask="http://schemas.microsoft.com/office/drawing/2018/sketchyshapes" sd="3360952435">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0" name="Groupe 19">
            <a:extLst>
              <a:ext uri="{FF2B5EF4-FFF2-40B4-BE49-F238E27FC236}">
                <a16:creationId xmlns:a16="http://schemas.microsoft.com/office/drawing/2014/main" id="{CD8D6EC8-D241-4445-8A34-352A3BA9994C}"/>
              </a:ext>
            </a:extLst>
          </p:cNvPr>
          <p:cNvGrpSpPr/>
          <p:nvPr/>
        </p:nvGrpSpPr>
        <p:grpSpPr>
          <a:xfrm>
            <a:off x="7195824" y="2527593"/>
            <a:ext cx="791401" cy="320619"/>
            <a:chOff x="7589643" y="1659999"/>
            <a:chExt cx="1641628" cy="665070"/>
          </a:xfrm>
        </p:grpSpPr>
        <p:pic>
          <p:nvPicPr>
            <p:cNvPr id="17" name="Graphique 16" descr="Monde avec un remplissage uni">
              <a:extLst>
                <a:ext uri="{FF2B5EF4-FFF2-40B4-BE49-F238E27FC236}">
                  <a16:creationId xmlns:a16="http://schemas.microsoft.com/office/drawing/2014/main" id="{435235E3-D74B-43A7-8583-E63F4F527BF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18" name="Graphique 17" descr="Connecté avec un remplissage uni">
              <a:extLst>
                <a:ext uri="{FF2B5EF4-FFF2-40B4-BE49-F238E27FC236}">
                  <a16:creationId xmlns:a16="http://schemas.microsoft.com/office/drawing/2014/main" id="{683FA99F-970D-4A5E-A190-0E46EC05B3A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pic>
          <p:nvPicPr>
            <p:cNvPr id="19" name="Graphique 18" descr="Outils d'exploitation minière avec un remplissage uni">
              <a:extLst>
                <a:ext uri="{FF2B5EF4-FFF2-40B4-BE49-F238E27FC236}">
                  <a16:creationId xmlns:a16="http://schemas.microsoft.com/office/drawing/2014/main" id="{3F24D0DA-9462-45F3-8D8F-5F51A782C5A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26" name="Groupe 25">
            <a:extLst>
              <a:ext uri="{FF2B5EF4-FFF2-40B4-BE49-F238E27FC236}">
                <a16:creationId xmlns:a16="http://schemas.microsoft.com/office/drawing/2014/main" id="{55D3A377-5D83-404F-A788-7565C36440BA}"/>
              </a:ext>
            </a:extLst>
          </p:cNvPr>
          <p:cNvGrpSpPr/>
          <p:nvPr/>
        </p:nvGrpSpPr>
        <p:grpSpPr>
          <a:xfrm>
            <a:off x="7191021" y="1883500"/>
            <a:ext cx="1084574" cy="297067"/>
            <a:chOff x="7589643" y="1708854"/>
            <a:chExt cx="2249766" cy="616215"/>
          </a:xfrm>
        </p:grpSpPr>
        <p:pic>
          <p:nvPicPr>
            <p:cNvPr id="27" name="Graphique 26" descr="Personne confuse avec un remplissage uni">
              <a:extLst>
                <a:ext uri="{FF2B5EF4-FFF2-40B4-BE49-F238E27FC236}">
                  <a16:creationId xmlns:a16="http://schemas.microsoft.com/office/drawing/2014/main" id="{55BDD5CA-A65A-4F94-8037-5A1CC7CE89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28" name="Graphique 27" descr="Monde avec un remplissage uni">
              <a:extLst>
                <a:ext uri="{FF2B5EF4-FFF2-40B4-BE49-F238E27FC236}">
                  <a16:creationId xmlns:a16="http://schemas.microsoft.com/office/drawing/2014/main" id="{95FDAF0D-23DB-4AC0-80F8-60F2D8041EA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30" name="Graphique 29" descr="Outils d'exploitation minière avec un remplissage uni">
              <a:extLst>
                <a:ext uri="{FF2B5EF4-FFF2-40B4-BE49-F238E27FC236}">
                  <a16:creationId xmlns:a16="http://schemas.microsoft.com/office/drawing/2014/main" id="{B5568284-336A-4E41-99E2-33A7EE80775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31" name="Groupe 30">
            <a:extLst>
              <a:ext uri="{FF2B5EF4-FFF2-40B4-BE49-F238E27FC236}">
                <a16:creationId xmlns:a16="http://schemas.microsoft.com/office/drawing/2014/main" id="{1AA0FBED-BA19-4845-9DD0-23C127BEB947}"/>
              </a:ext>
            </a:extLst>
          </p:cNvPr>
          <p:cNvGrpSpPr/>
          <p:nvPr/>
        </p:nvGrpSpPr>
        <p:grpSpPr>
          <a:xfrm>
            <a:off x="7189361" y="2180566"/>
            <a:ext cx="1084574" cy="320619"/>
            <a:chOff x="7589643" y="1659999"/>
            <a:chExt cx="2249766" cy="665070"/>
          </a:xfrm>
        </p:grpSpPr>
        <p:pic>
          <p:nvPicPr>
            <p:cNvPr id="32" name="Graphique 31" descr="Personne confuse avec un remplissage uni">
              <a:extLst>
                <a:ext uri="{FF2B5EF4-FFF2-40B4-BE49-F238E27FC236}">
                  <a16:creationId xmlns:a16="http://schemas.microsoft.com/office/drawing/2014/main" id="{D74F0F6F-E4CE-437E-9A20-F0B330FAC02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34" name="Graphique 33" descr="Connecté avec un remplissage uni">
              <a:extLst>
                <a:ext uri="{FF2B5EF4-FFF2-40B4-BE49-F238E27FC236}">
                  <a16:creationId xmlns:a16="http://schemas.microsoft.com/office/drawing/2014/main" id="{1DB87931-57E7-4978-B20E-A86CF962EC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pic>
          <p:nvPicPr>
            <p:cNvPr id="35" name="Graphique 34" descr="Outils d'exploitation minière avec un remplissage uni">
              <a:extLst>
                <a:ext uri="{FF2B5EF4-FFF2-40B4-BE49-F238E27FC236}">
                  <a16:creationId xmlns:a16="http://schemas.microsoft.com/office/drawing/2014/main" id="{7DEAA461-183C-4F65-9201-BA5454951A7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36" name="Groupe 35">
            <a:extLst>
              <a:ext uri="{FF2B5EF4-FFF2-40B4-BE49-F238E27FC236}">
                <a16:creationId xmlns:a16="http://schemas.microsoft.com/office/drawing/2014/main" id="{07B48C1C-0E06-4F98-8052-FA5091BA69DB}"/>
              </a:ext>
            </a:extLst>
          </p:cNvPr>
          <p:cNvGrpSpPr/>
          <p:nvPr/>
        </p:nvGrpSpPr>
        <p:grpSpPr>
          <a:xfrm>
            <a:off x="7445940" y="1494472"/>
            <a:ext cx="827995" cy="320619"/>
            <a:chOff x="8121872" y="1659999"/>
            <a:chExt cx="1717537" cy="665070"/>
          </a:xfrm>
        </p:grpSpPr>
        <p:pic>
          <p:nvPicPr>
            <p:cNvPr id="37" name="Graphique 36" descr="Personne confuse avec un remplissage uni">
              <a:extLst>
                <a:ext uri="{FF2B5EF4-FFF2-40B4-BE49-F238E27FC236}">
                  <a16:creationId xmlns:a16="http://schemas.microsoft.com/office/drawing/2014/main" id="{D9BDD2EE-4D22-4843-9572-7DF4F351F08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38" name="Graphique 37" descr="Monde avec un remplissage uni">
              <a:extLst>
                <a:ext uri="{FF2B5EF4-FFF2-40B4-BE49-F238E27FC236}">
                  <a16:creationId xmlns:a16="http://schemas.microsoft.com/office/drawing/2014/main" id="{6D3C6DEA-F732-4177-B519-6D49BBC4AA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39" name="Graphique 38" descr="Connecté avec un remplissage uni">
              <a:extLst>
                <a:ext uri="{FF2B5EF4-FFF2-40B4-BE49-F238E27FC236}">
                  <a16:creationId xmlns:a16="http://schemas.microsoft.com/office/drawing/2014/main" id="{3834C583-6359-4742-9875-FD28E86BE4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grpSp>
      <p:grpSp>
        <p:nvGrpSpPr>
          <p:cNvPr id="41" name="Groupe 40">
            <a:extLst>
              <a:ext uri="{FF2B5EF4-FFF2-40B4-BE49-F238E27FC236}">
                <a16:creationId xmlns:a16="http://schemas.microsoft.com/office/drawing/2014/main" id="{4174C6DF-80F6-44B4-89EC-2B8D98BA6D0B}"/>
              </a:ext>
            </a:extLst>
          </p:cNvPr>
          <p:cNvGrpSpPr/>
          <p:nvPr/>
        </p:nvGrpSpPr>
        <p:grpSpPr>
          <a:xfrm>
            <a:off x="8717043" y="2554096"/>
            <a:ext cx="1084574" cy="320619"/>
            <a:chOff x="7589643" y="1659999"/>
            <a:chExt cx="2249766" cy="665070"/>
          </a:xfrm>
        </p:grpSpPr>
        <p:pic>
          <p:nvPicPr>
            <p:cNvPr id="42" name="Graphique 41" descr="Personne confuse avec un remplissage uni">
              <a:extLst>
                <a:ext uri="{FF2B5EF4-FFF2-40B4-BE49-F238E27FC236}">
                  <a16:creationId xmlns:a16="http://schemas.microsoft.com/office/drawing/2014/main" id="{0C7A1694-41BC-419C-8286-8FB8DCD8EE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43" name="Graphique 42" descr="Monde avec un remplissage uni">
              <a:extLst>
                <a:ext uri="{FF2B5EF4-FFF2-40B4-BE49-F238E27FC236}">
                  <a16:creationId xmlns:a16="http://schemas.microsoft.com/office/drawing/2014/main" id="{C5B16025-9D37-4C3E-B46A-BAE0BBFF57D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44" name="Graphique 43" descr="Connecté avec un remplissage uni">
              <a:extLst>
                <a:ext uri="{FF2B5EF4-FFF2-40B4-BE49-F238E27FC236}">
                  <a16:creationId xmlns:a16="http://schemas.microsoft.com/office/drawing/2014/main" id="{FB0D5E68-F407-4F1F-ADC8-95A80EC3784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pic>
          <p:nvPicPr>
            <p:cNvPr id="45" name="Graphique 44" descr="Outils d'exploitation minière avec un remplissage uni">
              <a:extLst>
                <a:ext uri="{FF2B5EF4-FFF2-40B4-BE49-F238E27FC236}">
                  <a16:creationId xmlns:a16="http://schemas.microsoft.com/office/drawing/2014/main" id="{85D413CD-E7B4-46BF-8200-6F42E80696B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sp>
        <p:nvSpPr>
          <p:cNvPr id="46" name="ZoneTexte 45">
            <a:extLst>
              <a:ext uri="{FF2B5EF4-FFF2-40B4-BE49-F238E27FC236}">
                <a16:creationId xmlns:a16="http://schemas.microsoft.com/office/drawing/2014/main" id="{63477DFD-FDD1-4839-977F-B83AD49FEEC6}"/>
              </a:ext>
            </a:extLst>
          </p:cNvPr>
          <p:cNvSpPr txBox="1"/>
          <p:nvPr/>
        </p:nvSpPr>
        <p:spPr>
          <a:xfrm>
            <a:off x="597944" y="4246340"/>
            <a:ext cx="5020621" cy="1785104"/>
          </a:xfrm>
          <a:prstGeom prst="rect">
            <a:avLst/>
          </a:prstGeom>
          <a:noFill/>
        </p:spPr>
        <p:txBody>
          <a:bodyPr wrap="square" lIns="91440" tIns="45720" rIns="91440" bIns="45720" anchor="t">
            <a:spAutoFit/>
          </a:bodyPr>
          <a:lstStyle/>
          <a:p>
            <a:r>
              <a:rPr lang="fr-FR" sz="1100" b="1"/>
              <a:t>Cas extrême, 0 domaine narratif  : </a:t>
            </a:r>
            <a:r>
              <a:rPr lang="fr-FR" sz="1100"/>
              <a:t>On ne fait appel à AUCUN imaginaire, on traite directement la situation</a:t>
            </a:r>
            <a:endParaRPr lang="fr-FR" sz="1100" b="1"/>
          </a:p>
          <a:p>
            <a:endParaRPr lang="fr-FR" sz="1100" b="1">
              <a:solidFill>
                <a:srgbClr val="00B050"/>
              </a:solidFill>
            </a:endParaRPr>
          </a:p>
          <a:p>
            <a:r>
              <a:rPr lang="fr-FR" sz="1100" b="1">
                <a:solidFill>
                  <a:srgbClr val="00B050"/>
                </a:solidFill>
              </a:rPr>
              <a:t>Avantages : </a:t>
            </a:r>
          </a:p>
          <a:p>
            <a:pPr marL="285750" indent="-285750">
              <a:buFontTx/>
              <a:buChar char="-"/>
            </a:pPr>
            <a:r>
              <a:rPr lang="fr-FR" sz="1100"/>
              <a:t>On fait très facilement le lien entre la session de travail et le cas réel</a:t>
            </a:r>
          </a:p>
          <a:p>
            <a:pPr marL="285750" indent="-285750">
              <a:buFontTx/>
              <a:buChar char="-"/>
            </a:pPr>
            <a:r>
              <a:rPr lang="fr-FR" sz="1100"/>
              <a:t>Peu d’effort en imagination</a:t>
            </a:r>
          </a:p>
          <a:p>
            <a:endParaRPr lang="fr-FR" sz="1100"/>
          </a:p>
          <a:p>
            <a:r>
              <a:rPr lang="fr-FR" sz="1100" b="1">
                <a:solidFill>
                  <a:srgbClr val="FF0000"/>
                </a:solidFill>
              </a:rPr>
              <a:t>Inconvénients : </a:t>
            </a:r>
          </a:p>
          <a:p>
            <a:pPr marL="285750" indent="-285750">
              <a:buFontTx/>
              <a:buChar char="-"/>
            </a:pPr>
            <a:r>
              <a:rPr lang="fr-FR" sz="1100"/>
              <a:t>On ne sort pas du cadre et on a moins de chances d’être créatifs et innovants</a:t>
            </a:r>
          </a:p>
          <a:p>
            <a:pPr marL="285750" indent="-285750">
              <a:buFontTx/>
              <a:buChar char="-"/>
            </a:pPr>
            <a:r>
              <a:rPr lang="fr-FR" sz="1100">
                <a:cs typeface="Calibri"/>
              </a:rPr>
              <a:t>Les barrières sociales, hiérarchiques, comportementales... sont maintenues</a:t>
            </a:r>
          </a:p>
        </p:txBody>
      </p:sp>
      <p:sp>
        <p:nvSpPr>
          <p:cNvPr id="47" name="ZoneTexte 46">
            <a:extLst>
              <a:ext uri="{FF2B5EF4-FFF2-40B4-BE49-F238E27FC236}">
                <a16:creationId xmlns:a16="http://schemas.microsoft.com/office/drawing/2014/main" id="{C8ABA62A-F489-41E4-8577-3F0F99096E78}"/>
              </a:ext>
            </a:extLst>
          </p:cNvPr>
          <p:cNvSpPr txBox="1"/>
          <p:nvPr/>
        </p:nvSpPr>
        <p:spPr>
          <a:xfrm>
            <a:off x="6933414" y="4162498"/>
            <a:ext cx="4957812" cy="2462213"/>
          </a:xfrm>
          <a:prstGeom prst="rect">
            <a:avLst/>
          </a:prstGeom>
          <a:noFill/>
        </p:spPr>
        <p:txBody>
          <a:bodyPr wrap="square" lIns="91440" tIns="45720" rIns="91440" bIns="45720" anchor="t">
            <a:spAutoFit/>
          </a:bodyPr>
          <a:lstStyle/>
          <a:p>
            <a:r>
              <a:rPr lang="fr-FR" sz="1100" b="1"/>
              <a:t>Cas extrême, 4 domaines narratifs : </a:t>
            </a:r>
            <a:r>
              <a:rPr lang="fr-FR" sz="1100"/>
              <a:t>Full combo !</a:t>
            </a:r>
            <a:r>
              <a:rPr lang="fr-FR" sz="1100">
                <a:ea typeface="+mn-lt"/>
                <a:cs typeface="+mn-lt"/>
              </a:rPr>
              <a:t> On ne touche plus terre, on fait corps avec la matrice !</a:t>
            </a:r>
          </a:p>
          <a:p>
            <a:endParaRPr lang="fr-FR" sz="1100">
              <a:solidFill>
                <a:srgbClr val="000000"/>
              </a:solidFill>
            </a:endParaRPr>
          </a:p>
          <a:p>
            <a:r>
              <a:rPr lang="fr-FR" sz="1100" b="1">
                <a:solidFill>
                  <a:srgbClr val="00B050"/>
                </a:solidFill>
              </a:rPr>
              <a:t>Avantages : </a:t>
            </a:r>
          </a:p>
          <a:p>
            <a:pPr marL="285750" indent="-285750">
              <a:buFontTx/>
              <a:buChar char="-"/>
            </a:pPr>
            <a:r>
              <a:rPr lang="fr-FR" sz="1100"/>
              <a:t>Le changement de cadre stimule l’imagination et permet de faire émerger la créativité, l’innovation par rapport au quotidien</a:t>
            </a:r>
          </a:p>
          <a:p>
            <a:pPr marL="285750" indent="-285750">
              <a:buFontTx/>
              <a:buChar char="-"/>
            </a:pPr>
            <a:r>
              <a:rPr lang="fr-FR" sz="1100"/>
              <a:t>Les</a:t>
            </a:r>
            <a:r>
              <a:rPr lang="fr-FR" sz="1100">
                <a:cs typeface="Calibri"/>
              </a:rPr>
              <a:t> barrières sociales, hiérarchiques, comportementales... sautent.</a:t>
            </a:r>
          </a:p>
          <a:p>
            <a:pPr marL="285750" indent="-285750">
              <a:buChar char="-"/>
            </a:pPr>
            <a:endParaRPr lang="fr-FR" sz="1100">
              <a:solidFill>
                <a:srgbClr val="000000"/>
              </a:solidFill>
            </a:endParaRPr>
          </a:p>
          <a:p>
            <a:r>
              <a:rPr lang="fr-FR" sz="1100" b="1">
                <a:solidFill>
                  <a:srgbClr val="FF0000"/>
                </a:solidFill>
              </a:rPr>
              <a:t>Inconvénients : </a:t>
            </a:r>
          </a:p>
          <a:p>
            <a:pPr marL="285750" indent="-285750">
              <a:buFontTx/>
              <a:buChar char="-"/>
            </a:pPr>
            <a:r>
              <a:rPr lang="fr-FR" sz="1100"/>
              <a:t>Effort d’imagination de départ (qui peut nécessiter un travail d’immersion)</a:t>
            </a:r>
          </a:p>
          <a:p>
            <a:pPr marL="285750" indent="-285750">
              <a:buFontTx/>
              <a:buChar char="-"/>
            </a:pPr>
            <a:r>
              <a:rPr lang="fr-FR" sz="1100"/>
              <a:t>Potentiellement difficile de faire le lien avec le cas réel, donc plus difficile à promouvoir (inviter à s’engager) dans un cadre de jeu sérieux. Les apprentissages peuvent être plus difficiles à retransposer une fois la session de jeu terminée</a:t>
            </a:r>
          </a:p>
        </p:txBody>
      </p:sp>
      <p:sp>
        <p:nvSpPr>
          <p:cNvPr id="48" name="ZoneTexte 47">
            <a:extLst>
              <a:ext uri="{FF2B5EF4-FFF2-40B4-BE49-F238E27FC236}">
                <a16:creationId xmlns:a16="http://schemas.microsoft.com/office/drawing/2014/main" id="{3E6D660D-4D2A-48A5-BCED-CC9B6E14D1C9}"/>
              </a:ext>
            </a:extLst>
          </p:cNvPr>
          <p:cNvSpPr txBox="1"/>
          <p:nvPr/>
        </p:nvSpPr>
        <p:spPr>
          <a:xfrm>
            <a:off x="10384755" y="2802468"/>
            <a:ext cx="1717828" cy="523220"/>
          </a:xfrm>
          <a:prstGeom prst="rect">
            <a:avLst/>
          </a:prstGeom>
          <a:noFill/>
        </p:spPr>
        <p:txBody>
          <a:bodyPr wrap="square">
            <a:spAutoFit/>
          </a:bodyPr>
          <a:lstStyle/>
          <a:p>
            <a:r>
              <a:rPr lang="fr-FR" sz="1400">
                <a:solidFill>
                  <a:schemeClr val="bg1"/>
                </a:solidFill>
              </a:rPr>
              <a:t>Le cadre dans lequel les personnes jouent</a:t>
            </a:r>
          </a:p>
        </p:txBody>
      </p:sp>
      <p:sp>
        <p:nvSpPr>
          <p:cNvPr id="50" name="Flèche : gauche 49">
            <a:extLst>
              <a:ext uri="{FF2B5EF4-FFF2-40B4-BE49-F238E27FC236}">
                <a16:creationId xmlns:a16="http://schemas.microsoft.com/office/drawing/2014/main" id="{C127EAA6-49F8-4518-9600-E05E998E241C}"/>
              </a:ext>
            </a:extLst>
          </p:cNvPr>
          <p:cNvSpPr/>
          <p:nvPr/>
        </p:nvSpPr>
        <p:spPr>
          <a:xfrm>
            <a:off x="1843230" y="2744656"/>
            <a:ext cx="1848571" cy="1042206"/>
          </a:xfrm>
          <a:prstGeom prst="leftArrow">
            <a:avLst>
              <a:gd name="adj1" fmla="val 53220"/>
              <a:gd name="adj2" fmla="val 5000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0 domaine</a:t>
            </a:r>
          </a:p>
        </p:txBody>
      </p:sp>
      <p:pic>
        <p:nvPicPr>
          <p:cNvPr id="12" name="Graphique 11" descr="Visage d'extraterrestre avec un remplissage uni">
            <a:extLst>
              <a:ext uri="{FF2B5EF4-FFF2-40B4-BE49-F238E27FC236}">
                <a16:creationId xmlns:a16="http://schemas.microsoft.com/office/drawing/2014/main" id="{6B68E988-3ED6-4693-9915-F49E21FC75E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603448" y="2275570"/>
            <a:ext cx="388333" cy="388333"/>
          </a:xfrm>
          <a:prstGeom prst="rect">
            <a:avLst/>
          </a:prstGeom>
        </p:spPr>
      </p:pic>
      <p:pic>
        <p:nvPicPr>
          <p:cNvPr id="14" name="Graphique 13" descr="Visage d’ange avec remplissage uni avec un remplissage uni">
            <a:extLst>
              <a:ext uri="{FF2B5EF4-FFF2-40B4-BE49-F238E27FC236}">
                <a16:creationId xmlns:a16="http://schemas.microsoft.com/office/drawing/2014/main" id="{1BEBB69C-5913-41C3-91BB-16BC4ED1BF7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076086" y="2275571"/>
            <a:ext cx="388333" cy="388333"/>
          </a:xfrm>
          <a:prstGeom prst="rect">
            <a:avLst/>
          </a:prstGeom>
        </p:spPr>
      </p:pic>
      <p:pic>
        <p:nvPicPr>
          <p:cNvPr id="16" name="Graphique 15" descr="Une artiste avec un remplissage uni">
            <a:extLst>
              <a:ext uri="{FF2B5EF4-FFF2-40B4-BE49-F238E27FC236}">
                <a16:creationId xmlns:a16="http://schemas.microsoft.com/office/drawing/2014/main" id="{72CEAC25-A4CB-4ECA-83A5-6D9A2498FB6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283815" y="2469736"/>
            <a:ext cx="388333" cy="388333"/>
          </a:xfrm>
          <a:prstGeom prst="rect">
            <a:avLst/>
          </a:prstGeom>
        </p:spPr>
      </p:pic>
      <p:pic>
        <p:nvPicPr>
          <p:cNvPr id="22" name="Graphique 21" descr="Visage de diable avec remplissage solide avec un remplissage uni">
            <a:extLst>
              <a:ext uri="{FF2B5EF4-FFF2-40B4-BE49-F238E27FC236}">
                <a16:creationId xmlns:a16="http://schemas.microsoft.com/office/drawing/2014/main" id="{1877A5EF-9A26-4609-9CA7-ED13E2621D8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595206" y="2383481"/>
            <a:ext cx="388333" cy="388333"/>
          </a:xfrm>
          <a:prstGeom prst="rect">
            <a:avLst/>
          </a:prstGeom>
        </p:spPr>
      </p:pic>
      <p:grpSp>
        <p:nvGrpSpPr>
          <p:cNvPr id="72" name="Groupe 71">
            <a:extLst>
              <a:ext uri="{FF2B5EF4-FFF2-40B4-BE49-F238E27FC236}">
                <a16:creationId xmlns:a16="http://schemas.microsoft.com/office/drawing/2014/main" id="{DB181A70-5B02-4796-BEC0-C53D4550FC8F}"/>
              </a:ext>
            </a:extLst>
          </p:cNvPr>
          <p:cNvGrpSpPr/>
          <p:nvPr/>
        </p:nvGrpSpPr>
        <p:grpSpPr>
          <a:xfrm>
            <a:off x="3844445" y="2554096"/>
            <a:ext cx="1455089" cy="320619"/>
            <a:chOff x="7589643" y="1659999"/>
            <a:chExt cx="3018331" cy="665070"/>
          </a:xfrm>
        </p:grpSpPr>
        <p:pic>
          <p:nvPicPr>
            <p:cNvPr id="73" name="Graphique 72" descr="Personne confuse avec un remplissage uni">
              <a:extLst>
                <a:ext uri="{FF2B5EF4-FFF2-40B4-BE49-F238E27FC236}">
                  <a16:creationId xmlns:a16="http://schemas.microsoft.com/office/drawing/2014/main" id="{466EBEAA-8570-41F4-94C0-E5CCC40B5D8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91760" y="1708854"/>
              <a:ext cx="616214" cy="616215"/>
            </a:xfrm>
            <a:prstGeom prst="rect">
              <a:avLst/>
            </a:prstGeom>
          </p:spPr>
        </p:pic>
        <p:pic>
          <p:nvPicPr>
            <p:cNvPr id="74" name="Graphique 73" descr="Monde avec un remplissage uni">
              <a:extLst>
                <a:ext uri="{FF2B5EF4-FFF2-40B4-BE49-F238E27FC236}">
                  <a16:creationId xmlns:a16="http://schemas.microsoft.com/office/drawing/2014/main" id="{C41F69E7-C8EA-4D18-B724-6119972B04C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9249980" y="1708854"/>
              <a:ext cx="504906" cy="542110"/>
            </a:xfrm>
            <a:prstGeom prst="rect">
              <a:avLst/>
            </a:prstGeom>
          </p:spPr>
        </p:pic>
        <p:pic>
          <p:nvPicPr>
            <p:cNvPr id="75" name="Graphique 74" descr="Connecté avec un remplissage uni">
              <a:extLst>
                <a:ext uri="{FF2B5EF4-FFF2-40B4-BE49-F238E27FC236}">
                  <a16:creationId xmlns:a16="http://schemas.microsoft.com/office/drawing/2014/main" id="{372EF17A-F2C8-47C7-82CA-D1E582B756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39390" y="1659999"/>
              <a:ext cx="665071" cy="665070"/>
            </a:xfrm>
            <a:prstGeom prst="rect">
              <a:avLst/>
            </a:prstGeom>
          </p:spPr>
        </p:pic>
        <p:pic>
          <p:nvPicPr>
            <p:cNvPr id="76" name="Graphique 75" descr="Outils d'exploitation minière avec un remplissage uni">
              <a:extLst>
                <a:ext uri="{FF2B5EF4-FFF2-40B4-BE49-F238E27FC236}">
                  <a16:creationId xmlns:a16="http://schemas.microsoft.com/office/drawing/2014/main" id="{26347A8E-B298-4C5A-BD59-4615EE56193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13" name="Groupe 12">
            <a:extLst>
              <a:ext uri="{FF2B5EF4-FFF2-40B4-BE49-F238E27FC236}">
                <a16:creationId xmlns:a16="http://schemas.microsoft.com/office/drawing/2014/main" id="{5BE4E6AA-728B-4835-9107-2885C2A0CDCE}"/>
              </a:ext>
            </a:extLst>
          </p:cNvPr>
          <p:cNvGrpSpPr/>
          <p:nvPr/>
        </p:nvGrpSpPr>
        <p:grpSpPr>
          <a:xfrm>
            <a:off x="4093216" y="2553398"/>
            <a:ext cx="957567" cy="318081"/>
            <a:chOff x="4093216" y="2553398"/>
            <a:chExt cx="957567" cy="318081"/>
          </a:xfrm>
        </p:grpSpPr>
        <p:pic>
          <p:nvPicPr>
            <p:cNvPr id="3" name="Image 12" descr="Une image contenant flèche&#10;&#10;Description générée automatiquement">
              <a:extLst>
                <a:ext uri="{FF2B5EF4-FFF2-40B4-BE49-F238E27FC236}">
                  <a16:creationId xmlns:a16="http://schemas.microsoft.com/office/drawing/2014/main" id="{9B48804B-5775-4B07-B20C-9B212EF520AE}"/>
                </a:ext>
              </a:extLst>
            </p:cNvPr>
            <p:cNvPicPr>
              <a:picLocks noChangeAspect="1"/>
            </p:cNvPicPr>
            <p:nvPr/>
          </p:nvPicPr>
          <p:blipFill>
            <a:blip r:embed="rId20"/>
            <a:stretch>
              <a:fillRect/>
            </a:stretch>
          </p:blipFill>
          <p:spPr>
            <a:xfrm>
              <a:off x="4093216" y="2553398"/>
              <a:ext cx="160614" cy="304101"/>
            </a:xfrm>
            <a:prstGeom prst="rect">
              <a:avLst/>
            </a:prstGeom>
          </p:spPr>
        </p:pic>
        <p:pic>
          <p:nvPicPr>
            <p:cNvPr id="77" name="Image 12" descr="Une image contenant flèche&#10;&#10;Description générée automatiquement">
              <a:extLst>
                <a:ext uri="{FF2B5EF4-FFF2-40B4-BE49-F238E27FC236}">
                  <a16:creationId xmlns:a16="http://schemas.microsoft.com/office/drawing/2014/main" id="{DA29FBA9-A53A-4008-B0DE-67E4053CFF80}"/>
                </a:ext>
              </a:extLst>
            </p:cNvPr>
            <p:cNvPicPr>
              <a:picLocks noChangeAspect="1"/>
            </p:cNvPicPr>
            <p:nvPr/>
          </p:nvPicPr>
          <p:blipFill>
            <a:blip r:embed="rId20"/>
            <a:stretch>
              <a:fillRect/>
            </a:stretch>
          </p:blipFill>
          <p:spPr>
            <a:xfrm>
              <a:off x="4484702" y="2560388"/>
              <a:ext cx="160614" cy="304101"/>
            </a:xfrm>
            <a:prstGeom prst="rect">
              <a:avLst/>
            </a:prstGeom>
          </p:spPr>
        </p:pic>
        <p:pic>
          <p:nvPicPr>
            <p:cNvPr id="78" name="Image 12" descr="Une image contenant flèche&#10;&#10;Description générée automatiquement">
              <a:extLst>
                <a:ext uri="{FF2B5EF4-FFF2-40B4-BE49-F238E27FC236}">
                  <a16:creationId xmlns:a16="http://schemas.microsoft.com/office/drawing/2014/main" id="{ED63C359-5FA7-44D0-8880-AB86E28F572B}"/>
                </a:ext>
              </a:extLst>
            </p:cNvPr>
            <p:cNvPicPr>
              <a:picLocks noChangeAspect="1"/>
            </p:cNvPicPr>
            <p:nvPr/>
          </p:nvPicPr>
          <p:blipFill>
            <a:blip r:embed="rId20"/>
            <a:stretch>
              <a:fillRect/>
            </a:stretch>
          </p:blipFill>
          <p:spPr>
            <a:xfrm>
              <a:off x="4890169" y="2567378"/>
              <a:ext cx="160614" cy="304101"/>
            </a:xfrm>
            <a:prstGeom prst="rect">
              <a:avLst/>
            </a:prstGeom>
          </p:spPr>
        </p:pic>
      </p:grpSp>
      <p:grpSp>
        <p:nvGrpSpPr>
          <p:cNvPr id="25" name="Groupe 24">
            <a:extLst>
              <a:ext uri="{FF2B5EF4-FFF2-40B4-BE49-F238E27FC236}">
                <a16:creationId xmlns:a16="http://schemas.microsoft.com/office/drawing/2014/main" id="{C105D756-1840-4325-BDC1-CDD09CA41AF9}"/>
              </a:ext>
            </a:extLst>
          </p:cNvPr>
          <p:cNvGrpSpPr/>
          <p:nvPr/>
        </p:nvGrpSpPr>
        <p:grpSpPr>
          <a:xfrm>
            <a:off x="5592151" y="2563667"/>
            <a:ext cx="1126520" cy="301476"/>
            <a:chOff x="5438353" y="2563667"/>
            <a:chExt cx="1126520" cy="301476"/>
          </a:xfrm>
        </p:grpSpPr>
        <p:pic>
          <p:nvPicPr>
            <p:cNvPr id="80" name="Graphique 79" descr="Personne confuse avec un remplissage uni">
              <a:extLst>
                <a:ext uri="{FF2B5EF4-FFF2-40B4-BE49-F238E27FC236}">
                  <a16:creationId xmlns:a16="http://schemas.microsoft.com/office/drawing/2014/main" id="{686CC20F-DD89-42FE-8929-A0147C32472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67806" y="2563667"/>
              <a:ext cx="297067" cy="297067"/>
            </a:xfrm>
            <a:prstGeom prst="rect">
              <a:avLst/>
            </a:prstGeom>
          </p:spPr>
        </p:pic>
        <p:pic>
          <p:nvPicPr>
            <p:cNvPr id="83" name="Graphique 82" descr="Outils d'exploitation minière avec un remplissage uni">
              <a:extLst>
                <a:ext uri="{FF2B5EF4-FFF2-40B4-BE49-F238E27FC236}">
                  <a16:creationId xmlns:a16="http://schemas.microsoft.com/office/drawing/2014/main" id="{C644B328-6987-4BF4-A820-83007C96A0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38353" y="2591629"/>
              <a:ext cx="273515" cy="273514"/>
            </a:xfrm>
            <a:prstGeom prst="rect">
              <a:avLst/>
            </a:prstGeom>
          </p:spPr>
        </p:pic>
      </p:grpSp>
      <p:grpSp>
        <p:nvGrpSpPr>
          <p:cNvPr id="129" name="Groupe 128">
            <a:extLst>
              <a:ext uri="{FF2B5EF4-FFF2-40B4-BE49-F238E27FC236}">
                <a16:creationId xmlns:a16="http://schemas.microsoft.com/office/drawing/2014/main" id="{51AF2DEE-DAE2-4DC7-B628-92FA5B275E0A}"/>
              </a:ext>
            </a:extLst>
          </p:cNvPr>
          <p:cNvGrpSpPr/>
          <p:nvPr/>
        </p:nvGrpSpPr>
        <p:grpSpPr>
          <a:xfrm>
            <a:off x="6161877" y="1018695"/>
            <a:ext cx="556794" cy="302486"/>
            <a:chOff x="6008079" y="1018695"/>
            <a:chExt cx="556794" cy="302486"/>
          </a:xfrm>
        </p:grpSpPr>
        <p:pic>
          <p:nvPicPr>
            <p:cNvPr id="81" name="Graphique 80" descr="Monde avec un remplissage uni">
              <a:extLst>
                <a:ext uri="{FF2B5EF4-FFF2-40B4-BE49-F238E27FC236}">
                  <a16:creationId xmlns:a16="http://schemas.microsoft.com/office/drawing/2014/main" id="{15708372-6AE7-4213-8498-B0595EB1F94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6008079" y="1060637"/>
              <a:ext cx="242652" cy="260544"/>
            </a:xfrm>
            <a:prstGeom prst="rect">
              <a:avLst/>
            </a:prstGeom>
          </p:spPr>
        </p:pic>
        <p:pic>
          <p:nvPicPr>
            <p:cNvPr id="112" name="Graphique 111" descr="Personne confuse avec un remplissage uni">
              <a:extLst>
                <a:ext uri="{FF2B5EF4-FFF2-40B4-BE49-F238E27FC236}">
                  <a16:creationId xmlns:a16="http://schemas.microsoft.com/office/drawing/2014/main" id="{2EC68EF7-FC2B-4F09-AC4A-E560C51E641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67806" y="1018695"/>
              <a:ext cx="297067" cy="297067"/>
            </a:xfrm>
            <a:prstGeom prst="rect">
              <a:avLst/>
            </a:prstGeom>
          </p:spPr>
        </p:pic>
      </p:grpSp>
      <p:grpSp>
        <p:nvGrpSpPr>
          <p:cNvPr id="128" name="Groupe 127">
            <a:extLst>
              <a:ext uri="{FF2B5EF4-FFF2-40B4-BE49-F238E27FC236}">
                <a16:creationId xmlns:a16="http://schemas.microsoft.com/office/drawing/2014/main" id="{02FEF5CA-53B3-47FC-9ED8-960F185ECC26}"/>
              </a:ext>
            </a:extLst>
          </p:cNvPr>
          <p:cNvGrpSpPr/>
          <p:nvPr/>
        </p:nvGrpSpPr>
        <p:grpSpPr>
          <a:xfrm>
            <a:off x="5792803" y="1358664"/>
            <a:ext cx="925868" cy="320619"/>
            <a:chOff x="5639005" y="1358664"/>
            <a:chExt cx="925868" cy="320619"/>
          </a:xfrm>
        </p:grpSpPr>
        <p:pic>
          <p:nvPicPr>
            <p:cNvPr id="82" name="Graphique 81" descr="Connecté avec un remplissage uni">
              <a:extLst>
                <a:ext uri="{FF2B5EF4-FFF2-40B4-BE49-F238E27FC236}">
                  <a16:creationId xmlns:a16="http://schemas.microsoft.com/office/drawing/2014/main" id="{60B45853-B34E-4719-BFCB-A0967DAB8F0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39005" y="1358664"/>
              <a:ext cx="320620" cy="320619"/>
            </a:xfrm>
            <a:prstGeom prst="rect">
              <a:avLst/>
            </a:prstGeom>
          </p:spPr>
        </p:pic>
        <p:pic>
          <p:nvPicPr>
            <p:cNvPr id="113" name="Graphique 112" descr="Personne confuse avec un remplissage uni">
              <a:extLst>
                <a:ext uri="{FF2B5EF4-FFF2-40B4-BE49-F238E27FC236}">
                  <a16:creationId xmlns:a16="http://schemas.microsoft.com/office/drawing/2014/main" id="{66B96C00-7A83-4AFC-88C6-362ECEF3B56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67806" y="1361244"/>
              <a:ext cx="297067" cy="297067"/>
            </a:xfrm>
            <a:prstGeom prst="rect">
              <a:avLst/>
            </a:prstGeom>
          </p:spPr>
        </p:pic>
      </p:grpSp>
      <p:grpSp>
        <p:nvGrpSpPr>
          <p:cNvPr id="29" name="Groupe 28">
            <a:extLst>
              <a:ext uri="{FF2B5EF4-FFF2-40B4-BE49-F238E27FC236}">
                <a16:creationId xmlns:a16="http://schemas.microsoft.com/office/drawing/2014/main" id="{65B83991-C969-436F-BF99-F3052C1E2D01}"/>
              </a:ext>
            </a:extLst>
          </p:cNvPr>
          <p:cNvGrpSpPr/>
          <p:nvPr/>
        </p:nvGrpSpPr>
        <p:grpSpPr>
          <a:xfrm>
            <a:off x="5592150" y="2291022"/>
            <a:ext cx="826359" cy="273514"/>
            <a:chOff x="5438352" y="2291022"/>
            <a:chExt cx="826359" cy="273514"/>
          </a:xfrm>
        </p:grpSpPr>
        <p:pic>
          <p:nvPicPr>
            <p:cNvPr id="96" name="Graphique 95" descr="Outils d'exploitation minière avec un remplissage uni">
              <a:extLst>
                <a:ext uri="{FF2B5EF4-FFF2-40B4-BE49-F238E27FC236}">
                  <a16:creationId xmlns:a16="http://schemas.microsoft.com/office/drawing/2014/main" id="{0378D587-8C6C-4819-9D4C-49158B20885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38352" y="2291022"/>
              <a:ext cx="273515" cy="273514"/>
            </a:xfrm>
            <a:prstGeom prst="rect">
              <a:avLst/>
            </a:prstGeom>
          </p:spPr>
        </p:pic>
        <p:pic>
          <p:nvPicPr>
            <p:cNvPr id="114" name="Graphique 113" descr="Monde avec un remplissage uni">
              <a:extLst>
                <a:ext uri="{FF2B5EF4-FFF2-40B4-BE49-F238E27FC236}">
                  <a16:creationId xmlns:a16="http://schemas.microsoft.com/office/drawing/2014/main" id="{FFE93DD8-87D7-427F-A042-8AAD6459398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6022059" y="2291022"/>
              <a:ext cx="242652" cy="260544"/>
            </a:xfrm>
            <a:prstGeom prst="rect">
              <a:avLst/>
            </a:prstGeom>
          </p:spPr>
        </p:pic>
      </p:grpSp>
      <p:grpSp>
        <p:nvGrpSpPr>
          <p:cNvPr id="40" name="Groupe 39">
            <a:extLst>
              <a:ext uri="{FF2B5EF4-FFF2-40B4-BE49-F238E27FC236}">
                <a16:creationId xmlns:a16="http://schemas.microsoft.com/office/drawing/2014/main" id="{5966A4BF-DD14-42DE-A2E6-B667A217E14C}"/>
              </a:ext>
            </a:extLst>
          </p:cNvPr>
          <p:cNvGrpSpPr/>
          <p:nvPr/>
        </p:nvGrpSpPr>
        <p:grpSpPr>
          <a:xfrm>
            <a:off x="5813775" y="1673251"/>
            <a:ext cx="590751" cy="320619"/>
            <a:chOff x="5659977" y="1673251"/>
            <a:chExt cx="590751" cy="320619"/>
          </a:xfrm>
        </p:grpSpPr>
        <p:pic>
          <p:nvPicPr>
            <p:cNvPr id="115" name="Graphique 114" descr="Monde avec un remplissage uni">
              <a:extLst>
                <a:ext uri="{FF2B5EF4-FFF2-40B4-BE49-F238E27FC236}">
                  <a16:creationId xmlns:a16="http://schemas.microsoft.com/office/drawing/2014/main" id="{30F4C3CE-734C-402F-8D39-2EEEE4A888B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6008076" y="1675830"/>
              <a:ext cx="242652" cy="260544"/>
            </a:xfrm>
            <a:prstGeom prst="rect">
              <a:avLst/>
            </a:prstGeom>
          </p:spPr>
        </p:pic>
        <p:pic>
          <p:nvPicPr>
            <p:cNvPr id="121" name="Graphique 120" descr="Connecté avec un remplissage uni">
              <a:extLst>
                <a:ext uri="{FF2B5EF4-FFF2-40B4-BE49-F238E27FC236}">
                  <a16:creationId xmlns:a16="http://schemas.microsoft.com/office/drawing/2014/main" id="{CF50DE59-2ABF-4A5D-A709-4EECBF5FFAD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59977" y="1673251"/>
              <a:ext cx="320620" cy="320619"/>
            </a:xfrm>
            <a:prstGeom prst="rect">
              <a:avLst/>
            </a:prstGeom>
          </p:spPr>
        </p:pic>
      </p:grpSp>
      <p:grpSp>
        <p:nvGrpSpPr>
          <p:cNvPr id="33" name="Groupe 32">
            <a:extLst>
              <a:ext uri="{FF2B5EF4-FFF2-40B4-BE49-F238E27FC236}">
                <a16:creationId xmlns:a16="http://schemas.microsoft.com/office/drawing/2014/main" id="{12471FCF-8050-4464-ABB5-755F48AE073E}"/>
              </a:ext>
            </a:extLst>
          </p:cNvPr>
          <p:cNvGrpSpPr/>
          <p:nvPr/>
        </p:nvGrpSpPr>
        <p:grpSpPr>
          <a:xfrm>
            <a:off x="5592149" y="1966865"/>
            <a:ext cx="591182" cy="320619"/>
            <a:chOff x="5438351" y="1966865"/>
            <a:chExt cx="591182" cy="320619"/>
          </a:xfrm>
        </p:grpSpPr>
        <p:pic>
          <p:nvPicPr>
            <p:cNvPr id="126" name="Graphique 125" descr="Connecté avec un remplissage uni">
              <a:extLst>
                <a:ext uri="{FF2B5EF4-FFF2-40B4-BE49-F238E27FC236}">
                  <a16:creationId xmlns:a16="http://schemas.microsoft.com/office/drawing/2014/main" id="{60C1A57F-C9BC-4F66-9AD8-2F3AF214C70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08913" y="1966865"/>
              <a:ext cx="320620" cy="320619"/>
            </a:xfrm>
            <a:prstGeom prst="rect">
              <a:avLst/>
            </a:prstGeom>
          </p:spPr>
        </p:pic>
        <p:pic>
          <p:nvPicPr>
            <p:cNvPr id="127" name="Graphique 126" descr="Outils d'exploitation minière avec un remplissage uni">
              <a:extLst>
                <a:ext uri="{FF2B5EF4-FFF2-40B4-BE49-F238E27FC236}">
                  <a16:creationId xmlns:a16="http://schemas.microsoft.com/office/drawing/2014/main" id="{FB3802F4-02F3-4E67-B6FA-5F5C17B4D54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38351" y="1983425"/>
              <a:ext cx="273515" cy="273514"/>
            </a:xfrm>
            <a:prstGeom prst="rect">
              <a:avLst/>
            </a:prstGeom>
          </p:spPr>
        </p:pic>
      </p:grpSp>
    </p:spTree>
    <p:extLst>
      <p:ext uri="{BB962C8B-B14F-4D97-AF65-F5344CB8AC3E}">
        <p14:creationId xmlns:p14="http://schemas.microsoft.com/office/powerpoint/2010/main" val="1044959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re 3">
            <a:extLst>
              <a:ext uri="{FF2B5EF4-FFF2-40B4-BE49-F238E27FC236}">
                <a16:creationId xmlns:a16="http://schemas.microsoft.com/office/drawing/2014/main" id="{B13C3912-E33F-47F1-ABAF-D0E337E9DC51}"/>
              </a:ext>
            </a:extLst>
          </p:cNvPr>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fr-FR" kern="1200">
                <a:solidFill>
                  <a:srgbClr val="FFFFFF"/>
                </a:solidFill>
                <a:latin typeface="+mj-lt"/>
                <a:ea typeface="+mj-ea"/>
                <a:cs typeface="+mj-cs"/>
              </a:rPr>
              <a:t>Exemple d’usage du SGNC simplifié</a:t>
            </a:r>
          </a:p>
        </p:txBody>
      </p:sp>
      <p:sp>
        <p:nvSpPr>
          <p:cNvPr id="5" name="Espace réservé du texte 4">
            <a:extLst>
              <a:ext uri="{FF2B5EF4-FFF2-40B4-BE49-F238E27FC236}">
                <a16:creationId xmlns:a16="http://schemas.microsoft.com/office/drawing/2014/main" id="{ED57A40E-2424-48AE-BE7E-7363A8EFEC54}"/>
              </a:ext>
            </a:extLst>
          </p:cNvPr>
          <p:cNvSpPr>
            <a:spLocks noGrp="1"/>
          </p:cNvSpPr>
          <p:nvPr>
            <p:ph type="body" idx="1"/>
          </p:nvPr>
        </p:nvSpPr>
        <p:spPr>
          <a:xfrm>
            <a:off x="3045368" y="4332303"/>
            <a:ext cx="6105194" cy="424494"/>
          </a:xfrm>
        </p:spPr>
        <p:txBody>
          <a:bodyPr vert="horz" lIns="91440" tIns="45720" rIns="91440" bIns="45720" rtlCol="0">
            <a:normAutofit/>
          </a:bodyPr>
          <a:lstStyle/>
          <a:p>
            <a:pPr algn="ctr"/>
            <a:r>
              <a:rPr lang="en-US" sz="2400" kern="1200">
                <a:solidFill>
                  <a:srgbClr val="FFFFFF"/>
                </a:solidFill>
                <a:latin typeface="+mn-lt"/>
                <a:ea typeface="+mn-ea"/>
                <a:cs typeface="+mn-cs"/>
              </a:rPr>
              <a:t>Application par “Domaine </a:t>
            </a:r>
            <a:r>
              <a:rPr lang="en-US" sz="2400" kern="1200" err="1">
                <a:solidFill>
                  <a:srgbClr val="FFFFFF"/>
                </a:solidFill>
                <a:latin typeface="+mn-lt"/>
                <a:ea typeface="+mn-ea"/>
                <a:cs typeface="+mn-cs"/>
              </a:rPr>
              <a:t>narratif</a:t>
            </a:r>
            <a:r>
              <a:rPr lang="en-US" sz="2400" kern="1200">
                <a:solidFill>
                  <a:srgbClr val="FFFFFF"/>
                </a:solidFill>
                <a:latin typeface="+mn-lt"/>
                <a:ea typeface="+mn-ea"/>
                <a:cs typeface="+mn-cs"/>
              </a:rPr>
              <a:t>”</a:t>
            </a:r>
          </a:p>
        </p:txBody>
      </p:sp>
    </p:spTree>
    <p:extLst>
      <p:ext uri="{BB962C8B-B14F-4D97-AF65-F5344CB8AC3E}">
        <p14:creationId xmlns:p14="http://schemas.microsoft.com/office/powerpoint/2010/main" val="733374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4" name="Titre 3">
            <a:extLst>
              <a:ext uri="{FF2B5EF4-FFF2-40B4-BE49-F238E27FC236}">
                <a16:creationId xmlns:a16="http://schemas.microsoft.com/office/drawing/2014/main" id="{5BB89E43-C094-4158-9767-ECD25D271687}"/>
              </a:ext>
            </a:extLst>
          </p:cNvPr>
          <p:cNvSpPr>
            <a:spLocks noGrp="1"/>
          </p:cNvSpPr>
          <p:nvPr>
            <p:ph type="title"/>
          </p:nvPr>
        </p:nvSpPr>
        <p:spPr>
          <a:xfrm>
            <a:off x="804998" y="798445"/>
            <a:ext cx="4803636" cy="1311664"/>
          </a:xfrm>
        </p:spPr>
        <p:txBody>
          <a:bodyPr>
            <a:normAutofit/>
          </a:bodyPr>
          <a:lstStyle/>
          <a:p>
            <a:r>
              <a:rPr lang="fr-FR">
                <a:solidFill>
                  <a:srgbClr val="000000"/>
                </a:solidFill>
              </a:rPr>
              <a:t>Exemple de travail</a:t>
            </a:r>
          </a:p>
        </p:txBody>
      </p:sp>
      <p:sp>
        <p:nvSpPr>
          <p:cNvPr id="12" name="Content Placeholder 11">
            <a:extLst>
              <a:ext uri="{FF2B5EF4-FFF2-40B4-BE49-F238E27FC236}">
                <a16:creationId xmlns:a16="http://schemas.microsoft.com/office/drawing/2014/main" id="{2B44D8C2-95B6-4B66-8605-C0EF4FE564C3}"/>
              </a:ext>
            </a:extLst>
          </p:cNvPr>
          <p:cNvSpPr>
            <a:spLocks noGrp="1"/>
          </p:cNvSpPr>
          <p:nvPr>
            <p:ph idx="1"/>
          </p:nvPr>
        </p:nvSpPr>
        <p:spPr>
          <a:xfrm>
            <a:off x="804997" y="2272143"/>
            <a:ext cx="4706803" cy="3788830"/>
          </a:xfrm>
        </p:spPr>
        <p:txBody>
          <a:bodyPr anchor="ctr">
            <a:normAutofit lnSpcReduction="10000"/>
          </a:bodyPr>
          <a:lstStyle/>
          <a:p>
            <a:pPr marL="0" indent="0">
              <a:buNone/>
            </a:pPr>
            <a:r>
              <a:rPr lang="fr-FR" sz="1600" i="1"/>
              <a:t>Vous devez créer un Serious Game narratif pour le compte d’une PME de vente de ramettes de papier, plutôt moderne dans ses usages et outils. Particulièrement, on vous charge d’une équipe de démarchage sur la région Lyonnaise. Cette équipe est constituée de 3 personnes Alice, Bob et Charlie. </a:t>
            </a:r>
          </a:p>
          <a:p>
            <a:pPr marL="0" indent="0">
              <a:buNone/>
            </a:pPr>
            <a:r>
              <a:rPr lang="fr-FR" sz="1600" i="1"/>
              <a:t>Alice est l’assistante de direction plutôt timide. Bob est un vendeur extraverti. Charlie un manager plutôt calme, stoïque et déterminé.</a:t>
            </a:r>
          </a:p>
          <a:p>
            <a:pPr marL="0" indent="0">
              <a:buNone/>
            </a:pPr>
            <a:r>
              <a:rPr lang="fr-FR" sz="1600" i="1"/>
              <a:t>Il y a des problèmes de communication dans l’équipe dus à un conflit entre Alice et Bob. </a:t>
            </a:r>
            <a:r>
              <a:rPr lang="fr-FR" sz="1600" i="1">
                <a:cs typeface="Calibri"/>
              </a:rPr>
              <a:t>Alice trouve que Bob l'évince et Bob trouve Alice incompétente et timorée. Charlie se retrouve au milieu du conflit.</a:t>
            </a:r>
          </a:p>
          <a:p>
            <a:pPr marL="0" indent="0">
              <a:buNone/>
            </a:pPr>
            <a:r>
              <a:rPr lang="fr-FR" sz="1600" i="1">
                <a:cs typeface="Calibri"/>
              </a:rPr>
              <a:t>Aujourd’hui, l’équipe se plaint et rumine à bon entendant. Elle ne peut pas envisager de discussion ouverte avec sa hiérarchie.</a:t>
            </a:r>
          </a:p>
        </p:txBody>
      </p:sp>
      <p:sp>
        <p:nvSpPr>
          <p:cNvPr id="19"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Espace réservé du contenu 6" descr="Une image contenant personne&#10;&#10;Description générée automatiquement">
            <a:extLst>
              <a:ext uri="{FF2B5EF4-FFF2-40B4-BE49-F238E27FC236}">
                <a16:creationId xmlns:a16="http://schemas.microsoft.com/office/drawing/2014/main" id="{B12E1EBD-F04A-47AA-8996-A040B3CE37E3}"/>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757" r="10343"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Tree>
    <p:extLst>
      <p:ext uri="{BB962C8B-B14F-4D97-AF65-F5344CB8AC3E}">
        <p14:creationId xmlns:p14="http://schemas.microsoft.com/office/powerpoint/2010/main" val="2655539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52DF05-0C37-45AD-814E-986310864039}"/>
              </a:ext>
            </a:extLst>
          </p:cNvPr>
          <p:cNvSpPr>
            <a:spLocks noGrp="1"/>
          </p:cNvSpPr>
          <p:nvPr>
            <p:ph type="title"/>
          </p:nvPr>
        </p:nvSpPr>
        <p:spPr>
          <a:xfrm>
            <a:off x="838200" y="365126"/>
            <a:ext cx="10515600" cy="898426"/>
          </a:xfrm>
        </p:spPr>
        <p:txBody>
          <a:bodyPr>
            <a:normAutofit/>
          </a:bodyPr>
          <a:lstStyle/>
          <a:p>
            <a:r>
              <a:rPr lang="fr-FR" sz="3200"/>
              <a:t>Décomposer le cas réel dans le Canvas</a:t>
            </a:r>
            <a:endParaRPr lang="fr-FR" sz="3200">
              <a:cs typeface="Calibri Light"/>
            </a:endParaRPr>
          </a:p>
        </p:txBody>
      </p:sp>
      <p:pic>
        <p:nvPicPr>
          <p:cNvPr id="9" name="Graphique 8" descr="Personne confuse avec un remplissage uni">
            <a:extLst>
              <a:ext uri="{FF2B5EF4-FFF2-40B4-BE49-F238E27FC236}">
                <a16:creationId xmlns:a16="http://schemas.microsoft.com/office/drawing/2014/main" id="{3AA08A9E-ECE1-483C-B55E-A911CDE12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51034" y="1504214"/>
            <a:ext cx="665070" cy="665070"/>
          </a:xfrm>
          <a:prstGeom prst="rect">
            <a:avLst/>
          </a:prstGeom>
        </p:spPr>
      </p:pic>
      <p:pic>
        <p:nvPicPr>
          <p:cNvPr id="10" name="Graphique 9" descr="Monde avec un remplissage uni">
            <a:extLst>
              <a:ext uri="{FF2B5EF4-FFF2-40B4-BE49-F238E27FC236}">
                <a16:creationId xmlns:a16="http://schemas.microsoft.com/office/drawing/2014/main" id="{62D10BA4-8DF4-4465-A3EC-FA3883E5FF9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0562038" y="1566522"/>
            <a:ext cx="503339" cy="540454"/>
          </a:xfrm>
          <a:prstGeom prst="rect">
            <a:avLst/>
          </a:prstGeom>
        </p:spPr>
      </p:pic>
      <p:pic>
        <p:nvPicPr>
          <p:cNvPr id="11" name="Graphique 10" descr="Connecté avec un remplissage uni">
            <a:extLst>
              <a:ext uri="{FF2B5EF4-FFF2-40B4-BE49-F238E27FC236}">
                <a16:creationId xmlns:a16="http://schemas.microsoft.com/office/drawing/2014/main" id="{3D7B06C7-CBD0-46CD-8164-476C431E82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84493" y="5389296"/>
            <a:ext cx="665070" cy="665070"/>
          </a:xfrm>
          <a:prstGeom prst="rect">
            <a:avLst/>
          </a:prstGeom>
        </p:spPr>
      </p:pic>
      <p:pic>
        <p:nvPicPr>
          <p:cNvPr id="13" name="Graphique 12" descr="Outils d'exploitation minière avec un remplissage uni">
            <a:extLst>
              <a:ext uri="{FF2B5EF4-FFF2-40B4-BE49-F238E27FC236}">
                <a16:creationId xmlns:a16="http://schemas.microsoft.com/office/drawing/2014/main" id="{B433F467-4F29-495B-AEE7-29A4EB8AD4A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515509" y="5485560"/>
            <a:ext cx="665071" cy="665071"/>
          </a:xfrm>
          <a:prstGeom prst="rect">
            <a:avLst/>
          </a:prstGeom>
        </p:spPr>
      </p:pic>
      <p:graphicFrame>
        <p:nvGraphicFramePr>
          <p:cNvPr id="12" name="Tableau 14">
            <a:extLst>
              <a:ext uri="{FF2B5EF4-FFF2-40B4-BE49-F238E27FC236}">
                <a16:creationId xmlns:a16="http://schemas.microsoft.com/office/drawing/2014/main" id="{2B5D32B0-FE86-479E-9E2B-6D61C70DCF11}"/>
              </a:ext>
            </a:extLst>
          </p:cNvPr>
          <p:cNvGraphicFramePr>
            <a:graphicFrameLocks noGrp="1"/>
          </p:cNvGraphicFramePr>
          <p:nvPr>
            <p:extLst>
              <p:ext uri="{D42A27DB-BD31-4B8C-83A1-F6EECF244321}">
                <p14:modId xmlns:p14="http://schemas.microsoft.com/office/powerpoint/2010/main" val="4116497681"/>
              </p:ext>
            </p:extLst>
          </p:nvPr>
        </p:nvGraphicFramePr>
        <p:xfrm>
          <a:off x="6312399" y="2265548"/>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 Dans la région Lyonnaise.</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14" name="Graphique 13" descr="Retour avec un remplissage uni">
            <a:extLst>
              <a:ext uri="{FF2B5EF4-FFF2-40B4-BE49-F238E27FC236}">
                <a16:creationId xmlns:a16="http://schemas.microsoft.com/office/drawing/2014/main" id="{F1B9A1AD-104E-4F53-A59B-8F33C297537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20845459">
            <a:off x="4813570" y="3347587"/>
            <a:ext cx="1252947" cy="914400"/>
          </a:xfrm>
          <a:prstGeom prst="rect">
            <a:avLst/>
          </a:prstGeom>
        </p:spPr>
      </p:pic>
      <p:pic>
        <p:nvPicPr>
          <p:cNvPr id="16" name="Espace réservé du contenu 6" descr="Une image contenant personne&#10;&#10;Description générée automatiquement">
            <a:extLst>
              <a:ext uri="{FF2B5EF4-FFF2-40B4-BE49-F238E27FC236}">
                <a16:creationId xmlns:a16="http://schemas.microsoft.com/office/drawing/2014/main" id="{5D59BD6B-23AC-41A3-B159-5334945485A4}"/>
              </a:ext>
            </a:extLst>
          </p:cNvPr>
          <p:cNvPicPr>
            <a:picLocks noChangeAspect="1"/>
          </p:cNvPicPr>
          <p:nvPr/>
        </p:nvPicPr>
        <p:blipFill rotWithShape="1">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l="2757" r="10343" b="1"/>
          <a:stretch/>
        </p:blipFill>
        <p:spPr>
          <a:xfrm>
            <a:off x="493401" y="1504214"/>
            <a:ext cx="3784666" cy="4355189"/>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8" name="Content Placeholder 11">
            <a:extLst>
              <a:ext uri="{FF2B5EF4-FFF2-40B4-BE49-F238E27FC236}">
                <a16:creationId xmlns:a16="http://schemas.microsoft.com/office/drawing/2014/main" id="{74AA28C3-3709-4A5B-A506-BF0DBB5498D0}"/>
              </a:ext>
            </a:extLst>
          </p:cNvPr>
          <p:cNvSpPr>
            <a:spLocks noGrp="1"/>
          </p:cNvSpPr>
          <p:nvPr>
            <p:ph idx="1"/>
          </p:nvPr>
        </p:nvSpPr>
        <p:spPr>
          <a:xfrm>
            <a:off x="345114" y="4709735"/>
            <a:ext cx="4581993" cy="1787709"/>
          </a:xfrm>
          <a:solidFill>
            <a:schemeClr val="bg1">
              <a:lumMod val="95000"/>
            </a:schemeClr>
          </a:solidFill>
        </p:spPr>
        <p:txBody>
          <a:bodyPr anchor="ctr">
            <a:normAutofit fontScale="92500" lnSpcReduction="10000"/>
          </a:bodyPr>
          <a:lstStyle/>
          <a:p>
            <a:pPr marL="0" indent="0">
              <a:buNone/>
            </a:pPr>
            <a:r>
              <a:rPr lang="fr-FR" sz="1000" i="1"/>
              <a:t>Vous devez créer un Serious Game narratif pour le compte d’une PME de vente de ramettes de papier, plutôt moderne dans ses usages et outils. Particulièrement, on vous charge d’une équipe de démarchage sur la région Lyonnaise. Cette équipe est constituée de 3 personnes Alice, Bob et Charlie. </a:t>
            </a:r>
          </a:p>
          <a:p>
            <a:pPr marL="0" indent="0">
              <a:buNone/>
            </a:pPr>
            <a:r>
              <a:rPr lang="fr-FR" sz="1000" i="1"/>
              <a:t>Alice est l’assistante de direction plutôt timide. Bob est un vendeur extraverti. Charlie un manager plutôt calme, stoïque et déterminé.</a:t>
            </a:r>
          </a:p>
          <a:p>
            <a:pPr marL="0" indent="0">
              <a:buNone/>
            </a:pPr>
            <a:r>
              <a:rPr lang="fr-FR" sz="1000" i="1"/>
              <a:t>Il y a des problèmes de communication dans l’équipe dus à un conflit entre Alice et Bob. Alice trouve que Bob l'évince et Bob trouve Alice incompétente et timorée. Charlie se retrouve au milieu du conflit.</a:t>
            </a:r>
          </a:p>
          <a:p>
            <a:pPr marL="0" indent="0">
              <a:buNone/>
            </a:pPr>
            <a:r>
              <a:rPr lang="fr-FR" sz="1000" i="1"/>
              <a:t>Aujourd’hui, l’équipe se plaint et rumine à bon entendant. Elle ne peut pas envisager de discussion ouverte avec sa hiérarchie.</a:t>
            </a:r>
          </a:p>
        </p:txBody>
      </p:sp>
    </p:spTree>
    <p:extLst>
      <p:ext uri="{BB962C8B-B14F-4D97-AF65-F5344CB8AC3E}">
        <p14:creationId xmlns:p14="http://schemas.microsoft.com/office/powerpoint/2010/main" val="239957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graphicFrame>
        <p:nvGraphicFramePr>
          <p:cNvPr id="13" name="Tableau 14">
            <a:extLst>
              <a:ext uri="{FF2B5EF4-FFF2-40B4-BE49-F238E27FC236}">
                <a16:creationId xmlns:a16="http://schemas.microsoft.com/office/drawing/2014/main" id="{3A8AA265-D93B-413F-9C35-0CFC9E1FD41B}"/>
              </a:ext>
            </a:extLst>
          </p:cNvPr>
          <p:cNvGraphicFramePr>
            <a:graphicFrameLocks noGrp="1"/>
          </p:cNvGraphicFramePr>
          <p:nvPr>
            <p:extLst>
              <p:ext uri="{D42A27DB-BD31-4B8C-83A1-F6EECF244321}">
                <p14:modId xmlns:p14="http://schemas.microsoft.com/office/powerpoint/2010/main" val="463270311"/>
              </p:ext>
            </p:extLst>
          </p:nvPr>
        </p:nvGraphicFramePr>
        <p:xfrm>
          <a:off x="3714001" y="3801386"/>
          <a:ext cx="4763998" cy="2711816"/>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100" b="1"/>
                        <a:t>Personnes</a:t>
                      </a:r>
                    </a:p>
                    <a:p>
                      <a:pPr lvl="0">
                        <a:buNone/>
                      </a:pPr>
                      <a:r>
                        <a:rPr lang="fr-FR" sz="1100" i="1"/>
                        <a:t>(Identités, traits de caractères, besoins, histoires…)</a:t>
                      </a:r>
                    </a:p>
                  </a:txBody>
                  <a:tcPr/>
                </a:tc>
                <a:tc>
                  <a:txBody>
                    <a:bodyPr/>
                    <a:lstStyle/>
                    <a:p>
                      <a:r>
                        <a:rPr lang="fr-FR" sz="1100" b="1"/>
                        <a:t>Contexte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t>
                      </a:r>
                      <a:r>
                        <a:rPr lang="fr-FR" sz="1100" i="1"/>
                        <a:t>Localisation, secteur, technologies, …)</a:t>
                      </a:r>
                    </a:p>
                    <a:p>
                      <a:pPr lvl="0">
                        <a:buNone/>
                      </a:pPr>
                      <a:r>
                        <a:rPr lang="fr-FR" sz="1100"/>
                        <a:t>)</a:t>
                      </a:r>
                    </a:p>
                  </a:txBody>
                  <a:tcPr/>
                </a:tc>
                <a:extLst>
                  <a:ext uri="{0D108BD9-81ED-4DB2-BD59-A6C34878D82A}">
                    <a16:rowId xmlns:a16="http://schemas.microsoft.com/office/drawing/2014/main" val="1357482050"/>
                  </a:ext>
                </a:extLst>
              </a:tr>
              <a:tr h="1355908">
                <a:tc>
                  <a:txBody>
                    <a:bodyPr/>
                    <a:lstStyle/>
                    <a:p>
                      <a:r>
                        <a:rPr lang="fr-FR" sz="1100" b="1"/>
                        <a:t>Situation</a:t>
                      </a:r>
                    </a:p>
                    <a:p>
                      <a:pPr lvl="0">
                        <a:buNone/>
                      </a:pPr>
                      <a:r>
                        <a:rPr lang="fr-FR" sz="1100" b="0" i="0" u="none" strike="noStrike" noProof="0">
                          <a:latin typeface="Calibri"/>
                        </a:rPr>
                        <a:t>(</a:t>
                      </a:r>
                      <a:r>
                        <a:rPr lang="fr-FR" sz="1100" b="0" i="1" u="none" strike="noStrike" noProof="0">
                          <a:latin typeface="Calibri"/>
                        </a:rPr>
                        <a:t>La situation qui vous invite à créer un Serious Game</a:t>
                      </a:r>
                      <a:r>
                        <a:rPr lang="fr-FR" sz="1100" b="0" i="0" u="none" strike="noStrike" noProof="0">
                          <a:latin typeface="Calibri"/>
                        </a:rPr>
                        <a:t>)</a:t>
                      </a:r>
                      <a:endParaRPr lang="fr-FR"/>
                    </a:p>
                  </a:txBody>
                  <a:tcPr/>
                </a:tc>
                <a:tc>
                  <a:txBody>
                    <a:bodyPr/>
                    <a:lstStyle/>
                    <a:p>
                      <a:r>
                        <a:rPr lang="fr-FR" sz="1100" b="1"/>
                        <a:t>Champ d’actions possible</a:t>
                      </a:r>
                    </a:p>
                    <a:p>
                      <a:pPr lvl="0">
                        <a:buNone/>
                      </a:pPr>
                      <a:r>
                        <a:rPr lang="fr-FR" sz="1100" b="0" i="0" u="none" strike="noStrike" noProof="0">
                          <a:latin typeface="Calibri"/>
                        </a:rPr>
                        <a:t>(</a:t>
                      </a:r>
                      <a:r>
                        <a:rPr lang="fr-FR" sz="1100" b="0" i="1" u="none" strike="noStrike" noProof="0">
                          <a:latin typeface="+mn-lt"/>
                        </a:rPr>
                        <a:t>Les moyens déjà abordés par les personnes jusqu'à présent</a:t>
                      </a:r>
                      <a:r>
                        <a:rPr lang="fr-FR" sz="1100" b="0" i="0" u="none" strike="noStrike" noProof="0">
                          <a:latin typeface="Calibri"/>
                        </a:rPr>
                        <a:t>)</a:t>
                      </a:r>
                      <a:endParaRPr lang="fr-FR"/>
                    </a:p>
                  </a:txBody>
                  <a:tcPr/>
                </a:tc>
                <a:extLst>
                  <a:ext uri="{0D108BD9-81ED-4DB2-BD59-A6C34878D82A}">
                    <a16:rowId xmlns:a16="http://schemas.microsoft.com/office/drawing/2014/main" val="565512101"/>
                  </a:ext>
                </a:extLst>
              </a:tr>
            </a:tbl>
          </a:graphicData>
        </a:graphic>
      </p:graphicFrame>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32086" y="3381206"/>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149" t="3175" r="8595" b="9576"/>
          <a:stretch/>
        </p:blipFill>
        <p:spPr>
          <a:xfrm>
            <a:off x="8111100" y="3385711"/>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8" name="ZoneTexte 27">
            <a:extLst>
              <a:ext uri="{FF2B5EF4-FFF2-40B4-BE49-F238E27FC236}">
                <a16:creationId xmlns:a16="http://schemas.microsoft.com/office/drawing/2014/main" id="{D59997E0-6E65-4DE0-B057-FFC496ABA67F}"/>
              </a:ext>
            </a:extLst>
          </p:cNvPr>
          <p:cNvSpPr txBox="1"/>
          <p:nvPr/>
        </p:nvSpPr>
        <p:spPr>
          <a:xfrm>
            <a:off x="546431" y="551847"/>
            <a:ext cx="4451459" cy="2000548"/>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d’incarnation</a:t>
            </a:r>
          </a:p>
          <a:p>
            <a:pPr marL="0" indent="0">
              <a:buFont typeface="Arial" panose="020B0604020202020204" pitchFamily="34" charset="0"/>
              <a:buNone/>
            </a:pPr>
            <a:endParaRPr lang="fr-FR" sz="2000" b="1">
              <a:solidFill>
                <a:srgbClr val="ED7D31"/>
              </a:solidFill>
            </a:endParaRPr>
          </a:p>
          <a:p>
            <a:pPr marL="171450" indent="-171450">
              <a:buFontTx/>
              <a:buChar char="-"/>
            </a:pPr>
            <a:r>
              <a:rPr lang="fr-FR" sz="1200"/>
              <a:t>Avoir l’opportunité de mettre en avant des qualités moins visibles au quotidien.</a:t>
            </a:r>
            <a:endParaRPr lang="fr-FR" sz="1200" i="1"/>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200"/>
              <a:t>Incarner d’autres personnalités dans une situation fictive qui donnent des pistes pour mieux gérer ensuite une situation réelle</a:t>
            </a:r>
          </a:p>
          <a:p>
            <a:pPr marL="171450" indent="-171450">
              <a:buFontTx/>
              <a:buChar char="-"/>
            </a:pPr>
            <a:r>
              <a:rPr lang="fr-FR" sz="1200"/>
              <a:t>S'exprimer avec moins de retenue qu'au quotidien. </a:t>
            </a:r>
          </a:p>
          <a:p>
            <a:pPr marL="171450" lvl="0" indent="-171450">
              <a:buFontTx/>
              <a:buChar char="-"/>
            </a:pPr>
            <a:r>
              <a:rPr lang="fr-FR" sz="1200" b="0" i="0" u="none" strike="noStrike" noProof="0">
                <a:latin typeface="Calibri"/>
              </a:rPr>
              <a:t>Faire tomber des barrières (sociales, hiérarchiques, générations, timidités...)</a:t>
            </a:r>
            <a:endParaRPr lang="fr-FR" sz="2000" b="1">
              <a:solidFill>
                <a:srgbClr val="ED7D31"/>
              </a:solidFill>
            </a:endParaRPr>
          </a:p>
        </p:txBody>
      </p:sp>
      <p:sp>
        <p:nvSpPr>
          <p:cNvPr id="29" name="ZoneTexte 28">
            <a:extLst>
              <a:ext uri="{FF2B5EF4-FFF2-40B4-BE49-F238E27FC236}">
                <a16:creationId xmlns:a16="http://schemas.microsoft.com/office/drawing/2014/main" id="{64BF60A8-5968-4E20-AE2A-723DB31AAEA6}"/>
              </a:ext>
            </a:extLst>
          </p:cNvPr>
          <p:cNvSpPr txBox="1"/>
          <p:nvPr/>
        </p:nvSpPr>
        <p:spPr>
          <a:xfrm>
            <a:off x="7194110" y="492074"/>
            <a:ext cx="4451459" cy="1261884"/>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de changement de milieux</a:t>
            </a:r>
          </a:p>
          <a:p>
            <a:pPr marL="0" indent="0">
              <a:buFont typeface="Arial" panose="020B0604020202020204" pitchFamily="34" charset="0"/>
              <a:buNone/>
            </a:pPr>
            <a:endParaRPr lang="fr-FR" sz="2000" b="1">
              <a:solidFill>
                <a:srgbClr val="ED7D31"/>
              </a:solidFill>
            </a:endParaRPr>
          </a:p>
          <a:p>
            <a:pPr marL="171450" indent="-171450">
              <a:buFontTx/>
              <a:buChar char="-"/>
            </a:pPr>
            <a:r>
              <a:rPr lang="fr-FR" sz="1200"/>
              <a:t>Ignorer certains présupposés de l’environnement de travail du quotidien. </a:t>
            </a:r>
          </a:p>
          <a:p>
            <a:pPr marL="171450" indent="-171450">
              <a:buFontTx/>
              <a:buChar char="-"/>
            </a:pPr>
            <a:r>
              <a:rPr lang="fr-FR" sz="1200"/>
              <a:t>Ignorer certaines limites du quotidien. </a:t>
            </a:r>
          </a:p>
        </p:txBody>
      </p:sp>
      <p:sp>
        <p:nvSpPr>
          <p:cNvPr id="30" name="ZoneTexte 29">
            <a:extLst>
              <a:ext uri="{FF2B5EF4-FFF2-40B4-BE49-F238E27FC236}">
                <a16:creationId xmlns:a16="http://schemas.microsoft.com/office/drawing/2014/main" id="{A9318A44-8679-45E0-9FCF-4347C3C4B5B1}"/>
              </a:ext>
            </a:extLst>
          </p:cNvPr>
          <p:cNvSpPr txBox="1"/>
          <p:nvPr/>
        </p:nvSpPr>
        <p:spPr>
          <a:xfrm>
            <a:off x="546431" y="4323129"/>
            <a:ext cx="2884109" cy="2431435"/>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de mise en situation</a:t>
            </a:r>
          </a:p>
          <a:p>
            <a:pPr marL="0" indent="0">
              <a:buFont typeface="Arial" panose="020B0604020202020204" pitchFamily="34" charset="0"/>
              <a:buNone/>
            </a:pPr>
            <a:endParaRPr lang="fr-FR" sz="1200" b="1">
              <a:solidFill>
                <a:srgbClr val="ED7D31"/>
              </a:solidFill>
            </a:endParaRPr>
          </a:p>
          <a:p>
            <a:pPr marL="171450" lvl="0" indent="-171450">
              <a:buClr>
                <a:srgbClr val="000000"/>
              </a:buClr>
              <a:buFontTx/>
              <a:buChar char="-"/>
            </a:pPr>
            <a:r>
              <a:rPr lang="fr-FR" sz="1200"/>
              <a:t>Prendre du recul par rapport à la situation actuelle. </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fr-FR" sz="1200" b="0" i="0" u="none" strike="noStrike" noProof="0">
                <a:latin typeface="+mn-lt"/>
              </a:rPr>
              <a:t>S’entraîner à affronter une réalité qu’on n’a pas vécu pour identifier des réflexes et s’en créer. </a:t>
            </a:r>
          </a:p>
          <a:p>
            <a:pPr marL="171450" lvl="0" indent="-171450">
              <a:buClr>
                <a:srgbClr val="000000"/>
              </a:buClr>
              <a:buFontTx/>
              <a:buChar char="-"/>
            </a:pPr>
            <a:r>
              <a:rPr lang="fr-FR" sz="1200" b="0" i="0" u="none" strike="noStrike" noProof="0">
                <a:latin typeface="+mn-lt"/>
              </a:rPr>
              <a:t>Se projeter grâce à une expérience simulée. </a:t>
            </a:r>
            <a:endParaRPr lang="fr-FR" sz="1200"/>
          </a:p>
          <a:p>
            <a:pPr marL="171450" lvl="0" indent="-171450">
              <a:buClr>
                <a:srgbClr val="000000"/>
              </a:buClr>
              <a:buFontTx/>
              <a:buChar char="-"/>
            </a:pPr>
            <a:r>
              <a:rPr lang="fr-FR" sz="1200"/>
              <a:t>Déceler des points d'amélioration et oser la créativité par le biais de scénarios alternatifs. </a:t>
            </a:r>
            <a:endParaRPr lang="fr-FR" sz="2000" b="1">
              <a:solidFill>
                <a:srgbClr val="ED7D31"/>
              </a:solidFill>
            </a:endParaRPr>
          </a:p>
        </p:txBody>
      </p:sp>
      <p:sp>
        <p:nvSpPr>
          <p:cNvPr id="31" name="ZoneTexte 30">
            <a:extLst>
              <a:ext uri="{FF2B5EF4-FFF2-40B4-BE49-F238E27FC236}">
                <a16:creationId xmlns:a16="http://schemas.microsoft.com/office/drawing/2014/main" id="{1D4FBE0F-C26C-45EB-AF03-FA22B40520DD}"/>
              </a:ext>
            </a:extLst>
          </p:cNvPr>
          <p:cNvSpPr txBox="1"/>
          <p:nvPr/>
        </p:nvSpPr>
        <p:spPr>
          <a:xfrm>
            <a:off x="8860403" y="4357712"/>
            <a:ext cx="2884109" cy="1508105"/>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de brainstorming</a:t>
            </a:r>
          </a:p>
          <a:p>
            <a:pPr marL="0" indent="0">
              <a:buFont typeface="Arial" panose="020B0604020202020204" pitchFamily="34" charset="0"/>
              <a:buNone/>
            </a:pPr>
            <a:endParaRPr lang="fr-FR" sz="1200" b="1">
              <a:solidFill>
                <a:srgbClr val="ED7D31"/>
              </a:solidFill>
            </a:endParaRPr>
          </a:p>
          <a:p>
            <a:pPr marL="171450" lvl="0" indent="-171450">
              <a:buClr>
                <a:srgbClr val="000000"/>
              </a:buClr>
              <a:buFontTx/>
              <a:buChar char="-"/>
            </a:pPr>
            <a:r>
              <a:rPr lang="fr-FR" sz="1200"/>
              <a:t>Envisager des actions en dehors de la routine. </a:t>
            </a:r>
          </a:p>
          <a:p>
            <a:pPr marL="171450" lvl="0" indent="-171450">
              <a:buClr>
                <a:srgbClr val="000000"/>
              </a:buClr>
              <a:buFontTx/>
              <a:buChar char="-"/>
            </a:pPr>
            <a:endParaRPr lang="fr-FR" sz="1200"/>
          </a:p>
          <a:p>
            <a:pPr marL="171450" lvl="0" indent="-171450">
              <a:buClr>
                <a:srgbClr val="000000"/>
              </a:buClr>
              <a:buFontTx/>
              <a:buChar char="-"/>
            </a:pPr>
            <a:r>
              <a:rPr lang="fr-FR" sz="1200"/>
              <a:t>Mieux accepter le quotidien et réduire les frustrations. </a:t>
            </a:r>
          </a:p>
        </p:txBody>
      </p:sp>
      <p:sp>
        <p:nvSpPr>
          <p:cNvPr id="26" name="Phylactère : pensées 25">
            <a:extLst>
              <a:ext uri="{FF2B5EF4-FFF2-40B4-BE49-F238E27FC236}">
                <a16:creationId xmlns:a16="http://schemas.microsoft.com/office/drawing/2014/main" id="{7134D19D-00E7-4012-B2E2-449D6AFC93A6}"/>
              </a:ext>
            </a:extLst>
          </p:cNvPr>
          <p:cNvSpPr/>
          <p:nvPr/>
        </p:nvSpPr>
        <p:spPr>
          <a:xfrm>
            <a:off x="3439008" y="2525977"/>
            <a:ext cx="5267359" cy="3617660"/>
          </a:xfrm>
          <a:prstGeom prst="cloudCallout">
            <a:avLst>
              <a:gd name="adj1" fmla="val -9921"/>
              <a:gd name="adj2" fmla="val 403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t>Quel type de jeu conviendrait le mieux à votre situation ? </a:t>
            </a:r>
          </a:p>
          <a:p>
            <a:pPr algn="ctr"/>
            <a:endParaRPr lang="fr-FR"/>
          </a:p>
          <a:p>
            <a:pPr algn="ctr"/>
            <a:r>
              <a:rPr lang="fr-FR"/>
              <a:t>Choisissez les domaines narratifs selon les conséquences positives souhaitées</a:t>
            </a:r>
          </a:p>
        </p:txBody>
      </p:sp>
      <p:pic>
        <p:nvPicPr>
          <p:cNvPr id="27" name="Graphique 26" descr="Retour avec un remplissage uni">
            <a:extLst>
              <a:ext uri="{FF2B5EF4-FFF2-40B4-BE49-F238E27FC236}">
                <a16:creationId xmlns:a16="http://schemas.microsoft.com/office/drawing/2014/main" id="{3347B913-6E81-443B-A467-25F6C641EA4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254515" flipH="1">
            <a:off x="3115347" y="2656845"/>
            <a:ext cx="1302854" cy="914400"/>
          </a:xfrm>
          <a:prstGeom prst="rect">
            <a:avLst/>
          </a:prstGeom>
        </p:spPr>
      </p:pic>
      <p:pic>
        <p:nvPicPr>
          <p:cNvPr id="32" name="Graphique 31" descr="Retour avec un remplissage uni">
            <a:extLst>
              <a:ext uri="{FF2B5EF4-FFF2-40B4-BE49-F238E27FC236}">
                <a16:creationId xmlns:a16="http://schemas.microsoft.com/office/drawing/2014/main" id="{C8A1A265-7DD4-4876-92CE-AE637A849DE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8576602" flipH="1">
            <a:off x="2874016" y="4240008"/>
            <a:ext cx="1302854" cy="914400"/>
          </a:xfrm>
          <a:prstGeom prst="rect">
            <a:avLst/>
          </a:prstGeom>
        </p:spPr>
      </p:pic>
      <p:pic>
        <p:nvPicPr>
          <p:cNvPr id="33" name="Graphique 32" descr="Retour avec un remplissage uni">
            <a:extLst>
              <a:ext uri="{FF2B5EF4-FFF2-40B4-BE49-F238E27FC236}">
                <a16:creationId xmlns:a16="http://schemas.microsoft.com/office/drawing/2014/main" id="{EF772368-D7CA-438D-90F0-A12200D8F8F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2955210">
            <a:off x="7798037" y="4298903"/>
            <a:ext cx="1302592" cy="914400"/>
          </a:xfrm>
          <a:prstGeom prst="rect">
            <a:avLst/>
          </a:prstGeom>
        </p:spPr>
      </p:pic>
      <p:pic>
        <p:nvPicPr>
          <p:cNvPr id="34" name="Graphique 33" descr="Retour avec un remplissage uni">
            <a:extLst>
              <a:ext uri="{FF2B5EF4-FFF2-40B4-BE49-F238E27FC236}">
                <a16:creationId xmlns:a16="http://schemas.microsoft.com/office/drawing/2014/main" id="{8D1A1DEB-FA73-486D-8079-EDA5E1C5A08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20189622">
            <a:off x="7122734" y="2278626"/>
            <a:ext cx="1302592" cy="914400"/>
          </a:xfrm>
          <a:prstGeom prst="rect">
            <a:avLst/>
          </a:prstGeom>
        </p:spPr>
      </p:pic>
    </p:spTree>
    <p:extLst>
      <p:ext uri="{BB962C8B-B14F-4D97-AF65-F5344CB8AC3E}">
        <p14:creationId xmlns:p14="http://schemas.microsoft.com/office/powerpoint/2010/main" val="3342365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extLst>
              <p:ext uri="{D42A27DB-BD31-4B8C-83A1-F6EECF244321}">
                <p14:modId xmlns:p14="http://schemas.microsoft.com/office/powerpoint/2010/main" val="2206588418"/>
              </p:ext>
            </p:extLst>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7" name="Espace réservé du contenu 2">
            <a:extLst>
              <a:ext uri="{FF2B5EF4-FFF2-40B4-BE49-F238E27FC236}">
                <a16:creationId xmlns:a16="http://schemas.microsoft.com/office/drawing/2014/main" id="{D1C6E289-114C-44CF-8590-5ED3C655A58B}"/>
              </a:ext>
            </a:extLst>
          </p:cNvPr>
          <p:cNvSpPr txBox="1">
            <a:spLocks/>
          </p:cNvSpPr>
          <p:nvPr/>
        </p:nvSpPr>
        <p:spPr>
          <a:xfrm>
            <a:off x="1196378" y="509674"/>
            <a:ext cx="3604571" cy="2432524"/>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1) Variation sur les personnages </a:t>
            </a:r>
            <a:endParaRPr lang="fr-FR" sz="1200"/>
          </a:p>
          <a:p>
            <a:pPr marL="0" indent="0">
              <a:buNone/>
            </a:pPr>
            <a:r>
              <a:rPr lang="fr-FR" sz="1200" b="1"/>
              <a:t>Jeu</a:t>
            </a:r>
            <a:r>
              <a:rPr lang="fr-FR" sz="1200" b="1">
                <a:ea typeface="+mn-lt"/>
                <a:cs typeface="+mn-lt"/>
              </a:rPr>
              <a:t> d’incarnation</a:t>
            </a:r>
            <a:endParaRPr lang="fr-FR" sz="1200">
              <a:cs typeface="Calibri"/>
            </a:endParaRPr>
          </a:p>
          <a:p>
            <a:pPr marL="0" indent="0">
              <a:buNone/>
            </a:pPr>
            <a:r>
              <a:rPr lang="fr-FR" sz="1200" b="1"/>
              <a:t>Synopsis :</a:t>
            </a:r>
            <a:r>
              <a:rPr lang="fr-FR" sz="1200" i="1"/>
              <a:t> « Vous jouez Dick, Erin et Francis. Des problèmes de communication dans l’équipe sont dus à un conflit entre Dick et Erin. Vous avez les mêmes job </a:t>
            </a:r>
            <a:r>
              <a:rPr lang="fr-FR" sz="1200" i="1">
                <a:ea typeface="+mn-lt"/>
                <a:cs typeface="+mn-lt"/>
              </a:rPr>
              <a:t>dans votre entreprise de papiers,</a:t>
            </a:r>
            <a:r>
              <a:rPr lang="fr-FR" sz="1200" i="1"/>
              <a:t> mais des personnalités différentes {Décrire les personnalités}. » </a:t>
            </a:r>
            <a:endParaRPr lang="fr-FR" sz="1200" i="1">
              <a:cs typeface="Calibri"/>
            </a:endParaRPr>
          </a:p>
          <a:p>
            <a:pPr marL="0" indent="0">
              <a:buNone/>
            </a:pPr>
            <a:r>
              <a:rPr lang="fr-FR" sz="1200" b="1"/>
              <a:t>Votre défi :</a:t>
            </a:r>
            <a:r>
              <a:rPr lang="fr-FR" sz="1200" i="1"/>
              <a:t> Francis se retrouve au milieu</a:t>
            </a:r>
            <a:r>
              <a:rPr lang="fr-FR" sz="1200" i="1">
                <a:ea typeface="+mn-lt"/>
                <a:cs typeface="+mn-lt"/>
              </a:rPr>
              <a:t> du conflit entre Dick et Erin</a:t>
            </a:r>
            <a:r>
              <a:rPr lang="fr-FR" sz="1200" i="1"/>
              <a:t>. Que se passe-t-il ? Comment allez vous résoudre le conflit ? </a:t>
            </a:r>
            <a:endParaRPr lang="fr-FR" sz="1200" i="1">
              <a:cs typeface="Calibri"/>
            </a:endParaRPr>
          </a:p>
          <a:p>
            <a:pPr marL="0" indent="0">
              <a:buNone/>
            </a:pPr>
            <a:endParaRPr lang="fr-FR" sz="1200"/>
          </a:p>
        </p:txBody>
      </p:sp>
      <p:pic>
        <p:nvPicPr>
          <p:cNvPr id="34" name="Graphique 33" descr="Retour avec un remplissage uni">
            <a:extLst>
              <a:ext uri="{FF2B5EF4-FFF2-40B4-BE49-F238E27FC236}">
                <a16:creationId xmlns:a16="http://schemas.microsoft.com/office/drawing/2014/main" id="{2460665B-A756-4D11-B71B-AD38384C4FF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254515" flipH="1">
            <a:off x="4201470" y="2399657"/>
            <a:ext cx="1302854" cy="914400"/>
          </a:xfrm>
          <a:prstGeom prst="rect">
            <a:avLst/>
          </a:prstGeom>
        </p:spPr>
      </p:pic>
    </p:spTree>
    <p:extLst>
      <p:ext uri="{BB962C8B-B14F-4D97-AF65-F5344CB8AC3E}">
        <p14:creationId xmlns:p14="http://schemas.microsoft.com/office/powerpoint/2010/main" val="1793644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3" name="Espace réservé du contenu 2">
            <a:extLst>
              <a:ext uri="{FF2B5EF4-FFF2-40B4-BE49-F238E27FC236}">
                <a16:creationId xmlns:a16="http://schemas.microsoft.com/office/drawing/2014/main" id="{61D9F7B3-9F80-4020-A1FC-CE69A2227001}"/>
              </a:ext>
            </a:extLst>
          </p:cNvPr>
          <p:cNvSpPr txBox="1">
            <a:spLocks/>
          </p:cNvSpPr>
          <p:nvPr/>
        </p:nvSpPr>
        <p:spPr>
          <a:xfrm>
            <a:off x="7350756" y="458857"/>
            <a:ext cx="3675529" cy="243623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2) Variation sur l’univers</a:t>
            </a:r>
          </a:p>
          <a:p>
            <a:pPr marL="0" indent="0">
              <a:buNone/>
            </a:pPr>
            <a:r>
              <a:rPr lang="fr-FR" sz="1200" b="1"/>
              <a:t>Jeu de changement de milieux</a:t>
            </a:r>
            <a:endParaRPr lang="fr-FR">
              <a:cs typeface="Calibri"/>
            </a:endParaRPr>
          </a:p>
          <a:p>
            <a:pPr marL="0" indent="0">
              <a:buNone/>
            </a:pPr>
            <a:r>
              <a:rPr lang="fr-FR" sz="1200" b="1">
                <a:ea typeface="+mn-lt"/>
                <a:cs typeface="+mn-lt"/>
              </a:rPr>
              <a:t>Synopsis : </a:t>
            </a:r>
            <a:r>
              <a:rPr lang="fr-FR" sz="1200" i="1"/>
              <a:t>« Vous êtes téléportés dans une planète </a:t>
            </a:r>
            <a:r>
              <a:rPr lang="fr-FR" sz="1200" i="1">
                <a:ea typeface="+mn-lt"/>
                <a:cs typeface="+mn-lt"/>
              </a:rPr>
              <a:t>heroïc fantasy, où</a:t>
            </a:r>
            <a:r>
              <a:rPr lang="fr-FR" sz="1200" i="1"/>
              <a:t> le niveau de la civilisation correspond au moyen-âge de notre monde. Les locaux parlent, par un heureux hasard la même langue que vous. Il y a des problèmes de communication dans l’équipe mais vous n’avez aucune possibilité d’aller chercher du travail ailleurs. »</a:t>
            </a:r>
            <a:endParaRPr lang="fr-FR" sz="1200">
              <a:ea typeface="+mn-lt"/>
              <a:cs typeface="+mn-lt"/>
            </a:endParaRPr>
          </a:p>
          <a:p>
            <a:pPr marL="0" indent="0">
              <a:buNone/>
            </a:pPr>
            <a:r>
              <a:rPr lang="fr-FR" sz="1200" b="1">
                <a:ea typeface="+mn-lt"/>
                <a:cs typeface="+mn-lt"/>
              </a:rPr>
              <a:t>Votre défi :</a:t>
            </a:r>
            <a:r>
              <a:rPr lang="fr-FR" sz="1200" i="1">
                <a:ea typeface="+mn-lt"/>
                <a:cs typeface="+mn-lt"/>
              </a:rPr>
              <a:t> Comment régler cette issue, dans un tel univers, et rentrer ensemble sur Terre ?</a:t>
            </a:r>
            <a:endParaRPr lang="fr-FR" sz="1200">
              <a:ea typeface="+mn-lt"/>
              <a:cs typeface="+mn-lt"/>
            </a:endParaRPr>
          </a:p>
          <a:p>
            <a:pPr marL="0" indent="0">
              <a:buNone/>
            </a:pPr>
            <a:endParaRPr lang="fr-FR" sz="1200" i="1">
              <a:cs typeface="Calibri"/>
            </a:endParaRPr>
          </a:p>
        </p:txBody>
      </p:sp>
      <p:pic>
        <p:nvPicPr>
          <p:cNvPr id="24" name="Graphique 23" descr="Retour avec un remplissage uni">
            <a:extLst>
              <a:ext uri="{FF2B5EF4-FFF2-40B4-BE49-F238E27FC236}">
                <a16:creationId xmlns:a16="http://schemas.microsoft.com/office/drawing/2014/main" id="{7D758E67-2B10-4A3E-B3EB-72561FF193E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9699008">
            <a:off x="6377365" y="2399658"/>
            <a:ext cx="1252947" cy="914400"/>
          </a:xfrm>
          <a:prstGeom prst="rect">
            <a:avLst/>
          </a:prstGeom>
        </p:spPr>
      </p:pic>
    </p:spTree>
    <p:extLst>
      <p:ext uri="{BB962C8B-B14F-4D97-AF65-F5344CB8AC3E}">
        <p14:creationId xmlns:p14="http://schemas.microsoft.com/office/powerpoint/2010/main" val="2533970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3" name="Espace réservé du contenu 2">
            <a:extLst>
              <a:ext uri="{FF2B5EF4-FFF2-40B4-BE49-F238E27FC236}">
                <a16:creationId xmlns:a16="http://schemas.microsoft.com/office/drawing/2014/main" id="{2172A7B1-AF0F-4572-BA52-6AB0728C9FC2}"/>
              </a:ext>
            </a:extLst>
          </p:cNvPr>
          <p:cNvSpPr txBox="1">
            <a:spLocks/>
          </p:cNvSpPr>
          <p:nvPr/>
        </p:nvSpPr>
        <p:spPr>
          <a:xfrm>
            <a:off x="11977" y="4560966"/>
            <a:ext cx="3597115"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3) Variation sur le scénario de référence </a:t>
            </a:r>
          </a:p>
          <a:p>
            <a:pPr marL="0" indent="0">
              <a:buNone/>
            </a:pPr>
            <a:r>
              <a:rPr lang="fr-FR" sz="1200" b="1"/>
              <a:t>Jeu de mise en situation</a:t>
            </a:r>
          </a:p>
          <a:p>
            <a:pPr marL="0" indent="0">
              <a:buNone/>
            </a:pPr>
            <a:r>
              <a:rPr lang="fr-FR" sz="1200" b="1">
                <a:ea typeface="+mn-lt"/>
                <a:cs typeface="+mn-lt"/>
              </a:rPr>
              <a:t>Synopsis :</a:t>
            </a:r>
            <a:r>
              <a:rPr lang="fr-FR" sz="1200" i="1">
                <a:ea typeface="+mn-lt"/>
                <a:cs typeface="+mn-lt"/>
              </a:rPr>
              <a:t> </a:t>
            </a:r>
            <a:r>
              <a:rPr lang="fr-FR" sz="1200" i="1"/>
              <a:t>« Vous vous transportez dans votre propre futur dans 6 mois, toujours dans la même entreprise, avec les mêmes personne. Il y a un problème de gestion de crise avec de gros clients, et vous devez négocier un délai et un surcoût importants.  »</a:t>
            </a:r>
            <a:endParaRPr lang="fr-FR" sz="1200">
              <a:cs typeface="Calibri" panose="020F0502020204030204"/>
            </a:endParaRPr>
          </a:p>
          <a:p>
            <a:pPr marL="0" indent="0">
              <a:buNone/>
            </a:pPr>
            <a:r>
              <a:rPr lang="fr-FR" sz="1200" b="1"/>
              <a:t>Votre défi :</a:t>
            </a:r>
            <a:r>
              <a:rPr lang="fr-FR" sz="1200" i="1"/>
              <a:t> Que faites vous ? Comment gérez-vous la crise ?</a:t>
            </a:r>
            <a:endParaRPr lang="fr-FR" sz="1200"/>
          </a:p>
          <a:p>
            <a:pPr marL="0" indent="0">
              <a:buFont typeface="Arial" panose="020B0604020202020204" pitchFamily="34" charset="0"/>
              <a:buNone/>
            </a:pPr>
            <a:endParaRPr lang="fr-FR" sz="1200"/>
          </a:p>
        </p:txBody>
      </p:sp>
      <p:pic>
        <p:nvPicPr>
          <p:cNvPr id="24" name="Graphique 23" descr="Retour avec un remplissage uni">
            <a:extLst>
              <a:ext uri="{FF2B5EF4-FFF2-40B4-BE49-F238E27FC236}">
                <a16:creationId xmlns:a16="http://schemas.microsoft.com/office/drawing/2014/main" id="{91F26C70-F3ED-4359-AAF5-7AFBAB9A751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254515" flipH="1">
            <a:off x="3382711" y="5101199"/>
            <a:ext cx="461037" cy="323576"/>
          </a:xfrm>
          <a:prstGeom prst="rect">
            <a:avLst/>
          </a:prstGeom>
        </p:spPr>
      </p:pic>
    </p:spTree>
    <p:extLst>
      <p:ext uri="{BB962C8B-B14F-4D97-AF65-F5344CB8AC3E}">
        <p14:creationId xmlns:p14="http://schemas.microsoft.com/office/powerpoint/2010/main" val="2465518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3" name="Espace réservé du contenu 2">
            <a:extLst>
              <a:ext uri="{FF2B5EF4-FFF2-40B4-BE49-F238E27FC236}">
                <a16:creationId xmlns:a16="http://schemas.microsoft.com/office/drawing/2014/main" id="{9EF6A681-7CBD-4CD8-A40C-9F18994FF1B4}"/>
              </a:ext>
            </a:extLst>
          </p:cNvPr>
          <p:cNvSpPr txBox="1">
            <a:spLocks/>
          </p:cNvSpPr>
          <p:nvPr/>
        </p:nvSpPr>
        <p:spPr>
          <a:xfrm>
            <a:off x="8558374" y="4481781"/>
            <a:ext cx="3633626"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ea typeface="+mn-lt"/>
                <a:cs typeface="+mn-lt"/>
              </a:rPr>
              <a:t>4) Variation sur le champ d'actions </a:t>
            </a:r>
            <a:r>
              <a:rPr lang="fr-FR" sz="1200" b="1"/>
              <a:t>possibles </a:t>
            </a:r>
          </a:p>
          <a:p>
            <a:pPr marL="0" indent="0">
              <a:buNone/>
            </a:pPr>
            <a:r>
              <a:rPr lang="fr-FR" sz="1200" b="1"/>
              <a:t>Jeu de brainstorming</a:t>
            </a:r>
          </a:p>
          <a:p>
            <a:pPr marL="0" indent="0">
              <a:buNone/>
            </a:pPr>
            <a:r>
              <a:rPr lang="fr-FR" sz="1200" b="1"/>
              <a:t>Synopsis : </a:t>
            </a:r>
            <a:r>
              <a:rPr lang="fr-FR" sz="1200" i="1"/>
              <a:t>« Vous êtes Alice, Bob et Charlie, </a:t>
            </a:r>
            <a:r>
              <a:rPr lang="fr-FR" sz="1200" i="1">
                <a:ea typeface="+mn-lt"/>
                <a:cs typeface="+mn-lt"/>
              </a:rPr>
              <a:t>la situation n'a pas changé </a:t>
            </a:r>
            <a:r>
              <a:rPr lang="fr-FR" sz="1200" i="1"/>
              <a:t>et vous travaillez dans la même entreprise. Vous venez de gagner un tirage au sort : Une soirée karaoké, un médiateur professionnel, un </a:t>
            </a:r>
            <a:r>
              <a:rPr lang="fr-FR" sz="1200" i="1" err="1"/>
              <a:t>bootcamp</a:t>
            </a:r>
            <a:r>
              <a:rPr lang="fr-FR" sz="1200" i="1"/>
              <a:t> Kung Fu dans la montagne ! »</a:t>
            </a:r>
            <a:endParaRPr lang="fr-FR" sz="1200" i="1">
              <a:cs typeface="Calibri"/>
            </a:endParaRPr>
          </a:p>
          <a:p>
            <a:pPr marL="0" indent="0">
              <a:buNone/>
            </a:pPr>
            <a:r>
              <a:rPr lang="fr-FR" sz="1200" b="1">
                <a:ea typeface="+mn-lt"/>
                <a:cs typeface="+mn-lt"/>
              </a:rPr>
              <a:t>Votre défi : </a:t>
            </a:r>
            <a:r>
              <a:rPr lang="fr-FR" sz="1200" i="1"/>
              <a:t>Quelle offre choisissez-vous (1 par personne), pourquoi ? A quelles autres offres pensez vous ? </a:t>
            </a:r>
            <a:endParaRPr lang="fr-FR" sz="1200" i="1">
              <a:cs typeface="Calibri"/>
            </a:endParaRPr>
          </a:p>
        </p:txBody>
      </p:sp>
      <p:pic>
        <p:nvPicPr>
          <p:cNvPr id="24" name="Graphique 23" descr="Retour avec un remplissage uni">
            <a:extLst>
              <a:ext uri="{FF2B5EF4-FFF2-40B4-BE49-F238E27FC236}">
                <a16:creationId xmlns:a16="http://schemas.microsoft.com/office/drawing/2014/main" id="{80D81461-D8D7-4097-8EA5-7264E4DA819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21303744">
            <a:off x="8153131" y="5192623"/>
            <a:ext cx="477381" cy="348393"/>
          </a:xfrm>
          <a:prstGeom prst="rect">
            <a:avLst/>
          </a:prstGeom>
        </p:spPr>
      </p:pic>
    </p:spTree>
    <p:extLst>
      <p:ext uri="{BB962C8B-B14F-4D97-AF65-F5344CB8AC3E}">
        <p14:creationId xmlns:p14="http://schemas.microsoft.com/office/powerpoint/2010/main" val="2555928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52DF05-0C37-45AD-814E-986310864039}"/>
              </a:ext>
            </a:extLst>
          </p:cNvPr>
          <p:cNvSpPr>
            <a:spLocks noGrp="1"/>
          </p:cNvSpPr>
          <p:nvPr>
            <p:ph type="title"/>
          </p:nvPr>
        </p:nvSpPr>
        <p:spPr>
          <a:xfrm>
            <a:off x="634233" y="365126"/>
            <a:ext cx="10809303" cy="898426"/>
          </a:xfrm>
        </p:spPr>
        <p:txBody>
          <a:bodyPr>
            <a:normAutofit fontScale="90000"/>
          </a:bodyPr>
          <a:lstStyle/>
          <a:p>
            <a:r>
              <a:rPr lang="fr-FR" sz="3200"/>
              <a:t>Résumé : Exemples de mini-jeux à créer en ne variant qu’un seul domaine narratif</a:t>
            </a:r>
            <a:endParaRPr lang="fr-FR" sz="3200">
              <a:cs typeface="Calibri Light"/>
            </a:endParaRPr>
          </a:p>
        </p:txBody>
      </p:sp>
      <p:sp>
        <p:nvSpPr>
          <p:cNvPr id="4" name="Espace réservé du contenu 2">
            <a:extLst>
              <a:ext uri="{FF2B5EF4-FFF2-40B4-BE49-F238E27FC236}">
                <a16:creationId xmlns:a16="http://schemas.microsoft.com/office/drawing/2014/main" id="{29A624E3-FEFF-4B6F-A9A8-4984FAAB2624}"/>
              </a:ext>
            </a:extLst>
          </p:cNvPr>
          <p:cNvSpPr>
            <a:spLocks noGrp="1"/>
          </p:cNvSpPr>
          <p:nvPr>
            <p:ph idx="1"/>
          </p:nvPr>
        </p:nvSpPr>
        <p:spPr>
          <a:xfrm>
            <a:off x="303152" y="1487088"/>
            <a:ext cx="3109516" cy="4667621"/>
          </a:xfrm>
          <a:solidFill>
            <a:srgbClr val="0683AA"/>
          </a:solidFill>
        </p:spPr>
        <p:txBody>
          <a:bodyPr vert="horz" lIns="91440" tIns="45720" rIns="91440" bIns="45720" rtlCol="0" anchor="t">
            <a:noAutofit/>
          </a:bodyPr>
          <a:lstStyle/>
          <a:p>
            <a:pPr marL="0" indent="0" algn="ctr">
              <a:buNone/>
            </a:pPr>
            <a:r>
              <a:rPr lang="fr-FR" sz="1200" b="1">
                <a:solidFill>
                  <a:srgbClr val="FFFFFF"/>
                </a:solidFill>
              </a:rPr>
              <a:t>Cas réel à traiter</a:t>
            </a:r>
          </a:p>
          <a:p>
            <a:pPr>
              <a:buAutoNum type="arabicPeriod"/>
            </a:pPr>
            <a:r>
              <a:rPr lang="fr-FR" sz="1200" b="1">
                <a:solidFill>
                  <a:srgbClr val="FFFFFF"/>
                </a:solidFill>
              </a:rPr>
              <a:t>PERSONNES </a:t>
            </a:r>
            <a:r>
              <a:rPr lang="fr-FR" sz="1200">
                <a:solidFill>
                  <a:srgbClr val="FFFFFF"/>
                </a:solidFill>
              </a:rPr>
              <a:t>Alice, Bob et Charlie travaillent dans la même équipe. Alice est une assistante de direction plutôt timide. Bob est un vendeur extraverti. </a:t>
            </a:r>
            <a:r>
              <a:rPr lang="fr-FR" sz="1200">
                <a:solidFill>
                  <a:srgbClr val="FFFFFF"/>
                </a:solidFill>
                <a:cs typeface="Calibri"/>
              </a:rPr>
              <a:t>Charlie un manager plutôt calme, stoïque et déterminé.</a:t>
            </a:r>
          </a:p>
          <a:p>
            <a:pPr>
              <a:buAutoNum type="arabicPeriod"/>
            </a:pPr>
            <a:endParaRPr lang="fr-FR" sz="1200" b="1">
              <a:solidFill>
                <a:srgbClr val="FFFFFF"/>
              </a:solidFill>
            </a:endParaRPr>
          </a:p>
          <a:p>
            <a:pPr>
              <a:buAutoNum type="arabicPeriod"/>
            </a:pPr>
            <a:r>
              <a:rPr lang="fr-FR" sz="1200" b="1">
                <a:solidFill>
                  <a:srgbClr val="FFFFFF"/>
                </a:solidFill>
              </a:rPr>
              <a:t>CONTEXTE </a:t>
            </a:r>
            <a:r>
              <a:rPr lang="fr-FR" sz="1200">
                <a:solidFill>
                  <a:srgbClr val="FFFFFF"/>
                </a:solidFill>
              </a:rPr>
              <a:t>Une équipe dans une entreprise de vente de ramettes de papier.</a:t>
            </a:r>
          </a:p>
          <a:p>
            <a:pPr>
              <a:buAutoNum type="arabicPeriod"/>
            </a:pPr>
            <a:endParaRPr lang="fr-FR" sz="1200">
              <a:solidFill>
                <a:srgbClr val="FFFFFF"/>
              </a:solidFill>
            </a:endParaRPr>
          </a:p>
          <a:p>
            <a:pPr>
              <a:buFont typeface="Arial" panose="020B0604020202020204" pitchFamily="34" charset="0"/>
              <a:buAutoNum type="arabicPeriod"/>
            </a:pPr>
            <a:r>
              <a:rPr lang="fr-FR" sz="1200" b="1">
                <a:solidFill>
                  <a:srgbClr val="FFFFFF"/>
                </a:solidFill>
              </a:rPr>
              <a:t>SITUATION</a:t>
            </a:r>
            <a:r>
              <a:rPr lang="fr-FR" sz="1200">
                <a:solidFill>
                  <a:srgbClr val="FFFFFF"/>
                </a:solidFill>
              </a:rPr>
              <a:t> Des problèmes de communication dans l’équipe dus à un conflit entre Alice et Bob. </a:t>
            </a:r>
            <a:r>
              <a:rPr lang="fr-FR" sz="1200">
                <a:solidFill>
                  <a:srgbClr val="FFFFFF"/>
                </a:solidFill>
                <a:cs typeface="Calibri"/>
              </a:rPr>
              <a:t>Alice trouve que Bob l'évince et Bob trouve Alice incompétente et timorée. Charlie se retrouve au milieu du conflit.</a:t>
            </a:r>
          </a:p>
          <a:p>
            <a:pPr>
              <a:buFont typeface="Arial" panose="020B0604020202020204" pitchFamily="34" charset="0"/>
              <a:buAutoNum type="arabicPeriod"/>
            </a:pPr>
            <a:endParaRPr lang="fr-FR" sz="1200" b="1">
              <a:solidFill>
                <a:srgbClr val="FFFFFF"/>
              </a:solidFill>
              <a:cs typeface="Calibri"/>
            </a:endParaRPr>
          </a:p>
          <a:p>
            <a:pPr>
              <a:buAutoNum type="arabicPeriod"/>
            </a:pPr>
            <a:r>
              <a:rPr lang="fr-FR" sz="1200" b="1">
                <a:solidFill>
                  <a:srgbClr val="FFFFFF"/>
                </a:solidFill>
                <a:cs typeface="Calibri"/>
              </a:rPr>
              <a:t>CHAMP D'ACTIONS POSSIBLES</a:t>
            </a:r>
            <a:r>
              <a:rPr lang="fr-FR" sz="1200">
                <a:solidFill>
                  <a:srgbClr val="FFFFFF"/>
                </a:solidFill>
                <a:cs typeface="Calibri"/>
              </a:rPr>
              <a:t> Aujourd’hui, l’équipe se plaint et rumine à bon entendant. Elle ne peut pas envisager de discussion ouverte avec sa </a:t>
            </a:r>
            <a:r>
              <a:rPr lang="fr-FR" sz="1200" err="1">
                <a:solidFill>
                  <a:srgbClr val="FFFFFF"/>
                </a:solidFill>
                <a:cs typeface="Calibri"/>
              </a:rPr>
              <a:t>hierarchie</a:t>
            </a:r>
            <a:r>
              <a:rPr lang="fr-FR" sz="1200">
                <a:solidFill>
                  <a:srgbClr val="FFFFFF"/>
                </a:solidFill>
                <a:cs typeface="Calibri"/>
              </a:rPr>
              <a:t>.</a:t>
            </a:r>
            <a:endParaRPr lang="fr-FR" sz="1200" b="1">
              <a:solidFill>
                <a:srgbClr val="FFFFFF"/>
              </a:solidFill>
              <a:cs typeface="Calibri"/>
            </a:endParaRPr>
          </a:p>
          <a:p>
            <a:pPr marL="0" indent="0">
              <a:buNone/>
            </a:pPr>
            <a:endParaRPr lang="fr-FR" sz="1200">
              <a:solidFill>
                <a:srgbClr val="FFFFFF"/>
              </a:solidFill>
              <a:cs typeface="Calibri"/>
            </a:endParaRPr>
          </a:p>
        </p:txBody>
      </p:sp>
      <p:sp>
        <p:nvSpPr>
          <p:cNvPr id="5" name="Espace réservé du contenu 2">
            <a:extLst>
              <a:ext uri="{FF2B5EF4-FFF2-40B4-BE49-F238E27FC236}">
                <a16:creationId xmlns:a16="http://schemas.microsoft.com/office/drawing/2014/main" id="{F583E3B5-2E5D-4437-B787-A4BF45224103}"/>
              </a:ext>
            </a:extLst>
          </p:cNvPr>
          <p:cNvSpPr txBox="1">
            <a:spLocks/>
          </p:cNvSpPr>
          <p:nvPr/>
        </p:nvSpPr>
        <p:spPr>
          <a:xfrm>
            <a:off x="4049691" y="1492028"/>
            <a:ext cx="3604571" cy="2432524"/>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1) Variation sur les personnages </a:t>
            </a:r>
            <a:endParaRPr lang="fr-FR" sz="1200"/>
          </a:p>
          <a:p>
            <a:pPr marL="0" indent="0">
              <a:buNone/>
            </a:pPr>
            <a:r>
              <a:rPr lang="fr-FR" sz="1200" b="1"/>
              <a:t>Jeu</a:t>
            </a:r>
            <a:r>
              <a:rPr lang="fr-FR" sz="1200" b="1">
                <a:ea typeface="+mn-lt"/>
                <a:cs typeface="+mn-lt"/>
              </a:rPr>
              <a:t> d’incarnation</a:t>
            </a:r>
            <a:endParaRPr lang="fr-FR" sz="1200">
              <a:cs typeface="Calibri"/>
            </a:endParaRPr>
          </a:p>
          <a:p>
            <a:pPr marL="0" indent="0">
              <a:buNone/>
            </a:pPr>
            <a:r>
              <a:rPr lang="fr-FR" sz="1200" b="1"/>
              <a:t>Synopsis :</a:t>
            </a:r>
            <a:r>
              <a:rPr lang="fr-FR" sz="1200" i="1"/>
              <a:t> « Vous jouez Dick, Erin et Francis. Des problèmes de communication dans l’équipe sont dus à un conflit entre Dick et Erin. Vous avez les mêmes job </a:t>
            </a:r>
            <a:r>
              <a:rPr lang="fr-FR" sz="1200" i="1">
                <a:ea typeface="+mn-lt"/>
                <a:cs typeface="+mn-lt"/>
              </a:rPr>
              <a:t>dans votre entreprise de papiers,</a:t>
            </a:r>
            <a:r>
              <a:rPr lang="fr-FR" sz="1200" i="1"/>
              <a:t> mais des personnalités différentes {Décrire les personnalités}. » </a:t>
            </a:r>
            <a:endParaRPr lang="fr-FR" sz="1200" i="1">
              <a:cs typeface="Calibri"/>
            </a:endParaRPr>
          </a:p>
          <a:p>
            <a:pPr marL="0" indent="0">
              <a:buNone/>
            </a:pPr>
            <a:r>
              <a:rPr lang="fr-FR" sz="1200" b="1"/>
              <a:t>Votre défi :</a:t>
            </a:r>
            <a:r>
              <a:rPr lang="fr-FR" sz="1200" i="1"/>
              <a:t> Francis se retrouve au milieu</a:t>
            </a:r>
            <a:r>
              <a:rPr lang="fr-FR" sz="1200" i="1">
                <a:ea typeface="+mn-lt"/>
                <a:cs typeface="+mn-lt"/>
              </a:rPr>
              <a:t> du conflit entre Dick et Erin</a:t>
            </a:r>
            <a:r>
              <a:rPr lang="fr-FR" sz="1200" i="1"/>
              <a:t>. Que se passe-t-il ? Comment allez vous résoudre le conflit ? </a:t>
            </a:r>
            <a:endParaRPr lang="fr-FR" sz="1200" i="1">
              <a:cs typeface="Calibri"/>
            </a:endParaRPr>
          </a:p>
          <a:p>
            <a:pPr marL="0" indent="0">
              <a:buNone/>
            </a:pPr>
            <a:endParaRPr lang="fr-FR" sz="1200"/>
          </a:p>
        </p:txBody>
      </p:sp>
      <p:sp>
        <p:nvSpPr>
          <p:cNvPr id="6" name="Espace réservé du contenu 2">
            <a:extLst>
              <a:ext uri="{FF2B5EF4-FFF2-40B4-BE49-F238E27FC236}">
                <a16:creationId xmlns:a16="http://schemas.microsoft.com/office/drawing/2014/main" id="{56CCB020-31AA-4C1B-94D6-19CD3E8EAA56}"/>
              </a:ext>
            </a:extLst>
          </p:cNvPr>
          <p:cNvSpPr txBox="1">
            <a:spLocks/>
          </p:cNvSpPr>
          <p:nvPr/>
        </p:nvSpPr>
        <p:spPr>
          <a:xfrm>
            <a:off x="7768007" y="1492029"/>
            <a:ext cx="3675529" cy="243623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2) Variation sur l’univers</a:t>
            </a:r>
          </a:p>
          <a:p>
            <a:pPr marL="0" indent="0">
              <a:buNone/>
            </a:pPr>
            <a:r>
              <a:rPr lang="fr-FR" sz="1200" b="1"/>
              <a:t>Jeu de changement de milieux</a:t>
            </a:r>
            <a:endParaRPr lang="fr-FR">
              <a:cs typeface="Calibri"/>
            </a:endParaRPr>
          </a:p>
          <a:p>
            <a:pPr marL="0" indent="0">
              <a:buNone/>
            </a:pPr>
            <a:r>
              <a:rPr lang="fr-FR" sz="1200" b="1">
                <a:ea typeface="+mn-lt"/>
                <a:cs typeface="+mn-lt"/>
              </a:rPr>
              <a:t>Synopsis : </a:t>
            </a:r>
            <a:r>
              <a:rPr lang="fr-FR" sz="1200" i="1"/>
              <a:t>« Vous êtes téléportés dans une planète </a:t>
            </a:r>
            <a:r>
              <a:rPr lang="fr-FR" sz="1200" i="1">
                <a:ea typeface="+mn-lt"/>
                <a:cs typeface="+mn-lt"/>
              </a:rPr>
              <a:t>heroïc fantasy, où</a:t>
            </a:r>
            <a:r>
              <a:rPr lang="fr-FR" sz="1200" i="1"/>
              <a:t> le niveau de la civilisation correspond au moyen-âge de notre monde. Les locaux parlent, par un heureux hasard la même langue que vous. Il y a des problèmes de communication dans l’équipe mais vous n’avez aucune possibilité d’aller chercher du travail ailleurs. »</a:t>
            </a:r>
            <a:endParaRPr lang="fr-FR" sz="1200">
              <a:ea typeface="+mn-lt"/>
              <a:cs typeface="+mn-lt"/>
            </a:endParaRPr>
          </a:p>
          <a:p>
            <a:pPr marL="0" indent="0">
              <a:buNone/>
            </a:pPr>
            <a:r>
              <a:rPr lang="fr-FR" sz="1200" b="1">
                <a:ea typeface="+mn-lt"/>
                <a:cs typeface="+mn-lt"/>
              </a:rPr>
              <a:t>Votre défi :</a:t>
            </a:r>
            <a:r>
              <a:rPr lang="fr-FR" sz="1200" i="1">
                <a:ea typeface="+mn-lt"/>
                <a:cs typeface="+mn-lt"/>
              </a:rPr>
              <a:t> Comment régler cette issue, dans un tel univers, et rentrer ensemble sur Terre ?</a:t>
            </a:r>
            <a:endParaRPr lang="fr-FR" sz="1200">
              <a:ea typeface="+mn-lt"/>
              <a:cs typeface="+mn-lt"/>
            </a:endParaRPr>
          </a:p>
          <a:p>
            <a:pPr marL="0" indent="0">
              <a:buNone/>
            </a:pPr>
            <a:endParaRPr lang="fr-FR" sz="1200" i="1">
              <a:cs typeface="Calibri"/>
            </a:endParaRPr>
          </a:p>
        </p:txBody>
      </p:sp>
      <p:sp>
        <p:nvSpPr>
          <p:cNvPr id="7" name="Espace réservé du contenu 2">
            <a:extLst>
              <a:ext uri="{FF2B5EF4-FFF2-40B4-BE49-F238E27FC236}">
                <a16:creationId xmlns:a16="http://schemas.microsoft.com/office/drawing/2014/main" id="{44C32351-B33E-42C8-AC5F-A687F8B70056}"/>
              </a:ext>
            </a:extLst>
          </p:cNvPr>
          <p:cNvSpPr txBox="1">
            <a:spLocks/>
          </p:cNvSpPr>
          <p:nvPr/>
        </p:nvSpPr>
        <p:spPr>
          <a:xfrm>
            <a:off x="4049691" y="4039033"/>
            <a:ext cx="3597115"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3) Variation sur le scénario de référence </a:t>
            </a:r>
          </a:p>
          <a:p>
            <a:pPr marL="0" indent="0">
              <a:buNone/>
            </a:pPr>
            <a:r>
              <a:rPr lang="fr-FR" sz="1200" b="1"/>
              <a:t>Jeu de mise en situation</a:t>
            </a:r>
          </a:p>
          <a:p>
            <a:pPr marL="0" indent="0">
              <a:buNone/>
            </a:pPr>
            <a:r>
              <a:rPr lang="fr-FR" sz="1200" b="1">
                <a:ea typeface="+mn-lt"/>
                <a:cs typeface="+mn-lt"/>
              </a:rPr>
              <a:t>Synopsis :</a:t>
            </a:r>
            <a:r>
              <a:rPr lang="fr-FR" sz="1200" i="1">
                <a:ea typeface="+mn-lt"/>
                <a:cs typeface="+mn-lt"/>
              </a:rPr>
              <a:t> </a:t>
            </a:r>
            <a:r>
              <a:rPr lang="fr-FR" sz="1200" i="1"/>
              <a:t>« Vous vous transportez dans votre propre futur dans 6 mois, toujours dans la même entreprise, avec les mêmes personne. Il y a un problème de gestion de crise avec de gros clients, et vous devez négocier un délai et un surcoût importants.  »</a:t>
            </a:r>
            <a:endParaRPr lang="fr-FR" sz="1200">
              <a:cs typeface="Calibri" panose="020F0502020204030204"/>
            </a:endParaRPr>
          </a:p>
          <a:p>
            <a:pPr marL="0" indent="0">
              <a:buNone/>
            </a:pPr>
            <a:r>
              <a:rPr lang="fr-FR" sz="1200" b="1"/>
              <a:t>Votre défi :</a:t>
            </a:r>
            <a:r>
              <a:rPr lang="fr-FR" sz="1200" i="1"/>
              <a:t> Que faites vous ? Comment gérez-vous la crise ?</a:t>
            </a:r>
            <a:endParaRPr lang="fr-FR" sz="1200"/>
          </a:p>
          <a:p>
            <a:pPr marL="0" indent="0">
              <a:buFont typeface="Arial" panose="020B0604020202020204" pitchFamily="34" charset="0"/>
              <a:buNone/>
            </a:pPr>
            <a:endParaRPr lang="fr-FR" sz="1200"/>
          </a:p>
        </p:txBody>
      </p:sp>
      <p:sp>
        <p:nvSpPr>
          <p:cNvPr id="8" name="Espace réservé du contenu 2">
            <a:extLst>
              <a:ext uri="{FF2B5EF4-FFF2-40B4-BE49-F238E27FC236}">
                <a16:creationId xmlns:a16="http://schemas.microsoft.com/office/drawing/2014/main" id="{3D0FD79A-6528-42DC-9E1E-E3BA89A18E84}"/>
              </a:ext>
            </a:extLst>
          </p:cNvPr>
          <p:cNvSpPr txBox="1">
            <a:spLocks/>
          </p:cNvSpPr>
          <p:nvPr/>
        </p:nvSpPr>
        <p:spPr>
          <a:xfrm>
            <a:off x="7785733" y="4039033"/>
            <a:ext cx="3633626"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ea typeface="+mn-lt"/>
                <a:cs typeface="+mn-lt"/>
              </a:rPr>
              <a:t>4) Variation sur le champ d'actions </a:t>
            </a:r>
            <a:r>
              <a:rPr lang="fr-FR" sz="1200" b="1"/>
              <a:t>possibles </a:t>
            </a:r>
          </a:p>
          <a:p>
            <a:pPr marL="0" indent="0">
              <a:buNone/>
            </a:pPr>
            <a:r>
              <a:rPr lang="fr-FR" sz="1200" b="1"/>
              <a:t>Jeu de brainstorming</a:t>
            </a:r>
          </a:p>
          <a:p>
            <a:pPr marL="0" indent="0">
              <a:buNone/>
            </a:pPr>
            <a:r>
              <a:rPr lang="fr-FR" sz="1200" b="1"/>
              <a:t>Synopsis : </a:t>
            </a:r>
            <a:r>
              <a:rPr lang="fr-FR" sz="1200" i="1"/>
              <a:t>« Vous êtes Alice, Bob et Charlie, </a:t>
            </a:r>
            <a:r>
              <a:rPr lang="fr-FR" sz="1200" i="1">
                <a:ea typeface="+mn-lt"/>
                <a:cs typeface="+mn-lt"/>
              </a:rPr>
              <a:t>la situation n'a pas changé </a:t>
            </a:r>
            <a:r>
              <a:rPr lang="fr-FR" sz="1200" i="1"/>
              <a:t>et vous travaillez dans la même entreprise. Vous venez de gagner un tirage au sort : Une soirée karaoké, un médiateur professionnel, un </a:t>
            </a:r>
            <a:r>
              <a:rPr lang="fr-FR" sz="1200" i="1" err="1"/>
              <a:t>bootcamp</a:t>
            </a:r>
            <a:r>
              <a:rPr lang="fr-FR" sz="1200" i="1"/>
              <a:t> Kung Fu dans la montagne ! »</a:t>
            </a:r>
            <a:endParaRPr lang="fr-FR" sz="1200" i="1">
              <a:cs typeface="Calibri"/>
            </a:endParaRPr>
          </a:p>
          <a:p>
            <a:pPr marL="0" indent="0">
              <a:buNone/>
            </a:pPr>
            <a:r>
              <a:rPr lang="fr-FR" sz="1200" b="1">
                <a:ea typeface="+mn-lt"/>
                <a:cs typeface="+mn-lt"/>
              </a:rPr>
              <a:t>Votre défi : </a:t>
            </a:r>
            <a:r>
              <a:rPr lang="fr-FR" sz="1200" i="1"/>
              <a:t>Quelle offre choisissez-vous (1 par personne), pourquoi ? A quelles autres offres pensez vous ? </a:t>
            </a:r>
            <a:endParaRPr lang="fr-FR" sz="1200" i="1">
              <a:cs typeface="Calibri"/>
            </a:endParaRPr>
          </a:p>
        </p:txBody>
      </p:sp>
      <p:pic>
        <p:nvPicPr>
          <p:cNvPr id="9" name="Graphique 8" descr="Personne confuse avec un remplissage uni">
            <a:extLst>
              <a:ext uri="{FF2B5EF4-FFF2-40B4-BE49-F238E27FC236}">
                <a16:creationId xmlns:a16="http://schemas.microsoft.com/office/drawing/2014/main" id="{3AA08A9E-ECE1-483C-B55E-A911CDE12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5589" y="1487088"/>
            <a:ext cx="665070" cy="665070"/>
          </a:xfrm>
          <a:prstGeom prst="rect">
            <a:avLst/>
          </a:prstGeom>
        </p:spPr>
      </p:pic>
      <p:pic>
        <p:nvPicPr>
          <p:cNvPr id="10" name="Graphique 9" descr="Monde avec un remplissage uni">
            <a:extLst>
              <a:ext uri="{FF2B5EF4-FFF2-40B4-BE49-F238E27FC236}">
                <a16:creationId xmlns:a16="http://schemas.microsoft.com/office/drawing/2014/main" id="{62D10BA4-8DF4-4465-A3EC-FA3883E5FF9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500224" y="1487088"/>
            <a:ext cx="503339" cy="540454"/>
          </a:xfrm>
          <a:prstGeom prst="rect">
            <a:avLst/>
          </a:prstGeom>
        </p:spPr>
      </p:pic>
      <p:pic>
        <p:nvPicPr>
          <p:cNvPr id="11" name="Graphique 10" descr="Connecté avec un remplissage uni">
            <a:extLst>
              <a:ext uri="{FF2B5EF4-FFF2-40B4-BE49-F238E27FC236}">
                <a16:creationId xmlns:a16="http://schemas.microsoft.com/office/drawing/2014/main" id="{3D7B06C7-CBD0-46CD-8164-476C431E82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71804" y="4037460"/>
            <a:ext cx="665070" cy="665070"/>
          </a:xfrm>
          <a:prstGeom prst="rect">
            <a:avLst/>
          </a:prstGeom>
        </p:spPr>
      </p:pic>
      <p:pic>
        <p:nvPicPr>
          <p:cNvPr id="13" name="Graphique 12" descr="Outils d'exploitation minière avec un remplissage uni">
            <a:extLst>
              <a:ext uri="{FF2B5EF4-FFF2-40B4-BE49-F238E27FC236}">
                <a16:creationId xmlns:a16="http://schemas.microsoft.com/office/drawing/2014/main" id="{B433F467-4F29-495B-AEE7-29A4EB8AD4A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419359" y="4037459"/>
            <a:ext cx="665071" cy="665071"/>
          </a:xfrm>
          <a:prstGeom prst="rect">
            <a:avLst/>
          </a:prstGeom>
        </p:spPr>
      </p:pic>
    </p:spTree>
    <p:extLst>
      <p:ext uri="{BB962C8B-B14F-4D97-AF65-F5344CB8AC3E}">
        <p14:creationId xmlns:p14="http://schemas.microsoft.com/office/powerpoint/2010/main" val="2253548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8F6795D1-255E-4725-8863-0FC80EF8E5B2}"/>
              </a:ext>
            </a:extLst>
          </p:cNvPr>
          <p:cNvSpPr>
            <a:spLocks noGrp="1"/>
          </p:cNvSpPr>
          <p:nvPr>
            <p:ph type="title"/>
          </p:nvPr>
        </p:nvSpPr>
        <p:spPr>
          <a:xfrm>
            <a:off x="3850546" y="1375411"/>
            <a:ext cx="7161343" cy="2405928"/>
          </a:xfrm>
        </p:spPr>
        <p:txBody>
          <a:bodyPr>
            <a:normAutofit fontScale="90000"/>
          </a:bodyPr>
          <a:lstStyle/>
          <a:p>
            <a:r>
              <a:rPr lang="fr-FR"/>
              <a:t>Usages et précautions pour chaque domaine narratif</a:t>
            </a:r>
          </a:p>
        </p:txBody>
      </p:sp>
      <p:sp>
        <p:nvSpPr>
          <p:cNvPr id="6" name="Espace réservé du contenu 2">
            <a:extLst>
              <a:ext uri="{FF2B5EF4-FFF2-40B4-BE49-F238E27FC236}">
                <a16:creationId xmlns:a16="http://schemas.microsoft.com/office/drawing/2014/main" id="{AAFE6482-6593-4331-BA48-35164D1CC9E7}"/>
              </a:ext>
            </a:extLst>
          </p:cNvPr>
          <p:cNvSpPr>
            <a:spLocks noGrp="1"/>
          </p:cNvSpPr>
          <p:nvPr>
            <p:ph type="body" idx="1"/>
          </p:nvPr>
        </p:nvSpPr>
        <p:spPr>
          <a:xfrm>
            <a:off x="831850" y="4589463"/>
            <a:ext cx="10515600" cy="1500187"/>
          </a:xfrm>
        </p:spPr>
        <p:txBody>
          <a:bodyPr vert="horz" lIns="91440" tIns="45720" rIns="91440" bIns="45720" rtlCol="0" anchor="t">
            <a:normAutofit/>
          </a:bodyPr>
          <a:lstStyle/>
          <a:p>
            <a:r>
              <a:rPr lang="fr-FR" sz="1600"/>
              <a:t>Chaque domaine narratif apporte son propre lot de conséquences positives. </a:t>
            </a:r>
          </a:p>
          <a:p>
            <a:r>
              <a:rPr lang="fr-FR" sz="1600">
                <a:ea typeface="+mn-lt"/>
                <a:cs typeface="+mn-lt"/>
              </a:rPr>
              <a:t>Utiliser un domaine narratif entraîne un certain coût en effort, de la part du joueur(-se) (en imagination), de l’éclaireur(-se) (en promotion), de l'animateur (improvisation en live et/ou suivi).*</a:t>
            </a:r>
            <a:endParaRPr lang="fr-FR"/>
          </a:p>
          <a:p>
            <a:r>
              <a:rPr lang="fr-FR" sz="1600"/>
              <a:t>Il est également important de bien savoir débriefer lorsqu’on ajoute un domaine narratif dans son Serious Game. Quelques questions de Debriefing vous sont suggérées par Domaine narratif. </a:t>
            </a:r>
          </a:p>
        </p:txBody>
      </p:sp>
      <p:sp>
        <p:nvSpPr>
          <p:cNvPr id="7" name="Phylactère : pensées 6">
            <a:extLst>
              <a:ext uri="{FF2B5EF4-FFF2-40B4-BE49-F238E27FC236}">
                <a16:creationId xmlns:a16="http://schemas.microsoft.com/office/drawing/2014/main" id="{B7217001-3645-4F46-8036-A51ABC293246}"/>
              </a:ext>
            </a:extLst>
          </p:cNvPr>
          <p:cNvSpPr/>
          <p:nvPr/>
        </p:nvSpPr>
        <p:spPr>
          <a:xfrm>
            <a:off x="311128" y="1090185"/>
            <a:ext cx="3539418" cy="2802305"/>
          </a:xfrm>
          <a:prstGeom prst="cloudCallout">
            <a:avLst>
              <a:gd name="adj1" fmla="val -9921"/>
              <a:gd name="adj2" fmla="val 403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Graphique 8" descr="Avertissement avec un remplissage uni">
            <a:extLst>
              <a:ext uri="{FF2B5EF4-FFF2-40B4-BE49-F238E27FC236}">
                <a16:creationId xmlns:a16="http://schemas.microsoft.com/office/drawing/2014/main" id="{762DBD89-C1FC-4354-97A4-AE3BEF278A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111" y="1629561"/>
            <a:ext cx="1567343" cy="1567343"/>
          </a:xfrm>
          <a:prstGeom prst="rect">
            <a:avLst/>
          </a:prstGeom>
        </p:spPr>
      </p:pic>
    </p:spTree>
    <p:extLst>
      <p:ext uri="{BB962C8B-B14F-4D97-AF65-F5344CB8AC3E}">
        <p14:creationId xmlns:p14="http://schemas.microsoft.com/office/powerpoint/2010/main" val="3852465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p:spPr>
        <p:txBody>
          <a:bodyPr vert="horz" lIns="91440" tIns="45720" rIns="91440" bIns="45720" rtlCol="0" anchor="ctr">
            <a:normAutofit/>
          </a:bodyPr>
          <a:lstStyle/>
          <a:p>
            <a:r>
              <a:rPr lang="fr-FR" sz="3600" noProof="1">
                <a:solidFill>
                  <a:srgbClr val="FFFFFF"/>
                </a:solidFill>
              </a:rPr>
              <a:t>Utiliser le domaine narratif « Personnages »</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solidFill>
                  <a:srgbClr val="FFFFFF"/>
                </a:solidFill>
              </a:rPr>
              <a:t>Les personnages</a:t>
            </a:r>
          </a:p>
          <a:p>
            <a:pPr marL="0"/>
            <a:r>
              <a:rPr lang="fr-FR" sz="1200" i="1">
                <a:solidFill>
                  <a:srgbClr val="FFFFFF"/>
                </a:solidFill>
              </a:rPr>
              <a:t>Les personnages sont les humains ou autres êtres vivants que les joueur(-se)s doivent incarner pendant le jeu (on parle alors de Personnages Joueurs, ou PJ)  ou bien avec lesquels ils / elles peuvent interagir (on parle alors de personnages non joueurs, ou PNJ).</a:t>
            </a:r>
          </a:p>
          <a:p>
            <a:pPr marL="0"/>
            <a:r>
              <a:rPr lang="fr-FR" sz="1200" i="1">
                <a:solidFill>
                  <a:srgbClr val="FFFFFF"/>
                </a:solidFill>
              </a:rPr>
              <a:t>Dans le cadre du SGNC, le domaine narratif « Personnages » ne couvre que les personnages joueurs. Les Personnages Non Joueurs sont comptés comme étant dans les domaines « Univers » ou « Scénario ». </a:t>
            </a:r>
          </a:p>
          <a:p>
            <a:pPr marL="0"/>
            <a:r>
              <a:rPr lang="fr-FR" sz="1200" i="1">
                <a:solidFill>
                  <a:srgbClr val="FFFFFF"/>
                </a:solidFill>
              </a:rPr>
              <a:t>Les Personnages Joueurs peuvent reprendre des personnes existantes, même explicitement.</a:t>
            </a: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Personne confuse avec un remplissage uni">
            <a:extLst>
              <a:ext uri="{FF2B5EF4-FFF2-40B4-BE49-F238E27FC236}">
                <a16:creationId xmlns:a16="http://schemas.microsoft.com/office/drawing/2014/main" id="{028ECA65-A935-48A0-A493-D7703D623B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6510" y="3334099"/>
            <a:ext cx="2408933" cy="2408933"/>
          </a:xfrm>
          <a:prstGeom prst="rect">
            <a:avLst/>
          </a:prstGeom>
        </p:spPr>
      </p:pic>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535182259"/>
              </p:ext>
            </p:extLst>
          </p:nvPr>
        </p:nvGraphicFramePr>
        <p:xfrm>
          <a:off x="1895912" y="2351680"/>
          <a:ext cx="9991287" cy="3967341"/>
        </p:xfrm>
        <a:graphic>
          <a:graphicData uri="http://schemas.openxmlformats.org/drawingml/2006/table">
            <a:tbl>
              <a:tblPr firstRow="1" bandRow="1">
                <a:tableStyleId>{5C22544A-7EE6-4342-B048-85BDC9FD1C3A}</a:tableStyleId>
              </a:tblPr>
              <a:tblGrid>
                <a:gridCol w="2927758">
                  <a:extLst>
                    <a:ext uri="{9D8B030D-6E8A-4147-A177-3AD203B41FA5}">
                      <a16:colId xmlns:a16="http://schemas.microsoft.com/office/drawing/2014/main" val="1651478054"/>
                    </a:ext>
                  </a:extLst>
                </a:gridCol>
                <a:gridCol w="4890781">
                  <a:extLst>
                    <a:ext uri="{9D8B030D-6E8A-4147-A177-3AD203B41FA5}">
                      <a16:colId xmlns:a16="http://schemas.microsoft.com/office/drawing/2014/main" val="1472895984"/>
                    </a:ext>
                  </a:extLst>
                </a:gridCol>
                <a:gridCol w="2172748">
                  <a:extLst>
                    <a:ext uri="{9D8B030D-6E8A-4147-A177-3AD203B41FA5}">
                      <a16:colId xmlns:a16="http://schemas.microsoft.com/office/drawing/2014/main" val="1452964963"/>
                    </a:ext>
                  </a:extLst>
                </a:gridCol>
              </a:tblGrid>
              <a:tr h="619482">
                <a:tc>
                  <a:txBody>
                    <a:bodyPr/>
                    <a:lstStyle/>
                    <a:p>
                      <a:r>
                        <a:rPr lang="fr-FR" sz="1000"/>
                        <a:t>Conséquences positives de l’usage des personnages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indent="-171450">
                        <a:buFontTx/>
                        <a:buChar char="-"/>
                      </a:pPr>
                      <a:r>
                        <a:rPr lang="fr-FR" sz="1000"/>
                        <a:t>Mettre en avant certaines de leurs qualités moins visibles au quotidien. </a:t>
                      </a:r>
                      <a:r>
                        <a:rPr lang="fr-FR" sz="1000" i="0"/>
                        <a:t>Exemple </a:t>
                      </a:r>
                      <a:r>
                        <a:rPr lang="fr-FR" sz="1000" i="1"/>
                        <a:t>: Alice peut exprimer sa part d’héroïsme à travers les décisions de son personnage, sans avoir à assumer en dehors du jeu.</a:t>
                      </a:r>
                    </a:p>
                    <a:p>
                      <a:pPr marL="171450" indent="-171450">
                        <a:buFontTx/>
                        <a:buChar cha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Incarner d’autres personnalités dans une situation fictive qui donnent des pistes pour mieux gérer ensuite une situation réelle. </a:t>
                      </a:r>
                      <a:r>
                        <a:rPr lang="fr-FR" sz="1000" i="0"/>
                        <a:t>Exemple : </a:t>
                      </a:r>
                      <a:r>
                        <a:rPr lang="fr-FR" sz="1000" i="1"/>
                        <a:t>En incarnant Dick, qui n’est pas timide, Alice surmonte sa timidité du quotidien dans le cadre du jeu.</a:t>
                      </a:r>
                    </a:p>
                    <a:p>
                      <a:pPr marL="171450" indent="-171450">
                        <a:buFontTx/>
                        <a:buChar char="-"/>
                      </a:pPr>
                      <a:endParaRPr lang="fr-FR" sz="1000"/>
                    </a:p>
                    <a:p>
                      <a:pPr marL="171450" indent="-171450">
                        <a:buFontTx/>
                        <a:buChar char="-"/>
                      </a:pPr>
                      <a:r>
                        <a:rPr lang="fr-FR" sz="1000"/>
                        <a:t>S'exprimer avec moins de retenue qu'au quotidien.  Exemple : </a:t>
                      </a:r>
                      <a:r>
                        <a:rPr lang="fr-FR" sz="1000" i="1"/>
                        <a:t>Alice en a gros sur la patate, elle se sent plus à l’aise d’exprimer ses douleurs en tant que Dick que dans la vie réelle.</a:t>
                      </a:r>
                    </a:p>
                    <a:p>
                      <a:pPr marL="171450" lvl="0" indent="-171450">
                        <a:buFontTx/>
                        <a:buChar char="-"/>
                      </a:pPr>
                      <a:endParaRPr lang="fr-FR" sz="1000" b="0" i="0" u="none" strike="noStrike" noProof="0">
                        <a:latin typeface="Calibri"/>
                      </a:endParaRPr>
                    </a:p>
                    <a:p>
                      <a:pPr marL="171450" lvl="0" indent="-171450">
                        <a:buFontTx/>
                        <a:buChar char="-"/>
                      </a:pPr>
                      <a:r>
                        <a:rPr lang="fr-FR" sz="1000" b="0" i="0" u="none" strike="noStrike" noProof="0">
                          <a:latin typeface="Calibri"/>
                        </a:rPr>
                        <a:t>Faire tomber des barrières (sociales, hiérarchiques, générations, timidités...) </a:t>
                      </a:r>
                      <a:r>
                        <a:rPr lang="fr-FR" sz="1000" b="0" i="0" u="none" strike="noStrike" noProof="0"/>
                        <a:t>Exemple : </a:t>
                      </a:r>
                      <a:r>
                        <a:rPr lang="fr-FR" sz="1000" b="0" i="1" u="none" strike="noStrike" noProof="0"/>
                        <a:t>Alice est stagiaire, elle joue un personnage qui se retrouve dans une taverne à côté de son boss...</a:t>
                      </a:r>
                      <a:endParaRPr lang="fr-FR" sz="1000" b="0" i="0" u="none" strike="noStrike" noProof="0">
                        <a:latin typeface="Calibri"/>
                      </a:endParaRPr>
                    </a:p>
                  </a:txBody>
                  <a:tcPr marL="50242" marR="50242" marT="25121" marB="25121"/>
                </a:tc>
                <a:tc>
                  <a:txBody>
                    <a:bodyPr/>
                    <a:lstStyle/>
                    <a:p>
                      <a:pPr marL="171450" indent="-171450">
                        <a:buFontTx/>
                        <a:buChar char="-"/>
                      </a:pPr>
                      <a:r>
                        <a:rPr lang="fr-FR" sz="1000" b="1"/>
                        <a:t>Efforts pour les joueur(-se)s : </a:t>
                      </a:r>
                      <a:r>
                        <a:rPr lang="fr-FR" sz="1000"/>
                        <a:t>Arriver à « entrer dans la peau » d’autres personnages, dont les traits de personnalité sont différents (difficulté en compétence)</a:t>
                      </a:r>
                    </a:p>
                    <a:p>
                      <a:pPr marL="628650" lvl="1" indent="-171450">
                        <a:buFontTx/>
                        <a:buChar char="-"/>
                      </a:pPr>
                      <a:r>
                        <a:rPr lang="fr-FR" sz="1000"/>
                        <a:t>Exemple : </a:t>
                      </a:r>
                      <a:r>
                        <a:rPr lang="fr-FR" sz="1000" i="1"/>
                        <a:t>Alice est très timide, elle doit jouer Dick, qui ne l’est pas. Son défi est de pouvoir parler, interagir et décider comme Dick pendant la session. Elle doit pouvoir imaginer et oser vivre ce personnage.</a:t>
                      </a:r>
                    </a:p>
                    <a:p>
                      <a:pPr marL="628650" lvl="1" indent="-171450">
                        <a:buFontTx/>
                        <a:buChar char="-"/>
                      </a:pPr>
                      <a:endParaRPr lang="fr-FR" sz="1000"/>
                    </a:p>
                    <a:p>
                      <a:pPr marL="171450" indent="-171450">
                        <a:buFontTx/>
                        <a:buChar char="-"/>
                      </a:pPr>
                      <a:r>
                        <a:rPr lang="fr-FR" sz="1000" b="1"/>
                        <a:t>Efforts pour l’éclaireur(-se) </a:t>
                      </a:r>
                      <a:r>
                        <a:rPr lang="fr-FR" sz="1000"/>
                        <a:t>:  Promouvoir un « jeu de rôle » où chacun doit camper un autre comportement devant d’autres (difficulté de faire assumer)</a:t>
                      </a:r>
                    </a:p>
                    <a:p>
                      <a:pPr marL="628650" lvl="1" indent="-171450">
                        <a:buFont typeface="Arial"/>
                        <a:buChar char="•"/>
                      </a:pPr>
                      <a:r>
                        <a:rPr lang="fr-FR" sz="1000" b="0" i="0" u="none" strike="noStrike" noProof="0">
                          <a:latin typeface="Calibri"/>
                        </a:rPr>
                        <a:t>Exemple : </a:t>
                      </a:r>
                      <a:r>
                        <a:rPr lang="fr-FR" sz="1000" b="0" i="1" u="none" strike="noStrike" noProof="0">
                          <a:latin typeface="Calibri"/>
                        </a:rPr>
                        <a:t>Bob a l’habitude d’être  un extraverti et est fier de sa personnalité au quotidien. Comment lui faire accepter d’incarner un timide le temps d’une session et l’engager dans son personnage ?</a:t>
                      </a:r>
                    </a:p>
                    <a:p>
                      <a:pPr marL="628650" lvl="1" indent="-171450">
                        <a:buFont typeface="Arial"/>
                        <a:buChar char="•"/>
                      </a:pPr>
                      <a:endParaRPr lang="fr-FR" sz="1000"/>
                    </a:p>
                    <a:p>
                      <a:pPr marL="171450" indent="-171450">
                        <a:buFontTx/>
                        <a:buChar char="-"/>
                      </a:pPr>
                      <a:r>
                        <a:rPr lang="fr-FR" sz="1000" b="1"/>
                        <a:t>Efforts pour les animateur(-trice)s </a:t>
                      </a:r>
                      <a:r>
                        <a:rPr lang="fr-FR" sz="1000"/>
                        <a:t>: Trouver un chemin après la session pour continuer dans le test d’un comportement nouveau. </a:t>
                      </a:r>
                    </a:p>
                    <a:p>
                      <a:pPr marL="628650" lvl="1" indent="-171450">
                        <a:buFontTx/>
                        <a:buChar char="-"/>
                      </a:pPr>
                      <a:r>
                        <a:rPr lang="fr-FR" sz="1000"/>
                        <a:t>Exemple : </a:t>
                      </a:r>
                      <a:r>
                        <a:rPr lang="fr-FR" sz="1000" i="1"/>
                        <a:t>Alice est très timide, elle a joué Dick, un personnage qui ne l’était pas du tout. Elle a du trouver d’autres clés pour résoudre la situation « en tant que Dick » dans le jeu. La difficulté pour l’animateur : Comment faire pour qu’Alice travaille sa timidité une fois sortie du jeu ?</a:t>
                      </a:r>
                    </a:p>
                  </a:txBody>
                  <a:tcPr marL="50242" marR="50242" marT="25121" marB="25121"/>
                </a:tc>
                <a:tc>
                  <a:txBody>
                    <a:bodyPr/>
                    <a:lstStyle/>
                    <a:p>
                      <a:pPr marL="171450" indent="-171450">
                        <a:buFontTx/>
                        <a:buChar char="-"/>
                      </a:pPr>
                      <a:r>
                        <a:rPr lang="fr-FR" sz="1000"/>
                        <a:t>Quelle différence entre la personnalité de votre personnage et la vôtre ?</a:t>
                      </a:r>
                    </a:p>
                    <a:p>
                      <a:pPr marL="171450" indent="-171450">
                        <a:buFontTx/>
                        <a:buChar char="-"/>
                      </a:pPr>
                      <a:endParaRPr lang="fr-FR" sz="1000"/>
                    </a:p>
                    <a:p>
                      <a:pPr marL="171450" indent="-171450">
                        <a:buFontTx/>
                        <a:buChar char="-"/>
                      </a:pPr>
                      <a:r>
                        <a:rPr lang="fr-FR" sz="1000"/>
                        <a:t>Qu’est-ce que cette personnalité a permis dans le scénario ? </a:t>
                      </a:r>
                    </a:p>
                    <a:p>
                      <a:pPr marL="171450" indent="-171450">
                        <a:buFontTx/>
                        <a:buChar char="-"/>
                      </a:pPr>
                      <a:endParaRPr lang="fr-FR" sz="1000"/>
                    </a:p>
                    <a:p>
                      <a:pPr marL="171450" indent="-171450">
                        <a:buFontTx/>
                        <a:buChar char="-"/>
                      </a:pPr>
                      <a:r>
                        <a:rPr lang="fr-FR" sz="1000"/>
                        <a:t>Qu’est-ce que le personnage peut faire de plus ou de moins par rapport à vous ?</a:t>
                      </a:r>
                    </a:p>
                  </a:txBody>
                  <a:tcPr marL="50242" marR="50242" marT="25121" marB="25121"/>
                </a:tc>
                <a:extLst>
                  <a:ext uri="{0D108BD9-81ED-4DB2-BD59-A6C34878D82A}">
                    <a16:rowId xmlns:a16="http://schemas.microsoft.com/office/drawing/2014/main" val="3987012900"/>
                  </a:ext>
                </a:extLst>
              </a:tr>
            </a:tbl>
          </a:graphicData>
        </a:graphic>
      </p:graphicFrame>
    </p:spTree>
    <p:extLst>
      <p:ext uri="{BB962C8B-B14F-4D97-AF65-F5344CB8AC3E}">
        <p14:creationId xmlns:p14="http://schemas.microsoft.com/office/powerpoint/2010/main" val="3944955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p:spPr>
        <p:txBody>
          <a:bodyPr vert="horz" lIns="91440" tIns="45720" rIns="91440" bIns="45720" rtlCol="0" anchor="ctr">
            <a:normAutofit/>
          </a:bodyPr>
          <a:lstStyle/>
          <a:p>
            <a:r>
              <a:rPr lang="fr-FR" sz="3600" noProof="1">
                <a:solidFill>
                  <a:srgbClr val="FFFFFF"/>
                </a:solidFill>
              </a:rPr>
              <a:t>Utiliser le domaine narratif « Univers »</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300" b="1">
                <a:solidFill>
                  <a:srgbClr val="FFFFFF"/>
                </a:solidFill>
              </a:rPr>
              <a:t>L’univers</a:t>
            </a:r>
          </a:p>
          <a:p>
            <a:r>
              <a:rPr lang="fr-FR" sz="1300" i="1">
                <a:solidFill>
                  <a:srgbClr val="FFFFFF"/>
                </a:solidFill>
              </a:rPr>
              <a:t>L’univers narratif est le monde dans lequel se déroule l’histoire du jeu. Il intègre les lieux, les cultures, les usages, l’époque, les technologies à disposition, ou manquantes. On y compte aussi des personnages sans interaction avec les joueur(-se)s, mais qui facilitent la description de l’univers.</a:t>
            </a:r>
          </a:p>
          <a:p>
            <a:r>
              <a:rPr lang="fr-FR" sz="1300" i="1">
                <a:solidFill>
                  <a:srgbClr val="FFFFFF"/>
                </a:solidFill>
              </a:rPr>
              <a:t>Un univers narratif permet de donner l’impression d’être dans l’histoire, et facilite l’imagination pendant le jeu.</a:t>
            </a:r>
          </a:p>
          <a:p>
            <a:r>
              <a:rPr lang="fr-FR" sz="1300" i="1">
                <a:solidFill>
                  <a:srgbClr val="FFFFFF"/>
                </a:solidFill>
              </a:rPr>
              <a:t>Dans le cadre du SGNC, l’univers narratif d’un jeu peut reprendre l’univers réel des joueur(-se)s, par exemple leur entreprise</a:t>
            </a:r>
          </a:p>
          <a:p>
            <a:pPr marL="0"/>
            <a:endParaRPr lang="fr-FR" sz="1300">
              <a:solidFill>
                <a:srgbClr val="FFFFFF"/>
              </a:solidFill>
            </a:endParaRP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233912315"/>
              </p:ext>
            </p:extLst>
          </p:nvPr>
        </p:nvGraphicFramePr>
        <p:xfrm>
          <a:off x="1895912" y="2351680"/>
          <a:ext cx="9991287" cy="4446107"/>
        </p:xfrm>
        <a:graphic>
          <a:graphicData uri="http://schemas.openxmlformats.org/drawingml/2006/table">
            <a:tbl>
              <a:tblPr firstRow="1" bandRow="1">
                <a:tableStyleId>{5C22544A-7EE6-4342-B048-85BDC9FD1C3A}</a:tableStyleId>
              </a:tblPr>
              <a:tblGrid>
                <a:gridCol w="2147582">
                  <a:extLst>
                    <a:ext uri="{9D8B030D-6E8A-4147-A177-3AD203B41FA5}">
                      <a16:colId xmlns:a16="http://schemas.microsoft.com/office/drawing/2014/main" val="1651478054"/>
                    </a:ext>
                  </a:extLst>
                </a:gridCol>
                <a:gridCol w="6199464">
                  <a:extLst>
                    <a:ext uri="{9D8B030D-6E8A-4147-A177-3AD203B41FA5}">
                      <a16:colId xmlns:a16="http://schemas.microsoft.com/office/drawing/2014/main" val="1472895984"/>
                    </a:ext>
                  </a:extLst>
                </a:gridCol>
                <a:gridCol w="1644241">
                  <a:extLst>
                    <a:ext uri="{9D8B030D-6E8A-4147-A177-3AD203B41FA5}">
                      <a16:colId xmlns:a16="http://schemas.microsoft.com/office/drawing/2014/main" val="1452964963"/>
                    </a:ext>
                  </a:extLst>
                </a:gridCol>
              </a:tblGrid>
              <a:tr h="433465">
                <a:tc>
                  <a:txBody>
                    <a:bodyPr/>
                    <a:lstStyle/>
                    <a:p>
                      <a:r>
                        <a:rPr lang="fr-FR" sz="1000"/>
                        <a:t>Conséquences positives de l’usage des univers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marR="0" lvl="0" indent="-171450" algn="l" rtl="0" eaLnBrk="1" fontAlgn="auto" latinLnBrk="0" hangingPunct="1">
                        <a:lnSpc>
                          <a:spcPct val="100000"/>
                        </a:lnSpc>
                        <a:spcBef>
                          <a:spcPts val="0"/>
                        </a:spcBef>
                        <a:spcAft>
                          <a:spcPts val="0"/>
                        </a:spcAft>
                        <a:buClrTx/>
                        <a:buSzTx/>
                        <a:buFontTx/>
                        <a:buChar char="-"/>
                      </a:pPr>
                      <a:r>
                        <a:rPr lang="fr-FR" sz="1000"/>
                        <a:t>Ignorer certains présupposés de l’environnement de travail du quotidien. Exemple : </a:t>
                      </a:r>
                      <a:r>
                        <a:rPr lang="fr-FR" sz="1000" i="1"/>
                        <a:t>Charlie repose beaucoup sur ses outils d’envoi de messages en masse dans la vie réelle, mais dans un univers heroïc fantasy où ces moyens sont absents, il est plus entreprenant avec les personnes.</a:t>
                      </a:r>
                      <a:endParaRPr lang="fr-FR" sz="1000"/>
                    </a:p>
                    <a:p>
                      <a:pPr marL="171450" marR="0" lvl="0" indent="-171450" algn="l">
                        <a:lnSpc>
                          <a:spcPct val="100000"/>
                        </a:lnSpc>
                        <a:spcBef>
                          <a:spcPts val="0"/>
                        </a:spcBef>
                        <a:spcAft>
                          <a:spcPts val="0"/>
                        </a:spcAft>
                        <a:buClrTx/>
                        <a:buSzTx/>
                        <a:buFontTx/>
                        <a:buChar char="-"/>
                      </a:pPr>
                      <a:endParaRPr lang="fr-FR" sz="1000" i="0"/>
                    </a:p>
                    <a:p>
                      <a:pPr marL="171450" marR="0" lvl="0" indent="-171450" algn="l">
                        <a:lnSpc>
                          <a:spcPct val="100000"/>
                        </a:lnSpc>
                        <a:spcBef>
                          <a:spcPts val="0"/>
                        </a:spcBef>
                        <a:spcAft>
                          <a:spcPts val="0"/>
                        </a:spcAft>
                        <a:buClrTx/>
                        <a:buSzTx/>
                        <a:buFontTx/>
                        <a:buChar char="-"/>
                      </a:pPr>
                      <a:r>
                        <a:rPr lang="fr-FR" sz="1000" i="0"/>
                        <a:t>Ignorer certaines limites du quotidien. Exemple : </a:t>
                      </a:r>
                      <a:r>
                        <a:rPr lang="fr-FR" sz="1000" i="1"/>
                        <a:t>Dans la vie réelle, Alice ne communique avec Bob que par mails interposés. Mais dans l’univers </a:t>
                      </a:r>
                      <a:r>
                        <a:rPr lang="fr-FR" sz="1000" i="1" err="1"/>
                        <a:t>Heroic</a:t>
                      </a:r>
                      <a:r>
                        <a:rPr lang="fr-FR" sz="1000" i="1"/>
                        <a:t> Fantasy, ils utilisent la téléportation pour communiquer directement ! Ils peuvent alors réfléchir ensuite à une gestion différente de la situation.</a:t>
                      </a:r>
                      <a:endParaRPr lang="fr-FR" sz="1000"/>
                    </a:p>
                    <a:p>
                      <a:pPr marL="171450" indent="-171450">
                        <a:buFontTx/>
                        <a:buChar char="-"/>
                      </a:pPr>
                      <a:endParaRPr lang="fr-FR" sz="1000" i="0"/>
                    </a:p>
                    <a:p>
                      <a:pPr marL="171450" indent="-171450">
                        <a:buFontTx/>
                        <a:buChar char="-"/>
                      </a:pPr>
                      <a:endParaRPr lang="fr-FR" sz="1000" i="0"/>
                    </a:p>
                  </a:txBody>
                  <a:tcPr marL="50242" marR="50242" marT="25121" marB="25121"/>
                </a:tc>
                <a:tc>
                  <a:txBody>
                    <a:bodyPr/>
                    <a:lstStyle/>
                    <a:p>
                      <a:pPr marL="171450" indent="-171450">
                        <a:buFontTx/>
                        <a:buChar char="-"/>
                      </a:pPr>
                      <a:r>
                        <a:rPr lang="fr-FR" sz="1000" b="1"/>
                        <a:t>Efforts pour les joueur(-se)s : </a:t>
                      </a:r>
                      <a:r>
                        <a:rPr lang="fr-FR" sz="1000"/>
                        <a:t>Arriver à imaginer l’univers de référence, avec lequel on n’est potentiellement pas familier(-ère).</a:t>
                      </a:r>
                    </a:p>
                    <a:p>
                      <a:pPr marL="628650" lvl="1" indent="-171450">
                        <a:buFontTx/>
                        <a:buChar char="-"/>
                      </a:pPr>
                      <a:r>
                        <a:rPr lang="fr-FR" sz="1000"/>
                        <a:t>Exemple : </a:t>
                      </a:r>
                      <a:r>
                        <a:rPr lang="fr-FR" sz="1000" i="1"/>
                        <a:t>Alice ne connaît rien des univers fantastiques ou médiévaux. Elle a du mal à s’accrocher aux références des autres lorsqu’ils parlent d’elfes, de nains, de sorts, de druides. Elle a du mal à s’intégrer et à s’exprimer à la même dose que les autres.</a:t>
                      </a:r>
                    </a:p>
                    <a:p>
                      <a:pPr marL="628650" lvl="1" indent="-171450">
                        <a:buFontTx/>
                        <a:buChar char="-"/>
                      </a:pPr>
                      <a:endParaRPr lang="fr-FR" sz="1000"/>
                    </a:p>
                    <a:p>
                      <a:pPr marL="171450" indent="-171450">
                        <a:buFontTx/>
                        <a:buChar char="-"/>
                      </a:pPr>
                      <a:r>
                        <a:rPr lang="fr-FR" sz="1000" b="1"/>
                        <a:t>Efforts  pour l’éclaireur(-se) </a:t>
                      </a:r>
                      <a:r>
                        <a:rPr lang="fr-FR" sz="1000"/>
                        <a:t>: Arriver à engager des joueur(-se)s dans univers qu’ils n’aiment pas ou même juste dans l’exercice de changer d’univers, dans un cadre d’usage Serious.</a:t>
                      </a:r>
                    </a:p>
                    <a:p>
                      <a:pPr marL="628650" lvl="1" indent="-171450">
                        <a:buFontTx/>
                        <a:buChar char="-"/>
                      </a:pPr>
                      <a:r>
                        <a:rPr lang="fr-FR" sz="1000"/>
                        <a:t>Exemple : </a:t>
                      </a:r>
                      <a:r>
                        <a:rPr lang="fr-FR" sz="1000" i="1"/>
                        <a:t>Vous devez convaincre Charlie de jouer, qui aime son secteur, et pour qui on devrait rester centré sur la discussion de vente de papiers plutôt que sur un imaginaire. Même s’il aime l’univers </a:t>
                      </a:r>
                      <a:r>
                        <a:rPr lang="fr-FR" sz="1000" i="1" err="1"/>
                        <a:t>heroic</a:t>
                      </a:r>
                      <a:r>
                        <a:rPr lang="fr-FR" sz="1000" i="1"/>
                        <a:t> fantasy dans son temps libre, et y est à l’aise, il n’en voit pas la valeur dans un cadre pro. </a:t>
                      </a:r>
                    </a:p>
                    <a:p>
                      <a:pPr marL="628650" lvl="1" indent="-171450">
                        <a:buFontTx/>
                        <a:buChar char="-"/>
                      </a:pPr>
                      <a:endParaRPr lang="fr-FR" sz="1000" i="1"/>
                    </a:p>
                    <a:p>
                      <a:pPr marL="171450" lvl="0" indent="-171450">
                        <a:buFontTx/>
                        <a:buChar char="-"/>
                      </a:pPr>
                      <a:r>
                        <a:rPr lang="fr-FR" sz="1000" b="1"/>
                        <a:t>Efforts pour les animateur(-</a:t>
                      </a:r>
                      <a:r>
                        <a:rPr lang="fr-FR" sz="1000" b="1" err="1"/>
                        <a:t>trice</a:t>
                      </a:r>
                      <a:r>
                        <a:rPr lang="fr-FR" sz="1000" b="1"/>
                        <a:t>)s </a:t>
                      </a:r>
                      <a:r>
                        <a:rPr lang="fr-FR" sz="1000"/>
                        <a:t>: </a:t>
                      </a:r>
                    </a:p>
                    <a:p>
                      <a:pPr marL="628650" lvl="1" indent="-171450">
                        <a:buFontTx/>
                        <a:buChar char="-"/>
                      </a:pPr>
                      <a:r>
                        <a:rPr lang="fr-FR" sz="1000"/>
                        <a:t>PENDANT : Assurer la cohérence de l’univers narratif enrichi des éléments fournis par des joueur(-se)s en direct. S’assurer que le jeu garde sa valeur pédagogique (=reste à la fois cohérent, engageant pour tous et exploitable a posteriori)</a:t>
                      </a:r>
                    </a:p>
                    <a:p>
                      <a:pPr marL="1085850" lvl="2" indent="-171450">
                        <a:buFontTx/>
                        <a:buChar char="-"/>
                      </a:pPr>
                      <a:r>
                        <a:rPr lang="fr-FR" sz="1000"/>
                        <a:t>Exemple : </a:t>
                      </a:r>
                      <a:r>
                        <a:rPr lang="fr-FR" sz="1000" i="1"/>
                        <a:t>Alice propose des éléments qui ne sont pas cohérents avec l’univers narratif (anachroniques par exemple). Bob part dans tous les sens mais cela rend difficile l’exercice de manière générale (et son exploitation derrière). Charlie ne dit rien et se met de côté parce qu’il ne trouve pas sa place dans l’univers narratif (alors qu’il la trouve facilement au bureau). </a:t>
                      </a:r>
                      <a:endParaRPr lang="fr-FR" sz="1000"/>
                    </a:p>
                    <a:p>
                      <a:pPr marL="628650" lvl="1" indent="-171450">
                        <a:buFontTx/>
                        <a:buChar char="-"/>
                      </a:pPr>
                      <a:r>
                        <a:rPr lang="fr-FR" sz="1000"/>
                        <a:t>APRÈS : Assurer la continuité entre ce qui est développé dans un univers imaginaire et le cadre de situation réelle.</a:t>
                      </a:r>
                    </a:p>
                    <a:p>
                      <a:pPr marL="1085850" lvl="2" indent="-171450">
                        <a:buFontTx/>
                        <a:buChar char="-"/>
                      </a:pPr>
                      <a:r>
                        <a:rPr lang="fr-FR" sz="1000"/>
                        <a:t>Exemple : </a:t>
                      </a:r>
                      <a:r>
                        <a:rPr lang="fr-FR" sz="1000" i="1"/>
                        <a:t>Dans l’univers du jeu, Alice et Bob font appel à la guilde des marchands pour arbitrer leurs problèmes de manière neutre. Mais dans la réalité, il n’y a pas de Guilde de marchands dans l’entreprise réel. Comment faire le lien ? Qu’est-ce qui pourrait faire office de Guilde ou avoir la même fonction ?</a:t>
                      </a:r>
                      <a:endParaRPr lang="fr-FR" sz="1000"/>
                    </a:p>
                  </a:txBody>
                  <a:tcPr marL="50242" marR="50242" marT="25121" marB="25121"/>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Quelles sont les plus importantes différences entre l’univers de narration de la session et votre situation réelle ? En quoi cela vous aide-t-il à aborder la situation différemment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Sur quoi vous reposez vous habituellement pour résoudre ces situations au quotidien ? Que feriez-vous aujourd’hui si on vous en privait ?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Cette immersion vous a-t-elle ouvert à d’autres possibilités pour gérer votre situation ? Si oui lesquelles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indent="-171450">
                        <a:buFontTx/>
                        <a:buChar char="-"/>
                      </a:pPr>
                      <a:endParaRPr lang="fr-FR" sz="1000"/>
                    </a:p>
                  </a:txBody>
                  <a:tcPr marL="50242" marR="50242" marT="25121" marB="25121"/>
                </a:tc>
                <a:extLst>
                  <a:ext uri="{0D108BD9-81ED-4DB2-BD59-A6C34878D82A}">
                    <a16:rowId xmlns:a16="http://schemas.microsoft.com/office/drawing/2014/main" val="3987012900"/>
                  </a:ext>
                </a:extLst>
              </a:tr>
            </a:tbl>
          </a:graphicData>
        </a:graphic>
      </p:graphicFrame>
      <p:pic>
        <p:nvPicPr>
          <p:cNvPr id="10" name="Graphique 9" descr="Monde avec un remplissage uni">
            <a:extLst>
              <a:ext uri="{FF2B5EF4-FFF2-40B4-BE49-F238E27FC236}">
                <a16:creationId xmlns:a16="http://schemas.microsoft.com/office/drawing/2014/main" id="{59184C0E-AF1C-49B7-B249-C4DCFD524BD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149" t="3175" r="8595" b="9576"/>
          <a:stretch/>
        </p:blipFill>
        <p:spPr>
          <a:xfrm>
            <a:off x="176958" y="3611596"/>
            <a:ext cx="1543891" cy="1657760"/>
          </a:xfrm>
          <a:prstGeom prst="rect">
            <a:avLst/>
          </a:prstGeom>
        </p:spPr>
      </p:pic>
    </p:spTree>
    <p:extLst>
      <p:ext uri="{BB962C8B-B14F-4D97-AF65-F5344CB8AC3E}">
        <p14:creationId xmlns:p14="http://schemas.microsoft.com/office/powerpoint/2010/main" val="2753084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p:spPr>
        <p:txBody>
          <a:bodyPr vert="horz" lIns="91440" tIns="45720" rIns="91440" bIns="45720" rtlCol="0" anchor="ctr">
            <a:normAutofit/>
          </a:bodyPr>
          <a:lstStyle/>
          <a:p>
            <a:r>
              <a:rPr lang="fr-FR" sz="3600" noProof="1">
                <a:solidFill>
                  <a:srgbClr val="FFFFFF"/>
                </a:solidFill>
              </a:rPr>
              <a:t>Utiliser le domaine narratif « scénarios de référence »</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300" b="1">
                <a:solidFill>
                  <a:srgbClr val="FFFFFF"/>
                </a:solidFill>
              </a:rPr>
              <a:t>Les scénarios de référence</a:t>
            </a:r>
          </a:p>
          <a:p>
            <a:r>
              <a:rPr lang="fr-FR" sz="1300" i="1">
                <a:solidFill>
                  <a:srgbClr val="FFFFFF"/>
                </a:solidFill>
              </a:rPr>
              <a:t>Les scénarios de référence sont les situations dans lesquelles les personnages joueur(-se)s se retrouvent pendant le jeu. Ces situations sont celles qui justifient qu’on demande aux joueur(-se)s de décider et d’entrer en action.</a:t>
            </a:r>
          </a:p>
          <a:p>
            <a:r>
              <a:rPr lang="fr-FR" sz="1300" i="1">
                <a:solidFill>
                  <a:srgbClr val="FFFFFF"/>
                </a:solidFill>
              </a:rPr>
              <a:t>Ces scénarios de références sont choisis en liaison avec les objectifs pédagogiques du Serious Game. Ces scénarios doivent rester cohérents avec l’univers narratif. </a:t>
            </a:r>
          </a:p>
          <a:p>
            <a:r>
              <a:rPr lang="fr-FR" sz="1300" i="1">
                <a:solidFill>
                  <a:srgbClr val="FFFFFF"/>
                </a:solidFill>
              </a:rPr>
              <a:t>Dans le cadre du SGNC, les scénarios de références peuvent reprendre des scénarios existants, passés, présents ou futur, par exemple une crise que les personnes qui jouent ont du gérer ou devront gérer.</a:t>
            </a:r>
          </a:p>
          <a:p>
            <a:pPr marL="0"/>
            <a:endParaRPr lang="fr-FR" sz="1300">
              <a:solidFill>
                <a:srgbClr val="FFFFFF"/>
              </a:solidFill>
            </a:endParaRP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3636578590"/>
              </p:ext>
            </p:extLst>
          </p:nvPr>
        </p:nvGraphicFramePr>
        <p:xfrm>
          <a:off x="1895912" y="2351680"/>
          <a:ext cx="10008066" cy="4446107"/>
        </p:xfrm>
        <a:graphic>
          <a:graphicData uri="http://schemas.openxmlformats.org/drawingml/2006/table">
            <a:tbl>
              <a:tblPr firstRow="1" bandRow="1">
                <a:tableStyleId>{5C22544A-7EE6-4342-B048-85BDC9FD1C3A}</a:tableStyleId>
              </a:tblPr>
              <a:tblGrid>
                <a:gridCol w="3003259">
                  <a:extLst>
                    <a:ext uri="{9D8B030D-6E8A-4147-A177-3AD203B41FA5}">
                      <a16:colId xmlns:a16="http://schemas.microsoft.com/office/drawing/2014/main" val="1651478054"/>
                    </a:ext>
                  </a:extLst>
                </a:gridCol>
                <a:gridCol w="5357805">
                  <a:extLst>
                    <a:ext uri="{9D8B030D-6E8A-4147-A177-3AD203B41FA5}">
                      <a16:colId xmlns:a16="http://schemas.microsoft.com/office/drawing/2014/main" val="1472895984"/>
                    </a:ext>
                  </a:extLst>
                </a:gridCol>
                <a:gridCol w="1647002">
                  <a:extLst>
                    <a:ext uri="{9D8B030D-6E8A-4147-A177-3AD203B41FA5}">
                      <a16:colId xmlns:a16="http://schemas.microsoft.com/office/drawing/2014/main" val="1452964963"/>
                    </a:ext>
                  </a:extLst>
                </a:gridCol>
              </a:tblGrid>
              <a:tr h="433465">
                <a:tc>
                  <a:txBody>
                    <a:bodyPr/>
                    <a:lstStyle/>
                    <a:p>
                      <a:r>
                        <a:rPr lang="fr-FR" sz="1000"/>
                        <a:t>Conséquences positives de l’usage des scénarios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lvl="0" indent="-171450">
                        <a:buClr>
                          <a:srgbClr val="000000"/>
                        </a:buClr>
                        <a:buFontTx/>
                        <a:buChar char="-"/>
                      </a:pPr>
                      <a:r>
                        <a:rPr lang="fr-FR" sz="1000"/>
                        <a:t>Prendre du recul par rapport à la situation actuelle. Exemple : </a:t>
                      </a:r>
                      <a:r>
                        <a:rPr lang="fr-FR" sz="1000" i="1"/>
                        <a:t>Alice et Bob trouvent leur petit conflit nuit à leur perception l’un de l’autre. Le jeu de mise en situation leur permet de se rendre compte qu’ils coopèrent très bien en temps de crise et que beaucoup de choses fonctionnent bien entre eux. </a:t>
                      </a:r>
                    </a:p>
                    <a:p>
                      <a:pPr marL="171450" lvl="0" indent="-171450">
                        <a:buClr>
                          <a:srgbClr val="000000"/>
                        </a:buClr>
                        <a:buFontTx/>
                        <a:buChar char="-"/>
                      </a:pPr>
                      <a:endParaRPr lang="fr-FR" sz="1000"/>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fr-FR" sz="1000" b="0" i="0" u="none" strike="noStrike" noProof="0">
                          <a:latin typeface="+mn-lt"/>
                        </a:rPr>
                        <a:t>S’entraîner à affronter une réalité qu’on n’a pas vécu pour identifier des réflexes et s’en créer. Exemple : </a:t>
                      </a:r>
                      <a:r>
                        <a:rPr lang="fr-FR" sz="1000" b="0" i="1" u="none" strike="noStrike" noProof="0">
                          <a:latin typeface="+mn-lt"/>
                        </a:rPr>
                        <a:t>Charlie n’a jamais vécu de crises avec les clients, les jeux de mise en situation à répétition lui permettent de mieux connaître ses propres réactions en cas de surprise.</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endParaRPr lang="fr-FR" sz="1000" b="0" i="0" u="none" strike="noStrike" noProof="0">
                        <a:latin typeface="+mn-lt"/>
                      </a:endParaRPr>
                    </a:p>
                    <a:p>
                      <a:pPr marL="171450" lvl="0" indent="-171450">
                        <a:buClr>
                          <a:srgbClr val="000000"/>
                        </a:buClr>
                        <a:buFontTx/>
                        <a:buChar char="-"/>
                      </a:pPr>
                      <a:r>
                        <a:rPr lang="fr-FR" sz="1000" b="0" i="0" u="none" strike="noStrike" noProof="0">
                          <a:latin typeface="+mn-lt"/>
                        </a:rPr>
                        <a:t>Se projeter grâce à une expérience simulée. Exemple : </a:t>
                      </a:r>
                      <a:r>
                        <a:rPr lang="fr-FR" sz="1000" b="0" i="1" u="none" strike="noStrike" noProof="0">
                          <a:latin typeface="+mn-lt"/>
                        </a:rPr>
                        <a:t>Bob ne sait pas comment il gérerait ses dossiers en cas de crise client, le jeu de mise en situation lui permet de lister des actions préventives.</a:t>
                      </a:r>
                    </a:p>
                    <a:p>
                      <a:pPr marL="171450" lvl="0" indent="-171450">
                        <a:buClr>
                          <a:srgbClr val="000000"/>
                        </a:buClr>
                        <a:buFontTx/>
                        <a:buChar char="-"/>
                      </a:pPr>
                      <a:endParaRPr lang="fr-FR" sz="1000"/>
                    </a:p>
                    <a:p>
                      <a:pPr marL="171450" lvl="0" indent="-171450">
                        <a:buClr>
                          <a:srgbClr val="000000"/>
                        </a:buClr>
                        <a:buFontTx/>
                        <a:buChar char="-"/>
                      </a:pPr>
                      <a:r>
                        <a:rPr lang="fr-FR" sz="1000"/>
                        <a:t>Déceler des points d'amélioration et oser la créativité par le biais de scénarios alternatifs. Exemple : </a:t>
                      </a:r>
                      <a:r>
                        <a:rPr lang="fr-FR" sz="1000" i="1"/>
                        <a:t>Alice, Bob et Charlie n’ont jamais réfléchi à l’amélioration de leur fonctionnement. Le jeu de mise en situation de crise leur permet d’identifier beaucoup plus de possibilités d’amélioration que lorsque tout va bien.</a:t>
                      </a:r>
                    </a:p>
                  </a:txBody>
                  <a:tcPr marL="50242" marR="50242" marT="25121" marB="25121"/>
                </a:tc>
                <a:tc>
                  <a:txBody>
                    <a:bodyPr/>
                    <a:lstStyle/>
                    <a:p>
                      <a:pPr marL="171450" indent="-171450">
                        <a:buFontTx/>
                        <a:buChar char="-"/>
                      </a:pPr>
                      <a:r>
                        <a:rPr lang="fr-FR" sz="1000" b="1"/>
                        <a:t>Efforts pour les joueur(-se)s : </a:t>
                      </a:r>
                      <a:r>
                        <a:rPr lang="fr-FR" sz="1000" b="0"/>
                        <a:t>Surmonter la difficulté d’entrer un scénario inexistant, qui réutilise potentiellement des éléments du réel. Difficulté de fixer la frontière entre la liberté de l’imaginaire et des éléments à réutiliser.</a:t>
                      </a:r>
                      <a:endParaRPr lang="fr-FR" sz="1000"/>
                    </a:p>
                    <a:p>
                      <a:pPr marL="628650" lvl="1" indent="-171450">
                        <a:buFontTx/>
                        <a:buChar char="-"/>
                      </a:pPr>
                      <a:r>
                        <a:rPr lang="fr-FR" sz="1000"/>
                        <a:t>Exemple :</a:t>
                      </a:r>
                      <a:r>
                        <a:rPr lang="fr-FR" sz="1000" i="1"/>
                        <a:t> Alice se trouve déjà surchargée par les problèmes réels qu’elle a au quotidien, elle a du mal à se projeter dans un scénario de crise dont on n’a pas vraiment d’éléments à part l’imaginaire. Elle trouve l’exercice difficile car toutes les hypothèses ne sont pas posées et elle ne sait pas ce qu’elle peut oser inventer dans ce scénario de crise : « Les clients doivent-ils être des clients existants ? Ou de nouveaux à inventer ? ».</a:t>
                      </a:r>
                      <a:endParaRPr lang="fr-FR" sz="1000"/>
                    </a:p>
                    <a:p>
                      <a:pPr marL="171450" indent="-171450">
                        <a:buFontTx/>
                        <a:buChar char="-"/>
                      </a:pPr>
                      <a:r>
                        <a:rPr lang="fr-FR" sz="1000" b="1"/>
                        <a:t>Efforts pour l’éclaireur(-se) </a:t>
                      </a:r>
                      <a:r>
                        <a:rPr lang="fr-FR" sz="1000"/>
                        <a:t>: Convaincre de la valeur de travailler un scénario de référence en particulier, qu’il s’agisse d’un scénario de référence passé, futur, réel ou fictif, alors qu’il y une situation présente, réelle qui peut être problématique et considérée comme prioritaire. </a:t>
                      </a:r>
                    </a:p>
                    <a:p>
                      <a:pPr marL="628650" lvl="1" indent="-171450">
                        <a:buFontTx/>
                        <a:buChar char="-"/>
                      </a:pPr>
                      <a:r>
                        <a:rPr lang="fr-FR" sz="1000"/>
                        <a:t>Exemple : </a:t>
                      </a:r>
                      <a:r>
                        <a:rPr lang="fr-FR" sz="1000" i="1"/>
                        <a:t>Vous devez convaincre Bob de dédier du temps pour discuter d’autre chose que le problème qui le dérange le plus aujourd’hui. Bob est quelqu’un qui vit beaucoup au présent, presque au jour le jour, et ne comprend pas pourquoi on travaillerait sur un « faux problème ».</a:t>
                      </a:r>
                    </a:p>
                    <a:p>
                      <a:pPr marL="171450" lvl="0" indent="-171450">
                        <a:buFontTx/>
                        <a:buChar char="-"/>
                      </a:pPr>
                      <a:r>
                        <a:rPr lang="fr-FR" sz="1000" b="1"/>
                        <a:t>Efforts pour les animateur(-trice)s </a:t>
                      </a:r>
                      <a:r>
                        <a:rPr lang="fr-FR" sz="1000"/>
                        <a:t>: </a:t>
                      </a:r>
                    </a:p>
                    <a:p>
                      <a:pPr marL="628650" lvl="1" indent="-171450">
                        <a:buFontTx/>
                        <a:buChar char="-"/>
                      </a:pPr>
                      <a:r>
                        <a:rPr lang="fr-FR" sz="1000"/>
                        <a:t>PENDANT LA SESSION : Assurer que les joueur(-se)s continuent à traiter le scénario de référence et ne se perdent pas dans l’univers du jeu.</a:t>
                      </a:r>
                    </a:p>
                    <a:p>
                      <a:pPr marL="1085850" lvl="2" indent="-171450">
                        <a:buFontTx/>
                        <a:buChar char="-"/>
                      </a:pPr>
                      <a:r>
                        <a:rPr lang="fr-FR" sz="1000"/>
                        <a:t>Exemple : </a:t>
                      </a:r>
                      <a:r>
                        <a:rPr lang="fr-FR" sz="1000" i="1"/>
                        <a:t>Charlie invente de plus en plus d’éléments dans sa projection, et on s’écarte du scénario de base</a:t>
                      </a:r>
                      <a:endParaRPr lang="fr-FR" sz="1000"/>
                    </a:p>
                    <a:p>
                      <a:pPr marL="628650" lvl="1" indent="-171450">
                        <a:buFontTx/>
                        <a:buChar char="-"/>
                      </a:pPr>
                      <a:r>
                        <a:rPr lang="fr-FR" sz="1000"/>
                        <a:t>APRÈS LA SESSION : Assurer le lien entre le scénario travaillé, les conclusions et le travail réel.</a:t>
                      </a:r>
                    </a:p>
                    <a:p>
                      <a:pPr marL="1085850" lvl="2" indent="-171450">
                        <a:buFontTx/>
                        <a:buChar char="-"/>
                      </a:pPr>
                      <a:r>
                        <a:rPr lang="fr-FR" sz="1000"/>
                        <a:t>Exemple : </a:t>
                      </a:r>
                      <a:r>
                        <a:rPr lang="fr-FR" sz="1000" i="1"/>
                        <a:t>Alice, Bob et Charlie ont fait émerger des actions de gestion de crise pendant le jeu de mise en situation. Il faut maintenant comparer les priorités avec tout le travail qu’ils avaient déjà au quotidien, et faire entrer les actions dans les plans d’actions à venir.</a:t>
                      </a:r>
                      <a:endParaRPr lang="fr-FR" sz="1000"/>
                    </a:p>
                  </a:txBody>
                  <a:tcPr marL="50242" marR="50242" marT="25121" marB="25121"/>
                </a:tc>
                <a:tc>
                  <a:txBody>
                    <a:bodyPr/>
                    <a:lstStyle/>
                    <a:p>
                      <a:pPr marL="171450" marR="0" lvl="0" indent="-171450" algn="l">
                        <a:lnSpc>
                          <a:spcPct val="100000"/>
                        </a:lnSpc>
                        <a:spcBef>
                          <a:spcPts val="0"/>
                        </a:spcBef>
                        <a:spcAft>
                          <a:spcPts val="0"/>
                        </a:spcAft>
                        <a:buClrTx/>
                        <a:buSzTx/>
                        <a:buFontTx/>
                        <a:buChar char="-"/>
                      </a:pPr>
                      <a:r>
                        <a:rPr lang="fr-FR" sz="1000"/>
                        <a:t>Changer de situations vous fait il prendre du recul sur la vôtre ?</a:t>
                      </a:r>
                    </a:p>
                    <a:p>
                      <a:pPr marL="171450" marR="0" lvl="0" indent="-171450" algn="l">
                        <a:lnSpc>
                          <a:spcPct val="100000"/>
                        </a:lnSpc>
                        <a:spcBef>
                          <a:spcPts val="0"/>
                        </a:spcBef>
                        <a:spcAft>
                          <a:spcPts val="0"/>
                        </a:spcAft>
                        <a:buClrTx/>
                        <a:buSzTx/>
                        <a:buFontTx/>
                        <a:buChar char="-"/>
                      </a:pPr>
                      <a:endParaRPr lang="fr-FR" sz="1000"/>
                    </a:p>
                    <a:p>
                      <a:pPr marL="171450" marR="0" lvl="0" indent="-171450" algn="l">
                        <a:lnSpc>
                          <a:spcPct val="100000"/>
                        </a:lnSpc>
                        <a:spcBef>
                          <a:spcPts val="0"/>
                        </a:spcBef>
                        <a:spcAft>
                          <a:spcPts val="0"/>
                        </a:spcAft>
                        <a:buClrTx/>
                        <a:buSzTx/>
                        <a:buFontTx/>
                        <a:buChar char="-"/>
                      </a:pPr>
                      <a:r>
                        <a:rPr lang="fr-FR" sz="1000" b="0" i="0" u="none" strike="noStrike" noProof="0">
                          <a:latin typeface="Calibri"/>
                        </a:rPr>
                        <a:t>Était-ce difficile de bouleverser les situations habituelles ? Oui/non pourquoi ?</a:t>
                      </a:r>
                      <a:endParaRPr lang="fr-FR"/>
                    </a:p>
                    <a:p>
                      <a:pPr marL="171450" marR="0" lvl="0" indent="-171450" algn="l">
                        <a:lnSpc>
                          <a:spcPct val="100000"/>
                        </a:lnSpc>
                        <a:spcBef>
                          <a:spcPts val="0"/>
                        </a:spcBef>
                        <a:spcAft>
                          <a:spcPts val="0"/>
                        </a:spcAft>
                        <a:buClrTx/>
                        <a:buSzTx/>
                        <a:buFontTx/>
                        <a:buChar char="-"/>
                      </a:pPr>
                      <a:endParaRPr lang="fr-FR" sz="1000" b="0" i="0" u="none" strike="noStrike" noProof="0">
                        <a:latin typeface="Calibri"/>
                      </a:endParaRPr>
                    </a:p>
                    <a:p>
                      <a:pPr marL="171450" marR="0" lvl="0" indent="-171450" algn="l">
                        <a:lnSpc>
                          <a:spcPct val="100000"/>
                        </a:lnSpc>
                        <a:spcBef>
                          <a:spcPts val="0"/>
                        </a:spcBef>
                        <a:spcAft>
                          <a:spcPts val="0"/>
                        </a:spcAft>
                        <a:buClrTx/>
                        <a:buSzTx/>
                        <a:buFontTx/>
                        <a:buChar char="-"/>
                      </a:pPr>
                      <a:r>
                        <a:rPr lang="fr-FR" sz="1000" b="0" i="0" u="none" strike="noStrike" noProof="0"/>
                        <a:t>Quelles qualités et défauts de l’équipe voyez-vous émerger grâce à cette situation fictive ? Où s'expriment ces qualités et défauts dans votre quotidien ?</a:t>
                      </a:r>
                      <a:endParaRPr lang="fr-FR"/>
                    </a:p>
                    <a:p>
                      <a:pPr marL="171450" indent="-171450">
                        <a:buFontTx/>
                        <a:buChar char="-"/>
                      </a:pPr>
                      <a:endParaRPr lang="fr-FR" sz="1000"/>
                    </a:p>
                  </a:txBody>
                  <a:tcPr marL="50242" marR="50242" marT="25121" marB="25121"/>
                </a:tc>
                <a:extLst>
                  <a:ext uri="{0D108BD9-81ED-4DB2-BD59-A6C34878D82A}">
                    <a16:rowId xmlns:a16="http://schemas.microsoft.com/office/drawing/2014/main" val="3987012900"/>
                  </a:ext>
                </a:extLst>
              </a:tr>
            </a:tbl>
          </a:graphicData>
        </a:graphic>
      </p:graphicFrame>
      <p:pic>
        <p:nvPicPr>
          <p:cNvPr id="11" name="Graphique 10" descr="Connecté avec un remplissage uni">
            <a:extLst>
              <a:ext uri="{FF2B5EF4-FFF2-40B4-BE49-F238E27FC236}">
                <a16:creationId xmlns:a16="http://schemas.microsoft.com/office/drawing/2014/main" id="{87B13ABB-9B74-4C64-B932-1B524D0FA34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5437" r="17861"/>
          <a:stretch/>
        </p:blipFill>
        <p:spPr>
          <a:xfrm>
            <a:off x="108858" y="3038242"/>
            <a:ext cx="1654628" cy="2480673"/>
          </a:xfrm>
          <a:prstGeom prst="rect">
            <a:avLst/>
          </a:prstGeom>
        </p:spPr>
      </p:pic>
    </p:spTree>
    <p:extLst>
      <p:ext uri="{BB962C8B-B14F-4D97-AF65-F5344CB8AC3E}">
        <p14:creationId xmlns:p14="http://schemas.microsoft.com/office/powerpoint/2010/main" val="1967029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a:ln>
            <a:solidFill>
              <a:srgbClr val="4472C4"/>
            </a:solidFill>
          </a:ln>
        </p:spPr>
        <p:txBody>
          <a:bodyPr vert="horz" lIns="91440" tIns="45720" rIns="91440" bIns="45720" rtlCol="0" anchor="ctr">
            <a:normAutofit/>
          </a:bodyPr>
          <a:lstStyle/>
          <a:p>
            <a:r>
              <a:rPr lang="fr-FR" sz="3600" noProof="1">
                <a:solidFill>
                  <a:srgbClr val="FFFFFF"/>
                </a:solidFill>
              </a:rPr>
              <a:t>Utiliser le domaine narratif « Champ d’actions possibles»</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300" b="1">
                <a:solidFill>
                  <a:srgbClr val="FFFFFF"/>
                </a:solidFill>
              </a:rPr>
              <a:t>Les champs d’actions possibles</a:t>
            </a:r>
          </a:p>
          <a:p>
            <a:pPr marL="0"/>
            <a:r>
              <a:rPr lang="fr-FR" sz="1300" i="1">
                <a:solidFill>
                  <a:srgbClr val="FFFFFF"/>
                </a:solidFill>
              </a:rPr>
              <a:t>Le champ d’actions possibles par les joueur(-se)s est l’ensemble des choix qu’ils/elles peuvent faire en tant personnages pendant la session de jeu. Il comprend les outils, les types d’action et d’interaction.</a:t>
            </a:r>
          </a:p>
          <a:p>
            <a:pPr marL="0"/>
            <a:r>
              <a:rPr lang="fr-FR" sz="1300" i="1">
                <a:solidFill>
                  <a:srgbClr val="FFFFFF"/>
                </a:solidFill>
              </a:rPr>
              <a:t>Le champ d’actions possibles permet de faciliter les prises de décisions par les joueur(-se)s pendant la session.</a:t>
            </a:r>
          </a:p>
          <a:p>
            <a:pPr marL="0"/>
            <a:r>
              <a:rPr lang="fr-FR" sz="1300" i="1">
                <a:solidFill>
                  <a:srgbClr val="FFFFFF"/>
                </a:solidFill>
              </a:rPr>
              <a:t>Ce champ d’actions possibles doit être cohérent avec l’univers narratif. Il peut également être important de préciser le champ des actions « impossibles ».</a:t>
            </a:r>
          </a:p>
          <a:p>
            <a:pPr marL="0"/>
            <a:r>
              <a:rPr lang="fr-FR" sz="1300" i="1">
                <a:solidFill>
                  <a:srgbClr val="FFFFFF"/>
                </a:solidFill>
              </a:rPr>
              <a:t>Dans le cadre du SGNC, selon l’univers narratif choisi, le champ d’action possibles peut reprendre des actions réelles que les personnes qui jouent font en dehors du jeu. Par exemple, poser des réunions, proposer un café, appeler au téléphone, etc.</a:t>
            </a:r>
          </a:p>
          <a:p>
            <a:pPr marL="0"/>
            <a:endParaRPr lang="fr-FR" sz="1300">
              <a:solidFill>
                <a:srgbClr val="FFFFFF"/>
              </a:solidFill>
            </a:endParaRP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2151584581"/>
              </p:ext>
            </p:extLst>
          </p:nvPr>
        </p:nvGraphicFramePr>
        <p:xfrm>
          <a:off x="1895912" y="2351680"/>
          <a:ext cx="9991287" cy="4141307"/>
        </p:xfrm>
        <a:graphic>
          <a:graphicData uri="http://schemas.openxmlformats.org/drawingml/2006/table">
            <a:tbl>
              <a:tblPr firstRow="1" bandRow="1">
                <a:tableStyleId>{5C22544A-7EE6-4342-B048-85BDC9FD1C3A}</a:tableStyleId>
              </a:tblPr>
              <a:tblGrid>
                <a:gridCol w="2147582">
                  <a:extLst>
                    <a:ext uri="{9D8B030D-6E8A-4147-A177-3AD203B41FA5}">
                      <a16:colId xmlns:a16="http://schemas.microsoft.com/office/drawing/2014/main" val="1651478054"/>
                    </a:ext>
                  </a:extLst>
                </a:gridCol>
                <a:gridCol w="6199464">
                  <a:extLst>
                    <a:ext uri="{9D8B030D-6E8A-4147-A177-3AD203B41FA5}">
                      <a16:colId xmlns:a16="http://schemas.microsoft.com/office/drawing/2014/main" val="1472895984"/>
                    </a:ext>
                  </a:extLst>
                </a:gridCol>
                <a:gridCol w="1644241">
                  <a:extLst>
                    <a:ext uri="{9D8B030D-6E8A-4147-A177-3AD203B41FA5}">
                      <a16:colId xmlns:a16="http://schemas.microsoft.com/office/drawing/2014/main" val="1452964963"/>
                    </a:ext>
                  </a:extLst>
                </a:gridCol>
              </a:tblGrid>
              <a:tr h="433465">
                <a:tc>
                  <a:txBody>
                    <a:bodyPr/>
                    <a:lstStyle/>
                    <a:p>
                      <a:r>
                        <a:rPr lang="fr-FR" sz="1000"/>
                        <a:t>Conséquences positives de l’usage des champs d'action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lvl="0" indent="-171450">
                        <a:buFontTx/>
                        <a:buChar char="-"/>
                      </a:pPr>
                      <a:r>
                        <a:rPr lang="fr-FR" sz="1000"/>
                        <a:t>Envisager des actions en dehors de la routine. Exemple : </a:t>
                      </a:r>
                      <a:r>
                        <a:rPr lang="fr-FR" sz="1000" i="1"/>
                        <a:t>Alice, Bob, et Charlie ne pensaient pas à des solutions utilisant un budget pour des activités extraprofessionnelles pour gérer leur conflit. Cette ouverture lors du jeu de brainstorming leur a permis de réfléchir à de nouvelles gammes de solutions.</a:t>
                      </a:r>
                    </a:p>
                    <a:p>
                      <a:pPr marL="171450" lvl="0" indent="-171450">
                        <a:buFontTx/>
                        <a:buChar char="-"/>
                      </a:pPr>
                      <a:endParaRPr lang="fr-FR" sz="1000" i="1"/>
                    </a:p>
                    <a:p>
                      <a:pPr marL="171450" lvl="0" indent="-171450">
                        <a:buFontTx/>
                        <a:buChar char="-"/>
                      </a:pPr>
                      <a:r>
                        <a:rPr lang="fr-FR" sz="1000" i="0"/>
                        <a:t>Mieux accepter le quotidien et réduire les frustrations. Exemple : </a:t>
                      </a:r>
                      <a:r>
                        <a:rPr lang="fr-FR" sz="1000" i="1"/>
                        <a:t>Alice, Bob, Charlie à la sortie de leur brainstorming, constatent que leur façon de gérer le problème aujourd’hui est finalement la solution optimale. Après avoir testé d'autres </a:t>
                      </a:r>
                      <a:r>
                        <a:rPr lang="fr-FR" sz="1000" i="1" err="1"/>
                        <a:t>solultions</a:t>
                      </a:r>
                      <a:r>
                        <a:rPr lang="fr-FR" sz="1000" i="1"/>
                        <a:t>, ils sont confortés par leurs choix. </a:t>
                      </a:r>
                    </a:p>
                  </a:txBody>
                  <a:tcPr marL="50242" marR="50242" marT="25121" marB="25121"/>
                </a:tc>
                <a:tc>
                  <a:txBody>
                    <a:bodyPr/>
                    <a:lstStyle/>
                    <a:p>
                      <a:pPr marL="171450" indent="-171450">
                        <a:buFontTx/>
                        <a:buChar char="-"/>
                      </a:pPr>
                      <a:r>
                        <a:rPr lang="fr-FR" sz="1000" b="1"/>
                        <a:t>Effort pour les joueur(-se)s : </a:t>
                      </a:r>
                      <a:r>
                        <a:rPr lang="fr-FR" sz="1000"/>
                        <a:t>S’imaginer des actions en-dehors de ce qui a déjà été essayé ou imaginé. Se projeter dans l’usage de moyens différents et inhabituels. Accepter que le champ des possibles est encore ouvert et qu’on est en partie responsable « de ne pas avoir assez essayé ou cherché».</a:t>
                      </a:r>
                    </a:p>
                    <a:p>
                      <a:pPr marL="628650" lvl="1" indent="-171450">
                        <a:buFontTx/>
                        <a:buChar char="-"/>
                      </a:pPr>
                      <a:r>
                        <a:rPr lang="fr-FR" sz="1000"/>
                        <a:t>Exemple : </a:t>
                      </a:r>
                      <a:r>
                        <a:rPr lang="fr-FR" sz="1000" i="1"/>
                        <a:t>Charlie a l’impression d’avoir tout fait pour régler la situation entre Alice et Bob, et craint qu’on puisse lui reprocher de ne pas « avoir trouvé plus tôt » si jamais une très bonne idée sortait de l’atelier de brainstorming. A lui de relativiser et d’accepter le résultat de l’atelier « en bon joueur » : une meilleure idée pourra toujours émerger. Cette acceptation lui permettra de s’engager dans le brainstorming et de libérer sa créativité.</a:t>
                      </a:r>
                      <a:endParaRPr lang="fr-FR" sz="1000" b="0" i="1"/>
                    </a:p>
                    <a:p>
                      <a:pPr marL="171450" lvl="0" indent="-171450">
                        <a:buFontTx/>
                        <a:buChar char="-"/>
                      </a:pPr>
                      <a:r>
                        <a:rPr lang="fr-FR" sz="1000" b="1"/>
                        <a:t>Effort pour l’éclaireur(-se) </a:t>
                      </a:r>
                      <a:r>
                        <a:rPr lang="fr-FR" sz="1000"/>
                        <a:t>: Bousculer le défaitisme qui pourrait survenir à l’idée d’une action inhabituelle.</a:t>
                      </a:r>
                    </a:p>
                    <a:p>
                      <a:pPr marL="628650" lvl="1" indent="-171450">
                        <a:buFontTx/>
                        <a:buChar char="-"/>
                      </a:pPr>
                      <a:r>
                        <a:rPr lang="fr-FR" sz="1000"/>
                        <a:t>Exemple : </a:t>
                      </a:r>
                      <a:r>
                        <a:rPr lang="fr-FR" sz="1000" i="1"/>
                        <a:t>Lorsqu’on leur propose un exercice de brainstorming, Alice, Bob, et Charlie répliquent « on a tout essayé » d’une part, et d’autre part déclarent que « leur problème est négligé et devrait être creusé ». A vous de les convaincre qu’un brainstorming sur des moyens différents n’est pas inutile et peut répondre à leur besoin.</a:t>
                      </a:r>
                      <a:endParaRPr lang="fr-FR" sz="1000" b="1"/>
                    </a:p>
                    <a:p>
                      <a:pPr marL="171450" lvl="0" indent="-171450">
                        <a:buFontTx/>
                        <a:buChar char="-"/>
                      </a:pPr>
                      <a:r>
                        <a:rPr lang="fr-FR" sz="1000" b="1"/>
                        <a:t>Effort pour les animateur(-trice)s </a:t>
                      </a:r>
                      <a:r>
                        <a:rPr lang="fr-FR" sz="1000"/>
                        <a:t>: </a:t>
                      </a:r>
                    </a:p>
                    <a:p>
                      <a:pPr marL="628650" lvl="1" indent="-171450">
                        <a:buFontTx/>
                        <a:buChar char="-"/>
                      </a:pPr>
                      <a:r>
                        <a:rPr lang="fr-FR" sz="1000"/>
                        <a:t>PENDANT LA SESSION : Permettre la divergence pour ouvrir à plus de possibilités, et s’assurer du filtre et de la convergence pour éviter un simple effet « exutoire dans l’imaginaire totalement irréaliste ».</a:t>
                      </a:r>
                    </a:p>
                    <a:p>
                      <a:pPr marL="1085850" lvl="2" indent="-171450">
                        <a:buFontTx/>
                        <a:buChar char="-"/>
                      </a:pPr>
                      <a:r>
                        <a:rPr lang="fr-FR" sz="1000"/>
                        <a:t>Exemple : </a:t>
                      </a:r>
                      <a:r>
                        <a:rPr lang="fr-FR" sz="1000" i="1"/>
                        <a:t>A force d'imaginer le champ des possibles, Alice se lâche totalement et ajoute des idées comme si les moyens étaient illimités. Son imagination risque d'empiéter sur le temps de session, et Charlie s’inquiète sur ce qui sortira du brainstorming, en dehors de la satisfaction d’Alice. A l’animateur de bien exploiter la créativité et le timing pour revenir sur des idées réalistes.</a:t>
                      </a:r>
                      <a:endParaRPr lang="fr-FR" sz="1000"/>
                    </a:p>
                    <a:p>
                      <a:pPr marL="628650" lvl="1" indent="-171450">
                        <a:buFontTx/>
                        <a:buChar char="-"/>
                      </a:pPr>
                      <a:r>
                        <a:rPr lang="fr-FR" sz="1000"/>
                        <a:t>APRÈS LA SESSION : Pour les nouveaux moyens imaginés, s’assurer d’avoir filtré ce qui est actionnable afin de suivre les actions et limiter les frustrations</a:t>
                      </a:r>
                    </a:p>
                    <a:p>
                      <a:pPr marL="1085850" lvl="2" indent="-171450">
                        <a:buFontTx/>
                        <a:buChar char="-"/>
                      </a:pPr>
                      <a:r>
                        <a:rPr lang="fr-FR" sz="1000"/>
                        <a:t>Exemple : </a:t>
                      </a:r>
                      <a:r>
                        <a:rPr lang="fr-FR" sz="1000" i="1"/>
                        <a:t>Bob va être difficile à remotiver </a:t>
                      </a:r>
                      <a:r>
                        <a:rPr lang="fr-FR" sz="1000"/>
                        <a:t>: "</a:t>
                      </a:r>
                      <a:r>
                        <a:rPr lang="fr-FR" sz="1000" i="1"/>
                        <a:t>Les dernières fois qu’il y a eu un brainstorming, une pile d’idées a émergé et il ne s’est rien passé depuis."</a:t>
                      </a:r>
                      <a:endParaRPr lang="fr-FR" sz="1000"/>
                    </a:p>
                  </a:txBody>
                  <a:tcPr marL="50242" marR="50242" marT="25121" marB="25121"/>
                </a:tc>
                <a:tc>
                  <a:txBody>
                    <a:bodyPr/>
                    <a:lstStyle/>
                    <a:p>
                      <a:pPr marL="171450" indent="-171450">
                        <a:buFontTx/>
                        <a:buChar char="-"/>
                      </a:pPr>
                      <a:r>
                        <a:rPr lang="fr-FR" sz="1000"/>
                        <a:t>Ces actions possibles, qui vous sortent de votre quotidien, se sont-elles avérées utiles ?</a:t>
                      </a:r>
                      <a:endParaRPr lang="fr-FR"/>
                    </a:p>
                    <a:p>
                      <a:pPr marL="171450" lvl="0" indent="-171450">
                        <a:buFontTx/>
                        <a:buChar char="-"/>
                      </a:pPr>
                      <a:endParaRPr lang="fr-FR" sz="1000"/>
                    </a:p>
                    <a:p>
                      <a:pPr marL="171450" lvl="0" indent="-171450">
                        <a:buFontTx/>
                        <a:buChar char="-"/>
                      </a:pPr>
                      <a:r>
                        <a:rPr lang="fr-FR" sz="1000" b="0" i="0" u="none" strike="noStrike" noProof="0">
                          <a:latin typeface="+mn-lt"/>
                        </a:rPr>
                        <a:t>Avez-vous eu du mal à les imaginer et sortir du champ habituel ?</a:t>
                      </a:r>
                    </a:p>
                    <a:p>
                      <a:pPr marL="171450" lvl="0" indent="-171450">
                        <a:buFontTx/>
                        <a:buChar char="-"/>
                      </a:pPr>
                      <a:endParaRPr lang="fr-FR" sz="1000" b="0" i="0" u="none" strike="noStrike" noProof="0">
                        <a:latin typeface="+mn-lt"/>
                      </a:endParaRPr>
                    </a:p>
                    <a:p>
                      <a:pPr marL="171450" lvl="0" indent="-171450">
                        <a:buFontTx/>
                        <a:buChar char="-"/>
                      </a:pPr>
                      <a:r>
                        <a:rPr lang="fr-FR" sz="1000" b="0" i="0" u="none" strike="noStrike" noProof="0">
                          <a:latin typeface="+mn-lt"/>
                        </a:rPr>
                        <a:t>A quel point des actions différentes  pourraient vraiment mieux gérer la situation ?</a:t>
                      </a:r>
                    </a:p>
                    <a:p>
                      <a:pPr marL="171450" lvl="0" indent="-171450">
                        <a:buFontTx/>
                        <a:buChar char="-"/>
                      </a:pPr>
                      <a:endParaRPr lang="fr-FR" sz="1000" b="0" i="0" u="none" strike="noStrike" noProof="0">
                        <a:latin typeface="+mn-lt"/>
                      </a:endParaRPr>
                    </a:p>
                    <a:p>
                      <a:pPr marL="171450" lvl="0" indent="-171450">
                        <a:buFontTx/>
                        <a:buChar char="-"/>
                      </a:pPr>
                      <a:r>
                        <a:rPr lang="fr-FR" sz="1000" b="0" i="0" u="none" strike="noStrike" noProof="0">
                          <a:latin typeface="+mn-lt"/>
                        </a:rPr>
                        <a:t>A quel point êtes vous satisfaits de ce que vous avez déjà fait ? </a:t>
                      </a:r>
                      <a:endParaRPr lang="fr-FR"/>
                    </a:p>
                    <a:p>
                      <a:pPr marL="0" indent="0">
                        <a:buFontTx/>
                        <a:buNone/>
                      </a:pPr>
                      <a:endParaRPr lang="fr-FR" sz="1000"/>
                    </a:p>
                  </a:txBody>
                  <a:tcPr marL="50242" marR="50242" marT="25121" marB="25121"/>
                </a:tc>
                <a:extLst>
                  <a:ext uri="{0D108BD9-81ED-4DB2-BD59-A6C34878D82A}">
                    <a16:rowId xmlns:a16="http://schemas.microsoft.com/office/drawing/2014/main" val="3987012900"/>
                  </a:ext>
                </a:extLst>
              </a:tr>
            </a:tbl>
          </a:graphicData>
        </a:graphic>
      </p:graphicFrame>
      <p:pic>
        <p:nvPicPr>
          <p:cNvPr id="10" name="Graphique 9" descr="Outils d'exploitation minière avec un remplissage uni">
            <a:extLst>
              <a:ext uri="{FF2B5EF4-FFF2-40B4-BE49-F238E27FC236}">
                <a16:creationId xmlns:a16="http://schemas.microsoft.com/office/drawing/2014/main" id="{830E96BD-0DD0-4EAA-BCB6-525D4E5358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4801" y="2837677"/>
            <a:ext cx="1440902" cy="1440902"/>
          </a:xfrm>
          <a:prstGeom prst="rect">
            <a:avLst/>
          </a:prstGeom>
        </p:spPr>
      </p:pic>
    </p:spTree>
    <p:extLst>
      <p:ext uri="{BB962C8B-B14F-4D97-AF65-F5344CB8AC3E}">
        <p14:creationId xmlns:p14="http://schemas.microsoft.com/office/powerpoint/2010/main" val="1937086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17" name="Titre 1">
            <a:extLst>
              <a:ext uri="{FF2B5EF4-FFF2-40B4-BE49-F238E27FC236}">
                <a16:creationId xmlns:a16="http://schemas.microsoft.com/office/drawing/2014/main" id="{176B1712-DC50-426C-BF38-38EC78C7D48C}"/>
              </a:ext>
            </a:extLst>
          </p:cNvPr>
          <p:cNvSpPr txBox="1">
            <a:spLocks/>
          </p:cNvSpPr>
          <p:nvPr/>
        </p:nvSpPr>
        <p:spPr>
          <a:xfrm>
            <a:off x="1722539" y="1831266"/>
            <a:ext cx="6359950" cy="336571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7200" b="1" i="1">
                <a:solidFill>
                  <a:srgbClr val="0683AA"/>
                </a:solidFill>
              </a:rPr>
              <a:t>S</a:t>
            </a:r>
            <a:r>
              <a:rPr lang="fr-FR" sz="7200" b="1" i="1"/>
              <a:t>erious </a:t>
            </a:r>
            <a:r>
              <a:rPr lang="fr-FR" sz="7200" b="1" i="1">
                <a:solidFill>
                  <a:srgbClr val="ED7D31"/>
                </a:solidFill>
              </a:rPr>
              <a:t>G</a:t>
            </a:r>
            <a:r>
              <a:rPr lang="fr-FR" sz="7200" b="1" i="1"/>
              <a:t>ame </a:t>
            </a:r>
            <a:r>
              <a:rPr lang="fr-FR" sz="7200" b="1" i="1">
                <a:solidFill>
                  <a:srgbClr val="ED7D31"/>
                </a:solidFill>
              </a:rPr>
              <a:t>N</a:t>
            </a:r>
            <a:r>
              <a:rPr lang="fr-FR" sz="7200" b="1" i="1"/>
              <a:t>arrative </a:t>
            </a:r>
            <a:r>
              <a:rPr lang="fr-FR" sz="7200" b="1" i="1">
                <a:solidFill>
                  <a:srgbClr val="0683AA"/>
                </a:solidFill>
              </a:rPr>
              <a:t>C</a:t>
            </a:r>
            <a:r>
              <a:rPr lang="fr-FR" sz="7200" b="1" i="1"/>
              <a:t>anvas</a:t>
            </a:r>
          </a:p>
          <a:p>
            <a:pPr algn="l">
              <a:spcAft>
                <a:spcPts val="600"/>
              </a:spcAft>
            </a:pPr>
            <a:r>
              <a:rPr lang="fr-FR" sz="7200" b="1" i="1"/>
              <a:t>détaillé</a:t>
            </a:r>
          </a:p>
        </p:txBody>
      </p:sp>
      <p:pic>
        <p:nvPicPr>
          <p:cNvPr id="18" name="Image 17">
            <a:extLst>
              <a:ext uri="{FF2B5EF4-FFF2-40B4-BE49-F238E27FC236}">
                <a16:creationId xmlns:a16="http://schemas.microsoft.com/office/drawing/2014/main" id="{AAC4B26A-1FE0-431F-BB6D-B04B504D514D}"/>
              </a:ext>
            </a:extLst>
          </p:cNvPr>
          <p:cNvPicPr>
            <a:picLocks noChangeAspect="1"/>
          </p:cNvPicPr>
          <p:nvPr/>
        </p:nvPicPr>
        <p:blipFill>
          <a:blip r:embed="rId2"/>
          <a:stretch>
            <a:fillRect/>
          </a:stretch>
        </p:blipFill>
        <p:spPr>
          <a:xfrm>
            <a:off x="7467612" y="1019935"/>
            <a:ext cx="3835399" cy="2137813"/>
          </a:xfrm>
          <a:prstGeom prst="rect">
            <a:avLst/>
          </a:prstGeom>
          <a:ln>
            <a:solidFill>
              <a:schemeClr val="tx1"/>
            </a:solidFill>
          </a:ln>
        </p:spPr>
      </p:pic>
    </p:spTree>
    <p:extLst>
      <p:ext uri="{BB962C8B-B14F-4D97-AF65-F5344CB8AC3E}">
        <p14:creationId xmlns:p14="http://schemas.microsoft.com/office/powerpoint/2010/main" val="138661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graphicFrame>
        <p:nvGraphicFramePr>
          <p:cNvPr id="49" name="Tableau 8">
            <a:extLst>
              <a:ext uri="{FF2B5EF4-FFF2-40B4-BE49-F238E27FC236}">
                <a16:creationId xmlns:a16="http://schemas.microsoft.com/office/drawing/2014/main" id="{7C6C9A0E-8DAF-47B9-9736-40987B77AFCB}"/>
              </a:ext>
            </a:extLst>
          </p:cNvPr>
          <p:cNvGraphicFramePr>
            <a:graphicFrameLocks noGrp="1"/>
          </p:cNvGraphicFramePr>
          <p:nvPr>
            <p:ph idx="1"/>
            <p:extLst>
              <p:ext uri="{D42A27DB-BD31-4B8C-83A1-F6EECF244321}">
                <p14:modId xmlns:p14="http://schemas.microsoft.com/office/powerpoint/2010/main" val="1311586267"/>
              </p:ext>
            </p:extLst>
          </p:nvPr>
        </p:nvGraphicFramePr>
        <p:xfrm>
          <a:off x="581108" y="184236"/>
          <a:ext cx="5383465" cy="2949828"/>
        </p:xfrm>
        <a:graphic>
          <a:graphicData uri="http://schemas.openxmlformats.org/drawingml/2006/table">
            <a:tbl>
              <a:tblPr firstRow="1">
                <a:tableStyleId>{5C22544A-7EE6-4342-B048-85BDC9FD1C3A}</a:tableStyleId>
              </a:tblPr>
              <a:tblGrid>
                <a:gridCol w="1076693">
                  <a:extLst>
                    <a:ext uri="{9D8B030D-6E8A-4147-A177-3AD203B41FA5}">
                      <a16:colId xmlns:a16="http://schemas.microsoft.com/office/drawing/2014/main" val="1655350791"/>
                    </a:ext>
                  </a:extLst>
                </a:gridCol>
                <a:gridCol w="1076693">
                  <a:extLst>
                    <a:ext uri="{9D8B030D-6E8A-4147-A177-3AD203B41FA5}">
                      <a16:colId xmlns:a16="http://schemas.microsoft.com/office/drawing/2014/main" val="2874761321"/>
                    </a:ext>
                  </a:extLst>
                </a:gridCol>
                <a:gridCol w="1076693">
                  <a:extLst>
                    <a:ext uri="{9D8B030D-6E8A-4147-A177-3AD203B41FA5}">
                      <a16:colId xmlns:a16="http://schemas.microsoft.com/office/drawing/2014/main" val="151462843"/>
                    </a:ext>
                  </a:extLst>
                </a:gridCol>
                <a:gridCol w="1076693">
                  <a:extLst>
                    <a:ext uri="{9D8B030D-6E8A-4147-A177-3AD203B41FA5}">
                      <a16:colId xmlns:a16="http://schemas.microsoft.com/office/drawing/2014/main" val="3433693781"/>
                    </a:ext>
                  </a:extLst>
                </a:gridCol>
                <a:gridCol w="1076693">
                  <a:extLst>
                    <a:ext uri="{9D8B030D-6E8A-4147-A177-3AD203B41FA5}">
                      <a16:colId xmlns:a16="http://schemas.microsoft.com/office/drawing/2014/main" val="163102966"/>
                    </a:ext>
                  </a:extLst>
                </a:gridCol>
              </a:tblGrid>
              <a:tr h="769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Nom du Personnage joueur</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Caractéristique, traits de caractère, qualités défauts</a:t>
                      </a:r>
                    </a:p>
                  </a:txBody>
                  <a:tcPr>
                    <a:solidFill>
                      <a:srgbClr val="0683AA"/>
                    </a:solidFill>
                  </a:tcPr>
                </a:tc>
                <a:tc>
                  <a:txBody>
                    <a:bodyPr/>
                    <a:lstStyle/>
                    <a:p>
                      <a:r>
                        <a:rPr lang="fr-FR" sz="1000"/>
                        <a:t>Identité, Background marquant</a:t>
                      </a:r>
                    </a:p>
                  </a:txBody>
                  <a:tcPr>
                    <a:solidFill>
                      <a:srgbClr val="0683AA"/>
                    </a:solidFill>
                  </a:tcPr>
                </a:tc>
                <a:tc>
                  <a:txBody>
                    <a:bodyPr/>
                    <a:lstStyle/>
                    <a:p>
                      <a:r>
                        <a:rPr lang="fr-FR" sz="1000"/>
                        <a:t>Autre</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Attribué</a:t>
                      </a:r>
                    </a:p>
                  </a:txBody>
                  <a:tcPr>
                    <a:solidFill>
                      <a:srgbClr val="0683AA"/>
                    </a:solidFill>
                  </a:tcPr>
                </a:tc>
                <a:extLst>
                  <a:ext uri="{0D108BD9-81ED-4DB2-BD59-A6C34878D82A}">
                    <a16:rowId xmlns:a16="http://schemas.microsoft.com/office/drawing/2014/main" val="4185194007"/>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200885995"/>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55247924"/>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497885954"/>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765532902"/>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489616910"/>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735966145"/>
                  </a:ext>
                </a:extLst>
              </a:tr>
            </a:tbl>
          </a:graphicData>
        </a:graphic>
      </p:graphicFrame>
      <p:graphicFrame>
        <p:nvGraphicFramePr>
          <p:cNvPr id="53" name="Tableau 8">
            <a:extLst>
              <a:ext uri="{FF2B5EF4-FFF2-40B4-BE49-F238E27FC236}">
                <a16:creationId xmlns:a16="http://schemas.microsoft.com/office/drawing/2014/main" id="{68261A0B-B4E9-4A8C-A58F-F940CB3BE577}"/>
              </a:ext>
            </a:extLst>
          </p:cNvPr>
          <p:cNvGraphicFramePr>
            <a:graphicFrameLocks/>
          </p:cNvGraphicFramePr>
          <p:nvPr>
            <p:extLst>
              <p:ext uri="{D42A27DB-BD31-4B8C-83A1-F6EECF244321}">
                <p14:modId xmlns:p14="http://schemas.microsoft.com/office/powerpoint/2010/main" val="306295222"/>
              </p:ext>
            </p:extLst>
          </p:nvPr>
        </p:nvGraphicFramePr>
        <p:xfrm>
          <a:off x="6227428" y="184237"/>
          <a:ext cx="5392260" cy="2955090"/>
        </p:xfrm>
        <a:graphic>
          <a:graphicData uri="http://schemas.openxmlformats.org/drawingml/2006/table">
            <a:tbl>
              <a:tblPr firstRow="1">
                <a:tableStyleId>{5C22544A-7EE6-4342-B048-85BDC9FD1C3A}</a:tableStyleId>
              </a:tblPr>
              <a:tblGrid>
                <a:gridCol w="1797420">
                  <a:extLst>
                    <a:ext uri="{9D8B030D-6E8A-4147-A177-3AD203B41FA5}">
                      <a16:colId xmlns:a16="http://schemas.microsoft.com/office/drawing/2014/main" val="1655350791"/>
                    </a:ext>
                  </a:extLst>
                </a:gridCol>
                <a:gridCol w="1797420">
                  <a:extLst>
                    <a:ext uri="{9D8B030D-6E8A-4147-A177-3AD203B41FA5}">
                      <a16:colId xmlns:a16="http://schemas.microsoft.com/office/drawing/2014/main" val="163102966"/>
                    </a:ext>
                  </a:extLst>
                </a:gridCol>
                <a:gridCol w="1797420">
                  <a:extLst>
                    <a:ext uri="{9D8B030D-6E8A-4147-A177-3AD203B41FA5}">
                      <a16:colId xmlns:a16="http://schemas.microsoft.com/office/drawing/2014/main" val="3864840435"/>
                    </a:ext>
                  </a:extLst>
                </a:gridCol>
              </a:tblGrid>
              <a:tr h="582228">
                <a:tc>
                  <a:txBody>
                    <a:bodyPr/>
                    <a:lstStyle/>
                    <a:p>
                      <a:r>
                        <a:rPr lang="fr-FR" sz="1000"/>
                        <a:t>Description du monde (Lieux, époques, climats, population…)</a:t>
                      </a:r>
                    </a:p>
                  </a:txBody>
                  <a:tcPr>
                    <a:solidFill>
                      <a:srgbClr val="0683AA"/>
                    </a:solidFill>
                  </a:tcPr>
                </a:tc>
                <a:tc>
                  <a:txBody>
                    <a:bodyPr/>
                    <a:lstStyle/>
                    <a:p>
                      <a:r>
                        <a:rPr lang="fr-FR" sz="1000"/>
                        <a:t>Univers de référence (fantastique, SF, steampunk, réel,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Points communs marquants entre l’univers narratif et le contexte réel </a:t>
                      </a:r>
                    </a:p>
                  </a:txBody>
                  <a:tcPr>
                    <a:solidFill>
                      <a:srgbClr val="0683AA"/>
                    </a:solidFill>
                  </a:tcPr>
                </a:tc>
                <a:extLst>
                  <a:ext uri="{0D108BD9-81ED-4DB2-BD59-A6C34878D82A}">
                    <a16:rowId xmlns:a16="http://schemas.microsoft.com/office/drawing/2014/main" val="3263281294"/>
                  </a:ext>
                </a:extLst>
              </a:tr>
              <a:tr h="812986">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060372364"/>
                  </a:ext>
                </a:extLst>
              </a:tr>
              <a:tr h="582228">
                <a:tc>
                  <a:txBody>
                    <a:bodyPr/>
                    <a:lstStyle/>
                    <a:p>
                      <a:pPr marL="0" algn="l" rtl="0" eaLnBrk="1" latinLnBrk="0" hangingPunct="1"/>
                      <a:r>
                        <a:rPr lang="fr-FR" sz="1000" b="1" kern="1200">
                          <a:solidFill>
                            <a:schemeClr val="lt1"/>
                          </a:solidFill>
                          <a:latin typeface="+mn-lt"/>
                          <a:ea typeface="+mn-ea"/>
                          <a:cs typeface="+mn-cs"/>
                        </a:rPr>
                        <a:t>PNJ clés de l’univers narratif (avec lesquels les PJ peuvent avoir des interactions)</a:t>
                      </a:r>
                    </a:p>
                  </a:txBody>
                  <a:tcPr>
                    <a:solidFill>
                      <a:srgbClr val="0683AA"/>
                    </a:solidFill>
                  </a:tcPr>
                </a:tc>
                <a:tc>
                  <a:txBody>
                    <a:bodyPr/>
                    <a:lstStyle/>
                    <a:p>
                      <a:pPr marL="0" algn="l" rtl="0" eaLnBrk="1" latinLnBrk="0" hangingPunct="1"/>
                      <a:r>
                        <a:rPr lang="fr-FR" sz="1000" b="1" kern="1200">
                          <a:solidFill>
                            <a:schemeClr val="lt1"/>
                          </a:solidFill>
                          <a:latin typeface="+mn-lt"/>
                          <a:ea typeface="+mn-ea"/>
                          <a:cs typeface="+mn-cs"/>
                        </a:rPr>
                        <a:t>Moyens courants (technologies, magies, …) de l’univers narratif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kern="1200">
                          <a:solidFill>
                            <a:schemeClr val="lt1"/>
                          </a:solidFill>
                          <a:latin typeface="+mn-lt"/>
                          <a:ea typeface="+mn-ea"/>
                          <a:cs typeface="+mn-cs"/>
                        </a:rPr>
                        <a:t>Différences marquantes entre l’univers narratif et le contexte réel</a:t>
                      </a:r>
                    </a:p>
                  </a:txBody>
                  <a:tcPr>
                    <a:solidFill>
                      <a:srgbClr val="0683AA"/>
                    </a:solidFill>
                  </a:tcPr>
                </a:tc>
                <a:extLst>
                  <a:ext uri="{0D108BD9-81ED-4DB2-BD59-A6C34878D82A}">
                    <a16:rowId xmlns:a16="http://schemas.microsoft.com/office/drawing/2014/main" val="3842325681"/>
                  </a:ext>
                </a:extLst>
              </a:tr>
              <a:tr h="977648">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908998323"/>
                  </a:ext>
                </a:extLst>
              </a:tr>
            </a:tbl>
          </a:graphicData>
        </a:graphic>
      </p:graphicFrame>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graphicFrame>
        <p:nvGraphicFramePr>
          <p:cNvPr id="13" name="Tableau 14">
            <a:extLst>
              <a:ext uri="{FF2B5EF4-FFF2-40B4-BE49-F238E27FC236}">
                <a16:creationId xmlns:a16="http://schemas.microsoft.com/office/drawing/2014/main" id="{3A8AA265-D93B-413F-9C35-0CFC9E1FD41B}"/>
              </a:ext>
            </a:extLst>
          </p:cNvPr>
          <p:cNvGraphicFramePr>
            <a:graphicFrameLocks noGrp="1"/>
          </p:cNvGraphicFramePr>
          <p:nvPr>
            <p:extLst>
              <p:ext uri="{D42A27DB-BD31-4B8C-83A1-F6EECF244321}">
                <p14:modId xmlns:p14="http://schemas.microsoft.com/office/powerpoint/2010/main" val="796931763"/>
              </p:ext>
            </p:extLst>
          </p:nvPr>
        </p:nvGraphicFramePr>
        <p:xfrm>
          <a:off x="3714001" y="3801386"/>
          <a:ext cx="4763998" cy="2711816"/>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100" b="1"/>
                        <a:t>Personnes</a:t>
                      </a:r>
                    </a:p>
                    <a:p>
                      <a:pPr lvl="0">
                        <a:buNone/>
                      </a:pPr>
                      <a:r>
                        <a:rPr lang="fr-FR" sz="1100" i="1"/>
                        <a:t>(Identités, traits de caractères, besoins, histoires…)</a:t>
                      </a:r>
                    </a:p>
                  </a:txBody>
                  <a:tcPr/>
                </a:tc>
                <a:tc>
                  <a:txBody>
                    <a:bodyPr/>
                    <a:lstStyle/>
                    <a:p>
                      <a:r>
                        <a:rPr lang="fr-FR" sz="1100" b="1"/>
                        <a:t>Contexte</a:t>
                      </a:r>
                    </a:p>
                    <a:p>
                      <a:pPr lvl="0">
                        <a:buNone/>
                      </a:pPr>
                      <a:r>
                        <a:rPr lang="fr-FR" sz="1100"/>
                        <a:t>(</a:t>
                      </a:r>
                      <a:r>
                        <a:rPr lang="fr-FR" sz="1100" i="1"/>
                        <a:t>Localisation, secteur, technologies…</a:t>
                      </a:r>
                      <a:r>
                        <a:rPr lang="fr-FR" sz="1100"/>
                        <a:t>)</a:t>
                      </a:r>
                    </a:p>
                  </a:txBody>
                  <a:tcPr/>
                </a:tc>
                <a:extLst>
                  <a:ext uri="{0D108BD9-81ED-4DB2-BD59-A6C34878D82A}">
                    <a16:rowId xmlns:a16="http://schemas.microsoft.com/office/drawing/2014/main" val="1357482050"/>
                  </a:ext>
                </a:extLst>
              </a:tr>
              <a:tr h="1355908">
                <a:tc>
                  <a:txBody>
                    <a:bodyPr/>
                    <a:lstStyle/>
                    <a:p>
                      <a:r>
                        <a:rPr lang="fr-FR" sz="1100" b="1"/>
                        <a:t>Situation</a:t>
                      </a:r>
                    </a:p>
                    <a:p>
                      <a:pPr lvl="0">
                        <a:buNone/>
                      </a:pPr>
                      <a:r>
                        <a:rPr lang="fr-FR" sz="1100" b="0" i="0" u="none" strike="noStrike" noProof="0">
                          <a:latin typeface="Calibri"/>
                        </a:rPr>
                        <a:t>(</a:t>
                      </a:r>
                      <a:r>
                        <a:rPr lang="fr-FR" sz="1100" b="0" i="1" u="none" strike="noStrike" noProof="0">
                          <a:latin typeface="Calibri"/>
                        </a:rPr>
                        <a:t>La situation qui vous invite à créer un Serious Game</a:t>
                      </a:r>
                      <a:r>
                        <a:rPr lang="fr-FR" sz="1100" b="0" i="0" u="none" strike="noStrike" noProof="0">
                          <a:latin typeface="Calibri"/>
                        </a:rPr>
                        <a:t>)</a:t>
                      </a:r>
                      <a:endParaRPr lang="fr-FR"/>
                    </a:p>
                  </a:txBody>
                  <a:tcPr/>
                </a:tc>
                <a:tc>
                  <a:txBody>
                    <a:bodyPr/>
                    <a:lstStyle/>
                    <a:p>
                      <a:r>
                        <a:rPr lang="fr-FR" sz="1100" b="1"/>
                        <a:t>Champ d’actions possible</a:t>
                      </a:r>
                    </a:p>
                    <a:p>
                      <a:pPr lvl="0">
                        <a:buNone/>
                      </a:pPr>
                      <a:r>
                        <a:rPr lang="fr-FR" sz="1100" b="0" i="0" u="none" strike="noStrike" noProof="0">
                          <a:latin typeface="Calibri"/>
                        </a:rPr>
                        <a:t>(</a:t>
                      </a:r>
                      <a:r>
                        <a:rPr lang="fr-FR" sz="1100" b="0" i="1" u="none" strike="noStrike" noProof="0">
                          <a:latin typeface="+mn-lt"/>
                        </a:rPr>
                        <a:t>Les moyens déjà abordés par les personnes jusqu'à présent</a:t>
                      </a:r>
                      <a:r>
                        <a:rPr lang="fr-FR" sz="1100" b="0" i="0" u="none" strike="noStrike" noProof="0">
                          <a:latin typeface="Calibri"/>
                        </a:rPr>
                        <a:t>)</a:t>
                      </a:r>
                      <a:endParaRPr lang="fr-FR"/>
                    </a:p>
                  </a:txBody>
                  <a:tcPr/>
                </a:tc>
                <a:extLst>
                  <a:ext uri="{0D108BD9-81ED-4DB2-BD59-A6C34878D82A}">
                    <a16:rowId xmlns:a16="http://schemas.microsoft.com/office/drawing/2014/main" val="565512101"/>
                  </a:ext>
                </a:extLst>
              </a:tr>
            </a:tbl>
          </a:graphicData>
        </a:graphic>
      </p:graphicFrame>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32086" y="3381206"/>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149" t="3175" r="8595" b="9576"/>
          <a:stretch/>
        </p:blipFill>
        <p:spPr>
          <a:xfrm>
            <a:off x="8111100" y="3385711"/>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graphicFrame>
        <p:nvGraphicFramePr>
          <p:cNvPr id="71" name="Tableau 8">
            <a:extLst>
              <a:ext uri="{FF2B5EF4-FFF2-40B4-BE49-F238E27FC236}">
                <a16:creationId xmlns:a16="http://schemas.microsoft.com/office/drawing/2014/main" id="{2A490DA2-8E63-4056-95C3-FA18C485DCFD}"/>
              </a:ext>
            </a:extLst>
          </p:cNvPr>
          <p:cNvGraphicFramePr>
            <a:graphicFrameLocks/>
          </p:cNvGraphicFramePr>
          <p:nvPr>
            <p:extLst>
              <p:ext uri="{D42A27DB-BD31-4B8C-83A1-F6EECF244321}">
                <p14:modId xmlns:p14="http://schemas.microsoft.com/office/powerpoint/2010/main" val="2062129534"/>
              </p:ext>
            </p:extLst>
          </p:nvPr>
        </p:nvGraphicFramePr>
        <p:xfrm>
          <a:off x="439190" y="4309919"/>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Passé : L'avant</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Présent : Maintenant</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Présent : La problématique</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Futurs : le(s) futur(s) souhaités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Futurs : le(s) futur(s) à éviter</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graphicFrame>
        <p:nvGraphicFramePr>
          <p:cNvPr id="72" name="Tableau 8">
            <a:extLst>
              <a:ext uri="{FF2B5EF4-FFF2-40B4-BE49-F238E27FC236}">
                <a16:creationId xmlns:a16="http://schemas.microsoft.com/office/drawing/2014/main" id="{F75A2161-D3EF-4096-AC01-E4F49FF91668}"/>
              </a:ext>
            </a:extLst>
          </p:cNvPr>
          <p:cNvGraphicFramePr>
            <a:graphicFrameLocks/>
          </p:cNvGraphicFramePr>
          <p:nvPr>
            <p:extLst>
              <p:ext uri="{D42A27DB-BD31-4B8C-83A1-F6EECF244321}">
                <p14:modId xmlns:p14="http://schemas.microsoft.com/office/powerpoint/2010/main" val="3125729329"/>
              </p:ext>
            </p:extLst>
          </p:nvPr>
        </p:nvGraphicFramePr>
        <p:xfrm>
          <a:off x="8715741" y="4313866"/>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Moyens directs</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Moyens indirects</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Interdictions directes</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Interdictions indirectes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Autres conditions</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spTree>
    <p:extLst>
      <p:ext uri="{BB962C8B-B14F-4D97-AF65-F5344CB8AC3E}">
        <p14:creationId xmlns:p14="http://schemas.microsoft.com/office/powerpoint/2010/main" val="1275371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9" name="Tableau 8">
            <a:extLst>
              <a:ext uri="{FF2B5EF4-FFF2-40B4-BE49-F238E27FC236}">
                <a16:creationId xmlns:a16="http://schemas.microsoft.com/office/drawing/2014/main" id="{7C6C9A0E-8DAF-47B9-9736-40987B77AFCB}"/>
              </a:ext>
            </a:extLst>
          </p:cNvPr>
          <p:cNvGraphicFramePr>
            <a:graphicFrameLocks noGrp="1"/>
          </p:cNvGraphicFramePr>
          <p:nvPr>
            <p:ph idx="1"/>
            <p:extLst>
              <p:ext uri="{D42A27DB-BD31-4B8C-83A1-F6EECF244321}">
                <p14:modId xmlns:p14="http://schemas.microsoft.com/office/powerpoint/2010/main" val="2974431620"/>
              </p:ext>
            </p:extLst>
          </p:nvPr>
        </p:nvGraphicFramePr>
        <p:xfrm>
          <a:off x="581108" y="184236"/>
          <a:ext cx="5383465" cy="3015636"/>
        </p:xfrm>
        <a:graphic>
          <a:graphicData uri="http://schemas.openxmlformats.org/drawingml/2006/table">
            <a:tbl>
              <a:tblPr firstRow="1">
                <a:tableStyleId>{5C22544A-7EE6-4342-B048-85BDC9FD1C3A}</a:tableStyleId>
              </a:tblPr>
              <a:tblGrid>
                <a:gridCol w="1076693">
                  <a:extLst>
                    <a:ext uri="{9D8B030D-6E8A-4147-A177-3AD203B41FA5}">
                      <a16:colId xmlns:a16="http://schemas.microsoft.com/office/drawing/2014/main" val="1655350791"/>
                    </a:ext>
                  </a:extLst>
                </a:gridCol>
                <a:gridCol w="1076693">
                  <a:extLst>
                    <a:ext uri="{9D8B030D-6E8A-4147-A177-3AD203B41FA5}">
                      <a16:colId xmlns:a16="http://schemas.microsoft.com/office/drawing/2014/main" val="2874761321"/>
                    </a:ext>
                  </a:extLst>
                </a:gridCol>
                <a:gridCol w="1076693">
                  <a:extLst>
                    <a:ext uri="{9D8B030D-6E8A-4147-A177-3AD203B41FA5}">
                      <a16:colId xmlns:a16="http://schemas.microsoft.com/office/drawing/2014/main" val="151462843"/>
                    </a:ext>
                  </a:extLst>
                </a:gridCol>
                <a:gridCol w="1076693">
                  <a:extLst>
                    <a:ext uri="{9D8B030D-6E8A-4147-A177-3AD203B41FA5}">
                      <a16:colId xmlns:a16="http://schemas.microsoft.com/office/drawing/2014/main" val="3433693781"/>
                    </a:ext>
                  </a:extLst>
                </a:gridCol>
                <a:gridCol w="1076693">
                  <a:extLst>
                    <a:ext uri="{9D8B030D-6E8A-4147-A177-3AD203B41FA5}">
                      <a16:colId xmlns:a16="http://schemas.microsoft.com/office/drawing/2014/main" val="163102966"/>
                    </a:ext>
                  </a:extLst>
                </a:gridCol>
              </a:tblGrid>
              <a:tr h="769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Nom du Personnage joueur</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Caractéristiques, traits de caractère, qualités défauts</a:t>
                      </a:r>
                    </a:p>
                  </a:txBody>
                  <a:tcPr>
                    <a:solidFill>
                      <a:srgbClr val="0683AA"/>
                    </a:solidFill>
                  </a:tcPr>
                </a:tc>
                <a:tc>
                  <a:txBody>
                    <a:bodyPr/>
                    <a:lstStyle/>
                    <a:p>
                      <a:r>
                        <a:rPr lang="fr-FR" sz="1000"/>
                        <a:t>Identité, Background marquant</a:t>
                      </a:r>
                    </a:p>
                  </a:txBody>
                  <a:tcPr>
                    <a:solidFill>
                      <a:srgbClr val="0683AA"/>
                    </a:solidFill>
                  </a:tcPr>
                </a:tc>
                <a:tc>
                  <a:txBody>
                    <a:bodyPr/>
                    <a:lstStyle/>
                    <a:p>
                      <a:r>
                        <a:rPr lang="fr-FR" sz="1000"/>
                        <a:t>Autres spécificités des personnages</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Attribué à</a:t>
                      </a:r>
                    </a:p>
                  </a:txBody>
                  <a:tcPr>
                    <a:solidFill>
                      <a:srgbClr val="0683AA"/>
                    </a:solidFill>
                  </a:tcPr>
                </a:tc>
                <a:extLst>
                  <a:ext uri="{0D108BD9-81ED-4DB2-BD59-A6C34878D82A}">
                    <a16:rowId xmlns:a16="http://schemas.microsoft.com/office/drawing/2014/main" val="4185194007"/>
                  </a:ext>
                </a:extLst>
              </a:tr>
              <a:tr h="363336">
                <a:tc>
                  <a:txBody>
                    <a:bodyPr/>
                    <a:lstStyle/>
                    <a:p>
                      <a:r>
                        <a:rPr lang="fr-FR" sz="1000" i="1"/>
                        <a:t>Alice</a:t>
                      </a:r>
                    </a:p>
                  </a:txBody>
                  <a:tcPr/>
                </a:tc>
                <a:tc>
                  <a:txBody>
                    <a:bodyPr/>
                    <a:lstStyle/>
                    <a:p>
                      <a:r>
                        <a:rPr lang="fr-FR" sz="1000" i="1"/>
                        <a:t>Réservée</a:t>
                      </a:r>
                    </a:p>
                  </a:txBody>
                  <a:tcPr/>
                </a:tc>
                <a:tc>
                  <a:txBody>
                    <a:bodyPr/>
                    <a:lstStyle/>
                    <a:p>
                      <a:r>
                        <a:rPr lang="fr-FR" sz="1000" i="1"/>
                        <a:t>Assistante impériale</a:t>
                      </a:r>
                    </a:p>
                  </a:txBody>
                  <a:tcPr/>
                </a:tc>
                <a:tc>
                  <a:txBody>
                    <a:bodyPr/>
                    <a:lstStyle/>
                    <a:p>
                      <a:endParaRPr lang="fr-FR" sz="1000" i="1"/>
                    </a:p>
                  </a:txBody>
                  <a:tcPr/>
                </a:tc>
                <a:tc>
                  <a:txBody>
                    <a:bodyPr/>
                    <a:lstStyle/>
                    <a:p>
                      <a:r>
                        <a:rPr lang="fr-FR" sz="1000" i="1"/>
                        <a:t>Alice</a:t>
                      </a:r>
                    </a:p>
                  </a:txBody>
                  <a:tcPr/>
                </a:tc>
                <a:extLst>
                  <a:ext uri="{0D108BD9-81ED-4DB2-BD59-A6C34878D82A}">
                    <a16:rowId xmlns:a16="http://schemas.microsoft.com/office/drawing/2014/main" val="3200885995"/>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355247924"/>
                  </a:ext>
                </a:extLst>
              </a:tr>
              <a:tr h="363336">
                <a:tc>
                  <a:txBody>
                    <a:bodyPr/>
                    <a:lstStyle/>
                    <a:p>
                      <a:r>
                        <a:rPr lang="fr-FR" sz="1000" i="1" err="1"/>
                        <a:t>Dickor</a:t>
                      </a:r>
                      <a:endParaRPr lang="fr-FR" sz="1000" i="1"/>
                    </a:p>
                  </a:txBody>
                  <a:tcPr/>
                </a:tc>
                <a:tc>
                  <a:txBody>
                    <a:bodyPr/>
                    <a:lstStyle/>
                    <a:p>
                      <a:r>
                        <a:rPr lang="fr-FR" sz="1000" i="1"/>
                        <a:t>Bout-en-train,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i="1"/>
                        <a:t>Marchand médiéval</a:t>
                      </a:r>
                    </a:p>
                  </a:txBody>
                  <a:tcPr/>
                </a:tc>
                <a:tc>
                  <a:txBody>
                    <a:bodyPr/>
                    <a:lstStyle/>
                    <a:p>
                      <a:endParaRPr lang="fr-FR" sz="1000" i="1"/>
                    </a:p>
                  </a:txBody>
                  <a:tcPr/>
                </a:tc>
                <a:tc>
                  <a:txBody>
                    <a:bodyPr/>
                    <a:lstStyle/>
                    <a:p>
                      <a:r>
                        <a:rPr lang="fr-FR" sz="1000" i="1"/>
                        <a:t>Choix libre</a:t>
                      </a:r>
                    </a:p>
                  </a:txBody>
                  <a:tcPr/>
                </a:tc>
                <a:extLst>
                  <a:ext uri="{0D108BD9-81ED-4DB2-BD59-A6C34878D82A}">
                    <a16:rowId xmlns:a16="http://schemas.microsoft.com/office/drawing/2014/main" val="497885954"/>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3765532902"/>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2489616910"/>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735966145"/>
                  </a:ext>
                </a:extLst>
              </a:tr>
            </a:tbl>
          </a:graphicData>
        </a:graphic>
      </p:graphicFrame>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26" name="ZoneTexte 25">
            <a:extLst>
              <a:ext uri="{FF2B5EF4-FFF2-40B4-BE49-F238E27FC236}">
                <a16:creationId xmlns:a16="http://schemas.microsoft.com/office/drawing/2014/main" id="{8F99DA02-D1A1-411B-AB81-32962E589013}"/>
              </a:ext>
            </a:extLst>
          </p:cNvPr>
          <p:cNvSpPr txBox="1"/>
          <p:nvPr/>
        </p:nvSpPr>
        <p:spPr>
          <a:xfrm>
            <a:off x="6685658" y="254986"/>
            <a:ext cx="5148276" cy="2257590"/>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lnSpcReduction="10000"/>
          </a:bodyPr>
          <a:lstStyle/>
          <a:p>
            <a:r>
              <a:rPr lang="fr-FR" sz="1000" b="1"/>
              <a:t>Que mettre dans cette case ?</a:t>
            </a:r>
          </a:p>
          <a:p>
            <a:r>
              <a:rPr lang="fr-FR" sz="1000">
                <a:cs typeface="Calibri"/>
              </a:rPr>
              <a:t>La véritable identité du joueur qui va incarner le personnage choisi</a:t>
            </a:r>
          </a:p>
          <a:p>
            <a:endParaRPr lang="fr-FR" sz="1000"/>
          </a:p>
          <a:p>
            <a:r>
              <a:rPr lang="fr-FR" sz="1000" b="1"/>
              <a:t>Astuces pour bien choisir</a:t>
            </a:r>
          </a:p>
          <a:p>
            <a:r>
              <a:rPr lang="fr-FR" sz="1000">
                <a:ea typeface="+mn-lt"/>
                <a:cs typeface="+mn-lt"/>
              </a:rPr>
              <a:t>Que vos personnages soient prédéfinis ou non, vous pouvez :</a:t>
            </a:r>
          </a:p>
          <a:p>
            <a:r>
              <a:rPr lang="fr-FR" sz="1000">
                <a:ea typeface="+mn-lt"/>
                <a:cs typeface="+mn-lt"/>
              </a:rPr>
              <a:t>- Pré-attribuer les rôles : Si vous avez déjà la liste de vos joueur(-se)s, vous pouvez indiquer leurs noms ici. Cela peut-être utile pour les groupes qui ont du mal à se décider. </a:t>
            </a:r>
          </a:p>
          <a:p>
            <a:r>
              <a:rPr lang="fr-FR" sz="1000">
                <a:ea typeface="+mn-lt"/>
                <a:cs typeface="+mn-lt"/>
              </a:rPr>
              <a:t>- Leur laisser le choix. Cette liberté permet à chacun de s’exprimer au travers d'un personnage qui leur colle à la peau, oui qu'ils rêvent d'incarner : Ils vont l'aimer et plus l'assumer.</a:t>
            </a:r>
            <a:endParaRPr lang="fr-FR"/>
          </a:p>
          <a:p>
            <a:endParaRPr lang="fr-FR" sz="1000" b="1"/>
          </a:p>
          <a:p>
            <a:r>
              <a:rPr lang="fr-FR" sz="1000" b="1"/>
              <a:t>Distance par rapport à la réalité  : </a:t>
            </a:r>
            <a:r>
              <a:rPr lang="fr-FR" sz="1000"/>
              <a:t>Si vous souhaitez faire tester d’autres traits de caractères par exemple à quelqu’un, attribuez lui un personnage qui diffère de qui il/est au quotidien. Au contraire, si vous souhaitez laisser des qualités s’exprimer, </a:t>
            </a:r>
          </a:p>
          <a:p>
            <a:r>
              <a:rPr lang="fr-FR" sz="1000"/>
              <a:t>Vous pouvez également faire des interversions de caractères (faire incarner un timide à un non timide, et inversement), selon vos objectifs. </a:t>
            </a:r>
          </a:p>
        </p:txBody>
      </p:sp>
      <p:pic>
        <p:nvPicPr>
          <p:cNvPr id="27" name="Graphique 26" descr="Retour avec un remplissage uni">
            <a:extLst>
              <a:ext uri="{FF2B5EF4-FFF2-40B4-BE49-F238E27FC236}">
                <a16:creationId xmlns:a16="http://schemas.microsoft.com/office/drawing/2014/main" id="{807E3860-DE05-43EC-A743-EAA08F2C7C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0160753" flipV="1">
            <a:off x="5695008" y="622843"/>
            <a:ext cx="1252947" cy="1063444"/>
          </a:xfrm>
          <a:prstGeom prst="rect">
            <a:avLst/>
          </a:prstGeom>
        </p:spPr>
      </p:pic>
      <p:sp>
        <p:nvSpPr>
          <p:cNvPr id="28" name="ZoneTexte 27">
            <a:extLst>
              <a:ext uri="{FF2B5EF4-FFF2-40B4-BE49-F238E27FC236}">
                <a16:creationId xmlns:a16="http://schemas.microsoft.com/office/drawing/2014/main" id="{6F7619C9-43BA-4DEC-870E-3F443ECCA931}"/>
              </a:ext>
            </a:extLst>
          </p:cNvPr>
          <p:cNvSpPr txBox="1"/>
          <p:nvPr/>
        </p:nvSpPr>
        <p:spPr>
          <a:xfrm>
            <a:off x="175238" y="3288246"/>
            <a:ext cx="3055182" cy="3458783"/>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Que mettre dans cette case ?</a:t>
            </a:r>
          </a:p>
          <a:p>
            <a:r>
              <a:rPr lang="fr-FR" sz="1000"/>
              <a:t>Listez ici les noms des personnages que les joueur(-se)s vont incarner.  Les noms sont importants pour s'approprier un nouveau rôle.</a:t>
            </a:r>
          </a:p>
          <a:p>
            <a:endParaRPr lang="fr-FR" sz="1000"/>
          </a:p>
          <a:p>
            <a:r>
              <a:rPr lang="fr-FR" sz="1000" b="1"/>
              <a:t>Astuces pour bien choisir</a:t>
            </a:r>
          </a:p>
          <a:p>
            <a:r>
              <a:rPr lang="fr-FR" sz="1000"/>
              <a:t>Si vous reprenez des personnages identiques aux personnes qui jouent, vous pouvez directement marquer leurs prénoms. Dans le cas où vous souhaitez vous éloigner des personnes réelles, mieux vaut éviter d’utiliser les mêmes noms.</a:t>
            </a:r>
          </a:p>
          <a:p>
            <a:r>
              <a:rPr lang="fr-FR" sz="1000"/>
              <a:t>N’hésitez pas à choisir des noms « rares », uniques, surtout si cela va avec votre univers narratif. Ils augmentent l’immersion. Vous pouvez utiliser les nombreux générateurs de noms présents online pour trouver des noms spécifiques à une époque, à un genre (noms elfiques, médiévaux etc.)</a:t>
            </a:r>
          </a:p>
          <a:p>
            <a:endParaRPr lang="fr-FR" sz="1000"/>
          </a:p>
          <a:p>
            <a:r>
              <a:rPr lang="fr-FR" sz="1000"/>
              <a:t>Vous pouvez laisser les noms libres au choix de vos joueur(-se)s, en les guidant selon le contexte.</a:t>
            </a:r>
          </a:p>
        </p:txBody>
      </p:sp>
      <p:sp>
        <p:nvSpPr>
          <p:cNvPr id="29" name="ZoneTexte 28">
            <a:extLst>
              <a:ext uri="{FF2B5EF4-FFF2-40B4-BE49-F238E27FC236}">
                <a16:creationId xmlns:a16="http://schemas.microsoft.com/office/drawing/2014/main" id="{C2379EC0-CA80-4C71-B9C1-341A4A34AC83}"/>
              </a:ext>
            </a:extLst>
          </p:cNvPr>
          <p:cNvSpPr txBox="1"/>
          <p:nvPr/>
        </p:nvSpPr>
        <p:spPr>
          <a:xfrm>
            <a:off x="3381555" y="3288246"/>
            <a:ext cx="4130731" cy="3458783"/>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Que mettre dans ces cases ?</a:t>
            </a:r>
          </a:p>
          <a:p>
            <a:r>
              <a:rPr lang="fr-FR" sz="1000"/>
              <a:t>Mettez ici tout ce qui pourrait décrire vos personnages, leurs traits physiques, mentaux, leur histoire, leur position dans leur société, leurs biens etc.</a:t>
            </a:r>
          </a:p>
          <a:p>
            <a:endParaRPr lang="fr-FR" sz="1000"/>
          </a:p>
          <a:p>
            <a:r>
              <a:rPr lang="fr-FR" sz="1000" b="1"/>
              <a:t>Astuces pour bien choisir</a:t>
            </a:r>
          </a:p>
          <a:p>
            <a:r>
              <a:rPr lang="fr-FR" sz="1000" b="1"/>
              <a:t>Diversité : </a:t>
            </a:r>
            <a:r>
              <a:rPr lang="fr-FR" sz="1000"/>
              <a:t>Pour stimuler la discussion et emmener l’imagination à différents endroits, diversifiez les traits de caractères et identités des personnages. N’oubliez pas que des « faiblesses », « défauts », ou autres événements traumatiques donnent de la dimension à vos personnages, et plaisent souvent plus que des personnages lisses avec uniquement des « qualités ». </a:t>
            </a:r>
          </a:p>
          <a:p>
            <a:endParaRPr lang="fr-FR" sz="1000" b="1"/>
          </a:p>
          <a:p>
            <a:r>
              <a:rPr lang="fr-FR" sz="1000" b="1"/>
              <a:t>Quantité : </a:t>
            </a:r>
            <a:r>
              <a:rPr lang="fr-FR" sz="1000"/>
              <a:t>Avoir des éléments dans ces cases pourra aider vos joueur(-se)s à amorcer et surmonter l’effet « improvisation page blanche ». Attention cependant à ne pas en mettre trop, cela pourrait surcharger certain(e)s joueur(-se)s pas encore à l’aise.</a:t>
            </a:r>
          </a:p>
          <a:p>
            <a:endParaRPr lang="fr-FR" sz="1000"/>
          </a:p>
          <a:p>
            <a:r>
              <a:rPr lang="fr-FR" sz="1000" b="1"/>
              <a:t>Distance par rapport à la réalité : </a:t>
            </a:r>
            <a:r>
              <a:rPr lang="fr-FR" sz="1000"/>
              <a:t>Selon votre objectif de prise de distance, vous pouvez ou bien attribuer des traits de caractères qui ressemblent aux personnes qui jouent, ou au contraire très différentes pour entraîner vos participants dans l’improvisation. </a:t>
            </a:r>
          </a:p>
        </p:txBody>
      </p:sp>
      <p:pic>
        <p:nvPicPr>
          <p:cNvPr id="30" name="Graphique 29" descr="Retour avec un remplissage uni">
            <a:extLst>
              <a:ext uri="{FF2B5EF4-FFF2-40B4-BE49-F238E27FC236}">
                <a16:creationId xmlns:a16="http://schemas.microsoft.com/office/drawing/2014/main" id="{798C266B-1FFE-495C-BDC8-83DCCA719F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818389" flipV="1">
            <a:off x="2072748" y="2546141"/>
            <a:ext cx="1768483" cy="1138259"/>
          </a:xfrm>
          <a:prstGeom prst="rect">
            <a:avLst/>
          </a:prstGeom>
        </p:spPr>
      </p:pic>
      <p:sp>
        <p:nvSpPr>
          <p:cNvPr id="31" name="ZoneTexte 30">
            <a:extLst>
              <a:ext uri="{FF2B5EF4-FFF2-40B4-BE49-F238E27FC236}">
                <a16:creationId xmlns:a16="http://schemas.microsoft.com/office/drawing/2014/main" id="{FB7533E8-B84E-482F-9536-F290B73D0C24}"/>
              </a:ext>
            </a:extLst>
          </p:cNvPr>
          <p:cNvSpPr txBox="1"/>
          <p:nvPr/>
        </p:nvSpPr>
        <p:spPr>
          <a:xfrm>
            <a:off x="7942000" y="2701999"/>
            <a:ext cx="3866506" cy="4154246"/>
          </a:xfrm>
          <a:prstGeom prst="roundRect">
            <a:avLst>
              <a:gd name="adj" fmla="val 14881"/>
            </a:avLst>
          </a:prstGeom>
          <a:solidFill>
            <a:schemeClr val="accent2">
              <a:lumMod val="20000"/>
              <a:lumOff val="80000"/>
            </a:schemeClr>
          </a:solidFill>
        </p:spPr>
        <p:txBody>
          <a:bodyPr wrap="square" lIns="91440" tIns="45720" rIns="91440" bIns="45720" rtlCol="0" anchor="t">
            <a:normAutofit/>
          </a:bodyPr>
          <a:lstStyle/>
          <a:p>
            <a:r>
              <a:rPr lang="fr-FR" sz="1000" b="1"/>
              <a:t>Que mettre dans cette case ?</a:t>
            </a:r>
          </a:p>
          <a:p>
            <a:r>
              <a:rPr lang="fr-FR" sz="1000"/>
              <a:t>« Autre spécificités des personnages » est une case avec tant de potentiels qu’il serait incongru de vous donner une liste finie. En revanche, voici quelques idées d’autres informations en plus que les traits de caractères et l’identité.</a:t>
            </a:r>
          </a:p>
          <a:p>
            <a:pPr marL="171450" indent="-171450">
              <a:buFontTx/>
              <a:buChar char="-"/>
            </a:pPr>
            <a:r>
              <a:rPr lang="fr-FR" sz="1000"/>
              <a:t>Les relations de ce personnage avec d’autres personnages (peut recouper également avec le domaine « scénario »)</a:t>
            </a:r>
          </a:p>
          <a:p>
            <a:pPr marL="171450" indent="-171450">
              <a:buFontTx/>
              <a:buChar char="-"/>
            </a:pPr>
            <a:r>
              <a:rPr lang="fr-FR" sz="1000"/>
              <a:t>Les qualités « cachées », les secrets</a:t>
            </a:r>
          </a:p>
          <a:p>
            <a:pPr marL="171450" indent="-171450">
              <a:buFontTx/>
              <a:buChar char="-"/>
            </a:pPr>
            <a:r>
              <a:rPr lang="fr-FR" sz="1000"/>
              <a:t>Les « capacités spéciales » de ce personnage (peut recouper avec le domaine « champ d’actions possibles », ce dernier s’appliquant à l’échelle du groupe)</a:t>
            </a:r>
          </a:p>
          <a:p>
            <a:endParaRPr lang="fr-FR" sz="1000"/>
          </a:p>
          <a:p>
            <a:endParaRPr lang="fr-FR" sz="1000"/>
          </a:p>
          <a:p>
            <a:r>
              <a:rPr lang="fr-FR" sz="1000" b="1"/>
              <a:t>Astuces pour bien choisir</a:t>
            </a:r>
          </a:p>
          <a:p>
            <a:r>
              <a:rPr lang="fr-FR" sz="1000"/>
              <a:t>La colonne « autre » est l'occasion d'exprimer votre créativité, enrichir et affiner le personnage avec des détails croustillants, qui vont favoriser l'immersion et la crédibilité. Vous pouvez aussi mettre des idées sur les personnages, ni liées à l’univers, ni liées au background du personnage.</a:t>
            </a:r>
            <a:endParaRPr lang="fr-FR" sz="1000">
              <a:cs typeface="Calibri"/>
            </a:endParaRPr>
          </a:p>
        </p:txBody>
      </p:sp>
      <p:pic>
        <p:nvPicPr>
          <p:cNvPr id="32" name="Graphique 31" descr="Retour avec un remplissage uni">
            <a:extLst>
              <a:ext uri="{FF2B5EF4-FFF2-40B4-BE49-F238E27FC236}">
                <a16:creationId xmlns:a16="http://schemas.microsoft.com/office/drawing/2014/main" id="{06228F89-1BFD-4B6A-8632-95CD3D6ED6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140094" flipV="1">
            <a:off x="4341598" y="2292998"/>
            <a:ext cx="4194192" cy="937902"/>
          </a:xfrm>
          <a:prstGeom prst="rect">
            <a:avLst/>
          </a:prstGeom>
        </p:spPr>
      </p:pic>
      <p:pic>
        <p:nvPicPr>
          <p:cNvPr id="33" name="Graphique 32" descr="Retour avec un remplissage uni">
            <a:extLst>
              <a:ext uri="{FF2B5EF4-FFF2-40B4-BE49-F238E27FC236}">
                <a16:creationId xmlns:a16="http://schemas.microsoft.com/office/drawing/2014/main" id="{C0365D4D-8360-4ED8-9D99-36CB916940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8684437">
            <a:off x="-151968" y="2827644"/>
            <a:ext cx="1252947" cy="914400"/>
          </a:xfrm>
          <a:prstGeom prst="rect">
            <a:avLst/>
          </a:prstGeom>
        </p:spPr>
      </p:pic>
      <p:pic>
        <p:nvPicPr>
          <p:cNvPr id="34" name="Graphique 33" descr="Retour avec un remplissage uni">
            <a:extLst>
              <a:ext uri="{FF2B5EF4-FFF2-40B4-BE49-F238E27FC236}">
                <a16:creationId xmlns:a16="http://schemas.microsoft.com/office/drawing/2014/main" id="{881DD63B-26A5-4B70-8707-EF07495EDB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269412" flipV="1">
            <a:off x="3283292" y="2600528"/>
            <a:ext cx="1042458" cy="771593"/>
          </a:xfrm>
          <a:prstGeom prst="rect">
            <a:avLst/>
          </a:prstGeom>
        </p:spPr>
      </p:pic>
    </p:spTree>
    <p:extLst>
      <p:ext uri="{BB962C8B-B14F-4D97-AF65-F5344CB8AC3E}">
        <p14:creationId xmlns:p14="http://schemas.microsoft.com/office/powerpoint/2010/main" val="3071526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3" name="Tableau 8">
            <a:extLst>
              <a:ext uri="{FF2B5EF4-FFF2-40B4-BE49-F238E27FC236}">
                <a16:creationId xmlns:a16="http://schemas.microsoft.com/office/drawing/2014/main" id="{68261A0B-B4E9-4A8C-A58F-F940CB3BE577}"/>
              </a:ext>
            </a:extLst>
          </p:cNvPr>
          <p:cNvGraphicFramePr>
            <a:graphicFrameLocks/>
          </p:cNvGraphicFramePr>
          <p:nvPr>
            <p:extLst>
              <p:ext uri="{D42A27DB-BD31-4B8C-83A1-F6EECF244321}">
                <p14:modId xmlns:p14="http://schemas.microsoft.com/office/powerpoint/2010/main" val="389910190"/>
              </p:ext>
            </p:extLst>
          </p:nvPr>
        </p:nvGraphicFramePr>
        <p:xfrm>
          <a:off x="6227428" y="184237"/>
          <a:ext cx="5392260" cy="2955090"/>
        </p:xfrm>
        <a:graphic>
          <a:graphicData uri="http://schemas.openxmlformats.org/drawingml/2006/table">
            <a:tbl>
              <a:tblPr firstRow="1">
                <a:tableStyleId>{5C22544A-7EE6-4342-B048-85BDC9FD1C3A}</a:tableStyleId>
              </a:tblPr>
              <a:tblGrid>
                <a:gridCol w="1797420">
                  <a:extLst>
                    <a:ext uri="{9D8B030D-6E8A-4147-A177-3AD203B41FA5}">
                      <a16:colId xmlns:a16="http://schemas.microsoft.com/office/drawing/2014/main" val="1655350791"/>
                    </a:ext>
                  </a:extLst>
                </a:gridCol>
                <a:gridCol w="1797420">
                  <a:extLst>
                    <a:ext uri="{9D8B030D-6E8A-4147-A177-3AD203B41FA5}">
                      <a16:colId xmlns:a16="http://schemas.microsoft.com/office/drawing/2014/main" val="163102966"/>
                    </a:ext>
                  </a:extLst>
                </a:gridCol>
                <a:gridCol w="1797420">
                  <a:extLst>
                    <a:ext uri="{9D8B030D-6E8A-4147-A177-3AD203B41FA5}">
                      <a16:colId xmlns:a16="http://schemas.microsoft.com/office/drawing/2014/main" val="3864840435"/>
                    </a:ext>
                  </a:extLst>
                </a:gridCol>
              </a:tblGrid>
              <a:tr h="582228">
                <a:tc>
                  <a:txBody>
                    <a:bodyPr/>
                    <a:lstStyle/>
                    <a:p>
                      <a:r>
                        <a:rPr lang="fr-FR" sz="1000"/>
                        <a:t>Description du monde (Lieux, époques, climats, population…)</a:t>
                      </a:r>
                    </a:p>
                  </a:txBody>
                  <a:tcPr>
                    <a:solidFill>
                      <a:srgbClr val="0683AA"/>
                    </a:solidFill>
                  </a:tcPr>
                </a:tc>
                <a:tc>
                  <a:txBody>
                    <a:bodyPr/>
                    <a:lstStyle/>
                    <a:p>
                      <a:r>
                        <a:rPr lang="fr-FR" sz="1000"/>
                        <a:t>Univers de référence (fantastique, SF, steampunk, réel,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Points communs marquants entre l’univers narratif et le contexte réel </a:t>
                      </a:r>
                    </a:p>
                  </a:txBody>
                  <a:tcPr>
                    <a:solidFill>
                      <a:srgbClr val="0683AA"/>
                    </a:solidFill>
                  </a:tcPr>
                </a:tc>
                <a:extLst>
                  <a:ext uri="{0D108BD9-81ED-4DB2-BD59-A6C34878D82A}">
                    <a16:rowId xmlns:a16="http://schemas.microsoft.com/office/drawing/2014/main" val="3263281294"/>
                  </a:ext>
                </a:extLst>
              </a:tr>
              <a:tr h="812986">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060372364"/>
                  </a:ext>
                </a:extLst>
              </a:tr>
              <a:tr h="582228">
                <a:tc>
                  <a:txBody>
                    <a:bodyPr/>
                    <a:lstStyle/>
                    <a:p>
                      <a:pPr marL="0" algn="l" rtl="0" eaLnBrk="1" latinLnBrk="0" hangingPunct="1"/>
                      <a:r>
                        <a:rPr lang="fr-FR" sz="1000" b="1" kern="1200">
                          <a:solidFill>
                            <a:schemeClr val="lt1"/>
                          </a:solidFill>
                          <a:latin typeface="+mn-lt"/>
                          <a:ea typeface="+mn-ea"/>
                          <a:cs typeface="+mn-cs"/>
                        </a:rPr>
                        <a:t>PNJ clés de l’univers narratif (avec lesquels les PJ peuvent avoir des interactions)</a:t>
                      </a:r>
                    </a:p>
                  </a:txBody>
                  <a:tcPr>
                    <a:solidFill>
                      <a:srgbClr val="0683AA"/>
                    </a:solidFill>
                  </a:tcPr>
                </a:tc>
                <a:tc>
                  <a:txBody>
                    <a:bodyPr/>
                    <a:lstStyle/>
                    <a:p>
                      <a:pPr marL="0" algn="l" rtl="0" eaLnBrk="1" latinLnBrk="0" hangingPunct="1"/>
                      <a:r>
                        <a:rPr lang="fr-FR" sz="1000" b="1" kern="1200">
                          <a:solidFill>
                            <a:schemeClr val="lt1"/>
                          </a:solidFill>
                          <a:latin typeface="+mn-lt"/>
                          <a:ea typeface="+mn-ea"/>
                          <a:cs typeface="+mn-cs"/>
                        </a:rPr>
                        <a:t>Moyens courants (technologies, magies, …) de l’univers narratif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kern="1200">
                          <a:solidFill>
                            <a:schemeClr val="lt1"/>
                          </a:solidFill>
                          <a:latin typeface="+mn-lt"/>
                          <a:ea typeface="+mn-ea"/>
                          <a:cs typeface="+mn-cs"/>
                        </a:rPr>
                        <a:t>Différences marquantes entre l’univers narratif et le contexte réel</a:t>
                      </a:r>
                    </a:p>
                  </a:txBody>
                  <a:tcPr>
                    <a:solidFill>
                      <a:srgbClr val="0683AA"/>
                    </a:solidFill>
                  </a:tcPr>
                </a:tc>
                <a:extLst>
                  <a:ext uri="{0D108BD9-81ED-4DB2-BD59-A6C34878D82A}">
                    <a16:rowId xmlns:a16="http://schemas.microsoft.com/office/drawing/2014/main" val="3842325681"/>
                  </a:ext>
                </a:extLst>
              </a:tr>
              <a:tr h="977648">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908998323"/>
                  </a:ext>
                </a:extLst>
              </a:tr>
            </a:tbl>
          </a:graphicData>
        </a:graphic>
      </p:graphicFrame>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28" name="ZoneTexte 27">
            <a:extLst>
              <a:ext uri="{FF2B5EF4-FFF2-40B4-BE49-F238E27FC236}">
                <a16:creationId xmlns:a16="http://schemas.microsoft.com/office/drawing/2014/main" id="{55EBB67D-2CF0-43AD-AC31-2F031DB37663}"/>
              </a:ext>
            </a:extLst>
          </p:cNvPr>
          <p:cNvSpPr txBox="1"/>
          <p:nvPr/>
        </p:nvSpPr>
        <p:spPr>
          <a:xfrm>
            <a:off x="75275" y="82632"/>
            <a:ext cx="6108938" cy="3114779"/>
          </a:xfrm>
          <a:prstGeom prst="roundRect">
            <a:avLst>
              <a:gd name="adj" fmla="val 11301"/>
            </a:avLst>
          </a:prstGeom>
          <a:solidFill>
            <a:schemeClr val="accent2">
              <a:lumMod val="20000"/>
              <a:lumOff val="80000"/>
            </a:schemeClr>
          </a:solidFill>
        </p:spPr>
        <p:txBody>
          <a:bodyPr wrap="square" lIns="91440" tIns="45720" rIns="91440" bIns="45720" rtlCol="0" anchor="t">
            <a:normAutofit fontScale="92500" lnSpcReduction="20000"/>
          </a:bodyPr>
          <a:lstStyle/>
          <a:p>
            <a:r>
              <a:rPr lang="fr-FR" sz="1000" b="1"/>
              <a:t>Que mettre dans ces cases ?</a:t>
            </a:r>
          </a:p>
          <a:p>
            <a:r>
              <a:rPr lang="fr-FR" sz="1000">
                <a:solidFill>
                  <a:srgbClr val="0683AA"/>
                </a:solidFill>
              </a:rPr>
              <a:t>La description du monde </a:t>
            </a:r>
            <a:r>
              <a:rPr lang="fr-FR" sz="1000"/>
              <a:t>est celle que vous pourriez faire à quelqu’un qui se réveillerait subitement dans votre univers narratif : A quelle époque sommes-nous ? où sommes-nous ? Quelles sont les populations ? Quelles sont les subtilités de la culture en place... ? La faune, la flore, ce que vous jugez utile d'ajouter !</a:t>
            </a:r>
            <a:endParaRPr lang="fr-FR" sz="1000">
              <a:cs typeface="Calibri"/>
            </a:endParaRPr>
          </a:p>
          <a:p>
            <a:endParaRPr lang="fr-FR" sz="1000"/>
          </a:p>
          <a:p>
            <a:r>
              <a:rPr lang="fr-FR" sz="1000">
                <a:solidFill>
                  <a:srgbClr val="0683AA"/>
                </a:solidFill>
              </a:rPr>
              <a:t>L’univers de référence </a:t>
            </a:r>
            <a:r>
              <a:rPr lang="fr-FR" sz="1000"/>
              <a:t>vous permet de reprendre un univers existant, et vous évite de réinventer l'eau chaude. Par exemple, en proposant « </a:t>
            </a:r>
            <a:r>
              <a:rPr lang="fr-FR" sz="1000" err="1"/>
              <a:t>Heroic</a:t>
            </a:r>
            <a:r>
              <a:rPr lang="fr-FR" sz="1000"/>
              <a:t> Fantasy », les participants sauront qu’ils évolueront dans un monde avec des guerriers, magiciens, elfes, nains, etc. De même que si vous proposez Science Fiction, les moyens spatiaux feront naturellement partie du décor. </a:t>
            </a:r>
            <a:endParaRPr lang="fr-FR" sz="1000">
              <a:cs typeface="Calibri"/>
            </a:endParaRPr>
          </a:p>
          <a:p>
            <a:endParaRPr lang="fr-FR" sz="1000"/>
          </a:p>
          <a:p>
            <a:r>
              <a:rPr lang="fr-FR" sz="1000" b="1"/>
              <a:t>Astuces pour bien choisir</a:t>
            </a:r>
          </a:p>
          <a:p>
            <a:endParaRPr lang="fr-FR" sz="1000" b="1"/>
          </a:p>
          <a:p>
            <a:r>
              <a:rPr lang="fr-FR" sz="1000" b="1"/>
              <a:t>Distance du monde décrit par rapport à la réalité : </a:t>
            </a:r>
            <a:r>
              <a:rPr lang="fr-FR" sz="1000"/>
              <a:t>Plus l’univers narratif est distant, plus il cassera des barrières et des réflexes dans l’imagination. Plus il est proche, plus il sera facile ensuite de débriefer du jeu sérieux. Choisissez votre univers avec soin, ni trop « bizarre », ni trop « réaliste ».</a:t>
            </a:r>
          </a:p>
          <a:p>
            <a:endParaRPr lang="fr-FR" sz="1000" b="1"/>
          </a:p>
          <a:p>
            <a:r>
              <a:rPr lang="fr-FR" sz="1000" b="1"/>
              <a:t>Familiarité de l’univers de référence : </a:t>
            </a:r>
            <a:r>
              <a:rPr lang="fr-FR" sz="1000"/>
              <a:t>Pour que votre jeu appelle à l’imagination, et si vous faites appel à un univers de référence, faites en sorte d’en choisir un avec lesquels les joueur(-se)s sont familiers. Rien de pire que de jouer un scénario Science Fiction avec des allergiques à la SF, cela vous créera des résistances pour rien, ou même juste un manque d’imagination. </a:t>
            </a:r>
            <a:r>
              <a:rPr lang="fr-FR" sz="1000">
                <a:ea typeface="+mn-lt"/>
                <a:cs typeface="+mn-lt"/>
              </a:rPr>
              <a:t>Vous pouvez également prendre un univers encore plus précis comme Star Wars ou Harry potter.</a:t>
            </a:r>
            <a:r>
              <a:rPr lang="fr-FR" sz="1000"/>
              <a:t> Veillez à ce que les facilitateurs s’y connaissent suffisamment pour ne pas se faire piéger par les participants !</a:t>
            </a:r>
            <a:endParaRPr lang="fr-FR" sz="1000">
              <a:cs typeface="Calibri"/>
            </a:endParaRPr>
          </a:p>
          <a:p>
            <a:endParaRPr lang="fr-FR" sz="1000"/>
          </a:p>
          <a:p>
            <a:r>
              <a:rPr lang="fr-FR" sz="1000"/>
              <a:t>On pense rarement à choisir un univers de référence « réaliste », mais ces univers peuvent déjà être utiles (par exemple, emmener vos joueur(-se)s dans une autre entreprise de leur secteur), ou dans une époque différente mais proche. </a:t>
            </a:r>
          </a:p>
        </p:txBody>
      </p:sp>
      <p:pic>
        <p:nvPicPr>
          <p:cNvPr id="29" name="Graphique 28" descr="Retour avec un remplissage uni">
            <a:extLst>
              <a:ext uri="{FF2B5EF4-FFF2-40B4-BE49-F238E27FC236}">
                <a16:creationId xmlns:a16="http://schemas.microsoft.com/office/drawing/2014/main" id="{7E348F28-C083-4C26-AB0A-A171DCD921B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858785">
            <a:off x="5816646" y="518013"/>
            <a:ext cx="1252947" cy="914400"/>
          </a:xfrm>
          <a:prstGeom prst="rect">
            <a:avLst/>
          </a:prstGeom>
        </p:spPr>
      </p:pic>
      <p:pic>
        <p:nvPicPr>
          <p:cNvPr id="30" name="Graphique 29" descr="Retour avec un remplissage uni">
            <a:extLst>
              <a:ext uri="{FF2B5EF4-FFF2-40B4-BE49-F238E27FC236}">
                <a16:creationId xmlns:a16="http://schemas.microsoft.com/office/drawing/2014/main" id="{EF365AB6-1EB2-450F-98C3-6429230C123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81860">
            <a:off x="5757936" y="890757"/>
            <a:ext cx="2831108" cy="914400"/>
          </a:xfrm>
          <a:prstGeom prst="rect">
            <a:avLst/>
          </a:prstGeom>
        </p:spPr>
      </p:pic>
      <p:sp>
        <p:nvSpPr>
          <p:cNvPr id="31" name="ZoneTexte 30">
            <a:extLst>
              <a:ext uri="{FF2B5EF4-FFF2-40B4-BE49-F238E27FC236}">
                <a16:creationId xmlns:a16="http://schemas.microsoft.com/office/drawing/2014/main" id="{7C39CBD5-B923-4F54-AC88-F98D96FF1599}"/>
              </a:ext>
            </a:extLst>
          </p:cNvPr>
          <p:cNvSpPr txBox="1"/>
          <p:nvPr/>
        </p:nvSpPr>
        <p:spPr>
          <a:xfrm>
            <a:off x="9483810" y="3257251"/>
            <a:ext cx="2579281" cy="3461799"/>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lnSpcReduction="10000"/>
          </a:bodyPr>
          <a:lstStyle/>
          <a:p>
            <a:r>
              <a:rPr lang="fr-FR" sz="1000" b="1"/>
              <a:t>Que mettre dans ces cases ?</a:t>
            </a:r>
          </a:p>
          <a:p>
            <a:endParaRPr lang="fr-FR" sz="1000"/>
          </a:p>
          <a:p>
            <a:r>
              <a:rPr lang="fr-FR" sz="1000"/>
              <a:t>Les </a:t>
            </a:r>
            <a:r>
              <a:rPr lang="fr-FR" sz="1000">
                <a:solidFill>
                  <a:srgbClr val="0683AA"/>
                </a:solidFill>
              </a:rPr>
              <a:t>points communs marquants </a:t>
            </a:r>
            <a:r>
              <a:rPr lang="fr-FR" sz="1000"/>
              <a:t>ou les </a:t>
            </a:r>
            <a:r>
              <a:rPr lang="fr-FR" sz="1000">
                <a:solidFill>
                  <a:srgbClr val="0683AA"/>
                </a:solidFill>
              </a:rPr>
              <a:t>différences marquantes </a:t>
            </a:r>
            <a:r>
              <a:rPr lang="fr-FR" sz="1000"/>
              <a:t>entre le contexte réel et l’univers narratif caractérisent les barrières que vous voulez maintenir ou faire tomber. Par exemple, si vous voulez mettre un univers d’entreprise en crise économique, similaire au contexte réel, ce point commun maintiendra une barrière du monde. En revanche, souligner qu’il s’agit d’une entreprise internationale plutôt que locale, peut inviter à considérer les différences culturelles.</a:t>
            </a:r>
            <a:endParaRPr lang="fr-FR" sz="1000">
              <a:cs typeface="Calibri"/>
            </a:endParaRPr>
          </a:p>
          <a:p>
            <a:endParaRPr lang="fr-FR" sz="1000"/>
          </a:p>
          <a:p>
            <a:r>
              <a:rPr lang="fr-FR" sz="1000" b="1"/>
              <a:t>Astuces pour bien choisir</a:t>
            </a:r>
          </a:p>
          <a:p>
            <a:r>
              <a:rPr lang="fr-FR" sz="1000">
                <a:cs typeface="Calibri"/>
              </a:rPr>
              <a:t>Plus votre jeu est proche de la réalité, plus la case "points communs" peut être remplie : pour aider à la facilitation, la restitution, la compréhension et la vision globales,</a:t>
            </a:r>
            <a:r>
              <a:rPr lang="fr-FR" sz="1000">
                <a:ea typeface="+mn-lt"/>
                <a:cs typeface="+mn-lt"/>
              </a:rPr>
              <a:t> si vous sentez que les joueurs ont besoin de garder des repères</a:t>
            </a:r>
            <a:r>
              <a:rPr lang="fr-FR" sz="1000">
                <a:cs typeface="Calibri"/>
              </a:rPr>
              <a:t>...</a:t>
            </a:r>
          </a:p>
          <a:p>
            <a:r>
              <a:rPr lang="fr-FR" sz="1000"/>
              <a:t>Si votre jeu emporte les participants loin de leur univers, rôles etc., la case "différences" peut alors prendre cette fonction. </a:t>
            </a:r>
            <a:endParaRPr lang="fr-FR" sz="1000">
              <a:cs typeface="Calibri"/>
            </a:endParaRPr>
          </a:p>
        </p:txBody>
      </p:sp>
      <p:pic>
        <p:nvPicPr>
          <p:cNvPr id="32" name="Graphique 31" descr="Retour avec un remplissage uni">
            <a:extLst>
              <a:ext uri="{FF2B5EF4-FFF2-40B4-BE49-F238E27FC236}">
                <a16:creationId xmlns:a16="http://schemas.microsoft.com/office/drawing/2014/main" id="{FDC624FD-AE7B-474D-BBD8-CD82D3FA54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349116" flipH="1">
            <a:off x="11116701" y="2741300"/>
            <a:ext cx="821206" cy="592502"/>
          </a:xfrm>
          <a:prstGeom prst="rect">
            <a:avLst/>
          </a:prstGeom>
        </p:spPr>
      </p:pic>
      <p:pic>
        <p:nvPicPr>
          <p:cNvPr id="33" name="Graphique 32" descr="Retour avec un remplissage uni">
            <a:extLst>
              <a:ext uri="{FF2B5EF4-FFF2-40B4-BE49-F238E27FC236}">
                <a16:creationId xmlns:a16="http://schemas.microsoft.com/office/drawing/2014/main" id="{50E204CE-BD9D-4AF7-A37D-381FE9CF75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4704146" flipH="1">
            <a:off x="10380790" y="1978688"/>
            <a:ext cx="2660159" cy="592502"/>
          </a:xfrm>
          <a:prstGeom prst="rect">
            <a:avLst/>
          </a:prstGeom>
        </p:spPr>
      </p:pic>
      <p:sp>
        <p:nvSpPr>
          <p:cNvPr id="34" name="ZoneTexte 33">
            <a:extLst>
              <a:ext uri="{FF2B5EF4-FFF2-40B4-BE49-F238E27FC236}">
                <a16:creationId xmlns:a16="http://schemas.microsoft.com/office/drawing/2014/main" id="{B4BEE42E-276A-4C0E-B493-616BF927998B}"/>
              </a:ext>
            </a:extLst>
          </p:cNvPr>
          <p:cNvSpPr txBox="1"/>
          <p:nvPr/>
        </p:nvSpPr>
        <p:spPr>
          <a:xfrm>
            <a:off x="81186" y="3280043"/>
            <a:ext cx="4939190" cy="3487086"/>
          </a:xfrm>
          <a:prstGeom prst="roundRect">
            <a:avLst>
              <a:gd name="adj" fmla="val 12111"/>
            </a:avLst>
          </a:prstGeom>
          <a:solidFill>
            <a:schemeClr val="accent2">
              <a:lumMod val="20000"/>
              <a:lumOff val="80000"/>
            </a:schemeClr>
          </a:solidFill>
        </p:spPr>
        <p:txBody>
          <a:bodyPr wrap="square" lIns="91440" tIns="45720" rIns="91440" bIns="45720" rtlCol="0" anchor="t">
            <a:normAutofit fontScale="92500"/>
          </a:bodyPr>
          <a:lstStyle/>
          <a:p>
            <a:r>
              <a:rPr lang="fr-FR" sz="1000" b="1"/>
              <a:t>Que mettre dans cette case ?</a:t>
            </a:r>
          </a:p>
          <a:p>
            <a:endParaRPr lang="fr-FR" sz="1000" b="1"/>
          </a:p>
          <a:p>
            <a:r>
              <a:rPr lang="fr-FR" sz="1000">
                <a:solidFill>
                  <a:srgbClr val="0683AA"/>
                </a:solidFill>
              </a:rPr>
              <a:t>Les PNJ clés de l’univers narratif </a:t>
            </a:r>
            <a:r>
              <a:rPr lang="fr-FR" sz="1000"/>
              <a:t>sont une liste de personnages avec lesquels les Personnages joueur(-se)s pourront interagir, ou sur lesquels ils pourront effectuer certaines actions physiques. </a:t>
            </a:r>
            <a:r>
              <a:rPr lang="fr-FR" sz="1000">
                <a:ea typeface="+mn-lt"/>
                <a:cs typeface="+mn-lt"/>
              </a:rPr>
              <a:t>Tous vos PNJ n’ont pas la même importance. Certains PNJ représent plutôt des habitants du monde et servent à le décrire pour l'enrichir, en apportant du "role play".  D'autres sont décisifs pour vos joueur(-se)s. </a:t>
            </a:r>
            <a:r>
              <a:rPr lang="fr-FR" sz="1000"/>
              <a:t>(Ex : Il y a un PNJ tavernier, et un PNJ clef Commissaire)</a:t>
            </a:r>
            <a:endParaRPr lang="fr-FR" sz="1000">
              <a:cs typeface="Calibri"/>
            </a:endParaRPr>
          </a:p>
          <a:p>
            <a:endParaRPr lang="fr-FR" sz="1000"/>
          </a:p>
          <a:p>
            <a:r>
              <a:rPr lang="fr-FR" sz="1000"/>
              <a:t>Les PNJ peuvent être très richement décrits, avoir une personnalité fournie, refuser certaines choses, agir de manière contraignant(e)s pour les </a:t>
            </a:r>
            <a:r>
              <a:rPr lang="fr-FR" sz="1000" err="1"/>
              <a:t>PJs</a:t>
            </a:r>
            <a:r>
              <a:rPr lang="fr-FR" sz="1000"/>
              <a:t>, être alliés, neutres ou ennemis...</a:t>
            </a:r>
            <a:endParaRPr lang="fr-FR" sz="1000">
              <a:cs typeface="Calibri"/>
            </a:endParaRPr>
          </a:p>
          <a:p>
            <a:endParaRPr lang="fr-FR" sz="1000"/>
          </a:p>
          <a:p>
            <a:r>
              <a:rPr lang="fr-FR" sz="1000" b="1"/>
              <a:t>Astuces pour bien choisir</a:t>
            </a:r>
          </a:p>
          <a:p>
            <a:endParaRPr lang="fr-FR" sz="1000" b="1"/>
          </a:p>
          <a:p>
            <a:r>
              <a:rPr lang="fr-FR" sz="1000" b="1"/>
              <a:t>Variété des PNJ dans leur importance : </a:t>
            </a:r>
            <a:endParaRPr lang="fr-FR" sz="1000"/>
          </a:p>
          <a:p>
            <a:r>
              <a:rPr lang="fr-FR" sz="1000" b="1"/>
              <a:t>Distance par rapport à la réalité : </a:t>
            </a:r>
            <a:r>
              <a:rPr lang="fr-FR" sz="1000"/>
              <a:t>Si vous voulez « caricaturer » ou représenter certains effets de la réalité avec des personnages, c’est aussi l’occasion. Par exemple, un PNJ clerc administratif particulièrement pointilleux pourra incarner la lourdeur administrative de la réalité de vos joueur(-se)s. Il peut être stimulant de créer des personnages totalement loufoques sans aucune transposition possible avec la réalité. Veillez à ce que la stimulation d’imagination n'emporte pas les joueur(-se)s loin de votre/leur objectif. </a:t>
            </a:r>
            <a:endParaRPr lang="fr-FR" sz="1000" b="1"/>
          </a:p>
          <a:p>
            <a:endParaRPr lang="fr-FR" sz="1000" b="1"/>
          </a:p>
          <a:p>
            <a:endParaRPr lang="fr-FR" sz="1000" b="1"/>
          </a:p>
        </p:txBody>
      </p:sp>
      <p:pic>
        <p:nvPicPr>
          <p:cNvPr id="35" name="Graphique 34" descr="Retour avec un remplissage uni">
            <a:extLst>
              <a:ext uri="{FF2B5EF4-FFF2-40B4-BE49-F238E27FC236}">
                <a16:creationId xmlns:a16="http://schemas.microsoft.com/office/drawing/2014/main" id="{A077BAA8-8ADB-45A3-B872-B698AD4F2F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575527">
            <a:off x="4408738" y="2675773"/>
            <a:ext cx="2479339" cy="927107"/>
          </a:xfrm>
          <a:prstGeom prst="rect">
            <a:avLst/>
          </a:prstGeom>
        </p:spPr>
      </p:pic>
      <p:sp>
        <p:nvSpPr>
          <p:cNvPr id="36" name="ZoneTexte 35">
            <a:extLst>
              <a:ext uri="{FF2B5EF4-FFF2-40B4-BE49-F238E27FC236}">
                <a16:creationId xmlns:a16="http://schemas.microsoft.com/office/drawing/2014/main" id="{C5569086-3650-4F1B-B58B-72AD5866C76A}"/>
              </a:ext>
            </a:extLst>
          </p:cNvPr>
          <p:cNvSpPr txBox="1"/>
          <p:nvPr/>
        </p:nvSpPr>
        <p:spPr>
          <a:xfrm>
            <a:off x="5225752" y="3298300"/>
            <a:ext cx="4167776" cy="3461799"/>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lnSpcReduction="10000"/>
          </a:bodyPr>
          <a:lstStyle/>
          <a:p>
            <a:r>
              <a:rPr lang="fr-FR" sz="1000" b="1"/>
              <a:t>Que mettre dans ces cases ?</a:t>
            </a:r>
          </a:p>
          <a:p>
            <a:endParaRPr lang="fr-FR" sz="1000"/>
          </a:p>
          <a:p>
            <a:r>
              <a:rPr lang="fr-FR" sz="1000">
                <a:solidFill>
                  <a:srgbClr val="0683AA"/>
                </a:solidFill>
              </a:rPr>
              <a:t>Les moyens courants de l’univers narratif (ou leur absence)</a:t>
            </a:r>
            <a:r>
              <a:rPr lang="fr-FR" sz="1000"/>
              <a:t> conditionnent les actions possibles (voir le domaine narratif « Champ d’actions possibles) sans directement les mentionner. Par exemple l’existence de la téléportation peut être mentionnée, sans directement être proposée. N'hésitez pas à préciser le manque de certains moyens (par exemple, si vos joueur(-se)s se retrouvent dans le passé), car les contraintes peuvent stimuler l’imagination.</a:t>
            </a:r>
            <a:endParaRPr lang="fr-FR" sz="1000">
              <a:cs typeface="Calibri"/>
            </a:endParaRPr>
          </a:p>
          <a:p>
            <a:endParaRPr lang="fr-FR" sz="1000"/>
          </a:p>
          <a:p>
            <a:r>
              <a:rPr lang="fr-FR" sz="1000"/>
              <a:t>Les moyens courants sont liés à votre univers et souvent accessibles à la majorité des habitants (par exemple, la MAGIE dans un univers </a:t>
            </a:r>
            <a:r>
              <a:rPr lang="fr-FR" sz="1000" err="1"/>
              <a:t>heroic</a:t>
            </a:r>
            <a:r>
              <a:rPr lang="fr-FR" sz="1000"/>
              <a:t> Fantasy)</a:t>
            </a:r>
            <a:endParaRPr lang="fr-FR" sz="1000">
              <a:cs typeface="Calibri"/>
            </a:endParaRPr>
          </a:p>
          <a:p>
            <a:endParaRPr lang="fr-FR" sz="1000"/>
          </a:p>
          <a:p>
            <a:r>
              <a:rPr lang="fr-FR" sz="1000" b="1"/>
              <a:t>Astuces pour bien choisir</a:t>
            </a:r>
          </a:p>
          <a:p>
            <a:endParaRPr lang="fr-FR" sz="1000" b="1"/>
          </a:p>
          <a:p>
            <a:r>
              <a:rPr lang="fr-FR" sz="1000" b="1"/>
              <a:t>Limites de moyens : </a:t>
            </a:r>
            <a:r>
              <a:rPr lang="fr-FR" sz="1000"/>
              <a:t>Pour éviter des raccourcis narratifs par vos joueur(-se)s, qui pourraient rendre le jeu trop facile et couper l’imagination. Par exemple, le jeu perd de son intérêt s'ils font appel à une magie surpuissante, ou des nanorobots qui font tout le travail, des combinaisons invulnérables... (cette section se recoupe avec « champ d’actions possibles »)</a:t>
            </a:r>
            <a:endParaRPr lang="fr-FR" sz="1000">
              <a:cs typeface="Calibri"/>
            </a:endParaRPr>
          </a:p>
          <a:p>
            <a:endParaRPr lang="fr-FR" sz="1000"/>
          </a:p>
          <a:p>
            <a:r>
              <a:rPr lang="fr-FR" sz="1000" b="1"/>
              <a:t>Distance par rapport au quotidien des joueur(-se)s : </a:t>
            </a:r>
            <a:r>
              <a:rPr lang="fr-FR" sz="1000"/>
              <a:t>Pour stimuler la créativité, n’hésitez pas à mettre des moyens courants </a:t>
            </a:r>
            <a:r>
              <a:rPr lang="fr-FR" sz="1000">
                <a:ea typeface="+mn-lt"/>
                <a:cs typeface="+mn-lt"/>
              </a:rPr>
              <a:t>loins des quotidiens</a:t>
            </a:r>
            <a:r>
              <a:rPr lang="fr-FR" sz="1000"/>
              <a:t> de vos joueur(-se)s (par exemple, la téléportation). Assurez-vous d'être à l'aise avec les moyens décrits.</a:t>
            </a:r>
            <a:endParaRPr lang="fr-FR" sz="1000">
              <a:cs typeface="Calibri"/>
            </a:endParaRPr>
          </a:p>
        </p:txBody>
      </p:sp>
      <p:pic>
        <p:nvPicPr>
          <p:cNvPr id="37" name="Graphique 36" descr="Retour avec un remplissage uni">
            <a:extLst>
              <a:ext uri="{FF2B5EF4-FFF2-40B4-BE49-F238E27FC236}">
                <a16:creationId xmlns:a16="http://schemas.microsoft.com/office/drawing/2014/main" id="{0F088CF9-00C7-44A8-9203-CCDD1477FBD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7414201" flipH="1">
            <a:off x="7824314" y="2952483"/>
            <a:ext cx="1190023" cy="592502"/>
          </a:xfrm>
          <a:prstGeom prst="rect">
            <a:avLst/>
          </a:prstGeom>
        </p:spPr>
      </p:pic>
    </p:spTree>
    <p:extLst>
      <p:ext uri="{BB962C8B-B14F-4D97-AF65-F5344CB8AC3E}">
        <p14:creationId xmlns:p14="http://schemas.microsoft.com/office/powerpoint/2010/main" val="3824746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9" name="Tableau 8">
            <a:extLst>
              <a:ext uri="{FF2B5EF4-FFF2-40B4-BE49-F238E27FC236}">
                <a16:creationId xmlns:a16="http://schemas.microsoft.com/office/drawing/2014/main" id="{555241B9-52E5-47D8-B163-6CAFF6751096}"/>
              </a:ext>
            </a:extLst>
          </p:cNvPr>
          <p:cNvGraphicFramePr>
            <a:graphicFrameLocks/>
          </p:cNvGraphicFramePr>
          <p:nvPr>
            <p:extLst>
              <p:ext uri="{D42A27DB-BD31-4B8C-83A1-F6EECF244321}">
                <p14:modId xmlns:p14="http://schemas.microsoft.com/office/powerpoint/2010/main" val="2747063821"/>
              </p:ext>
            </p:extLst>
          </p:nvPr>
        </p:nvGraphicFramePr>
        <p:xfrm>
          <a:off x="439190" y="4309919"/>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Passé : L'avant</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Présent : Maintenant</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Présent : La problématique</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Futurs : le(s) futur(s) souhaités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Futurs : le(s) futur(s) à éviter</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5437" r="17861"/>
          <a:stretch/>
        </p:blipFill>
        <p:spPr>
          <a:xfrm>
            <a:off x="-10343" y="3980657"/>
            <a:ext cx="414461" cy="621361"/>
          </a:xfrm>
          <a:prstGeom prst="rect">
            <a:avLst/>
          </a:prstGeom>
        </p:spPr>
      </p:pic>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29" name="ZoneTexte 28">
            <a:extLst>
              <a:ext uri="{FF2B5EF4-FFF2-40B4-BE49-F238E27FC236}">
                <a16:creationId xmlns:a16="http://schemas.microsoft.com/office/drawing/2014/main" id="{9965727F-C88F-4DDE-B63E-F20724580FBA}"/>
              </a:ext>
            </a:extLst>
          </p:cNvPr>
          <p:cNvSpPr txBox="1"/>
          <p:nvPr/>
        </p:nvSpPr>
        <p:spPr>
          <a:xfrm>
            <a:off x="212463" y="204326"/>
            <a:ext cx="5075848" cy="3652338"/>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a:bodyPr>
          <a:lstStyle/>
          <a:p>
            <a:r>
              <a:rPr lang="fr-FR" sz="1000" b="1"/>
              <a:t>Passé : Que mettre dans cette case ?</a:t>
            </a:r>
          </a:p>
          <a:p>
            <a:endParaRPr lang="fr-FR" sz="1000"/>
          </a:p>
          <a:p>
            <a:r>
              <a:rPr lang="fr-FR" sz="1000"/>
              <a:t>Dans votre scénario, le </a:t>
            </a:r>
            <a:r>
              <a:rPr lang="fr-FR" sz="1000">
                <a:solidFill>
                  <a:srgbClr val="0683AA"/>
                </a:solidFill>
              </a:rPr>
              <a:t>passé</a:t>
            </a:r>
            <a:r>
              <a:rPr lang="fr-FR" sz="1000"/>
              <a:t> n’est pas un passé « général » (ce qui recoupe le domaine narratif « univers ») mais juste la liste des éléments clés à connaître pour se lancer dans le jeu de mise en situation. Par exemple, quelques événements clés qui ont précédé le jour de situation simulée. </a:t>
            </a:r>
          </a:p>
          <a:p>
            <a:endParaRPr lang="fr-FR" sz="1000"/>
          </a:p>
          <a:p>
            <a:r>
              <a:rPr lang="fr-FR" sz="1000" b="1"/>
              <a:t>Astuces pour bien choisir</a:t>
            </a:r>
          </a:p>
          <a:p>
            <a:endParaRPr lang="fr-FR" sz="1000" b="1"/>
          </a:p>
          <a:p>
            <a:r>
              <a:rPr lang="fr-FR" sz="1000" b="1"/>
              <a:t>Quantité de détails : </a:t>
            </a:r>
            <a:r>
              <a:rPr lang="fr-FR" sz="1000"/>
              <a:t>Selon la facilité de vos joueur(-se)s à s’imaginer la situation, fournissez le niveau de détail approprié. Trop de scénario peut s'avérer long à absorber et casser le rythme.</a:t>
            </a:r>
            <a:endParaRPr lang="fr-FR" sz="1000" b="1"/>
          </a:p>
          <a:p>
            <a:endParaRPr lang="fr-FR" sz="1000" b="1"/>
          </a:p>
          <a:p>
            <a:r>
              <a:rPr lang="fr-FR" sz="1000" b="1"/>
              <a:t>Limite de Libertés : </a:t>
            </a:r>
            <a:r>
              <a:rPr lang="fr-FR" sz="1000"/>
              <a:t>Dans les jeux de mise en situation, dosez les possibilités d’inventer des événements dans le passé du scénario. Par exemple, si vous faites un jeu de crise économique, vous souhaitez éviter qu’un(e) joueur(-se) vous dise « Dans ce scénario, j’ai justement investi dans le Bitcoin quelques années avant. Problème résolu. ». Préférez de manière générale un passé fixe (sur lequel les joueurs peuvent se renseigner) plutôt qu’un passé trop flexible. </a:t>
            </a:r>
            <a:endParaRPr lang="fr-FR" sz="1000">
              <a:cs typeface="Calibri"/>
            </a:endParaRPr>
          </a:p>
          <a:p>
            <a:endParaRPr lang="fr-FR" sz="1000" b="1"/>
          </a:p>
          <a:p>
            <a:r>
              <a:rPr lang="fr-FR" sz="1000" b="1"/>
              <a:t>Historique des échecs et des réussites clefs : </a:t>
            </a:r>
            <a:r>
              <a:rPr lang="fr-FR" sz="900"/>
              <a:t>V</a:t>
            </a:r>
            <a:r>
              <a:rPr lang="fr-FR" sz="1000"/>
              <a:t>ous pouvez aussi raconter les succès et les échecs fictifs des joueur(-se)s, pour</a:t>
            </a:r>
            <a:r>
              <a:rPr lang="fr-FR" sz="1000">
                <a:ea typeface="+mn-lt"/>
                <a:cs typeface="+mn-lt"/>
              </a:rPr>
              <a:t> stimuler la créativité, ajouter</a:t>
            </a:r>
            <a:r>
              <a:rPr lang="fr-FR" sz="1000"/>
              <a:t> de la granularité et/ou du challenge. Par exemple « Vous avez déjà essayé de faire de la publicité pour augmenter les ventes, mais cela n’a pas fonctionné » redirigera les joueurs(-se)s vers des chemins narratifs différents.</a:t>
            </a:r>
            <a:endParaRPr lang="fr-FR" sz="1000" b="1"/>
          </a:p>
        </p:txBody>
      </p:sp>
      <p:sp>
        <p:nvSpPr>
          <p:cNvPr id="31" name="ZoneTexte 30">
            <a:extLst>
              <a:ext uri="{FF2B5EF4-FFF2-40B4-BE49-F238E27FC236}">
                <a16:creationId xmlns:a16="http://schemas.microsoft.com/office/drawing/2014/main" id="{ED14A660-D2DF-4EBD-A09A-9EDCFB4F6B86}"/>
              </a:ext>
            </a:extLst>
          </p:cNvPr>
          <p:cNvSpPr txBox="1"/>
          <p:nvPr/>
        </p:nvSpPr>
        <p:spPr>
          <a:xfrm>
            <a:off x="5616096" y="126041"/>
            <a:ext cx="6347057" cy="4117776"/>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Présent : Que mettre dans ces cases ?</a:t>
            </a:r>
          </a:p>
          <a:p>
            <a:endParaRPr lang="fr-FR" sz="1000"/>
          </a:p>
          <a:p>
            <a:r>
              <a:rPr lang="fr-FR" sz="1000"/>
              <a:t>Dans votre scénario, le </a:t>
            </a:r>
            <a:r>
              <a:rPr lang="fr-FR" sz="1000">
                <a:solidFill>
                  <a:srgbClr val="0683AA"/>
                </a:solidFill>
              </a:rPr>
              <a:t>présent (maintenant) </a:t>
            </a:r>
            <a:r>
              <a:rPr lang="fr-FR" sz="1000"/>
              <a:t>contient plutôt la description de la scène dans laquelle vos joueur(-se)s se transposent. Où se retrouvent-ils ? Quelle heure est-il ? Qui est avec eux ? Dans quel état ? Quel était leur passé immédiat ? Quelle est l’ambiance ? Dans quelle énergie est chacun ?...</a:t>
            </a:r>
            <a:endParaRPr lang="fr-FR" sz="1000">
              <a:cs typeface="Calibri"/>
            </a:endParaRPr>
          </a:p>
          <a:p>
            <a:endParaRPr lang="fr-FR" sz="1000"/>
          </a:p>
          <a:p>
            <a:r>
              <a:rPr lang="fr-FR" sz="1000"/>
              <a:t>Le </a:t>
            </a:r>
            <a:r>
              <a:rPr lang="fr-FR" sz="1000">
                <a:solidFill>
                  <a:srgbClr val="0683AA"/>
                </a:solidFill>
              </a:rPr>
              <a:t>présent (problématique) </a:t>
            </a:r>
            <a:r>
              <a:rPr lang="fr-FR" sz="1000"/>
              <a:t>décrit plutôt ce sur quoi vous voulez porter l’attention de vos joueur(-se)s : Ce qui gêne, ce qui dérange, ce qui a créé (ou crée en ce moment même) des émotions désagréables (ou agréables)... Ce présent problématique peut être une anticipation d’un futur proche (par exemple, vos joueur(-se)s ont peur d’une crise imminente). </a:t>
            </a:r>
            <a:endParaRPr lang="fr-FR" sz="1000">
              <a:cs typeface="Calibri"/>
            </a:endParaRPr>
          </a:p>
          <a:p>
            <a:endParaRPr lang="fr-FR" sz="1000"/>
          </a:p>
          <a:p>
            <a:r>
              <a:rPr lang="fr-FR" sz="1000" b="1"/>
              <a:t>Astuces pour bien choisir</a:t>
            </a:r>
          </a:p>
          <a:p>
            <a:endParaRPr lang="fr-FR" sz="1000" b="1"/>
          </a:p>
          <a:p>
            <a:r>
              <a:rPr lang="fr-FR" sz="1000" b="1"/>
              <a:t>Problématiques précises : </a:t>
            </a:r>
            <a:r>
              <a:rPr lang="fr-FR" sz="1000"/>
              <a:t>N’hésitez pas à décider d’une problématique commune au groupe pour inciter à l'intelligence collective et entrer dans des dynamiques de collaboration ou de négociation. Vous pouvez également en ajouter des spécifiques aux joueurs.</a:t>
            </a:r>
          </a:p>
          <a:p>
            <a:endParaRPr lang="fr-FR" sz="1000"/>
          </a:p>
          <a:p>
            <a:r>
              <a:rPr lang="fr-FR" sz="1000" b="1"/>
              <a:t>Présent simultané : </a:t>
            </a:r>
            <a:r>
              <a:rPr lang="fr-FR" sz="1000"/>
              <a:t>Dans le descriptif du présent, vous pouvez aussi décrire plus d’éléments que la scène observable par les joueur(-se)s. Par exemple une réunion qui est en train de se passer en simultané, ou de manière générale des événements qui se passent en parallèle de leur scénario.</a:t>
            </a:r>
          </a:p>
          <a:p>
            <a:endParaRPr lang="fr-FR" sz="1000"/>
          </a:p>
          <a:p>
            <a:r>
              <a:rPr lang="fr-FR" sz="1000" b="1"/>
              <a:t>Varier les aspects décrits : </a:t>
            </a:r>
            <a:r>
              <a:rPr lang="fr-FR" sz="1000"/>
              <a:t>Selon la sensibilité et les habitudes de communication de vos joueur(-se)s, certains retiendront plus facilement les faits, d’autres les émotions, d’autres l’état des relations entre les personnes, etc. Veillez à ce que votre narratif couvre plusieurs de ces aspects, afin de ne pas rendre votre scénario « vide » pour certains et « très complet » pour d’autres.</a:t>
            </a:r>
            <a:endParaRPr lang="fr-FR" sz="1000">
              <a:cs typeface="Calibri"/>
            </a:endParaRPr>
          </a:p>
          <a:p>
            <a:endParaRPr lang="fr-FR" sz="1000"/>
          </a:p>
          <a:p>
            <a:endParaRPr lang="fr-FR" sz="1000" b="1"/>
          </a:p>
          <a:p>
            <a:endParaRPr lang="fr-FR" sz="1000" b="1"/>
          </a:p>
        </p:txBody>
      </p:sp>
      <p:sp>
        <p:nvSpPr>
          <p:cNvPr id="32" name="ZoneTexte 31">
            <a:extLst>
              <a:ext uri="{FF2B5EF4-FFF2-40B4-BE49-F238E27FC236}">
                <a16:creationId xmlns:a16="http://schemas.microsoft.com/office/drawing/2014/main" id="{342FE669-32CA-4BD8-ABC8-6EE441EEA8DB}"/>
              </a:ext>
            </a:extLst>
          </p:cNvPr>
          <p:cNvSpPr txBox="1"/>
          <p:nvPr/>
        </p:nvSpPr>
        <p:spPr>
          <a:xfrm>
            <a:off x="4154750" y="4479783"/>
            <a:ext cx="7598053" cy="2191683"/>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Futur : Que mettre dans ces cases ?</a:t>
            </a:r>
          </a:p>
          <a:p>
            <a:endParaRPr lang="fr-FR" sz="1000"/>
          </a:p>
          <a:p>
            <a:r>
              <a:rPr lang="fr-FR" sz="1000">
                <a:solidFill>
                  <a:srgbClr val="0683AA"/>
                </a:solidFill>
              </a:rPr>
              <a:t>Le(s) futur(s) souhaité(s) </a:t>
            </a:r>
            <a:r>
              <a:rPr lang="fr-FR" sz="1000"/>
              <a:t>ou </a:t>
            </a:r>
            <a:r>
              <a:rPr lang="fr-FR" sz="1000">
                <a:solidFill>
                  <a:srgbClr val="0683AA"/>
                </a:solidFill>
              </a:rPr>
              <a:t>le(s) futur(s) à éviter </a:t>
            </a:r>
            <a:r>
              <a:rPr lang="fr-FR" sz="1000"/>
              <a:t>correspondent aux conditions de victoire et de défaite que vous allez donner à vos joueur(-se)s. Ils aident à orienter l’imagination de vos joueur(-se)s et les aligner sur un ou des objectifs communs.</a:t>
            </a:r>
          </a:p>
          <a:p>
            <a:endParaRPr lang="fr-FR" sz="1000"/>
          </a:p>
          <a:p>
            <a:r>
              <a:rPr lang="fr-FR" sz="1000" b="1"/>
              <a:t>Astuces pour bien choisir</a:t>
            </a:r>
          </a:p>
          <a:p>
            <a:endParaRPr lang="fr-FR" sz="1000" b="1"/>
          </a:p>
          <a:p>
            <a:r>
              <a:rPr lang="fr-FR" sz="1000" b="1"/>
              <a:t>Caractère facultatif : </a:t>
            </a:r>
            <a:r>
              <a:rPr lang="fr-FR" sz="1000"/>
              <a:t>Selon ce que vous souhaitez faire travailler, vous pouvez choisir de préciser le(s) futur(s) souhaité(s), de n'en donner que quelques-un, ou de ne pas en donner du tout. Par exemple, si selon vous, votre jeu sérieux n’est pas un jeu de « chercher des moyens pour arriver à une fin » mais plutôt « s’accorder pour décider de leur propre fin», ne proposez pas de futur(s) souhaité(s) ou à éviter.</a:t>
            </a:r>
            <a:endParaRPr lang="fr-FR" sz="1000">
              <a:cs typeface="Calibri"/>
            </a:endParaRPr>
          </a:p>
          <a:p>
            <a:endParaRPr lang="fr-FR" sz="1000" b="1"/>
          </a:p>
          <a:p>
            <a:r>
              <a:rPr lang="fr-FR" sz="1000" b="1"/>
              <a:t>Futur(s) souhaités différents selon les joueur(-se)s : </a:t>
            </a:r>
            <a:r>
              <a:rPr lang="fr-FR" sz="1000"/>
              <a:t>Vous pouvez aussi choisir de proposer qu’un futur souhaité par l’un(e) est un futur à éviter pour un(e) autre, ce qui emmène sur des scénarios de négociation ou au moins de décision.</a:t>
            </a:r>
          </a:p>
        </p:txBody>
      </p:sp>
      <p:pic>
        <p:nvPicPr>
          <p:cNvPr id="33" name="Graphique 32" descr="Retour avec un remplissage uni">
            <a:extLst>
              <a:ext uri="{FF2B5EF4-FFF2-40B4-BE49-F238E27FC236}">
                <a16:creationId xmlns:a16="http://schemas.microsoft.com/office/drawing/2014/main" id="{74E6CF9D-7072-45F8-98A9-654DB7E0B7C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143603" flipH="1" flipV="1">
            <a:off x="2668160" y="4064835"/>
            <a:ext cx="3725395" cy="709791"/>
          </a:xfrm>
          <a:prstGeom prst="rect">
            <a:avLst/>
          </a:prstGeom>
        </p:spPr>
      </p:pic>
      <p:pic>
        <p:nvPicPr>
          <p:cNvPr id="35" name="Graphique 34" descr="Retour avec un remplissage uni">
            <a:extLst>
              <a:ext uri="{FF2B5EF4-FFF2-40B4-BE49-F238E27FC236}">
                <a16:creationId xmlns:a16="http://schemas.microsoft.com/office/drawing/2014/main" id="{793B50AE-7DA9-4DBA-A6B6-D23C59C483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7264639" flipH="1" flipV="1">
            <a:off x="2322995" y="3637120"/>
            <a:ext cx="932863" cy="1062025"/>
          </a:xfrm>
          <a:prstGeom prst="rect">
            <a:avLst/>
          </a:prstGeom>
        </p:spPr>
      </p:pic>
      <p:pic>
        <p:nvPicPr>
          <p:cNvPr id="36" name="Graphique 35" descr="Retour avec un remplissage uni">
            <a:extLst>
              <a:ext uri="{FF2B5EF4-FFF2-40B4-BE49-F238E27FC236}">
                <a16:creationId xmlns:a16="http://schemas.microsoft.com/office/drawing/2014/main" id="{3278A58B-222D-4FC9-8109-0D72101A80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3209933" y="6151654"/>
            <a:ext cx="1173451" cy="741598"/>
          </a:xfrm>
          <a:prstGeom prst="rect">
            <a:avLst/>
          </a:prstGeom>
        </p:spPr>
      </p:pic>
      <p:pic>
        <p:nvPicPr>
          <p:cNvPr id="37" name="Graphique 36" descr="Retour avec un remplissage uni">
            <a:extLst>
              <a:ext uri="{FF2B5EF4-FFF2-40B4-BE49-F238E27FC236}">
                <a16:creationId xmlns:a16="http://schemas.microsoft.com/office/drawing/2014/main" id="{9F1BD2AC-C5D8-49D9-8AE9-D0010A5F24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3192003" y="5809849"/>
            <a:ext cx="1173451" cy="586935"/>
          </a:xfrm>
          <a:prstGeom prst="rect">
            <a:avLst/>
          </a:prstGeom>
        </p:spPr>
      </p:pic>
      <p:pic>
        <p:nvPicPr>
          <p:cNvPr id="20" name="Graphique 19" descr="Retour avec un remplissage uni">
            <a:extLst>
              <a:ext uri="{FF2B5EF4-FFF2-40B4-BE49-F238E27FC236}">
                <a16:creationId xmlns:a16="http://schemas.microsoft.com/office/drawing/2014/main" id="{F860B383-34F3-43D9-8459-A6EF84DF28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7697397" flipH="1" flipV="1">
            <a:off x="3101056" y="4965880"/>
            <a:ext cx="693687" cy="648563"/>
          </a:xfrm>
          <a:prstGeom prst="rect">
            <a:avLst/>
          </a:prstGeom>
        </p:spPr>
      </p:pic>
    </p:spTree>
    <p:extLst>
      <p:ext uri="{BB962C8B-B14F-4D97-AF65-F5344CB8AC3E}">
        <p14:creationId xmlns:p14="http://schemas.microsoft.com/office/powerpoint/2010/main" val="983298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60038" y="6366557"/>
            <a:ext cx="373156" cy="373156"/>
          </a:xfrm>
          <a:prstGeom prst="rect">
            <a:avLst/>
          </a:prstGeom>
        </p:spPr>
      </p:pic>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8" name="ZoneTexte 27">
            <a:extLst>
              <a:ext uri="{FF2B5EF4-FFF2-40B4-BE49-F238E27FC236}">
                <a16:creationId xmlns:a16="http://schemas.microsoft.com/office/drawing/2014/main" id="{D4396302-EF98-4E27-8713-28142789EE78}"/>
              </a:ext>
            </a:extLst>
          </p:cNvPr>
          <p:cNvSpPr txBox="1"/>
          <p:nvPr/>
        </p:nvSpPr>
        <p:spPr>
          <a:xfrm>
            <a:off x="5486881" y="118287"/>
            <a:ext cx="6457719" cy="3804402"/>
          </a:xfrm>
          <a:prstGeom prst="roundRect">
            <a:avLst>
              <a:gd name="adj" fmla="val 7683"/>
            </a:avLst>
          </a:prstGeom>
          <a:solidFill>
            <a:schemeClr val="accent2">
              <a:lumMod val="20000"/>
              <a:lumOff val="80000"/>
            </a:schemeClr>
          </a:solidFill>
        </p:spPr>
        <p:txBody>
          <a:bodyPr wrap="square" lIns="91440" tIns="45720" rIns="91440" bIns="45720" rtlCol="0" anchor="t">
            <a:normAutofit/>
          </a:bodyPr>
          <a:lstStyle/>
          <a:p>
            <a:r>
              <a:rPr lang="fr-FR" sz="1000" b="1"/>
              <a:t>Que mettre dans cette case ?</a:t>
            </a:r>
          </a:p>
          <a:p>
            <a:endParaRPr lang="fr-FR" sz="1000"/>
          </a:p>
          <a:p>
            <a:r>
              <a:rPr lang="fr-FR" sz="1000"/>
              <a:t>Les </a:t>
            </a:r>
            <a:r>
              <a:rPr lang="fr-FR" sz="1000">
                <a:solidFill>
                  <a:srgbClr val="0683AA"/>
                </a:solidFill>
              </a:rPr>
              <a:t>moyens directs </a:t>
            </a:r>
            <a:r>
              <a:rPr lang="fr-FR" sz="1000"/>
              <a:t>correspondent aux libertés d’actions que vous explicitez aux joueur(-se)s, par exemple : « ils ont le droit d’utiliser les réunions vidéo et les messageries instantanées pour créer leur nouveau système de communication ». Ou encore « Ils ont le droit de faire appel à leur famille pour réfléchir à la prochaine offre commerciale de l’entreprise ». </a:t>
            </a:r>
          </a:p>
          <a:p>
            <a:endParaRPr lang="fr-FR" sz="1000"/>
          </a:p>
          <a:p>
            <a:r>
              <a:rPr lang="fr-FR" sz="1000"/>
              <a:t>Les </a:t>
            </a:r>
            <a:r>
              <a:rPr lang="fr-FR" sz="1000">
                <a:solidFill>
                  <a:srgbClr val="0683AA"/>
                </a:solidFill>
              </a:rPr>
              <a:t>moyens indirects </a:t>
            </a:r>
            <a:r>
              <a:rPr lang="fr-FR" sz="1000"/>
              <a:t>correspondent aux suggestions de moyens qui seront faites aux joueur(-se)s. Par exemple, signaler la présence d’une boîte à outils ou la proximité d’un port invitera peut-être les joueur(-se)s à imaginer des actions s’appuyant sur ces éléments narratifs.  Ces éléments se recoupent parfois avec ceux du domaine narratif « Scénarios » ou des moyens courants du domaine narratif « Univers ».</a:t>
            </a:r>
            <a:endParaRPr lang="fr-FR" sz="1000">
              <a:solidFill>
                <a:srgbClr val="0683AA"/>
              </a:solidFill>
            </a:endParaRPr>
          </a:p>
          <a:p>
            <a:endParaRPr lang="fr-FR" sz="1000"/>
          </a:p>
          <a:p>
            <a:r>
              <a:rPr lang="fr-FR" sz="1000" b="1"/>
              <a:t>Astuces pour bien choisir</a:t>
            </a:r>
          </a:p>
          <a:p>
            <a:endParaRPr lang="fr-FR" sz="1000" b="1"/>
          </a:p>
          <a:p>
            <a:r>
              <a:rPr lang="fr-FR" sz="1000" b="1"/>
              <a:t>Exclusivité ou obligation des moyens ? </a:t>
            </a:r>
            <a:r>
              <a:rPr lang="fr-FR" sz="1000"/>
              <a:t>Pour stimuler la créativité par la contrainte, vous pouvez choisir de demander à rendre obligatoire l’usage d’un moyen en particulier (« vous êtes obligés d’utiliser le téléphone portable »), ou bien restreindre leurs choix aux moyens proposés (« vous n’avez pas le droit d’utiliser autre chose que… »)</a:t>
            </a:r>
            <a:endParaRPr lang="fr-FR" sz="1000" b="1"/>
          </a:p>
          <a:p>
            <a:endParaRPr lang="fr-FR" sz="1000" b="1"/>
          </a:p>
          <a:p>
            <a:r>
              <a:rPr lang="fr-FR" sz="1000" b="1"/>
              <a:t>Granularité : </a:t>
            </a:r>
            <a:r>
              <a:rPr lang="fr-FR" sz="1000"/>
              <a:t>Pour stimuler l’imagination et la prise de décision, à vous de choisir le bon niveau de détails et de granularité sur les moyens à disposition. Par exemple, dire « vous avez le droit de faire appel à de la médiation » sera différent de « vous avez le droit de faire appel à X, 1h par semaine, pour de la médiation ».  De même, le message « vous avez accès aux technologies numériques » est différent de « vous avez accès aux applications téléphone  »</a:t>
            </a:r>
            <a:endParaRPr lang="fr-FR" sz="1000" b="1"/>
          </a:p>
        </p:txBody>
      </p:sp>
      <p:graphicFrame>
        <p:nvGraphicFramePr>
          <p:cNvPr id="29" name="Tableau 8">
            <a:extLst>
              <a:ext uri="{FF2B5EF4-FFF2-40B4-BE49-F238E27FC236}">
                <a16:creationId xmlns:a16="http://schemas.microsoft.com/office/drawing/2014/main" id="{B68C643B-4D8C-4616-BE66-628F428CBB03}"/>
              </a:ext>
            </a:extLst>
          </p:cNvPr>
          <p:cNvGraphicFramePr>
            <a:graphicFrameLocks/>
          </p:cNvGraphicFramePr>
          <p:nvPr>
            <p:extLst>
              <p:ext uri="{D42A27DB-BD31-4B8C-83A1-F6EECF244321}">
                <p14:modId xmlns:p14="http://schemas.microsoft.com/office/powerpoint/2010/main" val="2696795051"/>
              </p:ext>
            </p:extLst>
          </p:nvPr>
        </p:nvGraphicFramePr>
        <p:xfrm>
          <a:off x="8715741" y="4313866"/>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Moyens directs</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Moyens indirects</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Interdictions directes</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Interdictions indirectes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Autres conditions</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sp>
        <p:nvSpPr>
          <p:cNvPr id="30" name="ZoneTexte 29">
            <a:extLst>
              <a:ext uri="{FF2B5EF4-FFF2-40B4-BE49-F238E27FC236}">
                <a16:creationId xmlns:a16="http://schemas.microsoft.com/office/drawing/2014/main" id="{959D776F-B45C-403B-8511-ACC4F172E1A6}"/>
              </a:ext>
            </a:extLst>
          </p:cNvPr>
          <p:cNvSpPr txBox="1"/>
          <p:nvPr/>
        </p:nvSpPr>
        <p:spPr>
          <a:xfrm>
            <a:off x="133164" y="118287"/>
            <a:ext cx="5106313" cy="4503471"/>
          </a:xfrm>
          <a:prstGeom prst="roundRect">
            <a:avLst>
              <a:gd name="adj" fmla="val 3927"/>
            </a:avLst>
          </a:prstGeom>
          <a:solidFill>
            <a:schemeClr val="accent2">
              <a:lumMod val="20000"/>
              <a:lumOff val="80000"/>
            </a:schemeClr>
          </a:solidFill>
        </p:spPr>
        <p:txBody>
          <a:bodyPr wrap="square" lIns="91440" tIns="45720" rIns="91440" bIns="45720" rtlCol="0" anchor="t">
            <a:normAutofit/>
          </a:bodyPr>
          <a:lstStyle/>
          <a:p>
            <a:r>
              <a:rPr lang="fr-FR" sz="1000" b="1"/>
              <a:t>Que mettre dans cette case ?</a:t>
            </a:r>
          </a:p>
          <a:p>
            <a:endParaRPr lang="fr-FR" sz="1000"/>
          </a:p>
          <a:p>
            <a:r>
              <a:rPr lang="fr-FR" sz="1000"/>
              <a:t>Dans un jeu sérieux qui repose beaucoup sur l’imaginaire, il peut être intéressant parfois de préciser des interdictions pour éviter « le mode Dieu », c’est-à-dire des moments où des joueur(-se)s vont juste imaginer des moyens tellement puissants que cela casse la dynamique du jeu et toute autre forme de créativité. Des joueur(-se)s limités vont parfois plus avoir tendance à puiser dans l’imagination et l’intelligence collective.</a:t>
            </a:r>
          </a:p>
          <a:p>
            <a:endParaRPr lang="fr-FR" sz="1000"/>
          </a:p>
          <a:p>
            <a:r>
              <a:rPr lang="fr-FR" sz="1000"/>
              <a:t>Les </a:t>
            </a:r>
            <a:r>
              <a:rPr lang="fr-FR" sz="1000">
                <a:solidFill>
                  <a:srgbClr val="0683AA"/>
                </a:solidFill>
              </a:rPr>
              <a:t>interdictions directes </a:t>
            </a:r>
            <a:r>
              <a:rPr lang="fr-FR" sz="1000"/>
              <a:t>explicitent ce qui n’est pas utilisable par les joueur(-se)s. Par exemple « vous n’avez pas accès aux voitures, et vous devez déménager le bureau».</a:t>
            </a:r>
          </a:p>
          <a:p>
            <a:endParaRPr lang="fr-FR" sz="1000"/>
          </a:p>
          <a:p>
            <a:r>
              <a:rPr lang="fr-FR" sz="1000"/>
              <a:t>Les </a:t>
            </a:r>
            <a:r>
              <a:rPr lang="fr-FR" sz="1000">
                <a:solidFill>
                  <a:srgbClr val="0683AA"/>
                </a:solidFill>
              </a:rPr>
              <a:t>interdictions indirectes</a:t>
            </a:r>
            <a:r>
              <a:rPr lang="fr-FR" sz="1000"/>
              <a:t> suggèrent des impossibilités ou un ensemble d’impossibilités sans avoir à toutes les mentionner. Par exemple « Vous êtes transportés dans les années 1930 » retire un certain nombre de technologies devenues anachroniques. </a:t>
            </a:r>
          </a:p>
          <a:p>
            <a:endParaRPr lang="fr-FR" sz="1000"/>
          </a:p>
          <a:p>
            <a:r>
              <a:rPr lang="fr-FR" sz="1000" b="1"/>
              <a:t>Astuces pour bien choisir</a:t>
            </a:r>
          </a:p>
          <a:p>
            <a:endParaRPr lang="fr-FR" sz="1000" b="1"/>
          </a:p>
          <a:p>
            <a:r>
              <a:rPr lang="fr-FR" sz="1000" b="1"/>
              <a:t>Interdiction ou limites ? </a:t>
            </a:r>
            <a:r>
              <a:rPr lang="fr-FR" sz="1000"/>
              <a:t>Une interdiction peut paraître brutale, vous pouvez la nuancer en limite. Par exemple « vous n’avez pas accès aux voitures » peut être transformé en « Il n’y a qu’une seule personne parmi vous qui peut conduire", "vous avez peu d’essence"...</a:t>
            </a:r>
            <a:endParaRPr lang="fr-FR" sz="1000" b="1"/>
          </a:p>
          <a:p>
            <a:endParaRPr lang="fr-FR" sz="1000" b="1"/>
          </a:p>
          <a:p>
            <a:r>
              <a:rPr lang="fr-FR" sz="1000" b="1"/>
              <a:t>Justification narrative d’une interdiction </a:t>
            </a:r>
            <a:r>
              <a:rPr lang="fr-FR" sz="1000"/>
              <a:t>Dans votre narratif, n’hésitez pas à raconter le pourquoi d’une interdiction, cela ajoute une dimension immersive qui évite aux joueur(-se)s de surmonter directement l’interdiction. Par exemple « Vous n’avez pas accès aux voitures, car vous avez tous récemment perdu vos points de permis, et le prix de l’essence a décuplé dans le pays à cause d’effets de pénurie ».</a:t>
            </a:r>
            <a:endParaRPr lang="fr-FR" sz="1000" b="1"/>
          </a:p>
        </p:txBody>
      </p:sp>
      <p:sp>
        <p:nvSpPr>
          <p:cNvPr id="31" name="ZoneTexte 30">
            <a:extLst>
              <a:ext uri="{FF2B5EF4-FFF2-40B4-BE49-F238E27FC236}">
                <a16:creationId xmlns:a16="http://schemas.microsoft.com/office/drawing/2014/main" id="{8EE3F9DA-B593-4275-B204-3BE980074B8C}"/>
              </a:ext>
            </a:extLst>
          </p:cNvPr>
          <p:cNvSpPr txBox="1"/>
          <p:nvPr/>
        </p:nvSpPr>
        <p:spPr>
          <a:xfrm>
            <a:off x="88149" y="4787733"/>
            <a:ext cx="7439483" cy="1985848"/>
          </a:xfrm>
          <a:prstGeom prst="roundRect">
            <a:avLst>
              <a:gd name="adj" fmla="val 14881"/>
            </a:avLst>
          </a:prstGeom>
          <a:solidFill>
            <a:schemeClr val="accent2">
              <a:lumMod val="20000"/>
              <a:lumOff val="80000"/>
            </a:schemeClr>
          </a:solidFill>
        </p:spPr>
        <p:txBody>
          <a:bodyPr wrap="square" rtlCol="0">
            <a:normAutofit lnSpcReduction="10000"/>
          </a:bodyPr>
          <a:lstStyle/>
          <a:p>
            <a:r>
              <a:rPr lang="fr-FR" sz="1000" b="1"/>
              <a:t>Que mettre dans cette case ?</a:t>
            </a:r>
          </a:p>
          <a:p>
            <a:endParaRPr lang="fr-FR" sz="1000"/>
          </a:p>
          <a:p>
            <a:r>
              <a:rPr lang="fr-FR" sz="1000">
                <a:solidFill>
                  <a:srgbClr val="0683AA"/>
                </a:solidFill>
              </a:rPr>
              <a:t>Autres conditions</a:t>
            </a:r>
            <a:r>
              <a:rPr lang="fr-FR" sz="1000"/>
              <a:t> est une case Joker, qui vous permet de préciser dans le narratif différentes modalités sur les libertés des joueur(-se)s, vous pouvez aussi y mettre ce que vous voulez d’autres. </a:t>
            </a:r>
            <a:r>
              <a:rPr lang="fr-FR" sz="1000">
                <a:solidFill>
                  <a:srgbClr val="0683AA"/>
                </a:solidFill>
              </a:rPr>
              <a:t>Autres conditions </a:t>
            </a:r>
            <a:r>
              <a:rPr lang="fr-FR" sz="1000"/>
              <a:t>est ce qui se rapproche le plus des mécaniques de jeux, ou de leur formulation narrative. Par exemple : « Vous devez déménager le bureau sans voitures. Il n’y a qu’un chariot pour deux personnes, mais ces chariots peuvent transporter beaucoup. Vous avez le droit de donner tous vos cartons à un(e) autre joueur(-se) pour qu’il/elle les stocke dans son chariot ».</a:t>
            </a:r>
          </a:p>
          <a:p>
            <a:endParaRPr lang="fr-FR" sz="1000"/>
          </a:p>
          <a:p>
            <a:r>
              <a:rPr lang="fr-FR" sz="1000" b="1"/>
              <a:t>Astuces pour bien choisir</a:t>
            </a:r>
          </a:p>
          <a:p>
            <a:r>
              <a:rPr lang="fr-FR" sz="1000" b="1"/>
              <a:t>Maîtriser la complexité : </a:t>
            </a:r>
            <a:r>
              <a:rPr lang="fr-FR" sz="1000"/>
              <a:t>Avec </a:t>
            </a:r>
            <a:r>
              <a:rPr lang="fr-FR" sz="1000">
                <a:solidFill>
                  <a:srgbClr val="0683AA"/>
                </a:solidFill>
              </a:rPr>
              <a:t>Autres conditions</a:t>
            </a:r>
            <a:r>
              <a:rPr lang="fr-FR" sz="1000"/>
              <a:t>, on se situe aux frontières des mécaniques de jeu. Or les mécaniques de jeux sont souvent des éléments équilibrés, ajustés, retravaillés. Il est important de ne pas trop surcharger cette section et de s’en tenir à des formulations simples, qui stimulent la créativité.</a:t>
            </a:r>
            <a:endParaRPr lang="fr-FR" sz="1000" b="1"/>
          </a:p>
          <a:p>
            <a:endParaRPr lang="fr-FR" sz="1000" b="1"/>
          </a:p>
        </p:txBody>
      </p:sp>
      <p:pic>
        <p:nvPicPr>
          <p:cNvPr id="33" name="Graphique 32" descr="Retour avec un remplissage uni">
            <a:extLst>
              <a:ext uri="{FF2B5EF4-FFF2-40B4-BE49-F238E27FC236}">
                <a16:creationId xmlns:a16="http://schemas.microsoft.com/office/drawing/2014/main" id="{0545F50A-F137-442E-BA3A-5DFF3B778F7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6448090">
            <a:off x="11466841" y="4603669"/>
            <a:ext cx="786391" cy="382196"/>
          </a:xfrm>
          <a:prstGeom prst="rect">
            <a:avLst/>
          </a:prstGeom>
        </p:spPr>
      </p:pic>
      <p:pic>
        <p:nvPicPr>
          <p:cNvPr id="32" name="Graphique 31" descr="Retour avec un remplissage uni">
            <a:extLst>
              <a:ext uri="{FF2B5EF4-FFF2-40B4-BE49-F238E27FC236}">
                <a16:creationId xmlns:a16="http://schemas.microsoft.com/office/drawing/2014/main" id="{6807012D-9A52-417B-A867-2A98706823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6396275">
            <a:off x="11256670" y="3760777"/>
            <a:ext cx="1124347" cy="836676"/>
          </a:xfrm>
          <a:prstGeom prst="rect">
            <a:avLst/>
          </a:prstGeom>
        </p:spPr>
      </p:pic>
      <p:pic>
        <p:nvPicPr>
          <p:cNvPr id="34" name="Graphique 33" descr="Retour avec un remplissage uni">
            <a:extLst>
              <a:ext uri="{FF2B5EF4-FFF2-40B4-BE49-F238E27FC236}">
                <a16:creationId xmlns:a16="http://schemas.microsoft.com/office/drawing/2014/main" id="{92E5C86F-06B7-4CB3-81E7-3EB83280EA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54561">
            <a:off x="4140925" y="4445827"/>
            <a:ext cx="5360670" cy="1025726"/>
          </a:xfrm>
          <a:prstGeom prst="rect">
            <a:avLst/>
          </a:prstGeom>
        </p:spPr>
      </p:pic>
      <p:pic>
        <p:nvPicPr>
          <p:cNvPr id="35" name="Graphique 34" descr="Retour avec un remplissage uni">
            <a:extLst>
              <a:ext uri="{FF2B5EF4-FFF2-40B4-BE49-F238E27FC236}">
                <a16:creationId xmlns:a16="http://schemas.microsoft.com/office/drawing/2014/main" id="{973AB771-0730-409D-A57F-435C681EBE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65008">
            <a:off x="7180169" y="6000763"/>
            <a:ext cx="1751225" cy="793002"/>
          </a:xfrm>
          <a:prstGeom prst="rect">
            <a:avLst/>
          </a:prstGeom>
        </p:spPr>
      </p:pic>
      <p:pic>
        <p:nvPicPr>
          <p:cNvPr id="36" name="Graphique 35" descr="Retour avec un remplissage uni">
            <a:extLst>
              <a:ext uri="{FF2B5EF4-FFF2-40B4-BE49-F238E27FC236}">
                <a16:creationId xmlns:a16="http://schemas.microsoft.com/office/drawing/2014/main" id="{17999C44-2CAC-4717-B252-BAFA494E81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414774" flipV="1">
            <a:off x="7657675" y="5307312"/>
            <a:ext cx="1409873" cy="919145"/>
          </a:xfrm>
          <a:prstGeom prst="rect">
            <a:avLst/>
          </a:prstGeom>
        </p:spPr>
      </p:pic>
    </p:spTree>
    <p:extLst>
      <p:ext uri="{BB962C8B-B14F-4D97-AF65-F5344CB8AC3E}">
        <p14:creationId xmlns:p14="http://schemas.microsoft.com/office/powerpoint/2010/main" val="63482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Titre 1">
            <a:extLst>
              <a:ext uri="{FF2B5EF4-FFF2-40B4-BE49-F238E27FC236}">
                <a16:creationId xmlns:a16="http://schemas.microsoft.com/office/drawing/2014/main" id="{BD921E28-F410-4798-A0DF-9C103B6FB9E5}"/>
              </a:ext>
            </a:extLst>
          </p:cNvPr>
          <p:cNvSpPr txBox="1">
            <a:spLocks/>
          </p:cNvSpPr>
          <p:nvPr/>
        </p:nvSpPr>
        <p:spPr>
          <a:xfrm>
            <a:off x="2190402" y="2123400"/>
            <a:ext cx="6660087" cy="3014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7200" b="1" i="1"/>
              <a:t>Pratiquer le Serious Game Narrative Canvas</a:t>
            </a:r>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Tree>
    <p:extLst>
      <p:ext uri="{BB962C8B-B14F-4D97-AF65-F5344CB8AC3E}">
        <p14:creationId xmlns:p14="http://schemas.microsoft.com/office/powerpoint/2010/main" val="2989565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au 13">
            <a:extLst>
              <a:ext uri="{FF2B5EF4-FFF2-40B4-BE49-F238E27FC236}">
                <a16:creationId xmlns:a16="http://schemas.microsoft.com/office/drawing/2014/main" id="{13EDEE62-7AA1-404C-8479-5699EB28F16E}"/>
              </a:ext>
            </a:extLst>
          </p:cNvPr>
          <p:cNvGraphicFramePr>
            <a:graphicFrameLocks noGrp="1"/>
          </p:cNvGraphicFramePr>
          <p:nvPr>
            <p:extLst>
              <p:ext uri="{D42A27DB-BD31-4B8C-83A1-F6EECF244321}">
                <p14:modId xmlns:p14="http://schemas.microsoft.com/office/powerpoint/2010/main" val="270276821"/>
              </p:ext>
            </p:extLst>
          </p:nvPr>
        </p:nvGraphicFramePr>
        <p:xfrm>
          <a:off x="436979" y="1592366"/>
          <a:ext cx="11432466" cy="4651038"/>
        </p:xfrm>
        <a:graphic>
          <a:graphicData uri="http://schemas.openxmlformats.org/drawingml/2006/table">
            <a:tbl>
              <a:tblPr bandRow="1">
                <a:tableStyleId>{5C22544A-7EE6-4342-B048-85BDC9FD1C3A}</a:tableStyleId>
              </a:tblPr>
              <a:tblGrid>
                <a:gridCol w="1264869">
                  <a:extLst>
                    <a:ext uri="{9D8B030D-6E8A-4147-A177-3AD203B41FA5}">
                      <a16:colId xmlns:a16="http://schemas.microsoft.com/office/drawing/2014/main" val="1569544180"/>
                    </a:ext>
                  </a:extLst>
                </a:gridCol>
                <a:gridCol w="4619053">
                  <a:extLst>
                    <a:ext uri="{9D8B030D-6E8A-4147-A177-3AD203B41FA5}">
                      <a16:colId xmlns:a16="http://schemas.microsoft.com/office/drawing/2014/main" val="2488286907"/>
                    </a:ext>
                  </a:extLst>
                </a:gridCol>
                <a:gridCol w="2565647">
                  <a:extLst>
                    <a:ext uri="{9D8B030D-6E8A-4147-A177-3AD203B41FA5}">
                      <a16:colId xmlns:a16="http://schemas.microsoft.com/office/drawing/2014/main" val="3380827548"/>
                    </a:ext>
                  </a:extLst>
                </a:gridCol>
                <a:gridCol w="2982897">
                  <a:extLst>
                    <a:ext uri="{9D8B030D-6E8A-4147-A177-3AD203B41FA5}">
                      <a16:colId xmlns:a16="http://schemas.microsoft.com/office/drawing/2014/main" val="1349041812"/>
                    </a:ext>
                  </a:extLst>
                </a:gridCol>
              </a:tblGrid>
              <a:tr h="1154106">
                <a:tc>
                  <a:txBody>
                    <a:bodyPr/>
                    <a:lstStyle/>
                    <a:p>
                      <a:r>
                        <a:rPr lang="fr-FR" sz="1200"/>
                        <a:t>Niveau </a:t>
                      </a:r>
                    </a:p>
                    <a:p>
                      <a:r>
                        <a:rPr lang="fr-FR" sz="1200"/>
                        <a:t>le plus facile</a:t>
                      </a:r>
                    </a:p>
                  </a:txBody>
                  <a:tcPr anchor="ctr"/>
                </a:tc>
                <a:tc>
                  <a:txBody>
                    <a:bodyPr/>
                    <a:lstStyle/>
                    <a:p>
                      <a:endParaRPr lang="fr-FR" sz="1200"/>
                    </a:p>
                  </a:txBody>
                  <a:tcPr/>
                </a:tc>
                <a:tc>
                  <a:txBody>
                    <a:bodyPr/>
                    <a:lstStyle/>
                    <a:p>
                      <a:r>
                        <a:rPr lang="fr-FR" sz="1200">
                          <a:solidFill>
                            <a:srgbClr val="0683AA"/>
                          </a:solidFill>
                        </a:rPr>
                        <a:t>Une surcouche narrative qui rend le jeu sérieux plus engageant</a:t>
                      </a:r>
                    </a:p>
                  </a:txBody>
                  <a:tcPr anchor="ctr"/>
                </a:tc>
                <a:tc>
                  <a:txBody>
                    <a:bodyPr/>
                    <a:lstStyle/>
                    <a:p>
                      <a:r>
                        <a:rPr lang="fr-FR" sz="1200">
                          <a:solidFill>
                            <a:schemeClr val="tx1"/>
                          </a:solidFill>
                        </a:rPr>
                        <a:t>Exemple : </a:t>
                      </a:r>
                      <a:r>
                        <a:rPr lang="fr-FR" sz="1200" i="1">
                          <a:solidFill>
                            <a:schemeClr val="tx1"/>
                          </a:solidFill>
                        </a:rPr>
                        <a:t>Je dispose d’un jeu sérieux sur la gestion de conflits, je veux le rendre plus immersif en ajoutant du narratif.</a:t>
                      </a:r>
                    </a:p>
                  </a:txBody>
                  <a:tcPr anchor="ctr"/>
                </a:tc>
                <a:extLst>
                  <a:ext uri="{0D108BD9-81ED-4DB2-BD59-A6C34878D82A}">
                    <a16:rowId xmlns:a16="http://schemas.microsoft.com/office/drawing/2014/main" val="2502157274"/>
                  </a:ext>
                </a:extLst>
              </a:tr>
              <a:tr h="1154106">
                <a:tc>
                  <a:txBody>
                    <a:bodyPr/>
                    <a:lstStyle/>
                    <a:p>
                      <a:r>
                        <a:rPr lang="fr-FR" sz="1200"/>
                        <a:t>Niveau intermédiaire</a:t>
                      </a:r>
                    </a:p>
                  </a:txBody>
                  <a:tcPr anchor="ctr"/>
                </a:tc>
                <a:tc>
                  <a:txBody>
                    <a:bodyPr/>
                    <a:lstStyle/>
                    <a:p>
                      <a:endParaRPr lang="fr-FR" sz="1200"/>
                    </a:p>
                  </a:txBody>
                  <a:tcPr/>
                </a:tc>
                <a:tc>
                  <a:txBody>
                    <a:bodyPr/>
                    <a:lstStyle/>
                    <a:p>
                      <a:r>
                        <a:rPr lang="fr-FR" sz="1200">
                          <a:solidFill>
                            <a:srgbClr val="0683AA"/>
                          </a:solidFill>
                        </a:rPr>
                        <a:t>Base narrative pour un jeu sérieux à créer ensuite (mécaniques à définir, etc.)</a:t>
                      </a:r>
                    </a:p>
                  </a:txBody>
                  <a:tcPr anchor="ctr"/>
                </a:tc>
                <a:tc>
                  <a:txBody>
                    <a:bodyPr/>
                    <a:lstStyle/>
                    <a:p>
                      <a:r>
                        <a:rPr lang="fr-FR" sz="1200">
                          <a:solidFill>
                            <a:schemeClr val="tx1"/>
                          </a:solidFill>
                        </a:rPr>
                        <a:t>Exemple : </a:t>
                      </a:r>
                      <a:r>
                        <a:rPr lang="fr-FR" sz="1200" i="1">
                          <a:solidFill>
                            <a:schemeClr val="tx1"/>
                          </a:solidFill>
                        </a:rPr>
                        <a:t>Je connais une situation problématique, et j’ai déjà un objectif pour cette situation. Je veux créer un jeu sérieux en commençant par sa partie narrative. </a:t>
                      </a:r>
                    </a:p>
                  </a:txBody>
                  <a:tcPr anchor="ctr"/>
                </a:tc>
                <a:extLst>
                  <a:ext uri="{0D108BD9-81ED-4DB2-BD59-A6C34878D82A}">
                    <a16:rowId xmlns:a16="http://schemas.microsoft.com/office/drawing/2014/main" val="2538752959"/>
                  </a:ext>
                </a:extLst>
              </a:tr>
              <a:tr h="1154106">
                <a:tc>
                  <a:txBody>
                    <a:bodyPr/>
                    <a:lstStyle/>
                    <a:p>
                      <a:r>
                        <a:rPr lang="fr-FR" sz="1200"/>
                        <a:t>Niveau avancé</a:t>
                      </a:r>
                    </a:p>
                  </a:txBody>
                  <a:tcPr anchor="ctr"/>
                </a:tc>
                <a:tc>
                  <a:txBody>
                    <a:bodyPr/>
                    <a:lstStyle/>
                    <a:p>
                      <a:endParaRPr lang="fr-FR" sz="1200"/>
                    </a:p>
                  </a:txBody>
                  <a:tcPr/>
                </a:tc>
                <a:tc>
                  <a:txBody>
                    <a:bodyPr/>
                    <a:lstStyle/>
                    <a:p>
                      <a:r>
                        <a:rPr lang="fr-FR" sz="1200">
                          <a:solidFill>
                            <a:srgbClr val="0683AA"/>
                          </a:solidFill>
                        </a:rPr>
                        <a:t>Idée(s) de types de jeux sérieux à créer, avec quelques narratifs de base. Restera à décider le type de jeu selon le choix d’objectifs </a:t>
                      </a:r>
                    </a:p>
                  </a:txBody>
                  <a:tcPr anchor="ctr"/>
                </a:tc>
                <a:tc>
                  <a:txBody>
                    <a:bodyPr/>
                    <a:lstStyle/>
                    <a:p>
                      <a:r>
                        <a:rPr lang="fr-FR" sz="1200">
                          <a:solidFill>
                            <a:schemeClr val="tx1"/>
                          </a:solidFill>
                        </a:rPr>
                        <a:t>Exemple : </a:t>
                      </a:r>
                      <a:r>
                        <a:rPr lang="fr-FR" sz="1200" i="1">
                          <a:solidFill>
                            <a:schemeClr val="tx1"/>
                          </a:solidFill>
                        </a:rPr>
                        <a:t>Je connais une situation problématique pour laquelle on pourrait intervenir. Je cherche à m’inspirer pour savoir quels types de jeux je pourrais créer (jeu d’incarnation, de mise en situation, etc.)</a:t>
                      </a:r>
                    </a:p>
                  </a:txBody>
                  <a:tcPr anchor="ctr"/>
                </a:tc>
                <a:extLst>
                  <a:ext uri="{0D108BD9-81ED-4DB2-BD59-A6C34878D82A}">
                    <a16:rowId xmlns:a16="http://schemas.microsoft.com/office/drawing/2014/main" val="517019656"/>
                  </a:ext>
                </a:extLst>
              </a:tr>
              <a:tr h="11541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Niveau expert</a:t>
                      </a:r>
                    </a:p>
                    <a:p>
                      <a:endParaRPr lang="fr-FR" sz="1200"/>
                    </a:p>
                  </a:txBody>
                  <a:tcPr anchor="ctr"/>
                </a:tc>
                <a:tc>
                  <a:txBody>
                    <a:bodyPr/>
                    <a:lstStyle/>
                    <a:p>
                      <a:endParaRPr lang="fr-FR" sz="1200"/>
                    </a:p>
                  </a:txBody>
                  <a:tcPr/>
                </a:tc>
                <a:tc>
                  <a:txBody>
                    <a:bodyPr/>
                    <a:lstStyle/>
                    <a:p>
                      <a:r>
                        <a:rPr lang="fr-FR" sz="1200">
                          <a:solidFill>
                            <a:srgbClr val="0683AA"/>
                          </a:solidFill>
                        </a:rPr>
                        <a:t>Nouvelles idées de jeux sérieux avec des bases narratives, applicables à différents contextes bien identifiés</a:t>
                      </a:r>
                    </a:p>
                  </a:txBody>
                  <a:tcPr anchor="ctr"/>
                </a:tc>
                <a:tc>
                  <a:txBody>
                    <a:bodyPr/>
                    <a:lstStyle/>
                    <a:p>
                      <a:r>
                        <a:rPr lang="fr-FR" sz="1200">
                          <a:solidFill>
                            <a:schemeClr val="tx1"/>
                          </a:solidFill>
                        </a:rPr>
                        <a:t>Exemple : </a:t>
                      </a:r>
                      <a:r>
                        <a:rPr lang="fr-FR" sz="1200" i="1">
                          <a:solidFill>
                            <a:schemeClr val="tx1"/>
                          </a:solidFill>
                        </a:rPr>
                        <a:t>J’ai beaucoup d’idées de jeux sérieux, et de contextes à servir, j’aimerais dégrossir mes choix en faisant des choix sur les narratifs qui me plaisent le plus (Mise en situation ? Incarnation ? Changement de milieu ?)</a:t>
                      </a:r>
                    </a:p>
                  </a:txBody>
                  <a:tcPr anchor="ctr"/>
                </a:tc>
                <a:extLst>
                  <a:ext uri="{0D108BD9-81ED-4DB2-BD59-A6C34878D82A}">
                    <a16:rowId xmlns:a16="http://schemas.microsoft.com/office/drawing/2014/main" val="2425142113"/>
                  </a:ext>
                </a:extLst>
              </a:tr>
            </a:tbl>
          </a:graphicData>
        </a:graphic>
      </p:graphicFrame>
      <p:sp>
        <p:nvSpPr>
          <p:cNvPr id="2" name="Titre 1">
            <a:extLst>
              <a:ext uri="{FF2B5EF4-FFF2-40B4-BE49-F238E27FC236}">
                <a16:creationId xmlns:a16="http://schemas.microsoft.com/office/drawing/2014/main" id="{2FB58332-4EFC-45FB-B901-40FA3A27B624}"/>
              </a:ext>
            </a:extLst>
          </p:cNvPr>
          <p:cNvSpPr>
            <a:spLocks noGrp="1"/>
          </p:cNvSpPr>
          <p:nvPr>
            <p:ph type="title"/>
          </p:nvPr>
        </p:nvSpPr>
        <p:spPr/>
        <p:txBody>
          <a:bodyPr/>
          <a:lstStyle/>
          <a:p>
            <a:r>
              <a:rPr lang="fr-FR"/>
              <a:t>Niveaux de difficulté dans l’usage du SNGC</a:t>
            </a:r>
          </a:p>
        </p:txBody>
      </p:sp>
      <p:pic>
        <p:nvPicPr>
          <p:cNvPr id="7" name="Image 6">
            <a:extLst>
              <a:ext uri="{FF2B5EF4-FFF2-40B4-BE49-F238E27FC236}">
                <a16:creationId xmlns:a16="http://schemas.microsoft.com/office/drawing/2014/main" id="{0B2C0792-AEF5-433C-8B4E-E2FD3E981AAF}"/>
              </a:ext>
            </a:extLst>
          </p:cNvPr>
          <p:cNvPicPr>
            <a:picLocks noChangeAspect="1"/>
          </p:cNvPicPr>
          <p:nvPr/>
        </p:nvPicPr>
        <p:blipFill>
          <a:blip r:embed="rId2"/>
          <a:stretch>
            <a:fillRect/>
          </a:stretch>
        </p:blipFill>
        <p:spPr>
          <a:xfrm>
            <a:off x="4295226" y="1682191"/>
            <a:ext cx="1314811" cy="732863"/>
          </a:xfrm>
          <a:prstGeom prst="rect">
            <a:avLst/>
          </a:prstGeom>
          <a:ln>
            <a:solidFill>
              <a:schemeClr val="tx1"/>
            </a:solidFill>
          </a:ln>
        </p:spPr>
      </p:pic>
      <p:pic>
        <p:nvPicPr>
          <p:cNvPr id="8" name="Graphique 7" descr="Pièces de puzzle avec un remplissage uni">
            <a:extLst>
              <a:ext uri="{FF2B5EF4-FFF2-40B4-BE49-F238E27FC236}">
                <a16:creationId xmlns:a16="http://schemas.microsoft.com/office/drawing/2014/main" id="{25C0EA52-003C-44A8-8315-1B25DA6A35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96815" y="1574961"/>
            <a:ext cx="795829" cy="795829"/>
          </a:xfrm>
          <a:prstGeom prst="rect">
            <a:avLst/>
          </a:prstGeom>
        </p:spPr>
      </p:pic>
      <p:sp>
        <p:nvSpPr>
          <p:cNvPr id="9" name="Signe Plus 8">
            <a:extLst>
              <a:ext uri="{FF2B5EF4-FFF2-40B4-BE49-F238E27FC236}">
                <a16:creationId xmlns:a16="http://schemas.microsoft.com/office/drawing/2014/main" id="{82CF75D6-2669-4E9F-8791-A3FEE7648273}"/>
              </a:ext>
            </a:extLst>
          </p:cNvPr>
          <p:cNvSpPr/>
          <p:nvPr/>
        </p:nvSpPr>
        <p:spPr>
          <a:xfrm>
            <a:off x="3607359" y="1882108"/>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2" name="ZoneTexte 11">
            <a:extLst>
              <a:ext uri="{FF2B5EF4-FFF2-40B4-BE49-F238E27FC236}">
                <a16:creationId xmlns:a16="http://schemas.microsoft.com/office/drawing/2014/main" id="{6E0DAFBB-827F-49BC-9A0F-79DD2EECE850}"/>
              </a:ext>
            </a:extLst>
          </p:cNvPr>
          <p:cNvSpPr txBox="1"/>
          <p:nvPr/>
        </p:nvSpPr>
        <p:spPr>
          <a:xfrm>
            <a:off x="2696241" y="2277949"/>
            <a:ext cx="945890" cy="401881"/>
          </a:xfrm>
          <a:prstGeom prst="rect">
            <a:avLst/>
          </a:prstGeom>
          <a:noFill/>
        </p:spPr>
        <p:txBody>
          <a:bodyPr wrap="square">
            <a:spAutoFit/>
          </a:bodyPr>
          <a:lstStyle/>
          <a:p>
            <a:pPr marL="0" indent="0" algn="ctr">
              <a:buNone/>
            </a:pPr>
            <a:r>
              <a:rPr lang="fr-FR" sz="1100">
                <a:solidFill>
                  <a:srgbClr val="0683AA"/>
                </a:solidFill>
              </a:rPr>
              <a:t>Jeu sérieux déjà existant</a:t>
            </a:r>
          </a:p>
        </p:txBody>
      </p:sp>
      <p:pic>
        <p:nvPicPr>
          <p:cNvPr id="15" name="Image 14">
            <a:extLst>
              <a:ext uri="{FF2B5EF4-FFF2-40B4-BE49-F238E27FC236}">
                <a16:creationId xmlns:a16="http://schemas.microsoft.com/office/drawing/2014/main" id="{6A816E5F-3ECA-4234-A2B7-FF7572EC7D7B}"/>
              </a:ext>
            </a:extLst>
          </p:cNvPr>
          <p:cNvPicPr>
            <a:picLocks noChangeAspect="1"/>
          </p:cNvPicPr>
          <p:nvPr/>
        </p:nvPicPr>
        <p:blipFill>
          <a:blip r:embed="rId2"/>
          <a:stretch>
            <a:fillRect/>
          </a:stretch>
        </p:blipFill>
        <p:spPr>
          <a:xfrm>
            <a:off x="4293660" y="2890288"/>
            <a:ext cx="1314811" cy="732863"/>
          </a:xfrm>
          <a:prstGeom prst="rect">
            <a:avLst/>
          </a:prstGeom>
          <a:ln>
            <a:solidFill>
              <a:schemeClr val="tx1"/>
            </a:solidFill>
          </a:ln>
        </p:spPr>
      </p:pic>
      <p:sp>
        <p:nvSpPr>
          <p:cNvPr id="16" name="Signe Plus 15">
            <a:extLst>
              <a:ext uri="{FF2B5EF4-FFF2-40B4-BE49-F238E27FC236}">
                <a16:creationId xmlns:a16="http://schemas.microsoft.com/office/drawing/2014/main" id="{395A9CD9-B5D9-4103-9C2F-1D26A35477E3}"/>
              </a:ext>
            </a:extLst>
          </p:cNvPr>
          <p:cNvSpPr/>
          <p:nvPr/>
        </p:nvSpPr>
        <p:spPr>
          <a:xfrm>
            <a:off x="3603291" y="3072745"/>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pic>
        <p:nvPicPr>
          <p:cNvPr id="18" name="Graphique 17" descr="Mille avec un remplissage uni">
            <a:extLst>
              <a:ext uri="{FF2B5EF4-FFF2-40B4-BE49-F238E27FC236}">
                <a16:creationId xmlns:a16="http://schemas.microsoft.com/office/drawing/2014/main" id="{892FE7DA-24BC-4119-8D88-5AA232ECFC8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60777" y="2769474"/>
            <a:ext cx="636001" cy="636001"/>
          </a:xfrm>
          <a:prstGeom prst="rect">
            <a:avLst/>
          </a:prstGeom>
        </p:spPr>
      </p:pic>
      <p:pic>
        <p:nvPicPr>
          <p:cNvPr id="20" name="Graphique 19" descr="Presse-papiers vérifié avec un remplissage uni">
            <a:extLst>
              <a:ext uri="{FF2B5EF4-FFF2-40B4-BE49-F238E27FC236}">
                <a16:creationId xmlns:a16="http://schemas.microsoft.com/office/drawing/2014/main" id="{2E6BF31F-D377-4B94-B86F-F26F46E5437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14213" y="2769474"/>
            <a:ext cx="732864" cy="732864"/>
          </a:xfrm>
          <a:prstGeom prst="rect">
            <a:avLst/>
          </a:prstGeom>
        </p:spPr>
      </p:pic>
      <p:sp>
        <p:nvSpPr>
          <p:cNvPr id="21" name="Flèche : droite 20">
            <a:extLst>
              <a:ext uri="{FF2B5EF4-FFF2-40B4-BE49-F238E27FC236}">
                <a16:creationId xmlns:a16="http://schemas.microsoft.com/office/drawing/2014/main" id="{7B18D801-DE9A-4B82-B764-01C9097B1222}"/>
              </a:ext>
            </a:extLst>
          </p:cNvPr>
          <p:cNvSpPr/>
          <p:nvPr/>
        </p:nvSpPr>
        <p:spPr>
          <a:xfrm>
            <a:off x="6001967" y="1882108"/>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9C67F2D1-D0D2-4721-9E0F-237E5405D51F}"/>
              </a:ext>
            </a:extLst>
          </p:cNvPr>
          <p:cNvSpPr txBox="1"/>
          <p:nvPr/>
        </p:nvSpPr>
        <p:spPr>
          <a:xfrm>
            <a:off x="1707700" y="3430983"/>
            <a:ext cx="945890" cy="430887"/>
          </a:xfrm>
          <a:prstGeom prst="rect">
            <a:avLst/>
          </a:prstGeom>
          <a:noFill/>
        </p:spPr>
        <p:txBody>
          <a:bodyPr wrap="square">
            <a:spAutoFit/>
          </a:bodyPr>
          <a:lstStyle/>
          <a:p>
            <a:pPr marL="0" indent="0" algn="ctr">
              <a:buNone/>
            </a:pPr>
            <a:r>
              <a:rPr lang="fr-FR" sz="1100">
                <a:solidFill>
                  <a:srgbClr val="0683AA"/>
                </a:solidFill>
              </a:rPr>
              <a:t>Contexte clair</a:t>
            </a:r>
          </a:p>
        </p:txBody>
      </p:sp>
      <p:sp>
        <p:nvSpPr>
          <p:cNvPr id="23" name="ZoneTexte 22">
            <a:extLst>
              <a:ext uri="{FF2B5EF4-FFF2-40B4-BE49-F238E27FC236}">
                <a16:creationId xmlns:a16="http://schemas.microsoft.com/office/drawing/2014/main" id="{07DC7DFC-0659-439F-A876-CE5EF44DDFCB}"/>
              </a:ext>
            </a:extLst>
          </p:cNvPr>
          <p:cNvSpPr txBox="1"/>
          <p:nvPr/>
        </p:nvSpPr>
        <p:spPr>
          <a:xfrm>
            <a:off x="2722652" y="3326720"/>
            <a:ext cx="945890" cy="600164"/>
          </a:xfrm>
          <a:prstGeom prst="rect">
            <a:avLst/>
          </a:prstGeom>
          <a:noFill/>
        </p:spPr>
        <p:txBody>
          <a:bodyPr wrap="square">
            <a:spAutoFit/>
          </a:bodyPr>
          <a:lstStyle/>
          <a:p>
            <a:pPr marL="0" indent="0" algn="ctr">
              <a:buNone/>
            </a:pPr>
            <a:r>
              <a:rPr lang="fr-FR" sz="1100">
                <a:solidFill>
                  <a:srgbClr val="0683AA"/>
                </a:solidFill>
              </a:rPr>
              <a:t>Objectif de jeu sérieux clair</a:t>
            </a:r>
          </a:p>
        </p:txBody>
      </p:sp>
      <p:sp>
        <p:nvSpPr>
          <p:cNvPr id="24" name="Signe Plus 23">
            <a:extLst>
              <a:ext uri="{FF2B5EF4-FFF2-40B4-BE49-F238E27FC236}">
                <a16:creationId xmlns:a16="http://schemas.microsoft.com/office/drawing/2014/main" id="{20CF9DD2-0B69-4099-AF1C-6312F9812B65}"/>
              </a:ext>
            </a:extLst>
          </p:cNvPr>
          <p:cNvSpPr/>
          <p:nvPr/>
        </p:nvSpPr>
        <p:spPr>
          <a:xfrm>
            <a:off x="2455004" y="3075048"/>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25" name="Flèche : droite 24">
            <a:extLst>
              <a:ext uri="{FF2B5EF4-FFF2-40B4-BE49-F238E27FC236}">
                <a16:creationId xmlns:a16="http://schemas.microsoft.com/office/drawing/2014/main" id="{8B19BBDA-98D0-451A-A304-9BF9EA708030}"/>
              </a:ext>
            </a:extLst>
          </p:cNvPr>
          <p:cNvSpPr/>
          <p:nvPr/>
        </p:nvSpPr>
        <p:spPr>
          <a:xfrm>
            <a:off x="6001968" y="3093675"/>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Image 25">
            <a:extLst>
              <a:ext uri="{FF2B5EF4-FFF2-40B4-BE49-F238E27FC236}">
                <a16:creationId xmlns:a16="http://schemas.microsoft.com/office/drawing/2014/main" id="{0C5AAA45-F671-4CC9-84D4-F5A1F446EA36}"/>
              </a:ext>
            </a:extLst>
          </p:cNvPr>
          <p:cNvPicPr>
            <a:picLocks noChangeAspect="1"/>
          </p:cNvPicPr>
          <p:nvPr/>
        </p:nvPicPr>
        <p:blipFill>
          <a:blip r:embed="rId2"/>
          <a:stretch>
            <a:fillRect/>
          </a:stretch>
        </p:blipFill>
        <p:spPr>
          <a:xfrm>
            <a:off x="4293660" y="4095848"/>
            <a:ext cx="1314811" cy="732863"/>
          </a:xfrm>
          <a:prstGeom prst="rect">
            <a:avLst/>
          </a:prstGeom>
          <a:ln>
            <a:solidFill>
              <a:schemeClr val="tx1"/>
            </a:solidFill>
          </a:ln>
        </p:spPr>
      </p:pic>
      <p:sp>
        <p:nvSpPr>
          <p:cNvPr id="27" name="Signe Plus 26">
            <a:extLst>
              <a:ext uri="{FF2B5EF4-FFF2-40B4-BE49-F238E27FC236}">
                <a16:creationId xmlns:a16="http://schemas.microsoft.com/office/drawing/2014/main" id="{B45B164C-C302-4209-9A28-36682D3BFB0B}"/>
              </a:ext>
            </a:extLst>
          </p:cNvPr>
          <p:cNvSpPr/>
          <p:nvPr/>
        </p:nvSpPr>
        <p:spPr>
          <a:xfrm>
            <a:off x="3603291" y="4278305"/>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pic>
        <p:nvPicPr>
          <p:cNvPr id="28" name="Graphique 27" descr="Presse-papiers vérifié avec un remplissage uni">
            <a:extLst>
              <a:ext uri="{FF2B5EF4-FFF2-40B4-BE49-F238E27FC236}">
                <a16:creationId xmlns:a16="http://schemas.microsoft.com/office/drawing/2014/main" id="{9223D516-8CDD-4602-B7CA-EFD9431A7B3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14213" y="3975034"/>
            <a:ext cx="732864" cy="732864"/>
          </a:xfrm>
          <a:prstGeom prst="rect">
            <a:avLst/>
          </a:prstGeom>
        </p:spPr>
      </p:pic>
      <p:sp>
        <p:nvSpPr>
          <p:cNvPr id="29" name="ZoneTexte 28">
            <a:extLst>
              <a:ext uri="{FF2B5EF4-FFF2-40B4-BE49-F238E27FC236}">
                <a16:creationId xmlns:a16="http://schemas.microsoft.com/office/drawing/2014/main" id="{EB624E27-4029-4F6B-9307-DD2ACF51F5A4}"/>
              </a:ext>
            </a:extLst>
          </p:cNvPr>
          <p:cNvSpPr txBox="1"/>
          <p:nvPr/>
        </p:nvSpPr>
        <p:spPr>
          <a:xfrm>
            <a:off x="1707700" y="4636543"/>
            <a:ext cx="945890" cy="430887"/>
          </a:xfrm>
          <a:prstGeom prst="rect">
            <a:avLst/>
          </a:prstGeom>
          <a:noFill/>
        </p:spPr>
        <p:txBody>
          <a:bodyPr wrap="square">
            <a:spAutoFit/>
          </a:bodyPr>
          <a:lstStyle/>
          <a:p>
            <a:pPr marL="0" indent="0" algn="ctr">
              <a:buNone/>
            </a:pPr>
            <a:r>
              <a:rPr lang="fr-FR" sz="1100">
                <a:solidFill>
                  <a:srgbClr val="0683AA"/>
                </a:solidFill>
              </a:rPr>
              <a:t>Contexte clair</a:t>
            </a:r>
          </a:p>
        </p:txBody>
      </p:sp>
      <p:sp>
        <p:nvSpPr>
          <p:cNvPr id="30" name="Flèche : droite 29">
            <a:extLst>
              <a:ext uri="{FF2B5EF4-FFF2-40B4-BE49-F238E27FC236}">
                <a16:creationId xmlns:a16="http://schemas.microsoft.com/office/drawing/2014/main" id="{15E55BFE-85EF-4CD1-836A-88743D132D62}"/>
              </a:ext>
            </a:extLst>
          </p:cNvPr>
          <p:cNvSpPr/>
          <p:nvPr/>
        </p:nvSpPr>
        <p:spPr>
          <a:xfrm>
            <a:off x="6001967" y="4341466"/>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1" name="Image 30">
            <a:extLst>
              <a:ext uri="{FF2B5EF4-FFF2-40B4-BE49-F238E27FC236}">
                <a16:creationId xmlns:a16="http://schemas.microsoft.com/office/drawing/2014/main" id="{1819D755-82CF-4F27-94F6-030755E285EC}"/>
              </a:ext>
            </a:extLst>
          </p:cNvPr>
          <p:cNvPicPr>
            <a:picLocks noChangeAspect="1"/>
          </p:cNvPicPr>
          <p:nvPr/>
        </p:nvPicPr>
        <p:blipFill>
          <a:blip r:embed="rId2"/>
          <a:stretch>
            <a:fillRect/>
          </a:stretch>
        </p:blipFill>
        <p:spPr>
          <a:xfrm>
            <a:off x="4292962" y="5265634"/>
            <a:ext cx="1314811" cy="732863"/>
          </a:xfrm>
          <a:prstGeom prst="rect">
            <a:avLst/>
          </a:prstGeom>
          <a:ln>
            <a:solidFill>
              <a:schemeClr val="tx1"/>
            </a:solidFill>
          </a:ln>
        </p:spPr>
      </p:pic>
      <p:sp>
        <p:nvSpPr>
          <p:cNvPr id="32" name="Flèche : droite 31">
            <a:extLst>
              <a:ext uri="{FF2B5EF4-FFF2-40B4-BE49-F238E27FC236}">
                <a16:creationId xmlns:a16="http://schemas.microsoft.com/office/drawing/2014/main" id="{788675E2-D72A-463E-B2AA-C70E8E9B8FA9}"/>
              </a:ext>
            </a:extLst>
          </p:cNvPr>
          <p:cNvSpPr/>
          <p:nvPr/>
        </p:nvSpPr>
        <p:spPr>
          <a:xfrm>
            <a:off x="6001967" y="5482079"/>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4" name="Graphique 33" descr="Lumières allumées avec un remplissage uni">
            <a:extLst>
              <a:ext uri="{FF2B5EF4-FFF2-40B4-BE49-F238E27FC236}">
                <a16:creationId xmlns:a16="http://schemas.microsoft.com/office/drawing/2014/main" id="{AB3EF160-ADA4-450B-9B54-1EFA006B8BE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40055" y="5099311"/>
            <a:ext cx="802076" cy="802076"/>
          </a:xfrm>
          <a:prstGeom prst="rect">
            <a:avLst/>
          </a:prstGeom>
        </p:spPr>
      </p:pic>
      <p:sp>
        <p:nvSpPr>
          <p:cNvPr id="35" name="Signe Plus 34">
            <a:extLst>
              <a:ext uri="{FF2B5EF4-FFF2-40B4-BE49-F238E27FC236}">
                <a16:creationId xmlns:a16="http://schemas.microsoft.com/office/drawing/2014/main" id="{A96F90C5-6FDC-4ED2-96BC-5ED8DE45DDC5}"/>
              </a:ext>
            </a:extLst>
          </p:cNvPr>
          <p:cNvSpPr/>
          <p:nvPr/>
        </p:nvSpPr>
        <p:spPr>
          <a:xfrm>
            <a:off x="3622289" y="5434144"/>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36" name="ZoneTexte 35">
            <a:extLst>
              <a:ext uri="{FF2B5EF4-FFF2-40B4-BE49-F238E27FC236}">
                <a16:creationId xmlns:a16="http://schemas.microsoft.com/office/drawing/2014/main" id="{1BA1105C-839C-462C-86FB-EE6CD0B90437}"/>
              </a:ext>
            </a:extLst>
          </p:cNvPr>
          <p:cNvSpPr txBox="1"/>
          <p:nvPr/>
        </p:nvSpPr>
        <p:spPr>
          <a:xfrm>
            <a:off x="2794559" y="5856952"/>
            <a:ext cx="945890" cy="430887"/>
          </a:xfrm>
          <a:prstGeom prst="rect">
            <a:avLst/>
          </a:prstGeom>
          <a:noFill/>
        </p:spPr>
        <p:txBody>
          <a:bodyPr wrap="square">
            <a:spAutoFit/>
          </a:bodyPr>
          <a:lstStyle/>
          <a:p>
            <a:pPr marL="0" indent="0" algn="ctr">
              <a:buNone/>
            </a:pPr>
            <a:r>
              <a:rPr lang="fr-FR" sz="1100">
                <a:solidFill>
                  <a:srgbClr val="0683AA"/>
                </a:solidFill>
              </a:rPr>
              <a:t>Idées de jeu sérieux</a:t>
            </a:r>
          </a:p>
        </p:txBody>
      </p:sp>
      <p:pic>
        <p:nvPicPr>
          <p:cNvPr id="37" name="Graphique 36" descr="Lumières allumées avec un remplissage uni">
            <a:extLst>
              <a:ext uri="{FF2B5EF4-FFF2-40B4-BE49-F238E27FC236}">
                <a16:creationId xmlns:a16="http://schemas.microsoft.com/office/drawing/2014/main" id="{B9D53C56-44AA-4C97-8609-268C18B1301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96922" y="5106329"/>
            <a:ext cx="802076" cy="802076"/>
          </a:xfrm>
          <a:prstGeom prst="rect">
            <a:avLst/>
          </a:prstGeom>
        </p:spPr>
      </p:pic>
      <p:sp>
        <p:nvSpPr>
          <p:cNvPr id="38" name="Signe Plus 37">
            <a:extLst>
              <a:ext uri="{FF2B5EF4-FFF2-40B4-BE49-F238E27FC236}">
                <a16:creationId xmlns:a16="http://schemas.microsoft.com/office/drawing/2014/main" id="{C65DFB84-9C99-49AE-8732-293F0913EBA6}"/>
              </a:ext>
            </a:extLst>
          </p:cNvPr>
          <p:cNvSpPr/>
          <p:nvPr/>
        </p:nvSpPr>
        <p:spPr>
          <a:xfrm>
            <a:off x="2511685" y="5382555"/>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39" name="ZoneTexte 38">
            <a:extLst>
              <a:ext uri="{FF2B5EF4-FFF2-40B4-BE49-F238E27FC236}">
                <a16:creationId xmlns:a16="http://schemas.microsoft.com/office/drawing/2014/main" id="{DA99AD87-0F26-48C1-A928-6003951DC4E9}"/>
              </a:ext>
            </a:extLst>
          </p:cNvPr>
          <p:cNvSpPr txBox="1"/>
          <p:nvPr/>
        </p:nvSpPr>
        <p:spPr>
          <a:xfrm>
            <a:off x="1723479" y="5838550"/>
            <a:ext cx="945890" cy="430887"/>
          </a:xfrm>
          <a:prstGeom prst="rect">
            <a:avLst/>
          </a:prstGeom>
          <a:noFill/>
        </p:spPr>
        <p:txBody>
          <a:bodyPr wrap="square">
            <a:spAutoFit/>
          </a:bodyPr>
          <a:lstStyle/>
          <a:p>
            <a:pPr marL="0" indent="0" algn="ctr">
              <a:buNone/>
            </a:pPr>
            <a:r>
              <a:rPr lang="fr-FR" sz="1100">
                <a:solidFill>
                  <a:srgbClr val="0683AA"/>
                </a:solidFill>
              </a:rPr>
              <a:t>Idées de contextes</a:t>
            </a:r>
          </a:p>
        </p:txBody>
      </p:sp>
      <p:sp>
        <p:nvSpPr>
          <p:cNvPr id="40" name="Signe Plus 39">
            <a:extLst>
              <a:ext uri="{FF2B5EF4-FFF2-40B4-BE49-F238E27FC236}">
                <a16:creationId xmlns:a16="http://schemas.microsoft.com/office/drawing/2014/main" id="{696FC2D0-AB3D-4F7F-8984-D07448080C28}"/>
              </a:ext>
            </a:extLst>
          </p:cNvPr>
          <p:cNvSpPr/>
          <p:nvPr/>
        </p:nvSpPr>
        <p:spPr>
          <a:xfrm>
            <a:off x="2455004" y="4249867"/>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pic>
        <p:nvPicPr>
          <p:cNvPr id="41" name="Graphique 40" descr="Lumières allumées avec un remplissage uni">
            <a:extLst>
              <a:ext uri="{FF2B5EF4-FFF2-40B4-BE49-F238E27FC236}">
                <a16:creationId xmlns:a16="http://schemas.microsoft.com/office/drawing/2014/main" id="{F0393367-F67D-4EF8-B7DF-C44C4446D6E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05206" y="3914713"/>
            <a:ext cx="802076" cy="802076"/>
          </a:xfrm>
          <a:prstGeom prst="rect">
            <a:avLst/>
          </a:prstGeom>
        </p:spPr>
      </p:pic>
      <p:sp>
        <p:nvSpPr>
          <p:cNvPr id="42" name="ZoneTexte 41">
            <a:extLst>
              <a:ext uri="{FF2B5EF4-FFF2-40B4-BE49-F238E27FC236}">
                <a16:creationId xmlns:a16="http://schemas.microsoft.com/office/drawing/2014/main" id="{23AFF3C0-0FAD-45CF-AA48-D7A1B59E50DE}"/>
              </a:ext>
            </a:extLst>
          </p:cNvPr>
          <p:cNvSpPr txBox="1"/>
          <p:nvPr/>
        </p:nvSpPr>
        <p:spPr>
          <a:xfrm>
            <a:off x="2734092" y="4634359"/>
            <a:ext cx="945890" cy="430887"/>
          </a:xfrm>
          <a:prstGeom prst="rect">
            <a:avLst/>
          </a:prstGeom>
          <a:noFill/>
        </p:spPr>
        <p:txBody>
          <a:bodyPr wrap="square">
            <a:spAutoFit/>
          </a:bodyPr>
          <a:lstStyle/>
          <a:p>
            <a:pPr marL="0" indent="0" algn="ctr">
              <a:buNone/>
            </a:pPr>
            <a:r>
              <a:rPr lang="fr-FR" sz="1100">
                <a:solidFill>
                  <a:srgbClr val="0683AA"/>
                </a:solidFill>
              </a:rPr>
              <a:t>Idées d’objectifs</a:t>
            </a:r>
          </a:p>
        </p:txBody>
      </p:sp>
    </p:spTree>
    <p:extLst>
      <p:ext uri="{BB962C8B-B14F-4D97-AF65-F5344CB8AC3E}">
        <p14:creationId xmlns:p14="http://schemas.microsoft.com/office/powerpoint/2010/main" val="1971813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B58332-4EFC-45FB-B901-40FA3A27B624}"/>
              </a:ext>
            </a:extLst>
          </p:cNvPr>
          <p:cNvSpPr>
            <a:spLocks noGrp="1"/>
          </p:cNvSpPr>
          <p:nvPr>
            <p:ph type="title"/>
          </p:nvPr>
        </p:nvSpPr>
        <p:spPr/>
        <p:txBody>
          <a:bodyPr/>
          <a:lstStyle/>
          <a:p>
            <a:pPr algn="r"/>
            <a:r>
              <a:rPr lang="fr-FR"/>
              <a:t>Le canva en ateliers collectifs</a:t>
            </a:r>
          </a:p>
        </p:txBody>
      </p:sp>
      <p:sp>
        <p:nvSpPr>
          <p:cNvPr id="4" name="ZoneTexte 3">
            <a:extLst>
              <a:ext uri="{FF2B5EF4-FFF2-40B4-BE49-F238E27FC236}">
                <a16:creationId xmlns:a16="http://schemas.microsoft.com/office/drawing/2014/main" id="{D9D6B615-71F7-4BF8-86EF-446262329060}"/>
              </a:ext>
            </a:extLst>
          </p:cNvPr>
          <p:cNvSpPr txBox="1"/>
          <p:nvPr/>
        </p:nvSpPr>
        <p:spPr>
          <a:xfrm>
            <a:off x="1093810" y="445567"/>
            <a:ext cx="2579281" cy="1358250"/>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1 Canva - Cadre</a:t>
            </a:r>
            <a:endParaRPr lang="fr-FR"/>
          </a:p>
          <a:p>
            <a:endParaRPr lang="fr-FR" sz="1200"/>
          </a:p>
          <a:p>
            <a:r>
              <a:rPr lang="fr-FR" sz="1200"/>
              <a:t>Remplir le canva en intelligence collective en ayant dessiné le cadre au </a:t>
            </a:r>
            <a:r>
              <a:rPr lang="fr-FR" sz="1200" dirty="0"/>
              <a:t>préalable ou directement avec des post-it sur un mur.</a:t>
            </a:r>
            <a:endParaRPr lang="fr-FR" sz="1200" dirty="0">
              <a:cs typeface="Calibri"/>
            </a:endParaRPr>
          </a:p>
        </p:txBody>
      </p:sp>
      <p:sp>
        <p:nvSpPr>
          <p:cNvPr id="5" name="ZoneTexte 4">
            <a:extLst>
              <a:ext uri="{FF2B5EF4-FFF2-40B4-BE49-F238E27FC236}">
                <a16:creationId xmlns:a16="http://schemas.microsoft.com/office/drawing/2014/main" id="{9A90333A-C5E9-4CBA-8872-B2B321EBAE7B}"/>
              </a:ext>
            </a:extLst>
          </p:cNvPr>
          <p:cNvSpPr txBox="1"/>
          <p:nvPr/>
        </p:nvSpPr>
        <p:spPr>
          <a:xfrm>
            <a:off x="693270" y="1951442"/>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PERSONNAGES</a:t>
            </a:r>
            <a:endParaRPr lang="fr-FR" sz="1400"/>
          </a:p>
        </p:txBody>
      </p:sp>
      <p:sp>
        <p:nvSpPr>
          <p:cNvPr id="45" name="ZoneTexte 44">
            <a:extLst>
              <a:ext uri="{FF2B5EF4-FFF2-40B4-BE49-F238E27FC236}">
                <a16:creationId xmlns:a16="http://schemas.microsoft.com/office/drawing/2014/main" id="{FA5AAB4A-6BAB-491B-B2E3-A65EC65C4B34}"/>
              </a:ext>
            </a:extLst>
          </p:cNvPr>
          <p:cNvSpPr txBox="1"/>
          <p:nvPr/>
        </p:nvSpPr>
        <p:spPr>
          <a:xfrm>
            <a:off x="2356791" y="1951442"/>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MILIEU</a:t>
            </a:r>
            <a:endParaRPr lang="fr-FR"/>
          </a:p>
        </p:txBody>
      </p:sp>
      <p:sp>
        <p:nvSpPr>
          <p:cNvPr id="46" name="ZoneTexte 45">
            <a:extLst>
              <a:ext uri="{FF2B5EF4-FFF2-40B4-BE49-F238E27FC236}">
                <a16:creationId xmlns:a16="http://schemas.microsoft.com/office/drawing/2014/main" id="{9C9AF71A-D711-4C88-A386-4296D7B0DA7E}"/>
              </a:ext>
            </a:extLst>
          </p:cNvPr>
          <p:cNvSpPr txBox="1"/>
          <p:nvPr/>
        </p:nvSpPr>
        <p:spPr>
          <a:xfrm>
            <a:off x="682537" y="4301836"/>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SITUATIONS</a:t>
            </a:r>
            <a:endParaRPr lang="fr-FR"/>
          </a:p>
        </p:txBody>
      </p:sp>
      <p:sp>
        <p:nvSpPr>
          <p:cNvPr id="47" name="ZoneTexte 46">
            <a:extLst>
              <a:ext uri="{FF2B5EF4-FFF2-40B4-BE49-F238E27FC236}">
                <a16:creationId xmlns:a16="http://schemas.microsoft.com/office/drawing/2014/main" id="{AE66C450-44D6-4386-8699-14AB0325A37A}"/>
              </a:ext>
            </a:extLst>
          </p:cNvPr>
          <p:cNvSpPr txBox="1"/>
          <p:nvPr/>
        </p:nvSpPr>
        <p:spPr>
          <a:xfrm>
            <a:off x="2346058" y="4301836"/>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ACTIONS</a:t>
            </a:r>
            <a:endParaRPr lang="fr-FR"/>
          </a:p>
        </p:txBody>
      </p:sp>
      <p:sp>
        <p:nvSpPr>
          <p:cNvPr id="49" name="ZoneTexte 48">
            <a:extLst>
              <a:ext uri="{FF2B5EF4-FFF2-40B4-BE49-F238E27FC236}">
                <a16:creationId xmlns:a16="http://schemas.microsoft.com/office/drawing/2014/main" id="{2B390662-0748-47FB-82C4-C3B42E48A9C3}"/>
              </a:ext>
            </a:extLst>
          </p:cNvPr>
          <p:cNvSpPr txBox="1"/>
          <p:nvPr/>
        </p:nvSpPr>
        <p:spPr>
          <a:xfrm>
            <a:off x="693270" y="2724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Gabrielle étudiante </a:t>
            </a:r>
            <a:endParaRPr lang="fr-FR" sz="1400" b="1">
              <a:cs typeface="Calibri"/>
            </a:endParaRPr>
          </a:p>
        </p:txBody>
      </p:sp>
      <p:sp>
        <p:nvSpPr>
          <p:cNvPr id="50" name="ZoneTexte 49">
            <a:extLst>
              <a:ext uri="{FF2B5EF4-FFF2-40B4-BE49-F238E27FC236}">
                <a16:creationId xmlns:a16="http://schemas.microsoft.com/office/drawing/2014/main" id="{E4D6D2E0-7A13-4F29-B767-629FF6898F1B}"/>
              </a:ext>
            </a:extLst>
          </p:cNvPr>
          <p:cNvSpPr txBox="1"/>
          <p:nvPr/>
        </p:nvSpPr>
        <p:spPr>
          <a:xfrm>
            <a:off x="2356791" y="2724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cs typeface="Calibri"/>
              </a:rPr>
              <a:t>Contemporain</a:t>
            </a:r>
            <a:endParaRPr lang="fr-FR"/>
          </a:p>
        </p:txBody>
      </p:sp>
      <p:sp>
        <p:nvSpPr>
          <p:cNvPr id="51" name="ZoneTexte 50">
            <a:extLst>
              <a:ext uri="{FF2B5EF4-FFF2-40B4-BE49-F238E27FC236}">
                <a16:creationId xmlns:a16="http://schemas.microsoft.com/office/drawing/2014/main" id="{CE82A7A7-C1A5-4F46-BAE4-219CE29DDDE0}"/>
              </a:ext>
            </a:extLst>
          </p:cNvPr>
          <p:cNvSpPr txBox="1"/>
          <p:nvPr/>
        </p:nvSpPr>
        <p:spPr>
          <a:xfrm>
            <a:off x="682537" y="3486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Peter traiteur</a:t>
            </a:r>
            <a:endParaRPr lang="fr-FR"/>
          </a:p>
        </p:txBody>
      </p:sp>
      <p:sp>
        <p:nvSpPr>
          <p:cNvPr id="52" name="ZoneTexte 51">
            <a:extLst>
              <a:ext uri="{FF2B5EF4-FFF2-40B4-BE49-F238E27FC236}">
                <a16:creationId xmlns:a16="http://schemas.microsoft.com/office/drawing/2014/main" id="{2512130B-A593-4ADC-AC74-CAEEEF893EAD}"/>
              </a:ext>
            </a:extLst>
          </p:cNvPr>
          <p:cNvSpPr txBox="1"/>
          <p:nvPr/>
        </p:nvSpPr>
        <p:spPr>
          <a:xfrm>
            <a:off x="2346058" y="3486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ea typeface="+mn-lt"/>
                <a:cs typeface="+mn-lt"/>
              </a:rPr>
              <a:t>Restaurant en ville et parc</a:t>
            </a:r>
            <a:endParaRPr lang="fr-FR" sz="1400">
              <a:ea typeface="+mn-lt"/>
              <a:cs typeface="+mn-lt"/>
            </a:endParaRPr>
          </a:p>
          <a:p>
            <a:pPr algn="ctr"/>
            <a:endParaRPr lang="fr-FR" sz="1400" b="1" dirty="0">
              <a:cs typeface="Calibri"/>
            </a:endParaRPr>
          </a:p>
        </p:txBody>
      </p:sp>
      <p:sp>
        <p:nvSpPr>
          <p:cNvPr id="53" name="ZoneTexte 52">
            <a:extLst>
              <a:ext uri="{FF2B5EF4-FFF2-40B4-BE49-F238E27FC236}">
                <a16:creationId xmlns:a16="http://schemas.microsoft.com/office/drawing/2014/main" id="{EA35144F-FFD0-415D-A858-25B17406E075}"/>
              </a:ext>
            </a:extLst>
          </p:cNvPr>
          <p:cNvSpPr txBox="1"/>
          <p:nvPr/>
        </p:nvSpPr>
        <p:spPr>
          <a:xfrm>
            <a:off x="671805" y="5063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Fermeture de la fac</a:t>
            </a:r>
            <a:endParaRPr lang="fr-FR"/>
          </a:p>
        </p:txBody>
      </p:sp>
      <p:sp>
        <p:nvSpPr>
          <p:cNvPr id="54" name="ZoneTexte 53">
            <a:extLst>
              <a:ext uri="{FF2B5EF4-FFF2-40B4-BE49-F238E27FC236}">
                <a16:creationId xmlns:a16="http://schemas.microsoft.com/office/drawing/2014/main" id="{1428D4E8-7513-47C7-865C-3EBCE349B118}"/>
              </a:ext>
            </a:extLst>
          </p:cNvPr>
          <p:cNvSpPr txBox="1"/>
          <p:nvPr/>
        </p:nvSpPr>
        <p:spPr>
          <a:xfrm>
            <a:off x="2335326" y="5063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Rencontre</a:t>
            </a:r>
            <a:endParaRPr lang="fr-FR"/>
          </a:p>
        </p:txBody>
      </p:sp>
      <p:sp>
        <p:nvSpPr>
          <p:cNvPr id="55" name="ZoneTexte 54">
            <a:extLst>
              <a:ext uri="{FF2B5EF4-FFF2-40B4-BE49-F238E27FC236}">
                <a16:creationId xmlns:a16="http://schemas.microsoft.com/office/drawing/2014/main" id="{7736169A-02AF-487B-8FD7-9782943E758D}"/>
              </a:ext>
            </a:extLst>
          </p:cNvPr>
          <p:cNvSpPr txBox="1"/>
          <p:nvPr/>
        </p:nvSpPr>
        <p:spPr>
          <a:xfrm>
            <a:off x="661072" y="5825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ea typeface="+mn-lt"/>
                <a:cs typeface="+mn-lt"/>
              </a:rPr>
              <a:t>Fermeture des restaurants</a:t>
            </a:r>
            <a:endParaRPr lang="fr-FR"/>
          </a:p>
        </p:txBody>
      </p:sp>
      <p:sp>
        <p:nvSpPr>
          <p:cNvPr id="56" name="ZoneTexte 55">
            <a:extLst>
              <a:ext uri="{FF2B5EF4-FFF2-40B4-BE49-F238E27FC236}">
                <a16:creationId xmlns:a16="http://schemas.microsoft.com/office/drawing/2014/main" id="{56070FD9-0BD5-430D-B384-FF1F3F543006}"/>
              </a:ext>
            </a:extLst>
          </p:cNvPr>
          <p:cNvSpPr txBox="1"/>
          <p:nvPr/>
        </p:nvSpPr>
        <p:spPr>
          <a:xfrm>
            <a:off x="2324593" y="5825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Création de start up</a:t>
            </a:r>
            <a:endParaRPr lang="fr-FR" sz="1400" b="1">
              <a:cs typeface="Calibri"/>
            </a:endParaRPr>
          </a:p>
        </p:txBody>
      </p:sp>
      <p:sp>
        <p:nvSpPr>
          <p:cNvPr id="17" name="ZoneTexte 16">
            <a:extLst>
              <a:ext uri="{FF2B5EF4-FFF2-40B4-BE49-F238E27FC236}">
                <a16:creationId xmlns:a16="http://schemas.microsoft.com/office/drawing/2014/main" id="{80F406E3-02B4-4E54-AD4E-EDD16461209B}"/>
              </a:ext>
            </a:extLst>
          </p:cNvPr>
          <p:cNvSpPr txBox="1"/>
          <p:nvPr/>
        </p:nvSpPr>
        <p:spPr>
          <a:xfrm>
            <a:off x="6706852" y="4856581"/>
            <a:ext cx="5423364" cy="1755348"/>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2 Canva – Storyboard :</a:t>
            </a:r>
            <a:r>
              <a:rPr lang="fr-FR" sz="1200" b="1" dirty="0">
                <a:cs typeface="Calibri"/>
              </a:rPr>
              <a:t> </a:t>
            </a:r>
            <a:r>
              <a:rPr lang="fr-FR" sz="1200">
                <a:cs typeface="Calibri"/>
              </a:rPr>
              <a:t>Pour visualiser les grandes lignes en dessins et mots-clefs.</a:t>
            </a:r>
            <a:endParaRPr lang="fr-FR" sz="1200"/>
          </a:p>
          <a:p>
            <a:endParaRPr lang="fr-FR" sz="1200" dirty="0">
              <a:ea typeface="+mn-lt"/>
              <a:cs typeface="+mn-lt"/>
            </a:endParaRPr>
          </a:p>
          <a:p>
            <a:r>
              <a:rPr lang="fr-FR" sz="1200" dirty="0">
                <a:ea typeface="+mn-lt"/>
                <a:cs typeface="+mn-lt"/>
              </a:rPr>
              <a:t>Des approches différentes : Beaucoup d’auteurs conseillent de commencer par la fin. Si vous avez le début sans aucune idée de la fin, vous allez beaucoup improviser et les dénouements sont multiples. Si vous commencez par la fin, vous connaissez vos objectifs et vous chercherez les moyens d’y arriver. Dans les 2 cas, ce qui se passe au milieu est plus facile à écrire en dernier. On rejoint les 2 bouts </a:t>
            </a:r>
            <a:r>
              <a:rPr lang="fr-FR" sz="1200">
                <a:ea typeface="+mn-lt"/>
                <a:cs typeface="+mn-lt"/>
              </a:rPr>
              <a:t>en y ajoutant souvent les actions, événements perturbateurs.</a:t>
            </a:r>
            <a:endParaRPr lang="fr-FR">
              <a:cs typeface="Calibri"/>
            </a:endParaRPr>
          </a:p>
        </p:txBody>
      </p:sp>
      <p:sp>
        <p:nvSpPr>
          <p:cNvPr id="18" name="ZoneTexte 17">
            <a:extLst>
              <a:ext uri="{FF2B5EF4-FFF2-40B4-BE49-F238E27FC236}">
                <a16:creationId xmlns:a16="http://schemas.microsoft.com/office/drawing/2014/main" id="{A9D26EED-A70F-4E0C-9B2A-815CD832CAA1}"/>
              </a:ext>
            </a:extLst>
          </p:cNvPr>
          <p:cNvSpPr txBox="1"/>
          <p:nvPr/>
        </p:nvSpPr>
        <p:spPr>
          <a:xfrm>
            <a:off x="8753299" y="2681245"/>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2 DEBUT</a:t>
            </a:r>
            <a:endParaRPr lang="fr-FR"/>
          </a:p>
        </p:txBody>
      </p:sp>
      <p:sp>
        <p:nvSpPr>
          <p:cNvPr id="19" name="ZoneTexte 18">
            <a:extLst>
              <a:ext uri="{FF2B5EF4-FFF2-40B4-BE49-F238E27FC236}">
                <a16:creationId xmlns:a16="http://schemas.microsoft.com/office/drawing/2014/main" id="{3CEE61C8-B4AE-4EAA-ABAD-81EE62FB252B}"/>
              </a:ext>
            </a:extLst>
          </p:cNvPr>
          <p:cNvSpPr txBox="1"/>
          <p:nvPr/>
        </p:nvSpPr>
        <p:spPr>
          <a:xfrm>
            <a:off x="7046848" y="2681245"/>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1 FIN</a:t>
            </a:r>
            <a:endParaRPr lang="fr-FR"/>
          </a:p>
        </p:txBody>
      </p:sp>
      <p:sp>
        <p:nvSpPr>
          <p:cNvPr id="20" name="ZoneTexte 19">
            <a:extLst>
              <a:ext uri="{FF2B5EF4-FFF2-40B4-BE49-F238E27FC236}">
                <a16:creationId xmlns:a16="http://schemas.microsoft.com/office/drawing/2014/main" id="{4993316F-2B76-409B-B6BB-0C2FD4933C2B}"/>
              </a:ext>
            </a:extLst>
          </p:cNvPr>
          <p:cNvSpPr txBox="1"/>
          <p:nvPr/>
        </p:nvSpPr>
        <p:spPr>
          <a:xfrm>
            <a:off x="10449016" y="2681245"/>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3 TRANSITION</a:t>
            </a:r>
            <a:endParaRPr lang="fr-FR"/>
          </a:p>
        </p:txBody>
      </p:sp>
      <p:sp>
        <p:nvSpPr>
          <p:cNvPr id="6" name="ZoneTexte 5">
            <a:extLst>
              <a:ext uri="{FF2B5EF4-FFF2-40B4-BE49-F238E27FC236}">
                <a16:creationId xmlns:a16="http://schemas.microsoft.com/office/drawing/2014/main" id="{7DA4112D-3EF5-426E-BE78-B1123A10590A}"/>
              </a:ext>
            </a:extLst>
          </p:cNvPr>
          <p:cNvSpPr txBox="1"/>
          <p:nvPr/>
        </p:nvSpPr>
        <p:spPr>
          <a:xfrm>
            <a:off x="9253471" y="3393583"/>
            <a:ext cx="6825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cs typeface="Calibri"/>
              </a:rPr>
              <a:t>ou</a:t>
            </a:r>
            <a:endParaRPr lang="fr-FR" dirty="0">
              <a:cs typeface="Calibri"/>
            </a:endParaRPr>
          </a:p>
        </p:txBody>
      </p:sp>
      <p:sp>
        <p:nvSpPr>
          <p:cNvPr id="22" name="ZoneTexte 21">
            <a:extLst>
              <a:ext uri="{FF2B5EF4-FFF2-40B4-BE49-F238E27FC236}">
                <a16:creationId xmlns:a16="http://schemas.microsoft.com/office/drawing/2014/main" id="{4FB16B95-1FF0-4E83-A6E6-AC7563FE1ABE}"/>
              </a:ext>
            </a:extLst>
          </p:cNvPr>
          <p:cNvSpPr txBox="1"/>
          <p:nvPr/>
        </p:nvSpPr>
        <p:spPr>
          <a:xfrm>
            <a:off x="8731834" y="3797414"/>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2 FIN</a:t>
            </a:r>
            <a:endParaRPr lang="fr-FR"/>
          </a:p>
        </p:txBody>
      </p:sp>
      <p:sp>
        <p:nvSpPr>
          <p:cNvPr id="23" name="ZoneTexte 22">
            <a:extLst>
              <a:ext uri="{FF2B5EF4-FFF2-40B4-BE49-F238E27FC236}">
                <a16:creationId xmlns:a16="http://schemas.microsoft.com/office/drawing/2014/main" id="{BBB5DA8D-C6A4-416D-9FC7-30951FB3CD09}"/>
              </a:ext>
            </a:extLst>
          </p:cNvPr>
          <p:cNvSpPr txBox="1"/>
          <p:nvPr/>
        </p:nvSpPr>
        <p:spPr>
          <a:xfrm>
            <a:off x="7046848" y="3797414"/>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1 DEBUT</a:t>
            </a:r>
            <a:endParaRPr lang="fr-FR"/>
          </a:p>
        </p:txBody>
      </p:sp>
      <p:sp>
        <p:nvSpPr>
          <p:cNvPr id="24" name="ZoneTexte 23">
            <a:extLst>
              <a:ext uri="{FF2B5EF4-FFF2-40B4-BE49-F238E27FC236}">
                <a16:creationId xmlns:a16="http://schemas.microsoft.com/office/drawing/2014/main" id="{C0F97432-249A-42AE-987E-AE60CCB9BD30}"/>
              </a:ext>
            </a:extLst>
          </p:cNvPr>
          <p:cNvSpPr txBox="1"/>
          <p:nvPr/>
        </p:nvSpPr>
        <p:spPr>
          <a:xfrm>
            <a:off x="10427551" y="3797414"/>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3 TRANSITION</a:t>
            </a:r>
            <a:endParaRPr lang="fr-FR"/>
          </a:p>
        </p:txBody>
      </p:sp>
      <p:sp>
        <p:nvSpPr>
          <p:cNvPr id="25" name="ZoneTexte 24">
            <a:extLst>
              <a:ext uri="{FF2B5EF4-FFF2-40B4-BE49-F238E27FC236}">
                <a16:creationId xmlns:a16="http://schemas.microsoft.com/office/drawing/2014/main" id="{51D08F84-31BF-4CE2-A814-C01E9905229D}"/>
              </a:ext>
            </a:extLst>
          </p:cNvPr>
          <p:cNvSpPr txBox="1"/>
          <p:nvPr/>
        </p:nvSpPr>
        <p:spPr>
          <a:xfrm>
            <a:off x="4002290" y="2624244"/>
            <a:ext cx="2579280" cy="2023658"/>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Animation</a:t>
            </a:r>
            <a:endParaRPr lang="fr-FR"/>
          </a:p>
          <a:p>
            <a:endParaRPr lang="fr-FR" sz="1200"/>
          </a:p>
          <a:p>
            <a:r>
              <a:rPr lang="fr-FR" sz="1200"/>
              <a:t>Remplir le canva par choix d'itérations. L'idéal est de ne pas séparer les cases par participants (à moins de les regrouper ensuite), et de ne </a:t>
            </a:r>
            <a:r>
              <a:rPr lang="fr-FR" sz="1200" dirty="0"/>
              <a:t>pas les traiter dans l'ordre pour favoriser les interactions et la créativité. On peut penser à une action en notant une situation etc.</a:t>
            </a:r>
            <a:endParaRPr lang="fr-FR" sz="1200" dirty="0">
              <a:cs typeface="Calibri" panose="020F0502020204030204"/>
            </a:endParaRPr>
          </a:p>
        </p:txBody>
      </p:sp>
      <p:pic>
        <p:nvPicPr>
          <p:cNvPr id="8" name="Graphique 7" descr="Retour avec un remplissage uni">
            <a:extLst>
              <a:ext uri="{FF2B5EF4-FFF2-40B4-BE49-F238E27FC236}">
                <a16:creationId xmlns:a16="http://schemas.microsoft.com/office/drawing/2014/main" id="{A6E7F07B-5334-4420-9BA1-C556678232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2120000" flipV="1">
            <a:off x="3798448" y="1967316"/>
            <a:ext cx="1042458" cy="771593"/>
          </a:xfrm>
          <a:prstGeom prst="rect">
            <a:avLst/>
          </a:prstGeom>
        </p:spPr>
      </p:pic>
      <p:sp>
        <p:nvSpPr>
          <p:cNvPr id="9" name="ZoneTexte 8">
            <a:extLst>
              <a:ext uri="{FF2B5EF4-FFF2-40B4-BE49-F238E27FC236}">
                <a16:creationId xmlns:a16="http://schemas.microsoft.com/office/drawing/2014/main" id="{6405CE54-E5AD-4D4B-8C82-A47305443CF2}"/>
              </a:ext>
            </a:extLst>
          </p:cNvPr>
          <p:cNvSpPr txBox="1"/>
          <p:nvPr/>
        </p:nvSpPr>
        <p:spPr>
          <a:xfrm>
            <a:off x="4563414" y="2116429"/>
            <a:ext cx="9294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3200" b="1">
                <a:cs typeface="Calibri"/>
              </a:rPr>
              <a:t>1</a:t>
            </a:r>
            <a:endParaRPr lang="fr-FR" sz="3200"/>
          </a:p>
        </p:txBody>
      </p:sp>
      <p:sp>
        <p:nvSpPr>
          <p:cNvPr id="31" name="ZoneTexte 30">
            <a:extLst>
              <a:ext uri="{FF2B5EF4-FFF2-40B4-BE49-F238E27FC236}">
                <a16:creationId xmlns:a16="http://schemas.microsoft.com/office/drawing/2014/main" id="{5AA75458-7C6E-4D9C-AD24-ACA8CE64B122}"/>
              </a:ext>
            </a:extLst>
          </p:cNvPr>
          <p:cNvSpPr txBox="1"/>
          <p:nvPr/>
        </p:nvSpPr>
        <p:spPr>
          <a:xfrm>
            <a:off x="5701049" y="4638541"/>
            <a:ext cx="9294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3200" b="1">
                <a:cs typeface="Calibri"/>
              </a:rPr>
              <a:t>2</a:t>
            </a:r>
            <a:endParaRPr lang="fr-FR" sz="3200"/>
          </a:p>
        </p:txBody>
      </p:sp>
      <p:sp>
        <p:nvSpPr>
          <p:cNvPr id="32" name="ZoneTexte 31">
            <a:extLst>
              <a:ext uri="{FF2B5EF4-FFF2-40B4-BE49-F238E27FC236}">
                <a16:creationId xmlns:a16="http://schemas.microsoft.com/office/drawing/2014/main" id="{95BBD5B2-0FBE-4C87-809D-8280D8DAEF7B}"/>
              </a:ext>
            </a:extLst>
          </p:cNvPr>
          <p:cNvSpPr txBox="1"/>
          <p:nvPr/>
        </p:nvSpPr>
        <p:spPr>
          <a:xfrm>
            <a:off x="4023755" y="5103427"/>
            <a:ext cx="2579280" cy="1637293"/>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Animation</a:t>
            </a:r>
            <a:endParaRPr lang="fr-FR"/>
          </a:p>
          <a:p>
            <a:endParaRPr lang="fr-FR" sz="1200"/>
          </a:p>
          <a:p>
            <a:r>
              <a:rPr lang="fr-FR" sz="1200"/>
              <a:t>Etablir un ordre de réflexion et/ou de placement d'idées.</a:t>
            </a:r>
          </a:p>
          <a:p>
            <a:r>
              <a:rPr lang="fr-FR" sz="1200" dirty="0">
                <a:cs typeface="Calibri" panose="020F0502020204030204"/>
              </a:rPr>
              <a:t>Le groupe réfléchit ensemble à </a:t>
            </a:r>
            <a:r>
              <a:rPr lang="fr-FR" sz="1200">
                <a:cs typeface="Calibri" panose="020F0502020204030204"/>
              </a:rPr>
              <a:t>chaque case. (Il peut y avoir un groupe de dessinateurs et un autre de rédacteurs)</a:t>
            </a:r>
            <a:endParaRPr lang="fr-FR" sz="1200" dirty="0">
              <a:cs typeface="Calibri" panose="020F0502020204030204"/>
            </a:endParaRPr>
          </a:p>
        </p:txBody>
      </p:sp>
      <p:pic>
        <p:nvPicPr>
          <p:cNvPr id="7" name="Graphique 6" descr="Retour avec un remplissage uni">
            <a:extLst>
              <a:ext uri="{FF2B5EF4-FFF2-40B4-BE49-F238E27FC236}">
                <a16:creationId xmlns:a16="http://schemas.microsoft.com/office/drawing/2014/main" id="{3C8D01C3-CC56-4BB6-A488-FD7853EE494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8180000" flipV="1">
            <a:off x="5740215" y="4281125"/>
            <a:ext cx="1478326" cy="1052712"/>
          </a:xfrm>
          <a:prstGeom prst="rect">
            <a:avLst/>
          </a:prstGeom>
        </p:spPr>
      </p:pic>
      <p:sp>
        <p:nvSpPr>
          <p:cNvPr id="33" name="ZoneTexte 32">
            <a:extLst>
              <a:ext uri="{FF2B5EF4-FFF2-40B4-BE49-F238E27FC236}">
                <a16:creationId xmlns:a16="http://schemas.microsoft.com/office/drawing/2014/main" id="{0C9F5D93-1AF6-41D1-80F0-AE1456EE4A8B}"/>
              </a:ext>
            </a:extLst>
          </p:cNvPr>
          <p:cNvSpPr txBox="1"/>
          <p:nvPr/>
        </p:nvSpPr>
        <p:spPr>
          <a:xfrm>
            <a:off x="4793045" y="1318231"/>
            <a:ext cx="6582464" cy="714307"/>
          </a:xfrm>
          <a:prstGeom prst="roundRect">
            <a:avLst>
              <a:gd name="adj" fmla="val 14881"/>
            </a:avLst>
          </a:prstGeom>
          <a:solidFill>
            <a:srgbClr val="ED7D31"/>
          </a:solidFill>
          <a:ln>
            <a:noFill/>
          </a:ln>
        </p:spPr>
        <p:txBody>
          <a:bodyPr wrap="square" lIns="91440" tIns="45720" rIns="91440" bIns="45720" rtlCol="0" anchor="t">
            <a:normAutofit fontScale="92500" lnSpcReduction="10000"/>
          </a:bodyPr>
          <a:lstStyle/>
          <a:p>
            <a:pPr algn="ctr"/>
            <a:r>
              <a:rPr lang="fr-FR" sz="1400" b="1" dirty="0"/>
              <a:t>Les participants peuvent partir d'une histoire simple sur une première itération et ajouter des détails au fur et à mesure ou partir d'une histoire réelle et ajouter des</a:t>
            </a:r>
            <a:r>
              <a:rPr lang="fr-FR" sz="1400" b="1" dirty="0">
                <a:cs typeface="Calibri"/>
              </a:rPr>
              <a:t> éléments </a:t>
            </a:r>
            <a:r>
              <a:rPr lang="fr-FR" sz="1400" b="1">
                <a:cs typeface="Calibri"/>
              </a:rPr>
              <a:t>imaginaires, partir d'un scénario personnel pour l'enrichir ensuite collectivement...</a:t>
            </a:r>
            <a:endParaRPr lang="fr-FR" sz="1400" b="1" dirty="0">
              <a:cs typeface="Calibri"/>
            </a:endParaRPr>
          </a:p>
        </p:txBody>
      </p:sp>
    </p:spTree>
    <p:extLst>
      <p:ext uri="{BB962C8B-B14F-4D97-AF65-F5344CB8AC3E}">
        <p14:creationId xmlns:p14="http://schemas.microsoft.com/office/powerpoint/2010/main" val="4057042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re 3">
            <a:extLst>
              <a:ext uri="{FF2B5EF4-FFF2-40B4-BE49-F238E27FC236}">
                <a16:creationId xmlns:a16="http://schemas.microsoft.com/office/drawing/2014/main" id="{0CB2B661-6952-4073-B4F3-C402086D7808}"/>
              </a:ext>
            </a:extLst>
          </p:cNvPr>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en-US" sz="6000" kern="1200">
                <a:solidFill>
                  <a:srgbClr val="FFFFFF"/>
                </a:solidFill>
                <a:latin typeface="+mj-lt"/>
                <a:ea typeface="+mj-ea"/>
                <a:cs typeface="+mj-cs"/>
              </a:rPr>
              <a:t>Annexes</a:t>
            </a:r>
          </a:p>
        </p:txBody>
      </p:sp>
    </p:spTree>
    <p:extLst>
      <p:ext uri="{BB962C8B-B14F-4D97-AF65-F5344CB8AC3E}">
        <p14:creationId xmlns:p14="http://schemas.microsoft.com/office/powerpoint/2010/main" val="143259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BF79E1-2131-49B9-B437-74EE3B70755A}"/>
              </a:ext>
            </a:extLst>
          </p:cNvPr>
          <p:cNvSpPr>
            <a:spLocks noGrp="1"/>
          </p:cNvSpPr>
          <p:nvPr>
            <p:ph type="title"/>
          </p:nvPr>
        </p:nvSpPr>
        <p:spPr/>
        <p:txBody>
          <a:bodyPr/>
          <a:lstStyle/>
          <a:p>
            <a:r>
              <a:rPr lang="fr-FR"/>
              <a:t>L’initiative #OpenSeriousFactory</a:t>
            </a:r>
          </a:p>
        </p:txBody>
      </p:sp>
      <p:sp>
        <p:nvSpPr>
          <p:cNvPr id="3" name="Espace réservé du contenu 2">
            <a:extLst>
              <a:ext uri="{FF2B5EF4-FFF2-40B4-BE49-F238E27FC236}">
                <a16:creationId xmlns:a16="http://schemas.microsoft.com/office/drawing/2014/main" id="{2B92C5FB-1030-439B-BF6F-20C66F185842}"/>
              </a:ext>
            </a:extLst>
          </p:cNvPr>
          <p:cNvSpPr>
            <a:spLocks noGrp="1"/>
          </p:cNvSpPr>
          <p:nvPr>
            <p:ph idx="1"/>
          </p:nvPr>
        </p:nvSpPr>
        <p:spPr/>
        <p:txBody>
          <a:bodyPr>
            <a:normAutofit fontScale="77500" lnSpcReduction="20000"/>
          </a:bodyPr>
          <a:lstStyle/>
          <a:p>
            <a:pPr marL="0" indent="0">
              <a:buNone/>
            </a:pPr>
            <a:r>
              <a:rPr lang="fr-FR" sz="1800"/>
              <a:t>Le Serious Game Narrative Canvas est une production que vous pouvez retrouver dans l’initiative #OpenSeriousFactory.</a:t>
            </a:r>
          </a:p>
          <a:p>
            <a:pPr marL="0" indent="0">
              <a:buNone/>
            </a:pPr>
            <a:r>
              <a:rPr lang="fr-FR" sz="1800"/>
              <a:t>L’initiative #OpenSeriousFactory en 3 points :</a:t>
            </a:r>
          </a:p>
          <a:p>
            <a:pPr>
              <a:buFontTx/>
              <a:buChar char="-"/>
            </a:pPr>
            <a:endParaRPr lang="fr-FR" sz="1800" b="1"/>
          </a:p>
          <a:p>
            <a:pPr>
              <a:lnSpc>
                <a:spcPct val="120000"/>
              </a:lnSpc>
              <a:buFontTx/>
              <a:buChar char="-"/>
            </a:pPr>
            <a:r>
              <a:rPr lang="fr-FR" sz="1800" b="1"/>
              <a:t>Valeur</a:t>
            </a:r>
            <a:r>
              <a:rPr lang="fr-FR" sz="1800"/>
              <a:t>  : Devant la masse d’information et la variété de formats, les jeux, les contenus interactifs ou ludiques sont de plus en plus demandés en dehors du secteur du loisir. Parce qu’ils sont plus engageants, mémorisés et agréables, ils apportent souvent de meilleurs résultats. Les compétences de création / production de « jeux sérieux » ou de contenus </a:t>
            </a:r>
            <a:r>
              <a:rPr lang="fr-FR" sz="1800" err="1"/>
              <a:t>ludopédagogiques</a:t>
            </a:r>
            <a:r>
              <a:rPr lang="fr-FR" sz="1800"/>
              <a:t> deviennent alors de plus en plus recherchées et prisées. #OpenSeriousFactory se développe autour de ce secteur en plein essor, et du développement humain qui l’accompagne.</a:t>
            </a:r>
          </a:p>
          <a:p>
            <a:pPr>
              <a:lnSpc>
                <a:spcPct val="120000"/>
              </a:lnSpc>
              <a:buFontTx/>
              <a:buChar char="-"/>
            </a:pPr>
            <a:endParaRPr lang="fr-FR" sz="1800"/>
          </a:p>
          <a:p>
            <a:pPr>
              <a:lnSpc>
                <a:spcPct val="120000"/>
              </a:lnSpc>
              <a:buFontTx/>
              <a:buChar char="-"/>
            </a:pPr>
            <a:r>
              <a:rPr lang="fr-FR" sz="1800" b="1"/>
              <a:t>Membres : </a:t>
            </a:r>
            <a:r>
              <a:rPr lang="fr-FR" sz="1800"/>
              <a:t>#OpenSeriousFactory regroupe et réunit régulièrement des créateurs et créatrices de jeux sérieux, de producteurs et productrices de contenus </a:t>
            </a:r>
            <a:r>
              <a:rPr lang="fr-FR" sz="1800" err="1"/>
              <a:t>ludopédagogiques</a:t>
            </a:r>
            <a:r>
              <a:rPr lang="fr-FR" sz="1800"/>
              <a:t> (correspond au niveau 6  de la méthode #OSG), afin d’échanger, de s’entraider, de tester ensemble, </a:t>
            </a:r>
            <a:r>
              <a:rPr lang="fr-FR" sz="1800" err="1"/>
              <a:t>co-construire</a:t>
            </a:r>
            <a:r>
              <a:rPr lang="fr-FR" sz="1800"/>
              <a:t> et se donner des retours. </a:t>
            </a:r>
          </a:p>
          <a:p>
            <a:pPr>
              <a:lnSpc>
                <a:spcPct val="120000"/>
              </a:lnSpc>
              <a:buFontTx/>
              <a:buChar char="-"/>
            </a:pPr>
            <a:endParaRPr lang="fr-FR" sz="1800"/>
          </a:p>
          <a:p>
            <a:pPr>
              <a:lnSpc>
                <a:spcPct val="120000"/>
              </a:lnSpc>
              <a:buFontTx/>
              <a:buChar char="-"/>
            </a:pPr>
            <a:r>
              <a:rPr lang="fr-FR" sz="1800" b="1"/>
              <a:t>Contenus :</a:t>
            </a:r>
            <a:r>
              <a:rPr lang="fr-FR" sz="1800"/>
              <a:t> #OpenSeriousFactory vise aussi à recenser, regrouper, ranger et produire des contenus pour aider à la création de Serious Games, d’ateliers, de #OpenSeriousGame. On peut retrouver avec le hashtag #OpenSeriousFactory des contenus utiles pour se lancer, rencontrer, s’essayer à la création de jeu.</a:t>
            </a:r>
          </a:p>
          <a:p>
            <a:pPr marL="0" indent="0">
              <a:buNone/>
            </a:pPr>
            <a:endParaRPr lang="fr-FR" sz="1800"/>
          </a:p>
        </p:txBody>
      </p:sp>
      <p:pic>
        <p:nvPicPr>
          <p:cNvPr id="4" name="Image 3">
            <a:extLst>
              <a:ext uri="{FF2B5EF4-FFF2-40B4-BE49-F238E27FC236}">
                <a16:creationId xmlns:a16="http://schemas.microsoft.com/office/drawing/2014/main" id="{0B2C9A0A-3045-4743-9E3C-2B31CA008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0128" y="499113"/>
            <a:ext cx="1613647" cy="1057586"/>
          </a:xfrm>
          <a:prstGeom prst="rect">
            <a:avLst/>
          </a:prstGeom>
        </p:spPr>
      </p:pic>
    </p:spTree>
    <p:extLst>
      <p:ext uri="{BB962C8B-B14F-4D97-AF65-F5344CB8AC3E}">
        <p14:creationId xmlns:p14="http://schemas.microsoft.com/office/powerpoint/2010/main" val="3038497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8CA6FF-1285-486C-8C3A-18F86831B96E}"/>
              </a:ext>
            </a:extLst>
          </p:cNvPr>
          <p:cNvSpPr>
            <a:spLocks noGrp="1"/>
          </p:cNvSpPr>
          <p:nvPr>
            <p:ph type="title"/>
          </p:nvPr>
        </p:nvSpPr>
        <p:spPr/>
        <p:txBody>
          <a:bodyPr/>
          <a:lstStyle/>
          <a:p>
            <a:r>
              <a:rPr lang="fr-FR"/>
              <a:t>Pour aller plus loin : Liens utiles</a:t>
            </a:r>
          </a:p>
        </p:txBody>
      </p:sp>
      <p:sp>
        <p:nvSpPr>
          <p:cNvPr id="5" name="Espace réservé du contenu 4">
            <a:extLst>
              <a:ext uri="{FF2B5EF4-FFF2-40B4-BE49-F238E27FC236}">
                <a16:creationId xmlns:a16="http://schemas.microsoft.com/office/drawing/2014/main" id="{C3963C02-094D-4AF1-A114-237A078FD243}"/>
              </a:ext>
            </a:extLst>
          </p:cNvPr>
          <p:cNvSpPr>
            <a:spLocks noGrp="1"/>
          </p:cNvSpPr>
          <p:nvPr>
            <p:ph idx="1"/>
          </p:nvPr>
        </p:nvSpPr>
        <p:spPr/>
        <p:txBody>
          <a:bodyPr vert="horz" lIns="91440" tIns="45720" rIns="91440" bIns="45720" rtlCol="0" anchor="t">
            <a:normAutofit/>
          </a:bodyPr>
          <a:lstStyle/>
          <a:p>
            <a:r>
              <a:rPr lang="fr-FR" sz="1200" dirty="0">
                <a:ea typeface="+mn-lt"/>
                <a:cs typeface="+mn-lt"/>
              </a:rPr>
              <a:t>App pour jouer simultanément : </a:t>
            </a:r>
            <a:r>
              <a:rPr lang="fr-FR" sz="1200" dirty="0">
                <a:ea typeface="+mn-lt"/>
                <a:cs typeface="+mn-lt"/>
                <a:hlinkClick r:id="rId2"/>
              </a:rPr>
              <a:t>Roll20</a:t>
            </a:r>
            <a:r>
              <a:rPr lang="fr-FR" sz="1200" dirty="0">
                <a:ea typeface="+mn-lt"/>
                <a:cs typeface="+mn-lt"/>
              </a:rPr>
              <a:t>, </a:t>
            </a:r>
            <a:r>
              <a:rPr lang="fr-FR" sz="1200" u="sng" dirty="0">
                <a:solidFill>
                  <a:srgbClr val="0070C0"/>
                </a:solidFill>
                <a:ea typeface="+mn-lt"/>
                <a:cs typeface="+mn-lt"/>
              </a:rPr>
              <a:t>https://gather.town/</a:t>
            </a:r>
          </a:p>
          <a:p>
            <a:r>
              <a:rPr lang="fr-FR" sz="1200" dirty="0">
                <a:cs typeface="Calibri"/>
              </a:rPr>
              <a:t>App pour générer des rencontres de bagarre : </a:t>
            </a:r>
            <a:r>
              <a:rPr lang="fr-FR" sz="1200" dirty="0">
                <a:ea typeface="+mn-lt"/>
                <a:cs typeface="+mn-lt"/>
                <a:hlinkClick r:id="rId3"/>
              </a:rPr>
              <a:t>http://kobold.club/fight/#/encounter-builder</a:t>
            </a:r>
            <a:endParaRPr lang="fr-FR" sz="1200" dirty="0">
              <a:cs typeface="Calibri"/>
            </a:endParaRPr>
          </a:p>
          <a:p>
            <a:r>
              <a:rPr lang="fr-FR" sz="1200" dirty="0">
                <a:ea typeface="+mn-lt"/>
                <a:cs typeface="+mn-lt"/>
              </a:rPr>
              <a:t>Générateur de trésors, objets, parchemins, villes, auberges, repas, pièges: </a:t>
            </a:r>
            <a:r>
              <a:rPr lang="fr-FR" sz="1200" dirty="0">
                <a:ea typeface="+mn-lt"/>
                <a:cs typeface="+mn-lt"/>
                <a:hlinkClick r:id="rId4"/>
              </a:rPr>
              <a:t>https://www.generation-jdr.fr/index.php?page=scenar</a:t>
            </a:r>
            <a:endParaRPr lang="fr-FR" sz="1200" dirty="0">
              <a:ea typeface="+mn-lt"/>
              <a:cs typeface="+mn-lt"/>
            </a:endParaRPr>
          </a:p>
          <a:p>
            <a:r>
              <a:rPr lang="fr-FR" sz="1200" dirty="0">
                <a:cs typeface="Calibri"/>
              </a:rPr>
              <a:t>Générateur de cartes :</a:t>
            </a:r>
          </a:p>
          <a:p>
            <a:pPr lvl="1"/>
            <a:r>
              <a:rPr lang="fr-FR" sz="1200" dirty="0">
                <a:cs typeface="Calibri"/>
              </a:rPr>
              <a:t>Donjons</a:t>
            </a:r>
            <a:r>
              <a:rPr lang="fr-FR" sz="1200" dirty="0">
                <a:ea typeface="+mn-lt"/>
                <a:cs typeface="+mn-lt"/>
              </a:rPr>
              <a:t> </a:t>
            </a:r>
            <a:r>
              <a:rPr lang="fr-FR" sz="1200" dirty="0">
                <a:ea typeface="+mn-lt"/>
                <a:cs typeface="+mn-lt"/>
                <a:hlinkClick r:id="rId5"/>
              </a:rPr>
              <a:t>https://watabou.itch.io/one-page-dungeon</a:t>
            </a:r>
            <a:endParaRPr lang="fr-FR" sz="1200" dirty="0">
              <a:cs typeface="Calibri"/>
            </a:endParaRPr>
          </a:p>
          <a:p>
            <a:pPr lvl="1"/>
            <a:r>
              <a:rPr lang="fr-FR" sz="1200" dirty="0">
                <a:ea typeface="+mn-lt"/>
                <a:cs typeface="+mn-lt"/>
              </a:rPr>
              <a:t>Mondes : </a:t>
            </a:r>
            <a:r>
              <a:rPr lang="fr-FR" sz="1200" dirty="0">
                <a:ea typeface="+mn-lt"/>
                <a:cs typeface="+mn-lt"/>
                <a:hlinkClick r:id="rId6"/>
              </a:rPr>
              <a:t>https://azgaar.github.io/Fantasy-Map-Generator/</a:t>
            </a:r>
            <a:endParaRPr lang="fr-FR" sz="1200" dirty="0">
              <a:cs typeface="Calibri"/>
            </a:endParaRPr>
          </a:p>
          <a:p>
            <a:r>
              <a:rPr lang="fr-FR" sz="1200" dirty="0">
                <a:cs typeface="Calibri"/>
              </a:rPr>
              <a:t>Générateur personnages : </a:t>
            </a:r>
            <a:r>
              <a:rPr lang="fr-FR" sz="1200" dirty="0">
                <a:ea typeface="+mn-lt"/>
                <a:cs typeface="+mn-lt"/>
                <a:hlinkClick r:id="rId7"/>
              </a:rPr>
              <a:t>https://www.ahriman.fr/dnd/perso</a:t>
            </a:r>
            <a:endParaRPr lang="fr-FR" sz="1200" dirty="0">
              <a:ea typeface="+mn-lt"/>
              <a:cs typeface="+mn-lt"/>
            </a:endParaRPr>
          </a:p>
          <a:p>
            <a:r>
              <a:rPr lang="fr-FR" sz="1200">
                <a:cs typeface="Calibri"/>
              </a:rPr>
              <a:t>Générateur</a:t>
            </a:r>
            <a:r>
              <a:rPr lang="fr-FR" sz="1200" dirty="0">
                <a:cs typeface="Calibri"/>
              </a:rPr>
              <a:t> de noms fantastiques : </a:t>
            </a:r>
            <a:r>
              <a:rPr lang="fr-FR" sz="1200" dirty="0">
                <a:ea typeface="+mn-lt"/>
                <a:cs typeface="+mn-lt"/>
              </a:rPr>
              <a:t> </a:t>
            </a:r>
          </a:p>
          <a:p>
            <a:pPr lvl="1"/>
            <a:r>
              <a:rPr lang="fr-FR" sz="1200" dirty="0">
                <a:ea typeface="+mn-lt"/>
                <a:cs typeface="+mn-lt"/>
                <a:hlinkClick r:id="rId8"/>
              </a:rPr>
              <a:t>https://fr.fantasynamegenerators.com/noms-de-hobbits.php</a:t>
            </a:r>
            <a:endParaRPr lang="fr-FR" sz="1200" dirty="0">
              <a:ea typeface="+mn-lt"/>
              <a:cs typeface="+mn-lt"/>
            </a:endParaRPr>
          </a:p>
          <a:p>
            <a:pPr lvl="1"/>
            <a:r>
              <a:rPr lang="fr-FR" sz="1200" dirty="0">
                <a:ea typeface="+mn-lt"/>
                <a:cs typeface="+mn-lt"/>
                <a:hlinkClick r:id="rId9"/>
              </a:rPr>
              <a:t>https://www.aidedd.org/dnd-gen/index.php</a:t>
            </a:r>
            <a:endParaRPr lang="fr-FR" sz="1200" dirty="0">
              <a:ea typeface="+mn-lt"/>
              <a:cs typeface="+mn-lt"/>
            </a:endParaRPr>
          </a:p>
          <a:p>
            <a:pPr>
              <a:buFont typeface="Arial"/>
              <a:buChar char="•"/>
            </a:pPr>
            <a:r>
              <a:rPr lang="fr-FR" sz="1200">
                <a:ea typeface="+mn-lt"/>
                <a:cs typeface="+mn-lt"/>
              </a:rPr>
              <a:t>Générateur de mondes de sciences fiction : </a:t>
            </a:r>
            <a:r>
              <a:rPr lang="fr-FR" sz="1200" u="sng" dirty="0">
                <a:solidFill>
                  <a:srgbClr val="0070C0"/>
                </a:solidFill>
                <a:ea typeface="+mn-lt"/>
                <a:cs typeface="+mn-lt"/>
                <a:hlinkClick r:id="rId10"/>
              </a:rPr>
              <a:t>http://donjon.bin.sh/scifi/world/</a:t>
            </a:r>
            <a:endParaRPr lang="fr-FR" u="sng" dirty="0">
              <a:solidFill>
                <a:srgbClr val="0070C0"/>
              </a:solidFill>
              <a:ea typeface="+mn-lt"/>
              <a:cs typeface="+mn-lt"/>
            </a:endParaRPr>
          </a:p>
          <a:p>
            <a:pPr>
              <a:buFont typeface="Arial"/>
            </a:pPr>
            <a:r>
              <a:rPr lang="fr-FR" sz="1200">
                <a:ea typeface="+mn-lt"/>
                <a:cs typeface="+mn-lt"/>
              </a:rPr>
              <a:t>Générateur d'histoires (meme, movies, series, fairy etc.) </a:t>
            </a:r>
            <a:r>
              <a:rPr lang="fr-FR" sz="1200" dirty="0">
                <a:ea typeface="+mn-lt"/>
                <a:cs typeface="+mn-lt"/>
              </a:rPr>
              <a:t> : </a:t>
            </a:r>
            <a:r>
              <a:rPr lang="fr-FR" sz="1200" dirty="0">
                <a:ea typeface="+mn-lt"/>
                <a:cs typeface="+mn-lt"/>
                <a:hlinkClick r:id=""/>
              </a:rPr>
              <a:t>https://www.plot-generator.org.uk/</a:t>
            </a:r>
            <a:endParaRPr lang="fr-FR" sz="1200" dirty="0">
              <a:solidFill>
                <a:srgbClr val="000000"/>
              </a:solidFill>
              <a:cs typeface="Calibri"/>
              <a:hlinkClick r:id=""/>
            </a:endParaRPr>
          </a:p>
          <a:p>
            <a:endParaRPr lang="fr-FR" sz="1200">
              <a:cs typeface="Calibri"/>
            </a:endParaRPr>
          </a:p>
          <a:p>
            <a:endParaRPr lang="fr-FR" sz="1200">
              <a:cs typeface="Calibri"/>
            </a:endParaRPr>
          </a:p>
          <a:p>
            <a:endParaRPr lang="fr-FR" sz="1200">
              <a:cs typeface="Calibri"/>
            </a:endParaRPr>
          </a:p>
        </p:txBody>
      </p:sp>
    </p:spTree>
    <p:extLst>
      <p:ext uri="{BB962C8B-B14F-4D97-AF65-F5344CB8AC3E}">
        <p14:creationId xmlns:p14="http://schemas.microsoft.com/office/powerpoint/2010/main" val="33178688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a:t>Historique des modifications</a:t>
            </a:r>
          </a:p>
        </p:txBody>
      </p:sp>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2834019122"/>
              </p:ext>
            </p:extLst>
          </p:nvPr>
        </p:nvGraphicFramePr>
        <p:xfrm>
          <a:off x="478172" y="1532010"/>
          <a:ext cx="11409028" cy="1833880"/>
        </p:xfrm>
        <a:graphic>
          <a:graphicData uri="http://schemas.openxmlformats.org/drawingml/2006/table">
            <a:tbl>
              <a:tblPr firstRow="1" bandRow="1">
                <a:tableStyleId>{21E4AEA4-8DFA-4A89-87EB-49C32662AFE0}</a:tableStyleId>
              </a:tblPr>
              <a:tblGrid>
                <a:gridCol w="2852257">
                  <a:extLst>
                    <a:ext uri="{9D8B030D-6E8A-4147-A177-3AD203B41FA5}">
                      <a16:colId xmlns:a16="http://schemas.microsoft.com/office/drawing/2014/main" val="3807656759"/>
                    </a:ext>
                  </a:extLst>
                </a:gridCol>
                <a:gridCol w="2852257">
                  <a:extLst>
                    <a:ext uri="{9D8B030D-6E8A-4147-A177-3AD203B41FA5}">
                      <a16:colId xmlns:a16="http://schemas.microsoft.com/office/drawing/2014/main" val="2648948851"/>
                    </a:ext>
                  </a:extLst>
                </a:gridCol>
                <a:gridCol w="2852257">
                  <a:extLst>
                    <a:ext uri="{9D8B030D-6E8A-4147-A177-3AD203B41FA5}">
                      <a16:colId xmlns:a16="http://schemas.microsoft.com/office/drawing/2014/main" val="285982558"/>
                    </a:ext>
                  </a:extLst>
                </a:gridCol>
                <a:gridCol w="2852257">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a:t>1</a:t>
                      </a:r>
                    </a:p>
                  </a:txBody>
                  <a:tcPr/>
                </a:tc>
                <a:tc>
                  <a:txBody>
                    <a:bodyPr/>
                    <a:lstStyle/>
                    <a:p>
                      <a:r>
                        <a:rPr lang="fr-FR"/>
                        <a:t>Vanessa HELLEBUYCK, Alexandre QUACH</a:t>
                      </a:r>
                    </a:p>
                  </a:txBody>
                  <a:tcPr/>
                </a:tc>
                <a:tc>
                  <a:txBody>
                    <a:bodyPr/>
                    <a:lstStyle/>
                    <a:p>
                      <a:r>
                        <a:rPr lang="fr-FR"/>
                        <a:t>CC-BY</a:t>
                      </a:r>
                    </a:p>
                  </a:txBody>
                  <a:tcPr/>
                </a:tc>
                <a:tc>
                  <a:txBody>
                    <a:bodyPr/>
                    <a:lstStyle/>
                    <a:p>
                      <a:r>
                        <a:rPr lang="fr-FR"/>
                        <a:t>Modélisé à partir de nos expériences en gamification, création de jeux de rôle et jeux sérieux, animations en tant que maîtres du jeu.</a:t>
                      </a:r>
                    </a:p>
                  </a:txBody>
                  <a:tcPr/>
                </a:tc>
                <a:extLst>
                  <a:ext uri="{0D108BD9-81ED-4DB2-BD59-A6C34878D82A}">
                    <a16:rowId xmlns:a16="http://schemas.microsoft.com/office/drawing/2014/main" val="2337500579"/>
                  </a:ext>
                </a:extLst>
              </a:tr>
            </a:tbl>
          </a:graphicData>
        </a:graphic>
      </p:graphicFrame>
      <p:pic>
        <p:nvPicPr>
          <p:cNvPr id="17" name="Image 16" descr="Une image contenant texte&#10;&#10;Description générée automatiquement">
            <a:extLst>
              <a:ext uri="{FF2B5EF4-FFF2-40B4-BE49-F238E27FC236}">
                <a16:creationId xmlns:a16="http://schemas.microsoft.com/office/drawing/2014/main" id="{52E69B0A-2CE2-42BA-A476-682826B1F34E}"/>
              </a:ext>
            </a:extLst>
          </p:cNvPr>
          <p:cNvPicPr>
            <a:picLocks noChangeAspect="1"/>
          </p:cNvPicPr>
          <p:nvPr/>
        </p:nvPicPr>
        <p:blipFill rotWithShape="1">
          <a:blip r:embed="rId2">
            <a:alphaModFix/>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7796" r="32204"/>
          <a:stretch/>
        </p:blipFill>
        <p:spPr>
          <a:xfrm>
            <a:off x="4761636" y="2524070"/>
            <a:ext cx="1334364" cy="1501157"/>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258AAE21-D31E-4CA7-B28C-A3A1F074638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608950" y="2513601"/>
            <a:ext cx="1069059" cy="1511626"/>
          </a:xfrm>
          <a:prstGeom prst="rect">
            <a:avLst/>
          </a:prstGeom>
        </p:spPr>
      </p:pic>
    </p:spTree>
    <p:extLst>
      <p:ext uri="{BB962C8B-B14F-4D97-AF65-F5344CB8AC3E}">
        <p14:creationId xmlns:p14="http://schemas.microsoft.com/office/powerpoint/2010/main" val="43708491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39</Slides>
  <Notes>0</Notes>
  <HiddenSlides>0</HiddenSlides>
  <ScaleCrop>false</ScaleCrop>
  <HeadingPairs>
    <vt:vector size="4" baseType="variant">
      <vt:variant>
        <vt:lpstr>Thème</vt:lpstr>
      </vt:variant>
      <vt:variant>
        <vt:i4>1</vt:i4>
      </vt:variant>
      <vt:variant>
        <vt:lpstr>Titres des diapositives</vt:lpstr>
      </vt:variant>
      <vt:variant>
        <vt:i4>39</vt:i4>
      </vt:variant>
    </vt:vector>
  </HeadingPairs>
  <TitlesOfParts>
    <vt:vector size="40" baseType="lpstr">
      <vt:lpstr>Thème Office</vt:lpstr>
      <vt:lpstr>Présentation PowerPoint</vt:lpstr>
      <vt:lpstr>Présentation PowerPoint</vt:lpstr>
      <vt:lpstr>Le pouvoir de l’imagination, même dans un cadre sérieux</vt:lpstr>
      <vt:lpstr>Pitch du SGNC</vt:lpstr>
      <vt:lpstr>Présentation PowerPoint</vt:lpstr>
      <vt:lpstr>Qu’appelle-t-on ici le « Narratif » ?</vt:lpstr>
      <vt:lpstr>Usage du Serious Game Narrative Canvas</vt:lpstr>
      <vt:lpstr>Hors périmètre du Serious Game Narrative Canvas</vt:lpstr>
      <vt:lpstr>Définition des domaines narratifs dans les Game Narrative Cards </vt:lpstr>
      <vt:lpstr>Présentation PowerPoint</vt:lpstr>
      <vt:lpstr>Présentation PowerPoint</vt:lpstr>
      <vt:lpstr>Distance narrative d’un Serious Game par rapport à la situation réelle</vt:lpstr>
      <vt:lpstr>Exemple d’usage du SGNC simplifié</vt:lpstr>
      <vt:lpstr>Exemple de travail</vt:lpstr>
      <vt:lpstr>Décomposer le cas réel dans le Canvas</vt:lpstr>
      <vt:lpstr>Présentation PowerPoint</vt:lpstr>
      <vt:lpstr>Présentation PowerPoint</vt:lpstr>
      <vt:lpstr>Présentation PowerPoint</vt:lpstr>
      <vt:lpstr>Présentation PowerPoint</vt:lpstr>
      <vt:lpstr>Présentation PowerPoint</vt:lpstr>
      <vt:lpstr>Résumé : Exemples de mini-jeux à créer en ne variant qu’un seul domaine narratif</vt:lpstr>
      <vt:lpstr>Usages et précautions pour chaque domaine narratif</vt:lpstr>
      <vt:lpstr>Utiliser le domaine narratif « Personnages »</vt:lpstr>
      <vt:lpstr>Utiliser le domaine narratif « Univers »</vt:lpstr>
      <vt:lpstr>Utiliser le domaine narratif « scénarios de référence »</vt:lpstr>
      <vt:lpstr>Utiliser le domaine narratif « Champ d’actions possibles»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Niveaux de difficulté dans l’usage du SNGC</vt:lpstr>
      <vt:lpstr>Le canva en ateliers collectifs</vt:lpstr>
      <vt:lpstr>Annexes</vt:lpstr>
      <vt:lpstr>L’initiative #OpenSeriousFactory</vt:lpstr>
      <vt:lpstr>Pour aller plus loin : Liens utiles</vt:lpstr>
      <vt:lpstr>Historique des modifications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revision>512</cp:revision>
  <dcterms:created xsi:type="dcterms:W3CDTF">2021-02-02T23:16:24Z</dcterms:created>
  <dcterms:modified xsi:type="dcterms:W3CDTF">2021-03-02T22:26:01Z</dcterms:modified>
</cp:coreProperties>
</file>