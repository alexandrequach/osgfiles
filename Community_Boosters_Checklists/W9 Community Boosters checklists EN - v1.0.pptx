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25"/>
  </p:notesMasterIdLst>
  <p:sldIdLst>
    <p:sldId id="382" r:id="rId5"/>
    <p:sldId id="603" r:id="rId6"/>
    <p:sldId id="371" r:id="rId7"/>
    <p:sldId id="381" r:id="rId8"/>
    <p:sldId id="790" r:id="rId9"/>
    <p:sldId id="794" r:id="rId10"/>
    <p:sldId id="789" r:id="rId11"/>
    <p:sldId id="727" r:id="rId12"/>
    <p:sldId id="791" r:id="rId13"/>
    <p:sldId id="792" r:id="rId14"/>
    <p:sldId id="698" r:id="rId15"/>
    <p:sldId id="788" r:id="rId16"/>
    <p:sldId id="685" r:id="rId17"/>
    <p:sldId id="793" r:id="rId18"/>
    <p:sldId id="424" r:id="rId19"/>
    <p:sldId id="372" r:id="rId20"/>
    <p:sldId id="373" r:id="rId21"/>
    <p:sldId id="375" r:id="rId22"/>
    <p:sldId id="374" r:id="rId23"/>
    <p:sldId id="377" r:id="rId2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F071B33-7E0C-46CD-8117-437756646AC7}">
          <p14:sldIdLst>
            <p14:sldId id="382"/>
            <p14:sldId id="603"/>
            <p14:sldId id="371"/>
            <p14:sldId id="381"/>
          </p14:sldIdLst>
        </p14:section>
        <p14:section name="Details" id="{FACE2594-529A-43A0-9927-37CDE0C01420}">
          <p14:sldIdLst>
            <p14:sldId id="790"/>
            <p14:sldId id="794"/>
            <p14:sldId id="789"/>
            <p14:sldId id="727"/>
            <p14:sldId id="791"/>
            <p14:sldId id="792"/>
            <p14:sldId id="698"/>
            <p14:sldId id="788"/>
            <p14:sldId id="685"/>
          </p14:sldIdLst>
        </p14:section>
        <p14:section name="Organisation" id="{1B2614D7-7998-4AD0-8ADF-32EEFF9C6B95}">
          <p14:sldIdLst>
            <p14:sldId id="793"/>
            <p14:sldId id="424"/>
            <p14:sldId id="372"/>
            <p14:sldId id="373"/>
            <p14:sldId id="375"/>
            <p14:sldId id="374"/>
            <p14:sldId id="377"/>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7B2B"/>
    <a:srgbClr val="3494BA"/>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94660"/>
  </p:normalViewPr>
  <p:slideViewPr>
    <p:cSldViewPr snapToGrid="0">
      <p:cViewPr varScale="1">
        <p:scale>
          <a:sx n="108" d="100"/>
          <a:sy n="108" d="100"/>
        </p:scale>
        <p:origin x="61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E38BCB66-66F9-4232-B29A-8ADD88FAF9D5}"/>
    <pc:docChg chg="custSel modSld">
      <pc:chgData name="Alexandre Quach" userId="03a3b9a4-365b-425e-bba9-a77346403bac" providerId="ADAL" clId="{E38BCB66-66F9-4232-B29A-8ADD88FAF9D5}" dt="2022-10-25T08:48:34.435" v="193" actId="14100"/>
      <pc:docMkLst>
        <pc:docMk/>
      </pc:docMkLst>
      <pc:sldChg chg="modSp mod">
        <pc:chgData name="Alexandre Quach" userId="03a3b9a4-365b-425e-bba9-a77346403bac" providerId="ADAL" clId="{E38BCB66-66F9-4232-B29A-8ADD88FAF9D5}" dt="2022-10-25T08:19:34.548" v="192" actId="20577"/>
        <pc:sldMkLst>
          <pc:docMk/>
          <pc:sldMk cId="471399303" sldId="373"/>
        </pc:sldMkLst>
        <pc:spChg chg="mod">
          <ac:chgData name="Alexandre Quach" userId="03a3b9a4-365b-425e-bba9-a77346403bac" providerId="ADAL" clId="{E38BCB66-66F9-4232-B29A-8ADD88FAF9D5}" dt="2022-10-25T08:19:08.381" v="176" actId="20577"/>
          <ac:spMkLst>
            <pc:docMk/>
            <pc:sldMk cId="471399303" sldId="373"/>
            <ac:spMk id="31" creationId="{D2E68CD3-30C8-4477-96F6-39CEEE9FC5CD}"/>
          </ac:spMkLst>
        </pc:spChg>
        <pc:spChg chg="mod">
          <ac:chgData name="Alexandre Quach" userId="03a3b9a4-365b-425e-bba9-a77346403bac" providerId="ADAL" clId="{E38BCB66-66F9-4232-B29A-8ADD88FAF9D5}" dt="2022-10-25T08:19:34.548" v="192" actId="20577"/>
          <ac:spMkLst>
            <pc:docMk/>
            <pc:sldMk cId="471399303" sldId="373"/>
            <ac:spMk id="33" creationId="{12DBC631-96B9-49EC-A408-018C730BA38F}"/>
          </ac:spMkLst>
        </pc:spChg>
      </pc:sldChg>
      <pc:sldChg chg="modSp mod">
        <pc:chgData name="Alexandre Quach" userId="03a3b9a4-365b-425e-bba9-a77346403bac" providerId="ADAL" clId="{E38BCB66-66F9-4232-B29A-8ADD88FAF9D5}" dt="2022-10-25T08:48:34.435" v="193" actId="14100"/>
        <pc:sldMkLst>
          <pc:docMk/>
          <pc:sldMk cId="2152990317" sldId="382"/>
        </pc:sldMkLst>
        <pc:spChg chg="mod">
          <ac:chgData name="Alexandre Quach" userId="03a3b9a4-365b-425e-bba9-a77346403bac" providerId="ADAL" clId="{E38BCB66-66F9-4232-B29A-8ADD88FAF9D5}" dt="2022-10-25T08:48:34.435" v="193" actId="14100"/>
          <ac:spMkLst>
            <pc:docMk/>
            <pc:sldMk cId="2152990317" sldId="382"/>
            <ac:spMk id="66" creationId="{065A1710-095B-4220-88EC-52590635CCBC}"/>
          </ac:spMkLst>
        </pc:spChg>
      </pc:sldChg>
    </pc:docChg>
  </pc:docChgLst>
  <pc:docChgLst>
    <pc:chgData name="Alexandre Quach" userId="03a3b9a4-365b-425e-bba9-a77346403bac" providerId="ADAL" clId="{64E775B5-41D4-4EB0-A138-34881667DE40}"/>
    <pc:docChg chg="undo redo custSel addSld delSld modSld sldOrd modMainMaster addSection delSection modSection">
      <pc:chgData name="Alexandre Quach" userId="03a3b9a4-365b-425e-bba9-a77346403bac" providerId="ADAL" clId="{64E775B5-41D4-4EB0-A138-34881667DE40}" dt="2022-10-23T07:21:27.337" v="14416" actId="14734"/>
      <pc:docMkLst>
        <pc:docMk/>
      </pc:docMkLst>
      <pc:sldChg chg="addSp delSp modSp add mod">
        <pc:chgData name="Alexandre Quach" userId="03a3b9a4-365b-425e-bba9-a77346403bac" providerId="ADAL" clId="{64E775B5-41D4-4EB0-A138-34881667DE40}" dt="2022-10-22T21:22:43.773" v="10016" actId="478"/>
        <pc:sldMkLst>
          <pc:docMk/>
          <pc:sldMk cId="20677876" sldId="371"/>
        </pc:sldMkLst>
        <pc:spChg chg="mod">
          <ac:chgData name="Alexandre Quach" userId="03a3b9a4-365b-425e-bba9-a77346403bac" providerId="ADAL" clId="{64E775B5-41D4-4EB0-A138-34881667DE40}" dt="2022-10-22T17:26:21.234" v="352" actId="790"/>
          <ac:spMkLst>
            <pc:docMk/>
            <pc:sldMk cId="20677876" sldId="371"/>
            <ac:spMk id="2" creationId="{74FD8270-C5BD-4C95-919E-846BFBD95020}"/>
          </ac:spMkLst>
        </pc:spChg>
        <pc:spChg chg="del mod">
          <ac:chgData name="Alexandre Quach" userId="03a3b9a4-365b-425e-bba9-a77346403bac" providerId="ADAL" clId="{64E775B5-41D4-4EB0-A138-34881667DE40}" dt="2022-10-22T17:45:44.383" v="578" actId="478"/>
          <ac:spMkLst>
            <pc:docMk/>
            <pc:sldMk cId="20677876" sldId="371"/>
            <ac:spMk id="5" creationId="{9B8DB8F1-89C6-441B-99AE-E4A1D33D057D}"/>
          </ac:spMkLst>
        </pc:spChg>
        <pc:spChg chg="del">
          <ac:chgData name="Alexandre Quach" userId="03a3b9a4-365b-425e-bba9-a77346403bac" providerId="ADAL" clId="{64E775B5-41D4-4EB0-A138-34881667DE40}" dt="2022-10-22T21:22:39.454" v="10015" actId="931"/>
          <ac:spMkLst>
            <pc:docMk/>
            <pc:sldMk cId="20677876" sldId="371"/>
            <ac:spMk id="6" creationId="{A9EF2A88-5299-43F1-B1E4-333E12B8033F}"/>
          </ac:spMkLst>
        </pc:spChg>
        <pc:spChg chg="del">
          <ac:chgData name="Alexandre Quach" userId="03a3b9a4-365b-425e-bba9-a77346403bac" providerId="ADAL" clId="{64E775B5-41D4-4EB0-A138-34881667DE40}" dt="2022-10-22T18:06:02.855" v="735" actId="931"/>
          <ac:spMkLst>
            <pc:docMk/>
            <pc:sldMk cId="20677876" sldId="371"/>
            <ac:spMk id="7" creationId="{41CD8F5A-1763-4DEB-BABF-F04506844AB0}"/>
          </ac:spMkLst>
        </pc:spChg>
        <pc:spChg chg="del">
          <ac:chgData name="Alexandre Quach" userId="03a3b9a4-365b-425e-bba9-a77346403bac" providerId="ADAL" clId="{64E775B5-41D4-4EB0-A138-34881667DE40}" dt="2022-10-22T17:36:15.440" v="576" actId="478"/>
          <ac:spMkLst>
            <pc:docMk/>
            <pc:sldMk cId="20677876" sldId="371"/>
            <ac:spMk id="8" creationId="{54FE4B53-B7EE-451F-ACA2-90983C00968C}"/>
          </ac:spMkLst>
        </pc:spChg>
        <pc:spChg chg="mod">
          <ac:chgData name="Alexandre Quach" userId="03a3b9a4-365b-425e-bba9-a77346403bac" providerId="ADAL" clId="{64E775B5-41D4-4EB0-A138-34881667DE40}" dt="2022-10-22T17:53:30.660" v="734" actId="14100"/>
          <ac:spMkLst>
            <pc:docMk/>
            <pc:sldMk cId="20677876" sldId="371"/>
            <ac:spMk id="9" creationId="{CA1044E5-4A38-4A57-BEC6-02CD1F1AFC8B}"/>
          </ac:spMkLst>
        </pc:spChg>
        <pc:spChg chg="mod">
          <ac:chgData name="Alexandre Quach" userId="03a3b9a4-365b-425e-bba9-a77346403bac" providerId="ADAL" clId="{64E775B5-41D4-4EB0-A138-34881667DE40}" dt="2022-10-22T19:22:53.617" v="2839" actId="14100"/>
          <ac:spMkLst>
            <pc:docMk/>
            <pc:sldMk cId="20677876" sldId="371"/>
            <ac:spMk id="10" creationId="{D3A05F0F-47B8-4894-8D48-0C0F4C166E59}"/>
          </ac:spMkLst>
        </pc:spChg>
        <pc:spChg chg="mod">
          <ac:chgData name="Alexandre Quach" userId="03a3b9a4-365b-425e-bba9-a77346403bac" providerId="ADAL" clId="{64E775B5-41D4-4EB0-A138-34881667DE40}" dt="2022-10-22T17:28:34.944" v="547" actId="20577"/>
          <ac:spMkLst>
            <pc:docMk/>
            <pc:sldMk cId="20677876" sldId="371"/>
            <ac:spMk id="11" creationId="{C5D8558B-FF11-4A39-8795-6E2A831F942D}"/>
          </ac:spMkLst>
        </pc:spChg>
        <pc:spChg chg="add del mod">
          <ac:chgData name="Alexandre Quach" userId="03a3b9a4-365b-425e-bba9-a77346403bac" providerId="ADAL" clId="{64E775B5-41D4-4EB0-A138-34881667DE40}" dt="2022-10-22T21:22:43.773" v="10016" actId="478"/>
          <ac:spMkLst>
            <pc:docMk/>
            <pc:sldMk cId="20677876" sldId="371"/>
            <ac:spMk id="18" creationId="{F860EFBC-D04B-F795-FD72-0847199079A4}"/>
          </ac:spMkLst>
        </pc:spChg>
        <pc:graphicFrameChg chg="add mod">
          <ac:chgData name="Alexandre Quach" userId="03a3b9a4-365b-425e-bba9-a77346403bac" providerId="ADAL" clId="{64E775B5-41D4-4EB0-A138-34881667DE40}" dt="2022-10-22T17:52:25.906" v="587" actId="5736"/>
          <ac:graphicFrameMkLst>
            <pc:docMk/>
            <pc:sldMk cId="20677876" sldId="371"/>
            <ac:graphicFrameMk id="3" creationId="{74F7291A-7A22-6333-C71D-AB84BACC62B9}"/>
          </ac:graphicFrameMkLst>
        </pc:graphicFrameChg>
        <pc:graphicFrameChg chg="add mod">
          <ac:chgData name="Alexandre Quach" userId="03a3b9a4-365b-425e-bba9-a77346403bac" providerId="ADAL" clId="{64E775B5-41D4-4EB0-A138-34881667DE40}" dt="2022-10-22T17:52:25.906" v="587" actId="5736"/>
          <ac:graphicFrameMkLst>
            <pc:docMk/>
            <pc:sldMk cId="20677876" sldId="371"/>
            <ac:graphicFrameMk id="13" creationId="{42CFA644-1294-9D63-6B91-7C7FCD424FFA}"/>
          </ac:graphicFrameMkLst>
        </pc:graphicFrameChg>
        <pc:picChg chg="del">
          <ac:chgData name="Alexandre Quach" userId="03a3b9a4-365b-425e-bba9-a77346403bac" providerId="ADAL" clId="{64E775B5-41D4-4EB0-A138-34881667DE40}" dt="2022-10-22T17:45:44.383" v="578" actId="478"/>
          <ac:picMkLst>
            <pc:docMk/>
            <pc:sldMk cId="20677876" sldId="371"/>
            <ac:picMk id="4" creationId="{64A36C4C-D4B7-4279-953B-9930E54F0B11}"/>
          </ac:picMkLst>
        </pc:picChg>
        <pc:picChg chg="add mod">
          <ac:chgData name="Alexandre Quach" userId="03a3b9a4-365b-425e-bba9-a77346403bac" providerId="ADAL" clId="{64E775B5-41D4-4EB0-A138-34881667DE40}" dt="2022-10-22T17:52:25.906" v="587" actId="5736"/>
          <ac:picMkLst>
            <pc:docMk/>
            <pc:sldMk cId="20677876" sldId="371"/>
            <ac:picMk id="12" creationId="{5CDD82B8-D927-6604-1113-9DC524EB305E}"/>
          </ac:picMkLst>
        </pc:picChg>
        <pc:picChg chg="add mod">
          <ac:chgData name="Alexandre Quach" userId="03a3b9a4-365b-425e-bba9-a77346403bac" providerId="ADAL" clId="{64E775B5-41D4-4EB0-A138-34881667DE40}" dt="2022-10-22T18:06:02.855" v="735" actId="931"/>
          <ac:picMkLst>
            <pc:docMk/>
            <pc:sldMk cId="20677876" sldId="371"/>
            <ac:picMk id="15" creationId="{DE805386-C899-191B-D4B6-F04AB219FB63}"/>
          </ac:picMkLst>
        </pc:picChg>
        <pc:picChg chg="add mod">
          <ac:chgData name="Alexandre Quach" userId="03a3b9a4-365b-425e-bba9-a77346403bac" providerId="ADAL" clId="{64E775B5-41D4-4EB0-A138-34881667DE40}" dt="2022-10-22T21:22:39.454" v="10015" actId="931"/>
          <ac:picMkLst>
            <pc:docMk/>
            <pc:sldMk cId="20677876" sldId="371"/>
            <ac:picMk id="17" creationId="{BEFA2FC2-AA50-0A2E-BBFA-9A77F8602A68}"/>
          </ac:picMkLst>
        </pc:picChg>
      </pc:sldChg>
      <pc:sldChg chg="delSp modSp add mod ord">
        <pc:chgData name="Alexandre Quach" userId="03a3b9a4-365b-425e-bba9-a77346403bac" providerId="ADAL" clId="{64E775B5-41D4-4EB0-A138-34881667DE40}" dt="2022-10-22T21:15:29.759" v="9863" actId="20577"/>
        <pc:sldMkLst>
          <pc:docMk/>
          <pc:sldMk cId="4289724254" sldId="372"/>
        </pc:sldMkLst>
        <pc:spChg chg="mod">
          <ac:chgData name="Alexandre Quach" userId="03a3b9a4-365b-425e-bba9-a77346403bac" providerId="ADAL" clId="{64E775B5-41D4-4EB0-A138-34881667DE40}" dt="2022-10-22T17:19:50.422" v="8" actId="20577"/>
          <ac:spMkLst>
            <pc:docMk/>
            <pc:sldMk cId="4289724254" sldId="372"/>
            <ac:spMk id="2" creationId="{74FD8270-C5BD-4C95-919E-846BFBD95020}"/>
          </ac:spMkLst>
        </pc:spChg>
        <pc:spChg chg="del">
          <ac:chgData name="Alexandre Quach" userId="03a3b9a4-365b-425e-bba9-a77346403bac" providerId="ADAL" clId="{64E775B5-41D4-4EB0-A138-34881667DE40}" dt="2022-10-22T17:19:57.904" v="9" actId="478"/>
          <ac:spMkLst>
            <pc:docMk/>
            <pc:sldMk cId="4289724254" sldId="372"/>
            <ac:spMk id="17" creationId="{5DC8DA58-75F4-4305-BB2B-B0BE2336973A}"/>
          </ac:spMkLst>
        </pc:spChg>
        <pc:spChg chg="mod">
          <ac:chgData name="Alexandre Quach" userId="03a3b9a4-365b-425e-bba9-a77346403bac" providerId="ADAL" clId="{64E775B5-41D4-4EB0-A138-34881667DE40}" dt="2022-10-22T21:15:29.759" v="9863" actId="20577"/>
          <ac:spMkLst>
            <pc:docMk/>
            <pc:sldMk cId="4289724254" sldId="372"/>
            <ac:spMk id="25" creationId="{767E15B1-5AD7-4AC2-8DA6-38450253D5A6}"/>
          </ac:spMkLst>
        </pc:spChg>
        <pc:grpChg chg="del mod">
          <ac:chgData name="Alexandre Quach" userId="03a3b9a4-365b-425e-bba9-a77346403bac" providerId="ADAL" clId="{64E775B5-41D4-4EB0-A138-34881667DE40}" dt="2022-10-22T17:20:00.114" v="11" actId="478"/>
          <ac:grpSpMkLst>
            <pc:docMk/>
            <pc:sldMk cId="4289724254" sldId="372"/>
            <ac:grpSpMk id="12" creationId="{1B94675C-2E62-44A0-A392-808EA0131B26}"/>
          </ac:grpSpMkLst>
        </pc:grpChg>
        <pc:graphicFrameChg chg="mod modGraphic">
          <ac:chgData name="Alexandre Quach" userId="03a3b9a4-365b-425e-bba9-a77346403bac" providerId="ADAL" clId="{64E775B5-41D4-4EB0-A138-34881667DE40}" dt="2022-10-22T21:14:48.555" v="9754" actId="20577"/>
          <ac:graphicFrameMkLst>
            <pc:docMk/>
            <pc:sldMk cId="4289724254" sldId="372"/>
            <ac:graphicFrameMk id="24" creationId="{17FF7068-AC52-408E-AEE7-AF6B0F4F73FA}"/>
          </ac:graphicFrameMkLst>
        </pc:graphicFrameChg>
      </pc:sldChg>
      <pc:sldChg chg="delSp modSp add mod ord">
        <pc:chgData name="Alexandre Quach" userId="03a3b9a4-365b-425e-bba9-a77346403bac" providerId="ADAL" clId="{64E775B5-41D4-4EB0-A138-34881667DE40}" dt="2022-10-23T06:52:37.147" v="12954" actId="20577"/>
        <pc:sldMkLst>
          <pc:docMk/>
          <pc:sldMk cId="471399303" sldId="373"/>
        </pc:sldMkLst>
        <pc:spChg chg="mod">
          <ac:chgData name="Alexandre Quach" userId="03a3b9a4-365b-425e-bba9-a77346403bac" providerId="ADAL" clId="{64E775B5-41D4-4EB0-A138-34881667DE40}" dt="2022-10-22T21:20:33.286" v="9878" actId="20577"/>
          <ac:spMkLst>
            <pc:docMk/>
            <pc:sldMk cId="471399303" sldId="373"/>
            <ac:spMk id="2" creationId="{D071508F-00B6-48EB-9E05-2CF3767E59FF}"/>
          </ac:spMkLst>
        </pc:spChg>
        <pc:spChg chg="del">
          <ac:chgData name="Alexandre Quach" userId="03a3b9a4-365b-425e-bba9-a77346403bac" providerId="ADAL" clId="{64E775B5-41D4-4EB0-A138-34881667DE40}" dt="2022-10-22T17:20:03.049" v="12" actId="478"/>
          <ac:spMkLst>
            <pc:docMk/>
            <pc:sldMk cId="471399303" sldId="373"/>
            <ac:spMk id="19" creationId="{7C7BD0D0-9C46-4E46-ADCF-956D2D933F6C}"/>
          </ac:spMkLst>
        </pc:spChg>
        <pc:spChg chg="mod">
          <ac:chgData name="Alexandre Quach" userId="03a3b9a4-365b-425e-bba9-a77346403bac" providerId="ADAL" clId="{64E775B5-41D4-4EB0-A138-34881667DE40}" dt="2022-10-23T06:42:16.636" v="11434" actId="20577"/>
          <ac:spMkLst>
            <pc:docMk/>
            <pc:sldMk cId="471399303" sldId="373"/>
            <ac:spMk id="21" creationId="{AEAAF9EE-7A2C-494F-808A-D18DB5D12482}"/>
          </ac:spMkLst>
        </pc:spChg>
        <pc:spChg chg="mod">
          <ac:chgData name="Alexandre Quach" userId="03a3b9a4-365b-425e-bba9-a77346403bac" providerId="ADAL" clId="{64E775B5-41D4-4EB0-A138-34881667DE40}" dt="2022-10-23T06:41:18.515" v="11243" actId="20577"/>
          <ac:spMkLst>
            <pc:docMk/>
            <pc:sldMk cId="471399303" sldId="373"/>
            <ac:spMk id="23" creationId="{4F2EA91F-0720-4EB9-8886-AA180CEFDDC1}"/>
          </ac:spMkLst>
        </pc:spChg>
        <pc:spChg chg="mod">
          <ac:chgData name="Alexandre Quach" userId="03a3b9a4-365b-425e-bba9-a77346403bac" providerId="ADAL" clId="{64E775B5-41D4-4EB0-A138-34881667DE40}" dt="2022-10-23T06:43:33.932" v="11813" actId="20577"/>
          <ac:spMkLst>
            <pc:docMk/>
            <pc:sldMk cId="471399303" sldId="373"/>
            <ac:spMk id="25" creationId="{358E1BF9-5E40-437B-9E38-38063C963CED}"/>
          </ac:spMkLst>
        </pc:spChg>
        <pc:spChg chg="mod">
          <ac:chgData name="Alexandre Quach" userId="03a3b9a4-365b-425e-bba9-a77346403bac" providerId="ADAL" clId="{64E775B5-41D4-4EB0-A138-34881667DE40}" dt="2022-10-23T06:49:59.187" v="12355" actId="20577"/>
          <ac:spMkLst>
            <pc:docMk/>
            <pc:sldMk cId="471399303" sldId="373"/>
            <ac:spMk id="27" creationId="{807B6C4A-0B30-40EB-8A67-9150BE6EDE0C}"/>
          </ac:spMkLst>
        </pc:spChg>
        <pc:spChg chg="mod">
          <ac:chgData name="Alexandre Quach" userId="03a3b9a4-365b-425e-bba9-a77346403bac" providerId="ADAL" clId="{64E775B5-41D4-4EB0-A138-34881667DE40}" dt="2022-10-23T06:48:18.523" v="11910" actId="20577"/>
          <ac:spMkLst>
            <pc:docMk/>
            <pc:sldMk cId="471399303" sldId="373"/>
            <ac:spMk id="29" creationId="{D7130EBC-B9CE-4EEE-B949-C9025E797D68}"/>
          </ac:spMkLst>
        </pc:spChg>
        <pc:spChg chg="mod">
          <ac:chgData name="Alexandre Quach" userId="03a3b9a4-365b-425e-bba9-a77346403bac" providerId="ADAL" clId="{64E775B5-41D4-4EB0-A138-34881667DE40}" dt="2022-10-23T06:52:37.147" v="12954" actId="20577"/>
          <ac:spMkLst>
            <pc:docMk/>
            <pc:sldMk cId="471399303" sldId="373"/>
            <ac:spMk id="35" creationId="{67B0F38D-F1AC-4920-A67C-30199D2FB73D}"/>
          </ac:spMkLst>
        </pc:spChg>
        <pc:grpChg chg="del">
          <ac:chgData name="Alexandre Quach" userId="03a3b9a4-365b-425e-bba9-a77346403bac" providerId="ADAL" clId="{64E775B5-41D4-4EB0-A138-34881667DE40}" dt="2022-10-22T17:20:03.049" v="12" actId="478"/>
          <ac:grpSpMkLst>
            <pc:docMk/>
            <pc:sldMk cId="471399303" sldId="373"/>
            <ac:grpSpMk id="9" creationId="{22C618E6-D7BF-4A78-804F-BAFBB571C516}"/>
          </ac:grpSpMkLst>
        </pc:grpChg>
      </pc:sldChg>
      <pc:sldChg chg="delSp modSp add mod ord">
        <pc:chgData name="Alexandre Quach" userId="03a3b9a4-365b-425e-bba9-a77346403bac" providerId="ADAL" clId="{64E775B5-41D4-4EB0-A138-34881667DE40}" dt="2022-10-23T07:10:45.494" v="14392" actId="6549"/>
        <pc:sldMkLst>
          <pc:docMk/>
          <pc:sldMk cId="427037604" sldId="374"/>
        </pc:sldMkLst>
        <pc:spChg chg="mod">
          <ac:chgData name="Alexandre Quach" userId="03a3b9a4-365b-425e-bba9-a77346403bac" providerId="ADAL" clId="{64E775B5-41D4-4EB0-A138-34881667DE40}" dt="2022-10-22T17:19:46.553" v="7"/>
          <ac:spMkLst>
            <pc:docMk/>
            <pc:sldMk cId="427037604" sldId="374"/>
            <ac:spMk id="2" creationId="{D071508F-00B6-48EB-9E05-2CF3767E59FF}"/>
          </ac:spMkLst>
        </pc:spChg>
        <pc:spChg chg="del">
          <ac:chgData name="Alexandre Quach" userId="03a3b9a4-365b-425e-bba9-a77346403bac" providerId="ADAL" clId="{64E775B5-41D4-4EB0-A138-34881667DE40}" dt="2022-10-22T21:20:52.110" v="9913" actId="478"/>
          <ac:spMkLst>
            <pc:docMk/>
            <pc:sldMk cId="427037604" sldId="374"/>
            <ac:spMk id="30" creationId="{7F3E4517-DFFC-4C19-9B68-F9A20307F818}"/>
          </ac:spMkLst>
        </pc:spChg>
        <pc:spChg chg="mod">
          <ac:chgData name="Alexandre Quach" userId="03a3b9a4-365b-425e-bba9-a77346403bac" providerId="ADAL" clId="{64E775B5-41D4-4EB0-A138-34881667DE40}" dt="2022-10-23T07:10:45.494" v="14392" actId="6549"/>
          <ac:spMkLst>
            <pc:docMk/>
            <pc:sldMk cId="427037604" sldId="374"/>
            <ac:spMk id="37" creationId="{84E81D4B-0B47-48DF-9F1A-F05E8F79586D}"/>
          </ac:spMkLst>
        </pc:spChg>
        <pc:spChg chg="mod">
          <ac:chgData name="Alexandre Quach" userId="03a3b9a4-365b-425e-bba9-a77346403bac" providerId="ADAL" clId="{64E775B5-41D4-4EB0-A138-34881667DE40}" dt="2022-10-22T17:18:00.545" v="2" actId="27636"/>
          <ac:spMkLst>
            <pc:docMk/>
            <pc:sldMk cId="427037604" sldId="374"/>
            <ac:spMk id="38" creationId="{60664009-F884-41C1-8E16-0895E28E7602}"/>
          </ac:spMkLst>
        </pc:spChg>
        <pc:spChg chg="mod">
          <ac:chgData name="Alexandre Quach" userId="03a3b9a4-365b-425e-bba9-a77346403bac" providerId="ADAL" clId="{64E775B5-41D4-4EB0-A138-34881667DE40}" dt="2022-10-23T07:09:38.354" v="14147" actId="20577"/>
          <ac:spMkLst>
            <pc:docMk/>
            <pc:sldMk cId="427037604" sldId="374"/>
            <ac:spMk id="39" creationId="{5433BB7F-90C0-406F-936A-62E085E3EA91}"/>
          </ac:spMkLst>
        </pc:spChg>
        <pc:spChg chg="mod">
          <ac:chgData name="Alexandre Quach" userId="03a3b9a4-365b-425e-bba9-a77346403bac" providerId="ADAL" clId="{64E775B5-41D4-4EB0-A138-34881667DE40}" dt="2022-10-23T07:09:48.569" v="14187" actId="20577"/>
          <ac:spMkLst>
            <pc:docMk/>
            <pc:sldMk cId="427037604" sldId="374"/>
            <ac:spMk id="41" creationId="{0D81D87E-8900-4B2A-BAFC-61CC0883A5DB}"/>
          </ac:spMkLst>
        </pc:spChg>
        <pc:grpChg chg="del">
          <ac:chgData name="Alexandre Quach" userId="03a3b9a4-365b-425e-bba9-a77346403bac" providerId="ADAL" clId="{64E775B5-41D4-4EB0-A138-34881667DE40}" dt="2022-10-22T21:20:52.110" v="9913" actId="478"/>
          <ac:grpSpMkLst>
            <pc:docMk/>
            <pc:sldMk cId="427037604" sldId="374"/>
            <ac:grpSpMk id="22" creationId="{B3BFD430-8DFD-4E9B-96C5-84F803FBBF82}"/>
          </ac:grpSpMkLst>
        </pc:grpChg>
      </pc:sldChg>
      <pc:sldChg chg="delSp modSp add mod ord">
        <pc:chgData name="Alexandre Quach" userId="03a3b9a4-365b-425e-bba9-a77346403bac" providerId="ADAL" clId="{64E775B5-41D4-4EB0-A138-34881667DE40}" dt="2022-10-23T07:01:00.650" v="13244" actId="20577"/>
        <pc:sldMkLst>
          <pc:docMk/>
          <pc:sldMk cId="1470767813" sldId="375"/>
        </pc:sldMkLst>
        <pc:spChg chg="mod">
          <ac:chgData name="Alexandre Quach" userId="03a3b9a4-365b-425e-bba9-a77346403bac" providerId="ADAL" clId="{64E775B5-41D4-4EB0-A138-34881667DE40}" dt="2022-10-22T21:20:44.238" v="9912" actId="20577"/>
          <ac:spMkLst>
            <pc:docMk/>
            <pc:sldMk cId="1470767813" sldId="375"/>
            <ac:spMk id="2" creationId="{D071508F-00B6-48EB-9E05-2CF3767E59FF}"/>
          </ac:spMkLst>
        </pc:spChg>
        <pc:spChg chg="del">
          <ac:chgData name="Alexandre Quach" userId="03a3b9a4-365b-425e-bba9-a77346403bac" providerId="ADAL" clId="{64E775B5-41D4-4EB0-A138-34881667DE40}" dt="2022-10-22T17:20:08.808" v="14" actId="478"/>
          <ac:spMkLst>
            <pc:docMk/>
            <pc:sldMk cId="1470767813" sldId="375"/>
            <ac:spMk id="36" creationId="{05194C88-BBE8-496F-A2E1-1DBD292A265D}"/>
          </ac:spMkLst>
        </pc:spChg>
        <pc:grpChg chg="del">
          <ac:chgData name="Alexandre Quach" userId="03a3b9a4-365b-425e-bba9-a77346403bac" providerId="ADAL" clId="{64E775B5-41D4-4EB0-A138-34881667DE40}" dt="2022-10-22T17:20:08.808" v="14" actId="478"/>
          <ac:grpSpMkLst>
            <pc:docMk/>
            <pc:sldMk cId="1470767813" sldId="375"/>
            <ac:grpSpMk id="18" creationId="{FEA878E7-D150-4A6E-8BD6-C5CD12DC290D}"/>
          </ac:grpSpMkLst>
        </pc:grpChg>
        <pc:graphicFrameChg chg="mod modGraphic">
          <ac:chgData name="Alexandre Quach" userId="03a3b9a4-365b-425e-bba9-a77346403bac" providerId="ADAL" clId="{64E775B5-41D4-4EB0-A138-34881667DE40}" dt="2022-10-23T07:01:00.650" v="13244" actId="20577"/>
          <ac:graphicFrameMkLst>
            <pc:docMk/>
            <pc:sldMk cId="1470767813" sldId="375"/>
            <ac:graphicFrameMk id="43" creationId="{C67131CB-D953-44BF-AB8A-A11E972A5B0B}"/>
          </ac:graphicFrameMkLst>
        </pc:graphicFrameChg>
      </pc:sldChg>
      <pc:sldChg chg="delSp modSp add mod ord">
        <pc:chgData name="Alexandre Quach" userId="03a3b9a4-365b-425e-bba9-a77346403bac" providerId="ADAL" clId="{64E775B5-41D4-4EB0-A138-34881667DE40}" dt="2022-10-23T07:21:27.337" v="14416" actId="14734"/>
        <pc:sldMkLst>
          <pc:docMk/>
          <pc:sldMk cId="2545377066" sldId="377"/>
        </pc:sldMkLst>
        <pc:spChg chg="mod">
          <ac:chgData name="Alexandre Quach" userId="03a3b9a4-365b-425e-bba9-a77346403bac" providerId="ADAL" clId="{64E775B5-41D4-4EB0-A138-34881667DE40}" dt="2022-10-22T17:19:46.553" v="7"/>
          <ac:spMkLst>
            <pc:docMk/>
            <pc:sldMk cId="2545377066" sldId="377"/>
            <ac:spMk id="2" creationId="{D071508F-00B6-48EB-9E05-2CF3767E59FF}"/>
          </ac:spMkLst>
        </pc:spChg>
        <pc:spChg chg="del mod">
          <ac:chgData name="Alexandre Quach" userId="03a3b9a4-365b-425e-bba9-a77346403bac" providerId="ADAL" clId="{64E775B5-41D4-4EB0-A138-34881667DE40}" dt="2022-10-22T21:20:59.621" v="9932" actId="478"/>
          <ac:spMkLst>
            <pc:docMk/>
            <pc:sldMk cId="2545377066" sldId="377"/>
            <ac:spMk id="30" creationId="{7F3E4517-DFFC-4C19-9B68-F9A20307F818}"/>
          </ac:spMkLst>
        </pc:spChg>
        <pc:grpChg chg="del">
          <ac:chgData name="Alexandre Quach" userId="03a3b9a4-365b-425e-bba9-a77346403bac" providerId="ADAL" clId="{64E775B5-41D4-4EB0-A138-34881667DE40}" dt="2022-10-22T21:20:59.621" v="9932" actId="478"/>
          <ac:grpSpMkLst>
            <pc:docMk/>
            <pc:sldMk cId="2545377066" sldId="377"/>
            <ac:grpSpMk id="31" creationId="{566822D7-BE59-42A3-8647-937CD139D65E}"/>
          </ac:grpSpMkLst>
        </pc:grpChg>
        <pc:graphicFrameChg chg="mod modGraphic">
          <ac:chgData name="Alexandre Quach" userId="03a3b9a4-365b-425e-bba9-a77346403bac" providerId="ADAL" clId="{64E775B5-41D4-4EB0-A138-34881667DE40}" dt="2022-10-22T21:21:17.512" v="9983" actId="2164"/>
          <ac:graphicFrameMkLst>
            <pc:docMk/>
            <pc:sldMk cId="2545377066" sldId="377"/>
            <ac:graphicFrameMk id="46" creationId="{A1A89359-9EBD-4BE9-9EE7-2603FE9D0BEF}"/>
          </ac:graphicFrameMkLst>
        </pc:graphicFrameChg>
        <pc:graphicFrameChg chg="mod modGraphic">
          <ac:chgData name="Alexandre Quach" userId="03a3b9a4-365b-425e-bba9-a77346403bac" providerId="ADAL" clId="{64E775B5-41D4-4EB0-A138-34881667DE40}" dt="2022-10-23T07:21:27.337" v="14416" actId="14734"/>
          <ac:graphicFrameMkLst>
            <pc:docMk/>
            <pc:sldMk cId="2545377066" sldId="377"/>
            <ac:graphicFrameMk id="47" creationId="{E532220D-FB7A-4D58-94AD-62D5519F5AAE}"/>
          </ac:graphicFrameMkLst>
        </pc:graphicFrameChg>
      </pc:sldChg>
      <pc:sldChg chg="addSp delSp modSp add mod">
        <pc:chgData name="Alexandre Quach" userId="03a3b9a4-365b-425e-bba9-a77346403bac" providerId="ADAL" clId="{64E775B5-41D4-4EB0-A138-34881667DE40}" dt="2022-10-22T21:22:10.773" v="10014" actId="14100"/>
        <pc:sldMkLst>
          <pc:docMk/>
          <pc:sldMk cId="217305794" sldId="381"/>
        </pc:sldMkLst>
        <pc:spChg chg="mod">
          <ac:chgData name="Alexandre Quach" userId="03a3b9a4-365b-425e-bba9-a77346403bac" providerId="ADAL" clId="{64E775B5-41D4-4EB0-A138-34881667DE40}" dt="2022-10-22T21:22:10.773" v="10014" actId="14100"/>
          <ac:spMkLst>
            <pc:docMk/>
            <pc:sldMk cId="217305794" sldId="381"/>
            <ac:spMk id="2" creationId="{74FD8270-C5BD-4C95-919E-846BFBD95020}"/>
          </ac:spMkLst>
        </pc:spChg>
        <pc:spChg chg="del mod">
          <ac:chgData name="Alexandre Quach" userId="03a3b9a4-365b-425e-bba9-a77346403bac" providerId="ADAL" clId="{64E775B5-41D4-4EB0-A138-34881667DE40}" dt="2022-10-22T18:44:25.108" v="1486" actId="478"/>
          <ac:spMkLst>
            <pc:docMk/>
            <pc:sldMk cId="217305794" sldId="381"/>
            <ac:spMk id="5" creationId="{9B8DB8F1-89C6-441B-99AE-E4A1D33D057D}"/>
          </ac:spMkLst>
        </pc:spChg>
        <pc:spChg chg="add del">
          <ac:chgData name="Alexandre Quach" userId="03a3b9a4-365b-425e-bba9-a77346403bac" providerId="ADAL" clId="{64E775B5-41D4-4EB0-A138-34881667DE40}" dt="2022-10-22T18:44:12.227" v="1482" actId="931"/>
          <ac:spMkLst>
            <pc:docMk/>
            <pc:sldMk cId="217305794" sldId="381"/>
            <ac:spMk id="6" creationId="{A9EF2A88-5299-43F1-B1E4-333E12B8033F}"/>
          </ac:spMkLst>
        </pc:spChg>
        <pc:spChg chg="del">
          <ac:chgData name="Alexandre Quach" userId="03a3b9a4-365b-425e-bba9-a77346403bac" providerId="ADAL" clId="{64E775B5-41D4-4EB0-A138-34881667DE40}" dt="2022-10-22T18:33:23.754" v="1410" actId="931"/>
          <ac:spMkLst>
            <pc:docMk/>
            <pc:sldMk cId="217305794" sldId="381"/>
            <ac:spMk id="7" creationId="{41CD8F5A-1763-4DEB-BABF-F04506844AB0}"/>
          </ac:spMkLst>
        </pc:spChg>
        <pc:spChg chg="add del">
          <ac:chgData name="Alexandre Quach" userId="03a3b9a4-365b-425e-bba9-a77346403bac" providerId="ADAL" clId="{64E775B5-41D4-4EB0-A138-34881667DE40}" dt="2022-10-22T18:34:03.205" v="1414" actId="931"/>
          <ac:spMkLst>
            <pc:docMk/>
            <pc:sldMk cId="217305794" sldId="381"/>
            <ac:spMk id="8" creationId="{54FE4B53-B7EE-451F-ACA2-90983C00968C}"/>
          </ac:spMkLst>
        </pc:spChg>
        <pc:spChg chg="mod">
          <ac:chgData name="Alexandre Quach" userId="03a3b9a4-365b-425e-bba9-a77346403bac" providerId="ADAL" clId="{64E775B5-41D4-4EB0-A138-34881667DE40}" dt="2022-10-22T21:21:57.004" v="10013" actId="20577"/>
          <ac:spMkLst>
            <pc:docMk/>
            <pc:sldMk cId="217305794" sldId="381"/>
            <ac:spMk id="9" creationId="{CA1044E5-4A38-4A57-BEC6-02CD1F1AFC8B}"/>
          </ac:spMkLst>
        </pc:spChg>
        <pc:spChg chg="mod">
          <ac:chgData name="Alexandre Quach" userId="03a3b9a4-365b-425e-bba9-a77346403bac" providerId="ADAL" clId="{64E775B5-41D4-4EB0-A138-34881667DE40}" dt="2022-10-22T18:32:48.468" v="1409" actId="14100"/>
          <ac:spMkLst>
            <pc:docMk/>
            <pc:sldMk cId="217305794" sldId="381"/>
            <ac:spMk id="10" creationId="{D3A05F0F-47B8-4894-8D48-0C0F4C166E59}"/>
          </ac:spMkLst>
        </pc:spChg>
        <pc:spChg chg="mod">
          <ac:chgData name="Alexandre Quach" userId="03a3b9a4-365b-425e-bba9-a77346403bac" providerId="ADAL" clId="{64E775B5-41D4-4EB0-A138-34881667DE40}" dt="2022-10-22T18:34:50.846" v="1430" actId="20577"/>
          <ac:spMkLst>
            <pc:docMk/>
            <pc:sldMk cId="217305794" sldId="381"/>
            <ac:spMk id="11" creationId="{C5D8558B-FF11-4A39-8795-6E2A831F942D}"/>
          </ac:spMkLst>
        </pc:spChg>
        <pc:spChg chg="add del mod">
          <ac:chgData name="Alexandre Quach" userId="03a3b9a4-365b-425e-bba9-a77346403bac" providerId="ADAL" clId="{64E775B5-41D4-4EB0-A138-34881667DE40}" dt="2022-10-22T18:32:18.214" v="1331" actId="931"/>
          <ac:spMkLst>
            <pc:docMk/>
            <pc:sldMk cId="217305794" sldId="381"/>
            <ac:spMk id="15" creationId="{358B62F6-ECF9-5D1E-D31A-2AE5EE55F8FF}"/>
          </ac:spMkLst>
        </pc:spChg>
        <pc:spChg chg="add del mod">
          <ac:chgData name="Alexandre Quach" userId="03a3b9a4-365b-425e-bba9-a77346403bac" providerId="ADAL" clId="{64E775B5-41D4-4EB0-A138-34881667DE40}" dt="2022-10-22T18:33:30.190" v="1413" actId="478"/>
          <ac:spMkLst>
            <pc:docMk/>
            <pc:sldMk cId="217305794" sldId="381"/>
            <ac:spMk id="18" creationId="{7BC4647E-67EC-480A-239C-95BD14E1B0EF}"/>
          </ac:spMkLst>
        </pc:spChg>
        <pc:spChg chg="add del mod">
          <ac:chgData name="Alexandre Quach" userId="03a3b9a4-365b-425e-bba9-a77346403bac" providerId="ADAL" clId="{64E775B5-41D4-4EB0-A138-34881667DE40}" dt="2022-10-22T18:34:34.613" v="1417" actId="478"/>
          <ac:spMkLst>
            <pc:docMk/>
            <pc:sldMk cId="217305794" sldId="381"/>
            <ac:spMk id="21" creationId="{89C7E940-8831-7DC9-8063-894817793005}"/>
          </ac:spMkLst>
        </pc:spChg>
        <pc:spChg chg="add del mod">
          <ac:chgData name="Alexandre Quach" userId="03a3b9a4-365b-425e-bba9-a77346403bac" providerId="ADAL" clId="{64E775B5-41D4-4EB0-A138-34881667DE40}" dt="2022-10-22T18:42:58.918" v="1476" actId="931"/>
          <ac:spMkLst>
            <pc:docMk/>
            <pc:sldMk cId="217305794" sldId="381"/>
            <ac:spMk id="24" creationId="{9501BB3C-3320-64BD-EF75-072C70160ABE}"/>
          </ac:spMkLst>
        </pc:spChg>
        <pc:spChg chg="add del mod">
          <ac:chgData name="Alexandre Quach" userId="03a3b9a4-365b-425e-bba9-a77346403bac" providerId="ADAL" clId="{64E775B5-41D4-4EB0-A138-34881667DE40}" dt="2022-10-22T18:44:17.175" v="1485" actId="478"/>
          <ac:spMkLst>
            <pc:docMk/>
            <pc:sldMk cId="217305794" sldId="381"/>
            <ac:spMk id="29" creationId="{CBB877F2-BD3A-30EE-6271-114B5B6880F8}"/>
          </ac:spMkLst>
        </pc:spChg>
        <pc:graphicFrameChg chg="add del mod modGraphic">
          <ac:chgData name="Alexandre Quach" userId="03a3b9a4-365b-425e-bba9-a77346403bac" providerId="ADAL" clId="{64E775B5-41D4-4EB0-A138-34881667DE40}" dt="2022-10-22T17:36:11.776" v="574"/>
          <ac:graphicFrameMkLst>
            <pc:docMk/>
            <pc:sldMk cId="217305794" sldId="381"/>
            <ac:graphicFrameMk id="3" creationId="{4C94E9EA-45EC-97EC-EC49-472C7945FA87}"/>
          </ac:graphicFrameMkLst>
        </pc:graphicFrameChg>
        <pc:picChg chg="del">
          <ac:chgData name="Alexandre Quach" userId="03a3b9a4-365b-425e-bba9-a77346403bac" providerId="ADAL" clId="{64E775B5-41D4-4EB0-A138-34881667DE40}" dt="2022-10-22T18:44:25.108" v="1486" actId="478"/>
          <ac:picMkLst>
            <pc:docMk/>
            <pc:sldMk cId="217305794" sldId="381"/>
            <ac:picMk id="4" creationId="{64A36C4C-D4B7-4279-953B-9930E54F0B11}"/>
          </ac:picMkLst>
        </pc:picChg>
        <pc:picChg chg="add del mod">
          <ac:chgData name="Alexandre Quach" userId="03a3b9a4-365b-425e-bba9-a77346403bac" providerId="ADAL" clId="{64E775B5-41D4-4EB0-A138-34881667DE40}" dt="2022-10-22T17:36:10.288" v="569"/>
          <ac:picMkLst>
            <pc:docMk/>
            <pc:sldMk cId="217305794" sldId="381"/>
            <ac:picMk id="12" creationId="{99DF0FBB-299D-3FAE-40D7-E6CA010159EB}"/>
          </ac:picMkLst>
        </pc:picChg>
        <pc:picChg chg="add del mod">
          <ac:chgData name="Alexandre Quach" userId="03a3b9a4-365b-425e-bba9-a77346403bac" providerId="ADAL" clId="{64E775B5-41D4-4EB0-A138-34881667DE40}" dt="2022-10-22T18:32:18.214" v="1331" actId="931"/>
          <ac:picMkLst>
            <pc:docMk/>
            <pc:sldMk cId="217305794" sldId="381"/>
            <ac:picMk id="14" creationId="{A86B6A73-D938-0037-2C5F-214303D2CB00}"/>
          </ac:picMkLst>
        </pc:picChg>
        <pc:picChg chg="add mod">
          <ac:chgData name="Alexandre Quach" userId="03a3b9a4-365b-425e-bba9-a77346403bac" providerId="ADAL" clId="{64E775B5-41D4-4EB0-A138-34881667DE40}" dt="2022-10-22T18:33:24.858" v="1412" actId="962"/>
          <ac:picMkLst>
            <pc:docMk/>
            <pc:sldMk cId="217305794" sldId="381"/>
            <ac:picMk id="17" creationId="{5C505688-B4D6-C633-4B10-C558B9C644CB}"/>
          </ac:picMkLst>
        </pc:picChg>
        <pc:picChg chg="add mod">
          <ac:chgData name="Alexandre Quach" userId="03a3b9a4-365b-425e-bba9-a77346403bac" providerId="ADAL" clId="{64E775B5-41D4-4EB0-A138-34881667DE40}" dt="2022-10-22T18:34:03.848" v="1416" actId="962"/>
          <ac:picMkLst>
            <pc:docMk/>
            <pc:sldMk cId="217305794" sldId="381"/>
            <ac:picMk id="20" creationId="{1BA22A8C-A2E0-8092-8CC4-19928976C6E1}"/>
          </ac:picMkLst>
        </pc:picChg>
        <pc:picChg chg="add del mod">
          <ac:chgData name="Alexandre Quach" userId="03a3b9a4-365b-425e-bba9-a77346403bac" providerId="ADAL" clId="{64E775B5-41D4-4EB0-A138-34881667DE40}" dt="2022-10-22T18:42:58.918" v="1476" actId="931"/>
          <ac:picMkLst>
            <pc:docMk/>
            <pc:sldMk cId="217305794" sldId="381"/>
            <ac:picMk id="23" creationId="{3CDBC91E-E629-EE23-703B-6FEE9C571CDE}"/>
          </ac:picMkLst>
        </pc:picChg>
        <pc:picChg chg="add del mod">
          <ac:chgData name="Alexandre Quach" userId="03a3b9a4-365b-425e-bba9-a77346403bac" providerId="ADAL" clId="{64E775B5-41D4-4EB0-A138-34881667DE40}" dt="2022-10-22T18:43:58.918" v="1481" actId="931"/>
          <ac:picMkLst>
            <pc:docMk/>
            <pc:sldMk cId="217305794" sldId="381"/>
            <ac:picMk id="26" creationId="{2FD548F6-573F-A0B1-7B08-89FA789DA5C4}"/>
          </ac:picMkLst>
        </pc:picChg>
        <pc:picChg chg="add mod">
          <ac:chgData name="Alexandre Quach" userId="03a3b9a4-365b-425e-bba9-a77346403bac" providerId="ADAL" clId="{64E775B5-41D4-4EB0-A138-34881667DE40}" dt="2022-10-22T18:44:13.315" v="1484" actId="962"/>
          <ac:picMkLst>
            <pc:docMk/>
            <pc:sldMk cId="217305794" sldId="381"/>
            <ac:picMk id="28" creationId="{4F3EFA5E-5186-EEFA-1971-E9AF44B146D7}"/>
          </ac:picMkLst>
        </pc:picChg>
      </pc:sldChg>
      <pc:sldChg chg="addSp delSp modSp add mod setBg delDesignElem">
        <pc:chgData name="Alexandre Quach" userId="03a3b9a4-365b-425e-bba9-a77346403bac" providerId="ADAL" clId="{64E775B5-41D4-4EB0-A138-34881667DE40}" dt="2022-10-22T21:22:53.606" v="10019" actId="20577"/>
        <pc:sldMkLst>
          <pc:docMk/>
          <pc:sldMk cId="2152990317" sldId="382"/>
        </pc:sldMkLst>
        <pc:spChg chg="mod">
          <ac:chgData name="Alexandre Quach" userId="03a3b9a4-365b-425e-bba9-a77346403bac" providerId="ADAL" clId="{64E775B5-41D4-4EB0-A138-34881667DE40}" dt="2022-10-22T21:22:53.606" v="10019" actId="20577"/>
          <ac:spMkLst>
            <pc:docMk/>
            <pc:sldMk cId="2152990317" sldId="382"/>
            <ac:spMk id="3" creationId="{760F2153-A99C-7884-B357-72D68732BCD2}"/>
          </ac:spMkLst>
        </pc:spChg>
        <pc:spChg chg="del mod">
          <ac:chgData name="Alexandre Quach" userId="03a3b9a4-365b-425e-bba9-a77346403bac" providerId="ADAL" clId="{64E775B5-41D4-4EB0-A138-34881667DE40}" dt="2022-10-22T17:21:48.104" v="130" actId="478"/>
          <ac:spMkLst>
            <pc:docMk/>
            <pc:sldMk cId="2152990317" sldId="382"/>
            <ac:spMk id="5" creationId="{44ABBCAC-856A-5F07-E0BF-21C59F493CAA}"/>
          </ac:spMkLst>
        </pc:spChg>
        <pc:spChg chg="mod">
          <ac:chgData name="Alexandre Quach" userId="03a3b9a4-365b-425e-bba9-a77346403bac" providerId="ADAL" clId="{64E775B5-41D4-4EB0-A138-34881667DE40}" dt="2022-10-22T17:22:17.023" v="143" actId="20577"/>
          <ac:spMkLst>
            <pc:docMk/>
            <pc:sldMk cId="2152990317" sldId="382"/>
            <ac:spMk id="66" creationId="{065A1710-095B-4220-88EC-52590635CCBC}"/>
          </ac:spMkLst>
        </pc:spChg>
        <pc:spChg chg="del">
          <ac:chgData name="Alexandre Quach" userId="03a3b9a4-365b-425e-bba9-a77346403bac" providerId="ADAL" clId="{64E775B5-41D4-4EB0-A138-34881667DE40}" dt="2022-10-22T17:20:36.810" v="28"/>
          <ac:spMkLst>
            <pc:docMk/>
            <pc:sldMk cId="2152990317" sldId="382"/>
            <ac:spMk id="75" creationId="{E898931C-0323-41FA-A036-20F818B1FF81}"/>
          </ac:spMkLst>
        </pc:spChg>
        <pc:spChg chg="del">
          <ac:chgData name="Alexandre Quach" userId="03a3b9a4-365b-425e-bba9-a77346403bac" providerId="ADAL" clId="{64E775B5-41D4-4EB0-A138-34881667DE40}" dt="2022-10-22T17:20:36.810" v="28"/>
          <ac:spMkLst>
            <pc:docMk/>
            <pc:sldMk cId="2152990317" sldId="382"/>
            <ac:spMk id="76" creationId="{07322A9E-F1EC-405E-8971-BA906EFFCCB8}"/>
          </ac:spMkLst>
        </pc:spChg>
        <pc:spChg chg="del">
          <ac:chgData name="Alexandre Quach" userId="03a3b9a4-365b-425e-bba9-a77346403bac" providerId="ADAL" clId="{64E775B5-41D4-4EB0-A138-34881667DE40}" dt="2022-10-22T17:20:36.810" v="28"/>
          <ac:spMkLst>
            <pc:docMk/>
            <pc:sldMk cId="2152990317" sldId="382"/>
            <ac:spMk id="77" creationId="{89AFE9DD-0792-4B98-B4EB-97ACA17E6AA8}"/>
          </ac:spMkLst>
        </pc:spChg>
        <pc:spChg chg="del">
          <ac:chgData name="Alexandre Quach" userId="03a3b9a4-365b-425e-bba9-a77346403bac" providerId="ADAL" clId="{64E775B5-41D4-4EB0-A138-34881667DE40}" dt="2022-10-22T17:20:36.810" v="28"/>
          <ac:spMkLst>
            <pc:docMk/>
            <pc:sldMk cId="2152990317" sldId="382"/>
            <ac:spMk id="78" creationId="{A5704422-1118-4FD1-95AD-29A064EB80D9}"/>
          </ac:spMkLst>
        </pc:spChg>
        <pc:spChg chg="del">
          <ac:chgData name="Alexandre Quach" userId="03a3b9a4-365b-425e-bba9-a77346403bac" providerId="ADAL" clId="{64E775B5-41D4-4EB0-A138-34881667DE40}" dt="2022-10-22T17:20:36.810" v="28"/>
          <ac:spMkLst>
            <pc:docMk/>
            <pc:sldMk cId="2152990317" sldId="382"/>
            <ac:spMk id="79" creationId="{3981F5C4-9AE1-404E-AF44-A4E6DB374F9D}"/>
          </ac:spMkLst>
        </pc:spChg>
        <pc:spChg chg="del">
          <ac:chgData name="Alexandre Quach" userId="03a3b9a4-365b-425e-bba9-a77346403bac" providerId="ADAL" clId="{64E775B5-41D4-4EB0-A138-34881667DE40}" dt="2022-10-22T17:20:36.810" v="28"/>
          <ac:spMkLst>
            <pc:docMk/>
            <pc:sldMk cId="2152990317" sldId="382"/>
            <ac:spMk id="80" creationId="{A88B2AAA-B805-498E-A9E6-98B885855498}"/>
          </ac:spMkLst>
        </pc:spChg>
        <pc:spChg chg="del">
          <ac:chgData name="Alexandre Quach" userId="03a3b9a4-365b-425e-bba9-a77346403bac" providerId="ADAL" clId="{64E775B5-41D4-4EB0-A138-34881667DE40}" dt="2022-10-22T17:20:36.810" v="28"/>
          <ac:spMkLst>
            <pc:docMk/>
            <pc:sldMk cId="2152990317" sldId="382"/>
            <ac:spMk id="81" creationId="{763C1781-8726-4FAC-8C45-FF40376BE409}"/>
          </ac:spMkLst>
        </pc:spChg>
        <pc:spChg chg="del">
          <ac:chgData name="Alexandre Quach" userId="03a3b9a4-365b-425e-bba9-a77346403bac" providerId="ADAL" clId="{64E775B5-41D4-4EB0-A138-34881667DE40}" dt="2022-10-22T17:20:36.810" v="28"/>
          <ac:spMkLst>
            <pc:docMk/>
            <pc:sldMk cId="2152990317" sldId="382"/>
            <ac:spMk id="82" creationId="{9B8051E0-19D7-43E1-BFD9-E6DBFEB3A3F1}"/>
          </ac:spMkLst>
        </pc:spChg>
        <pc:spChg chg="del">
          <ac:chgData name="Alexandre Quach" userId="03a3b9a4-365b-425e-bba9-a77346403bac" providerId="ADAL" clId="{64E775B5-41D4-4EB0-A138-34881667DE40}" dt="2022-10-22T17:20:36.810" v="28"/>
          <ac:spMkLst>
            <pc:docMk/>
            <pc:sldMk cId="2152990317" sldId="382"/>
            <ac:spMk id="83" creationId="{301491B5-56C7-43DC-A3D9-861EECCA056A}"/>
          </ac:spMkLst>
        </pc:spChg>
        <pc:spChg chg="del">
          <ac:chgData name="Alexandre Quach" userId="03a3b9a4-365b-425e-bba9-a77346403bac" providerId="ADAL" clId="{64E775B5-41D4-4EB0-A138-34881667DE40}" dt="2022-10-22T17:20:36.810" v="28"/>
          <ac:spMkLst>
            <pc:docMk/>
            <pc:sldMk cId="2152990317" sldId="382"/>
            <ac:spMk id="84" creationId="{4EDB2B02-86A2-46F5-A4BE-B7D9B10411D6}"/>
          </ac:spMkLst>
        </pc:spChg>
        <pc:spChg chg="del">
          <ac:chgData name="Alexandre Quach" userId="03a3b9a4-365b-425e-bba9-a77346403bac" providerId="ADAL" clId="{64E775B5-41D4-4EB0-A138-34881667DE40}" dt="2022-10-22T17:20:36.810" v="28"/>
          <ac:spMkLst>
            <pc:docMk/>
            <pc:sldMk cId="2152990317" sldId="382"/>
            <ac:spMk id="85" creationId="{237E2353-22DF-46E0-A200-FB30F8F394E2}"/>
          </ac:spMkLst>
        </pc:spChg>
        <pc:spChg chg="del">
          <ac:chgData name="Alexandre Quach" userId="03a3b9a4-365b-425e-bba9-a77346403bac" providerId="ADAL" clId="{64E775B5-41D4-4EB0-A138-34881667DE40}" dt="2022-10-22T17:20:36.810" v="28"/>
          <ac:spMkLst>
            <pc:docMk/>
            <pc:sldMk cId="2152990317" sldId="382"/>
            <ac:spMk id="86" creationId="{43954639-FB5D-41F4-9560-6F6DFE778425}"/>
          </ac:spMkLst>
        </pc:spChg>
        <pc:spChg chg="del">
          <ac:chgData name="Alexandre Quach" userId="03a3b9a4-365b-425e-bba9-a77346403bac" providerId="ADAL" clId="{64E775B5-41D4-4EB0-A138-34881667DE40}" dt="2022-10-22T17:20:36.810" v="28"/>
          <ac:spMkLst>
            <pc:docMk/>
            <pc:sldMk cId="2152990317" sldId="382"/>
            <ac:spMk id="87" creationId="{DD6138DB-057B-45F7-A5F4-E7BFDA20D02C}"/>
          </ac:spMkLst>
        </pc:spChg>
        <pc:spChg chg="del">
          <ac:chgData name="Alexandre Quach" userId="03a3b9a4-365b-425e-bba9-a77346403bac" providerId="ADAL" clId="{64E775B5-41D4-4EB0-A138-34881667DE40}" dt="2022-10-22T17:20:36.810" v="28"/>
          <ac:spMkLst>
            <pc:docMk/>
            <pc:sldMk cId="2152990317" sldId="382"/>
            <ac:spMk id="89" creationId="{79A54AB1-B64F-4843-BFAB-81CB74E66B65}"/>
          </ac:spMkLst>
        </pc:spChg>
        <pc:grpChg chg="add del mod">
          <ac:chgData name="Alexandre Quach" userId="03a3b9a4-365b-425e-bba9-a77346403bac" providerId="ADAL" clId="{64E775B5-41D4-4EB0-A138-34881667DE40}" dt="2022-10-22T17:22:04.346" v="134" actId="478"/>
          <ac:grpSpMkLst>
            <pc:docMk/>
            <pc:sldMk cId="2152990317" sldId="382"/>
            <ac:grpSpMk id="2" creationId="{C90E8A8D-51CF-7AF0-8354-97215FD8962A}"/>
          </ac:grpSpMkLst>
        </pc:grpChg>
        <pc:graphicFrameChg chg="mod topLvl">
          <ac:chgData name="Alexandre Quach" userId="03a3b9a4-365b-425e-bba9-a77346403bac" providerId="ADAL" clId="{64E775B5-41D4-4EB0-A138-34881667DE40}" dt="2022-10-22T17:22:04.346" v="134" actId="478"/>
          <ac:graphicFrameMkLst>
            <pc:docMk/>
            <pc:sldMk cId="2152990317" sldId="382"/>
            <ac:graphicFrameMk id="6" creationId="{38514433-9500-8849-DC7E-C467B358856B}"/>
          </ac:graphicFrameMkLst>
        </pc:graphicFrameChg>
        <pc:picChg chg="del mod topLvl">
          <ac:chgData name="Alexandre Quach" userId="03a3b9a4-365b-425e-bba9-a77346403bac" providerId="ADAL" clId="{64E775B5-41D4-4EB0-A138-34881667DE40}" dt="2022-10-22T17:22:04.346" v="134" actId="478"/>
          <ac:picMkLst>
            <pc:docMk/>
            <pc:sldMk cId="2152990317" sldId="382"/>
            <ac:picMk id="7" creationId="{87467078-EDD9-68C9-2A00-7C0B7F8881DC}"/>
          </ac:picMkLst>
        </pc:picChg>
      </pc:sldChg>
      <pc:sldChg chg="modSp add mod ord">
        <pc:chgData name="Alexandre Quach" userId="03a3b9a4-365b-425e-bba9-a77346403bac" providerId="ADAL" clId="{64E775B5-41D4-4EB0-A138-34881667DE40}" dt="2022-10-23T06:37:53.718" v="10960"/>
        <pc:sldMkLst>
          <pc:docMk/>
          <pc:sldMk cId="3357181372" sldId="424"/>
        </pc:sldMkLst>
        <pc:spChg chg="mod">
          <ac:chgData name="Alexandre Quach" userId="03a3b9a4-365b-425e-bba9-a77346403bac" providerId="ADAL" clId="{64E775B5-41D4-4EB0-A138-34881667DE40}" dt="2022-10-22T17:22:33.119" v="164" actId="20577"/>
          <ac:spMkLst>
            <pc:docMk/>
            <pc:sldMk cId="3357181372" sldId="424"/>
            <ac:spMk id="2" creationId="{BEC45EC8-0CA8-4F50-B79E-7B5F658CF734}"/>
          </ac:spMkLst>
        </pc:spChg>
        <pc:spChg chg="mod">
          <ac:chgData name="Alexandre Quach" userId="03a3b9a4-365b-425e-bba9-a77346403bac" providerId="ADAL" clId="{64E775B5-41D4-4EB0-A138-34881667DE40}" dt="2022-10-23T05:58:12.726" v="10344" actId="27636"/>
          <ac:spMkLst>
            <pc:docMk/>
            <pc:sldMk cId="3357181372" sldId="424"/>
            <ac:spMk id="3" creationId="{9121A52E-EB2B-4E34-8070-8BCF5D5ECAFC}"/>
          </ac:spMkLst>
        </pc:spChg>
        <pc:picChg chg="mod">
          <ac:chgData name="Alexandre Quach" userId="03a3b9a4-365b-425e-bba9-a77346403bac" providerId="ADAL" clId="{64E775B5-41D4-4EB0-A138-34881667DE40}" dt="2022-10-23T05:58:15.870" v="10346" actId="1076"/>
          <ac:picMkLst>
            <pc:docMk/>
            <pc:sldMk cId="3357181372" sldId="424"/>
            <ac:picMk id="7" creationId="{BF9A0F6D-29FD-4474-81EC-A8C8D83DF808}"/>
          </ac:picMkLst>
        </pc:picChg>
        <pc:picChg chg="mod">
          <ac:chgData name="Alexandre Quach" userId="03a3b9a4-365b-425e-bba9-a77346403bac" providerId="ADAL" clId="{64E775B5-41D4-4EB0-A138-34881667DE40}" dt="2022-10-23T05:58:14.585" v="10345" actId="1076"/>
          <ac:picMkLst>
            <pc:docMk/>
            <pc:sldMk cId="3357181372" sldId="424"/>
            <ac:picMk id="9" creationId="{03573D61-78B1-42D7-9CFC-A0D32179E4BF}"/>
          </ac:picMkLst>
        </pc:picChg>
      </pc:sldChg>
      <pc:sldChg chg="modSp add mod">
        <pc:chgData name="Alexandre Quach" userId="03a3b9a4-365b-425e-bba9-a77346403bac" providerId="ADAL" clId="{64E775B5-41D4-4EB0-A138-34881667DE40}" dt="2022-10-23T06:39:27.693" v="11097" actId="20577"/>
        <pc:sldMkLst>
          <pc:docMk/>
          <pc:sldMk cId="2719290333" sldId="603"/>
        </pc:sldMkLst>
        <pc:spChg chg="mod">
          <ac:chgData name="Alexandre Quach" userId="03a3b9a4-365b-425e-bba9-a77346403bac" providerId="ADAL" clId="{64E775B5-41D4-4EB0-A138-34881667DE40}" dt="2022-10-23T06:38:18.412" v="11000" actId="20577"/>
          <ac:spMkLst>
            <pc:docMk/>
            <pc:sldMk cId="2719290333" sldId="603"/>
            <ac:spMk id="2" creationId="{606A794F-5F08-337C-50F0-FFEFF1446E0F}"/>
          </ac:spMkLst>
        </pc:spChg>
        <pc:spChg chg="mod">
          <ac:chgData name="Alexandre Quach" userId="03a3b9a4-365b-425e-bba9-a77346403bac" providerId="ADAL" clId="{64E775B5-41D4-4EB0-A138-34881667DE40}" dt="2022-10-23T06:39:27.693" v="11097" actId="20577"/>
          <ac:spMkLst>
            <pc:docMk/>
            <pc:sldMk cId="2719290333" sldId="603"/>
            <ac:spMk id="3" creationId="{CB182D3C-1E44-118D-E03C-489E469BD4D1}"/>
          </ac:spMkLst>
        </pc:spChg>
      </pc:sldChg>
      <pc:sldChg chg="modSp del mod">
        <pc:chgData name="Alexandre Quach" userId="03a3b9a4-365b-425e-bba9-a77346403bac" providerId="ADAL" clId="{64E775B5-41D4-4EB0-A138-34881667DE40}" dt="2022-10-23T06:40:16.678" v="11103" actId="47"/>
        <pc:sldMkLst>
          <pc:docMk/>
          <pc:sldMk cId="2560413230" sldId="678"/>
        </pc:sldMkLst>
        <pc:spChg chg="mod">
          <ac:chgData name="Alexandre Quach" userId="03a3b9a4-365b-425e-bba9-a77346403bac" providerId="ADAL" clId="{64E775B5-41D4-4EB0-A138-34881667DE40}" dt="2022-10-22T17:20:20.584" v="26" actId="20577"/>
          <ac:spMkLst>
            <pc:docMk/>
            <pc:sldMk cId="2560413230" sldId="678"/>
            <ac:spMk id="4" creationId="{535EF47E-B86E-4B3A-8928-F5F2830BE897}"/>
          </ac:spMkLst>
        </pc:spChg>
        <pc:spChg chg="mod">
          <ac:chgData name="Alexandre Quach" userId="03a3b9a4-365b-425e-bba9-a77346403bac" providerId="ADAL" clId="{64E775B5-41D4-4EB0-A138-34881667DE40}" dt="2022-10-22T17:21:25.371" v="120" actId="21"/>
          <ac:spMkLst>
            <pc:docMk/>
            <pc:sldMk cId="2560413230" sldId="678"/>
            <ac:spMk id="5" creationId="{ABE99CBA-8491-42DB-A730-F3730B4580E0}"/>
          </ac:spMkLst>
        </pc:spChg>
      </pc:sldChg>
      <pc:sldChg chg="modSp mod">
        <pc:chgData name="Alexandre Quach" userId="03a3b9a4-365b-425e-bba9-a77346403bac" providerId="ADAL" clId="{64E775B5-41D4-4EB0-A138-34881667DE40}" dt="2022-10-22T20:12:36.089" v="5927" actId="20577"/>
        <pc:sldMkLst>
          <pc:docMk/>
          <pc:sldMk cId="3165885568" sldId="685"/>
        </pc:sldMkLst>
        <pc:spChg chg="mod">
          <ac:chgData name="Alexandre Quach" userId="03a3b9a4-365b-425e-bba9-a77346403bac" providerId="ADAL" clId="{64E775B5-41D4-4EB0-A138-34881667DE40}" dt="2022-10-22T20:12:36.089" v="5927" actId="20577"/>
          <ac:spMkLst>
            <pc:docMk/>
            <pc:sldMk cId="3165885568" sldId="685"/>
            <ac:spMk id="2" creationId="{8A7C0156-9EAC-4E07-AF33-3F52F55877BA}"/>
          </ac:spMkLst>
        </pc:spChg>
      </pc:sldChg>
      <pc:sldChg chg="modSp mod ord">
        <pc:chgData name="Alexandre Quach" userId="03a3b9a4-365b-425e-bba9-a77346403bac" providerId="ADAL" clId="{64E775B5-41D4-4EB0-A138-34881667DE40}" dt="2022-10-22T20:26:39.601" v="7249"/>
        <pc:sldMkLst>
          <pc:docMk/>
          <pc:sldMk cId="1325807060" sldId="698"/>
        </pc:sldMkLst>
        <pc:spChg chg="mod">
          <ac:chgData name="Alexandre Quach" userId="03a3b9a4-365b-425e-bba9-a77346403bac" providerId="ADAL" clId="{64E775B5-41D4-4EB0-A138-34881667DE40}" dt="2022-10-22T20:26:34.575" v="7247" actId="20577"/>
          <ac:spMkLst>
            <pc:docMk/>
            <pc:sldMk cId="1325807060" sldId="698"/>
            <ac:spMk id="2" creationId="{C3A2B1C9-782E-4AA6-BEC7-67CB85EF882E}"/>
          </ac:spMkLst>
        </pc:spChg>
      </pc:sldChg>
      <pc:sldChg chg="modSp mod ord">
        <pc:chgData name="Alexandre Quach" userId="03a3b9a4-365b-425e-bba9-a77346403bac" providerId="ADAL" clId="{64E775B5-41D4-4EB0-A138-34881667DE40}" dt="2022-10-22T20:25:58.791" v="7206"/>
        <pc:sldMkLst>
          <pc:docMk/>
          <pc:sldMk cId="3712108834" sldId="727"/>
        </pc:sldMkLst>
        <pc:spChg chg="mod">
          <ac:chgData name="Alexandre Quach" userId="03a3b9a4-365b-425e-bba9-a77346403bac" providerId="ADAL" clId="{64E775B5-41D4-4EB0-A138-34881667DE40}" dt="2022-10-22T20:14:10.986" v="6076" actId="20577"/>
          <ac:spMkLst>
            <pc:docMk/>
            <pc:sldMk cId="3712108834" sldId="727"/>
            <ac:spMk id="2" creationId="{C3A2B1C9-782E-4AA6-BEC7-67CB85EF882E}"/>
          </ac:spMkLst>
        </pc:spChg>
        <pc:spChg chg="mod">
          <ac:chgData name="Alexandre Quach" userId="03a3b9a4-365b-425e-bba9-a77346403bac" providerId="ADAL" clId="{64E775B5-41D4-4EB0-A138-34881667DE40}" dt="2022-10-22T20:25:58.791" v="7206"/>
          <ac:spMkLst>
            <pc:docMk/>
            <pc:sldMk cId="3712108834" sldId="727"/>
            <ac:spMk id="5" creationId="{08B0A895-1094-4369-8B6A-0E67FE7DDB59}"/>
          </ac:spMkLst>
        </pc:spChg>
      </pc:sldChg>
      <pc:sldChg chg="del">
        <pc:chgData name="Alexandre Quach" userId="03a3b9a4-365b-425e-bba9-a77346403bac" providerId="ADAL" clId="{64E775B5-41D4-4EB0-A138-34881667DE40}" dt="2022-10-22T17:18:18.871" v="5" actId="2696"/>
        <pc:sldMkLst>
          <pc:docMk/>
          <pc:sldMk cId="4067938282" sldId="786"/>
        </pc:sldMkLst>
      </pc:sldChg>
      <pc:sldChg chg="del">
        <pc:chgData name="Alexandre Quach" userId="03a3b9a4-365b-425e-bba9-a77346403bac" providerId="ADAL" clId="{64E775B5-41D4-4EB0-A138-34881667DE40}" dt="2022-10-22T17:18:18.871" v="5" actId="2696"/>
        <pc:sldMkLst>
          <pc:docMk/>
          <pc:sldMk cId="944440192" sldId="787"/>
        </pc:sldMkLst>
      </pc:sldChg>
      <pc:sldChg chg="modSp mod ord">
        <pc:chgData name="Alexandre Quach" userId="03a3b9a4-365b-425e-bba9-a77346403bac" providerId="ADAL" clId="{64E775B5-41D4-4EB0-A138-34881667DE40}" dt="2022-10-22T20:26:15.278" v="7238" actId="20577"/>
        <pc:sldMkLst>
          <pc:docMk/>
          <pc:sldMk cId="789710827" sldId="788"/>
        </pc:sldMkLst>
        <pc:spChg chg="mod">
          <ac:chgData name="Alexandre Quach" userId="03a3b9a4-365b-425e-bba9-a77346403bac" providerId="ADAL" clId="{64E775B5-41D4-4EB0-A138-34881667DE40}" dt="2022-10-22T20:26:15.278" v="7238" actId="20577"/>
          <ac:spMkLst>
            <pc:docMk/>
            <pc:sldMk cId="789710827" sldId="788"/>
            <ac:spMk id="2" creationId="{C3A2B1C9-782E-4AA6-BEC7-67CB85EF882E}"/>
          </ac:spMkLst>
        </pc:spChg>
      </pc:sldChg>
      <pc:sldChg chg="modSp add mod ord">
        <pc:chgData name="Alexandre Quach" userId="03a3b9a4-365b-425e-bba9-a77346403bac" providerId="ADAL" clId="{64E775B5-41D4-4EB0-A138-34881667DE40}" dt="2022-10-22T20:04:47.593" v="5170" actId="20577"/>
        <pc:sldMkLst>
          <pc:docMk/>
          <pc:sldMk cId="4004390942" sldId="789"/>
        </pc:sldMkLst>
        <pc:spChg chg="mod">
          <ac:chgData name="Alexandre Quach" userId="03a3b9a4-365b-425e-bba9-a77346403bac" providerId="ADAL" clId="{64E775B5-41D4-4EB0-A138-34881667DE40}" dt="2022-10-22T20:00:53.985" v="4492" actId="20577"/>
          <ac:spMkLst>
            <pc:docMk/>
            <pc:sldMk cId="4004390942" sldId="789"/>
            <ac:spMk id="2" creationId="{C3A2B1C9-782E-4AA6-BEC7-67CB85EF882E}"/>
          </ac:spMkLst>
        </pc:spChg>
        <pc:spChg chg="mod">
          <ac:chgData name="Alexandre Quach" userId="03a3b9a4-365b-425e-bba9-a77346403bac" providerId="ADAL" clId="{64E775B5-41D4-4EB0-A138-34881667DE40}" dt="2022-10-22T19:56:04.140" v="3668" actId="20577"/>
          <ac:spMkLst>
            <pc:docMk/>
            <pc:sldMk cId="4004390942" sldId="789"/>
            <ac:spMk id="3" creationId="{AE341C54-753C-4163-9596-11AD5932A820}"/>
          </ac:spMkLst>
        </pc:spChg>
        <pc:spChg chg="mod">
          <ac:chgData name="Alexandre Quach" userId="03a3b9a4-365b-425e-bba9-a77346403bac" providerId="ADAL" clId="{64E775B5-41D4-4EB0-A138-34881667DE40}" dt="2022-10-22T19:59:54.185" v="4376" actId="20577"/>
          <ac:spMkLst>
            <pc:docMk/>
            <pc:sldMk cId="4004390942" sldId="789"/>
            <ac:spMk id="4" creationId="{693C2F31-DB38-42BA-8CA5-876C10E2FFBD}"/>
          </ac:spMkLst>
        </pc:spChg>
        <pc:spChg chg="mod">
          <ac:chgData name="Alexandre Quach" userId="03a3b9a4-365b-425e-bba9-a77346403bac" providerId="ADAL" clId="{64E775B5-41D4-4EB0-A138-34881667DE40}" dt="2022-10-22T20:04:47.593" v="5170" actId="20577"/>
          <ac:spMkLst>
            <pc:docMk/>
            <pc:sldMk cId="4004390942" sldId="789"/>
            <ac:spMk id="5" creationId="{08B0A895-1094-4369-8B6A-0E67FE7DDB59}"/>
          </ac:spMkLst>
        </pc:spChg>
        <pc:spChg chg="mod">
          <ac:chgData name="Alexandre Quach" userId="03a3b9a4-365b-425e-bba9-a77346403bac" providerId="ADAL" clId="{64E775B5-41D4-4EB0-A138-34881667DE40}" dt="2022-10-22T19:21:17.021" v="2716" actId="20577"/>
          <ac:spMkLst>
            <pc:docMk/>
            <pc:sldMk cId="4004390942" sldId="789"/>
            <ac:spMk id="6" creationId="{02C5E63D-945C-416B-99CE-6F6495932217}"/>
          </ac:spMkLst>
        </pc:spChg>
        <pc:spChg chg="mod">
          <ac:chgData name="Alexandre Quach" userId="03a3b9a4-365b-425e-bba9-a77346403bac" providerId="ADAL" clId="{64E775B5-41D4-4EB0-A138-34881667DE40}" dt="2022-10-22T18:56:08.884" v="1969" actId="20577"/>
          <ac:spMkLst>
            <pc:docMk/>
            <pc:sldMk cId="4004390942" sldId="789"/>
            <ac:spMk id="7" creationId="{EFA160A8-44AE-41D0-BE55-E79DF99033EA}"/>
          </ac:spMkLst>
        </pc:spChg>
      </pc:sldChg>
      <pc:sldChg chg="modSp new mod">
        <pc:chgData name="Alexandre Quach" userId="03a3b9a4-365b-425e-bba9-a77346403bac" providerId="ADAL" clId="{64E775B5-41D4-4EB0-A138-34881667DE40}" dt="2022-10-22T20:33:37.073" v="7558" actId="27636"/>
        <pc:sldMkLst>
          <pc:docMk/>
          <pc:sldMk cId="725246001" sldId="790"/>
        </pc:sldMkLst>
        <pc:spChg chg="mod">
          <ac:chgData name="Alexandre Quach" userId="03a3b9a4-365b-425e-bba9-a77346403bac" providerId="ADAL" clId="{64E775B5-41D4-4EB0-A138-34881667DE40}" dt="2022-10-22T20:01:16.847" v="4506" actId="20577"/>
          <ac:spMkLst>
            <pc:docMk/>
            <pc:sldMk cId="725246001" sldId="790"/>
            <ac:spMk id="2" creationId="{693EC3EC-AA45-2DCC-C007-B27A53CACB19}"/>
          </ac:spMkLst>
        </pc:spChg>
        <pc:spChg chg="mod">
          <ac:chgData name="Alexandre Quach" userId="03a3b9a4-365b-425e-bba9-a77346403bac" providerId="ADAL" clId="{64E775B5-41D4-4EB0-A138-34881667DE40}" dt="2022-10-22T20:33:37.073" v="7558" actId="27636"/>
          <ac:spMkLst>
            <pc:docMk/>
            <pc:sldMk cId="725246001" sldId="790"/>
            <ac:spMk id="3" creationId="{7CBDB15F-E256-35AC-DA3A-84CB62AB5683}"/>
          </ac:spMkLst>
        </pc:spChg>
      </pc:sldChg>
      <pc:sldChg chg="modSp add mod">
        <pc:chgData name="Alexandre Quach" userId="03a3b9a4-365b-425e-bba9-a77346403bac" providerId="ADAL" clId="{64E775B5-41D4-4EB0-A138-34881667DE40}" dt="2022-10-22T20:25:51.144" v="7204" actId="20577"/>
        <pc:sldMkLst>
          <pc:docMk/>
          <pc:sldMk cId="623201755" sldId="791"/>
        </pc:sldMkLst>
        <pc:spChg chg="mod">
          <ac:chgData name="Alexandre Quach" userId="03a3b9a4-365b-425e-bba9-a77346403bac" providerId="ADAL" clId="{64E775B5-41D4-4EB0-A138-34881667DE40}" dt="2022-10-22T20:14:21.384" v="6086" actId="20577"/>
          <ac:spMkLst>
            <pc:docMk/>
            <pc:sldMk cId="623201755" sldId="791"/>
            <ac:spMk id="2" creationId="{C3A2B1C9-782E-4AA6-BEC7-67CB85EF882E}"/>
          </ac:spMkLst>
        </pc:spChg>
        <pc:spChg chg="mod">
          <ac:chgData name="Alexandre Quach" userId="03a3b9a4-365b-425e-bba9-a77346403bac" providerId="ADAL" clId="{64E775B5-41D4-4EB0-A138-34881667DE40}" dt="2022-10-22T20:24:29.754" v="7032" actId="20577"/>
          <ac:spMkLst>
            <pc:docMk/>
            <pc:sldMk cId="623201755" sldId="791"/>
            <ac:spMk id="3" creationId="{AE341C54-753C-4163-9596-11AD5932A820}"/>
          </ac:spMkLst>
        </pc:spChg>
        <pc:spChg chg="mod">
          <ac:chgData name="Alexandre Quach" userId="03a3b9a4-365b-425e-bba9-a77346403bac" providerId="ADAL" clId="{64E775B5-41D4-4EB0-A138-34881667DE40}" dt="2022-10-22T20:25:08.967" v="7083" actId="20577"/>
          <ac:spMkLst>
            <pc:docMk/>
            <pc:sldMk cId="623201755" sldId="791"/>
            <ac:spMk id="4" creationId="{693C2F31-DB38-42BA-8CA5-876C10E2FFBD}"/>
          </ac:spMkLst>
        </pc:spChg>
        <pc:spChg chg="mod">
          <ac:chgData name="Alexandre Quach" userId="03a3b9a4-365b-425e-bba9-a77346403bac" providerId="ADAL" clId="{64E775B5-41D4-4EB0-A138-34881667DE40}" dt="2022-10-22T20:25:51.144" v="7204" actId="20577"/>
          <ac:spMkLst>
            <pc:docMk/>
            <pc:sldMk cId="623201755" sldId="791"/>
            <ac:spMk id="5" creationId="{08B0A895-1094-4369-8B6A-0E67FE7DDB59}"/>
          </ac:spMkLst>
        </pc:spChg>
        <pc:spChg chg="mod">
          <ac:chgData name="Alexandre Quach" userId="03a3b9a4-365b-425e-bba9-a77346403bac" providerId="ADAL" clId="{64E775B5-41D4-4EB0-A138-34881667DE40}" dt="2022-10-22T20:17:31.239" v="6138" actId="20577"/>
          <ac:spMkLst>
            <pc:docMk/>
            <pc:sldMk cId="623201755" sldId="791"/>
            <ac:spMk id="6" creationId="{02C5E63D-945C-416B-99CE-6F6495932217}"/>
          </ac:spMkLst>
        </pc:spChg>
        <pc:spChg chg="mod">
          <ac:chgData name="Alexandre Quach" userId="03a3b9a4-365b-425e-bba9-a77346403bac" providerId="ADAL" clId="{64E775B5-41D4-4EB0-A138-34881667DE40}" dt="2022-10-22T20:13:57.681" v="6065" actId="6549"/>
          <ac:spMkLst>
            <pc:docMk/>
            <pc:sldMk cId="623201755" sldId="791"/>
            <ac:spMk id="7" creationId="{EFA160A8-44AE-41D0-BE55-E79DF99033EA}"/>
          </ac:spMkLst>
        </pc:spChg>
      </pc:sldChg>
      <pc:sldChg chg="modSp new mod">
        <pc:chgData name="Alexandre Quach" userId="03a3b9a4-365b-425e-bba9-a77346403bac" providerId="ADAL" clId="{64E775B5-41D4-4EB0-A138-34881667DE40}" dt="2022-10-22T20:27:31.961" v="7498" actId="20577"/>
        <pc:sldMkLst>
          <pc:docMk/>
          <pc:sldMk cId="2999778457" sldId="792"/>
        </pc:sldMkLst>
        <pc:spChg chg="mod">
          <ac:chgData name="Alexandre Quach" userId="03a3b9a4-365b-425e-bba9-a77346403bac" providerId="ADAL" clId="{64E775B5-41D4-4EB0-A138-34881667DE40}" dt="2022-10-22T20:17:47.470" v="6159" actId="1076"/>
          <ac:spMkLst>
            <pc:docMk/>
            <pc:sldMk cId="2999778457" sldId="792"/>
            <ac:spMk id="2" creationId="{12769208-2FC6-71D2-066B-4609838E9C56}"/>
          </ac:spMkLst>
        </pc:spChg>
        <pc:spChg chg="mod">
          <ac:chgData name="Alexandre Quach" userId="03a3b9a4-365b-425e-bba9-a77346403bac" providerId="ADAL" clId="{64E775B5-41D4-4EB0-A138-34881667DE40}" dt="2022-10-22T20:27:31.961" v="7498" actId="20577"/>
          <ac:spMkLst>
            <pc:docMk/>
            <pc:sldMk cId="2999778457" sldId="792"/>
            <ac:spMk id="3" creationId="{A8B46B10-BA20-EE7F-1831-CA14DE04D353}"/>
          </ac:spMkLst>
        </pc:spChg>
      </pc:sldChg>
      <pc:sldChg chg="addSp delSp modSp new mod modClrScheme chgLayout">
        <pc:chgData name="Alexandre Quach" userId="03a3b9a4-365b-425e-bba9-a77346403bac" providerId="ADAL" clId="{64E775B5-41D4-4EB0-A138-34881667DE40}" dt="2022-10-22T21:27:08.797" v="10342" actId="20577"/>
        <pc:sldMkLst>
          <pc:docMk/>
          <pc:sldMk cId="2176162860" sldId="793"/>
        </pc:sldMkLst>
        <pc:spChg chg="del mod ord">
          <ac:chgData name="Alexandre Quach" userId="03a3b9a4-365b-425e-bba9-a77346403bac" providerId="ADAL" clId="{64E775B5-41D4-4EB0-A138-34881667DE40}" dt="2022-10-22T20:29:42.559" v="7506" actId="700"/>
          <ac:spMkLst>
            <pc:docMk/>
            <pc:sldMk cId="2176162860" sldId="793"/>
            <ac:spMk id="2" creationId="{4144E2C4-C357-4491-068C-B0B843D77C6C}"/>
          </ac:spMkLst>
        </pc:spChg>
        <pc:spChg chg="del">
          <ac:chgData name="Alexandre Quach" userId="03a3b9a4-365b-425e-bba9-a77346403bac" providerId="ADAL" clId="{64E775B5-41D4-4EB0-A138-34881667DE40}" dt="2022-10-22T20:29:42.559" v="7506" actId="700"/>
          <ac:spMkLst>
            <pc:docMk/>
            <pc:sldMk cId="2176162860" sldId="793"/>
            <ac:spMk id="3" creationId="{0A658980-7B03-1FEA-8577-E80EFE75A844}"/>
          </ac:spMkLst>
        </pc:spChg>
        <pc:spChg chg="del mod ord">
          <ac:chgData name="Alexandre Quach" userId="03a3b9a4-365b-425e-bba9-a77346403bac" providerId="ADAL" clId="{64E775B5-41D4-4EB0-A138-34881667DE40}" dt="2022-10-22T20:29:42.559" v="7506" actId="700"/>
          <ac:spMkLst>
            <pc:docMk/>
            <pc:sldMk cId="2176162860" sldId="793"/>
            <ac:spMk id="4" creationId="{7D2C6492-78D0-6985-79F6-47959ECA2F9E}"/>
          </ac:spMkLst>
        </pc:spChg>
        <pc:spChg chg="del">
          <ac:chgData name="Alexandre Quach" userId="03a3b9a4-365b-425e-bba9-a77346403bac" providerId="ADAL" clId="{64E775B5-41D4-4EB0-A138-34881667DE40}" dt="2022-10-22T20:29:42.559" v="7506" actId="700"/>
          <ac:spMkLst>
            <pc:docMk/>
            <pc:sldMk cId="2176162860" sldId="793"/>
            <ac:spMk id="5" creationId="{A4EBC0F6-C256-AEB3-99D2-8362ACA395A1}"/>
          </ac:spMkLst>
        </pc:spChg>
        <pc:spChg chg="del">
          <ac:chgData name="Alexandre Quach" userId="03a3b9a4-365b-425e-bba9-a77346403bac" providerId="ADAL" clId="{64E775B5-41D4-4EB0-A138-34881667DE40}" dt="2022-10-22T20:29:42.559" v="7506" actId="700"/>
          <ac:spMkLst>
            <pc:docMk/>
            <pc:sldMk cId="2176162860" sldId="793"/>
            <ac:spMk id="6" creationId="{DEB3E36E-7899-AC6C-0F0A-11D8E08873C4}"/>
          </ac:spMkLst>
        </pc:spChg>
        <pc:spChg chg="del">
          <ac:chgData name="Alexandre Quach" userId="03a3b9a4-365b-425e-bba9-a77346403bac" providerId="ADAL" clId="{64E775B5-41D4-4EB0-A138-34881667DE40}" dt="2022-10-22T20:29:42.559" v="7506" actId="700"/>
          <ac:spMkLst>
            <pc:docMk/>
            <pc:sldMk cId="2176162860" sldId="793"/>
            <ac:spMk id="7" creationId="{249763CA-F848-3DE0-C09C-39A78726E674}"/>
          </ac:spMkLst>
        </pc:spChg>
        <pc:spChg chg="del">
          <ac:chgData name="Alexandre Quach" userId="03a3b9a4-365b-425e-bba9-a77346403bac" providerId="ADAL" clId="{64E775B5-41D4-4EB0-A138-34881667DE40}" dt="2022-10-22T20:29:42.559" v="7506" actId="700"/>
          <ac:spMkLst>
            <pc:docMk/>
            <pc:sldMk cId="2176162860" sldId="793"/>
            <ac:spMk id="8" creationId="{40AFBF00-6119-3E7B-C4DC-34165BCCA0F4}"/>
          </ac:spMkLst>
        </pc:spChg>
        <pc:spChg chg="add mod ord">
          <ac:chgData name="Alexandre Quach" userId="03a3b9a4-365b-425e-bba9-a77346403bac" providerId="ADAL" clId="{64E775B5-41D4-4EB0-A138-34881667DE40}" dt="2022-10-22T21:26:18.789" v="10148" actId="6549"/>
          <ac:spMkLst>
            <pc:docMk/>
            <pc:sldMk cId="2176162860" sldId="793"/>
            <ac:spMk id="9" creationId="{45F34BB8-882F-2977-DF90-3AF514EEBF70}"/>
          </ac:spMkLst>
        </pc:spChg>
        <pc:spChg chg="add mod ord">
          <ac:chgData name="Alexandre Quach" userId="03a3b9a4-365b-425e-bba9-a77346403bac" providerId="ADAL" clId="{64E775B5-41D4-4EB0-A138-34881667DE40}" dt="2022-10-22T21:27:08.797" v="10342" actId="20577"/>
          <ac:spMkLst>
            <pc:docMk/>
            <pc:sldMk cId="2176162860" sldId="793"/>
            <ac:spMk id="10" creationId="{CA6FB32C-FCD4-AC27-AFA2-C30DF2D7F45B}"/>
          </ac:spMkLst>
        </pc:spChg>
      </pc:sldChg>
      <pc:sldChg chg="addSp delSp modSp add mod">
        <pc:chgData name="Alexandre Quach" userId="03a3b9a4-365b-425e-bba9-a77346403bac" providerId="ADAL" clId="{64E775B5-41D4-4EB0-A138-34881667DE40}" dt="2022-10-23T06:35:52.228" v="10957" actId="20577"/>
        <pc:sldMkLst>
          <pc:docMk/>
          <pc:sldMk cId="1167902004" sldId="794"/>
        </pc:sldMkLst>
        <pc:spChg chg="mod">
          <ac:chgData name="Alexandre Quach" userId="03a3b9a4-365b-425e-bba9-a77346403bac" providerId="ADAL" clId="{64E775B5-41D4-4EB0-A138-34881667DE40}" dt="2022-10-23T06:15:56.082" v="10439"/>
          <ac:spMkLst>
            <pc:docMk/>
            <pc:sldMk cId="1167902004" sldId="794"/>
            <ac:spMk id="2" creationId="{693EC3EC-AA45-2DCC-C007-B27A53CACB19}"/>
          </ac:spMkLst>
        </pc:spChg>
        <pc:spChg chg="del mod">
          <ac:chgData name="Alexandre Quach" userId="03a3b9a4-365b-425e-bba9-a77346403bac" providerId="ADAL" clId="{64E775B5-41D4-4EB0-A138-34881667DE40}" dt="2022-10-23T05:58:44.761" v="10358" actId="478"/>
          <ac:spMkLst>
            <pc:docMk/>
            <pc:sldMk cId="1167902004" sldId="794"/>
            <ac:spMk id="3" creationId="{7CBDB15F-E256-35AC-DA3A-84CB62AB5683}"/>
          </ac:spMkLst>
        </pc:spChg>
        <pc:spChg chg="mod">
          <ac:chgData name="Alexandre Quach" userId="03a3b9a4-365b-425e-bba9-a77346403bac" providerId="ADAL" clId="{64E775B5-41D4-4EB0-A138-34881667DE40}" dt="2022-10-23T06:02:47.073" v="10417" actId="207"/>
          <ac:spMkLst>
            <pc:docMk/>
            <pc:sldMk cId="1167902004" sldId="794"/>
            <ac:spMk id="18" creationId="{00A3E6DD-5EBF-BD9B-D856-60ED599F40E2}"/>
          </ac:spMkLst>
        </pc:spChg>
        <pc:spChg chg="mod">
          <ac:chgData name="Alexandre Quach" userId="03a3b9a4-365b-425e-bba9-a77346403bac" providerId="ADAL" clId="{64E775B5-41D4-4EB0-A138-34881667DE40}" dt="2022-10-23T06:02:47.073" v="10417" actId="207"/>
          <ac:spMkLst>
            <pc:docMk/>
            <pc:sldMk cId="1167902004" sldId="794"/>
            <ac:spMk id="20" creationId="{2514848D-1A96-9EBE-C3DB-AD69D8AB7451}"/>
          </ac:spMkLst>
        </pc:spChg>
        <pc:spChg chg="mod">
          <ac:chgData name="Alexandre Quach" userId="03a3b9a4-365b-425e-bba9-a77346403bac" providerId="ADAL" clId="{64E775B5-41D4-4EB0-A138-34881667DE40}" dt="2022-10-23T06:02:47.073" v="10417" actId="207"/>
          <ac:spMkLst>
            <pc:docMk/>
            <pc:sldMk cId="1167902004" sldId="794"/>
            <ac:spMk id="24" creationId="{5F8EBF70-2AD6-6940-2057-9C23EA5050B4}"/>
          </ac:spMkLst>
        </pc:spChg>
        <pc:spChg chg="mod">
          <ac:chgData name="Alexandre Quach" userId="03a3b9a4-365b-425e-bba9-a77346403bac" providerId="ADAL" clId="{64E775B5-41D4-4EB0-A138-34881667DE40}" dt="2022-10-23T06:02:47.073" v="10417" actId="207"/>
          <ac:spMkLst>
            <pc:docMk/>
            <pc:sldMk cId="1167902004" sldId="794"/>
            <ac:spMk id="28" creationId="{B447B62A-CB43-C38A-6445-7C3C055EF836}"/>
          </ac:spMkLst>
        </pc:spChg>
        <pc:spChg chg="mod">
          <ac:chgData name="Alexandre Quach" userId="03a3b9a4-365b-425e-bba9-a77346403bac" providerId="ADAL" clId="{64E775B5-41D4-4EB0-A138-34881667DE40}" dt="2022-10-23T06:02:47.073" v="10417" actId="207"/>
          <ac:spMkLst>
            <pc:docMk/>
            <pc:sldMk cId="1167902004" sldId="794"/>
            <ac:spMk id="32" creationId="{54F98934-1B1F-E024-D050-5662FFA51B0D}"/>
          </ac:spMkLst>
        </pc:spChg>
        <pc:spChg chg="add mod">
          <ac:chgData name="Alexandre Quach" userId="03a3b9a4-365b-425e-bba9-a77346403bac" providerId="ADAL" clId="{64E775B5-41D4-4EB0-A138-34881667DE40}" dt="2022-10-23T06:35:52.228" v="10957" actId="20577"/>
          <ac:spMkLst>
            <pc:docMk/>
            <pc:sldMk cId="1167902004" sldId="794"/>
            <ac:spMk id="58" creationId="{66A93558-C91F-E002-D51B-BB770EA0176C}"/>
          </ac:spMkLst>
        </pc:spChg>
        <pc:spChg chg="add mod">
          <ac:chgData name="Alexandre Quach" userId="03a3b9a4-365b-425e-bba9-a77346403bac" providerId="ADAL" clId="{64E775B5-41D4-4EB0-A138-34881667DE40}" dt="2022-10-23T06:22:13.454" v="10844" actId="1076"/>
          <ac:spMkLst>
            <pc:docMk/>
            <pc:sldMk cId="1167902004" sldId="794"/>
            <ac:spMk id="59" creationId="{DCEDC4BB-F160-5773-BACC-23D1C52FDE16}"/>
          </ac:spMkLst>
        </pc:spChg>
        <pc:spChg chg="add mod">
          <ac:chgData name="Alexandre Quach" userId="03a3b9a4-365b-425e-bba9-a77346403bac" providerId="ADAL" clId="{64E775B5-41D4-4EB0-A138-34881667DE40}" dt="2022-10-23T06:22:17.406" v="10845" actId="1076"/>
          <ac:spMkLst>
            <pc:docMk/>
            <pc:sldMk cId="1167902004" sldId="794"/>
            <ac:spMk id="60" creationId="{F7C8BD75-2AB7-A4F0-542C-04CA12C862BB}"/>
          </ac:spMkLst>
        </pc:spChg>
        <pc:spChg chg="add mod">
          <ac:chgData name="Alexandre Quach" userId="03a3b9a4-365b-425e-bba9-a77346403bac" providerId="ADAL" clId="{64E775B5-41D4-4EB0-A138-34881667DE40}" dt="2022-10-23T06:35:06.365" v="10949" actId="20577"/>
          <ac:spMkLst>
            <pc:docMk/>
            <pc:sldMk cId="1167902004" sldId="794"/>
            <ac:spMk id="61" creationId="{317226DE-14FB-6B3D-E7F0-42ED9A09DF51}"/>
          </ac:spMkLst>
        </pc:spChg>
        <pc:grpChg chg="add mod">
          <ac:chgData name="Alexandre Quach" userId="03a3b9a4-365b-425e-bba9-a77346403bac" providerId="ADAL" clId="{64E775B5-41D4-4EB0-A138-34881667DE40}" dt="2022-10-23T06:02:47.073" v="10417" actId="207"/>
          <ac:grpSpMkLst>
            <pc:docMk/>
            <pc:sldMk cId="1167902004" sldId="794"/>
            <ac:grpSpMk id="4" creationId="{4CE9EFD6-709A-9648-E610-5E5361A68163}"/>
          </ac:grpSpMkLst>
        </pc:grpChg>
        <pc:grpChg chg="mod">
          <ac:chgData name="Alexandre Quach" userId="03a3b9a4-365b-425e-bba9-a77346403bac" providerId="ADAL" clId="{64E775B5-41D4-4EB0-A138-34881667DE40}" dt="2022-10-23T06:02:47.073" v="10417" actId="207"/>
          <ac:grpSpMkLst>
            <pc:docMk/>
            <pc:sldMk cId="1167902004" sldId="794"/>
            <ac:grpSpMk id="5" creationId="{783A1942-DC16-56AE-1DB4-956CA19CCBA5}"/>
          </ac:grpSpMkLst>
        </pc:grpChg>
        <pc:grpChg chg="mod">
          <ac:chgData name="Alexandre Quach" userId="03a3b9a4-365b-425e-bba9-a77346403bac" providerId="ADAL" clId="{64E775B5-41D4-4EB0-A138-34881667DE40}" dt="2022-10-23T06:02:47.073" v="10417" actId="207"/>
          <ac:grpSpMkLst>
            <pc:docMk/>
            <pc:sldMk cId="1167902004" sldId="794"/>
            <ac:grpSpMk id="6" creationId="{7D38DBDE-51B1-8112-C9C5-2235DCC47175}"/>
          </ac:grpSpMkLst>
        </pc:grpChg>
        <pc:grpChg chg="mod">
          <ac:chgData name="Alexandre Quach" userId="03a3b9a4-365b-425e-bba9-a77346403bac" providerId="ADAL" clId="{64E775B5-41D4-4EB0-A138-34881667DE40}" dt="2022-10-23T06:02:47.073" v="10417" actId="207"/>
          <ac:grpSpMkLst>
            <pc:docMk/>
            <pc:sldMk cId="1167902004" sldId="794"/>
            <ac:grpSpMk id="7" creationId="{9CFDA6FB-3972-7436-2172-FBEA0F31A909}"/>
          </ac:grpSpMkLst>
        </pc:grpChg>
        <pc:grpChg chg="mod">
          <ac:chgData name="Alexandre Quach" userId="03a3b9a4-365b-425e-bba9-a77346403bac" providerId="ADAL" clId="{64E775B5-41D4-4EB0-A138-34881667DE40}" dt="2022-10-23T06:02:47.073" v="10417" actId="207"/>
          <ac:grpSpMkLst>
            <pc:docMk/>
            <pc:sldMk cId="1167902004" sldId="794"/>
            <ac:grpSpMk id="8" creationId="{09AA6799-0B17-AC58-EC71-E05ECBD21AD8}"/>
          </ac:grpSpMkLst>
        </pc:grpChg>
        <pc:grpChg chg="mod">
          <ac:chgData name="Alexandre Quach" userId="03a3b9a4-365b-425e-bba9-a77346403bac" providerId="ADAL" clId="{64E775B5-41D4-4EB0-A138-34881667DE40}" dt="2022-10-23T06:02:47.073" v="10417" actId="207"/>
          <ac:grpSpMkLst>
            <pc:docMk/>
            <pc:sldMk cId="1167902004" sldId="794"/>
            <ac:grpSpMk id="9" creationId="{A5AF6D6C-05E0-C2F0-0D61-527A799ABA20}"/>
          </ac:grpSpMkLst>
        </pc:grpChg>
        <pc:grpChg chg="add mod">
          <ac:chgData name="Alexandre Quach" userId="03a3b9a4-365b-425e-bba9-a77346403bac" providerId="ADAL" clId="{64E775B5-41D4-4EB0-A138-34881667DE40}" dt="2022-10-23T06:22:17.406" v="10845" actId="1076"/>
          <ac:grpSpMkLst>
            <pc:docMk/>
            <pc:sldMk cId="1167902004" sldId="794"/>
            <ac:grpSpMk id="33" creationId="{7036F83A-18A8-8795-7460-BEB4AD86004D}"/>
          </ac:grpSpMkLst>
        </pc:grpChg>
        <pc:grpChg chg="add mod">
          <ac:chgData name="Alexandre Quach" userId="03a3b9a4-365b-425e-bba9-a77346403bac" providerId="ADAL" clId="{64E775B5-41D4-4EB0-A138-34881667DE40}" dt="2022-10-23T06:22:13.454" v="10844" actId="1076"/>
          <ac:grpSpMkLst>
            <pc:docMk/>
            <pc:sldMk cId="1167902004" sldId="794"/>
            <ac:grpSpMk id="57" creationId="{0F3CEAC4-33D2-4512-6240-31746E9D2D94}"/>
          </ac:grpSpMkLst>
        </pc:grpChg>
        <pc:grpChg chg="add mod">
          <ac:chgData name="Alexandre Quach" userId="03a3b9a4-365b-425e-bba9-a77346403bac" providerId="ADAL" clId="{64E775B5-41D4-4EB0-A138-34881667DE40}" dt="2022-10-23T06:35:46.549" v="10955" actId="1076"/>
          <ac:grpSpMkLst>
            <pc:docMk/>
            <pc:sldMk cId="1167902004" sldId="794"/>
            <ac:grpSpMk id="62" creationId="{0CE19CC9-5A3B-D51F-B9F0-AD4BA6C30D84}"/>
          </ac:grpSpMkLst>
        </pc:grpChg>
        <pc:picChg chg="mod">
          <ac:chgData name="Alexandre Quach" userId="03a3b9a4-365b-425e-bba9-a77346403bac" providerId="ADAL" clId="{64E775B5-41D4-4EB0-A138-34881667DE40}" dt="2022-10-23T06:02:47.073" v="10417" actId="207"/>
          <ac:picMkLst>
            <pc:docMk/>
            <pc:sldMk cId="1167902004" sldId="794"/>
            <ac:picMk id="17" creationId="{E71AE27C-E308-8A7E-0D5A-6F94FEF7A3A6}"/>
          </ac:picMkLst>
        </pc:picChg>
        <pc:picChg chg="mod">
          <ac:chgData name="Alexandre Quach" userId="03a3b9a4-365b-425e-bba9-a77346403bac" providerId="ADAL" clId="{64E775B5-41D4-4EB0-A138-34881667DE40}" dt="2022-10-23T06:02:47.073" v="10417" actId="207"/>
          <ac:picMkLst>
            <pc:docMk/>
            <pc:sldMk cId="1167902004" sldId="794"/>
            <ac:picMk id="19" creationId="{1154BAF9-F975-AC00-33EB-3824601FB09A}"/>
          </ac:picMkLst>
        </pc:picChg>
        <pc:picChg chg="mod">
          <ac:chgData name="Alexandre Quach" userId="03a3b9a4-365b-425e-bba9-a77346403bac" providerId="ADAL" clId="{64E775B5-41D4-4EB0-A138-34881667DE40}" dt="2022-10-23T06:02:47.073" v="10417" actId="207"/>
          <ac:picMkLst>
            <pc:docMk/>
            <pc:sldMk cId="1167902004" sldId="794"/>
            <ac:picMk id="21" creationId="{8E392D88-B8D7-81B5-68D5-867A42887531}"/>
          </ac:picMkLst>
        </pc:picChg>
        <pc:picChg chg="mod">
          <ac:chgData name="Alexandre Quach" userId="03a3b9a4-365b-425e-bba9-a77346403bac" providerId="ADAL" clId="{64E775B5-41D4-4EB0-A138-34881667DE40}" dt="2022-10-23T06:02:47.073" v="10417" actId="207"/>
          <ac:picMkLst>
            <pc:docMk/>
            <pc:sldMk cId="1167902004" sldId="794"/>
            <ac:picMk id="22" creationId="{B09FF8A5-8BB1-F01B-B9F4-E233A8CE3CF9}"/>
          </ac:picMkLst>
        </pc:picChg>
        <pc:picChg chg="mod">
          <ac:chgData name="Alexandre Quach" userId="03a3b9a4-365b-425e-bba9-a77346403bac" providerId="ADAL" clId="{64E775B5-41D4-4EB0-A138-34881667DE40}" dt="2022-10-23T06:02:48.913" v="10418" actId="207"/>
          <ac:picMkLst>
            <pc:docMk/>
            <pc:sldMk cId="1167902004" sldId="794"/>
            <ac:picMk id="23" creationId="{2F76D82F-3C12-FAF7-E2A4-53B04F501CE7}"/>
          </ac:picMkLst>
        </pc:picChg>
        <pc:picChg chg="mod">
          <ac:chgData name="Alexandre Quach" userId="03a3b9a4-365b-425e-bba9-a77346403bac" providerId="ADAL" clId="{64E775B5-41D4-4EB0-A138-34881667DE40}" dt="2022-10-23T06:02:47.073" v="10417" actId="207"/>
          <ac:picMkLst>
            <pc:docMk/>
            <pc:sldMk cId="1167902004" sldId="794"/>
            <ac:picMk id="25" creationId="{39785C2D-B609-EF4C-F991-2EA04CE0498B}"/>
          </ac:picMkLst>
        </pc:picChg>
        <pc:picChg chg="mod">
          <ac:chgData name="Alexandre Quach" userId="03a3b9a4-365b-425e-bba9-a77346403bac" providerId="ADAL" clId="{64E775B5-41D4-4EB0-A138-34881667DE40}" dt="2022-10-23T06:02:47.073" v="10417" actId="207"/>
          <ac:picMkLst>
            <pc:docMk/>
            <pc:sldMk cId="1167902004" sldId="794"/>
            <ac:picMk id="26" creationId="{D2D404D5-FDC9-49BA-4625-264734399636}"/>
          </ac:picMkLst>
        </pc:picChg>
        <pc:picChg chg="mod">
          <ac:chgData name="Alexandre Quach" userId="03a3b9a4-365b-425e-bba9-a77346403bac" providerId="ADAL" clId="{64E775B5-41D4-4EB0-A138-34881667DE40}" dt="2022-10-23T06:02:47.073" v="10417" actId="207"/>
          <ac:picMkLst>
            <pc:docMk/>
            <pc:sldMk cId="1167902004" sldId="794"/>
            <ac:picMk id="27" creationId="{649208AA-AFD8-3B45-2E5E-F8FD5B548074}"/>
          </ac:picMkLst>
        </pc:picChg>
        <pc:picChg chg="mod">
          <ac:chgData name="Alexandre Quach" userId="03a3b9a4-365b-425e-bba9-a77346403bac" providerId="ADAL" clId="{64E775B5-41D4-4EB0-A138-34881667DE40}" dt="2022-10-23T06:02:47.073" v="10417" actId="207"/>
          <ac:picMkLst>
            <pc:docMk/>
            <pc:sldMk cId="1167902004" sldId="794"/>
            <ac:picMk id="29" creationId="{01D77BDC-A39A-377D-9126-1494401677EA}"/>
          </ac:picMkLst>
        </pc:picChg>
        <pc:picChg chg="mod">
          <ac:chgData name="Alexandre Quach" userId="03a3b9a4-365b-425e-bba9-a77346403bac" providerId="ADAL" clId="{64E775B5-41D4-4EB0-A138-34881667DE40}" dt="2022-10-23T06:02:47.073" v="10417" actId="207"/>
          <ac:picMkLst>
            <pc:docMk/>
            <pc:sldMk cId="1167902004" sldId="794"/>
            <ac:picMk id="30" creationId="{1690CF39-2BB2-D2A6-4545-E6BD6FD6DD05}"/>
          </ac:picMkLst>
        </pc:picChg>
        <pc:picChg chg="mod">
          <ac:chgData name="Alexandre Quach" userId="03a3b9a4-365b-425e-bba9-a77346403bac" providerId="ADAL" clId="{64E775B5-41D4-4EB0-A138-34881667DE40}" dt="2022-10-23T06:02:47.073" v="10417" actId="207"/>
          <ac:picMkLst>
            <pc:docMk/>
            <pc:sldMk cId="1167902004" sldId="794"/>
            <ac:picMk id="31" creationId="{F37F1CA1-A413-C1A3-57C1-F2EF7AA49193}"/>
          </ac:picMkLst>
        </pc:picChg>
        <pc:picChg chg="mod">
          <ac:chgData name="Alexandre Quach" userId="03a3b9a4-365b-425e-bba9-a77346403bac" providerId="ADAL" clId="{64E775B5-41D4-4EB0-A138-34881667DE40}" dt="2022-10-23T06:03:57.260" v="10419"/>
          <ac:picMkLst>
            <pc:docMk/>
            <pc:sldMk cId="1167902004" sldId="794"/>
            <ac:picMk id="34" creationId="{02B70C2D-B02C-9A12-EFB8-1742CF0A0525}"/>
          </ac:picMkLst>
        </pc:picChg>
        <pc:picChg chg="mod">
          <ac:chgData name="Alexandre Quach" userId="03a3b9a4-365b-425e-bba9-a77346403bac" providerId="ADAL" clId="{64E775B5-41D4-4EB0-A138-34881667DE40}" dt="2022-10-23T06:03:57.260" v="10419"/>
          <ac:picMkLst>
            <pc:docMk/>
            <pc:sldMk cId="1167902004" sldId="794"/>
            <ac:picMk id="35" creationId="{08929C80-256C-A726-F3B4-A68C56236B2D}"/>
          </ac:picMkLst>
        </pc:picChg>
        <pc:picChg chg="mod">
          <ac:chgData name="Alexandre Quach" userId="03a3b9a4-365b-425e-bba9-a77346403bac" providerId="ADAL" clId="{64E775B5-41D4-4EB0-A138-34881667DE40}" dt="2022-10-23T06:03:57.260" v="10419"/>
          <ac:picMkLst>
            <pc:docMk/>
            <pc:sldMk cId="1167902004" sldId="794"/>
            <ac:picMk id="36" creationId="{AC1E6980-7D25-8B29-3D79-FF80ED16F1DB}"/>
          </ac:picMkLst>
        </pc:picChg>
        <pc:picChg chg="mod">
          <ac:chgData name="Alexandre Quach" userId="03a3b9a4-365b-425e-bba9-a77346403bac" providerId="ADAL" clId="{64E775B5-41D4-4EB0-A138-34881667DE40}" dt="2022-10-23T06:03:57.260" v="10419"/>
          <ac:picMkLst>
            <pc:docMk/>
            <pc:sldMk cId="1167902004" sldId="794"/>
            <ac:picMk id="37" creationId="{B0630716-D437-9DCA-8A27-9F1F5811BE04}"/>
          </ac:picMkLst>
        </pc:picChg>
        <pc:picChg chg="mod">
          <ac:chgData name="Alexandre Quach" userId="03a3b9a4-365b-425e-bba9-a77346403bac" providerId="ADAL" clId="{64E775B5-41D4-4EB0-A138-34881667DE40}" dt="2022-10-23T06:03:57.260" v="10419"/>
          <ac:picMkLst>
            <pc:docMk/>
            <pc:sldMk cId="1167902004" sldId="794"/>
            <ac:picMk id="38" creationId="{72169787-838A-CF41-0F2E-45315C0A8E40}"/>
          </ac:picMkLst>
        </pc:picChg>
        <pc:picChg chg="mod">
          <ac:chgData name="Alexandre Quach" userId="03a3b9a4-365b-425e-bba9-a77346403bac" providerId="ADAL" clId="{64E775B5-41D4-4EB0-A138-34881667DE40}" dt="2022-10-23T06:03:57.260" v="10419"/>
          <ac:picMkLst>
            <pc:docMk/>
            <pc:sldMk cId="1167902004" sldId="794"/>
            <ac:picMk id="39" creationId="{4EEB5BBF-680D-71D6-1BE2-B90A348D59E8}"/>
          </ac:picMkLst>
        </pc:picChg>
        <pc:picChg chg="mod">
          <ac:chgData name="Alexandre Quach" userId="03a3b9a4-365b-425e-bba9-a77346403bac" providerId="ADAL" clId="{64E775B5-41D4-4EB0-A138-34881667DE40}" dt="2022-10-23T06:03:57.260" v="10419"/>
          <ac:picMkLst>
            <pc:docMk/>
            <pc:sldMk cId="1167902004" sldId="794"/>
            <ac:picMk id="40" creationId="{4313785C-B85A-9104-9B0C-42935FDD068A}"/>
          </ac:picMkLst>
        </pc:picChg>
        <pc:picChg chg="mod">
          <ac:chgData name="Alexandre Quach" userId="03a3b9a4-365b-425e-bba9-a77346403bac" providerId="ADAL" clId="{64E775B5-41D4-4EB0-A138-34881667DE40}" dt="2022-10-23T06:03:57.260" v="10419"/>
          <ac:picMkLst>
            <pc:docMk/>
            <pc:sldMk cId="1167902004" sldId="794"/>
            <ac:picMk id="41" creationId="{45F7C557-2954-20C4-A388-D6F91669122C}"/>
          </ac:picMkLst>
        </pc:picChg>
        <pc:picChg chg="mod">
          <ac:chgData name="Alexandre Quach" userId="03a3b9a4-365b-425e-bba9-a77346403bac" providerId="ADAL" clId="{64E775B5-41D4-4EB0-A138-34881667DE40}" dt="2022-10-23T06:03:57.260" v="10419"/>
          <ac:picMkLst>
            <pc:docMk/>
            <pc:sldMk cId="1167902004" sldId="794"/>
            <ac:picMk id="42" creationId="{1EB020E5-2D70-679A-3E6F-05BC4CC740CC}"/>
          </ac:picMkLst>
        </pc:picChg>
        <pc:picChg chg="mod">
          <ac:chgData name="Alexandre Quach" userId="03a3b9a4-365b-425e-bba9-a77346403bac" providerId="ADAL" clId="{64E775B5-41D4-4EB0-A138-34881667DE40}" dt="2022-10-23T06:03:57.260" v="10419"/>
          <ac:picMkLst>
            <pc:docMk/>
            <pc:sldMk cId="1167902004" sldId="794"/>
            <ac:picMk id="43" creationId="{D1B4B147-DEF5-155D-B0BB-2F969F71BE96}"/>
          </ac:picMkLst>
        </pc:picChg>
        <pc:picChg chg="mod">
          <ac:chgData name="Alexandre Quach" userId="03a3b9a4-365b-425e-bba9-a77346403bac" providerId="ADAL" clId="{64E775B5-41D4-4EB0-A138-34881667DE40}" dt="2022-10-23T06:03:57.260" v="10419"/>
          <ac:picMkLst>
            <pc:docMk/>
            <pc:sldMk cId="1167902004" sldId="794"/>
            <ac:picMk id="44" creationId="{9B01D407-DCD0-E37B-B80C-A1A756E4489C}"/>
          </ac:picMkLst>
        </pc:picChg>
        <pc:picChg chg="mod">
          <ac:chgData name="Alexandre Quach" userId="03a3b9a4-365b-425e-bba9-a77346403bac" providerId="ADAL" clId="{64E775B5-41D4-4EB0-A138-34881667DE40}" dt="2022-10-23T06:03:57.260" v="10419"/>
          <ac:picMkLst>
            <pc:docMk/>
            <pc:sldMk cId="1167902004" sldId="794"/>
            <ac:picMk id="45" creationId="{AC50B7DC-D0BD-FCE5-6676-F48D094C433F}"/>
          </ac:picMkLst>
        </pc:picChg>
        <pc:picChg chg="mod">
          <ac:chgData name="Alexandre Quach" userId="03a3b9a4-365b-425e-bba9-a77346403bac" providerId="ADAL" clId="{64E775B5-41D4-4EB0-A138-34881667DE40}" dt="2022-10-23T06:03:57.260" v="10419"/>
          <ac:picMkLst>
            <pc:docMk/>
            <pc:sldMk cId="1167902004" sldId="794"/>
            <ac:picMk id="46" creationId="{2B84A5A8-9831-1340-9194-EBCF4D944AE0}"/>
          </ac:picMkLst>
        </pc:picChg>
        <pc:picChg chg="mod">
          <ac:chgData name="Alexandre Quach" userId="03a3b9a4-365b-425e-bba9-a77346403bac" providerId="ADAL" clId="{64E775B5-41D4-4EB0-A138-34881667DE40}" dt="2022-10-23T06:03:57.260" v="10419"/>
          <ac:picMkLst>
            <pc:docMk/>
            <pc:sldMk cId="1167902004" sldId="794"/>
            <ac:picMk id="47" creationId="{EA7C5C27-A640-E6D8-D664-57C773ECF3CA}"/>
          </ac:picMkLst>
        </pc:picChg>
        <pc:picChg chg="mod">
          <ac:chgData name="Alexandre Quach" userId="03a3b9a4-365b-425e-bba9-a77346403bac" providerId="ADAL" clId="{64E775B5-41D4-4EB0-A138-34881667DE40}" dt="2022-10-23T06:03:57.260" v="10419"/>
          <ac:picMkLst>
            <pc:docMk/>
            <pc:sldMk cId="1167902004" sldId="794"/>
            <ac:picMk id="48" creationId="{371627C2-B820-52D9-D607-B6F999E8F3D8}"/>
          </ac:picMkLst>
        </pc:picChg>
        <pc:picChg chg="mod">
          <ac:chgData name="Alexandre Quach" userId="03a3b9a4-365b-425e-bba9-a77346403bac" providerId="ADAL" clId="{64E775B5-41D4-4EB0-A138-34881667DE40}" dt="2022-10-23T06:03:57.260" v="10419"/>
          <ac:picMkLst>
            <pc:docMk/>
            <pc:sldMk cId="1167902004" sldId="794"/>
            <ac:picMk id="49" creationId="{A520F6FA-ED0D-9E7A-58C3-027ACE28AFB7}"/>
          </ac:picMkLst>
        </pc:picChg>
        <pc:picChg chg="mod">
          <ac:chgData name="Alexandre Quach" userId="03a3b9a4-365b-425e-bba9-a77346403bac" providerId="ADAL" clId="{64E775B5-41D4-4EB0-A138-34881667DE40}" dt="2022-10-23T06:03:57.260" v="10419"/>
          <ac:picMkLst>
            <pc:docMk/>
            <pc:sldMk cId="1167902004" sldId="794"/>
            <ac:picMk id="50" creationId="{FE401AAD-58AC-CD80-E1F4-B1DF8BC87E26}"/>
          </ac:picMkLst>
        </pc:picChg>
        <pc:picChg chg="mod">
          <ac:chgData name="Alexandre Quach" userId="03a3b9a4-365b-425e-bba9-a77346403bac" providerId="ADAL" clId="{64E775B5-41D4-4EB0-A138-34881667DE40}" dt="2022-10-23T06:03:57.260" v="10419"/>
          <ac:picMkLst>
            <pc:docMk/>
            <pc:sldMk cId="1167902004" sldId="794"/>
            <ac:picMk id="51" creationId="{F842BC09-3894-FAAC-E14D-199A807EDBE3}"/>
          </ac:picMkLst>
        </pc:picChg>
        <pc:picChg chg="mod">
          <ac:chgData name="Alexandre Quach" userId="03a3b9a4-365b-425e-bba9-a77346403bac" providerId="ADAL" clId="{64E775B5-41D4-4EB0-A138-34881667DE40}" dt="2022-10-23T06:03:57.260" v="10419"/>
          <ac:picMkLst>
            <pc:docMk/>
            <pc:sldMk cId="1167902004" sldId="794"/>
            <ac:picMk id="52" creationId="{EE9717B2-810B-3020-D45D-35347495516C}"/>
          </ac:picMkLst>
        </pc:picChg>
        <pc:picChg chg="mod">
          <ac:chgData name="Alexandre Quach" userId="03a3b9a4-365b-425e-bba9-a77346403bac" providerId="ADAL" clId="{64E775B5-41D4-4EB0-A138-34881667DE40}" dt="2022-10-23T06:03:57.260" v="10419"/>
          <ac:picMkLst>
            <pc:docMk/>
            <pc:sldMk cId="1167902004" sldId="794"/>
            <ac:picMk id="53" creationId="{5BD0911A-D1DE-5164-30FD-421B72C6937D}"/>
          </ac:picMkLst>
        </pc:picChg>
        <pc:picChg chg="mod">
          <ac:chgData name="Alexandre Quach" userId="03a3b9a4-365b-425e-bba9-a77346403bac" providerId="ADAL" clId="{64E775B5-41D4-4EB0-A138-34881667DE40}" dt="2022-10-23T06:03:57.260" v="10419"/>
          <ac:picMkLst>
            <pc:docMk/>
            <pc:sldMk cId="1167902004" sldId="794"/>
            <ac:picMk id="54" creationId="{3B443170-01D9-CE7D-0A73-8F68CCE42266}"/>
          </ac:picMkLst>
        </pc:picChg>
        <pc:picChg chg="add mod">
          <ac:chgData name="Alexandre Quach" userId="03a3b9a4-365b-425e-bba9-a77346403bac" providerId="ADAL" clId="{64E775B5-41D4-4EB0-A138-34881667DE40}" dt="2022-10-23T06:11:42.921" v="10430" actId="164"/>
          <ac:picMkLst>
            <pc:docMk/>
            <pc:sldMk cId="1167902004" sldId="794"/>
            <ac:picMk id="55" creationId="{4DE2FA64-093A-F5FC-D312-F94697E14AEA}"/>
          </ac:picMkLst>
        </pc:picChg>
        <pc:picChg chg="add mod modCrop">
          <ac:chgData name="Alexandre Quach" userId="03a3b9a4-365b-425e-bba9-a77346403bac" providerId="ADAL" clId="{64E775B5-41D4-4EB0-A138-34881667DE40}" dt="2022-10-23T06:11:42.921" v="10430" actId="164"/>
          <ac:picMkLst>
            <pc:docMk/>
            <pc:sldMk cId="1167902004" sldId="794"/>
            <ac:picMk id="56" creationId="{41F701DB-A72C-DCE0-7F97-A2D495B23DCD}"/>
          </ac:picMkLst>
        </pc:picChg>
        <pc:picChg chg="mod">
          <ac:chgData name="Alexandre Quach" userId="03a3b9a4-365b-425e-bba9-a77346403bac" providerId="ADAL" clId="{64E775B5-41D4-4EB0-A138-34881667DE40}" dt="2022-10-23T06:35:38.326" v="10950"/>
          <ac:picMkLst>
            <pc:docMk/>
            <pc:sldMk cId="1167902004" sldId="794"/>
            <ac:picMk id="63" creationId="{834FB00D-241B-1BFE-DC1D-280DAA75F9B5}"/>
          </ac:picMkLst>
        </pc:picChg>
        <pc:picChg chg="mod">
          <ac:chgData name="Alexandre Quach" userId="03a3b9a4-365b-425e-bba9-a77346403bac" providerId="ADAL" clId="{64E775B5-41D4-4EB0-A138-34881667DE40}" dt="2022-10-23T06:35:38.326" v="10950"/>
          <ac:picMkLst>
            <pc:docMk/>
            <pc:sldMk cId="1167902004" sldId="794"/>
            <ac:picMk id="64" creationId="{5CC0A35B-8AEC-D82F-619A-9E44983AE829}"/>
          </ac:picMkLst>
        </pc:picChg>
        <pc:picChg chg="mod">
          <ac:chgData name="Alexandre Quach" userId="03a3b9a4-365b-425e-bba9-a77346403bac" providerId="ADAL" clId="{64E775B5-41D4-4EB0-A138-34881667DE40}" dt="2022-10-23T06:35:38.326" v="10950"/>
          <ac:picMkLst>
            <pc:docMk/>
            <pc:sldMk cId="1167902004" sldId="794"/>
            <ac:picMk id="65" creationId="{C09F0501-BEAE-F9AE-DF80-7F0C99EFC100}"/>
          </ac:picMkLst>
        </pc:picChg>
        <pc:picChg chg="mod">
          <ac:chgData name="Alexandre Quach" userId="03a3b9a4-365b-425e-bba9-a77346403bac" providerId="ADAL" clId="{64E775B5-41D4-4EB0-A138-34881667DE40}" dt="2022-10-23T06:35:38.326" v="10950"/>
          <ac:picMkLst>
            <pc:docMk/>
            <pc:sldMk cId="1167902004" sldId="794"/>
            <ac:picMk id="66" creationId="{805C79FB-6462-8628-EDB5-4FB93365783C}"/>
          </ac:picMkLst>
        </pc:picChg>
        <pc:picChg chg="mod">
          <ac:chgData name="Alexandre Quach" userId="03a3b9a4-365b-425e-bba9-a77346403bac" providerId="ADAL" clId="{64E775B5-41D4-4EB0-A138-34881667DE40}" dt="2022-10-23T06:35:38.326" v="10950"/>
          <ac:picMkLst>
            <pc:docMk/>
            <pc:sldMk cId="1167902004" sldId="794"/>
            <ac:picMk id="67" creationId="{35E28C4E-BD8D-0922-857D-DC00A5E6D631}"/>
          </ac:picMkLst>
        </pc:picChg>
        <pc:picChg chg="mod">
          <ac:chgData name="Alexandre Quach" userId="03a3b9a4-365b-425e-bba9-a77346403bac" providerId="ADAL" clId="{64E775B5-41D4-4EB0-A138-34881667DE40}" dt="2022-10-23T06:35:38.326" v="10950"/>
          <ac:picMkLst>
            <pc:docMk/>
            <pc:sldMk cId="1167902004" sldId="794"/>
            <ac:picMk id="68" creationId="{82F770D7-B217-A32C-1013-6B2ACD498986}"/>
          </ac:picMkLst>
        </pc:picChg>
        <pc:picChg chg="mod">
          <ac:chgData name="Alexandre Quach" userId="03a3b9a4-365b-425e-bba9-a77346403bac" providerId="ADAL" clId="{64E775B5-41D4-4EB0-A138-34881667DE40}" dt="2022-10-23T06:35:38.326" v="10950"/>
          <ac:picMkLst>
            <pc:docMk/>
            <pc:sldMk cId="1167902004" sldId="794"/>
            <ac:picMk id="69" creationId="{17ED08F5-72F5-9BB4-1735-EBF6891DA733}"/>
          </ac:picMkLst>
        </pc:picChg>
        <pc:picChg chg="mod">
          <ac:chgData name="Alexandre Quach" userId="03a3b9a4-365b-425e-bba9-a77346403bac" providerId="ADAL" clId="{64E775B5-41D4-4EB0-A138-34881667DE40}" dt="2022-10-23T06:35:44.921" v="10954" actId="207"/>
          <ac:picMkLst>
            <pc:docMk/>
            <pc:sldMk cId="1167902004" sldId="794"/>
            <ac:picMk id="70" creationId="{54410C80-C7B0-E793-9B37-5A5A0E1957B1}"/>
          </ac:picMkLst>
        </pc:picChg>
        <pc:cxnChg chg="mod">
          <ac:chgData name="Alexandre Quach" userId="03a3b9a4-365b-425e-bba9-a77346403bac" providerId="ADAL" clId="{64E775B5-41D4-4EB0-A138-34881667DE40}" dt="2022-10-23T06:02:47.073" v="10417" actId="207"/>
          <ac:cxnSpMkLst>
            <pc:docMk/>
            <pc:sldMk cId="1167902004" sldId="794"/>
            <ac:cxnSpMk id="10" creationId="{21E2EBB7-51D6-FE44-8100-75818DE9C865}"/>
          </ac:cxnSpMkLst>
        </pc:cxnChg>
        <pc:cxnChg chg="mod">
          <ac:chgData name="Alexandre Quach" userId="03a3b9a4-365b-425e-bba9-a77346403bac" providerId="ADAL" clId="{64E775B5-41D4-4EB0-A138-34881667DE40}" dt="2022-10-23T06:02:47.073" v="10417" actId="207"/>
          <ac:cxnSpMkLst>
            <pc:docMk/>
            <pc:sldMk cId="1167902004" sldId="794"/>
            <ac:cxnSpMk id="11" creationId="{89C585B3-23CE-A9E7-E8AA-AAB3B71B831C}"/>
          </ac:cxnSpMkLst>
        </pc:cxnChg>
        <pc:cxnChg chg="mod">
          <ac:chgData name="Alexandre Quach" userId="03a3b9a4-365b-425e-bba9-a77346403bac" providerId="ADAL" clId="{64E775B5-41D4-4EB0-A138-34881667DE40}" dt="2022-10-23T06:02:47.073" v="10417" actId="207"/>
          <ac:cxnSpMkLst>
            <pc:docMk/>
            <pc:sldMk cId="1167902004" sldId="794"/>
            <ac:cxnSpMk id="12" creationId="{27AAF971-5BF7-0AB4-5C73-3378404A1C39}"/>
          </ac:cxnSpMkLst>
        </pc:cxnChg>
        <pc:cxnChg chg="mod">
          <ac:chgData name="Alexandre Quach" userId="03a3b9a4-365b-425e-bba9-a77346403bac" providerId="ADAL" clId="{64E775B5-41D4-4EB0-A138-34881667DE40}" dt="2022-10-23T06:02:47.073" v="10417" actId="207"/>
          <ac:cxnSpMkLst>
            <pc:docMk/>
            <pc:sldMk cId="1167902004" sldId="794"/>
            <ac:cxnSpMk id="13" creationId="{BD2206A1-4ED1-AFA1-B3F6-5B032401F01B}"/>
          </ac:cxnSpMkLst>
        </pc:cxnChg>
        <pc:cxnChg chg="mod">
          <ac:chgData name="Alexandre Quach" userId="03a3b9a4-365b-425e-bba9-a77346403bac" providerId="ADAL" clId="{64E775B5-41D4-4EB0-A138-34881667DE40}" dt="2022-10-23T06:02:47.073" v="10417" actId="207"/>
          <ac:cxnSpMkLst>
            <pc:docMk/>
            <pc:sldMk cId="1167902004" sldId="794"/>
            <ac:cxnSpMk id="14" creationId="{8E7B26E8-D8A3-BC37-A9BE-BD8165DBD3CE}"/>
          </ac:cxnSpMkLst>
        </pc:cxnChg>
        <pc:cxnChg chg="mod">
          <ac:chgData name="Alexandre Quach" userId="03a3b9a4-365b-425e-bba9-a77346403bac" providerId="ADAL" clId="{64E775B5-41D4-4EB0-A138-34881667DE40}" dt="2022-10-23T06:02:47.073" v="10417" actId="207"/>
          <ac:cxnSpMkLst>
            <pc:docMk/>
            <pc:sldMk cId="1167902004" sldId="794"/>
            <ac:cxnSpMk id="15" creationId="{91281DDF-C7AC-FD7B-22EE-FACCCAE39B05}"/>
          </ac:cxnSpMkLst>
        </pc:cxnChg>
        <pc:cxnChg chg="mod">
          <ac:chgData name="Alexandre Quach" userId="03a3b9a4-365b-425e-bba9-a77346403bac" providerId="ADAL" clId="{64E775B5-41D4-4EB0-A138-34881667DE40}" dt="2022-10-23T06:02:47.073" v="10417" actId="207"/>
          <ac:cxnSpMkLst>
            <pc:docMk/>
            <pc:sldMk cId="1167902004" sldId="794"/>
            <ac:cxnSpMk id="16" creationId="{B504DB60-C72B-C964-CA80-F62F0A376243}"/>
          </ac:cxnSpMkLst>
        </pc:cxnChg>
      </pc:sldChg>
      <pc:sldMasterChg chg="addSp modSp mod">
        <pc:chgData name="Alexandre Quach" userId="03a3b9a4-365b-425e-bba9-a77346403bac" providerId="ADAL" clId="{64E775B5-41D4-4EB0-A138-34881667DE40}" dt="2022-10-23T06:40:03.988" v="11102" actId="571"/>
        <pc:sldMasterMkLst>
          <pc:docMk/>
          <pc:sldMasterMk cId="1904633910" sldId="2147483719"/>
        </pc:sldMasterMkLst>
        <pc:picChg chg="add mod">
          <ac:chgData name="Alexandre Quach" userId="03a3b9a4-365b-425e-bba9-a77346403bac" providerId="ADAL" clId="{64E775B5-41D4-4EB0-A138-34881667DE40}" dt="2022-10-23T06:39:57.198" v="11100" actId="1076"/>
          <ac:picMkLst>
            <pc:docMk/>
            <pc:sldMasterMk cId="1904633910" sldId="2147483719"/>
            <ac:picMk id="7" creationId="{DD0BBC3B-29A1-B638-E02D-D746A537FC3D}"/>
          </ac:picMkLst>
        </pc:picChg>
        <pc:picChg chg="add mod">
          <ac:chgData name="Alexandre Quach" userId="03a3b9a4-365b-425e-bba9-a77346403bac" providerId="ADAL" clId="{64E775B5-41D4-4EB0-A138-34881667DE40}" dt="2022-10-23T06:40:00.463" v="11101" actId="571"/>
          <ac:picMkLst>
            <pc:docMk/>
            <pc:sldMasterMk cId="1904633910" sldId="2147483719"/>
            <ac:picMk id="8" creationId="{D1722849-1F27-A942-0E6F-97851B859017}"/>
          </ac:picMkLst>
        </pc:picChg>
        <pc:picChg chg="add mod">
          <ac:chgData name="Alexandre Quach" userId="03a3b9a4-365b-425e-bba9-a77346403bac" providerId="ADAL" clId="{64E775B5-41D4-4EB0-A138-34881667DE40}" dt="2022-10-23T06:40:03.988" v="11102" actId="571"/>
          <ac:picMkLst>
            <pc:docMk/>
            <pc:sldMasterMk cId="1904633910" sldId="2147483719"/>
            <ac:picMk id="9" creationId="{192E2B26-E79A-8C47-C3C9-EC87F6CDF1C1}"/>
          </ac:picMkLst>
        </pc:picChg>
        <pc:picChg chg="add mod">
          <ac:chgData name="Alexandre Quach" userId="03a3b9a4-365b-425e-bba9-a77346403bac" providerId="ADAL" clId="{64E775B5-41D4-4EB0-A138-34881667DE40}" dt="2022-10-23T06:40:03.988" v="11102" actId="571"/>
          <ac:picMkLst>
            <pc:docMk/>
            <pc:sldMasterMk cId="1904633910" sldId="2147483719"/>
            <ac:picMk id="10" creationId="{C2E82562-5149-F708-4085-D49F3C38FB59}"/>
          </ac:picMkLst>
        </pc:pic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🔥Skills </c:v>
                </c:pt>
                <c:pt idx="2">
                  <c:v>👍 Current position &amp; recognition : </c:v>
                </c:pt>
                <c:pt idx="3">
                  <c:v>⌛Resources and capacity</c:v>
                </c:pt>
                <c:pt idx="4">
                  <c:v>🎖️Achievements </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8458-4D7A-B3F0-9CF28AE602EE}"/>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🔥Skills </c:v>
                </c:pt>
                <c:pt idx="2">
                  <c:v>👍 Current position &amp; recognition : </c:v>
                </c:pt>
                <c:pt idx="3">
                  <c:v>⌛Resources and capacity</c:v>
                </c:pt>
                <c:pt idx="4">
                  <c:v>🎖️Achievements </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7441-4E91-B09F-30FCB5B705C9}"/>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100"/>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a:t>Rick</a:t>
            </a:r>
          </a:p>
        </c:rich>
      </c:tx>
      <c:layout>
        <c:manualLayout>
          <c:xMode val="edge"/>
          <c:yMode val="edge"/>
          <c:x val="0.40587768909076211"/>
          <c:y val="5.4943475894863279E-2"/>
        </c:manualLayout>
      </c:layout>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fr-FR"/>
        </a:p>
      </c:txPr>
    </c:title>
    <c:autoTitleDeleted val="0"/>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🔥Skills </c:v>
                </c:pt>
                <c:pt idx="2">
                  <c:v>👍 Current position &amp; recognition : </c:v>
                </c:pt>
                <c:pt idx="3">
                  <c:v>⌛Resources and capacity</c:v>
                </c:pt>
                <c:pt idx="4">
                  <c:v>🎖️Achievements </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E4FC-43F5-B05A-1036EBBEF103}"/>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a:t>Rick</a:t>
            </a:r>
          </a:p>
        </c:rich>
      </c:tx>
      <c:layout>
        <c:manualLayout>
          <c:xMode val="edge"/>
          <c:yMode val="edge"/>
          <c:x val="0.40587768909076211"/>
          <c:y val="5.4943475894863279E-2"/>
        </c:manualLayout>
      </c:layout>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fr-FR"/>
        </a:p>
      </c:txPr>
    </c:title>
    <c:autoTitleDeleted val="0"/>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🔥Skills </c:v>
                </c:pt>
                <c:pt idx="2">
                  <c:v>👍 Current position &amp; recognition : </c:v>
                </c:pt>
                <c:pt idx="3">
                  <c:v>⌛Resources and capacity</c:v>
                </c:pt>
                <c:pt idx="4">
                  <c:v>🎖️Achievements </c:v>
                </c:pt>
              </c:strCache>
            </c:strRef>
          </c:cat>
          <c:val>
            <c:numRef>
              <c:f>Feuil1!$B$2:$B$6</c:f>
              <c:numCache>
                <c:formatCode>General</c:formatCode>
                <c:ptCount val="5"/>
                <c:pt idx="0">
                  <c:v>7</c:v>
                </c:pt>
                <c:pt idx="1">
                  <c:v>6</c:v>
                </c:pt>
                <c:pt idx="2">
                  <c:v>5</c:v>
                </c:pt>
                <c:pt idx="3">
                  <c:v>3</c:v>
                </c:pt>
                <c:pt idx="4">
                  <c:v>2</c:v>
                </c:pt>
              </c:numCache>
            </c:numRef>
          </c:val>
          <c:extLst>
            <c:ext xmlns:c16="http://schemas.microsoft.com/office/drawing/2014/chart" uri="{C3380CC4-5D6E-409C-BE32-E72D297353CC}">
              <c16:uniqueId val="{00000000-0F15-4772-B65E-A9FE3725DF64}"/>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US"/>
              <a:t>Donna</a:t>
            </a:r>
          </a:p>
        </c:rich>
      </c:tx>
      <c:layout>
        <c:manualLayout>
          <c:xMode val="edge"/>
          <c:yMode val="edge"/>
          <c:x val="0.40587768909076211"/>
          <c:y val="5.4943475894863279E-2"/>
        </c:manualLayout>
      </c:layout>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fr-FR"/>
        </a:p>
      </c:txPr>
    </c:title>
    <c:autoTitleDeleted val="0"/>
    <c:plotArea>
      <c:layout/>
      <c:radarChart>
        <c:radarStyle val="marker"/>
        <c:varyColors val="0"/>
        <c:ser>
          <c:idx val="0"/>
          <c:order val="0"/>
          <c:tx>
            <c:strRef>
              <c:f>Feuil1!$B$1</c:f>
              <c:strCache>
                <c:ptCount val="1"/>
                <c:pt idx="0">
                  <c:v>Série 1</c:v>
                </c:pt>
              </c:strCache>
            </c:strRef>
          </c:tx>
          <c:spPr>
            <a:ln w="25400" cap="rnd" cmpd="sng" algn="ctr">
              <a:solidFill>
                <a:schemeClr val="accent1"/>
              </a:solidFill>
              <a:prstDash val="sysDot"/>
              <a:round/>
            </a:ln>
            <a:effectLst/>
          </c:spPr>
          <c:marker>
            <c:symbol val="circle"/>
            <c:size val="6"/>
            <c:spPr>
              <a:solidFill>
                <a:schemeClr val="accent1"/>
              </a:solidFill>
              <a:ln>
                <a:noFill/>
              </a:ln>
              <a:effectLst/>
            </c:spPr>
          </c:marker>
          <c:cat>
            <c:strRef>
              <c:f>Feuil1!$A$2:$A$6</c:f>
              <c:strCache>
                <c:ptCount val="5"/>
                <c:pt idx="0">
                  <c:v>🎯 Intention </c:v>
                </c:pt>
                <c:pt idx="1">
                  <c:v>🔥Skills </c:v>
                </c:pt>
                <c:pt idx="2">
                  <c:v>👍 Current position &amp; recognition : </c:v>
                </c:pt>
                <c:pt idx="3">
                  <c:v>⌛Resources and capacity</c:v>
                </c:pt>
                <c:pt idx="4">
                  <c:v>🎖️Achievements </c:v>
                </c:pt>
              </c:strCache>
            </c:strRef>
          </c:cat>
          <c:val>
            <c:numRef>
              <c:f>Feuil1!$B$2:$B$6</c:f>
              <c:numCache>
                <c:formatCode>General</c:formatCode>
                <c:ptCount val="5"/>
                <c:pt idx="0">
                  <c:v>7</c:v>
                </c:pt>
                <c:pt idx="1">
                  <c:v>2</c:v>
                </c:pt>
                <c:pt idx="2">
                  <c:v>1</c:v>
                </c:pt>
                <c:pt idx="3">
                  <c:v>6</c:v>
                </c:pt>
                <c:pt idx="4">
                  <c:v>4</c:v>
                </c:pt>
              </c:numCache>
            </c:numRef>
          </c:val>
          <c:extLst>
            <c:ext xmlns:c16="http://schemas.microsoft.com/office/drawing/2014/chart" uri="{C3380CC4-5D6E-409C-BE32-E72D297353CC}">
              <c16:uniqueId val="{00000000-0F15-4772-B65E-A9FE3725DF64}"/>
            </c:ext>
          </c:extLst>
        </c:ser>
        <c:dLbls>
          <c:showLegendKey val="0"/>
          <c:showVal val="0"/>
          <c:showCatName val="0"/>
          <c:showSerName val="0"/>
          <c:showPercent val="0"/>
          <c:showBubbleSize val="0"/>
        </c:dLbls>
        <c:axId val="2043942672"/>
        <c:axId val="2043944336"/>
      </c:radarChart>
      <c:catAx>
        <c:axId val="2043942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4336"/>
        <c:crosses val="autoZero"/>
        <c:auto val="1"/>
        <c:lblAlgn val="ctr"/>
        <c:lblOffset val="100"/>
        <c:noMultiLvlLbl val="0"/>
      </c:catAx>
      <c:valAx>
        <c:axId val="204394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04394267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1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
  <cs:dataPoint3D>
    <cs:lnRef idx="0">
      <cs:styleClr val="auto"/>
    </cs:lnRef>
    <cs:fillRef idx="0">
      <cs:styleClr val="auto"/>
    </cs:fillRef>
    <cs:effectRef idx="0"/>
    <cs:fontRef idx="minor">
      <a:schemeClr val="tx1"/>
    </cs:fontRef>
    <cs:spPr>
      <a:solidFill>
        <a:schemeClr val="phClr">
          <a:alpha val="50196"/>
        </a:schemeClr>
      </a:solidFill>
      <a:ln w="25400">
        <a:solidFill>
          <a:schemeClr val="phClr"/>
        </a:solidFill>
        <a:prstDash val="sysDot"/>
      </a:ln>
    </cs:spPr>
  </cs:dataPoint3D>
  <cs:dataPointLine>
    <cs:lnRef idx="0">
      <cs:styleClr val="auto"/>
    </cs:lnRef>
    <cs:fillRef idx="0"/>
    <cs:effectRef idx="0"/>
    <cs:fontRef idx="minor">
      <a:schemeClr val="tx1"/>
    </cs:fontRef>
    <cs:spPr>
      <a:ln w="25400" cap="rnd" cmpd="sng" algn="ctr">
        <a:solidFill>
          <a:schemeClr val="phClr"/>
        </a:solidFill>
        <a:prstDash val="sysDot"/>
        <a:round/>
      </a:ln>
    </cs:spPr>
  </cs:dataPointLine>
  <cs:dataPointMarker>
    <cs:lnRef idx="0">
      <cs:styleClr val="auto"/>
    </cs:lnRef>
    <cs:fillRef idx="0">
      <cs:styleClr val="auto"/>
    </cs:fillRef>
    <cs:effectRef idx="0"/>
    <cs:fontRef idx="minor">
      <a:schemeClr val="tx1"/>
    </cs:fontRef>
    <cs:spPr>
      <a:solidFill>
        <a:schemeClr val="phClr"/>
      </a:solidFill>
    </cs:spPr>
  </cs:dataPointMarker>
  <cs:dataPointMarkerLayout symbol="circle" size="6"/>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25/10/2022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10/25/2022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10/25/2022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10/25/2022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10/25/2022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10/25/2022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25/10/2022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37270454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25/10/2022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normAutofit/>
          </a:bodyPr>
          <a:lstStyle>
            <a:lvl1pPr marL="0" indent="0" algn="ctr">
              <a:buNone/>
              <a:defRPr sz="1050"/>
            </a:lvl1p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normAutofit/>
          </a:bodyPr>
          <a:lstStyle>
            <a:lvl1pPr marL="0" indent="0" algn="ctr">
              <a:buNone/>
              <a:defRPr sz="1050"/>
            </a:lvl1p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normAutofit/>
          </a:bodyPr>
          <a:lstStyle>
            <a:lvl1pPr marL="0" indent="0" algn="ctr">
              <a:buNone/>
              <a:defRPr sz="1050"/>
            </a:lvl1p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458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10/25/2022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pic>
        <p:nvPicPr>
          <p:cNvPr id="7" name="Image 6">
            <a:extLst>
              <a:ext uri="{FF2B5EF4-FFF2-40B4-BE49-F238E27FC236}">
                <a16:creationId xmlns:a16="http://schemas.microsoft.com/office/drawing/2014/main" id="{DD0BBC3B-29A1-B638-E02D-D746A537FC3D}"/>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11353800" y="0"/>
            <a:ext cx="809067" cy="365125"/>
          </a:xfrm>
          <a:prstGeom prst="rect">
            <a:avLst/>
          </a:prstGeom>
        </p:spPr>
      </p:pic>
      <p:pic>
        <p:nvPicPr>
          <p:cNvPr id="8" name="Image 7">
            <a:extLst>
              <a:ext uri="{FF2B5EF4-FFF2-40B4-BE49-F238E27FC236}">
                <a16:creationId xmlns:a16="http://schemas.microsoft.com/office/drawing/2014/main" id="{D1722849-1F27-A942-0E6F-97851B859017}"/>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11382933" y="6492875"/>
            <a:ext cx="809067" cy="365125"/>
          </a:xfrm>
          <a:prstGeom prst="rect">
            <a:avLst/>
          </a:prstGeom>
        </p:spPr>
      </p:pic>
      <p:pic>
        <p:nvPicPr>
          <p:cNvPr id="9" name="Image 8">
            <a:extLst>
              <a:ext uri="{FF2B5EF4-FFF2-40B4-BE49-F238E27FC236}">
                <a16:creationId xmlns:a16="http://schemas.microsoft.com/office/drawing/2014/main" id="{192E2B26-E79A-8C47-C3C9-EC87F6CDF1C1}"/>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0" y="0"/>
            <a:ext cx="809067" cy="365125"/>
          </a:xfrm>
          <a:prstGeom prst="rect">
            <a:avLst/>
          </a:prstGeom>
        </p:spPr>
      </p:pic>
      <p:pic>
        <p:nvPicPr>
          <p:cNvPr id="10" name="Image 9">
            <a:extLst>
              <a:ext uri="{FF2B5EF4-FFF2-40B4-BE49-F238E27FC236}">
                <a16:creationId xmlns:a16="http://schemas.microsoft.com/office/drawing/2014/main" id="{C2E82562-5149-F708-4085-D49F3C38FB59}"/>
              </a:ext>
            </a:extLst>
          </p:cNvPr>
          <p:cNvPicPr>
            <a:picLocks noChangeAspect="1"/>
          </p:cNvPicPr>
          <p:nvPr userDrawn="1"/>
        </p:nvPicPr>
        <p:blipFill rotWithShape="1">
          <a:blip r:embed="rId17">
            <a:extLst>
              <a:ext uri="{28A0092B-C50C-407E-A947-70E740481C1C}">
                <a14:useLocalDpi xmlns:a14="http://schemas.microsoft.com/office/drawing/2010/main" val="0"/>
              </a:ext>
            </a:extLst>
          </a:blip>
          <a:srcRect b="18340"/>
          <a:stretch/>
        </p:blipFill>
        <p:spPr>
          <a:xfrm>
            <a:off x="29133" y="6492875"/>
            <a:ext cx="809067" cy="365125"/>
          </a:xfrm>
          <a:prstGeom prst="rect">
            <a:avLst/>
          </a:prstGeom>
        </p:spPr>
      </p:pic>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 id="2147483722" r:id="rId14"/>
    <p:sldLayoutId id="2147483723" r:id="rId1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flickr.com/photos/30478819@N08/48049144948" TargetMode="External"/><Relationship Id="rId2" Type="http://schemas.openxmlformats.org/officeDocument/2006/relationships/image" Target="../media/image4.jpg"/><Relationship Id="rId1" Type="http://schemas.openxmlformats.org/officeDocument/2006/relationships/slideLayout" Target="../slideLayouts/slideLayout15.xml"/><Relationship Id="rId6" Type="http://schemas.openxmlformats.org/officeDocument/2006/relationships/chart" Target="../charts/chart2.xml"/><Relationship Id="rId5" Type="http://schemas.openxmlformats.org/officeDocument/2006/relationships/image" Target="../media/image6.jpe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www.digitalocean.com/community/tutorials/how-to-detect-and-extract-faces-from-an-image-with-opencv-and-python" TargetMode="External"/><Relationship Id="rId7" Type="http://schemas.openxmlformats.org/officeDocument/2006/relationships/hyperlink" Target="https://www.duperrin.com/english/2021/04/27/improving-a-team-s-work-a-story-of-continuous-improvement/" TargetMode="External"/><Relationship Id="rId2" Type="http://schemas.openxmlformats.org/officeDocument/2006/relationships/image" Target="../media/image7.png"/><Relationship Id="rId1" Type="http://schemas.openxmlformats.org/officeDocument/2006/relationships/slideLayout" Target="../slideLayouts/slideLayout15.xml"/><Relationship Id="rId6" Type="http://schemas.openxmlformats.org/officeDocument/2006/relationships/image" Target="../media/image9.jpeg"/><Relationship Id="rId5" Type="http://schemas.openxmlformats.org/officeDocument/2006/relationships/hyperlink" Target="https://www.romancemeetslife.com/2013/07/winning-image-at-job-interviews-how-to.html" TargetMode="Externa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3" Type="http://schemas.openxmlformats.org/officeDocument/2006/relationships/image" Target="../media/image21.svg"/><Relationship Id="rId18" Type="http://schemas.openxmlformats.org/officeDocument/2006/relationships/image" Target="../media/image26.png"/><Relationship Id="rId26" Type="http://schemas.openxmlformats.org/officeDocument/2006/relationships/image" Target="../media/image34.png"/><Relationship Id="rId39" Type="http://schemas.openxmlformats.org/officeDocument/2006/relationships/image" Target="../media/image47.svg"/><Relationship Id="rId21" Type="http://schemas.openxmlformats.org/officeDocument/2006/relationships/image" Target="../media/image29.sv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svg"/><Relationship Id="rId7" Type="http://schemas.openxmlformats.org/officeDocument/2006/relationships/image" Target="../media/image15.svg"/><Relationship Id="rId2" Type="http://schemas.openxmlformats.org/officeDocument/2006/relationships/image" Target="../media/image10.png"/><Relationship Id="rId16" Type="http://schemas.openxmlformats.org/officeDocument/2006/relationships/image" Target="../media/image24.png"/><Relationship Id="rId29" Type="http://schemas.openxmlformats.org/officeDocument/2006/relationships/image" Target="../media/image37.sv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sv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svg"/><Relationship Id="rId40" Type="http://schemas.openxmlformats.org/officeDocument/2006/relationships/image" Target="../media/image48.png"/><Relationship Id="rId45" Type="http://schemas.openxmlformats.org/officeDocument/2006/relationships/image" Target="../media/image53.svg"/><Relationship Id="rId5" Type="http://schemas.openxmlformats.org/officeDocument/2006/relationships/image" Target="../media/image13.svg"/><Relationship Id="rId15" Type="http://schemas.openxmlformats.org/officeDocument/2006/relationships/image" Target="../media/image23.svg"/><Relationship Id="rId23" Type="http://schemas.openxmlformats.org/officeDocument/2006/relationships/image" Target="../media/image31.svg"/><Relationship Id="rId28" Type="http://schemas.openxmlformats.org/officeDocument/2006/relationships/image" Target="../media/image36.png"/><Relationship Id="rId36" Type="http://schemas.openxmlformats.org/officeDocument/2006/relationships/image" Target="../media/image44.png"/><Relationship Id="rId10" Type="http://schemas.openxmlformats.org/officeDocument/2006/relationships/image" Target="../media/image18.png"/><Relationship Id="rId19" Type="http://schemas.openxmlformats.org/officeDocument/2006/relationships/image" Target="../media/image27.svg"/><Relationship Id="rId31" Type="http://schemas.openxmlformats.org/officeDocument/2006/relationships/image" Target="../media/image39.svg"/><Relationship Id="rId44" Type="http://schemas.openxmlformats.org/officeDocument/2006/relationships/image" Target="../media/image52.pn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svg"/><Relationship Id="rId30" Type="http://schemas.openxmlformats.org/officeDocument/2006/relationships/image" Target="../media/image38.png"/><Relationship Id="rId35" Type="http://schemas.openxmlformats.org/officeDocument/2006/relationships/image" Target="../media/image43.svg"/><Relationship Id="rId43" Type="http://schemas.openxmlformats.org/officeDocument/2006/relationships/image" Target="../media/image51.svg"/><Relationship Id="rId8" Type="http://schemas.openxmlformats.org/officeDocument/2006/relationships/image" Target="../media/image16.png"/><Relationship Id="rId3" Type="http://schemas.openxmlformats.org/officeDocument/2006/relationships/image" Target="../media/image11.svg"/><Relationship Id="rId12" Type="http://schemas.openxmlformats.org/officeDocument/2006/relationships/image" Target="../media/image20.png"/><Relationship Id="rId17" Type="http://schemas.openxmlformats.org/officeDocument/2006/relationships/image" Target="../media/image25.svg"/><Relationship Id="rId25" Type="http://schemas.openxmlformats.org/officeDocument/2006/relationships/image" Target="../media/image33.svg"/><Relationship Id="rId33" Type="http://schemas.openxmlformats.org/officeDocument/2006/relationships/image" Target="../media/image41.svg"/><Relationship Id="rId38" Type="http://schemas.openxmlformats.org/officeDocument/2006/relationships/image" Target="../media/image46.png"/><Relationship Id="rId46" Type="http://schemas.openxmlformats.org/officeDocument/2006/relationships/image" Target="../media/image54.png"/><Relationship Id="rId20" Type="http://schemas.openxmlformats.org/officeDocument/2006/relationships/image" Target="../media/image28.png"/><Relationship Id="rId41" Type="http://schemas.openxmlformats.org/officeDocument/2006/relationships/image" Target="../media/image49.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svg"/><Relationship Id="rId3" Type="http://schemas.openxmlformats.org/officeDocument/2006/relationships/image" Target="../media/image57.svg"/><Relationship Id="rId7" Type="http://schemas.openxmlformats.org/officeDocument/2006/relationships/image" Target="../media/image29.svg"/><Relationship Id="rId12" Type="http://schemas.openxmlformats.org/officeDocument/2006/relationships/image" Target="../media/image62.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1.svg"/><Relationship Id="rId5" Type="http://schemas.openxmlformats.org/officeDocument/2006/relationships/image" Target="../media/image31.svg"/><Relationship Id="rId15" Type="http://schemas.openxmlformats.org/officeDocument/2006/relationships/image" Target="../media/image65.svg"/><Relationship Id="rId10" Type="http://schemas.openxmlformats.org/officeDocument/2006/relationships/image" Target="../media/image60.png"/><Relationship Id="rId4" Type="http://schemas.openxmlformats.org/officeDocument/2006/relationships/image" Target="../media/image30.png"/><Relationship Id="rId9" Type="http://schemas.openxmlformats.org/officeDocument/2006/relationships/image" Target="../media/image59.svg"/><Relationship Id="rId14" Type="http://schemas.openxmlformats.org/officeDocument/2006/relationships/image" Target="../media/image64.pn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chart" Target="../charts/chart3.xml"/><Relationship Id="rId1" Type="http://schemas.openxmlformats.org/officeDocument/2006/relationships/slideLayout" Target="../slideLayouts/slideLayout2.xml"/><Relationship Id="rId5" Type="http://schemas.openxmlformats.org/officeDocument/2006/relationships/image" Target="../media/image67.svg"/><Relationship Id="rId4" Type="http://schemas.openxmlformats.org/officeDocument/2006/relationships/image" Target="../media/image66.png"/></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chart" Target="../charts/chart4.xml"/><Relationship Id="rId1" Type="http://schemas.openxmlformats.org/officeDocument/2006/relationships/slideLayout" Target="../slideLayouts/slideLayout2.xml"/><Relationship Id="rId5" Type="http://schemas.openxmlformats.org/officeDocument/2006/relationships/image" Target="../media/image68.jpeg"/><Relationship Id="rId4"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2.svg"/><Relationship Id="rId5" Type="http://schemas.openxmlformats.org/officeDocument/2006/relationships/image" Target="../media/image71.png"/><Relationship Id="rId4" Type="http://schemas.openxmlformats.org/officeDocument/2006/relationships/image" Target="../media/image70.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5.svg"/><Relationship Id="rId3" Type="http://schemas.openxmlformats.org/officeDocument/2006/relationships/image" Target="../media/image76.svg"/><Relationship Id="rId7" Type="http://schemas.openxmlformats.org/officeDocument/2006/relationships/image" Target="../media/image80.svg"/><Relationship Id="rId12" Type="http://schemas.openxmlformats.org/officeDocument/2006/relationships/image" Target="../media/image84.png"/><Relationship Id="rId2" Type="http://schemas.openxmlformats.org/officeDocument/2006/relationships/image" Target="../media/image75.png"/><Relationship Id="rId16" Type="http://schemas.openxmlformats.org/officeDocument/2006/relationships/image" Target="../media/image88.svg"/><Relationship Id="rId1" Type="http://schemas.openxmlformats.org/officeDocument/2006/relationships/slideLayout" Target="../slideLayouts/slideLayout14.xml"/><Relationship Id="rId6" Type="http://schemas.openxmlformats.org/officeDocument/2006/relationships/image" Target="../media/image79.png"/><Relationship Id="rId11" Type="http://schemas.openxmlformats.org/officeDocument/2006/relationships/image" Target="../media/image83.svg"/><Relationship Id="rId5" Type="http://schemas.openxmlformats.org/officeDocument/2006/relationships/image" Target="../media/image78.svg"/><Relationship Id="rId15" Type="http://schemas.openxmlformats.org/officeDocument/2006/relationships/image" Target="../media/image87.png"/><Relationship Id="rId10" Type="http://schemas.openxmlformats.org/officeDocument/2006/relationships/image" Target="../media/image82.png"/><Relationship Id="rId4" Type="http://schemas.openxmlformats.org/officeDocument/2006/relationships/image" Target="../media/image77.png"/><Relationship Id="rId9" Type="http://schemas.microsoft.com/office/2007/relationships/hdphoto" Target="../media/hdphoto1.wdp"/><Relationship Id="rId14" Type="http://schemas.openxmlformats.org/officeDocument/2006/relationships/image" Target="../media/image8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itre 1">
            <a:extLst>
              <a:ext uri="{FF2B5EF4-FFF2-40B4-BE49-F238E27FC236}">
                <a16:creationId xmlns:a16="http://schemas.microsoft.com/office/drawing/2014/main" id="{065A1710-095B-4220-88EC-52590635CCBC}"/>
              </a:ext>
            </a:extLst>
          </p:cNvPr>
          <p:cNvSpPr txBox="1">
            <a:spLocks/>
          </p:cNvSpPr>
          <p:nvPr/>
        </p:nvSpPr>
        <p:spPr>
          <a:xfrm>
            <a:off x="6250014" y="6275467"/>
            <a:ext cx="5024627"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1800" b="1" dirty="0"/>
              <a:t>Version 1 – KOMYU</a:t>
            </a: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2912" y="6409469"/>
            <a:ext cx="789196" cy="286130"/>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6302" y="5387295"/>
            <a:ext cx="890885" cy="859442"/>
          </a:xfrm>
          <a:prstGeom prst="rect">
            <a:avLst/>
          </a:prstGeom>
        </p:spPr>
      </p:pic>
      <p:sp>
        <p:nvSpPr>
          <p:cNvPr id="3" name="ZoneTexte 2">
            <a:extLst>
              <a:ext uri="{FF2B5EF4-FFF2-40B4-BE49-F238E27FC236}">
                <a16:creationId xmlns:a16="http://schemas.microsoft.com/office/drawing/2014/main" id="{760F2153-A99C-7884-B357-72D68732BCD2}"/>
              </a:ext>
            </a:extLst>
          </p:cNvPr>
          <p:cNvSpPr txBox="1"/>
          <p:nvPr/>
        </p:nvSpPr>
        <p:spPr>
          <a:xfrm>
            <a:off x="1232925" y="668925"/>
            <a:ext cx="5557023" cy="4585871"/>
          </a:xfrm>
          <a:prstGeom prst="rect">
            <a:avLst/>
          </a:prstGeom>
          <a:noFill/>
        </p:spPr>
        <p:txBody>
          <a:bodyPr wrap="square" rtlCol="0">
            <a:spAutoFit/>
          </a:bodyPr>
          <a:lstStyle/>
          <a:p>
            <a:r>
              <a:rPr lang="en-US" sz="6000" b="1" i="1" dirty="0">
                <a:solidFill>
                  <a:srgbClr val="ED7D31"/>
                </a:solidFill>
              </a:rPr>
              <a:t>W9 Community Boosters Checklist</a:t>
            </a:r>
          </a:p>
          <a:p>
            <a:endParaRPr lang="en-US" sz="1200" dirty="0"/>
          </a:p>
          <a:p>
            <a:r>
              <a:rPr lang="en-US" sz="2000" b="1" i="1" dirty="0">
                <a:solidFill>
                  <a:srgbClr val="0683AA"/>
                </a:solidFill>
              </a:rPr>
              <a:t>Training &amp; empowerment cheat sheet for Community boosters</a:t>
            </a:r>
          </a:p>
        </p:txBody>
      </p:sp>
      <p:graphicFrame>
        <p:nvGraphicFramePr>
          <p:cNvPr id="6" name="Espace réservé du contenu 5">
            <a:extLst>
              <a:ext uri="{FF2B5EF4-FFF2-40B4-BE49-F238E27FC236}">
                <a16:creationId xmlns:a16="http://schemas.microsoft.com/office/drawing/2014/main" id="{38514433-9500-8849-DC7E-C467B358856B}"/>
              </a:ext>
            </a:extLst>
          </p:cNvPr>
          <p:cNvGraphicFramePr>
            <a:graphicFrameLocks/>
          </p:cNvGraphicFramePr>
          <p:nvPr>
            <p:extLst>
              <p:ext uri="{D42A27DB-BD31-4B8C-83A1-F6EECF244321}">
                <p14:modId xmlns:p14="http://schemas.microsoft.com/office/powerpoint/2010/main" val="1016702147"/>
              </p:ext>
            </p:extLst>
          </p:nvPr>
        </p:nvGraphicFramePr>
        <p:xfrm>
          <a:off x="7432457" y="668925"/>
          <a:ext cx="4886138" cy="331617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52990317"/>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fontScale="90000"/>
          </a:bodyPr>
          <a:lstStyle/>
          <a:p>
            <a:r>
              <a:rPr lang="en-US" dirty="0"/>
              <a:t>This document is a #OpenSeriousCommunity #OSC content</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62500" lnSpcReduction="20000"/>
          </a:bodyPr>
          <a:lstStyle/>
          <a:p>
            <a:pPr marL="0" indent="0">
              <a:buNone/>
            </a:pPr>
            <a:r>
              <a:rPr lang="en-US" dirty="0"/>
              <a:t>#OpenSeriousCommunity is a set of resources dedicated to helping to animate, grow, develop communities. 
The communities covered by #OpenSeriousCommunity can be just as much in the domain of the company, as of those of associations, institutions or private. 
The #OpenSeriousCommunity content follows the attributes of #OSG content, that-is-to-say it is open source and structured to promote maximum appropriation of the content for retransmission (further knowledge transfer).
For more information, please visit  </a:t>
            </a:r>
            <a:r>
              <a:rPr lang="en-US" dirty="0">
                <a:hlinkClick r:id="rId2"/>
              </a:rPr>
              <a:t>https://www.openseriousgames.org/OpenSeriousCommunity</a:t>
            </a:r>
            <a:r>
              <a:rPr lang="en-US" dirty="0"/>
              <a:t>
(in French)</a:t>
            </a:r>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200" y="365125"/>
            <a:ext cx="7696200" cy="1325563"/>
          </a:xfrm>
        </p:spPr>
        <p:txBody>
          <a:bodyPr>
            <a:normAutofit/>
          </a:bodyPr>
          <a:lstStyle/>
          <a:p>
            <a:r>
              <a:rPr lang="en-US"/>
              <a:t>Community Boosters Checklists in a nutshell</a:t>
            </a:r>
          </a:p>
        </p:txBody>
      </p:sp>
      <p:pic>
        <p:nvPicPr>
          <p:cNvPr id="17" name="Espace réservé pour une image  16">
            <a:extLst>
              <a:ext uri="{FF2B5EF4-FFF2-40B4-BE49-F238E27FC236}">
                <a16:creationId xmlns:a16="http://schemas.microsoft.com/office/drawing/2014/main" id="{BEFA2FC2-AA50-0A2E-BBFA-9A77F8602A6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5170" r="15170"/>
          <a:stretch>
            <a:fillRect/>
          </a:stretch>
        </p:blipFill>
        <p:spPr/>
      </p:pic>
      <p:pic>
        <p:nvPicPr>
          <p:cNvPr id="15" name="Espace réservé pour une image  14">
            <a:extLst>
              <a:ext uri="{FF2B5EF4-FFF2-40B4-BE49-F238E27FC236}">
                <a16:creationId xmlns:a16="http://schemas.microsoft.com/office/drawing/2014/main" id="{DE805386-C899-191B-D4B6-F04AB219FB63}"/>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l="18659" r="18659"/>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0999"/>
            <a:ext cx="3402012" cy="1202447"/>
          </a:xfrm>
        </p:spPr>
        <p:txBody>
          <a:bodyPr/>
          <a:lstStyle/>
          <a:p>
            <a:r>
              <a:rPr lang="en-US" dirty="0"/>
              <a:t>Share about the intention behind “checking” Boosters (improve position, plan coaching, find local boosters, …)</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395312" y="5461000"/>
            <a:ext cx="3402012" cy="1202446"/>
          </a:xfrm>
        </p:spPr>
        <p:txBody>
          <a:bodyPr/>
          <a:lstStyle/>
          <a:p>
            <a:r>
              <a:rPr lang="en-US" dirty="0"/>
              <a:t>Together, mark the lists elements as ✔️OK or ⬜not and count points.</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p:txBody>
          <a:bodyPr/>
          <a:lstStyle/>
          <a:p>
            <a:r>
              <a:rPr lang="en-US" dirty="0"/>
              <a:t>Display global result as a radar and discuss further steps</a:t>
            </a:r>
          </a:p>
        </p:txBody>
      </p:sp>
      <p:graphicFrame>
        <p:nvGraphicFramePr>
          <p:cNvPr id="3" name="Tableau 10">
            <a:extLst>
              <a:ext uri="{FF2B5EF4-FFF2-40B4-BE49-F238E27FC236}">
                <a16:creationId xmlns:a16="http://schemas.microsoft.com/office/drawing/2014/main" id="{74F7291A-7A22-6333-C71D-AB84BACC62B9}"/>
              </a:ext>
            </a:extLst>
          </p:cNvPr>
          <p:cNvGraphicFramePr>
            <a:graphicFrameLocks noGrp="1"/>
          </p:cNvGraphicFramePr>
          <p:nvPr>
            <p:extLst>
              <p:ext uri="{D42A27DB-BD31-4B8C-83A1-F6EECF244321}">
                <p14:modId xmlns:p14="http://schemas.microsoft.com/office/powerpoint/2010/main" val="2242765182"/>
              </p:ext>
            </p:extLst>
          </p:nvPr>
        </p:nvGraphicFramePr>
        <p:xfrm>
          <a:off x="8137470" y="2535334"/>
          <a:ext cx="3788641" cy="2381774"/>
        </p:xfrm>
        <a:graphic>
          <a:graphicData uri="http://schemas.openxmlformats.org/drawingml/2006/table">
            <a:tbl>
              <a:tblPr firstRow="1" bandRow="1">
                <a:tableStyleId>{5C22544A-7EE6-4342-B048-85BDC9FD1C3A}</a:tableStyleId>
              </a:tblPr>
              <a:tblGrid>
                <a:gridCol w="1371283">
                  <a:extLst>
                    <a:ext uri="{9D8B030D-6E8A-4147-A177-3AD203B41FA5}">
                      <a16:colId xmlns:a16="http://schemas.microsoft.com/office/drawing/2014/main" val="1904663190"/>
                    </a:ext>
                  </a:extLst>
                </a:gridCol>
                <a:gridCol w="2417358">
                  <a:extLst>
                    <a:ext uri="{9D8B030D-6E8A-4147-A177-3AD203B41FA5}">
                      <a16:colId xmlns:a16="http://schemas.microsoft.com/office/drawing/2014/main" val="1784215831"/>
                    </a:ext>
                  </a:extLst>
                </a:gridCol>
              </a:tblGrid>
              <a:tr h="968646">
                <a:tc>
                  <a:txBody>
                    <a:bodyPr/>
                    <a:lstStyle/>
                    <a:p>
                      <a:r>
                        <a:rPr lang="en-US" sz="1400" dirty="0"/>
                        <a:t>Candidate or future Community Booster</a:t>
                      </a:r>
                    </a:p>
                  </a:txBody>
                  <a:tcPr/>
                </a:tc>
                <a:tc>
                  <a:txBody>
                    <a:bodyPr/>
                    <a:lstStyle/>
                    <a:p>
                      <a:r>
                        <a:rPr lang="en-US" sz="1400"/>
                        <a:t>Next moves / actions</a:t>
                      </a:r>
                    </a:p>
                  </a:txBody>
                  <a:tcPr/>
                </a:tc>
                <a:extLst>
                  <a:ext uri="{0D108BD9-81ED-4DB2-BD59-A6C34878D82A}">
                    <a16:rowId xmlns:a16="http://schemas.microsoft.com/office/drawing/2014/main" val="2300183022"/>
                  </a:ext>
                </a:extLst>
              </a:tr>
              <a:tr h="1413128">
                <a:tc>
                  <a:txBody>
                    <a:bodyPr/>
                    <a:lstStyle/>
                    <a:p>
                      <a:r>
                        <a:rPr lang="en-US" sz="1200"/>
                        <a:t>Rick</a:t>
                      </a:r>
                    </a:p>
                  </a:txBody>
                  <a:tcPr/>
                </a:tc>
                <a:tc>
                  <a:txBody>
                    <a:bodyPr/>
                    <a:lstStyle/>
                    <a:p>
                      <a:pPr marL="342900" indent="-342900">
                        <a:buFont typeface="+mj-lt"/>
                        <a:buAutoNum type="arabicPeriod"/>
                      </a:pPr>
                      <a:r>
                        <a:rPr lang="en-US" sz="1200" b="1" dirty="0"/>
                        <a:t>🎖️Achievements : </a:t>
                      </a:r>
                      <a:r>
                        <a:rPr lang="en-US" sz="1200" dirty="0"/>
                        <a:t>Identify deeds to perform for the Community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b="1" dirty="0"/>
                        <a:t>⌛Resources and capacity : </a:t>
                      </a:r>
                      <a:r>
                        <a:rPr lang="en-US" sz="1200" dirty="0"/>
                        <a:t>Negotiate with manager for availabilities to ramp-up </a:t>
                      </a:r>
                    </a:p>
                  </a:txBody>
                  <a:tcPr/>
                </a:tc>
                <a:extLst>
                  <a:ext uri="{0D108BD9-81ED-4DB2-BD59-A6C34878D82A}">
                    <a16:rowId xmlns:a16="http://schemas.microsoft.com/office/drawing/2014/main" val="1747710672"/>
                  </a:ext>
                </a:extLst>
              </a:tr>
            </a:tbl>
          </a:graphicData>
        </a:graphic>
      </p:graphicFrame>
      <p:pic>
        <p:nvPicPr>
          <p:cNvPr id="12" name="Image 11">
            <a:extLst>
              <a:ext uri="{FF2B5EF4-FFF2-40B4-BE49-F238E27FC236}">
                <a16:creationId xmlns:a16="http://schemas.microsoft.com/office/drawing/2014/main" id="{5CDD82B8-D927-6604-1113-9DC524EB3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84723" y="3966630"/>
            <a:ext cx="613344" cy="613344"/>
          </a:xfrm>
          <a:prstGeom prst="rect">
            <a:avLst/>
          </a:prstGeom>
        </p:spPr>
      </p:pic>
      <p:graphicFrame>
        <p:nvGraphicFramePr>
          <p:cNvPr id="13" name="Espace réservé du contenu 5">
            <a:extLst>
              <a:ext uri="{FF2B5EF4-FFF2-40B4-BE49-F238E27FC236}">
                <a16:creationId xmlns:a16="http://schemas.microsoft.com/office/drawing/2014/main" id="{42CFA644-1294-9D63-6B91-7C7FCD424FFA}"/>
              </a:ext>
            </a:extLst>
          </p:cNvPr>
          <p:cNvGraphicFramePr>
            <a:graphicFrameLocks/>
          </p:cNvGraphicFramePr>
          <p:nvPr>
            <p:extLst>
              <p:ext uri="{D42A27DB-BD31-4B8C-83A1-F6EECF244321}">
                <p14:modId xmlns:p14="http://schemas.microsoft.com/office/powerpoint/2010/main" val="2445131719"/>
              </p:ext>
            </p:extLst>
          </p:nvPr>
        </p:nvGraphicFramePr>
        <p:xfrm>
          <a:off x="8297694" y="25964"/>
          <a:ext cx="3696399" cy="250937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0677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a:xfrm>
            <a:off x="838199" y="365125"/>
            <a:ext cx="9813587" cy="1325563"/>
          </a:xfrm>
        </p:spPr>
        <p:txBody>
          <a:bodyPr>
            <a:normAutofit fontScale="90000"/>
          </a:bodyPr>
          <a:lstStyle/>
          <a:p>
            <a:r>
              <a:rPr lang="en-US" dirty="0"/>
              <a:t>For whom and why have Community Boosters Checklists been created</a:t>
            </a:r>
          </a:p>
        </p:txBody>
      </p:sp>
      <p:pic>
        <p:nvPicPr>
          <p:cNvPr id="28" name="Espace réservé pour une image  27" descr="Une image contenant personne, homme, posant&#10;&#10;Description générée automatiquement">
            <a:extLst>
              <a:ext uri="{FF2B5EF4-FFF2-40B4-BE49-F238E27FC236}">
                <a16:creationId xmlns:a16="http://schemas.microsoft.com/office/drawing/2014/main" id="{4F3EFA5E-5186-EEFA-1971-E9AF44B146D7}"/>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308" r="19308"/>
          <a:stretch>
            <a:fillRect/>
          </a:stretch>
        </p:blipFill>
        <p:spPr/>
      </p:pic>
      <p:pic>
        <p:nvPicPr>
          <p:cNvPr id="17" name="Espace réservé pour une image  16" descr="Une image contenant personne&#10;&#10;Description générée automatiquement">
            <a:extLst>
              <a:ext uri="{FF2B5EF4-FFF2-40B4-BE49-F238E27FC236}">
                <a16:creationId xmlns:a16="http://schemas.microsoft.com/office/drawing/2014/main" id="{5C505688-B4D6-C633-4B10-C558B9C644CB}"/>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9555" r="9555"/>
          <a:stretch>
            <a:fillRect/>
          </a:stretch>
        </p:blipFill>
        <p:spPr/>
      </p:pic>
      <p:pic>
        <p:nvPicPr>
          <p:cNvPr id="20" name="Espace réservé pour une image  19" descr="Une image contenant texte&#10;&#10;Description générée automatiquement">
            <a:extLst>
              <a:ext uri="{FF2B5EF4-FFF2-40B4-BE49-F238E27FC236}">
                <a16:creationId xmlns:a16="http://schemas.microsoft.com/office/drawing/2014/main" id="{1BA22A8C-A2E0-8092-8CC4-19928976C6E1}"/>
              </a:ext>
            </a:extLst>
          </p:cNvPr>
          <p:cNvPicPr>
            <a:picLocks noGrp="1" noChangeAspect="1"/>
          </p:cNvPicPr>
          <p:nvPr>
            <p:ph type="pic" sz="quarter" idx="15"/>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9573" r="19573"/>
          <a:stretch>
            <a:fillRect/>
          </a:stretch>
        </p:blipFill>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46138" y="5461000"/>
            <a:ext cx="3402012" cy="1182991"/>
          </a:xfrm>
        </p:spPr>
        <p:txBody>
          <a:bodyPr/>
          <a:lstStyle/>
          <a:p>
            <a:r>
              <a:rPr lang="en-US" dirty="0"/>
              <a:t>Managers or Community Leaders looking for relays within the team or the Community, assessing various profiles to pick the best</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395312" y="5461000"/>
            <a:ext cx="3402012" cy="1182991"/>
          </a:xfrm>
        </p:spPr>
        <p:txBody>
          <a:bodyPr/>
          <a:lstStyle/>
          <a:p>
            <a:r>
              <a:rPr lang="en-US" dirty="0"/>
              <a:t>Annual work focused interview for Community leaders or new Managers (assessment as leaders of their own team)</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a:xfrm>
            <a:off x="7935885" y="5461000"/>
            <a:ext cx="3402012" cy="965216"/>
          </a:xfrm>
        </p:spPr>
        <p:txBody>
          <a:bodyPr/>
          <a:lstStyle/>
          <a:p>
            <a:r>
              <a:rPr lang="en-US" dirty="0"/>
              <a:t>Inspiration base for Community leaders looking for continuous self-improvement in their role</a:t>
            </a:r>
          </a:p>
        </p:txBody>
      </p:sp>
    </p:spTree>
    <p:extLst>
      <p:ext uri="{BB962C8B-B14F-4D97-AF65-F5344CB8AC3E}">
        <p14:creationId xmlns:p14="http://schemas.microsoft.com/office/powerpoint/2010/main" val="21730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3EC3EC-AA45-2DCC-C007-B27A53CACB19}"/>
              </a:ext>
            </a:extLst>
          </p:cNvPr>
          <p:cNvSpPr>
            <a:spLocks noGrp="1"/>
          </p:cNvSpPr>
          <p:nvPr>
            <p:ph type="title"/>
          </p:nvPr>
        </p:nvSpPr>
        <p:spPr/>
        <p:txBody>
          <a:bodyPr>
            <a:normAutofit/>
          </a:bodyPr>
          <a:lstStyle/>
          <a:p>
            <a:r>
              <a:rPr lang="en-US" dirty="0"/>
              <a:t>Why Community Boosters checklists ?</a:t>
            </a:r>
          </a:p>
        </p:txBody>
      </p:sp>
      <p:sp>
        <p:nvSpPr>
          <p:cNvPr id="3" name="Espace réservé du contenu 2">
            <a:extLst>
              <a:ext uri="{FF2B5EF4-FFF2-40B4-BE49-F238E27FC236}">
                <a16:creationId xmlns:a16="http://schemas.microsoft.com/office/drawing/2014/main" id="{7CBDB15F-E256-35AC-DA3A-84CB62AB5683}"/>
              </a:ext>
            </a:extLst>
          </p:cNvPr>
          <p:cNvSpPr>
            <a:spLocks noGrp="1"/>
          </p:cNvSpPr>
          <p:nvPr>
            <p:ph idx="1"/>
          </p:nvPr>
        </p:nvSpPr>
        <p:spPr>
          <a:xfrm>
            <a:off x="1115568" y="2448840"/>
            <a:ext cx="10168128" cy="3694176"/>
          </a:xfrm>
        </p:spPr>
        <p:txBody>
          <a:bodyPr>
            <a:normAutofit/>
          </a:bodyPr>
          <a:lstStyle/>
          <a:p>
            <a:r>
              <a:rPr lang="en-US" sz="2000" dirty="0"/>
              <a:t>Community Boosting (especially in a Corporate Environment) is a complex path. </a:t>
            </a:r>
          </a:p>
          <a:p>
            <a:r>
              <a:rPr lang="en-US" sz="2000" dirty="0"/>
              <a:t>One can find him/herself lost in this complexity or ignore what next steps could be performed to improve performance in the role.</a:t>
            </a:r>
          </a:p>
          <a:p>
            <a:r>
              <a:rPr lang="en-US" sz="2000" dirty="0"/>
              <a:t>Checklists are here to help navigating through this complexity. </a:t>
            </a:r>
          </a:p>
          <a:p>
            <a:r>
              <a:rPr lang="en-US" sz="2000" dirty="0"/>
              <a:t>Even if it will never be enough to summarize every situation and its specificities, these checklists can be a start. </a:t>
            </a:r>
            <a:r>
              <a:rPr lang="en-US" sz="2000" b="1" dirty="0">
                <a:solidFill>
                  <a:srgbClr val="EC7B2B"/>
                </a:solidFill>
              </a:rPr>
              <a:t>Feel free to adapt these lists by adding or removing fields</a:t>
            </a:r>
            <a:r>
              <a:rPr lang="en-US" sz="2000" dirty="0"/>
              <a:t>.</a:t>
            </a:r>
          </a:p>
          <a:p>
            <a:r>
              <a:rPr lang="en-US" sz="2000" dirty="0"/>
              <a:t>Community Boosters checklists are used to assess “full role” boosters. It was not tailored for members with very specific roles within the Community.</a:t>
            </a:r>
          </a:p>
        </p:txBody>
      </p:sp>
    </p:spTree>
    <p:extLst>
      <p:ext uri="{BB962C8B-B14F-4D97-AF65-F5344CB8AC3E}">
        <p14:creationId xmlns:p14="http://schemas.microsoft.com/office/powerpoint/2010/main" val="72524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3EC3EC-AA45-2DCC-C007-B27A53CACB19}"/>
              </a:ext>
            </a:extLst>
          </p:cNvPr>
          <p:cNvSpPr>
            <a:spLocks noGrp="1"/>
          </p:cNvSpPr>
          <p:nvPr>
            <p:ph type="title"/>
          </p:nvPr>
        </p:nvSpPr>
        <p:spPr/>
        <p:txBody>
          <a:bodyPr>
            <a:normAutofit fontScale="90000"/>
          </a:bodyPr>
          <a:lstStyle/>
          <a:p>
            <a:r>
              <a:rPr lang="en-US" dirty="0"/>
              <a:t>🎯Usual goals when using Community Boosters checklists</a:t>
            </a:r>
          </a:p>
        </p:txBody>
      </p:sp>
      <p:grpSp>
        <p:nvGrpSpPr>
          <p:cNvPr id="4" name="Groupe 3">
            <a:extLst>
              <a:ext uri="{FF2B5EF4-FFF2-40B4-BE49-F238E27FC236}">
                <a16:creationId xmlns:a16="http://schemas.microsoft.com/office/drawing/2014/main" id="{4CE9EFD6-709A-9648-E610-5E5361A68163}"/>
              </a:ext>
            </a:extLst>
          </p:cNvPr>
          <p:cNvGrpSpPr/>
          <p:nvPr/>
        </p:nvGrpSpPr>
        <p:grpSpPr>
          <a:xfrm>
            <a:off x="1050102" y="2341277"/>
            <a:ext cx="1762211" cy="1561627"/>
            <a:chOff x="4121776" y="2119335"/>
            <a:chExt cx="1762211" cy="1561627"/>
          </a:xfrm>
        </p:grpSpPr>
        <p:grpSp>
          <p:nvGrpSpPr>
            <p:cNvPr id="5" name="Groupe 4">
              <a:extLst>
                <a:ext uri="{FF2B5EF4-FFF2-40B4-BE49-F238E27FC236}">
                  <a16:creationId xmlns:a16="http://schemas.microsoft.com/office/drawing/2014/main" id="{783A1942-DC16-56AE-1DB4-956CA19CCBA5}"/>
                </a:ext>
              </a:extLst>
            </p:cNvPr>
            <p:cNvGrpSpPr/>
            <p:nvPr/>
          </p:nvGrpSpPr>
          <p:grpSpPr>
            <a:xfrm>
              <a:off x="4121776" y="3009516"/>
              <a:ext cx="665065" cy="671446"/>
              <a:chOff x="3819183" y="2067074"/>
              <a:chExt cx="665065" cy="671446"/>
            </a:xfrm>
          </p:grpSpPr>
          <p:pic>
            <p:nvPicPr>
              <p:cNvPr id="29" name="Graphique 28" descr="Artist female avec un remplissage uni">
                <a:extLst>
                  <a:ext uri="{FF2B5EF4-FFF2-40B4-BE49-F238E27FC236}">
                    <a16:creationId xmlns:a16="http://schemas.microsoft.com/office/drawing/2014/main" id="{01D77BDC-A39A-377D-9126-1494401677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47892" y="2161785"/>
                <a:ext cx="320641" cy="320641"/>
              </a:xfrm>
              <a:prstGeom prst="rect">
                <a:avLst/>
              </a:prstGeom>
            </p:spPr>
          </p:pic>
          <p:pic>
            <p:nvPicPr>
              <p:cNvPr id="30" name="Graphique 29" descr="Artist male avec un remplissage uni">
                <a:extLst>
                  <a:ext uri="{FF2B5EF4-FFF2-40B4-BE49-F238E27FC236}">
                    <a16:creationId xmlns:a16="http://schemas.microsoft.com/office/drawing/2014/main" id="{1690CF39-2BB2-D2A6-4545-E6BD6FD6DD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82249" y="2115116"/>
                <a:ext cx="320641" cy="320641"/>
              </a:xfrm>
              <a:prstGeom prst="rect">
                <a:avLst/>
              </a:prstGeom>
            </p:spPr>
          </p:pic>
          <p:pic>
            <p:nvPicPr>
              <p:cNvPr id="31" name="Graphique 30" descr="Artist female avec un remplissage uni">
                <a:extLst>
                  <a:ext uri="{FF2B5EF4-FFF2-40B4-BE49-F238E27FC236}">
                    <a16:creationId xmlns:a16="http://schemas.microsoft.com/office/drawing/2014/main" id="{F37F1CA1-A413-C1A3-57C1-F2EF7AA4919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941754" y="2401590"/>
                <a:ext cx="320641" cy="320641"/>
              </a:xfrm>
              <a:prstGeom prst="rect">
                <a:avLst/>
              </a:prstGeom>
            </p:spPr>
          </p:pic>
          <p:sp>
            <p:nvSpPr>
              <p:cNvPr id="32" name="Ellipse 31">
                <a:extLst>
                  <a:ext uri="{FF2B5EF4-FFF2-40B4-BE49-F238E27FC236}">
                    <a16:creationId xmlns:a16="http://schemas.microsoft.com/office/drawing/2014/main" id="{54F98934-1B1F-E024-D050-5662FFA51B0D}"/>
                  </a:ext>
                </a:extLst>
              </p:cNvPr>
              <p:cNvSpPr/>
              <p:nvPr/>
            </p:nvSpPr>
            <p:spPr>
              <a:xfrm>
                <a:off x="3819183" y="2067074"/>
                <a:ext cx="665065" cy="67144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7D38DBDE-51B1-8112-C9C5-2235DCC47175}"/>
                </a:ext>
              </a:extLst>
            </p:cNvPr>
            <p:cNvGrpSpPr/>
            <p:nvPr/>
          </p:nvGrpSpPr>
          <p:grpSpPr>
            <a:xfrm>
              <a:off x="4310513" y="2333709"/>
              <a:ext cx="665065" cy="671446"/>
              <a:chOff x="4509180" y="1610216"/>
              <a:chExt cx="665065" cy="671446"/>
            </a:xfrm>
          </p:grpSpPr>
          <p:pic>
            <p:nvPicPr>
              <p:cNvPr id="25" name="Graphique 24" descr="Astronaut female avec un remplissage uni">
                <a:extLst>
                  <a:ext uri="{FF2B5EF4-FFF2-40B4-BE49-F238E27FC236}">
                    <a16:creationId xmlns:a16="http://schemas.microsoft.com/office/drawing/2014/main" id="{39785C2D-B609-EF4C-F991-2EA04CE0498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70883" y="1872247"/>
                <a:ext cx="320641" cy="320641"/>
              </a:xfrm>
              <a:prstGeom prst="rect">
                <a:avLst/>
              </a:prstGeom>
            </p:spPr>
          </p:pic>
          <p:pic>
            <p:nvPicPr>
              <p:cNvPr id="26" name="Graphique 25" descr="Astronaut male avec un remplissage uni">
                <a:extLst>
                  <a:ext uri="{FF2B5EF4-FFF2-40B4-BE49-F238E27FC236}">
                    <a16:creationId xmlns:a16="http://schemas.microsoft.com/office/drawing/2014/main" id="{D2D404D5-FDC9-49BA-4625-26473439963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833553" y="1858219"/>
                <a:ext cx="320641" cy="320641"/>
              </a:xfrm>
              <a:prstGeom prst="rect">
                <a:avLst/>
              </a:prstGeom>
            </p:spPr>
          </p:pic>
          <p:pic>
            <p:nvPicPr>
              <p:cNvPr id="27" name="Graphique 26" descr="Astronaut male avec un remplissage uni">
                <a:extLst>
                  <a:ext uri="{FF2B5EF4-FFF2-40B4-BE49-F238E27FC236}">
                    <a16:creationId xmlns:a16="http://schemas.microsoft.com/office/drawing/2014/main" id="{649208AA-AFD8-3B45-2E5E-F8FD5B54807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95276" y="1625298"/>
                <a:ext cx="320641" cy="320641"/>
              </a:xfrm>
              <a:prstGeom prst="rect">
                <a:avLst/>
              </a:prstGeom>
            </p:spPr>
          </p:pic>
          <p:sp>
            <p:nvSpPr>
              <p:cNvPr id="28" name="Ellipse 27">
                <a:extLst>
                  <a:ext uri="{FF2B5EF4-FFF2-40B4-BE49-F238E27FC236}">
                    <a16:creationId xmlns:a16="http://schemas.microsoft.com/office/drawing/2014/main" id="{B447B62A-CB43-C38A-6445-7C3C055EF836}"/>
                  </a:ext>
                </a:extLst>
              </p:cNvPr>
              <p:cNvSpPr/>
              <p:nvPr/>
            </p:nvSpPr>
            <p:spPr>
              <a:xfrm>
                <a:off x="4509180" y="1610216"/>
                <a:ext cx="665065" cy="67144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9CFDA6FB-3972-7436-2172-FBEA0F31A909}"/>
                </a:ext>
              </a:extLst>
            </p:cNvPr>
            <p:cNvGrpSpPr/>
            <p:nvPr/>
          </p:nvGrpSpPr>
          <p:grpSpPr>
            <a:xfrm>
              <a:off x="5218922" y="2605995"/>
              <a:ext cx="665065" cy="671446"/>
              <a:chOff x="5333598" y="1554488"/>
              <a:chExt cx="665065" cy="671446"/>
            </a:xfrm>
          </p:grpSpPr>
          <p:pic>
            <p:nvPicPr>
              <p:cNvPr id="21" name="Graphique 20" descr="Femme chef de cuisine avec un remplissage uni">
                <a:extLst>
                  <a:ext uri="{FF2B5EF4-FFF2-40B4-BE49-F238E27FC236}">
                    <a16:creationId xmlns:a16="http://schemas.microsoft.com/office/drawing/2014/main" id="{8E392D88-B8D7-81B5-68D5-867A428875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16864" y="1846285"/>
                <a:ext cx="320641" cy="320641"/>
              </a:xfrm>
              <a:prstGeom prst="rect">
                <a:avLst/>
              </a:prstGeom>
            </p:spPr>
          </p:pic>
          <p:pic>
            <p:nvPicPr>
              <p:cNvPr id="22" name="Graphique 21" descr="Homme chef de cuisine avec un remplissage uni">
                <a:extLst>
                  <a:ext uri="{FF2B5EF4-FFF2-40B4-BE49-F238E27FC236}">
                    <a16:creationId xmlns:a16="http://schemas.microsoft.com/office/drawing/2014/main" id="{B09FF8A5-8BB1-F01B-B9F4-E233A8CE3CF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630204" y="1830128"/>
                <a:ext cx="320641" cy="320641"/>
              </a:xfrm>
              <a:prstGeom prst="rect">
                <a:avLst/>
              </a:prstGeom>
            </p:spPr>
          </p:pic>
          <p:pic>
            <p:nvPicPr>
              <p:cNvPr id="23" name="Graphique 22" descr="Homme chef de cuisine avec un remplissage uni">
                <a:extLst>
                  <a:ext uri="{FF2B5EF4-FFF2-40B4-BE49-F238E27FC236}">
                    <a16:creationId xmlns:a16="http://schemas.microsoft.com/office/drawing/2014/main" id="{2F76D82F-3C12-FAF7-E2A4-53B04F501CE7}"/>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5505811" y="1568094"/>
                <a:ext cx="320641" cy="320641"/>
              </a:xfrm>
              <a:prstGeom prst="rect">
                <a:avLst/>
              </a:prstGeom>
            </p:spPr>
          </p:pic>
          <p:sp>
            <p:nvSpPr>
              <p:cNvPr id="24" name="Ellipse 23">
                <a:extLst>
                  <a:ext uri="{FF2B5EF4-FFF2-40B4-BE49-F238E27FC236}">
                    <a16:creationId xmlns:a16="http://schemas.microsoft.com/office/drawing/2014/main" id="{5F8EBF70-2AD6-6940-2057-9C23EA5050B4}"/>
                  </a:ext>
                </a:extLst>
              </p:cNvPr>
              <p:cNvSpPr/>
              <p:nvPr/>
            </p:nvSpPr>
            <p:spPr>
              <a:xfrm>
                <a:off x="5333598" y="1554488"/>
                <a:ext cx="665065" cy="671446"/>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8" name="Groupe 7">
              <a:extLst>
                <a:ext uri="{FF2B5EF4-FFF2-40B4-BE49-F238E27FC236}">
                  <a16:creationId xmlns:a16="http://schemas.microsoft.com/office/drawing/2014/main" id="{09AA6799-0B17-AC58-EC71-E05ECBD21AD8}"/>
                </a:ext>
              </a:extLst>
            </p:cNvPr>
            <p:cNvGrpSpPr/>
            <p:nvPr/>
          </p:nvGrpSpPr>
          <p:grpSpPr>
            <a:xfrm>
              <a:off x="4767046" y="2945112"/>
              <a:ext cx="313700" cy="316710"/>
              <a:chOff x="1976512" y="2847606"/>
              <a:chExt cx="313700" cy="316710"/>
            </a:xfrm>
          </p:grpSpPr>
          <p:pic>
            <p:nvPicPr>
              <p:cNvPr id="19" name="Graphique 18" descr="Employé de bureau avec un remplissage uni">
                <a:extLst>
                  <a:ext uri="{FF2B5EF4-FFF2-40B4-BE49-F238E27FC236}">
                    <a16:creationId xmlns:a16="http://schemas.microsoft.com/office/drawing/2014/main" id="{1154BAF9-F975-AC00-33EB-3824601FB09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990319" y="2862029"/>
                <a:ext cx="286085" cy="286085"/>
              </a:xfrm>
              <a:prstGeom prst="rect">
                <a:avLst/>
              </a:prstGeom>
            </p:spPr>
          </p:pic>
          <p:sp>
            <p:nvSpPr>
              <p:cNvPr id="20" name="Ellipse 19">
                <a:extLst>
                  <a:ext uri="{FF2B5EF4-FFF2-40B4-BE49-F238E27FC236}">
                    <a16:creationId xmlns:a16="http://schemas.microsoft.com/office/drawing/2014/main" id="{2514848D-1A96-9EBE-C3DB-AD69D8AB7451}"/>
                  </a:ext>
                </a:extLst>
              </p:cNvPr>
              <p:cNvSpPr/>
              <p:nvPr/>
            </p:nvSpPr>
            <p:spPr>
              <a:xfrm>
                <a:off x="1976512" y="2847606"/>
                <a:ext cx="313700" cy="316710"/>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nvGrpSpPr>
            <p:cNvPr id="9" name="Groupe 8">
              <a:extLst>
                <a:ext uri="{FF2B5EF4-FFF2-40B4-BE49-F238E27FC236}">
                  <a16:creationId xmlns:a16="http://schemas.microsoft.com/office/drawing/2014/main" id="{A5AF6D6C-05E0-C2F0-0D61-527A799ABA20}"/>
                </a:ext>
              </a:extLst>
            </p:cNvPr>
            <p:cNvGrpSpPr/>
            <p:nvPr/>
          </p:nvGrpSpPr>
          <p:grpSpPr>
            <a:xfrm>
              <a:off x="5016378" y="2119335"/>
              <a:ext cx="501164" cy="505973"/>
              <a:chOff x="2418923" y="2693754"/>
              <a:chExt cx="313700" cy="316710"/>
            </a:xfrm>
          </p:grpSpPr>
          <p:pic>
            <p:nvPicPr>
              <p:cNvPr id="17" name="Graphique 16" descr="Employée de bureau avec un remplissage uni">
                <a:extLst>
                  <a:ext uri="{FF2B5EF4-FFF2-40B4-BE49-F238E27FC236}">
                    <a16:creationId xmlns:a16="http://schemas.microsoft.com/office/drawing/2014/main" id="{E71AE27C-E308-8A7E-0D5A-6F94FEF7A3A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432730" y="2705873"/>
                <a:ext cx="286085" cy="286085"/>
              </a:xfrm>
              <a:prstGeom prst="rect">
                <a:avLst/>
              </a:prstGeom>
            </p:spPr>
          </p:pic>
          <p:sp>
            <p:nvSpPr>
              <p:cNvPr id="18" name="Ellipse 17">
                <a:extLst>
                  <a:ext uri="{FF2B5EF4-FFF2-40B4-BE49-F238E27FC236}">
                    <a16:creationId xmlns:a16="http://schemas.microsoft.com/office/drawing/2014/main" id="{00A3E6DD-5EBF-BD9B-D856-60ED599F40E2}"/>
                  </a:ext>
                </a:extLst>
              </p:cNvPr>
              <p:cNvSpPr/>
              <p:nvPr/>
            </p:nvSpPr>
            <p:spPr>
              <a:xfrm>
                <a:off x="2418923" y="2693754"/>
                <a:ext cx="313700" cy="316710"/>
              </a:xfrm>
              <a:prstGeom prst="ellips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cxnSp>
          <p:nvCxnSpPr>
            <p:cNvPr id="10" name="Connecteur droit 9">
              <a:extLst>
                <a:ext uri="{FF2B5EF4-FFF2-40B4-BE49-F238E27FC236}">
                  <a16:creationId xmlns:a16="http://schemas.microsoft.com/office/drawing/2014/main" id="{21E2EBB7-51D6-FE44-8100-75818DE9C865}"/>
                </a:ext>
              </a:extLst>
            </p:cNvPr>
            <p:cNvCxnSpPr>
              <a:cxnSpLocks/>
            </p:cNvCxnSpPr>
            <p:nvPr/>
          </p:nvCxnSpPr>
          <p:spPr>
            <a:xfrm>
              <a:off x="4324399" y="2798391"/>
              <a:ext cx="129910" cy="2111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89C585B3-23CE-A9E7-E8AA-AAB3B71B831C}"/>
                </a:ext>
              </a:extLst>
            </p:cNvPr>
            <p:cNvCxnSpPr>
              <a:cxnSpLocks/>
            </p:cNvCxnSpPr>
            <p:nvPr/>
          </p:nvCxnSpPr>
          <p:spPr>
            <a:xfrm>
              <a:off x="4975578" y="2669432"/>
              <a:ext cx="289236" cy="1378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27AAF971-5BF7-0AB4-5C73-3378404A1C39}"/>
                </a:ext>
              </a:extLst>
            </p:cNvPr>
            <p:cNvCxnSpPr>
              <a:cxnSpLocks/>
            </p:cNvCxnSpPr>
            <p:nvPr/>
          </p:nvCxnSpPr>
          <p:spPr>
            <a:xfrm flipV="1">
              <a:off x="5034806" y="2625308"/>
              <a:ext cx="232154" cy="3661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BD2206A1-4ED1-AFA1-B3F6-5B032401F01B}"/>
                </a:ext>
              </a:extLst>
            </p:cNvPr>
            <p:cNvCxnSpPr>
              <a:cxnSpLocks/>
            </p:cNvCxnSpPr>
            <p:nvPr/>
          </p:nvCxnSpPr>
          <p:spPr>
            <a:xfrm flipV="1">
              <a:off x="4786841" y="3261822"/>
              <a:ext cx="137055" cy="834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8E7B26E8-D8A3-BC37-A9BE-BD8165DBD3CE}"/>
                </a:ext>
              </a:extLst>
            </p:cNvPr>
            <p:cNvCxnSpPr>
              <a:cxnSpLocks/>
            </p:cNvCxnSpPr>
            <p:nvPr/>
          </p:nvCxnSpPr>
          <p:spPr>
            <a:xfrm flipH="1" flipV="1">
              <a:off x="5517542" y="2372322"/>
              <a:ext cx="33914" cy="2472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91281DDF-C7AC-FD7B-22EE-FACCCAE39B05}"/>
                </a:ext>
              </a:extLst>
            </p:cNvPr>
            <p:cNvCxnSpPr>
              <a:cxnSpLocks/>
            </p:cNvCxnSpPr>
            <p:nvPr/>
          </p:nvCxnSpPr>
          <p:spPr>
            <a:xfrm flipH="1">
              <a:off x="4878181" y="2367220"/>
              <a:ext cx="160255" cy="648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B504DB60-C72B-C964-CA80-F62F0A376243}"/>
                </a:ext>
              </a:extLst>
            </p:cNvPr>
            <p:cNvCxnSpPr>
              <a:cxnSpLocks/>
            </p:cNvCxnSpPr>
            <p:nvPr/>
          </p:nvCxnSpPr>
          <p:spPr>
            <a:xfrm flipV="1">
              <a:off x="5080746" y="2941718"/>
              <a:ext cx="138176" cy="161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Groupe 32">
            <a:extLst>
              <a:ext uri="{FF2B5EF4-FFF2-40B4-BE49-F238E27FC236}">
                <a16:creationId xmlns:a16="http://schemas.microsoft.com/office/drawing/2014/main" id="{7036F83A-18A8-8795-7460-BEB4AD86004D}"/>
              </a:ext>
            </a:extLst>
          </p:cNvPr>
          <p:cNvGrpSpPr/>
          <p:nvPr/>
        </p:nvGrpSpPr>
        <p:grpSpPr>
          <a:xfrm>
            <a:off x="3770209" y="2871505"/>
            <a:ext cx="2103137" cy="627878"/>
            <a:chOff x="7672742" y="3746093"/>
            <a:chExt cx="4082190" cy="1218712"/>
          </a:xfrm>
        </p:grpSpPr>
        <p:pic>
          <p:nvPicPr>
            <p:cNvPr id="34" name="Graphique 33" descr="Groupe avec un remplissage uni">
              <a:extLst>
                <a:ext uri="{FF2B5EF4-FFF2-40B4-BE49-F238E27FC236}">
                  <a16:creationId xmlns:a16="http://schemas.microsoft.com/office/drawing/2014/main" id="{02B70C2D-B02C-9A12-EFB8-1742CF0A052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672742" y="4140638"/>
              <a:ext cx="350710" cy="350710"/>
            </a:xfrm>
            <a:prstGeom prst="rect">
              <a:avLst/>
            </a:prstGeom>
          </p:spPr>
        </p:pic>
        <p:pic>
          <p:nvPicPr>
            <p:cNvPr id="35" name="Graphique 34" descr="Flèches de chevron avec un remplissage uni">
              <a:extLst>
                <a:ext uri="{FF2B5EF4-FFF2-40B4-BE49-F238E27FC236}">
                  <a16:creationId xmlns:a16="http://schemas.microsoft.com/office/drawing/2014/main" id="{08929C80-256C-A726-F3B4-A68C56236B2D}"/>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670214" y="4185794"/>
              <a:ext cx="279194" cy="279194"/>
            </a:xfrm>
            <a:prstGeom prst="rect">
              <a:avLst/>
            </a:prstGeom>
          </p:spPr>
        </p:pic>
        <p:pic>
          <p:nvPicPr>
            <p:cNvPr id="36" name="Graphique 35" descr="Héroïne avec un remplissage uni">
              <a:extLst>
                <a:ext uri="{FF2B5EF4-FFF2-40B4-BE49-F238E27FC236}">
                  <a16:creationId xmlns:a16="http://schemas.microsoft.com/office/drawing/2014/main" id="{AC1E6980-7D25-8B29-3D79-FF80ED16F1DB}"/>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973432" y="4070212"/>
              <a:ext cx="424644" cy="424645"/>
            </a:xfrm>
            <a:prstGeom prst="rect">
              <a:avLst/>
            </a:prstGeom>
          </p:spPr>
        </p:pic>
        <p:pic>
          <p:nvPicPr>
            <p:cNvPr id="37" name="Graphique 36" descr="Flèches de chevron avec un remplissage uni">
              <a:extLst>
                <a:ext uri="{FF2B5EF4-FFF2-40B4-BE49-F238E27FC236}">
                  <a16:creationId xmlns:a16="http://schemas.microsoft.com/office/drawing/2014/main" id="{B0630716-D437-9DCA-8A27-9F1F5811BE04}"/>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753493" y="4160871"/>
              <a:ext cx="279194" cy="279194"/>
            </a:xfrm>
            <a:prstGeom prst="rect">
              <a:avLst/>
            </a:prstGeom>
          </p:spPr>
        </p:pic>
        <p:pic>
          <p:nvPicPr>
            <p:cNvPr id="38" name="Graphique 37" descr="Courir avec un remplissage uni">
              <a:extLst>
                <a:ext uri="{FF2B5EF4-FFF2-40B4-BE49-F238E27FC236}">
                  <a16:creationId xmlns:a16="http://schemas.microsoft.com/office/drawing/2014/main" id="{72169787-838A-CF41-0F2E-45315C0A8E40}"/>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221976" y="4004365"/>
              <a:ext cx="359779" cy="359780"/>
            </a:xfrm>
            <a:prstGeom prst="rect">
              <a:avLst/>
            </a:prstGeom>
          </p:spPr>
        </p:pic>
        <p:pic>
          <p:nvPicPr>
            <p:cNvPr id="39" name="Graphique 38" descr="Patinage avec un remplissage uni">
              <a:extLst>
                <a:ext uri="{FF2B5EF4-FFF2-40B4-BE49-F238E27FC236}">
                  <a16:creationId xmlns:a16="http://schemas.microsoft.com/office/drawing/2014/main" id="{4EEB5BBF-680D-71D6-1BE2-B90A348D59E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045702" y="3917987"/>
              <a:ext cx="373471" cy="373472"/>
            </a:xfrm>
            <a:prstGeom prst="rect">
              <a:avLst/>
            </a:prstGeom>
          </p:spPr>
        </p:pic>
        <p:pic>
          <p:nvPicPr>
            <p:cNvPr id="40" name="Graphique 39" descr="Marcher avec un remplissage uni">
              <a:extLst>
                <a:ext uri="{FF2B5EF4-FFF2-40B4-BE49-F238E27FC236}">
                  <a16:creationId xmlns:a16="http://schemas.microsoft.com/office/drawing/2014/main" id="{4313785C-B85A-9104-9B0C-42935FDD068A}"/>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421990" y="4085053"/>
              <a:ext cx="289590" cy="289590"/>
            </a:xfrm>
            <a:prstGeom prst="rect">
              <a:avLst/>
            </a:prstGeom>
          </p:spPr>
        </p:pic>
        <p:pic>
          <p:nvPicPr>
            <p:cNvPr id="41" name="Graphique 40" descr="Flèches de chevron avec un remplissage uni">
              <a:extLst>
                <a:ext uri="{FF2B5EF4-FFF2-40B4-BE49-F238E27FC236}">
                  <a16:creationId xmlns:a16="http://schemas.microsoft.com/office/drawing/2014/main" id="{45F7C557-2954-20C4-A388-D6F91669122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876432" y="4186872"/>
              <a:ext cx="279194" cy="279194"/>
            </a:xfrm>
            <a:prstGeom prst="rect">
              <a:avLst/>
            </a:prstGeom>
          </p:spPr>
        </p:pic>
        <p:pic>
          <p:nvPicPr>
            <p:cNvPr id="42" name="Graphique 41" descr="Flèches de chevron avec un remplissage uni">
              <a:extLst>
                <a:ext uri="{FF2B5EF4-FFF2-40B4-BE49-F238E27FC236}">
                  <a16:creationId xmlns:a16="http://schemas.microsoft.com/office/drawing/2014/main" id="{1EB020E5-2D70-679A-3E6F-05BC4CC740C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097762" y="4174408"/>
              <a:ext cx="282285" cy="282285"/>
            </a:xfrm>
            <a:prstGeom prst="rect">
              <a:avLst/>
            </a:prstGeom>
          </p:spPr>
        </p:pic>
        <p:pic>
          <p:nvPicPr>
            <p:cNvPr id="43" name="Graphique 42" descr="Héros avec un remplissage uni">
              <a:extLst>
                <a:ext uri="{FF2B5EF4-FFF2-40B4-BE49-F238E27FC236}">
                  <a16:creationId xmlns:a16="http://schemas.microsoft.com/office/drawing/2014/main" id="{D1B4B147-DEF5-155D-B0BB-2F969F71BE96}"/>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0991352" y="4507605"/>
              <a:ext cx="457200" cy="457200"/>
            </a:xfrm>
            <a:prstGeom prst="rect">
              <a:avLst/>
            </a:prstGeom>
          </p:spPr>
        </p:pic>
        <p:pic>
          <p:nvPicPr>
            <p:cNvPr id="44" name="Graphique 43" descr="Héros avec un remplissage uni">
              <a:extLst>
                <a:ext uri="{FF2B5EF4-FFF2-40B4-BE49-F238E27FC236}">
                  <a16:creationId xmlns:a16="http://schemas.microsoft.com/office/drawing/2014/main" id="{9B01D407-DCD0-E37B-B80C-A1A756E4489C}"/>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1294569" y="3746093"/>
              <a:ext cx="457200" cy="457200"/>
            </a:xfrm>
            <a:prstGeom prst="rect">
              <a:avLst/>
            </a:prstGeom>
          </p:spPr>
        </p:pic>
        <p:pic>
          <p:nvPicPr>
            <p:cNvPr id="45" name="Graphique 44" descr="Héroïne avec un remplissage uni">
              <a:extLst>
                <a:ext uri="{FF2B5EF4-FFF2-40B4-BE49-F238E27FC236}">
                  <a16:creationId xmlns:a16="http://schemas.microsoft.com/office/drawing/2014/main" id="{AC50B7DC-D0BD-FCE5-6676-F48D094C433F}"/>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1330288" y="4140638"/>
              <a:ext cx="424644" cy="424645"/>
            </a:xfrm>
            <a:prstGeom prst="rect">
              <a:avLst/>
            </a:prstGeom>
          </p:spPr>
        </p:pic>
        <p:pic>
          <p:nvPicPr>
            <p:cNvPr id="46" name="Graphique 45" descr="Patinage avec un remplissage uni">
              <a:extLst>
                <a:ext uri="{FF2B5EF4-FFF2-40B4-BE49-F238E27FC236}">
                  <a16:creationId xmlns:a16="http://schemas.microsoft.com/office/drawing/2014/main" id="{2B84A5A8-9831-1340-9194-EBCF4D944AE0}"/>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306385" y="4056889"/>
              <a:ext cx="373471" cy="373472"/>
            </a:xfrm>
            <a:prstGeom prst="rect">
              <a:avLst/>
            </a:prstGeom>
          </p:spPr>
        </p:pic>
        <p:pic>
          <p:nvPicPr>
            <p:cNvPr id="47" name="Graphique 46" descr="Patinage avec un remplissage uni">
              <a:extLst>
                <a:ext uri="{FF2B5EF4-FFF2-40B4-BE49-F238E27FC236}">
                  <a16:creationId xmlns:a16="http://schemas.microsoft.com/office/drawing/2014/main" id="{EA7C5C27-A640-E6D8-D664-57C773ECF3CA}"/>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013782" y="4240199"/>
              <a:ext cx="373471" cy="373472"/>
            </a:xfrm>
            <a:prstGeom prst="rect">
              <a:avLst/>
            </a:prstGeom>
          </p:spPr>
        </p:pic>
        <p:pic>
          <p:nvPicPr>
            <p:cNvPr id="48" name="Graphique 47" descr="Patinage avec un remplissage uni">
              <a:extLst>
                <a:ext uri="{FF2B5EF4-FFF2-40B4-BE49-F238E27FC236}">
                  <a16:creationId xmlns:a16="http://schemas.microsoft.com/office/drawing/2014/main" id="{371627C2-B820-52D9-D607-B6F999E8F3D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10254800" y="4423509"/>
              <a:ext cx="373471" cy="373472"/>
            </a:xfrm>
            <a:prstGeom prst="rect">
              <a:avLst/>
            </a:prstGeom>
          </p:spPr>
        </p:pic>
        <p:pic>
          <p:nvPicPr>
            <p:cNvPr id="49" name="Graphique 48" descr="Courir avec un remplissage uni">
              <a:extLst>
                <a:ext uri="{FF2B5EF4-FFF2-40B4-BE49-F238E27FC236}">
                  <a16:creationId xmlns:a16="http://schemas.microsoft.com/office/drawing/2014/main" id="{A520F6FA-ED0D-9E7A-58C3-027ACE28AFB7}"/>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425240" y="4181315"/>
              <a:ext cx="359779" cy="359780"/>
            </a:xfrm>
            <a:prstGeom prst="rect">
              <a:avLst/>
            </a:prstGeom>
          </p:spPr>
        </p:pic>
        <p:pic>
          <p:nvPicPr>
            <p:cNvPr id="50" name="Graphique 49" descr="Courir avec un remplissage uni">
              <a:extLst>
                <a:ext uri="{FF2B5EF4-FFF2-40B4-BE49-F238E27FC236}">
                  <a16:creationId xmlns:a16="http://schemas.microsoft.com/office/drawing/2014/main" id="{FE401AAD-58AC-CD80-E1F4-B1DF8BC87E26}"/>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133356" y="4314967"/>
              <a:ext cx="359779" cy="359780"/>
            </a:xfrm>
            <a:prstGeom prst="rect">
              <a:avLst/>
            </a:prstGeom>
          </p:spPr>
        </p:pic>
        <p:pic>
          <p:nvPicPr>
            <p:cNvPr id="51" name="Graphique 50" descr="Courir avec un remplissage uni">
              <a:extLst>
                <a:ext uri="{FF2B5EF4-FFF2-40B4-BE49-F238E27FC236}">
                  <a16:creationId xmlns:a16="http://schemas.microsoft.com/office/drawing/2014/main" id="{F842BC09-3894-FAAC-E14D-199A807EDBE3}"/>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9329523" y="4467681"/>
              <a:ext cx="359779" cy="359780"/>
            </a:xfrm>
            <a:prstGeom prst="rect">
              <a:avLst/>
            </a:prstGeom>
          </p:spPr>
        </p:pic>
        <p:pic>
          <p:nvPicPr>
            <p:cNvPr id="52" name="Graphique 51" descr="Marcher avec un remplissage uni">
              <a:extLst>
                <a:ext uri="{FF2B5EF4-FFF2-40B4-BE49-F238E27FC236}">
                  <a16:creationId xmlns:a16="http://schemas.microsoft.com/office/drawing/2014/main" id="{EE9717B2-810B-3020-D45D-35347495516C}"/>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574390" y="4237453"/>
              <a:ext cx="289590" cy="289590"/>
            </a:xfrm>
            <a:prstGeom prst="rect">
              <a:avLst/>
            </a:prstGeom>
          </p:spPr>
        </p:pic>
        <p:pic>
          <p:nvPicPr>
            <p:cNvPr id="53" name="Graphique 52" descr="Marcher avec un remplissage uni">
              <a:extLst>
                <a:ext uri="{FF2B5EF4-FFF2-40B4-BE49-F238E27FC236}">
                  <a16:creationId xmlns:a16="http://schemas.microsoft.com/office/drawing/2014/main" id="{5BD0911A-D1DE-5164-30FD-421B72C6937D}"/>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397400" y="4370982"/>
              <a:ext cx="289590" cy="289590"/>
            </a:xfrm>
            <a:prstGeom prst="rect">
              <a:avLst/>
            </a:prstGeom>
          </p:spPr>
        </p:pic>
        <p:pic>
          <p:nvPicPr>
            <p:cNvPr id="54" name="Graphique 53" descr="Marcher avec un remplissage uni">
              <a:extLst>
                <a:ext uri="{FF2B5EF4-FFF2-40B4-BE49-F238E27FC236}">
                  <a16:creationId xmlns:a16="http://schemas.microsoft.com/office/drawing/2014/main" id="{3B443170-01D9-CE7D-0A73-8F68CCE42266}"/>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634425" y="3959129"/>
              <a:ext cx="289590" cy="289590"/>
            </a:xfrm>
            <a:prstGeom prst="rect">
              <a:avLst/>
            </a:prstGeom>
          </p:spPr>
        </p:pic>
      </p:grpSp>
      <p:grpSp>
        <p:nvGrpSpPr>
          <p:cNvPr id="57" name="Groupe 56">
            <a:extLst>
              <a:ext uri="{FF2B5EF4-FFF2-40B4-BE49-F238E27FC236}">
                <a16:creationId xmlns:a16="http://schemas.microsoft.com/office/drawing/2014/main" id="{0F3CEAC4-33D2-4512-6240-31746E9D2D94}"/>
              </a:ext>
            </a:extLst>
          </p:cNvPr>
          <p:cNvGrpSpPr/>
          <p:nvPr/>
        </p:nvGrpSpPr>
        <p:grpSpPr>
          <a:xfrm>
            <a:off x="6819523" y="2217468"/>
            <a:ext cx="1642043" cy="1642043"/>
            <a:chOff x="7974777" y="2346492"/>
            <a:chExt cx="1642043" cy="1642043"/>
          </a:xfrm>
        </p:grpSpPr>
        <p:pic>
          <p:nvPicPr>
            <p:cNvPr id="55" name="Graphique 54" descr="Salle de conseil avec un remplissage uni">
              <a:extLst>
                <a:ext uri="{FF2B5EF4-FFF2-40B4-BE49-F238E27FC236}">
                  <a16:creationId xmlns:a16="http://schemas.microsoft.com/office/drawing/2014/main" id="{4DE2FA64-093A-F5FC-D312-F94697E14AEA}"/>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7974777" y="2346492"/>
              <a:ext cx="1642043" cy="1642043"/>
            </a:xfrm>
            <a:prstGeom prst="rect">
              <a:avLst/>
            </a:prstGeom>
          </p:spPr>
        </p:pic>
        <p:pic>
          <p:nvPicPr>
            <p:cNvPr id="56" name="Graphique 55" descr="Salle de conseil avec un remplissage uni">
              <a:extLst>
                <a:ext uri="{FF2B5EF4-FFF2-40B4-BE49-F238E27FC236}">
                  <a16:creationId xmlns:a16="http://schemas.microsoft.com/office/drawing/2014/main" id="{41F701DB-A72C-DCE0-7F97-A2D495B23DCD}"/>
                </a:ext>
              </a:extLst>
            </p:cNvPr>
            <p:cNvPicPr>
              <a:picLocks noChangeAspect="1"/>
            </p:cNvPicPr>
            <p:nvPr/>
          </p:nvPicPr>
          <p:blipFill rotWithShape="1">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rcRect r="49089"/>
            <a:stretch/>
          </p:blipFill>
          <p:spPr>
            <a:xfrm>
              <a:off x="7974778" y="2346492"/>
              <a:ext cx="835988" cy="1642043"/>
            </a:xfrm>
            <a:prstGeom prst="rect">
              <a:avLst/>
            </a:prstGeom>
          </p:spPr>
        </p:pic>
      </p:grpSp>
      <p:sp>
        <p:nvSpPr>
          <p:cNvPr id="58" name="Espace réservé du texte 8">
            <a:extLst>
              <a:ext uri="{FF2B5EF4-FFF2-40B4-BE49-F238E27FC236}">
                <a16:creationId xmlns:a16="http://schemas.microsoft.com/office/drawing/2014/main" id="{66A93558-C91F-E002-D51B-BB770EA0176C}"/>
              </a:ext>
            </a:extLst>
          </p:cNvPr>
          <p:cNvSpPr txBox="1">
            <a:spLocks/>
          </p:cNvSpPr>
          <p:nvPr/>
        </p:nvSpPr>
        <p:spPr>
          <a:xfrm>
            <a:off x="826951" y="4026313"/>
            <a:ext cx="2272361" cy="1111927"/>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In Communities : assessing who would be the right persons to lead subgroups and how to coach them into the role</a:t>
            </a:r>
          </a:p>
        </p:txBody>
      </p:sp>
      <p:sp>
        <p:nvSpPr>
          <p:cNvPr id="59" name="Espace réservé du texte 8">
            <a:extLst>
              <a:ext uri="{FF2B5EF4-FFF2-40B4-BE49-F238E27FC236}">
                <a16:creationId xmlns:a16="http://schemas.microsoft.com/office/drawing/2014/main" id="{DCEDC4BB-F160-5773-BACC-23D1C52FDE16}"/>
              </a:ext>
            </a:extLst>
          </p:cNvPr>
          <p:cNvSpPr txBox="1">
            <a:spLocks/>
          </p:cNvSpPr>
          <p:nvPr/>
        </p:nvSpPr>
        <p:spPr>
          <a:xfrm>
            <a:off x="6519331" y="4014970"/>
            <a:ext cx="2272361" cy="1111927"/>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Treating a team as a Community, assessment of a manager legitimacy in his/her role. </a:t>
            </a:r>
          </a:p>
        </p:txBody>
      </p:sp>
      <p:sp>
        <p:nvSpPr>
          <p:cNvPr id="60" name="Espace réservé du texte 8">
            <a:extLst>
              <a:ext uri="{FF2B5EF4-FFF2-40B4-BE49-F238E27FC236}">
                <a16:creationId xmlns:a16="http://schemas.microsoft.com/office/drawing/2014/main" id="{F7C8BD75-2AB7-A4F0-542C-04CA12C862BB}"/>
              </a:ext>
            </a:extLst>
          </p:cNvPr>
          <p:cNvSpPr txBox="1">
            <a:spLocks/>
          </p:cNvSpPr>
          <p:nvPr/>
        </p:nvSpPr>
        <p:spPr>
          <a:xfrm>
            <a:off x="3702095" y="4017858"/>
            <a:ext cx="2272361" cy="1111927"/>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In Communities : Follow-up sheet for any empowerment program for leaders</a:t>
            </a:r>
          </a:p>
        </p:txBody>
      </p:sp>
      <p:sp>
        <p:nvSpPr>
          <p:cNvPr id="61" name="Espace réservé du texte 8">
            <a:extLst>
              <a:ext uri="{FF2B5EF4-FFF2-40B4-BE49-F238E27FC236}">
                <a16:creationId xmlns:a16="http://schemas.microsoft.com/office/drawing/2014/main" id="{317226DE-14FB-6B3D-E7F0-42ED9A09DF51}"/>
              </a:ext>
            </a:extLst>
          </p:cNvPr>
          <p:cNvSpPr txBox="1">
            <a:spLocks/>
          </p:cNvSpPr>
          <p:nvPr/>
        </p:nvSpPr>
        <p:spPr>
          <a:xfrm>
            <a:off x="9336567" y="4014969"/>
            <a:ext cx="2272361" cy="1111927"/>
          </a:xfrm>
          <a:prstGeom prst="rect">
            <a:avLst/>
          </a:prstGeom>
          <a:solidFill>
            <a:schemeClr val="bg1">
              <a:lumMod val="85000"/>
            </a:schemeClr>
          </a:solidFill>
        </p:spPr>
        <p:txBody>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200" dirty="0"/>
              <a:t>When launching a Community, identifying who would stand out as a leader and how to support them</a:t>
            </a:r>
          </a:p>
        </p:txBody>
      </p:sp>
      <p:grpSp>
        <p:nvGrpSpPr>
          <p:cNvPr id="62" name="Groupe 61">
            <a:extLst>
              <a:ext uri="{FF2B5EF4-FFF2-40B4-BE49-F238E27FC236}">
                <a16:creationId xmlns:a16="http://schemas.microsoft.com/office/drawing/2014/main" id="{0CE19CC9-5A3B-D51F-B9F0-AD4BA6C30D84}"/>
              </a:ext>
            </a:extLst>
          </p:cNvPr>
          <p:cNvGrpSpPr/>
          <p:nvPr/>
        </p:nvGrpSpPr>
        <p:grpSpPr>
          <a:xfrm>
            <a:off x="9861037" y="2363381"/>
            <a:ext cx="1271181" cy="1396396"/>
            <a:chOff x="759851" y="5123712"/>
            <a:chExt cx="814903" cy="895173"/>
          </a:xfrm>
        </p:grpSpPr>
        <p:pic>
          <p:nvPicPr>
            <p:cNvPr id="63" name="Graphique 62" descr="Employé de bureau avec un remplissage uni">
              <a:extLst>
                <a:ext uri="{FF2B5EF4-FFF2-40B4-BE49-F238E27FC236}">
                  <a16:creationId xmlns:a16="http://schemas.microsoft.com/office/drawing/2014/main" id="{834FB00D-241B-1BFE-DC1D-280DAA75F9B5}"/>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902893" y="5723339"/>
              <a:ext cx="286085" cy="286085"/>
            </a:xfrm>
            <a:prstGeom prst="rect">
              <a:avLst/>
            </a:prstGeom>
          </p:spPr>
        </p:pic>
        <p:pic>
          <p:nvPicPr>
            <p:cNvPr id="64" name="Graphique 63" descr="Employée de bureau avec un remplissage uni">
              <a:extLst>
                <a:ext uri="{FF2B5EF4-FFF2-40B4-BE49-F238E27FC236}">
                  <a16:creationId xmlns:a16="http://schemas.microsoft.com/office/drawing/2014/main" id="{5CC0A35B-8AEC-D82F-619A-9E44983AE829}"/>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288669" y="5501349"/>
              <a:ext cx="286085" cy="286085"/>
            </a:xfrm>
            <a:prstGeom prst="rect">
              <a:avLst/>
            </a:prstGeom>
          </p:spPr>
        </p:pic>
        <p:pic>
          <p:nvPicPr>
            <p:cNvPr id="65" name="Graphique 64" descr="Employé de bureau avec un remplissage uni">
              <a:extLst>
                <a:ext uri="{FF2B5EF4-FFF2-40B4-BE49-F238E27FC236}">
                  <a16:creationId xmlns:a16="http://schemas.microsoft.com/office/drawing/2014/main" id="{C09F0501-BEAE-F9AE-DF80-7F0C99EFC100}"/>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1288669" y="5243502"/>
              <a:ext cx="286085" cy="286085"/>
            </a:xfrm>
            <a:prstGeom prst="rect">
              <a:avLst/>
            </a:prstGeom>
          </p:spPr>
        </p:pic>
        <p:pic>
          <p:nvPicPr>
            <p:cNvPr id="66" name="Graphique 65" descr="Employée de bureau avec un remplissage uni">
              <a:extLst>
                <a:ext uri="{FF2B5EF4-FFF2-40B4-BE49-F238E27FC236}">
                  <a16:creationId xmlns:a16="http://schemas.microsoft.com/office/drawing/2014/main" id="{805C79FB-6462-8628-EDB5-4FB93365783C}"/>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117925" y="5732800"/>
              <a:ext cx="286085" cy="286085"/>
            </a:xfrm>
            <a:prstGeom prst="rect">
              <a:avLst/>
            </a:prstGeom>
          </p:spPr>
        </p:pic>
        <p:pic>
          <p:nvPicPr>
            <p:cNvPr id="67" name="Graphique 66" descr="Employée de bureau avec un remplissage uni">
              <a:extLst>
                <a:ext uri="{FF2B5EF4-FFF2-40B4-BE49-F238E27FC236}">
                  <a16:creationId xmlns:a16="http://schemas.microsoft.com/office/drawing/2014/main" id="{35E28C4E-BD8D-0922-857D-DC00A5E6D631}"/>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759851" y="5509329"/>
              <a:ext cx="286085" cy="286085"/>
            </a:xfrm>
            <a:prstGeom prst="rect">
              <a:avLst/>
            </a:prstGeom>
          </p:spPr>
        </p:pic>
        <p:pic>
          <p:nvPicPr>
            <p:cNvPr id="68" name="Graphique 67" descr="Employé de bureau avec un remplissage uni">
              <a:extLst>
                <a:ext uri="{FF2B5EF4-FFF2-40B4-BE49-F238E27FC236}">
                  <a16:creationId xmlns:a16="http://schemas.microsoft.com/office/drawing/2014/main" id="{82F770D7-B217-A32C-1013-6B2ACD498986}"/>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804978" y="5243502"/>
              <a:ext cx="286085" cy="286085"/>
            </a:xfrm>
            <a:prstGeom prst="rect">
              <a:avLst/>
            </a:prstGeom>
          </p:spPr>
        </p:pic>
        <p:pic>
          <p:nvPicPr>
            <p:cNvPr id="69" name="Graphique 68" descr="Employée de bureau avec un remplissage uni">
              <a:extLst>
                <a:ext uri="{FF2B5EF4-FFF2-40B4-BE49-F238E27FC236}">
                  <a16:creationId xmlns:a16="http://schemas.microsoft.com/office/drawing/2014/main" id="{17ED08F5-72F5-9BB4-1735-EBF6891DA733}"/>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1064184" y="5123712"/>
              <a:ext cx="286085" cy="286085"/>
            </a:xfrm>
            <a:prstGeom prst="rect">
              <a:avLst/>
            </a:prstGeom>
          </p:spPr>
        </p:pic>
        <p:pic>
          <p:nvPicPr>
            <p:cNvPr id="70" name="Graphique 69" descr="Employée de bureau avec un remplissage uni">
              <a:extLst>
                <a:ext uri="{FF2B5EF4-FFF2-40B4-BE49-F238E27FC236}">
                  <a16:creationId xmlns:a16="http://schemas.microsoft.com/office/drawing/2014/main" id="{54410C80-C7B0-E793-9B37-5A5A0E1957B1}"/>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974883" y="5370067"/>
              <a:ext cx="407906" cy="407906"/>
            </a:xfrm>
            <a:prstGeom prst="rect">
              <a:avLst/>
            </a:prstGeom>
          </p:spPr>
        </p:pic>
      </p:grpSp>
    </p:spTree>
    <p:extLst>
      <p:ext uri="{BB962C8B-B14F-4D97-AF65-F5344CB8AC3E}">
        <p14:creationId xmlns:p14="http://schemas.microsoft.com/office/powerpoint/2010/main" val="1167902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rmAutofit fontScale="90000"/>
          </a:bodyPr>
          <a:lstStyle/>
          <a:p>
            <a:r>
              <a:rPr lang="en-US" dirty="0"/>
              <a:t>Community Boosters checklists</a:t>
            </a:r>
            <a:br>
              <a:rPr lang="en-US" dirty="0"/>
            </a:br>
            <a:r>
              <a:rPr lang="en-US" dirty="0"/>
              <a:t>Dimensions of assessment</a:t>
            </a:r>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4913812" y="2114467"/>
            <a:ext cx="2088000" cy="4665711"/>
          </a:xfrm>
          <a:solidFill>
            <a:schemeClr val="bg1">
              <a:lumMod val="95000"/>
            </a:schemeClr>
          </a:solidFill>
        </p:spPr>
        <p:txBody>
          <a:bodyPr>
            <a:noAutofit/>
          </a:bodyPr>
          <a:lstStyle/>
          <a:p>
            <a:pPr marL="0" indent="0" algn="ctr">
              <a:buNone/>
            </a:pPr>
            <a:r>
              <a:rPr lang="en-US" sz="1800" b="1" dirty="0"/>
              <a:t>🔥Skills </a:t>
            </a:r>
          </a:p>
          <a:p>
            <a:pPr marL="0" indent="0" algn="ctr">
              <a:buNone/>
            </a:pPr>
            <a:endParaRPr lang="en-US" sz="1800" dirty="0"/>
          </a:p>
          <a:p>
            <a:pPr marL="0" indent="0" algn="ctr">
              <a:buNone/>
            </a:pPr>
            <a:r>
              <a:rPr lang="en-US" sz="1400" dirty="0"/>
              <a:t>Skills (Community Boosters Skills) represent an overall view of the usual skillset of a Community Booster. </a:t>
            </a:r>
          </a:p>
          <a:p>
            <a:pPr marL="0" indent="0" algn="ctr">
              <a:buNone/>
            </a:pPr>
            <a:r>
              <a:rPr lang="en-US" sz="1400" dirty="0"/>
              <a:t>Such skillset is of course “infinite”, and any Booster always has room for improvement. What is assessed in this category should be the “necessary minimum”, not the maximum one can obtain.</a:t>
            </a:r>
            <a:endParaRPr lang="en-US" sz="1200" dirty="0"/>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7276319" y="2111614"/>
            <a:ext cx="2173708" cy="46657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t>👍 Current positioning &amp; recognition</a:t>
            </a:r>
          </a:p>
          <a:p>
            <a:pPr algn="ctr"/>
            <a:endParaRPr lang="en-US" sz="1800" dirty="0"/>
          </a:p>
          <a:p>
            <a:pPr marL="0" indent="0" algn="ctr">
              <a:buNone/>
            </a:pPr>
            <a:r>
              <a:rPr lang="en-US" sz="1400" dirty="0"/>
              <a:t>Current positioning and recognition represent how members and stakeholders consider a Community Booster.</a:t>
            </a:r>
          </a:p>
          <a:p>
            <a:pPr marL="0" indent="0" algn="ctr">
              <a:buNone/>
            </a:pPr>
            <a:r>
              <a:rPr lang="en-US" sz="1400" dirty="0"/>
              <a:t>A highly trusted Community Booster is more likely to engage a Community and its stakeholders, while a lowly trusted booster has limited possibilities.</a:t>
            </a:r>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9724535" y="2111614"/>
            <a:ext cx="2088000" cy="4665710"/>
          </a:xfrm>
          <a:prstGeom prst="rect">
            <a:avLst/>
          </a:prstGeom>
          <a:solidFill>
            <a:schemeClr val="bg1">
              <a:lumMod val="95000"/>
            </a:schemeClr>
          </a:solidFill>
        </p:spPr>
        <p:txBody>
          <a:bodyPr vert="horz" lIns="91440" tIns="45720" rIns="91440" bIns="45720" rtlCol="0">
            <a:normAutofit lnSpcReduction="1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t>🎖️Achievements</a:t>
            </a:r>
            <a:endParaRPr lang="en-US" sz="1800" dirty="0"/>
          </a:p>
          <a:p>
            <a:pPr marL="0" indent="0">
              <a:buNone/>
            </a:pPr>
            <a:endParaRPr lang="en-US" sz="1800" dirty="0"/>
          </a:p>
          <a:p>
            <a:pPr marL="0" indent="0" algn="ctr">
              <a:buNone/>
            </a:pPr>
            <a:r>
              <a:rPr lang="en-US" sz="1400" dirty="0"/>
              <a:t>Achievements of a Community Booster here represents his or her achievements that are related to the Community (actions inside and outside the Community, for the Community).</a:t>
            </a:r>
          </a:p>
          <a:p>
            <a:pPr marL="0" indent="0" algn="ctr">
              <a:buNone/>
            </a:pPr>
            <a:r>
              <a:rPr lang="en-US" sz="1400" dirty="0"/>
              <a:t>High achievements brings exemplarity and more respect from members and stakeholders, thus facilitating engagement. </a:t>
            </a:r>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2551305" y="2111613"/>
            <a:ext cx="2088000" cy="4665711"/>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dirty="0"/>
              <a:t>⌛Resources and capacity</a:t>
            </a:r>
            <a:endParaRPr lang="en-US" sz="1800" dirty="0"/>
          </a:p>
          <a:p>
            <a:pPr marL="0" indent="0" algn="ctr">
              <a:buNone/>
            </a:pPr>
            <a:endParaRPr lang="en-US" sz="1400" dirty="0"/>
          </a:p>
          <a:p>
            <a:pPr marL="0" indent="0" algn="ctr">
              <a:buNone/>
            </a:pPr>
            <a:r>
              <a:rPr lang="en-US" sz="1400" dirty="0"/>
              <a:t>Resources and capacity represent time, support, rights to assume the role of Community Booster. </a:t>
            </a:r>
          </a:p>
          <a:p>
            <a:pPr marL="0" indent="0" algn="ctr">
              <a:buNone/>
            </a:pPr>
            <a:r>
              <a:rPr lang="en-US" sz="1400" dirty="0"/>
              <a:t>While not sufficient by their own, resources and capacity can be the cause of either  Community Booster comfort (if high) or fatigue (if low).</a:t>
            </a:r>
          </a:p>
          <a:p>
            <a:endParaRPr lang="en-US" sz="1800" dirty="0"/>
          </a:p>
          <a:p>
            <a:pPr marL="0" indent="0">
              <a:buNone/>
            </a:pPr>
            <a:endParaRPr lang="en-US" sz="1800" dirty="0"/>
          </a:p>
          <a:p>
            <a:endParaRPr lang="en-US" sz="1800" dirty="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88798" y="2111614"/>
            <a:ext cx="2088000" cy="466571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t>🎯 Intention</a:t>
            </a:r>
          </a:p>
          <a:p>
            <a:pPr marL="0" indent="0" algn="ctr">
              <a:buFont typeface="Arial" panose="020B0604020202020204" pitchFamily="34" charset="0"/>
              <a:buNone/>
            </a:pPr>
            <a:endParaRPr lang="en-US" sz="1800" dirty="0"/>
          </a:p>
          <a:p>
            <a:pPr marL="0" indent="0" algn="ctr">
              <a:buFont typeface="Arial" panose="020B0604020202020204" pitchFamily="34" charset="0"/>
              <a:buNone/>
            </a:pPr>
            <a:r>
              <a:rPr lang="en-US" sz="1400" dirty="0"/>
              <a:t>Intention represents how much one wants to lead or boost a Community.</a:t>
            </a:r>
          </a:p>
          <a:p>
            <a:pPr marL="0" indent="0" algn="ctr">
              <a:buFont typeface="Arial" panose="020B0604020202020204" pitchFamily="34" charset="0"/>
              <a:buNone/>
            </a:pPr>
            <a:r>
              <a:rPr lang="en-US" sz="1400" dirty="0"/>
              <a:t>With high </a:t>
            </a:r>
            <a:r>
              <a:rPr lang="en-US" sz="1400" b="1" dirty="0"/>
              <a:t>intention </a:t>
            </a:r>
            <a:r>
              <a:rPr lang="en-US" sz="1400" dirty="0"/>
              <a:t>to develop oneself as a Community leader comes higher day-to-day motivation, energy and endurance. </a:t>
            </a:r>
          </a:p>
          <a:p>
            <a:pPr marL="0" indent="0" algn="ctr">
              <a:buFont typeface="Arial" panose="020B0604020202020204" pitchFamily="34" charset="0"/>
              <a:buNone/>
            </a:pPr>
            <a:r>
              <a:rPr lang="en-US" sz="1400" dirty="0"/>
              <a:t>Assessing intention helps in knowing mid to long term potential of a Community leader.</a:t>
            </a:r>
          </a:p>
        </p:txBody>
      </p:sp>
    </p:spTree>
    <p:extLst>
      <p:ext uri="{BB962C8B-B14F-4D97-AF65-F5344CB8AC3E}">
        <p14:creationId xmlns:p14="http://schemas.microsoft.com/office/powerpoint/2010/main" val="4004390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Autofit/>
          </a:bodyPr>
          <a:lstStyle/>
          <a:p>
            <a:r>
              <a:rPr lang="en-US" sz="2800" dirty="0"/>
              <a:t>Community Boosters checklists</a:t>
            </a:r>
            <a:br>
              <a:rPr lang="en-US" sz="2800" dirty="0"/>
            </a:br>
            <a:r>
              <a:rPr lang="en-US" sz="2800" dirty="0"/>
              <a:t>Example of grading system (using ✔️YES or ⬜NO)</a:t>
            </a:r>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4913812" y="2114467"/>
            <a:ext cx="2088000" cy="4665711"/>
          </a:xfrm>
          <a:solidFill>
            <a:schemeClr val="bg1">
              <a:lumMod val="95000"/>
            </a:schemeClr>
          </a:solidFill>
        </p:spPr>
        <p:txBody>
          <a:bodyPr>
            <a:noAutofit/>
          </a:bodyPr>
          <a:lstStyle/>
          <a:p>
            <a:pPr marL="0" indent="0" algn="ctr">
              <a:buNone/>
            </a:pPr>
            <a:r>
              <a:rPr lang="en-US" sz="900" b="1" dirty="0"/>
              <a:t>🔥Skills (10 pts) : </a:t>
            </a:r>
          </a:p>
          <a:p>
            <a:pPr>
              <a:buFont typeface="Wingdings" panose="05000000000000000000" pitchFamily="2" charset="2"/>
              <a:buChar char="q"/>
            </a:pPr>
            <a:r>
              <a:rPr lang="en-US" sz="900" dirty="0"/>
              <a:t>(2) Member centric Skills (Caring, follow-up progression, bonding, Sense of belonging, Links &amp; Ties, conflict management, leadership)</a:t>
            </a:r>
          </a:p>
          <a:p>
            <a:pPr>
              <a:buFont typeface="Wingdings" panose="05000000000000000000" pitchFamily="2" charset="2"/>
              <a:buChar char="q"/>
            </a:pPr>
            <a:r>
              <a:rPr lang="en-US" sz="900" dirty="0"/>
              <a:t>(2) Partner centric skills : External Sponsors, stakeholders, peer skills (negotiation, diplomacy, …)</a:t>
            </a:r>
          </a:p>
          <a:p>
            <a:pPr>
              <a:buFont typeface="Wingdings" panose="05000000000000000000" pitchFamily="2" charset="2"/>
              <a:buChar char="q"/>
            </a:pPr>
            <a:r>
              <a:rPr lang="en-US" sz="900" dirty="0"/>
              <a:t>(1) Skills related to Community Topic (specific expertise, …)</a:t>
            </a:r>
          </a:p>
          <a:p>
            <a:pPr>
              <a:buFont typeface="Wingdings" panose="05000000000000000000" pitchFamily="2" charset="2"/>
              <a:buChar char="q"/>
            </a:pPr>
            <a:r>
              <a:rPr lang="en-US" sz="900" dirty="0"/>
              <a:t>(1) Moment centric skills (Events management, One-to-one management)</a:t>
            </a:r>
          </a:p>
          <a:p>
            <a:pPr>
              <a:buFont typeface="Wingdings" panose="05000000000000000000" pitchFamily="2" charset="2"/>
              <a:buChar char="q"/>
            </a:pPr>
            <a:r>
              <a:rPr lang="en-US" sz="900" dirty="0"/>
              <a:t>(1) Content Generation skills</a:t>
            </a:r>
          </a:p>
          <a:p>
            <a:pPr>
              <a:buFont typeface="Wingdings" panose="05000000000000000000" pitchFamily="2" charset="2"/>
              <a:buChar char="q"/>
            </a:pPr>
            <a:r>
              <a:rPr lang="en-US" sz="900" dirty="0"/>
              <a:t>(1) Community Structuring (setting up tools, organizing groups, set up rules…)</a:t>
            </a:r>
          </a:p>
          <a:p>
            <a:pPr>
              <a:buFont typeface="Wingdings" panose="05000000000000000000" pitchFamily="2" charset="2"/>
              <a:buChar char="q"/>
            </a:pPr>
            <a:r>
              <a:rPr lang="en-US" sz="900" dirty="0"/>
              <a:t>(2) Community frameworks : Community Canvas, Community Engagement Framework, #OpenSeriousCommunity, #OSG workshops</a:t>
            </a:r>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7276319" y="2111614"/>
            <a:ext cx="2173708" cy="46657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 Current positioning &amp; recognition (10 pts) : </a:t>
            </a:r>
          </a:p>
          <a:p>
            <a:pPr>
              <a:buFont typeface="Wingdings" panose="05000000000000000000" pitchFamily="2" charset="2"/>
              <a:buChar char="q"/>
            </a:pPr>
            <a:r>
              <a:rPr lang="en-US" sz="900" dirty="0"/>
              <a:t>(1) Declares himself/herself as a future Community Booster</a:t>
            </a:r>
          </a:p>
          <a:p>
            <a:pPr>
              <a:buFont typeface="Wingdings" panose="05000000000000000000" pitchFamily="2" charset="2"/>
              <a:buChar char="q"/>
            </a:pPr>
            <a:r>
              <a:rPr lang="en-US" sz="900" dirty="0"/>
              <a:t>(2) Has shown (to the Community) the intention the lead the Community or part of the Community</a:t>
            </a:r>
          </a:p>
          <a:p>
            <a:pPr>
              <a:buFont typeface="Wingdings" panose="05000000000000000000" pitchFamily="2" charset="2"/>
              <a:buChar char="q"/>
            </a:pPr>
            <a:r>
              <a:rPr lang="en-US" sz="900" dirty="0"/>
              <a:t>(1) Has officialized a title equivalent to Community Booster (that grants decisional power and/or responsibilities) for all or a part of the Community</a:t>
            </a:r>
          </a:p>
          <a:p>
            <a:pPr>
              <a:buFont typeface="Wingdings" panose="05000000000000000000" pitchFamily="2" charset="2"/>
              <a:buChar char="q"/>
            </a:pPr>
            <a:r>
              <a:rPr lang="en-US" sz="900" dirty="0"/>
              <a:t>(2) Is recognized by the majority of the Community as a Community Booster, or at least locally</a:t>
            </a:r>
          </a:p>
          <a:p>
            <a:pPr>
              <a:buFont typeface="Wingdings" panose="05000000000000000000" pitchFamily="2" charset="2"/>
              <a:buChar char="q"/>
            </a:pPr>
            <a:r>
              <a:rPr lang="en-US" sz="900" dirty="0"/>
              <a:t>(1) Is recognized by Community key influential members as a Community Booster</a:t>
            </a:r>
          </a:p>
          <a:p>
            <a:pPr>
              <a:buFont typeface="Wingdings" panose="05000000000000000000" pitchFamily="2" charset="2"/>
              <a:buChar char="q"/>
            </a:pPr>
            <a:r>
              <a:rPr lang="en-US" sz="900" dirty="0"/>
              <a:t>(1) Is recognized outside the Community as a Booster</a:t>
            </a:r>
          </a:p>
          <a:p>
            <a:pPr>
              <a:buFont typeface="Wingdings" panose="05000000000000000000" pitchFamily="2" charset="2"/>
              <a:buChar char="q"/>
            </a:pPr>
            <a:r>
              <a:rPr lang="en-US" sz="900" dirty="0"/>
              <a:t>(2) Community has explicit expectations towards him/her as a Booster </a:t>
            </a:r>
          </a:p>
          <a:p>
            <a:endParaRPr lang="en-US" sz="900" dirty="0"/>
          </a:p>
          <a:p>
            <a:endParaRPr lang="en-US" sz="900" dirty="0"/>
          </a:p>
          <a:p>
            <a:pPr marL="0" indent="0">
              <a:buNone/>
            </a:pPr>
            <a:r>
              <a:rPr lang="en-US" sz="900" dirty="0"/>
              <a:t> </a:t>
            </a:r>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9724535" y="2111614"/>
            <a:ext cx="2088000" cy="466571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🎖️Achievements (10 pts) : </a:t>
            </a:r>
          </a:p>
          <a:p>
            <a:pPr>
              <a:buFont typeface="Wingdings" panose="05000000000000000000" pitchFamily="2" charset="2"/>
              <a:buChar char="q"/>
            </a:pPr>
            <a:r>
              <a:rPr lang="en-US" sz="900" dirty="0"/>
              <a:t>(4) Has accomplished enough valuable actions for Community members</a:t>
            </a:r>
          </a:p>
          <a:p>
            <a:pPr>
              <a:buFont typeface="Wingdings" panose="05000000000000000000" pitchFamily="2" charset="2"/>
              <a:buChar char="q"/>
            </a:pPr>
            <a:r>
              <a:rPr lang="en-US" sz="900" dirty="0"/>
              <a:t>(2) Has accomplished enough promotional and external actions as a Community representative outside the  Community</a:t>
            </a:r>
          </a:p>
          <a:p>
            <a:pPr>
              <a:buFont typeface="Wingdings" panose="05000000000000000000" pitchFamily="2" charset="2"/>
              <a:buChar char="q"/>
            </a:pPr>
            <a:r>
              <a:rPr lang="en-US" sz="900" dirty="0"/>
              <a:t>(3) Has accomplished enough valuable actions for key stakeholders or key influential members of the Community</a:t>
            </a:r>
          </a:p>
          <a:p>
            <a:pPr>
              <a:buFont typeface="Wingdings" panose="05000000000000000000" pitchFamily="2" charset="2"/>
              <a:buChar char="q"/>
            </a:pPr>
            <a:r>
              <a:rPr lang="en-US" sz="900" dirty="0"/>
              <a:t>(1) Has accomplished enough valuable actions for self thanks to the Community (can share about benefits of the Community for self)</a:t>
            </a:r>
          </a:p>
          <a:p>
            <a:endParaRPr lang="en-US" sz="900" dirty="0"/>
          </a:p>
          <a:p>
            <a:pPr marL="0" indent="0">
              <a:buNone/>
            </a:pPr>
            <a:endParaRPr lang="en-US" sz="900" dirty="0"/>
          </a:p>
          <a:p>
            <a:endParaRPr lang="en-US" sz="900" dirty="0"/>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2551305" y="2111613"/>
            <a:ext cx="2088000" cy="4665711"/>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900" b="1" dirty="0"/>
              <a:t>⌛Resources and capacity (10 pts) :</a:t>
            </a:r>
          </a:p>
          <a:p>
            <a:pPr>
              <a:buFont typeface="Wingdings" panose="05000000000000000000" pitchFamily="2" charset="2"/>
              <a:buChar char="q"/>
            </a:pPr>
            <a:r>
              <a:rPr lang="en-US" sz="900" dirty="0"/>
              <a:t>(2) Has enough means of action to be Community Booster </a:t>
            </a:r>
          </a:p>
          <a:p>
            <a:pPr>
              <a:buFont typeface="Wingdings" panose="05000000000000000000" pitchFamily="2" charset="2"/>
              <a:buChar char="q"/>
            </a:pPr>
            <a:r>
              <a:rPr lang="en-US" sz="900" dirty="0"/>
              <a:t>(2) Has enough availability to be Community Booster</a:t>
            </a:r>
          </a:p>
          <a:p>
            <a:pPr>
              <a:buFont typeface="Wingdings" panose="05000000000000000000" pitchFamily="2" charset="2"/>
              <a:buChar char="q"/>
            </a:pPr>
            <a:r>
              <a:rPr lang="en-US" sz="900" dirty="0"/>
              <a:t>(2) Is allowed to be a Community Booster</a:t>
            </a:r>
          </a:p>
          <a:p>
            <a:pPr>
              <a:buFont typeface="Wingdings" panose="05000000000000000000" pitchFamily="2" charset="2"/>
              <a:buChar char="q"/>
            </a:pPr>
            <a:r>
              <a:rPr lang="en-US" sz="900" dirty="0"/>
              <a:t>(1) Has access to resources  (training, content, …) to become Community Booster</a:t>
            </a:r>
          </a:p>
          <a:p>
            <a:pPr>
              <a:buFont typeface="Wingdings" panose="05000000000000000000" pitchFamily="2" charset="2"/>
              <a:buChar char="q"/>
            </a:pPr>
            <a:r>
              <a:rPr lang="en-US" sz="900" dirty="0"/>
              <a:t>(3) Has access to opportunities (events, negotiations, rights…) to progress into a Community Booster</a:t>
            </a:r>
          </a:p>
          <a:p>
            <a:endParaRPr lang="en-US" sz="900" dirty="0"/>
          </a:p>
          <a:p>
            <a:endParaRPr lang="en-US" sz="900" dirty="0"/>
          </a:p>
          <a:p>
            <a:endParaRPr lang="en-US" sz="900" dirty="0"/>
          </a:p>
          <a:p>
            <a:pPr marL="0" indent="0">
              <a:buNone/>
            </a:pPr>
            <a:endParaRPr lang="en-US" sz="900" dirty="0"/>
          </a:p>
          <a:p>
            <a:endParaRPr lang="en-US" sz="900" dirty="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88798" y="2111614"/>
            <a:ext cx="2088000" cy="466571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 Intention (10 pts) : </a:t>
            </a:r>
          </a:p>
          <a:p>
            <a:pPr>
              <a:buFont typeface="Wingdings" panose="05000000000000000000" pitchFamily="2" charset="2"/>
              <a:buChar char="q"/>
            </a:pPr>
            <a:r>
              <a:rPr lang="en-US" sz="900" dirty="0"/>
              <a:t>(2) Loves the Community </a:t>
            </a:r>
          </a:p>
          <a:p>
            <a:pPr>
              <a:buFont typeface="Wingdings" panose="05000000000000000000" pitchFamily="2" charset="2"/>
              <a:buChar char="q"/>
            </a:pPr>
            <a:r>
              <a:rPr lang="en-US" sz="900" dirty="0"/>
              <a:t>(2) Has interest in developing the Community</a:t>
            </a:r>
          </a:p>
          <a:p>
            <a:pPr>
              <a:buFont typeface="Wingdings" panose="05000000000000000000" pitchFamily="2" charset="2"/>
              <a:buChar char="q"/>
            </a:pPr>
            <a:r>
              <a:rPr lang="en-US" sz="900" dirty="0"/>
              <a:t>(2) Likes Community Development</a:t>
            </a:r>
          </a:p>
          <a:p>
            <a:pPr>
              <a:buFont typeface="Wingdings" panose="05000000000000000000" pitchFamily="2" charset="2"/>
              <a:buChar char="q"/>
            </a:pPr>
            <a:r>
              <a:rPr lang="en-US" sz="900" dirty="0"/>
              <a:t>(1) Has his/her own viewpoint about how the Community should evolve</a:t>
            </a:r>
          </a:p>
          <a:p>
            <a:pPr>
              <a:buFont typeface="Wingdings" panose="05000000000000000000" pitchFamily="2" charset="2"/>
              <a:buChar char="q"/>
            </a:pPr>
            <a:r>
              <a:rPr lang="en-US" sz="900" dirty="0"/>
              <a:t>(1) Has intention to self-develop (skills, wisdom, leadership…) through Community Boosting</a:t>
            </a:r>
          </a:p>
          <a:p>
            <a:pPr>
              <a:buFont typeface="Wingdings" panose="05000000000000000000" pitchFamily="2" charset="2"/>
              <a:buChar char="q"/>
            </a:pPr>
            <a:r>
              <a:rPr lang="en-US" sz="900" dirty="0"/>
              <a:t>(1) Makes room in his/her agenda for Community activities</a:t>
            </a:r>
          </a:p>
          <a:p>
            <a:pPr>
              <a:buFont typeface="Wingdings" panose="05000000000000000000" pitchFamily="2" charset="2"/>
              <a:buChar char="q"/>
            </a:pPr>
            <a:r>
              <a:rPr lang="en-US" sz="900" dirty="0"/>
              <a:t>(1) Is an active resource seeker for Community purposes</a:t>
            </a:r>
          </a:p>
          <a:p>
            <a:endParaRPr lang="en-US" sz="900" dirty="0"/>
          </a:p>
          <a:p>
            <a:endParaRPr lang="en-US" sz="900" dirty="0"/>
          </a:p>
          <a:p>
            <a:pPr marL="0" indent="0">
              <a:buNone/>
            </a:pPr>
            <a:r>
              <a:rPr lang="en-US" sz="900" dirty="0"/>
              <a:t> </a:t>
            </a:r>
          </a:p>
        </p:txBody>
      </p:sp>
    </p:spTree>
    <p:extLst>
      <p:ext uri="{BB962C8B-B14F-4D97-AF65-F5344CB8AC3E}">
        <p14:creationId xmlns:p14="http://schemas.microsoft.com/office/powerpoint/2010/main" val="3712108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Autofit/>
          </a:bodyPr>
          <a:lstStyle/>
          <a:p>
            <a:r>
              <a:rPr lang="en-US" sz="2800" dirty="0"/>
              <a:t>Community Boosters checklists</a:t>
            </a:r>
            <a:br>
              <a:rPr lang="en-US" sz="2800" dirty="0"/>
            </a:br>
            <a:r>
              <a:rPr lang="en-US" sz="2800" dirty="0"/>
              <a:t>Example of grading system (using points)</a:t>
            </a:r>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4913812" y="2114467"/>
            <a:ext cx="2088000" cy="4665711"/>
          </a:xfrm>
          <a:solidFill>
            <a:schemeClr val="bg1">
              <a:lumMod val="95000"/>
            </a:schemeClr>
          </a:solidFill>
        </p:spPr>
        <p:txBody>
          <a:bodyPr>
            <a:noAutofit/>
          </a:bodyPr>
          <a:lstStyle/>
          <a:p>
            <a:pPr marL="0" indent="0" algn="ctr">
              <a:buNone/>
            </a:pPr>
            <a:r>
              <a:rPr lang="en-US" sz="900" b="1" dirty="0"/>
              <a:t>🔥Skills (10 pts) : </a:t>
            </a:r>
          </a:p>
          <a:p>
            <a:pPr>
              <a:buFont typeface="Wingdings" panose="05000000000000000000" pitchFamily="2" charset="2"/>
              <a:buChar char="Ø"/>
            </a:pPr>
            <a:r>
              <a:rPr lang="en-US" sz="900" dirty="0"/>
              <a:t>Member centric Skills (Caring, follow-up, bonding, Sense of belonging, conflict management, leadership) </a:t>
            </a:r>
            <a:r>
              <a:rPr lang="en-US" sz="900" b="1" dirty="0"/>
              <a:t>…/2</a:t>
            </a:r>
            <a:endParaRPr lang="en-US" sz="900" dirty="0"/>
          </a:p>
          <a:p>
            <a:pPr>
              <a:buFont typeface="Wingdings" panose="05000000000000000000" pitchFamily="2" charset="2"/>
              <a:buChar char="Ø"/>
            </a:pPr>
            <a:r>
              <a:rPr lang="en-US" sz="900" dirty="0"/>
              <a:t>Partner centric skills : External Sponsors, stakeholders, peer skills (negotiation, diplomacy, …) </a:t>
            </a:r>
            <a:r>
              <a:rPr lang="en-US" sz="900" b="1" dirty="0"/>
              <a:t>…/2</a:t>
            </a:r>
            <a:endParaRPr lang="en-US" sz="900" dirty="0"/>
          </a:p>
          <a:p>
            <a:pPr>
              <a:buFont typeface="Wingdings" panose="05000000000000000000" pitchFamily="2" charset="2"/>
              <a:buChar char="Ø"/>
            </a:pPr>
            <a:r>
              <a:rPr lang="en-US" sz="900" dirty="0"/>
              <a:t>Skills related to Community Topic (specific expertise, …) </a:t>
            </a:r>
            <a:r>
              <a:rPr lang="en-US" sz="900" b="1" dirty="0"/>
              <a:t>…/1</a:t>
            </a:r>
            <a:endParaRPr lang="en-US" sz="900" dirty="0"/>
          </a:p>
          <a:p>
            <a:pPr>
              <a:buFont typeface="Wingdings" panose="05000000000000000000" pitchFamily="2" charset="2"/>
              <a:buChar char="Ø"/>
            </a:pPr>
            <a:r>
              <a:rPr lang="en-US" sz="900" dirty="0"/>
              <a:t>Moment centric skills (Events management, One-to-one management) </a:t>
            </a:r>
            <a:r>
              <a:rPr lang="en-US" sz="900" b="1" dirty="0"/>
              <a:t>…/1</a:t>
            </a:r>
            <a:endParaRPr lang="en-US" sz="900" dirty="0"/>
          </a:p>
          <a:p>
            <a:pPr>
              <a:buFont typeface="Wingdings" panose="05000000000000000000" pitchFamily="2" charset="2"/>
              <a:buChar char="Ø"/>
            </a:pPr>
            <a:r>
              <a:rPr lang="en-US" sz="900" dirty="0"/>
              <a:t>Content Generation skills </a:t>
            </a:r>
            <a:r>
              <a:rPr lang="en-US" sz="900" b="1" dirty="0"/>
              <a:t>…/1</a:t>
            </a:r>
          </a:p>
          <a:p>
            <a:pPr>
              <a:buFont typeface="Wingdings" panose="05000000000000000000" pitchFamily="2" charset="2"/>
              <a:buChar char="Ø"/>
            </a:pPr>
            <a:r>
              <a:rPr lang="en-US" sz="900" dirty="0"/>
              <a:t>Community Structuring (setting up tools, organizing groups, set up rules…) </a:t>
            </a:r>
            <a:r>
              <a:rPr lang="en-US" sz="900" b="1" dirty="0"/>
              <a:t>…/1</a:t>
            </a:r>
            <a:endParaRPr lang="en-US" sz="900" dirty="0"/>
          </a:p>
          <a:p>
            <a:pPr>
              <a:buFont typeface="Wingdings" panose="05000000000000000000" pitchFamily="2" charset="2"/>
              <a:buChar char="Ø"/>
            </a:pPr>
            <a:r>
              <a:rPr lang="en-US" sz="900" dirty="0"/>
              <a:t>Community frameworks : Community Canvas, Community Engagement Framework, #OpenSeriousCommunity, #OSG workshops </a:t>
            </a:r>
            <a:r>
              <a:rPr lang="en-US" sz="900" b="1" dirty="0"/>
              <a:t>…/2</a:t>
            </a:r>
            <a:endParaRPr lang="en-US" sz="900" dirty="0"/>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7276319" y="2111614"/>
            <a:ext cx="2173708" cy="4665711"/>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 Current positioning &amp; recognition (10 pts) : </a:t>
            </a:r>
          </a:p>
          <a:p>
            <a:pPr>
              <a:buFont typeface="Wingdings" panose="05000000000000000000" pitchFamily="2" charset="2"/>
              <a:buChar char="q"/>
            </a:pPr>
            <a:r>
              <a:rPr lang="en-US" sz="900" dirty="0"/>
              <a:t>Declares himself/herself as a future Community Booster </a:t>
            </a:r>
            <a:r>
              <a:rPr lang="en-US" sz="900" b="1" dirty="0"/>
              <a:t>…/1</a:t>
            </a:r>
            <a:endParaRPr lang="en-US" sz="900" dirty="0"/>
          </a:p>
          <a:p>
            <a:pPr>
              <a:buFont typeface="Wingdings" panose="05000000000000000000" pitchFamily="2" charset="2"/>
              <a:buChar char="q"/>
            </a:pPr>
            <a:r>
              <a:rPr lang="en-US" sz="900" dirty="0"/>
              <a:t>Has shown (to the Community) the intention the lead the Community or part of the Community </a:t>
            </a:r>
            <a:r>
              <a:rPr lang="en-US" sz="900" b="1" dirty="0"/>
              <a:t>…/2</a:t>
            </a:r>
            <a:endParaRPr lang="en-US" sz="900" dirty="0"/>
          </a:p>
          <a:p>
            <a:pPr>
              <a:buFont typeface="Wingdings" panose="05000000000000000000" pitchFamily="2" charset="2"/>
              <a:buChar char="q"/>
            </a:pPr>
            <a:r>
              <a:rPr lang="en-US" sz="900" dirty="0"/>
              <a:t>Has officialized a title equivalent to Community Booster (that grants decisional power and/or responsibilities) for all or a part of the Community  </a:t>
            </a:r>
            <a:r>
              <a:rPr lang="en-US" sz="900" b="1" dirty="0"/>
              <a:t>…/1</a:t>
            </a:r>
            <a:endParaRPr lang="en-US" sz="900" dirty="0"/>
          </a:p>
          <a:p>
            <a:pPr>
              <a:buFont typeface="Wingdings" panose="05000000000000000000" pitchFamily="2" charset="2"/>
              <a:buChar char="q"/>
            </a:pPr>
            <a:r>
              <a:rPr lang="en-US" sz="900" dirty="0"/>
              <a:t>Is recognized by the majority of the Community as a Community Booster, or at least locally  </a:t>
            </a:r>
            <a:r>
              <a:rPr lang="en-US" sz="900" b="1" dirty="0"/>
              <a:t>…/1</a:t>
            </a:r>
            <a:endParaRPr lang="en-US" sz="900" dirty="0"/>
          </a:p>
          <a:p>
            <a:pPr>
              <a:buFont typeface="Wingdings" panose="05000000000000000000" pitchFamily="2" charset="2"/>
              <a:buChar char="q"/>
            </a:pPr>
            <a:r>
              <a:rPr lang="en-US" sz="900" dirty="0"/>
              <a:t>Is recognized by Community key influential members as a Community Booster  </a:t>
            </a:r>
            <a:r>
              <a:rPr lang="en-US" sz="900" b="1" dirty="0"/>
              <a:t>…/1</a:t>
            </a:r>
            <a:endParaRPr lang="en-US" sz="900" dirty="0"/>
          </a:p>
          <a:p>
            <a:pPr>
              <a:buFont typeface="Wingdings" panose="05000000000000000000" pitchFamily="2" charset="2"/>
              <a:buChar char="q"/>
            </a:pPr>
            <a:r>
              <a:rPr lang="en-US" sz="900" dirty="0"/>
              <a:t>Is recognized outside the Community as a Booster  </a:t>
            </a:r>
            <a:r>
              <a:rPr lang="en-US" sz="900" b="1" dirty="0"/>
              <a:t>…/1</a:t>
            </a:r>
            <a:endParaRPr lang="en-US" sz="900" dirty="0"/>
          </a:p>
          <a:p>
            <a:pPr>
              <a:buFont typeface="Wingdings" panose="05000000000000000000" pitchFamily="2" charset="2"/>
              <a:buChar char="q"/>
            </a:pPr>
            <a:r>
              <a:rPr lang="en-US" sz="900" dirty="0"/>
              <a:t>Community has explicit expectations towards him/her as a Booster  </a:t>
            </a:r>
            <a:r>
              <a:rPr lang="en-US" sz="900" b="1" dirty="0"/>
              <a:t>…/2</a:t>
            </a:r>
            <a:endParaRPr lang="en-US" sz="900" dirty="0"/>
          </a:p>
          <a:p>
            <a:endParaRPr lang="en-US" sz="900" dirty="0"/>
          </a:p>
          <a:p>
            <a:endParaRPr lang="en-US" sz="900" dirty="0"/>
          </a:p>
          <a:p>
            <a:pPr marL="0" indent="0">
              <a:buNone/>
            </a:pPr>
            <a:r>
              <a:rPr lang="en-US" sz="900" dirty="0"/>
              <a:t> </a:t>
            </a:r>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9724535" y="2111614"/>
            <a:ext cx="2088000" cy="466571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🎖️Achievements (10 pts) : </a:t>
            </a:r>
          </a:p>
          <a:p>
            <a:pPr>
              <a:buFont typeface="Wingdings" panose="05000000000000000000" pitchFamily="2" charset="2"/>
              <a:buChar char="q"/>
            </a:pPr>
            <a:r>
              <a:rPr lang="en-US" sz="900" dirty="0"/>
              <a:t>Has accomplished enough valuable actions for Community members  </a:t>
            </a:r>
            <a:r>
              <a:rPr lang="en-US" sz="900" b="1" dirty="0"/>
              <a:t>…/4</a:t>
            </a:r>
            <a:endParaRPr lang="en-US" sz="900" dirty="0"/>
          </a:p>
          <a:p>
            <a:pPr>
              <a:buFont typeface="Wingdings" panose="05000000000000000000" pitchFamily="2" charset="2"/>
              <a:buChar char="q"/>
            </a:pPr>
            <a:r>
              <a:rPr lang="en-US" sz="900" dirty="0"/>
              <a:t>Has accomplished enough promotional and external actions as a Community representative outside the  Community  </a:t>
            </a:r>
            <a:r>
              <a:rPr lang="en-US" sz="900" b="1" dirty="0"/>
              <a:t>…/2</a:t>
            </a:r>
            <a:endParaRPr lang="en-US" sz="900" dirty="0"/>
          </a:p>
          <a:p>
            <a:pPr>
              <a:buFont typeface="Wingdings" panose="05000000000000000000" pitchFamily="2" charset="2"/>
              <a:buChar char="q"/>
            </a:pPr>
            <a:r>
              <a:rPr lang="en-US" sz="900" dirty="0"/>
              <a:t>Has accomplished enough valuable actions for key stakeholders or key influential members of the Community  </a:t>
            </a:r>
            <a:r>
              <a:rPr lang="en-US" sz="900" b="1" dirty="0"/>
              <a:t>…/3</a:t>
            </a:r>
            <a:endParaRPr lang="en-US" sz="900" dirty="0"/>
          </a:p>
          <a:p>
            <a:pPr>
              <a:buFont typeface="Wingdings" panose="05000000000000000000" pitchFamily="2" charset="2"/>
              <a:buChar char="q"/>
            </a:pPr>
            <a:r>
              <a:rPr lang="en-US" sz="900" dirty="0"/>
              <a:t>Has accomplished enough valuable actions for self thanks to the Community (can share about benefits of the Community for self)  </a:t>
            </a:r>
            <a:r>
              <a:rPr lang="en-US" sz="900" b="1" dirty="0"/>
              <a:t>…/1</a:t>
            </a:r>
            <a:endParaRPr lang="en-US" sz="900" dirty="0"/>
          </a:p>
          <a:p>
            <a:endParaRPr lang="en-US" sz="900" dirty="0"/>
          </a:p>
          <a:p>
            <a:pPr marL="0" indent="0">
              <a:buNone/>
            </a:pPr>
            <a:endParaRPr lang="en-US" sz="900" dirty="0"/>
          </a:p>
          <a:p>
            <a:endParaRPr lang="en-US" sz="900" dirty="0"/>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2551305" y="2111613"/>
            <a:ext cx="2088000" cy="4665711"/>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900" b="1" dirty="0"/>
              <a:t>⌛Resources and capacity (10 pts) :</a:t>
            </a:r>
          </a:p>
          <a:p>
            <a:pPr>
              <a:buFont typeface="Wingdings" panose="05000000000000000000" pitchFamily="2" charset="2"/>
              <a:buChar char="q"/>
            </a:pPr>
            <a:r>
              <a:rPr lang="en-US" sz="900" dirty="0"/>
              <a:t>Has enough means of action to be Community Booster  </a:t>
            </a:r>
            <a:r>
              <a:rPr lang="en-US" sz="900" b="1" dirty="0"/>
              <a:t>…/2</a:t>
            </a:r>
            <a:endParaRPr lang="en-US" sz="900" dirty="0"/>
          </a:p>
          <a:p>
            <a:pPr>
              <a:buFont typeface="Wingdings" panose="05000000000000000000" pitchFamily="2" charset="2"/>
              <a:buChar char="q"/>
            </a:pPr>
            <a:r>
              <a:rPr lang="en-US" sz="900" dirty="0"/>
              <a:t>Has enough availability to be Community Booster  </a:t>
            </a:r>
            <a:r>
              <a:rPr lang="en-US" sz="900" b="1" dirty="0"/>
              <a:t>…/2</a:t>
            </a:r>
            <a:endParaRPr lang="en-US" sz="900" dirty="0"/>
          </a:p>
          <a:p>
            <a:pPr>
              <a:buFont typeface="Wingdings" panose="05000000000000000000" pitchFamily="2" charset="2"/>
              <a:buChar char="q"/>
            </a:pPr>
            <a:r>
              <a:rPr lang="en-US" sz="900" dirty="0"/>
              <a:t>Is allowed to be a Community Booster </a:t>
            </a:r>
            <a:r>
              <a:rPr lang="en-US" sz="900" b="1" dirty="0"/>
              <a:t>…/2</a:t>
            </a:r>
            <a:endParaRPr lang="en-US" sz="900" dirty="0"/>
          </a:p>
          <a:p>
            <a:pPr>
              <a:buFont typeface="Wingdings" panose="05000000000000000000" pitchFamily="2" charset="2"/>
              <a:buChar char="q"/>
            </a:pPr>
            <a:r>
              <a:rPr lang="en-US" sz="900" dirty="0"/>
              <a:t>Has access to resources  (training, content, …) to become Community Booster  </a:t>
            </a:r>
            <a:r>
              <a:rPr lang="en-US" sz="900" b="1" dirty="0"/>
              <a:t>…/1</a:t>
            </a:r>
            <a:endParaRPr lang="en-US" sz="900" dirty="0"/>
          </a:p>
          <a:p>
            <a:pPr>
              <a:buFont typeface="Wingdings" panose="05000000000000000000" pitchFamily="2" charset="2"/>
              <a:buChar char="q"/>
            </a:pPr>
            <a:r>
              <a:rPr lang="en-US" sz="900" dirty="0"/>
              <a:t>Has access to opportunities (events, negotiations, rights…) to progress into a Community Booster </a:t>
            </a:r>
            <a:r>
              <a:rPr lang="en-US" sz="900" b="1" dirty="0"/>
              <a:t>…/2</a:t>
            </a:r>
            <a:endParaRPr lang="en-US" sz="900" dirty="0"/>
          </a:p>
          <a:p>
            <a:endParaRPr lang="en-US" sz="900" dirty="0"/>
          </a:p>
          <a:p>
            <a:endParaRPr lang="en-US" sz="900" dirty="0"/>
          </a:p>
          <a:p>
            <a:endParaRPr lang="en-US" sz="900" dirty="0"/>
          </a:p>
          <a:p>
            <a:pPr marL="0" indent="0">
              <a:buNone/>
            </a:pPr>
            <a:endParaRPr lang="en-US" sz="900" dirty="0"/>
          </a:p>
          <a:p>
            <a:endParaRPr lang="en-US" sz="900" dirty="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88798" y="2111614"/>
            <a:ext cx="2088000" cy="466571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900" b="1" dirty="0"/>
              <a:t>🎯 Intention (10 pts) : </a:t>
            </a:r>
          </a:p>
          <a:p>
            <a:pPr>
              <a:buFont typeface="Wingdings" panose="05000000000000000000" pitchFamily="2" charset="2"/>
              <a:buChar char="Ø"/>
            </a:pPr>
            <a:r>
              <a:rPr lang="en-US" sz="900" dirty="0"/>
              <a:t>Loves the Community </a:t>
            </a:r>
            <a:r>
              <a:rPr lang="en-US" sz="900" b="1" dirty="0"/>
              <a:t> … /2</a:t>
            </a:r>
          </a:p>
          <a:p>
            <a:pPr>
              <a:buFont typeface="Wingdings" panose="05000000000000000000" pitchFamily="2" charset="2"/>
              <a:buChar char="Ø"/>
            </a:pPr>
            <a:r>
              <a:rPr lang="en-US" sz="900" dirty="0"/>
              <a:t>Has interest in developing the Community </a:t>
            </a:r>
            <a:r>
              <a:rPr lang="en-US" sz="900" b="1" dirty="0"/>
              <a:t>…/2</a:t>
            </a:r>
            <a:endParaRPr lang="en-US" sz="900" dirty="0"/>
          </a:p>
          <a:p>
            <a:pPr>
              <a:buFont typeface="Wingdings" panose="05000000000000000000" pitchFamily="2" charset="2"/>
              <a:buChar char="Ø"/>
            </a:pPr>
            <a:r>
              <a:rPr lang="en-US" sz="900" dirty="0"/>
              <a:t>Likes Community Development </a:t>
            </a:r>
            <a:r>
              <a:rPr lang="en-US" sz="900" b="1" dirty="0"/>
              <a:t>…/2</a:t>
            </a:r>
            <a:endParaRPr lang="en-US" sz="900" dirty="0"/>
          </a:p>
          <a:p>
            <a:pPr>
              <a:buFont typeface="Wingdings" panose="05000000000000000000" pitchFamily="2" charset="2"/>
              <a:buChar char="Ø"/>
            </a:pPr>
            <a:r>
              <a:rPr lang="en-US" sz="900" dirty="0"/>
              <a:t>Has his/her own viewpoint about how the Community should evolve</a:t>
            </a:r>
            <a:r>
              <a:rPr lang="en-US" sz="900" b="1" dirty="0"/>
              <a:t> .../1</a:t>
            </a:r>
            <a:endParaRPr lang="en-US" sz="900" dirty="0"/>
          </a:p>
          <a:p>
            <a:pPr>
              <a:buFont typeface="Wingdings" panose="05000000000000000000" pitchFamily="2" charset="2"/>
              <a:buChar char="Ø"/>
            </a:pPr>
            <a:r>
              <a:rPr lang="en-US" sz="900" dirty="0"/>
              <a:t>Has intention to self-develop (skills, wisdom, leadership…) through Community Boosting </a:t>
            </a:r>
            <a:r>
              <a:rPr lang="en-US" sz="900" b="1" dirty="0"/>
              <a:t>…/1</a:t>
            </a:r>
            <a:endParaRPr lang="en-US" sz="900" dirty="0"/>
          </a:p>
          <a:p>
            <a:pPr>
              <a:buFont typeface="Wingdings" panose="05000000000000000000" pitchFamily="2" charset="2"/>
              <a:buChar char="Ø"/>
            </a:pPr>
            <a:r>
              <a:rPr lang="en-US" sz="900" dirty="0"/>
              <a:t>Makes room in his/her agenda for Community activities </a:t>
            </a:r>
            <a:r>
              <a:rPr lang="en-US" sz="900" b="1" dirty="0"/>
              <a:t>…/1</a:t>
            </a:r>
            <a:endParaRPr lang="en-US" sz="900" dirty="0"/>
          </a:p>
          <a:p>
            <a:pPr>
              <a:buFont typeface="Wingdings" panose="05000000000000000000" pitchFamily="2" charset="2"/>
              <a:buChar char="Ø"/>
            </a:pPr>
            <a:r>
              <a:rPr lang="en-US" sz="900" dirty="0"/>
              <a:t>Is an active resource seeker for Community purposes </a:t>
            </a:r>
            <a:r>
              <a:rPr lang="en-US" sz="900" b="1" dirty="0"/>
              <a:t>.../1</a:t>
            </a:r>
            <a:endParaRPr lang="en-US" sz="900" dirty="0"/>
          </a:p>
          <a:p>
            <a:endParaRPr lang="en-US" sz="900" dirty="0"/>
          </a:p>
          <a:p>
            <a:endParaRPr lang="en-US" sz="900" dirty="0"/>
          </a:p>
          <a:p>
            <a:pPr marL="0" indent="0">
              <a:buNone/>
            </a:pPr>
            <a:r>
              <a:rPr lang="en-US" sz="900" dirty="0"/>
              <a:t> </a:t>
            </a:r>
          </a:p>
        </p:txBody>
      </p:sp>
    </p:spTree>
    <p:extLst>
      <p:ext uri="{BB962C8B-B14F-4D97-AF65-F5344CB8AC3E}">
        <p14:creationId xmlns:p14="http://schemas.microsoft.com/office/powerpoint/2010/main" val="623201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769208-2FC6-71D2-066B-4609838E9C56}"/>
              </a:ext>
            </a:extLst>
          </p:cNvPr>
          <p:cNvSpPr>
            <a:spLocks noGrp="1"/>
          </p:cNvSpPr>
          <p:nvPr>
            <p:ph type="title"/>
          </p:nvPr>
        </p:nvSpPr>
        <p:spPr>
          <a:xfrm>
            <a:off x="1086385" y="548640"/>
            <a:ext cx="10168128" cy="1179576"/>
          </a:xfrm>
        </p:spPr>
        <p:txBody>
          <a:bodyPr>
            <a:normAutofit fontScale="90000"/>
          </a:bodyPr>
          <a:lstStyle/>
          <a:p>
            <a:r>
              <a:rPr lang="en-US" sz="4000"/>
              <a:t>Community Boosters checklists</a:t>
            </a:r>
            <a:br>
              <a:rPr lang="en-US" sz="4000"/>
            </a:br>
            <a:r>
              <a:rPr lang="en-US" sz="4000"/>
              <a:t>Tips on assessment</a:t>
            </a:r>
            <a:endParaRPr lang="en-US"/>
          </a:p>
        </p:txBody>
      </p:sp>
      <p:sp>
        <p:nvSpPr>
          <p:cNvPr id="3" name="Espace réservé du contenu 2">
            <a:extLst>
              <a:ext uri="{FF2B5EF4-FFF2-40B4-BE49-F238E27FC236}">
                <a16:creationId xmlns:a16="http://schemas.microsoft.com/office/drawing/2014/main" id="{A8B46B10-BA20-EE7F-1831-CA14DE04D353}"/>
              </a:ext>
            </a:extLst>
          </p:cNvPr>
          <p:cNvSpPr>
            <a:spLocks noGrp="1"/>
          </p:cNvSpPr>
          <p:nvPr>
            <p:ph idx="1"/>
          </p:nvPr>
        </p:nvSpPr>
        <p:spPr>
          <a:xfrm>
            <a:off x="2762655" y="2478024"/>
            <a:ext cx="8491858" cy="3694176"/>
          </a:xfrm>
        </p:spPr>
        <p:txBody>
          <a:bodyPr>
            <a:normAutofit lnSpcReduction="10000"/>
          </a:bodyPr>
          <a:lstStyle/>
          <a:p>
            <a:r>
              <a:rPr lang="en-US" sz="1800" dirty="0"/>
              <a:t>All words can have multiple interpretations, be sure to share about what everyone understands behind a given criterium, especially in case of disagreement of score.</a:t>
            </a:r>
          </a:p>
          <a:p>
            <a:r>
              <a:rPr lang="en-US" sz="1800" dirty="0"/>
              <a:t>Feel free to remove lines that you do not understand or that you consider useless in your context (for example, if there are no use for content generation in your Community, remove the “Content generation skills” line)</a:t>
            </a:r>
          </a:p>
          <a:p>
            <a:r>
              <a:rPr lang="en-US" sz="1800" dirty="0"/>
              <a:t>Change the number of points if necessary, or if you consider a given criterium more important or less important than in the default sheet</a:t>
            </a:r>
          </a:p>
          <a:p>
            <a:r>
              <a:rPr lang="en-US" sz="1800" dirty="0"/>
              <a:t>Add lines and criteria you consider relevant for your situation.</a:t>
            </a:r>
          </a:p>
          <a:p>
            <a:r>
              <a:rPr lang="en-US" sz="1800" dirty="0"/>
              <a:t>A recommended assessment format is given below. These are recommendations, not mandatory paths.</a:t>
            </a:r>
          </a:p>
        </p:txBody>
      </p:sp>
    </p:spTree>
    <p:extLst>
      <p:ext uri="{BB962C8B-B14F-4D97-AF65-F5344CB8AC3E}">
        <p14:creationId xmlns:p14="http://schemas.microsoft.com/office/powerpoint/2010/main" val="2999778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rmAutofit fontScale="90000"/>
          </a:bodyPr>
          <a:lstStyle/>
          <a:p>
            <a:r>
              <a:rPr lang="en-US" dirty="0"/>
              <a:t>Community Boosters checklist</a:t>
            </a:r>
            <a:br>
              <a:rPr lang="en-US" dirty="0"/>
            </a:br>
            <a:r>
              <a:rPr lang="en-US" dirty="0"/>
              <a:t>Recommended assessment format</a:t>
            </a:r>
          </a:p>
        </p:txBody>
      </p:sp>
      <p:pic>
        <p:nvPicPr>
          <p:cNvPr id="11" name="Graphique 10" descr="Liste contour">
            <a:extLst>
              <a:ext uri="{FF2B5EF4-FFF2-40B4-BE49-F238E27FC236}">
                <a16:creationId xmlns:a16="http://schemas.microsoft.com/office/drawing/2014/main" id="{8D0313AE-7A2F-4357-8117-429DFDC80B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7832" y="2450279"/>
            <a:ext cx="914400" cy="914400"/>
          </a:xfrm>
          <a:prstGeom prst="rect">
            <a:avLst/>
          </a:prstGeom>
        </p:spPr>
      </p:pic>
      <p:sp>
        <p:nvSpPr>
          <p:cNvPr id="12" name="Espace réservé du contenu 2">
            <a:extLst>
              <a:ext uri="{FF2B5EF4-FFF2-40B4-BE49-F238E27FC236}">
                <a16:creationId xmlns:a16="http://schemas.microsoft.com/office/drawing/2014/main" id="{69C1FEB8-BD67-4BBA-96F5-9602924F0017}"/>
              </a:ext>
            </a:extLst>
          </p:cNvPr>
          <p:cNvSpPr txBox="1">
            <a:spLocks/>
          </p:cNvSpPr>
          <p:nvPr/>
        </p:nvSpPr>
        <p:spPr>
          <a:xfrm>
            <a:off x="6399694" y="3281735"/>
            <a:ext cx="1575689" cy="65098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Forms or questions to Community members</a:t>
            </a:r>
          </a:p>
        </p:txBody>
      </p:sp>
      <p:sp>
        <p:nvSpPr>
          <p:cNvPr id="15" name="Espace réservé du contenu 2">
            <a:extLst>
              <a:ext uri="{FF2B5EF4-FFF2-40B4-BE49-F238E27FC236}">
                <a16:creationId xmlns:a16="http://schemas.microsoft.com/office/drawing/2014/main" id="{6717AC66-0B3F-45AF-9ECD-9AC645E6D112}"/>
              </a:ext>
            </a:extLst>
          </p:cNvPr>
          <p:cNvSpPr txBox="1">
            <a:spLocks/>
          </p:cNvSpPr>
          <p:nvPr/>
        </p:nvSpPr>
        <p:spPr>
          <a:xfrm>
            <a:off x="1115568" y="4289817"/>
            <a:ext cx="1417572" cy="722279"/>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Community Booster self assessment</a:t>
            </a:r>
          </a:p>
        </p:txBody>
      </p:sp>
      <p:sp>
        <p:nvSpPr>
          <p:cNvPr id="25" name="Espace réservé du contenu 2">
            <a:extLst>
              <a:ext uri="{FF2B5EF4-FFF2-40B4-BE49-F238E27FC236}">
                <a16:creationId xmlns:a16="http://schemas.microsoft.com/office/drawing/2014/main" id="{B0A90E9B-64DA-4D1A-AADF-913DDF946A22}"/>
              </a:ext>
            </a:extLst>
          </p:cNvPr>
          <p:cNvSpPr txBox="1">
            <a:spLocks/>
          </p:cNvSpPr>
          <p:nvPr/>
        </p:nvSpPr>
        <p:spPr>
          <a:xfrm>
            <a:off x="3752265" y="3631158"/>
            <a:ext cx="1704232" cy="1087147"/>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Assessment by a third party (peer, manager, key community member…)</a:t>
            </a:r>
          </a:p>
        </p:txBody>
      </p:sp>
      <p:grpSp>
        <p:nvGrpSpPr>
          <p:cNvPr id="30" name="Groupe 29">
            <a:extLst>
              <a:ext uri="{FF2B5EF4-FFF2-40B4-BE49-F238E27FC236}">
                <a16:creationId xmlns:a16="http://schemas.microsoft.com/office/drawing/2014/main" id="{FDAD9A47-48A3-4D1E-9F01-0460E516B11F}"/>
              </a:ext>
            </a:extLst>
          </p:cNvPr>
          <p:cNvGrpSpPr/>
          <p:nvPr/>
        </p:nvGrpSpPr>
        <p:grpSpPr>
          <a:xfrm>
            <a:off x="4066859" y="2608906"/>
            <a:ext cx="1241010" cy="1022250"/>
            <a:chOff x="3127825" y="2183073"/>
            <a:chExt cx="1627943" cy="1340977"/>
          </a:xfrm>
        </p:grpSpPr>
        <p:pic>
          <p:nvPicPr>
            <p:cNvPr id="22" name="Graphique 21" descr="Employée de bureau avec un remplissage uni">
              <a:extLst>
                <a:ext uri="{FF2B5EF4-FFF2-40B4-BE49-F238E27FC236}">
                  <a16:creationId xmlns:a16="http://schemas.microsoft.com/office/drawing/2014/main" id="{4737B812-91BF-4E9A-8D20-F42E6FE5BC3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0688" y="2588970"/>
              <a:ext cx="935080" cy="935080"/>
            </a:xfrm>
            <a:prstGeom prst="rect">
              <a:avLst/>
            </a:prstGeom>
          </p:spPr>
        </p:pic>
        <p:pic>
          <p:nvPicPr>
            <p:cNvPr id="24" name="Graphique 23" descr="Employé de bureau avec un remplissage uni">
              <a:extLst>
                <a:ext uri="{FF2B5EF4-FFF2-40B4-BE49-F238E27FC236}">
                  <a16:creationId xmlns:a16="http://schemas.microsoft.com/office/drawing/2014/main" id="{BB94E39D-F16A-45E7-B5D3-8A62132C379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27825" y="2599310"/>
              <a:ext cx="914400" cy="914400"/>
            </a:xfrm>
            <a:prstGeom prst="rect">
              <a:avLst/>
            </a:prstGeom>
          </p:spPr>
        </p:pic>
        <p:pic>
          <p:nvPicPr>
            <p:cNvPr id="26" name="Graphique 25" descr="Signe pouce en haut avec un remplissage uni">
              <a:extLst>
                <a:ext uri="{FF2B5EF4-FFF2-40B4-BE49-F238E27FC236}">
                  <a16:creationId xmlns:a16="http://schemas.microsoft.com/office/drawing/2014/main" id="{0B69353A-3182-4215-ADBF-AC9D2E7867C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585025" y="2183073"/>
              <a:ext cx="303546" cy="303546"/>
            </a:xfrm>
            <a:prstGeom prst="rect">
              <a:avLst/>
            </a:prstGeom>
          </p:spPr>
        </p:pic>
        <p:sp>
          <p:nvSpPr>
            <p:cNvPr id="27" name="Bulle narrative : ronde 26">
              <a:extLst>
                <a:ext uri="{FF2B5EF4-FFF2-40B4-BE49-F238E27FC236}">
                  <a16:creationId xmlns:a16="http://schemas.microsoft.com/office/drawing/2014/main" id="{4974A57E-ECA2-49AD-B9B8-F7FECC228BF3}"/>
                </a:ext>
              </a:extLst>
            </p:cNvPr>
            <p:cNvSpPr/>
            <p:nvPr/>
          </p:nvSpPr>
          <p:spPr>
            <a:xfrm>
              <a:off x="3311044" y="2201240"/>
              <a:ext cx="851508" cy="303546"/>
            </a:xfrm>
            <a:prstGeom prst="wedgeEllipseCallout">
              <a:avLst>
                <a:gd name="adj1" fmla="val -12779"/>
                <a:gd name="adj2" fmla="val 13027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e 30">
            <a:extLst>
              <a:ext uri="{FF2B5EF4-FFF2-40B4-BE49-F238E27FC236}">
                <a16:creationId xmlns:a16="http://schemas.microsoft.com/office/drawing/2014/main" id="{0E194825-49DC-4E6C-825C-09581531236D}"/>
              </a:ext>
            </a:extLst>
          </p:cNvPr>
          <p:cNvGrpSpPr/>
          <p:nvPr/>
        </p:nvGrpSpPr>
        <p:grpSpPr>
          <a:xfrm>
            <a:off x="1115568" y="3135379"/>
            <a:ext cx="1403852" cy="1116516"/>
            <a:chOff x="354463" y="2121441"/>
            <a:chExt cx="1716323" cy="1365030"/>
          </a:xfrm>
        </p:grpSpPr>
        <p:pic>
          <p:nvPicPr>
            <p:cNvPr id="14" name="Graphique 13" descr="Employée de bureau avec un remplissage uni">
              <a:extLst>
                <a:ext uri="{FF2B5EF4-FFF2-40B4-BE49-F238E27FC236}">
                  <a16:creationId xmlns:a16="http://schemas.microsoft.com/office/drawing/2014/main" id="{D58F0F45-D719-49E2-991D-4EE922C594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4463" y="2497737"/>
              <a:ext cx="935080" cy="935080"/>
            </a:xfrm>
            <a:prstGeom prst="rect">
              <a:avLst/>
            </a:prstGeom>
          </p:spPr>
        </p:pic>
        <p:grpSp>
          <p:nvGrpSpPr>
            <p:cNvPr id="21" name="Groupe 20">
              <a:extLst>
                <a:ext uri="{FF2B5EF4-FFF2-40B4-BE49-F238E27FC236}">
                  <a16:creationId xmlns:a16="http://schemas.microsoft.com/office/drawing/2014/main" id="{2CF36F2B-4BA2-467D-9A34-7E9D936B98E7}"/>
                </a:ext>
              </a:extLst>
            </p:cNvPr>
            <p:cNvGrpSpPr/>
            <p:nvPr/>
          </p:nvGrpSpPr>
          <p:grpSpPr>
            <a:xfrm>
              <a:off x="1219278" y="2429808"/>
              <a:ext cx="851508" cy="1056663"/>
              <a:chOff x="1258281" y="2409825"/>
              <a:chExt cx="851508" cy="1056663"/>
            </a:xfrm>
          </p:grpSpPr>
          <p:pic>
            <p:nvPicPr>
              <p:cNvPr id="18" name="Graphique 17" descr="Employée de bureau avec un remplissage uni">
                <a:extLst>
                  <a:ext uri="{FF2B5EF4-FFF2-40B4-BE49-F238E27FC236}">
                    <a16:creationId xmlns:a16="http://schemas.microsoft.com/office/drawing/2014/main" id="{539ACF13-994C-4880-9A8D-DFF9BE8303A8}"/>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7128" t="4517" r="14396" b="9066"/>
              <a:stretch/>
            </p:blipFill>
            <p:spPr>
              <a:xfrm flipH="1">
                <a:off x="1377061" y="2518417"/>
                <a:ext cx="610322" cy="790202"/>
              </a:xfrm>
              <a:prstGeom prst="rect">
                <a:avLst/>
              </a:prstGeom>
            </p:spPr>
          </p:pic>
          <p:sp>
            <p:nvSpPr>
              <p:cNvPr id="19" name="Rectangle : coins arrondis 18">
                <a:extLst>
                  <a:ext uri="{FF2B5EF4-FFF2-40B4-BE49-F238E27FC236}">
                    <a16:creationId xmlns:a16="http://schemas.microsoft.com/office/drawing/2014/main" id="{8094FF82-2628-4FE1-A9F2-1BDD6748AB61}"/>
                  </a:ext>
                </a:extLst>
              </p:cNvPr>
              <p:cNvSpPr/>
              <p:nvPr/>
            </p:nvSpPr>
            <p:spPr>
              <a:xfrm>
                <a:off x="1315534" y="2477112"/>
                <a:ext cx="738632" cy="927567"/>
              </a:xfrm>
              <a:prstGeom prst="round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 coins arrondis 19">
                <a:extLst>
                  <a:ext uri="{FF2B5EF4-FFF2-40B4-BE49-F238E27FC236}">
                    <a16:creationId xmlns:a16="http://schemas.microsoft.com/office/drawing/2014/main" id="{39874FA2-AC77-4775-8567-9F1FAFE10F3A}"/>
                  </a:ext>
                </a:extLst>
              </p:cNvPr>
              <p:cNvSpPr/>
              <p:nvPr/>
            </p:nvSpPr>
            <p:spPr>
              <a:xfrm>
                <a:off x="1258281" y="2409825"/>
                <a:ext cx="851508" cy="10566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Bulle narrative : ronde 27">
              <a:extLst>
                <a:ext uri="{FF2B5EF4-FFF2-40B4-BE49-F238E27FC236}">
                  <a16:creationId xmlns:a16="http://schemas.microsoft.com/office/drawing/2014/main" id="{B89D5690-1B73-4B38-B016-5C4BB2A4C193}"/>
                </a:ext>
              </a:extLst>
            </p:cNvPr>
            <p:cNvSpPr/>
            <p:nvPr/>
          </p:nvSpPr>
          <p:spPr>
            <a:xfrm>
              <a:off x="689814" y="2126262"/>
              <a:ext cx="851508" cy="303546"/>
            </a:xfrm>
            <a:prstGeom prst="wedgeEllipseCallout">
              <a:avLst>
                <a:gd name="adj1" fmla="val -12779"/>
                <a:gd name="adj2" fmla="val 130279"/>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que 28" descr="Signe pouce en haut avec un remplissage uni">
              <a:extLst>
                <a:ext uri="{FF2B5EF4-FFF2-40B4-BE49-F238E27FC236}">
                  <a16:creationId xmlns:a16="http://schemas.microsoft.com/office/drawing/2014/main" id="{7EA548E2-1200-4BD7-A81E-880700C7BD2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9695" y="2121441"/>
              <a:ext cx="303546" cy="303546"/>
            </a:xfrm>
            <a:prstGeom prst="rect">
              <a:avLst/>
            </a:prstGeom>
          </p:spPr>
        </p:pic>
      </p:grpSp>
      <p:pic>
        <p:nvPicPr>
          <p:cNvPr id="33" name="Graphique 32" descr="Groupe de personnes avec un remplissage uni">
            <a:extLst>
              <a:ext uri="{FF2B5EF4-FFF2-40B4-BE49-F238E27FC236}">
                <a16:creationId xmlns:a16="http://schemas.microsoft.com/office/drawing/2014/main" id="{EF0D2B5F-CFD8-4982-B9EE-5DC19F7190B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292232" y="2769005"/>
            <a:ext cx="497029" cy="497029"/>
          </a:xfrm>
          <a:prstGeom prst="rect">
            <a:avLst/>
          </a:prstGeom>
        </p:spPr>
      </p:pic>
      <p:pic>
        <p:nvPicPr>
          <p:cNvPr id="34" name="Graphique 33" descr="Groupe de personnes avec un remplissage uni">
            <a:extLst>
              <a:ext uri="{FF2B5EF4-FFF2-40B4-BE49-F238E27FC236}">
                <a16:creationId xmlns:a16="http://schemas.microsoft.com/office/drawing/2014/main" id="{18CA1DA9-ED5A-4771-9DC4-5B030C5DC30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34132" y="2022797"/>
            <a:ext cx="727672" cy="727672"/>
          </a:xfrm>
          <a:prstGeom prst="rect">
            <a:avLst/>
          </a:prstGeom>
        </p:spPr>
      </p:pic>
      <p:pic>
        <p:nvPicPr>
          <p:cNvPr id="36" name="Graphique 35" descr="Compteur bas avec un remplissage uni">
            <a:extLst>
              <a:ext uri="{FF2B5EF4-FFF2-40B4-BE49-F238E27FC236}">
                <a16:creationId xmlns:a16="http://schemas.microsoft.com/office/drawing/2014/main" id="{E94047C1-3188-480F-8213-AF621ECABD8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94850" y="1892618"/>
            <a:ext cx="727672" cy="727672"/>
          </a:xfrm>
          <a:prstGeom prst="rect">
            <a:avLst/>
          </a:prstGeom>
        </p:spPr>
      </p:pic>
      <p:sp>
        <p:nvSpPr>
          <p:cNvPr id="37" name="Espace réservé du contenu 2">
            <a:extLst>
              <a:ext uri="{FF2B5EF4-FFF2-40B4-BE49-F238E27FC236}">
                <a16:creationId xmlns:a16="http://schemas.microsoft.com/office/drawing/2014/main" id="{9D71B2BA-74E8-44C1-9335-F9DEBC8B0815}"/>
              </a:ext>
            </a:extLst>
          </p:cNvPr>
          <p:cNvSpPr txBox="1">
            <a:spLocks/>
          </p:cNvSpPr>
          <p:nvPr/>
        </p:nvSpPr>
        <p:spPr>
          <a:xfrm>
            <a:off x="9197972" y="2695145"/>
            <a:ext cx="1085809" cy="650985"/>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Community Data &amp; Community Metrics</a:t>
            </a:r>
          </a:p>
        </p:txBody>
      </p:sp>
      <p:sp>
        <p:nvSpPr>
          <p:cNvPr id="38" name="Flèche : droite 37">
            <a:extLst>
              <a:ext uri="{FF2B5EF4-FFF2-40B4-BE49-F238E27FC236}">
                <a16:creationId xmlns:a16="http://schemas.microsoft.com/office/drawing/2014/main" id="{4341E3D4-8457-4876-8344-54B812D77A32}"/>
              </a:ext>
            </a:extLst>
          </p:cNvPr>
          <p:cNvSpPr/>
          <p:nvPr/>
        </p:nvSpPr>
        <p:spPr>
          <a:xfrm rot="21048134">
            <a:off x="1185725" y="4288370"/>
            <a:ext cx="9305771" cy="40758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Difficulty &amp; cost of assessment</a:t>
            </a:r>
          </a:p>
        </p:txBody>
      </p:sp>
      <p:sp>
        <p:nvSpPr>
          <p:cNvPr id="39" name="Espace réservé du contenu 2">
            <a:extLst>
              <a:ext uri="{FF2B5EF4-FFF2-40B4-BE49-F238E27FC236}">
                <a16:creationId xmlns:a16="http://schemas.microsoft.com/office/drawing/2014/main" id="{3E343651-AF79-4EFD-BC32-CA664FCFF3C2}"/>
              </a:ext>
            </a:extLst>
          </p:cNvPr>
          <p:cNvSpPr>
            <a:spLocks noGrp="1"/>
          </p:cNvSpPr>
          <p:nvPr>
            <p:ph idx="1"/>
          </p:nvPr>
        </p:nvSpPr>
        <p:spPr>
          <a:xfrm>
            <a:off x="1115568" y="5385820"/>
            <a:ext cx="6859815" cy="252000"/>
          </a:xfrm>
          <a:solidFill>
            <a:schemeClr val="bg1">
              <a:lumMod val="95000"/>
            </a:schemeClr>
          </a:solidFill>
        </p:spPr>
        <p:txBody>
          <a:bodyPr>
            <a:noAutofit/>
          </a:bodyPr>
          <a:lstStyle/>
          <a:p>
            <a:pPr marL="0" indent="0" algn="ctr">
              <a:buNone/>
            </a:pPr>
            <a:r>
              <a:rPr lang="en-US" sz="1000" b="1"/>
              <a:t>🔥Skills</a:t>
            </a:r>
            <a:endParaRPr lang="en-US" sz="1000"/>
          </a:p>
        </p:txBody>
      </p:sp>
      <p:sp>
        <p:nvSpPr>
          <p:cNvPr id="40" name="Espace réservé du contenu 2">
            <a:extLst>
              <a:ext uri="{FF2B5EF4-FFF2-40B4-BE49-F238E27FC236}">
                <a16:creationId xmlns:a16="http://schemas.microsoft.com/office/drawing/2014/main" id="{551931D4-4081-4421-ADD5-556D7BB9375A}"/>
              </a:ext>
            </a:extLst>
          </p:cNvPr>
          <p:cNvSpPr txBox="1">
            <a:spLocks/>
          </p:cNvSpPr>
          <p:nvPr/>
        </p:nvSpPr>
        <p:spPr>
          <a:xfrm>
            <a:off x="3556931" y="5047002"/>
            <a:ext cx="7059440" cy="25200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a:t>👍 Current positioning &amp; recognition</a:t>
            </a:r>
            <a:endParaRPr lang="en-US" sz="1000"/>
          </a:p>
          <a:p>
            <a:pPr marL="0" indent="0">
              <a:buNone/>
            </a:pPr>
            <a:r>
              <a:rPr lang="en-US" sz="1000"/>
              <a:t> </a:t>
            </a:r>
          </a:p>
        </p:txBody>
      </p:sp>
      <p:sp>
        <p:nvSpPr>
          <p:cNvPr id="41" name="Espace réservé du contenu 2">
            <a:extLst>
              <a:ext uri="{FF2B5EF4-FFF2-40B4-BE49-F238E27FC236}">
                <a16:creationId xmlns:a16="http://schemas.microsoft.com/office/drawing/2014/main" id="{63B00CC9-3B90-4DC9-8C21-B47CC067C559}"/>
              </a:ext>
            </a:extLst>
          </p:cNvPr>
          <p:cNvSpPr txBox="1">
            <a:spLocks/>
          </p:cNvSpPr>
          <p:nvPr/>
        </p:nvSpPr>
        <p:spPr>
          <a:xfrm>
            <a:off x="6675622" y="4708184"/>
            <a:ext cx="3940749" cy="252000"/>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a:t>🎖️Achievements</a:t>
            </a:r>
          </a:p>
        </p:txBody>
      </p:sp>
      <p:sp>
        <p:nvSpPr>
          <p:cNvPr id="42" name="Espace réservé du contenu 2">
            <a:extLst>
              <a:ext uri="{FF2B5EF4-FFF2-40B4-BE49-F238E27FC236}">
                <a16:creationId xmlns:a16="http://schemas.microsoft.com/office/drawing/2014/main" id="{A7E1F4DF-CEBF-4012-BFA7-A35F2FE58D10}"/>
              </a:ext>
            </a:extLst>
          </p:cNvPr>
          <p:cNvSpPr txBox="1">
            <a:spLocks/>
          </p:cNvSpPr>
          <p:nvPr/>
        </p:nvSpPr>
        <p:spPr>
          <a:xfrm>
            <a:off x="1115568" y="5724638"/>
            <a:ext cx="4340929" cy="25200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000" b="1"/>
              <a:t>⌛Resources and capacity</a:t>
            </a:r>
            <a:endParaRPr lang="en-US" sz="1000"/>
          </a:p>
        </p:txBody>
      </p:sp>
      <p:sp>
        <p:nvSpPr>
          <p:cNvPr id="43" name="Espace réservé du contenu 2">
            <a:extLst>
              <a:ext uri="{FF2B5EF4-FFF2-40B4-BE49-F238E27FC236}">
                <a16:creationId xmlns:a16="http://schemas.microsoft.com/office/drawing/2014/main" id="{1E863954-DEE3-47A7-A2D9-CCD6C9F83D55}"/>
              </a:ext>
            </a:extLst>
          </p:cNvPr>
          <p:cNvSpPr txBox="1">
            <a:spLocks/>
          </p:cNvSpPr>
          <p:nvPr/>
        </p:nvSpPr>
        <p:spPr>
          <a:xfrm>
            <a:off x="1119505" y="6063457"/>
            <a:ext cx="1413635" cy="252000"/>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00" b="1"/>
              <a:t>🎯 Intention </a:t>
            </a:r>
            <a:endParaRPr lang="en-US" sz="1000"/>
          </a:p>
          <a:p>
            <a:pPr marL="0" indent="0">
              <a:buNone/>
            </a:pPr>
            <a:r>
              <a:rPr lang="en-US" sz="1000"/>
              <a:t> </a:t>
            </a:r>
          </a:p>
        </p:txBody>
      </p:sp>
    </p:spTree>
    <p:extLst>
      <p:ext uri="{BB962C8B-B14F-4D97-AF65-F5344CB8AC3E}">
        <p14:creationId xmlns:p14="http://schemas.microsoft.com/office/powerpoint/2010/main" val="1325807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A2B1C9-782E-4AA6-BEC7-67CB85EF882E}"/>
              </a:ext>
            </a:extLst>
          </p:cNvPr>
          <p:cNvSpPr>
            <a:spLocks noGrp="1"/>
          </p:cNvSpPr>
          <p:nvPr>
            <p:ph type="title"/>
          </p:nvPr>
        </p:nvSpPr>
        <p:spPr/>
        <p:txBody>
          <a:bodyPr>
            <a:normAutofit fontScale="90000"/>
          </a:bodyPr>
          <a:lstStyle/>
          <a:p>
            <a:r>
              <a:rPr lang="en-US" dirty="0"/>
              <a:t>Community Boosters checklist</a:t>
            </a:r>
            <a:br>
              <a:rPr lang="en-US" dirty="0"/>
            </a:br>
            <a:r>
              <a:rPr lang="en-US" dirty="0"/>
              <a:t>Example of result</a:t>
            </a:r>
          </a:p>
        </p:txBody>
      </p:sp>
      <p:sp>
        <p:nvSpPr>
          <p:cNvPr id="3" name="Espace réservé du contenu 2">
            <a:extLst>
              <a:ext uri="{FF2B5EF4-FFF2-40B4-BE49-F238E27FC236}">
                <a16:creationId xmlns:a16="http://schemas.microsoft.com/office/drawing/2014/main" id="{AE341C54-753C-4163-9596-11AD5932A820}"/>
              </a:ext>
            </a:extLst>
          </p:cNvPr>
          <p:cNvSpPr>
            <a:spLocks noGrp="1"/>
          </p:cNvSpPr>
          <p:nvPr>
            <p:ph idx="1"/>
          </p:nvPr>
        </p:nvSpPr>
        <p:spPr>
          <a:xfrm>
            <a:off x="3421538" y="2073943"/>
            <a:ext cx="1523323" cy="4673086"/>
          </a:xfrm>
          <a:solidFill>
            <a:schemeClr val="bg1">
              <a:lumMod val="95000"/>
            </a:schemeClr>
          </a:solidFill>
        </p:spPr>
        <p:txBody>
          <a:bodyPr>
            <a:noAutofit/>
          </a:bodyPr>
          <a:lstStyle/>
          <a:p>
            <a:pPr marL="0" indent="0" algn="ctr">
              <a:buNone/>
            </a:pPr>
            <a:r>
              <a:rPr lang="en-US" sz="700" b="1" dirty="0"/>
              <a:t>🔥Skills (10 pts) : </a:t>
            </a:r>
          </a:p>
          <a:p>
            <a:pPr>
              <a:buFont typeface="Wingdings" panose="05000000000000000000" pitchFamily="2" charset="2"/>
              <a:buChar char="q"/>
            </a:pPr>
            <a:r>
              <a:rPr lang="en-US" sz="700" dirty="0"/>
              <a:t>(2) Member centric Skills (Caring, follow-up progression, bonding, Sense of belonging, Links &amp; Ties, conflict management, leadership)</a:t>
            </a:r>
          </a:p>
          <a:p>
            <a:pPr>
              <a:buFont typeface="Wingdings" panose="05000000000000000000" pitchFamily="2" charset="2"/>
              <a:buChar char="q"/>
            </a:pPr>
            <a:r>
              <a:rPr lang="en-US" sz="700" dirty="0"/>
              <a:t>(2) Partner centric skills : External Sponsors, stakeholders, peer skills (negotiation, diplomacy, …)</a:t>
            </a:r>
          </a:p>
          <a:p>
            <a:pPr>
              <a:buFont typeface="Wingdings" panose="05000000000000000000" pitchFamily="2" charset="2"/>
              <a:buChar char="q"/>
            </a:pPr>
            <a:r>
              <a:rPr lang="en-US" sz="700" dirty="0"/>
              <a:t>(1) Skills related to Community Topic (specific expertise, …)</a:t>
            </a:r>
          </a:p>
          <a:p>
            <a:pPr>
              <a:buFont typeface="Wingdings" panose="05000000000000000000" pitchFamily="2" charset="2"/>
              <a:buChar char="q"/>
            </a:pPr>
            <a:r>
              <a:rPr lang="en-US" sz="700" dirty="0"/>
              <a:t>(1) Moment centric skills (Events management, One-to-one management)</a:t>
            </a:r>
          </a:p>
          <a:p>
            <a:pPr>
              <a:buFont typeface="Wingdings" panose="05000000000000000000" pitchFamily="2" charset="2"/>
              <a:buChar char="q"/>
            </a:pPr>
            <a:r>
              <a:rPr lang="en-US" sz="700" dirty="0"/>
              <a:t>(1) Content Generation skills</a:t>
            </a:r>
          </a:p>
          <a:p>
            <a:pPr>
              <a:buFont typeface="Wingdings" panose="05000000000000000000" pitchFamily="2" charset="2"/>
              <a:buChar char="q"/>
            </a:pPr>
            <a:r>
              <a:rPr lang="en-US" sz="700" dirty="0"/>
              <a:t>(1) Community Structuring (setting up tools, organizing groups, set up rules…)</a:t>
            </a:r>
          </a:p>
          <a:p>
            <a:pPr>
              <a:buFont typeface="Wingdings" panose="05000000000000000000" pitchFamily="2" charset="2"/>
              <a:buChar char="q"/>
            </a:pPr>
            <a:r>
              <a:rPr lang="en-US" sz="700" dirty="0"/>
              <a:t>(2) Community frameworks : Community Canvas, Community Engagement Framework, #OpenSeriousCommunity, #OSG workshops</a:t>
            </a:r>
          </a:p>
        </p:txBody>
      </p:sp>
      <p:sp>
        <p:nvSpPr>
          <p:cNvPr id="4" name="Espace réservé du contenu 2">
            <a:extLst>
              <a:ext uri="{FF2B5EF4-FFF2-40B4-BE49-F238E27FC236}">
                <a16:creationId xmlns:a16="http://schemas.microsoft.com/office/drawing/2014/main" id="{693C2F31-DB38-42BA-8CA5-876C10E2FFBD}"/>
              </a:ext>
            </a:extLst>
          </p:cNvPr>
          <p:cNvSpPr txBox="1">
            <a:spLocks/>
          </p:cNvSpPr>
          <p:nvPr/>
        </p:nvSpPr>
        <p:spPr>
          <a:xfrm>
            <a:off x="5043759" y="2073943"/>
            <a:ext cx="1585852" cy="4673086"/>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700" b="1" dirty="0"/>
              <a:t>👍 Current positioning &amp; recognition (10 pts) : </a:t>
            </a:r>
          </a:p>
          <a:p>
            <a:pPr>
              <a:buFont typeface="Wingdings" panose="05000000000000000000" pitchFamily="2" charset="2"/>
              <a:buChar char="q"/>
            </a:pPr>
            <a:r>
              <a:rPr lang="en-US" sz="700" dirty="0"/>
              <a:t>(1) Declares himself/herself as a future Community Booster</a:t>
            </a:r>
          </a:p>
          <a:p>
            <a:pPr>
              <a:buFont typeface="Wingdings" panose="05000000000000000000" pitchFamily="2" charset="2"/>
              <a:buChar char="q"/>
            </a:pPr>
            <a:r>
              <a:rPr lang="en-US" sz="700" dirty="0"/>
              <a:t>(2) Has shown (to the Community) the intention the lead the Community or part of the Community</a:t>
            </a:r>
          </a:p>
          <a:p>
            <a:pPr>
              <a:buFont typeface="Wingdings" panose="05000000000000000000" pitchFamily="2" charset="2"/>
              <a:buChar char="q"/>
            </a:pPr>
            <a:r>
              <a:rPr lang="en-US" sz="700" dirty="0"/>
              <a:t>(1) Has officialized a title equivalent to Community Booster (that grants decisional power and/or responsibilities) for all or a part of the Community</a:t>
            </a:r>
          </a:p>
          <a:p>
            <a:pPr>
              <a:buFont typeface="Wingdings" panose="05000000000000000000" pitchFamily="2" charset="2"/>
              <a:buChar char="q"/>
            </a:pPr>
            <a:r>
              <a:rPr lang="en-US" sz="700" dirty="0"/>
              <a:t>(2) Is recognized by the majority of the Community as a Community Booster, or at least locally</a:t>
            </a:r>
          </a:p>
          <a:p>
            <a:pPr>
              <a:buFont typeface="Wingdings" panose="05000000000000000000" pitchFamily="2" charset="2"/>
              <a:buChar char="q"/>
            </a:pPr>
            <a:r>
              <a:rPr lang="en-US" sz="700" dirty="0"/>
              <a:t>(1) Is recognized by Community key influential members as a Community Booster</a:t>
            </a:r>
          </a:p>
          <a:p>
            <a:pPr>
              <a:buFont typeface="Wingdings" panose="05000000000000000000" pitchFamily="2" charset="2"/>
              <a:buChar char="q"/>
            </a:pPr>
            <a:r>
              <a:rPr lang="en-US" sz="700" dirty="0"/>
              <a:t>(1) Is recognized outside the Community as a Booster</a:t>
            </a:r>
          </a:p>
          <a:p>
            <a:pPr>
              <a:buFont typeface="Wingdings" panose="05000000000000000000" pitchFamily="2" charset="2"/>
              <a:buChar char="q"/>
            </a:pPr>
            <a:r>
              <a:rPr lang="en-US" sz="700" dirty="0"/>
              <a:t>(2) Community has explicit expectations towards him/her as a Booster </a:t>
            </a:r>
          </a:p>
          <a:p>
            <a:endParaRPr lang="en-US" sz="700" dirty="0"/>
          </a:p>
          <a:p>
            <a:endParaRPr lang="en-US" sz="700" dirty="0"/>
          </a:p>
          <a:p>
            <a:pPr marL="0" indent="0">
              <a:buNone/>
            </a:pPr>
            <a:r>
              <a:rPr lang="en-US" sz="700" dirty="0"/>
              <a:t> </a:t>
            </a:r>
          </a:p>
        </p:txBody>
      </p:sp>
      <p:sp>
        <p:nvSpPr>
          <p:cNvPr id="5" name="Espace réservé du contenu 2">
            <a:extLst>
              <a:ext uri="{FF2B5EF4-FFF2-40B4-BE49-F238E27FC236}">
                <a16:creationId xmlns:a16="http://schemas.microsoft.com/office/drawing/2014/main" id="{08B0A895-1094-4369-8B6A-0E67FE7DDB59}"/>
              </a:ext>
            </a:extLst>
          </p:cNvPr>
          <p:cNvSpPr txBox="1">
            <a:spLocks/>
          </p:cNvSpPr>
          <p:nvPr/>
        </p:nvSpPr>
        <p:spPr>
          <a:xfrm>
            <a:off x="6724439" y="2073943"/>
            <a:ext cx="1523323" cy="4673085"/>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700" b="1" dirty="0"/>
              <a:t>🎖️Achievements (10 pts) : </a:t>
            </a:r>
          </a:p>
          <a:p>
            <a:pPr>
              <a:buFont typeface="Wingdings" panose="05000000000000000000" pitchFamily="2" charset="2"/>
              <a:buChar char="q"/>
            </a:pPr>
            <a:r>
              <a:rPr lang="en-US" sz="700" dirty="0"/>
              <a:t>(4) Has accomplished enough valuable actions for Community members</a:t>
            </a:r>
          </a:p>
          <a:p>
            <a:pPr>
              <a:buFont typeface="Wingdings" panose="05000000000000000000" pitchFamily="2" charset="2"/>
              <a:buChar char="q"/>
            </a:pPr>
            <a:r>
              <a:rPr lang="en-US" sz="700" dirty="0"/>
              <a:t>(2) Has accomplished enough promotional and external actions as a Community representative outside the  Community</a:t>
            </a:r>
          </a:p>
          <a:p>
            <a:pPr>
              <a:buFont typeface="Wingdings" panose="05000000000000000000" pitchFamily="2" charset="2"/>
              <a:buChar char="q"/>
            </a:pPr>
            <a:r>
              <a:rPr lang="en-US" sz="700" dirty="0"/>
              <a:t>(3) Has accomplished enough valuable actions for key stakeholders or key influential members of the Community</a:t>
            </a:r>
          </a:p>
          <a:p>
            <a:pPr>
              <a:buFont typeface="Wingdings" panose="05000000000000000000" pitchFamily="2" charset="2"/>
              <a:buChar char="q"/>
            </a:pPr>
            <a:r>
              <a:rPr lang="en-US" sz="700" dirty="0"/>
              <a:t>(1) Has accomplished enough valuable actions for self thanks to the Community</a:t>
            </a:r>
          </a:p>
          <a:p>
            <a:endParaRPr lang="en-US" sz="700" dirty="0"/>
          </a:p>
          <a:p>
            <a:pPr marL="0" indent="0">
              <a:buNone/>
            </a:pPr>
            <a:endParaRPr lang="en-US" sz="700" dirty="0"/>
          </a:p>
          <a:p>
            <a:endParaRPr lang="en-US" sz="700" dirty="0"/>
          </a:p>
        </p:txBody>
      </p:sp>
      <p:sp>
        <p:nvSpPr>
          <p:cNvPr id="6" name="Espace réservé du contenu 2">
            <a:extLst>
              <a:ext uri="{FF2B5EF4-FFF2-40B4-BE49-F238E27FC236}">
                <a16:creationId xmlns:a16="http://schemas.microsoft.com/office/drawing/2014/main" id="{02C5E63D-945C-416B-99CE-6F6495932217}"/>
              </a:ext>
            </a:extLst>
          </p:cNvPr>
          <p:cNvSpPr txBox="1">
            <a:spLocks/>
          </p:cNvSpPr>
          <p:nvPr/>
        </p:nvSpPr>
        <p:spPr>
          <a:xfrm>
            <a:off x="1799318" y="2073944"/>
            <a:ext cx="1523323" cy="4673086"/>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700" b="1" dirty="0"/>
              <a:t>⌛Resources and capacity (10 pts) :</a:t>
            </a:r>
          </a:p>
          <a:p>
            <a:pPr>
              <a:buFont typeface="Wingdings" panose="05000000000000000000" pitchFamily="2" charset="2"/>
              <a:buChar char="q"/>
            </a:pPr>
            <a:r>
              <a:rPr lang="en-US" sz="700" dirty="0"/>
              <a:t>(2) Has enough means of action to be Community Booster </a:t>
            </a:r>
          </a:p>
          <a:p>
            <a:pPr>
              <a:buFont typeface="Wingdings" panose="05000000000000000000" pitchFamily="2" charset="2"/>
              <a:buChar char="q"/>
            </a:pPr>
            <a:r>
              <a:rPr lang="en-US" sz="700" dirty="0"/>
              <a:t>(2) Has enough availability to be Community Booster</a:t>
            </a:r>
          </a:p>
          <a:p>
            <a:pPr>
              <a:buFont typeface="Wingdings" panose="05000000000000000000" pitchFamily="2" charset="2"/>
              <a:buChar char="q"/>
            </a:pPr>
            <a:r>
              <a:rPr lang="en-US" sz="700" dirty="0"/>
              <a:t>(2) Is allowed to be a Community Booster</a:t>
            </a:r>
          </a:p>
          <a:p>
            <a:pPr>
              <a:buFont typeface="Wingdings" panose="05000000000000000000" pitchFamily="2" charset="2"/>
              <a:buChar char="q"/>
            </a:pPr>
            <a:r>
              <a:rPr lang="en-US" sz="700" dirty="0"/>
              <a:t>(1) Has access to resources  (training, content, …) to become Community Booster</a:t>
            </a:r>
          </a:p>
          <a:p>
            <a:pPr>
              <a:buFont typeface="Wingdings" panose="05000000000000000000" pitchFamily="2" charset="2"/>
              <a:buChar char="q"/>
            </a:pPr>
            <a:r>
              <a:rPr lang="en-US" sz="700" dirty="0"/>
              <a:t>(3) Has access to opportunities (events, negotiations, rights…) to progress into a Community Booster</a:t>
            </a:r>
          </a:p>
          <a:p>
            <a:endParaRPr lang="en-US" sz="700" dirty="0"/>
          </a:p>
          <a:p>
            <a:endParaRPr lang="en-US" sz="700" dirty="0"/>
          </a:p>
          <a:p>
            <a:endParaRPr lang="en-US" sz="700" dirty="0"/>
          </a:p>
          <a:p>
            <a:pPr marL="0" indent="0">
              <a:buNone/>
            </a:pPr>
            <a:endParaRPr lang="en-US" sz="700" dirty="0"/>
          </a:p>
          <a:p>
            <a:endParaRPr lang="en-US" sz="700" dirty="0"/>
          </a:p>
        </p:txBody>
      </p:sp>
      <p:sp>
        <p:nvSpPr>
          <p:cNvPr id="7" name="Espace réservé du contenu 2">
            <a:extLst>
              <a:ext uri="{FF2B5EF4-FFF2-40B4-BE49-F238E27FC236}">
                <a16:creationId xmlns:a16="http://schemas.microsoft.com/office/drawing/2014/main" id="{EFA160A8-44AE-41D0-BE55-E79DF99033EA}"/>
              </a:ext>
            </a:extLst>
          </p:cNvPr>
          <p:cNvSpPr txBox="1">
            <a:spLocks/>
          </p:cNvSpPr>
          <p:nvPr/>
        </p:nvSpPr>
        <p:spPr>
          <a:xfrm>
            <a:off x="177098" y="2073943"/>
            <a:ext cx="1523323" cy="4673085"/>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700" b="1" dirty="0"/>
              <a:t>🎯 Intention (10 pts) : </a:t>
            </a:r>
          </a:p>
          <a:p>
            <a:pPr>
              <a:buFont typeface="Wingdings" panose="05000000000000000000" pitchFamily="2" charset="2"/>
              <a:buChar char="q"/>
            </a:pPr>
            <a:r>
              <a:rPr lang="en-US" sz="700" dirty="0"/>
              <a:t>(2) Loves the Community </a:t>
            </a:r>
          </a:p>
          <a:p>
            <a:pPr>
              <a:buFont typeface="Wingdings" panose="05000000000000000000" pitchFamily="2" charset="2"/>
              <a:buChar char="q"/>
            </a:pPr>
            <a:r>
              <a:rPr lang="en-US" sz="700" dirty="0"/>
              <a:t>(2) Has interest in developing the Community</a:t>
            </a:r>
          </a:p>
          <a:p>
            <a:pPr>
              <a:buFont typeface="Wingdings" panose="05000000000000000000" pitchFamily="2" charset="2"/>
              <a:buChar char="q"/>
            </a:pPr>
            <a:r>
              <a:rPr lang="en-US" sz="700" dirty="0"/>
              <a:t>(2) Likes Community Development</a:t>
            </a:r>
          </a:p>
          <a:p>
            <a:pPr>
              <a:buFont typeface="Wingdings" panose="05000000000000000000" pitchFamily="2" charset="2"/>
              <a:buChar char="q"/>
            </a:pPr>
            <a:r>
              <a:rPr lang="en-US" sz="700" dirty="0"/>
              <a:t>(1) Has his/her own viewpoint about how the Community should evolve</a:t>
            </a:r>
          </a:p>
          <a:p>
            <a:pPr>
              <a:buFont typeface="Wingdings" panose="05000000000000000000" pitchFamily="2" charset="2"/>
              <a:buChar char="q"/>
            </a:pPr>
            <a:r>
              <a:rPr lang="en-US" sz="700" dirty="0"/>
              <a:t>(1) Has intention to self-develop (skills, wisdom, leadership…) through Community Boosting</a:t>
            </a:r>
          </a:p>
          <a:p>
            <a:pPr>
              <a:buFont typeface="Wingdings" panose="05000000000000000000" pitchFamily="2" charset="2"/>
              <a:buChar char="q"/>
            </a:pPr>
            <a:r>
              <a:rPr lang="en-US" sz="700" dirty="0"/>
              <a:t>(1) Makes room in his/her agenda for Community activities</a:t>
            </a:r>
          </a:p>
          <a:p>
            <a:pPr>
              <a:buFont typeface="Wingdings" panose="05000000000000000000" pitchFamily="2" charset="2"/>
              <a:buChar char="q"/>
            </a:pPr>
            <a:r>
              <a:rPr lang="en-US" sz="700" dirty="0"/>
              <a:t>(1) Is an active resource seeker for Community purposes</a:t>
            </a:r>
          </a:p>
          <a:p>
            <a:endParaRPr lang="en-US" sz="700" dirty="0"/>
          </a:p>
          <a:p>
            <a:endParaRPr lang="en-US" sz="700" dirty="0"/>
          </a:p>
          <a:p>
            <a:pPr marL="0" indent="0">
              <a:buNone/>
            </a:pPr>
            <a:r>
              <a:rPr lang="en-US" sz="700" dirty="0"/>
              <a:t> </a:t>
            </a:r>
          </a:p>
        </p:txBody>
      </p:sp>
      <p:grpSp>
        <p:nvGrpSpPr>
          <p:cNvPr id="10" name="Groupe 9">
            <a:extLst>
              <a:ext uri="{FF2B5EF4-FFF2-40B4-BE49-F238E27FC236}">
                <a16:creationId xmlns:a16="http://schemas.microsoft.com/office/drawing/2014/main" id="{14E8E020-AD66-4907-8653-E8FA263CA83C}"/>
              </a:ext>
            </a:extLst>
          </p:cNvPr>
          <p:cNvGrpSpPr/>
          <p:nvPr/>
        </p:nvGrpSpPr>
        <p:grpSpPr>
          <a:xfrm>
            <a:off x="7947362" y="2529737"/>
            <a:ext cx="4886138" cy="3630438"/>
            <a:chOff x="8679349" y="862178"/>
            <a:chExt cx="4353888" cy="3542725"/>
          </a:xfrm>
        </p:grpSpPr>
        <p:graphicFrame>
          <p:nvGraphicFramePr>
            <p:cNvPr id="8" name="Espace réservé du contenu 5">
              <a:extLst>
                <a:ext uri="{FF2B5EF4-FFF2-40B4-BE49-F238E27FC236}">
                  <a16:creationId xmlns:a16="http://schemas.microsoft.com/office/drawing/2014/main" id="{05C31663-4196-4F40-B0B7-FA255894EE87}"/>
                </a:ext>
              </a:extLst>
            </p:cNvPr>
            <p:cNvGraphicFramePr>
              <a:graphicFrameLocks/>
            </p:cNvGraphicFramePr>
            <p:nvPr>
              <p:extLst>
                <p:ext uri="{D42A27DB-BD31-4B8C-83A1-F6EECF244321}">
                  <p14:modId xmlns:p14="http://schemas.microsoft.com/office/powerpoint/2010/main" val="4014569126"/>
                </p:ext>
              </p:extLst>
            </p:nvPr>
          </p:nvGraphicFramePr>
          <p:xfrm>
            <a:off x="8679349" y="862178"/>
            <a:ext cx="4353888" cy="3236053"/>
          </p:xfrm>
          <a:graphic>
            <a:graphicData uri="http://schemas.openxmlformats.org/drawingml/2006/chart">
              <c:chart xmlns:c="http://schemas.openxmlformats.org/drawingml/2006/chart" xmlns:r="http://schemas.openxmlformats.org/officeDocument/2006/relationships" r:id="rId2"/>
            </a:graphicData>
          </a:graphic>
        </p:graphicFrame>
        <p:pic>
          <p:nvPicPr>
            <p:cNvPr id="9" name="Image 8">
              <a:extLst>
                <a:ext uri="{FF2B5EF4-FFF2-40B4-BE49-F238E27FC236}">
                  <a16:creationId xmlns:a16="http://schemas.microsoft.com/office/drawing/2014/main" id="{2E3B95C6-C724-491E-9265-BD01064F68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7085" y="3791559"/>
              <a:ext cx="613344" cy="613344"/>
            </a:xfrm>
            <a:prstGeom prst="rect">
              <a:avLst/>
            </a:prstGeom>
          </p:spPr>
        </p:pic>
      </p:grpSp>
      <p:pic>
        <p:nvPicPr>
          <p:cNvPr id="12" name="Graphique 11" descr="Coche avec un remplissage uni">
            <a:extLst>
              <a:ext uri="{FF2B5EF4-FFF2-40B4-BE49-F238E27FC236}">
                <a16:creationId xmlns:a16="http://schemas.microsoft.com/office/drawing/2014/main" id="{02550B0D-2CC6-4CF2-A466-3BFE1F6634E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7098" y="2224777"/>
            <a:ext cx="291316" cy="291316"/>
          </a:xfrm>
          <a:prstGeom prst="rect">
            <a:avLst/>
          </a:prstGeom>
        </p:spPr>
      </p:pic>
      <p:pic>
        <p:nvPicPr>
          <p:cNvPr id="13" name="Graphique 12" descr="Coche avec un remplissage uni">
            <a:extLst>
              <a:ext uri="{FF2B5EF4-FFF2-40B4-BE49-F238E27FC236}">
                <a16:creationId xmlns:a16="http://schemas.microsoft.com/office/drawing/2014/main" id="{28031E65-826D-495E-8031-DDD6319B19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7098" y="2509798"/>
            <a:ext cx="291316" cy="291316"/>
          </a:xfrm>
          <a:prstGeom prst="rect">
            <a:avLst/>
          </a:prstGeom>
        </p:spPr>
      </p:pic>
      <p:pic>
        <p:nvPicPr>
          <p:cNvPr id="14" name="Graphique 13" descr="Coche avec un remplissage uni">
            <a:extLst>
              <a:ext uri="{FF2B5EF4-FFF2-40B4-BE49-F238E27FC236}">
                <a16:creationId xmlns:a16="http://schemas.microsoft.com/office/drawing/2014/main" id="{7E43851E-53C4-4CBB-B6B6-213F15B6F13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7098" y="2940477"/>
            <a:ext cx="291316" cy="291316"/>
          </a:xfrm>
          <a:prstGeom prst="rect">
            <a:avLst/>
          </a:prstGeom>
        </p:spPr>
      </p:pic>
      <p:pic>
        <p:nvPicPr>
          <p:cNvPr id="16" name="Graphique 15" descr="Coche avec un remplissage uni">
            <a:extLst>
              <a:ext uri="{FF2B5EF4-FFF2-40B4-BE49-F238E27FC236}">
                <a16:creationId xmlns:a16="http://schemas.microsoft.com/office/drawing/2014/main" id="{2C797DD6-E25C-4C1D-9D05-571AB424A74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2503" y="3369263"/>
            <a:ext cx="291316" cy="291316"/>
          </a:xfrm>
          <a:prstGeom prst="rect">
            <a:avLst/>
          </a:prstGeom>
        </p:spPr>
      </p:pic>
      <p:pic>
        <p:nvPicPr>
          <p:cNvPr id="17" name="Graphique 16" descr="Coche avec un remplissage uni">
            <a:extLst>
              <a:ext uri="{FF2B5EF4-FFF2-40B4-BE49-F238E27FC236}">
                <a16:creationId xmlns:a16="http://schemas.microsoft.com/office/drawing/2014/main" id="{684450E8-7D5B-40E1-A69C-6862F19C13A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01569" y="2370435"/>
            <a:ext cx="291316" cy="291316"/>
          </a:xfrm>
          <a:prstGeom prst="rect">
            <a:avLst/>
          </a:prstGeom>
        </p:spPr>
      </p:pic>
      <p:pic>
        <p:nvPicPr>
          <p:cNvPr id="18" name="Graphique 17" descr="Coche avec un remplissage uni">
            <a:extLst>
              <a:ext uri="{FF2B5EF4-FFF2-40B4-BE49-F238E27FC236}">
                <a16:creationId xmlns:a16="http://schemas.microsoft.com/office/drawing/2014/main" id="{6DC0D10E-F3BD-4E8C-B452-3547469CFF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95249" y="3542126"/>
            <a:ext cx="291316" cy="291316"/>
          </a:xfrm>
          <a:prstGeom prst="rect">
            <a:avLst/>
          </a:prstGeom>
        </p:spPr>
      </p:pic>
      <p:pic>
        <p:nvPicPr>
          <p:cNvPr id="19" name="Graphique 18" descr="Coche avec un remplissage uni">
            <a:extLst>
              <a:ext uri="{FF2B5EF4-FFF2-40B4-BE49-F238E27FC236}">
                <a16:creationId xmlns:a16="http://schemas.microsoft.com/office/drawing/2014/main" id="{885E3F7B-1015-4E1F-9B0A-C4D4CDF758C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17469" y="2240428"/>
            <a:ext cx="291316" cy="291316"/>
          </a:xfrm>
          <a:prstGeom prst="rect">
            <a:avLst/>
          </a:prstGeom>
        </p:spPr>
      </p:pic>
      <p:pic>
        <p:nvPicPr>
          <p:cNvPr id="20" name="Graphique 19" descr="Coche avec un remplissage uni">
            <a:extLst>
              <a:ext uri="{FF2B5EF4-FFF2-40B4-BE49-F238E27FC236}">
                <a16:creationId xmlns:a16="http://schemas.microsoft.com/office/drawing/2014/main" id="{CF0C5992-FD40-4408-95A3-266ADEA76E1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17469" y="3043956"/>
            <a:ext cx="291316" cy="291316"/>
          </a:xfrm>
          <a:prstGeom prst="rect">
            <a:avLst/>
          </a:prstGeom>
        </p:spPr>
      </p:pic>
      <p:pic>
        <p:nvPicPr>
          <p:cNvPr id="21" name="Graphique 20" descr="Coche avec un remplissage uni">
            <a:extLst>
              <a:ext uri="{FF2B5EF4-FFF2-40B4-BE49-F238E27FC236}">
                <a16:creationId xmlns:a16="http://schemas.microsoft.com/office/drawing/2014/main" id="{F9EBC94D-F563-44EE-B4AC-AB479176555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17469" y="3701826"/>
            <a:ext cx="291316" cy="291316"/>
          </a:xfrm>
          <a:prstGeom prst="rect">
            <a:avLst/>
          </a:prstGeom>
        </p:spPr>
      </p:pic>
      <p:pic>
        <p:nvPicPr>
          <p:cNvPr id="22" name="Graphique 21" descr="Coche avec un remplissage uni">
            <a:extLst>
              <a:ext uri="{FF2B5EF4-FFF2-40B4-BE49-F238E27FC236}">
                <a16:creationId xmlns:a16="http://schemas.microsoft.com/office/drawing/2014/main" id="{39437A64-3056-4B7A-81E9-38B3DB21A0B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02895" y="5680313"/>
            <a:ext cx="291316" cy="291316"/>
          </a:xfrm>
          <a:prstGeom prst="rect">
            <a:avLst/>
          </a:prstGeom>
        </p:spPr>
      </p:pic>
      <p:pic>
        <p:nvPicPr>
          <p:cNvPr id="23" name="Graphique 22" descr="Coche avec un remplissage uni">
            <a:extLst>
              <a:ext uri="{FF2B5EF4-FFF2-40B4-BE49-F238E27FC236}">
                <a16:creationId xmlns:a16="http://schemas.microsoft.com/office/drawing/2014/main" id="{333ACF8B-DB17-4ABF-BC1F-DFDD882754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00380" y="5078739"/>
            <a:ext cx="291316" cy="291316"/>
          </a:xfrm>
          <a:prstGeom prst="rect">
            <a:avLst/>
          </a:prstGeom>
        </p:spPr>
      </p:pic>
      <p:pic>
        <p:nvPicPr>
          <p:cNvPr id="24" name="Graphique 23" descr="Coche avec un remplissage uni">
            <a:extLst>
              <a:ext uri="{FF2B5EF4-FFF2-40B4-BE49-F238E27FC236}">
                <a16:creationId xmlns:a16="http://schemas.microsoft.com/office/drawing/2014/main" id="{A2A0FED7-CAAB-4112-A3B1-A26E724B723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39689" y="4264827"/>
            <a:ext cx="291316" cy="291316"/>
          </a:xfrm>
          <a:prstGeom prst="rect">
            <a:avLst/>
          </a:prstGeom>
        </p:spPr>
      </p:pic>
      <p:pic>
        <p:nvPicPr>
          <p:cNvPr id="25" name="Graphique 24" descr="Coche avec un remplissage uni">
            <a:extLst>
              <a:ext uri="{FF2B5EF4-FFF2-40B4-BE49-F238E27FC236}">
                <a16:creationId xmlns:a16="http://schemas.microsoft.com/office/drawing/2014/main" id="{BA424056-22CD-458B-8D96-0672A09FAE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39689" y="4838469"/>
            <a:ext cx="291316" cy="291316"/>
          </a:xfrm>
          <a:prstGeom prst="rect">
            <a:avLst/>
          </a:prstGeom>
        </p:spPr>
      </p:pic>
      <p:pic>
        <p:nvPicPr>
          <p:cNvPr id="26" name="Graphique 25" descr="Coche avec un remplissage uni">
            <a:extLst>
              <a:ext uri="{FF2B5EF4-FFF2-40B4-BE49-F238E27FC236}">
                <a16:creationId xmlns:a16="http://schemas.microsoft.com/office/drawing/2014/main" id="{AA34CAC6-C305-4093-8B2A-77816C4A5C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39689" y="3414264"/>
            <a:ext cx="291316" cy="291316"/>
          </a:xfrm>
          <a:prstGeom prst="rect">
            <a:avLst/>
          </a:prstGeom>
        </p:spPr>
      </p:pic>
      <p:pic>
        <p:nvPicPr>
          <p:cNvPr id="27" name="Graphique 26" descr="Coche avec un remplissage uni">
            <a:extLst>
              <a:ext uri="{FF2B5EF4-FFF2-40B4-BE49-F238E27FC236}">
                <a16:creationId xmlns:a16="http://schemas.microsoft.com/office/drawing/2014/main" id="{6D80951F-0DB6-4445-B858-092D0C70B6F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16869" y="2850863"/>
            <a:ext cx="291316" cy="291316"/>
          </a:xfrm>
          <a:prstGeom prst="rect">
            <a:avLst/>
          </a:prstGeom>
        </p:spPr>
      </p:pic>
      <p:pic>
        <p:nvPicPr>
          <p:cNvPr id="28" name="Graphique 27" descr="Coche avec un remplissage uni">
            <a:extLst>
              <a:ext uri="{FF2B5EF4-FFF2-40B4-BE49-F238E27FC236}">
                <a16:creationId xmlns:a16="http://schemas.microsoft.com/office/drawing/2014/main" id="{731A767B-8D0A-4469-B38D-A9EA885BB5C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29560" y="5475512"/>
            <a:ext cx="291316" cy="291316"/>
          </a:xfrm>
          <a:prstGeom prst="rect">
            <a:avLst/>
          </a:prstGeom>
        </p:spPr>
      </p:pic>
      <p:pic>
        <p:nvPicPr>
          <p:cNvPr id="29" name="Graphique 28" descr="Coche avec un remplissage uni">
            <a:extLst>
              <a:ext uri="{FF2B5EF4-FFF2-40B4-BE49-F238E27FC236}">
                <a16:creationId xmlns:a16="http://schemas.microsoft.com/office/drawing/2014/main" id="{6617AD79-AFDD-4F16-8440-9F4264840D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18123" y="4167884"/>
            <a:ext cx="291316" cy="291316"/>
          </a:xfrm>
          <a:prstGeom prst="rect">
            <a:avLst/>
          </a:prstGeom>
        </p:spPr>
      </p:pic>
      <p:pic>
        <p:nvPicPr>
          <p:cNvPr id="30" name="Graphique 29" descr="Coche avec un remplissage uni">
            <a:extLst>
              <a:ext uri="{FF2B5EF4-FFF2-40B4-BE49-F238E27FC236}">
                <a16:creationId xmlns:a16="http://schemas.microsoft.com/office/drawing/2014/main" id="{E598EDB8-01CE-4DB3-945C-86ADA25B1CE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728509" y="3429000"/>
            <a:ext cx="291316" cy="291316"/>
          </a:xfrm>
          <a:prstGeom prst="rect">
            <a:avLst/>
          </a:prstGeom>
        </p:spPr>
      </p:pic>
    </p:spTree>
    <p:extLst>
      <p:ext uri="{BB962C8B-B14F-4D97-AF65-F5344CB8AC3E}">
        <p14:creationId xmlns:p14="http://schemas.microsoft.com/office/powerpoint/2010/main" val="789710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7C0156-9EAC-4E07-AF33-3F52F55877BA}"/>
              </a:ext>
            </a:extLst>
          </p:cNvPr>
          <p:cNvSpPr>
            <a:spLocks noGrp="1"/>
          </p:cNvSpPr>
          <p:nvPr>
            <p:ph type="title"/>
          </p:nvPr>
        </p:nvSpPr>
        <p:spPr/>
        <p:txBody>
          <a:bodyPr>
            <a:normAutofit fontScale="90000"/>
          </a:bodyPr>
          <a:lstStyle/>
          <a:p>
            <a:r>
              <a:rPr lang="en-US" dirty="0"/>
              <a:t>Community Booster checklists</a:t>
            </a:r>
            <a:br>
              <a:rPr lang="en-US" dirty="0"/>
            </a:br>
            <a:r>
              <a:rPr lang="en-US" dirty="0"/>
              <a:t>Using the checklists results</a:t>
            </a:r>
          </a:p>
        </p:txBody>
      </p:sp>
      <p:graphicFrame>
        <p:nvGraphicFramePr>
          <p:cNvPr id="6" name="Espace réservé du contenu 5">
            <a:extLst>
              <a:ext uri="{FF2B5EF4-FFF2-40B4-BE49-F238E27FC236}">
                <a16:creationId xmlns:a16="http://schemas.microsoft.com/office/drawing/2014/main" id="{7A5D399D-9A48-4A6F-B5BD-52BAD977BD28}"/>
              </a:ext>
            </a:extLst>
          </p:cNvPr>
          <p:cNvGraphicFramePr>
            <a:graphicFrameLocks noGrp="1"/>
          </p:cNvGraphicFramePr>
          <p:nvPr>
            <p:ph idx="1"/>
            <p:extLst>
              <p:ext uri="{D42A27DB-BD31-4B8C-83A1-F6EECF244321}">
                <p14:modId xmlns:p14="http://schemas.microsoft.com/office/powerpoint/2010/main" val="508666154"/>
              </p:ext>
            </p:extLst>
          </p:nvPr>
        </p:nvGraphicFramePr>
        <p:xfrm>
          <a:off x="0" y="1988190"/>
          <a:ext cx="4353888" cy="3236053"/>
        </p:xfrm>
        <a:graphic>
          <a:graphicData uri="http://schemas.openxmlformats.org/drawingml/2006/chart">
            <c:chart xmlns:c="http://schemas.openxmlformats.org/drawingml/2006/chart" xmlns:r="http://schemas.openxmlformats.org/officeDocument/2006/relationships" r:id="rId2"/>
          </a:graphicData>
        </a:graphic>
      </p:graphicFrame>
      <p:pic>
        <p:nvPicPr>
          <p:cNvPr id="7" name="Image 6">
            <a:extLst>
              <a:ext uri="{FF2B5EF4-FFF2-40B4-BE49-F238E27FC236}">
                <a16:creationId xmlns:a16="http://schemas.microsoft.com/office/drawing/2014/main" id="{65F8DC5D-A17B-4BA4-9BC1-B83D92C8D8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1549" y="4870873"/>
            <a:ext cx="613344" cy="613344"/>
          </a:xfrm>
          <a:prstGeom prst="rect">
            <a:avLst/>
          </a:prstGeom>
        </p:spPr>
      </p:pic>
      <p:graphicFrame>
        <p:nvGraphicFramePr>
          <p:cNvPr id="8" name="Espace réservé du contenu 5">
            <a:extLst>
              <a:ext uri="{FF2B5EF4-FFF2-40B4-BE49-F238E27FC236}">
                <a16:creationId xmlns:a16="http://schemas.microsoft.com/office/drawing/2014/main" id="{5B22A7DE-B804-4DFD-8161-8042A6E9078A}"/>
              </a:ext>
            </a:extLst>
          </p:cNvPr>
          <p:cNvGraphicFramePr>
            <a:graphicFrameLocks/>
          </p:cNvGraphicFramePr>
          <p:nvPr>
            <p:extLst>
              <p:ext uri="{D42A27DB-BD31-4B8C-83A1-F6EECF244321}">
                <p14:modId xmlns:p14="http://schemas.microsoft.com/office/powerpoint/2010/main" val="2596064589"/>
              </p:ext>
            </p:extLst>
          </p:nvPr>
        </p:nvGraphicFramePr>
        <p:xfrm>
          <a:off x="3782869" y="1988190"/>
          <a:ext cx="4353888" cy="323605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Tableau 10">
            <a:extLst>
              <a:ext uri="{FF2B5EF4-FFF2-40B4-BE49-F238E27FC236}">
                <a16:creationId xmlns:a16="http://schemas.microsoft.com/office/drawing/2014/main" id="{FF62A6CA-F812-4B32-B45A-9A54482E6CD7}"/>
              </a:ext>
            </a:extLst>
          </p:cNvPr>
          <p:cNvGraphicFramePr>
            <a:graphicFrameLocks noGrp="1"/>
          </p:cNvGraphicFramePr>
          <p:nvPr>
            <p:extLst>
              <p:ext uri="{D42A27DB-BD31-4B8C-83A1-F6EECF244321}">
                <p14:modId xmlns:p14="http://schemas.microsoft.com/office/powerpoint/2010/main" val="1098227817"/>
              </p:ext>
            </p:extLst>
          </p:nvPr>
        </p:nvGraphicFramePr>
        <p:xfrm>
          <a:off x="8254202" y="2294613"/>
          <a:ext cx="3788641" cy="3794902"/>
        </p:xfrm>
        <a:graphic>
          <a:graphicData uri="http://schemas.openxmlformats.org/drawingml/2006/table">
            <a:tbl>
              <a:tblPr firstRow="1" bandRow="1">
                <a:tableStyleId>{5C22544A-7EE6-4342-B048-85BDC9FD1C3A}</a:tableStyleId>
              </a:tblPr>
              <a:tblGrid>
                <a:gridCol w="1371283">
                  <a:extLst>
                    <a:ext uri="{9D8B030D-6E8A-4147-A177-3AD203B41FA5}">
                      <a16:colId xmlns:a16="http://schemas.microsoft.com/office/drawing/2014/main" val="1904663190"/>
                    </a:ext>
                  </a:extLst>
                </a:gridCol>
                <a:gridCol w="2417358">
                  <a:extLst>
                    <a:ext uri="{9D8B030D-6E8A-4147-A177-3AD203B41FA5}">
                      <a16:colId xmlns:a16="http://schemas.microsoft.com/office/drawing/2014/main" val="1784215831"/>
                    </a:ext>
                  </a:extLst>
                </a:gridCol>
              </a:tblGrid>
              <a:tr h="968646">
                <a:tc>
                  <a:txBody>
                    <a:bodyPr/>
                    <a:lstStyle/>
                    <a:p>
                      <a:r>
                        <a:rPr lang="en-US" sz="1400" dirty="0"/>
                        <a:t>Candidate or future Community Booster</a:t>
                      </a:r>
                    </a:p>
                  </a:txBody>
                  <a:tcPr/>
                </a:tc>
                <a:tc>
                  <a:txBody>
                    <a:bodyPr/>
                    <a:lstStyle/>
                    <a:p>
                      <a:r>
                        <a:rPr lang="en-US" sz="1400"/>
                        <a:t>Next moves / actions</a:t>
                      </a:r>
                    </a:p>
                  </a:txBody>
                  <a:tcPr/>
                </a:tc>
                <a:extLst>
                  <a:ext uri="{0D108BD9-81ED-4DB2-BD59-A6C34878D82A}">
                    <a16:rowId xmlns:a16="http://schemas.microsoft.com/office/drawing/2014/main" val="2300183022"/>
                  </a:ext>
                </a:extLst>
              </a:tr>
              <a:tr h="1413128">
                <a:tc>
                  <a:txBody>
                    <a:bodyPr/>
                    <a:lstStyle/>
                    <a:p>
                      <a:r>
                        <a:rPr lang="en-US" sz="1200"/>
                        <a:t>Rick</a:t>
                      </a:r>
                    </a:p>
                  </a:txBody>
                  <a:tcPr/>
                </a:tc>
                <a:tc>
                  <a:txBody>
                    <a:bodyPr/>
                    <a:lstStyle/>
                    <a:p>
                      <a:pPr marL="342900" indent="-342900">
                        <a:buFont typeface="+mj-lt"/>
                        <a:buAutoNum type="arabicPeriod"/>
                      </a:pPr>
                      <a:r>
                        <a:rPr lang="en-US" sz="1200" b="1"/>
                        <a:t>🎖️Achievements : </a:t>
                      </a:r>
                      <a:r>
                        <a:rPr lang="en-US" sz="1200"/>
                        <a:t>Identify deeds to perform for the Community</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200" b="1"/>
                        <a:t>⌛Resources and capacity : </a:t>
                      </a:r>
                      <a:r>
                        <a:rPr lang="en-US" sz="1200"/>
                        <a:t>Negotiate with manager for availabilities to ramp-up </a:t>
                      </a:r>
                    </a:p>
                  </a:txBody>
                  <a:tcPr/>
                </a:tc>
                <a:extLst>
                  <a:ext uri="{0D108BD9-81ED-4DB2-BD59-A6C34878D82A}">
                    <a16:rowId xmlns:a16="http://schemas.microsoft.com/office/drawing/2014/main" val="1747710672"/>
                  </a:ext>
                </a:extLst>
              </a:tr>
              <a:tr h="1413128">
                <a:tc>
                  <a:txBody>
                    <a:bodyPr/>
                    <a:lstStyle/>
                    <a:p>
                      <a:r>
                        <a:rPr lang="en-US" sz="1200"/>
                        <a:t>Donna</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lang="en-US" sz="1200" b="1" dirty="0"/>
                        <a:t>🔥Skills : </a:t>
                      </a:r>
                      <a:r>
                        <a:rPr lang="en-US" sz="1200" dirty="0"/>
                        <a:t>Organize training on Community Canvas</a:t>
                      </a:r>
                    </a:p>
                    <a:p>
                      <a:pPr marL="285750" indent="-285750">
                        <a:buFont typeface="+mj-lt"/>
                        <a:buAutoNum type="arabicPeriod"/>
                      </a:pPr>
                      <a:r>
                        <a:rPr lang="en-US" sz="1200" b="1" dirty="0"/>
                        <a:t>👍 Current position &amp; recognition : </a:t>
                      </a:r>
                      <a:r>
                        <a:rPr lang="en-US" sz="1200" dirty="0"/>
                        <a:t>Officialize her role as a Community Booster trainee</a:t>
                      </a:r>
                    </a:p>
                  </a:txBody>
                  <a:tcPr/>
                </a:tc>
                <a:extLst>
                  <a:ext uri="{0D108BD9-81ED-4DB2-BD59-A6C34878D82A}">
                    <a16:rowId xmlns:a16="http://schemas.microsoft.com/office/drawing/2014/main" val="2845435519"/>
                  </a:ext>
                </a:extLst>
              </a:tr>
            </a:tbl>
          </a:graphicData>
        </a:graphic>
      </p:graphicFrame>
      <p:pic>
        <p:nvPicPr>
          <p:cNvPr id="11" name="Image 10" descr="Une image contenant personne, femme, herbe, extérieur&#10;&#10;Description générée automatiquement">
            <a:extLst>
              <a:ext uri="{FF2B5EF4-FFF2-40B4-BE49-F238E27FC236}">
                <a16:creationId xmlns:a16="http://schemas.microsoft.com/office/drawing/2014/main" id="{8B37624B-7B4E-4F8F-AFB3-114D0E0C33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1864" y="4917571"/>
            <a:ext cx="613344" cy="613344"/>
          </a:xfrm>
          <a:prstGeom prst="rect">
            <a:avLst/>
          </a:prstGeom>
        </p:spPr>
      </p:pic>
      <p:pic>
        <p:nvPicPr>
          <p:cNvPr id="9" name="Image 8">
            <a:extLst>
              <a:ext uri="{FF2B5EF4-FFF2-40B4-BE49-F238E27FC236}">
                <a16:creationId xmlns:a16="http://schemas.microsoft.com/office/drawing/2014/main" id="{740EA120-4C0A-4970-B7F4-0D9B7A9886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4179" y="3655344"/>
            <a:ext cx="613344" cy="613344"/>
          </a:xfrm>
          <a:prstGeom prst="rect">
            <a:avLst/>
          </a:prstGeom>
        </p:spPr>
      </p:pic>
      <p:pic>
        <p:nvPicPr>
          <p:cNvPr id="12" name="Image 11" descr="Une image contenant personne, femme, herbe, extérieur&#10;&#10;Description générée automatiquement">
            <a:extLst>
              <a:ext uri="{FF2B5EF4-FFF2-40B4-BE49-F238E27FC236}">
                <a16:creationId xmlns:a16="http://schemas.microsoft.com/office/drawing/2014/main" id="{95865948-2C03-42C6-95C7-2DBB28E5CC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1106" y="5016075"/>
            <a:ext cx="613344" cy="613344"/>
          </a:xfrm>
          <a:prstGeom prst="rect">
            <a:avLst/>
          </a:prstGeom>
        </p:spPr>
      </p:pic>
      <p:sp>
        <p:nvSpPr>
          <p:cNvPr id="13" name="Espace réservé du contenu 2">
            <a:extLst>
              <a:ext uri="{FF2B5EF4-FFF2-40B4-BE49-F238E27FC236}">
                <a16:creationId xmlns:a16="http://schemas.microsoft.com/office/drawing/2014/main" id="{41E7198A-A842-4390-9D82-9E2E9EFB43E6}"/>
              </a:ext>
            </a:extLst>
          </p:cNvPr>
          <p:cNvSpPr txBox="1">
            <a:spLocks/>
          </p:cNvSpPr>
          <p:nvPr/>
        </p:nvSpPr>
        <p:spPr>
          <a:xfrm>
            <a:off x="625812" y="5615568"/>
            <a:ext cx="2769141" cy="105865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Rick is skilled and recognized as a potential leader but has a low availability and has not achieved anything significant for the Community yet. </a:t>
            </a:r>
          </a:p>
        </p:txBody>
      </p:sp>
      <p:sp>
        <p:nvSpPr>
          <p:cNvPr id="14" name="Espace réservé du contenu 2">
            <a:extLst>
              <a:ext uri="{FF2B5EF4-FFF2-40B4-BE49-F238E27FC236}">
                <a16:creationId xmlns:a16="http://schemas.microsoft.com/office/drawing/2014/main" id="{143F1F12-02A7-4CE0-935A-B527B7326EF4}"/>
              </a:ext>
            </a:extLst>
          </p:cNvPr>
          <p:cNvSpPr txBox="1">
            <a:spLocks/>
          </p:cNvSpPr>
          <p:nvPr/>
        </p:nvSpPr>
        <p:spPr>
          <a:xfrm>
            <a:off x="4488050" y="5615568"/>
            <a:ext cx="3060971" cy="1058650"/>
          </a:xfrm>
          <a:prstGeom prst="rect">
            <a:avLst/>
          </a:prstGeom>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a:t>Donna is motivated and has already contributed to the Community. She also has time to ramp-up. However, she lacks official recognition for the moment and skills for a future position.</a:t>
            </a:r>
          </a:p>
        </p:txBody>
      </p:sp>
    </p:spTree>
    <p:extLst>
      <p:ext uri="{BB962C8B-B14F-4D97-AF65-F5344CB8AC3E}">
        <p14:creationId xmlns:p14="http://schemas.microsoft.com/office/powerpoint/2010/main" val="3165885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45F34BB8-882F-2977-DF90-3AF514EEBF70}"/>
              </a:ext>
            </a:extLst>
          </p:cNvPr>
          <p:cNvSpPr>
            <a:spLocks noGrp="1"/>
          </p:cNvSpPr>
          <p:nvPr>
            <p:ph type="title"/>
          </p:nvPr>
        </p:nvSpPr>
        <p:spPr/>
        <p:txBody>
          <a:bodyPr>
            <a:normAutofit fontScale="90000"/>
          </a:bodyPr>
          <a:lstStyle/>
          <a:p>
            <a:r>
              <a:rPr lang="en-US" dirty="0"/>
              <a:t>Community Boosters Checklists as a workshop for Subcommunities boosters</a:t>
            </a:r>
          </a:p>
        </p:txBody>
      </p:sp>
      <p:sp>
        <p:nvSpPr>
          <p:cNvPr id="10" name="Espace réservé du contenu 9">
            <a:extLst>
              <a:ext uri="{FF2B5EF4-FFF2-40B4-BE49-F238E27FC236}">
                <a16:creationId xmlns:a16="http://schemas.microsoft.com/office/drawing/2014/main" id="{CA6FB32C-FCD4-AC27-AFA2-C30DF2D7F45B}"/>
              </a:ext>
            </a:extLst>
          </p:cNvPr>
          <p:cNvSpPr>
            <a:spLocks noGrp="1"/>
          </p:cNvSpPr>
          <p:nvPr>
            <p:ph idx="1"/>
          </p:nvPr>
        </p:nvSpPr>
        <p:spPr/>
        <p:txBody>
          <a:bodyPr>
            <a:normAutofit fontScale="70000" lnSpcReduction="20000"/>
          </a:bodyPr>
          <a:lstStyle/>
          <a:p>
            <a:r>
              <a:rPr lang="en-US" sz="2800" dirty="0"/>
              <a:t>There can be various uses of this checklist, only one of them will be described in this document.</a:t>
            </a:r>
          </a:p>
          <a:p>
            <a:endParaRPr lang="en-US" dirty="0"/>
          </a:p>
          <a:p>
            <a:r>
              <a:rPr lang="en-US" dirty="0"/>
              <a:t>The following slides describe how a Community booster, along with sponsors and decision makers, can organize a workshop to assess together </a:t>
            </a:r>
          </a:p>
          <a:p>
            <a:pPr lvl="1"/>
            <a:r>
              <a:rPr lang="en-US" dirty="0"/>
              <a:t>WHO would be the best candidates to become a Subcommunity Booster (Community Booster of a subcommunity).</a:t>
            </a:r>
          </a:p>
          <a:p>
            <a:pPr lvl="1"/>
            <a:r>
              <a:rPr lang="en-US" dirty="0"/>
              <a:t>HOW to help them assume the roles given their assessment</a:t>
            </a:r>
          </a:p>
          <a:p>
            <a:pPr lvl="1"/>
            <a:r>
              <a:rPr lang="en-US" dirty="0"/>
              <a:t>The workshop described here fits the phase 3 of the 5-phase Community Development model in #OpenSeriousCommunity</a:t>
            </a:r>
          </a:p>
          <a:p>
            <a:pPr lvl="1"/>
            <a:r>
              <a:rPr lang="en-US" dirty="0"/>
              <a:t>In the checklist, feel free to adjust the word “Community” and change it to “Subcommunity” if you plan to pick profiles for subcommunities boosters</a:t>
            </a:r>
          </a:p>
          <a:p>
            <a:pPr marL="0" indent="0">
              <a:buNone/>
            </a:pPr>
            <a:endParaRPr lang="en-US" dirty="0"/>
          </a:p>
        </p:txBody>
      </p:sp>
    </p:spTree>
    <p:extLst>
      <p:ext uri="{BB962C8B-B14F-4D97-AF65-F5344CB8AC3E}">
        <p14:creationId xmlns:p14="http://schemas.microsoft.com/office/powerpoint/2010/main" val="2176162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C45EC8-0CA8-4F50-B79E-7B5F658CF734}"/>
              </a:ext>
            </a:extLst>
          </p:cNvPr>
          <p:cNvSpPr>
            <a:spLocks noGrp="1"/>
          </p:cNvSpPr>
          <p:nvPr>
            <p:ph type="title"/>
          </p:nvPr>
        </p:nvSpPr>
        <p:spPr/>
        <p:txBody>
          <a:bodyPr/>
          <a:lstStyle/>
          <a:p>
            <a:r>
              <a:rPr lang="en-US" dirty="0"/>
              <a:t>This workshop is an </a:t>
            </a:r>
            <a:r>
              <a:rPr lang="en-US" b="1" dirty="0"/>
              <a:t>#</a:t>
            </a:r>
            <a:r>
              <a:rPr lang="en-US" b="1" dirty="0">
                <a:solidFill>
                  <a:srgbClr val="ED7D31"/>
                </a:solidFill>
              </a:rPr>
              <a:t>Open</a:t>
            </a:r>
            <a:r>
              <a:rPr lang="en-US" b="1" dirty="0">
                <a:solidFill>
                  <a:srgbClr val="0683AA"/>
                </a:solidFill>
              </a:rPr>
              <a:t>Serious</a:t>
            </a:r>
            <a:r>
              <a:rPr lang="en-US" b="1" dirty="0">
                <a:solidFill>
                  <a:srgbClr val="ED7D31"/>
                </a:solidFill>
              </a:rPr>
              <a:t>Game</a:t>
            </a:r>
            <a:endParaRPr lang="en-US" dirty="0"/>
          </a:p>
        </p:txBody>
      </p:sp>
      <p:sp>
        <p:nvSpPr>
          <p:cNvPr id="3" name="Espace réservé du contenu 2">
            <a:extLst>
              <a:ext uri="{FF2B5EF4-FFF2-40B4-BE49-F238E27FC236}">
                <a16:creationId xmlns:a16="http://schemas.microsoft.com/office/drawing/2014/main" id="{9121A52E-EB2B-4E34-8070-8BCF5D5ECAFC}"/>
              </a:ext>
            </a:extLst>
          </p:cNvPr>
          <p:cNvSpPr>
            <a:spLocks noGrp="1"/>
          </p:cNvSpPr>
          <p:nvPr>
            <p:ph idx="1"/>
          </p:nvPr>
        </p:nvSpPr>
        <p:spPr>
          <a:xfrm>
            <a:off x="1841874" y="2141537"/>
            <a:ext cx="5438313" cy="4351338"/>
          </a:xfrm>
        </p:spPr>
        <p:txBody>
          <a:bodyPr>
            <a:normAutofit lnSpcReduction="10000"/>
          </a:bodyPr>
          <a:lstStyle/>
          <a:p>
            <a:pPr marL="0" indent="0">
              <a:buNone/>
            </a:pPr>
            <a:r>
              <a:rPr lang="en-US" sz="2400" i="1" dirty="0"/>
              <a:t>It is made so that you can host and share it after discovering it as a participant</a:t>
            </a:r>
          </a:p>
          <a:p>
            <a:pPr marL="0" indent="0">
              <a:buNone/>
            </a:pPr>
            <a:r>
              <a:rPr lang="en-US" sz="2400" i="1" dirty="0"/>
              <a:t>
All the material to promote, animate, adapt, create variants is at your disposal.</a:t>
            </a:r>
          </a:p>
          <a:p>
            <a:pPr marL="0" indent="0">
              <a:buNone/>
            </a:pPr>
            <a:r>
              <a:rPr lang="en-US" sz="2400" i="1" dirty="0"/>
              <a:t>
One day, it will be up to you to transfer knowledge !</a:t>
            </a:r>
          </a:p>
        </p:txBody>
      </p:sp>
      <p:pic>
        <p:nvPicPr>
          <p:cNvPr id="4" name="Image 3">
            <a:extLst>
              <a:ext uri="{FF2B5EF4-FFF2-40B4-BE49-F238E27FC236}">
                <a16:creationId xmlns:a16="http://schemas.microsoft.com/office/drawing/2014/main" id="{04501FF5-50FB-4835-AC38-DE7060AC8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0400" y="2141537"/>
            <a:ext cx="4029321" cy="3887109"/>
          </a:xfrm>
          <a:prstGeom prst="rect">
            <a:avLst/>
          </a:prstGeom>
        </p:spPr>
      </p:pic>
      <p:pic>
        <p:nvPicPr>
          <p:cNvPr id="5" name="Graphique 4" descr="Femme portant un tailleur">
            <a:extLst>
              <a:ext uri="{FF2B5EF4-FFF2-40B4-BE49-F238E27FC236}">
                <a16:creationId xmlns:a16="http://schemas.microsoft.com/office/drawing/2014/main" id="{DA552F60-FAB3-4211-A258-9976D20A0AB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b="54187"/>
          <a:stretch/>
        </p:blipFill>
        <p:spPr>
          <a:xfrm flipH="1">
            <a:off x="221942" y="1755495"/>
            <a:ext cx="1388293" cy="1217493"/>
          </a:xfrm>
          <a:prstGeom prst="rect">
            <a:avLst/>
          </a:prstGeom>
        </p:spPr>
      </p:pic>
      <p:pic>
        <p:nvPicPr>
          <p:cNvPr id="7" name="Graphique 6" descr="Globe terrestre : Europe et Afrique avec un remplissage uni">
            <a:extLst>
              <a:ext uri="{FF2B5EF4-FFF2-40B4-BE49-F238E27FC236}">
                <a16:creationId xmlns:a16="http://schemas.microsoft.com/office/drawing/2014/main" id="{BF9A0F6D-29FD-4474-81EC-A8C8D83DF8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8924" y="5261395"/>
            <a:ext cx="1608546" cy="1608546"/>
          </a:xfrm>
          <a:prstGeom prst="rect">
            <a:avLst/>
          </a:prstGeom>
        </p:spPr>
      </p:pic>
      <p:pic>
        <p:nvPicPr>
          <p:cNvPr id="9" name="Graphique 8" descr="Plan avec un remplissage uni">
            <a:extLst>
              <a:ext uri="{FF2B5EF4-FFF2-40B4-BE49-F238E27FC236}">
                <a16:creationId xmlns:a16="http://schemas.microsoft.com/office/drawing/2014/main" id="{03573D61-78B1-42D7-9CFC-A0D32179E4B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46229" y="3719920"/>
            <a:ext cx="1379826" cy="1379826"/>
          </a:xfrm>
          <a:prstGeom prst="rect">
            <a:avLst/>
          </a:prstGeom>
        </p:spPr>
      </p:pic>
    </p:spTree>
    <p:extLst>
      <p:ext uri="{BB962C8B-B14F-4D97-AF65-F5344CB8AC3E}">
        <p14:creationId xmlns:p14="http://schemas.microsoft.com/office/powerpoint/2010/main" val="3357181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en-US" dirty="0"/>
              <a:t>How Community Boosters Checklists is conducted</a:t>
            </a:r>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2642725588"/>
              </p:ext>
            </p:extLst>
          </p:nvPr>
        </p:nvGraphicFramePr>
        <p:xfrm>
          <a:off x="217646" y="1603540"/>
          <a:ext cx="10421855" cy="5187582"/>
        </p:xfrm>
        <a:graphic>
          <a:graphicData uri="http://schemas.openxmlformats.org/drawingml/2006/table">
            <a:tbl>
              <a:tblPr firstRow="1" bandRow="1">
                <a:tableStyleId>{5C22544A-7EE6-4342-B048-85BDC9FD1C3A}</a:tableStyleId>
              </a:tblPr>
              <a:tblGrid>
                <a:gridCol w="1796089">
                  <a:extLst>
                    <a:ext uri="{9D8B030D-6E8A-4147-A177-3AD203B41FA5}">
                      <a16:colId xmlns:a16="http://schemas.microsoft.com/office/drawing/2014/main" val="1302591909"/>
                    </a:ext>
                  </a:extLst>
                </a:gridCol>
                <a:gridCol w="6873411">
                  <a:extLst>
                    <a:ext uri="{9D8B030D-6E8A-4147-A177-3AD203B41FA5}">
                      <a16:colId xmlns:a16="http://schemas.microsoft.com/office/drawing/2014/main" val="1572267126"/>
                    </a:ext>
                  </a:extLst>
                </a:gridCol>
                <a:gridCol w="1752355">
                  <a:extLst>
                    <a:ext uri="{9D8B030D-6E8A-4147-A177-3AD203B41FA5}">
                      <a16:colId xmlns:a16="http://schemas.microsoft.com/office/drawing/2014/main" val="4222483745"/>
                    </a:ext>
                  </a:extLst>
                </a:gridCol>
              </a:tblGrid>
              <a:tr h="828942">
                <a:tc>
                  <a:txBody>
                    <a:bodyPr/>
                    <a:lstStyle/>
                    <a:p>
                      <a:r>
                        <a:rPr lang="en-US" sz="1400" noProof="0"/>
                        <a:t>Workshop Preparation</a:t>
                      </a:r>
                    </a:p>
                  </a:txBody>
                  <a:tcPr/>
                </a:tc>
                <a:tc>
                  <a:txBody>
                    <a:bodyPr/>
                    <a:lstStyle/>
                    <a:p>
                      <a:pPr algn="ctr"/>
                      <a:r>
                        <a:rPr lang="en-US" sz="1400" noProof="0"/>
                        <a:t>Steps</a:t>
                      </a:r>
                    </a:p>
                    <a:p>
                      <a:pPr algn="ctr"/>
                      <a:r>
                        <a:rPr lang="en-US" sz="1400" noProof="0"/>
                        <a:t>Rules of the Workshop, Narrative</a:t>
                      </a:r>
                    </a:p>
                  </a:txBody>
                  <a:tcPr/>
                </a:tc>
                <a:tc>
                  <a:txBody>
                    <a:bodyPr/>
                    <a:lstStyle/>
                    <a:p>
                      <a:r>
                        <a:rPr lang="en-US" sz="1400" noProof="0"/>
                        <a:t>Closing :</a:t>
                      </a:r>
                    </a:p>
                    <a:p>
                      <a:r>
                        <a:rPr lang="en-US" sz="1400" noProof="0"/>
                        <a:t>Debriefing, Thanking, …</a:t>
                      </a:r>
                    </a:p>
                  </a:txBody>
                  <a:tcPr/>
                </a:tc>
                <a:extLst>
                  <a:ext uri="{0D108BD9-81ED-4DB2-BD59-A6C34878D82A}">
                    <a16:rowId xmlns:a16="http://schemas.microsoft.com/office/drawing/2014/main" val="1724558119"/>
                  </a:ext>
                </a:extLst>
              </a:tr>
              <a:tr h="3521451">
                <a:tc>
                  <a:txBody>
                    <a:bodyPr/>
                    <a:lstStyle/>
                    <a:p>
                      <a:r>
                        <a:rPr lang="en-US" sz="1400" noProof="0" dirty="0"/>
                        <a:t>Adjust the «Community Boosters Checklists » to the specificities of your own context (add, change or remove criteria, change points, etc.)</a:t>
                      </a:r>
                    </a:p>
                    <a:p>
                      <a:endParaRPr lang="en-US" sz="14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List members that would be likely to become subcommunity boosters. (Should be less than 5, ideally 3)</a:t>
                      </a:r>
                    </a:p>
                    <a:p>
                      <a:endParaRPr lang="en-US" sz="1400" noProof="0" dirty="0"/>
                    </a:p>
                    <a:p>
                      <a:endParaRPr lang="en-US" sz="1400" noProof="0" dirty="0"/>
                    </a:p>
                  </a:txBody>
                  <a:tcPr/>
                </a:tc>
                <a:tc>
                  <a:txBody>
                    <a:bodyPr/>
                    <a:lstStyle/>
                    <a:p>
                      <a:r>
                        <a:rPr lang="en-US" sz="1400" noProof="0" dirty="0"/>
                        <a:t>10 min</a:t>
                      </a:r>
                    </a:p>
                    <a:p>
                      <a:r>
                        <a:rPr lang="en-US" sz="1400" b="1" noProof="0" dirty="0"/>
                        <a:t>Part 1 Sharing the list of Candidates</a:t>
                      </a:r>
                    </a:p>
                    <a:p>
                      <a:r>
                        <a:rPr lang="en-US" sz="1400" noProof="0" dirty="0"/>
                        <a:t>(can be performed before the workshop) Present members that would be likely to become subcommunity boosters. Workshop is likely to be more productive if participants know these members. Members do not have to participate, and it is possible)</a:t>
                      </a:r>
                    </a:p>
                    <a:p>
                      <a:endParaRPr lang="en-US" sz="1400" noProof="0" dirty="0"/>
                    </a:p>
                    <a:p>
                      <a:r>
                        <a:rPr lang="en-US" sz="1400" noProof="0" dirty="0"/>
                        <a:t>10 min / candidate</a:t>
                      </a:r>
                    </a:p>
                    <a:p>
                      <a:r>
                        <a:rPr lang="en-US" sz="1400" b="1" noProof="0" dirty="0"/>
                        <a:t>Part 2 Assessing Candidates (one profile at a time)</a:t>
                      </a:r>
                    </a:p>
                    <a:p>
                      <a:r>
                        <a:rPr lang="en-US" sz="1400" b="0" noProof="0" dirty="0"/>
                        <a:t>Starting with one profile, assess a candidate using the Checklist</a:t>
                      </a:r>
                    </a:p>
                    <a:p>
                      <a:endParaRPr lang="en-US" sz="1400" b="0" noProof="0" dirty="0"/>
                    </a:p>
                    <a:p>
                      <a:r>
                        <a:rPr lang="en-US" sz="1400" b="0" noProof="0" dirty="0"/>
                        <a:t>5 min</a:t>
                      </a:r>
                    </a:p>
                    <a:p>
                      <a:r>
                        <a:rPr lang="en-US" sz="1400" b="1" noProof="0" dirty="0"/>
                        <a:t>Part 3 Selecting the top candidates for next steps</a:t>
                      </a:r>
                    </a:p>
                    <a:p>
                      <a:r>
                        <a:rPr lang="en-US" sz="1400" b="0" noProof="0" dirty="0"/>
                        <a:t>Based on points and other information, select the top candidates for next steps (training, coaching, position changing, resource allocation, etc.)</a:t>
                      </a:r>
                    </a:p>
                    <a:p>
                      <a:endParaRPr lang="en-US" sz="1400" b="0" noProof="0" dirty="0"/>
                    </a:p>
                    <a:p>
                      <a:r>
                        <a:rPr lang="en-US" sz="1400" b="0" noProof="0" dirty="0"/>
                        <a:t>10 min</a:t>
                      </a:r>
                    </a:p>
                    <a:p>
                      <a:r>
                        <a:rPr lang="en-US" sz="1400" b="1" noProof="0" dirty="0"/>
                        <a:t>Part 4 Brainstorm on the next steps</a:t>
                      </a:r>
                    </a:p>
                    <a:p>
                      <a:r>
                        <a:rPr lang="en-US" sz="1400" b="0" noProof="0" dirty="0"/>
                        <a:t>For the selected candidates, define the next steps, category by category (intention, resources &amp; capacity, etc.)</a:t>
                      </a:r>
                    </a:p>
                  </a:txBody>
                  <a:tcPr/>
                </a:tc>
                <a:tc>
                  <a:txBody>
                    <a:bodyPr/>
                    <a:lstStyle/>
                    <a:p>
                      <a:r>
                        <a:rPr lang="en-US" sz="1400" noProof="0" dirty="0"/>
                        <a:t>10 minutes</a:t>
                      </a:r>
                    </a:p>
                    <a:p>
                      <a:r>
                        <a:rPr lang="en-US" sz="1400" b="1" noProof="0" dirty="0"/>
                        <a:t>Discussing follow-up of actions</a:t>
                      </a:r>
                    </a:p>
                    <a:p>
                      <a:r>
                        <a:rPr lang="en-US" sz="1400" b="0" noProof="0" dirty="0"/>
                        <a:t>Discuss together how actions of improvement will be performed and followed-up</a:t>
                      </a:r>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dirty="0">
                <a:solidFill>
                  <a:srgbClr val="000000"/>
                </a:solidFill>
                <a:cs typeface="Calibri"/>
              </a:rPr>
              <a:t>Total :</a:t>
            </a:r>
          </a:p>
          <a:p>
            <a:pPr marL="0" indent="0" algn="ctr">
              <a:buFont typeface="Arial" panose="020B0604020202020204" pitchFamily="34" charset="0"/>
              <a:buNone/>
            </a:pPr>
            <a:r>
              <a:rPr lang="en-US" sz="2000" b="1" dirty="0">
                <a:solidFill>
                  <a:srgbClr val="000000"/>
                </a:solidFill>
                <a:cs typeface="Calibri"/>
              </a:rPr>
              <a:t>55 min (3 candidates)</a:t>
            </a:r>
          </a:p>
          <a:p>
            <a:pPr marL="0" indent="0" algn="ctr">
              <a:buFont typeface="Arial" panose="020B0604020202020204" pitchFamily="34" charset="0"/>
              <a:buNone/>
            </a:pPr>
            <a:r>
              <a:rPr lang="en-US" sz="2000" b="1" dirty="0">
                <a:solidFill>
                  <a:srgbClr val="000000"/>
                </a:solidFill>
                <a:cs typeface="Calibri"/>
              </a:rPr>
              <a:t>1h15 (5 candidates)</a:t>
            </a:r>
          </a:p>
        </p:txBody>
      </p:sp>
    </p:spTree>
    <p:extLst>
      <p:ext uri="{BB962C8B-B14F-4D97-AF65-F5344CB8AC3E}">
        <p14:creationId xmlns:p14="http://schemas.microsoft.com/office/powerpoint/2010/main" val="4289724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dirty="0"/>
              <a:t>Organizing Community Boosters Checklists workshop</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402256" y="191522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🎓Educational objectives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402256" y="249442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Getting to know some requirements for a solid foundation for Community Boosters</a:t>
            </a:r>
          </a:p>
          <a:p>
            <a:pPr marL="0" indent="0">
              <a:buFont typeface="Arial" panose="020B0604020202020204" pitchFamily="34" charset="0"/>
              <a:buNone/>
            </a:pPr>
            <a:r>
              <a:rPr lang="en-US" sz="1200" dirty="0"/>
              <a:t>Having explored various aspects of a Community Boosters development</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3321056" y="191522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🎯Operational goals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3321056" y="2494428"/>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Identification of next steps for development of Community Boosters or potential Community Boosters</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6253803" y="191522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🧑‍🤝‍🧑Ideal Audience</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6253803" y="2494428"/>
            <a:ext cx="2832018" cy="1690823"/>
          </a:xfrm>
          <a:prstGeom prst="rect">
            <a:avLst/>
          </a:prstGeom>
          <a:solidFill>
            <a:schemeClr val="bg1">
              <a:lumMod val="95000"/>
            </a:schemeClr>
          </a:solidFill>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Best use in Corporate Communities</a:t>
            </a:r>
          </a:p>
          <a:p>
            <a:pPr marL="0" indent="0">
              <a:buNone/>
            </a:pPr>
            <a:r>
              <a:rPr lang="en-US" sz="1200" dirty="0"/>
              <a:t>1 to 5 users</a:t>
            </a:r>
          </a:p>
          <a:p>
            <a:pPr marL="0" indent="0">
              <a:buNone/>
            </a:pPr>
            <a:r>
              <a:rPr lang="en-US" sz="1200" dirty="0"/>
              <a:t>Community leaders or decision makers around the Community</a:t>
            </a:r>
          </a:p>
          <a:p>
            <a:pPr marL="0" indent="0">
              <a:buNone/>
            </a:pPr>
            <a:r>
              <a:rPr lang="en-US" sz="1200" dirty="0"/>
              <a:t>Participants must know what a Community is, for which Communities they want to pick leaders, and be able to help these leaders with actions or decisions.</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9172603" y="191522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🛠️Examples of uses and problems addressed</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9172603" y="2494428"/>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Community XYZ is a practice community in a corporate environment.  It grew strong for several months, but members are less and less interested in common topics, while more and more interested in subgroups. XYZ leaders decide to use Community Boosters checklists to assess candidates for leaderships of subgroups.</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402256" y="4350067"/>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Topics not covered in this workshop</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402256" y="4929273"/>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Soft Skills of a Community Booster</a:t>
            </a:r>
          </a:p>
          <a:p>
            <a:pPr marL="0" indent="0">
              <a:buFont typeface="Arial" panose="020B0604020202020204" pitchFamily="34" charset="0"/>
              <a:buNone/>
            </a:pPr>
            <a:r>
              <a:rPr lang="en-US" sz="1200" dirty="0"/>
              <a:t>Evolution of a Community</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3321056" y="4350067"/>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dirty="0"/>
              <a:t>📅Logistics</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3321056" y="4929273"/>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55 min to 1h15 min</a:t>
            </a:r>
          </a:p>
          <a:p>
            <a:pPr marL="0" indent="0">
              <a:buFont typeface="Arial" panose="020B0604020202020204" pitchFamily="34" charset="0"/>
              <a:buNone/>
            </a:pPr>
            <a:r>
              <a:rPr lang="en-US" sz="1200" dirty="0"/>
              <a:t>No special equipment needed</a:t>
            </a:r>
          </a:p>
          <a:p>
            <a:pPr marL="0" indent="0">
              <a:buFont typeface="Arial" panose="020B0604020202020204" pitchFamily="34" charset="0"/>
              <a:buNone/>
            </a:pPr>
            <a:r>
              <a:rPr lang="en-US" sz="1200" dirty="0"/>
              <a:t>Remote or </a:t>
            </a:r>
            <a:r>
              <a:rPr lang="en-US" sz="1200" dirty="0" err="1"/>
              <a:t>Irl</a:t>
            </a:r>
            <a:endParaRPr lang="en-US" sz="1200" dirty="0"/>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6253803" y="4350067"/>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💡Ideas of complementary content</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6253803" y="4929273"/>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Community Audit</a:t>
            </a:r>
          </a:p>
          <a:p>
            <a:pPr marL="0" indent="0">
              <a:buNone/>
            </a:pPr>
            <a:endParaRPr lang="en-US" sz="1200" dirty="0"/>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9172603" y="4350067"/>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dirty="0"/>
              <a:t>🎤Pitch to copy-paste in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9172603" y="4929273"/>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Community Boosters are people who help a community thrive, and key roles for members engagement.</a:t>
            </a:r>
          </a:p>
          <a:p>
            <a:pPr marL="0" indent="0">
              <a:buNone/>
            </a:pPr>
            <a:r>
              <a:rPr lang="en-US" sz="1200" dirty="0"/>
              <a:t>Community Booster development is a multidimensional endeavor, which can seem very complex or blurry at first sight. </a:t>
            </a:r>
          </a:p>
          <a:p>
            <a:pPr marL="0" indent="0">
              <a:buNone/>
            </a:pPr>
            <a:r>
              <a:rPr lang="en-US" sz="1200" dirty="0"/>
              <a:t>Community Boosters checklists is a workshop to help in designing development path for leaders.</a:t>
            </a:r>
          </a:p>
        </p:txBody>
      </p:sp>
    </p:spTree>
    <p:extLst>
      <p:ext uri="{BB962C8B-B14F-4D97-AF65-F5344CB8AC3E}">
        <p14:creationId xmlns:p14="http://schemas.microsoft.com/office/powerpoint/2010/main" val="471399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dirty="0"/>
              <a:t>Level 4 : Co-hosting of Community Boosters Checklist</a:t>
            </a:r>
          </a:p>
        </p:txBody>
      </p:sp>
      <p:graphicFrame>
        <p:nvGraphicFramePr>
          <p:cNvPr id="43" name="Tableau 9">
            <a:extLst>
              <a:ext uri="{FF2B5EF4-FFF2-40B4-BE49-F238E27FC236}">
                <a16:creationId xmlns:a16="http://schemas.microsoft.com/office/drawing/2014/main" id="{C67131CB-D953-44BF-AB8A-A11E972A5B0B}"/>
              </a:ext>
            </a:extLst>
          </p:cNvPr>
          <p:cNvGraphicFramePr>
            <a:graphicFrameLocks/>
          </p:cNvGraphicFramePr>
          <p:nvPr>
            <p:extLst>
              <p:ext uri="{D42A27DB-BD31-4B8C-83A1-F6EECF244321}">
                <p14:modId xmlns:p14="http://schemas.microsoft.com/office/powerpoint/2010/main" val="1111746571"/>
              </p:ext>
            </p:extLst>
          </p:nvPr>
        </p:nvGraphicFramePr>
        <p:xfrm>
          <a:off x="838200" y="2345604"/>
          <a:ext cx="9296376" cy="2837401"/>
        </p:xfrm>
        <a:graphic>
          <a:graphicData uri="http://schemas.openxmlformats.org/drawingml/2006/table">
            <a:tbl>
              <a:tblPr firstRow="1" firstCol="1" bandRow="1">
                <a:tableStyleId>{5C22544A-7EE6-4342-B048-85BDC9FD1C3A}</a:tableStyleId>
              </a:tblPr>
              <a:tblGrid>
                <a:gridCol w="5079154">
                  <a:extLst>
                    <a:ext uri="{9D8B030D-6E8A-4147-A177-3AD203B41FA5}">
                      <a16:colId xmlns:a16="http://schemas.microsoft.com/office/drawing/2014/main" val="750356738"/>
                    </a:ext>
                  </a:extLst>
                </a:gridCol>
                <a:gridCol w="2108611">
                  <a:extLst>
                    <a:ext uri="{9D8B030D-6E8A-4147-A177-3AD203B41FA5}">
                      <a16:colId xmlns:a16="http://schemas.microsoft.com/office/drawing/2014/main" val="1055331832"/>
                    </a:ext>
                  </a:extLst>
                </a:gridCol>
                <a:gridCol w="2108611">
                  <a:extLst>
                    <a:ext uri="{9D8B030D-6E8A-4147-A177-3AD203B41FA5}">
                      <a16:colId xmlns:a16="http://schemas.microsoft.com/office/drawing/2014/main" val="171301708"/>
                    </a:ext>
                  </a:extLst>
                </a:gridCol>
              </a:tblGrid>
              <a:tr h="428814">
                <a:tc>
                  <a:txBody>
                    <a:bodyPr/>
                    <a:lstStyle/>
                    <a:p>
                      <a:endParaRPr lang="fr-FR" sz="1200" noProof="0" dirty="0"/>
                    </a:p>
                  </a:txBody>
                  <a:tcPr>
                    <a:solidFill>
                      <a:srgbClr val="0683AA"/>
                    </a:solidFill>
                  </a:tcPr>
                </a:tc>
                <a:tc>
                  <a:txBody>
                    <a:bodyPr/>
                    <a:lstStyle/>
                    <a:p>
                      <a:pPr algn="ctr"/>
                      <a:r>
                        <a:rPr lang="fr-FR" sz="1200" noProof="0" dirty="0"/>
                        <a:t>Niv 4 </a:t>
                      </a:r>
                    </a:p>
                    <a:p>
                      <a:pPr algn="ctr"/>
                      <a:r>
                        <a:rPr lang="fr-FR" sz="1200" noProof="0" dirty="0"/>
                        <a:t>Co-host</a:t>
                      </a:r>
                    </a:p>
                  </a:txBody>
                  <a:tcPr>
                    <a:solidFill>
                      <a:srgbClr val="0683AA"/>
                    </a:solidFill>
                  </a:tcPr>
                </a:tc>
                <a:tc>
                  <a:txBody>
                    <a:bodyPr/>
                    <a:lstStyle/>
                    <a:p>
                      <a:pPr algn="ctr"/>
                      <a:r>
                        <a:rPr lang="fr-FR" sz="1200" noProof="0" dirty="0"/>
                        <a:t>Niv 5</a:t>
                      </a:r>
                    </a:p>
                    <a:p>
                      <a:pPr algn="ctr"/>
                      <a:r>
                        <a:rPr lang="fr-FR" sz="1200" noProof="0" dirty="0"/>
                        <a:t>Lead Host</a:t>
                      </a:r>
                    </a:p>
                  </a:txBody>
                  <a:tcPr>
                    <a:solidFill>
                      <a:srgbClr val="0683AA"/>
                    </a:solidFill>
                  </a:tcPr>
                </a:tc>
                <a:extLst>
                  <a:ext uri="{0D108BD9-81ED-4DB2-BD59-A6C34878D82A}">
                    <a16:rowId xmlns:a16="http://schemas.microsoft.com/office/drawing/2014/main" val="1531808552"/>
                  </a:ext>
                </a:extLst>
              </a:tr>
              <a:tr h="208025">
                <a:tc>
                  <a:txBody>
                    <a:bodyPr/>
                    <a:lstStyle/>
                    <a:p>
                      <a:r>
                        <a:rPr lang="en-US" sz="1400" noProof="0" dirty="0"/>
                        <a:t>Intro - Home – Opening – Presenting the goal of the workshop</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3466427935"/>
                  </a:ext>
                </a:extLst>
              </a:tr>
              <a:tr h="208025">
                <a:tc>
                  <a:txBody>
                    <a:bodyPr/>
                    <a:lstStyle/>
                    <a:p>
                      <a:r>
                        <a:rPr lang="en-US" sz="1400" noProof="0" dirty="0"/>
                        <a:t>(Optional) Presenting #OpenSeriousCommunity</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615886325"/>
                  </a:ext>
                </a:extLst>
              </a:tr>
              <a:tr h="338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Present various candidate profiles</a:t>
                      </a:r>
                    </a:p>
                  </a:txBody>
                  <a:tcPr>
                    <a:solidFill>
                      <a:srgbClr val="0683AA"/>
                    </a:solidFill>
                  </a:tcPr>
                </a:tc>
                <a:tc>
                  <a:txBody>
                    <a:bodyPr/>
                    <a:lstStyle/>
                    <a:p>
                      <a:pPr algn="ctr"/>
                      <a:r>
                        <a:rPr lang="en-US" sz="1400" noProof="0" dirty="0"/>
                        <a:t>X</a:t>
                      </a:r>
                    </a:p>
                  </a:txBody>
                  <a:tcPr/>
                </a:tc>
                <a:tc>
                  <a:txBody>
                    <a:bodyPr/>
                    <a:lstStyle/>
                    <a:p>
                      <a:pPr algn="ctr"/>
                      <a:endParaRPr lang="en-US" sz="1400" noProof="0" dirty="0"/>
                    </a:p>
                  </a:txBody>
                  <a:tcPr/>
                </a:tc>
                <a:extLst>
                  <a:ext uri="{0D108BD9-81ED-4DB2-BD59-A6C34878D82A}">
                    <a16:rowId xmlns:a16="http://schemas.microsoft.com/office/drawing/2014/main" val="1786242576"/>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Explain the assessment dimensions</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1881446753"/>
                  </a:ext>
                </a:extLst>
              </a:tr>
              <a:tr h="208025">
                <a:tc>
                  <a:txBody>
                    <a:bodyPr/>
                    <a:lstStyle/>
                    <a:p>
                      <a:r>
                        <a:rPr lang="en-US" sz="1400" noProof="0" dirty="0"/>
                        <a:t>Lead assessment of each candidate</a:t>
                      </a:r>
                    </a:p>
                  </a:txBody>
                  <a:tcPr>
                    <a:solidFill>
                      <a:srgbClr val="0683AA"/>
                    </a:solidFill>
                  </a:tcPr>
                </a:tc>
                <a:tc>
                  <a:txBody>
                    <a:bodyPr/>
                    <a:lstStyle/>
                    <a:p>
                      <a:pPr algn="ctr"/>
                      <a:r>
                        <a:rPr lang="en-US" sz="1400" noProof="0" dirty="0"/>
                        <a:t>X</a:t>
                      </a:r>
                    </a:p>
                  </a:txBody>
                  <a:tcPr/>
                </a:tc>
                <a:tc>
                  <a:txBody>
                    <a:bodyPr/>
                    <a:lstStyle/>
                    <a:p>
                      <a:pPr algn="ctr"/>
                      <a:r>
                        <a:rPr lang="en-US" sz="1400" noProof="0" dirty="0"/>
                        <a:t>X</a:t>
                      </a:r>
                    </a:p>
                  </a:txBody>
                  <a:tcPr/>
                </a:tc>
                <a:extLst>
                  <a:ext uri="{0D108BD9-81ED-4DB2-BD59-A6C34878D82A}">
                    <a16:rowId xmlns:a16="http://schemas.microsoft.com/office/drawing/2014/main" val="792998367"/>
                  </a:ext>
                </a:extLst>
              </a:tr>
              <a:tr h="208025">
                <a:tc>
                  <a:txBody>
                    <a:bodyPr/>
                    <a:lstStyle/>
                    <a:p>
                      <a:r>
                        <a:rPr lang="en-US" sz="1400" noProof="0" dirty="0"/>
                        <a:t>Prepare the radar</a:t>
                      </a:r>
                    </a:p>
                  </a:txBody>
                  <a:tcPr>
                    <a:solidFill>
                      <a:srgbClr val="0683AA"/>
                    </a:solidFill>
                  </a:tcPr>
                </a:tc>
                <a:tc>
                  <a:txBody>
                    <a:bodyPr/>
                    <a:lstStyle/>
                    <a:p>
                      <a:pPr algn="ctr"/>
                      <a:r>
                        <a:rPr lang="en-US" sz="1400" noProof="0" dirty="0"/>
                        <a:t>X</a:t>
                      </a:r>
                    </a:p>
                  </a:txBody>
                  <a:tcPr/>
                </a:tc>
                <a:tc>
                  <a:txBody>
                    <a:bodyPr/>
                    <a:lstStyle/>
                    <a:p>
                      <a:pPr algn="ctr"/>
                      <a:endParaRPr lang="en-US" sz="1400" noProof="0" dirty="0"/>
                    </a:p>
                  </a:txBody>
                  <a:tcPr/>
                </a:tc>
                <a:extLst>
                  <a:ext uri="{0D108BD9-81ED-4DB2-BD59-A6C34878D82A}">
                    <a16:rowId xmlns:a16="http://schemas.microsoft.com/office/drawing/2014/main" val="1110937315"/>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Lead the brainstorming of next steps</a:t>
                      </a:r>
                    </a:p>
                  </a:txBody>
                  <a:tcPr>
                    <a:solidFill>
                      <a:srgbClr val="0683AA"/>
                    </a:solidFill>
                  </a:tcPr>
                </a:tc>
                <a:tc>
                  <a:txBody>
                    <a:bodyPr/>
                    <a:lstStyle/>
                    <a:p>
                      <a:pPr algn="ctr"/>
                      <a:endParaRPr lang="en-US" sz="1400" noProof="0" dirty="0"/>
                    </a:p>
                  </a:txBody>
                  <a:tcPr/>
                </a:tc>
                <a:tc>
                  <a:txBody>
                    <a:bodyPr/>
                    <a:lstStyle/>
                    <a:p>
                      <a:pPr algn="ctr"/>
                      <a:r>
                        <a:rPr lang="en-US" sz="1400" noProof="0" dirty="0"/>
                        <a:t>X</a:t>
                      </a:r>
                    </a:p>
                  </a:txBody>
                  <a:tcPr/>
                </a:tc>
                <a:extLst>
                  <a:ext uri="{0D108BD9-81ED-4DB2-BD59-A6C34878D82A}">
                    <a16:rowId xmlns:a16="http://schemas.microsoft.com/office/drawing/2014/main" val="3635335861"/>
                  </a:ext>
                </a:extLst>
              </a:tr>
            </a:tbl>
          </a:graphicData>
        </a:graphic>
      </p:graphicFrame>
      <p:grpSp>
        <p:nvGrpSpPr>
          <p:cNvPr id="44" name="Groupe 43">
            <a:extLst>
              <a:ext uri="{FF2B5EF4-FFF2-40B4-BE49-F238E27FC236}">
                <a16:creationId xmlns:a16="http://schemas.microsoft.com/office/drawing/2014/main" id="{F8E966ED-5074-4846-A482-68976B957569}"/>
              </a:ext>
            </a:extLst>
          </p:cNvPr>
          <p:cNvGrpSpPr/>
          <p:nvPr/>
        </p:nvGrpSpPr>
        <p:grpSpPr>
          <a:xfrm>
            <a:off x="6644433" y="1716412"/>
            <a:ext cx="601806" cy="648730"/>
            <a:chOff x="6060465" y="3463636"/>
            <a:chExt cx="819385" cy="883274"/>
          </a:xfrm>
          <a:solidFill>
            <a:srgbClr val="ED7D31"/>
          </a:solidFill>
        </p:grpSpPr>
        <p:pic>
          <p:nvPicPr>
            <p:cNvPr id="45" name="Graphique 44" descr="Presse-papiers mixte avec un remplissage uni">
              <a:extLst>
                <a:ext uri="{FF2B5EF4-FFF2-40B4-BE49-F238E27FC236}">
                  <a16:creationId xmlns:a16="http://schemas.microsoft.com/office/drawing/2014/main" id="{1ABAA31F-6624-406E-B678-E09F2023F1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46" name="Groupe 45">
              <a:extLst>
                <a:ext uri="{FF2B5EF4-FFF2-40B4-BE49-F238E27FC236}">
                  <a16:creationId xmlns:a16="http://schemas.microsoft.com/office/drawing/2014/main" id="{F9C9270F-ABF8-4536-8959-2839FDA4754E}"/>
                </a:ext>
              </a:extLst>
            </p:cNvPr>
            <p:cNvGrpSpPr/>
            <p:nvPr/>
          </p:nvGrpSpPr>
          <p:grpSpPr>
            <a:xfrm>
              <a:off x="6132133" y="3463636"/>
              <a:ext cx="612923" cy="883274"/>
              <a:chOff x="6132133" y="3463636"/>
              <a:chExt cx="612923" cy="883274"/>
            </a:xfrm>
            <a:grpFill/>
          </p:grpSpPr>
          <p:pic>
            <p:nvPicPr>
              <p:cNvPr id="49" name="Graphique 48" descr="Centre d’appels avec un remplissage uni">
                <a:extLst>
                  <a:ext uri="{FF2B5EF4-FFF2-40B4-BE49-F238E27FC236}">
                    <a16:creationId xmlns:a16="http://schemas.microsoft.com/office/drawing/2014/main" id="{78CFAE08-6861-4F90-B672-DCD6A66512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50" name="Groupe 49">
                <a:extLst>
                  <a:ext uri="{FF2B5EF4-FFF2-40B4-BE49-F238E27FC236}">
                    <a16:creationId xmlns:a16="http://schemas.microsoft.com/office/drawing/2014/main" id="{0D1D2987-E2E3-463F-9EAB-05C450EAB8D7}"/>
                  </a:ext>
                </a:extLst>
              </p:cNvPr>
              <p:cNvGrpSpPr/>
              <p:nvPr/>
            </p:nvGrpSpPr>
            <p:grpSpPr>
              <a:xfrm flipH="1">
                <a:off x="6132133" y="3682042"/>
                <a:ext cx="611857" cy="664868"/>
                <a:chOff x="5018285" y="4055721"/>
                <a:chExt cx="696982" cy="731970"/>
              </a:xfrm>
              <a:grpFill/>
            </p:grpSpPr>
            <p:pic>
              <p:nvPicPr>
                <p:cNvPr id="51" name="Graphique 50" descr="Personne confuse avec un remplissage uni">
                  <a:extLst>
                    <a:ext uri="{FF2B5EF4-FFF2-40B4-BE49-F238E27FC236}">
                      <a16:creationId xmlns:a16="http://schemas.microsoft.com/office/drawing/2014/main" id="{6885D23E-B058-4F69-BF00-3095C781D09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52" name="Rectangle : coins arrondis 51">
                  <a:extLst>
                    <a:ext uri="{FF2B5EF4-FFF2-40B4-BE49-F238E27FC236}">
                      <a16:creationId xmlns:a16="http://schemas.microsoft.com/office/drawing/2014/main" id="{AFA07308-E0DC-477A-B4FB-53B7E3D39F6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7" name="Image 46">
              <a:extLst>
                <a:ext uri="{FF2B5EF4-FFF2-40B4-BE49-F238E27FC236}">
                  <a16:creationId xmlns:a16="http://schemas.microsoft.com/office/drawing/2014/main" id="{3BECF24B-9BEB-4124-9667-0AA89FD0069C}"/>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8" name="Graphique 47" descr="Chronomètre avec un remplissage uni">
              <a:extLst>
                <a:ext uri="{FF2B5EF4-FFF2-40B4-BE49-F238E27FC236}">
                  <a16:creationId xmlns:a16="http://schemas.microsoft.com/office/drawing/2014/main" id="{868082C9-12C9-4394-AD34-984C1BDC0B9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53" name="Groupe 52">
            <a:extLst>
              <a:ext uri="{FF2B5EF4-FFF2-40B4-BE49-F238E27FC236}">
                <a16:creationId xmlns:a16="http://schemas.microsoft.com/office/drawing/2014/main" id="{BE74EE7E-6AA8-4048-BFFA-6E746582BBA3}"/>
              </a:ext>
            </a:extLst>
          </p:cNvPr>
          <p:cNvGrpSpPr/>
          <p:nvPr/>
        </p:nvGrpSpPr>
        <p:grpSpPr>
          <a:xfrm>
            <a:off x="8701275" y="1570767"/>
            <a:ext cx="721271" cy="781037"/>
            <a:chOff x="7560150" y="2879049"/>
            <a:chExt cx="982042" cy="1063416"/>
          </a:xfrm>
          <a:solidFill>
            <a:srgbClr val="ED7D31"/>
          </a:solidFill>
        </p:grpSpPr>
        <p:grpSp>
          <p:nvGrpSpPr>
            <p:cNvPr id="54" name="Groupe 53">
              <a:extLst>
                <a:ext uri="{FF2B5EF4-FFF2-40B4-BE49-F238E27FC236}">
                  <a16:creationId xmlns:a16="http://schemas.microsoft.com/office/drawing/2014/main" id="{9B157688-05ED-4BBB-90AC-F7651B8327BE}"/>
                </a:ext>
              </a:extLst>
            </p:cNvPr>
            <p:cNvGrpSpPr/>
            <p:nvPr/>
          </p:nvGrpSpPr>
          <p:grpSpPr>
            <a:xfrm>
              <a:off x="7798849" y="2879049"/>
              <a:ext cx="743343" cy="1063416"/>
              <a:chOff x="6391015" y="3260296"/>
              <a:chExt cx="743343" cy="1063416"/>
            </a:xfrm>
            <a:grpFill/>
          </p:grpSpPr>
          <p:grpSp>
            <p:nvGrpSpPr>
              <p:cNvPr id="56" name="Groupe 55">
                <a:extLst>
                  <a:ext uri="{FF2B5EF4-FFF2-40B4-BE49-F238E27FC236}">
                    <a16:creationId xmlns:a16="http://schemas.microsoft.com/office/drawing/2014/main" id="{CC540D72-7C09-4233-ABAA-240E09EA840C}"/>
                  </a:ext>
                </a:extLst>
              </p:cNvPr>
              <p:cNvGrpSpPr/>
              <p:nvPr/>
            </p:nvGrpSpPr>
            <p:grpSpPr>
              <a:xfrm>
                <a:off x="6391015" y="3260296"/>
                <a:ext cx="743343" cy="1063416"/>
                <a:chOff x="6298348" y="3168316"/>
                <a:chExt cx="867130" cy="1240504"/>
              </a:xfrm>
              <a:grpFill/>
            </p:grpSpPr>
            <p:pic>
              <p:nvPicPr>
                <p:cNvPr id="58" name="Graphique 57" descr="Enseignant avec un remplissage uni">
                  <a:extLst>
                    <a:ext uri="{FF2B5EF4-FFF2-40B4-BE49-F238E27FC236}">
                      <a16:creationId xmlns:a16="http://schemas.microsoft.com/office/drawing/2014/main" id="{1C95EF60-D701-4C44-ABAD-3CF13FDB025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298348" y="3168316"/>
                  <a:ext cx="867130" cy="867130"/>
                </a:xfrm>
                <a:prstGeom prst="rect">
                  <a:avLst/>
                </a:prstGeom>
              </p:spPr>
            </p:pic>
            <p:pic>
              <p:nvPicPr>
                <p:cNvPr id="59" name="Graphique 58" descr="Personne confuse avec un remplissage uni">
                  <a:extLst>
                    <a:ext uri="{FF2B5EF4-FFF2-40B4-BE49-F238E27FC236}">
                      <a16:creationId xmlns:a16="http://schemas.microsoft.com/office/drawing/2014/main" id="{0138BCD2-DD33-4BB6-8A92-3EF2E88ACA3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4664" t="32545" r="38513" b="-1"/>
                <a:stretch/>
              </p:blipFill>
              <p:spPr>
                <a:xfrm>
                  <a:off x="6367463" y="3792004"/>
                  <a:ext cx="245268" cy="616816"/>
                </a:xfrm>
                <a:prstGeom prst="rect">
                  <a:avLst/>
                </a:prstGeom>
              </p:spPr>
            </p:pic>
            <p:sp>
              <p:nvSpPr>
                <p:cNvPr id="60" name="Rectangle : coins arrondis 59">
                  <a:extLst>
                    <a:ext uri="{FF2B5EF4-FFF2-40B4-BE49-F238E27FC236}">
                      <a16:creationId xmlns:a16="http://schemas.microsoft.com/office/drawing/2014/main" id="{52EC895E-24CD-48F5-BE5F-FAC6F2D0A88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7" name="Image 56">
                <a:extLst>
                  <a:ext uri="{FF2B5EF4-FFF2-40B4-BE49-F238E27FC236}">
                    <a16:creationId xmlns:a16="http://schemas.microsoft.com/office/drawing/2014/main" id="{5B497419-ED2B-46C0-ADB0-2795E645E15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55" name="Graphique 54" descr="Presse-papiers mixte avec un remplissage uni">
              <a:extLst>
                <a:ext uri="{FF2B5EF4-FFF2-40B4-BE49-F238E27FC236}">
                  <a16:creationId xmlns:a16="http://schemas.microsoft.com/office/drawing/2014/main" id="{103AB455-66F7-4D99-AE97-17F00DDA6F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1470767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dirty="0"/>
              <a:t>Level 5 : Hosting Community Boosters Checklists</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520758"/>
          </a:xfrm>
        </p:spPr>
        <p:txBody>
          <a:bodyPr/>
          <a:lstStyle/>
          <a:p>
            <a:r>
              <a:rPr lang="en-US" sz="1400" dirty="0"/>
              <a:t>When using this workshop, you might be either: </a:t>
            </a:r>
          </a:p>
          <a:p>
            <a:pPr marL="285750" indent="-285750">
              <a:buFontTx/>
              <a:buChar char="-"/>
            </a:pPr>
            <a:r>
              <a:rPr lang="en-US" sz="1400" dirty="0"/>
              <a:t>Decision-maker for Community Leader</a:t>
            </a:r>
          </a:p>
          <a:p>
            <a:pPr marL="285750" indent="-285750">
              <a:buFontTx/>
              <a:buChar char="-"/>
            </a:pPr>
            <a:r>
              <a:rPr lang="en-US" sz="1400" dirty="0"/>
              <a:t>Coach for Community members</a:t>
            </a:r>
          </a:p>
          <a:p>
            <a:r>
              <a:rPr lang="en-US" sz="1400" dirty="0"/>
              <a:t>In all cases, be clear about your position with the participants.</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fontScale="92500"/>
          </a:bodyPr>
          <a:lstStyle/>
          <a:p>
            <a:r>
              <a:rPr lang="en-US" sz="1400" dirty="0"/>
              <a:t>⚖️Posture and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520758"/>
          </a:xfrm>
        </p:spPr>
        <p:txBody>
          <a:bodyPr/>
          <a:lstStyle/>
          <a:p>
            <a:r>
              <a:rPr lang="en-US" sz="1400" dirty="0"/>
              <a:t>Make sure to present assessment not as a judgement of a person in general, but an assessment of a given status at a given time. Promote possibilities of continuous improvement, not only in matter of skillset, but also in situational aspects (recognition, resources) and motivation (intention).</a:t>
            </a:r>
          </a:p>
          <a:p>
            <a:r>
              <a:rPr lang="en-US" sz="1400" dirty="0"/>
              <a:t>Community Checklists are better used when transparent for all, candidates included. Candidates can even be invited in the workshop (and should be).</a:t>
            </a:r>
          </a:p>
          <a:p>
            <a:r>
              <a:rPr lang="en-US" sz="1400" dirty="0"/>
              <a:t>Be sure to insist on the fact that any category (intention, …) is rarely sufficient on their own. Someone with great intention but nothing else (no means, no recognition, no skills, …) has a long path, as well as someone with skills only, or someone with achievements only (power member for example).</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en-US" sz="1400" dirty="0"/>
              <a:t>👨‍🏫Facilitation tips and tricks</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520758"/>
          </a:xfrm>
        </p:spPr>
        <p:txBody>
          <a:bodyPr/>
          <a:lstStyle/>
          <a:p>
            <a:r>
              <a:rPr lang="en-US" sz="1400" dirty="0"/>
              <a:t>No debriefing needed for this workshop</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en-US" sz="1400" dirty="0"/>
              <a:t>🙋Debriefing</a:t>
            </a:r>
          </a:p>
        </p:txBody>
      </p:sp>
    </p:spTree>
    <p:extLst>
      <p:ext uri="{BB962C8B-B14F-4D97-AF65-F5344CB8AC3E}">
        <p14:creationId xmlns:p14="http://schemas.microsoft.com/office/powerpoint/2010/main" val="427037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dirty="0"/>
              <a:t>Level 6 : Adapting Community Boosters Checklists</a:t>
            </a:r>
          </a:p>
        </p:txBody>
      </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844240217"/>
              </p:ext>
            </p:extLst>
          </p:nvPr>
        </p:nvGraphicFramePr>
        <p:xfrm>
          <a:off x="6961023" y="1821540"/>
          <a:ext cx="4740676" cy="2439869"/>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en-US" sz="1200" noProof="0"/>
                        <a:t>Ideas for variations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en-US" sz="1200" b="1" kern="1200" noProof="0">
                          <a:solidFill>
                            <a:schemeClr val="lt1"/>
                          </a:solidFill>
                          <a:latin typeface="+mn-lt"/>
                          <a:ea typeface="+mn-ea"/>
                          <a:cs typeface="+mn-cs"/>
                        </a:rPr>
                        <a:t>Title of the variation or extension</a:t>
                      </a:r>
                    </a:p>
                  </a:txBody>
                  <a:tcPr>
                    <a:solidFill>
                      <a:srgbClr val="0683AA"/>
                    </a:solidFill>
                  </a:tcPr>
                </a:tc>
                <a:tc>
                  <a:txBody>
                    <a:bodyPr/>
                    <a:lstStyle/>
                    <a:p>
                      <a:pPr marL="0" algn="l" defTabSz="914400" rtl="0" eaLnBrk="1" latinLnBrk="0" hangingPunct="1"/>
                      <a:r>
                        <a:rPr lang="en-US" sz="1200" b="1" kern="1200" noProof="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396301">
                <a:tc>
                  <a:txBody>
                    <a:bodyPr/>
                    <a:lstStyle/>
                    <a:p>
                      <a:endParaRPr lang="en-US" sz="1100" noProof="0" dirty="0"/>
                    </a:p>
                  </a:txBody>
                  <a:tcPr/>
                </a:tc>
                <a:tc>
                  <a:txBody>
                    <a:bodyPr/>
                    <a:lstStyle/>
                    <a:p>
                      <a:endParaRPr lang="en-US" sz="1100" noProof="0" dirty="0"/>
                    </a:p>
                  </a:txBody>
                  <a:tcPr/>
                </a:tc>
                <a:extLst>
                  <a:ext uri="{0D108BD9-81ED-4DB2-BD59-A6C34878D82A}">
                    <a16:rowId xmlns:a16="http://schemas.microsoft.com/office/drawing/2014/main" val="1824107877"/>
                  </a:ext>
                </a:extLst>
              </a:tr>
              <a:tr h="396301">
                <a:tc>
                  <a:txBody>
                    <a:bodyPr/>
                    <a:lstStyle/>
                    <a:p>
                      <a:endParaRPr lang="en-US" sz="1100" noProof="0"/>
                    </a:p>
                  </a:txBody>
                  <a:tcPr/>
                </a:tc>
                <a:tc>
                  <a:txBody>
                    <a:bodyPr/>
                    <a:lstStyle/>
                    <a:p>
                      <a:endParaRPr lang="en-US" sz="1100" noProof="0"/>
                    </a:p>
                  </a:txBody>
                  <a:tcPr/>
                </a:tc>
                <a:extLst>
                  <a:ext uri="{0D108BD9-81ED-4DB2-BD59-A6C34878D82A}">
                    <a16:rowId xmlns:a16="http://schemas.microsoft.com/office/drawing/2014/main" val="1035027814"/>
                  </a:ext>
                </a:extLst>
              </a:tr>
              <a:tr h="396301">
                <a:tc>
                  <a:txBody>
                    <a:bodyPr/>
                    <a:lstStyle/>
                    <a:p>
                      <a:endParaRPr lang="en-US" sz="1100" noProof="0"/>
                    </a:p>
                  </a:txBody>
                  <a:tcPr/>
                </a:tc>
                <a:tc>
                  <a:txBody>
                    <a:bodyPr/>
                    <a:lstStyle/>
                    <a:p>
                      <a:endParaRPr lang="en-US" sz="1100" noProof="0"/>
                    </a:p>
                  </a:txBody>
                  <a:tcPr/>
                </a:tc>
                <a:extLst>
                  <a:ext uri="{0D108BD9-81ED-4DB2-BD59-A6C34878D82A}">
                    <a16:rowId xmlns:a16="http://schemas.microsoft.com/office/drawing/2014/main" val="122548462"/>
                  </a:ext>
                </a:extLst>
              </a:tr>
              <a:tr h="396301">
                <a:tc>
                  <a:txBody>
                    <a:bodyPr/>
                    <a:lstStyle/>
                    <a:p>
                      <a:endParaRPr lang="en-US" sz="1100" noProof="0"/>
                    </a:p>
                  </a:txBody>
                  <a:tcPr/>
                </a:tc>
                <a:tc>
                  <a:txBody>
                    <a:bodyPr/>
                    <a:lstStyle/>
                    <a:p>
                      <a:endParaRPr lang="en-US" sz="1100" noProof="0" dirty="0"/>
                    </a:p>
                  </a:txBody>
                  <a:tcPr/>
                </a:tc>
                <a:extLst>
                  <a:ext uri="{0D108BD9-81ED-4DB2-BD59-A6C34878D82A}">
                    <a16:rowId xmlns:a16="http://schemas.microsoft.com/office/drawing/2014/main" val="3400619796"/>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2987361466"/>
              </p:ext>
            </p:extLst>
          </p:nvPr>
        </p:nvGraphicFramePr>
        <p:xfrm>
          <a:off x="362762" y="1821540"/>
          <a:ext cx="6191648" cy="276352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465571">
                  <a:extLst>
                    <a:ext uri="{9D8B030D-6E8A-4147-A177-3AD203B41FA5}">
                      <a16:colId xmlns:a16="http://schemas.microsoft.com/office/drawing/2014/main" val="2648948851"/>
                    </a:ext>
                  </a:extLst>
                </a:gridCol>
                <a:gridCol w="780479">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en-US" sz="1200" noProof="0"/>
                        <a:t>Version History</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en-US" sz="1200" b="1" kern="1200" noProof="0">
                          <a:solidFill>
                            <a:schemeClr val="lt1"/>
                          </a:solidFill>
                          <a:latin typeface="+mn-lt"/>
                          <a:ea typeface="+mn-ea"/>
                          <a:cs typeface="+mn-cs"/>
                        </a:rPr>
                        <a:t>Version </a:t>
                      </a:r>
                    </a:p>
                  </a:txBody>
                  <a:tcPr>
                    <a:solidFill>
                      <a:srgbClr val="ED7D31"/>
                    </a:solidFill>
                  </a:tcPr>
                </a:tc>
                <a:tc>
                  <a:txBody>
                    <a:bodyPr/>
                    <a:lstStyle/>
                    <a:p>
                      <a:r>
                        <a:rPr lang="en-US" sz="1200" b="1" kern="1200" noProof="0">
                          <a:solidFill>
                            <a:schemeClr val="lt1"/>
                          </a:solidFill>
                          <a:latin typeface="+mn-lt"/>
                          <a:ea typeface="+mn-ea"/>
                          <a:cs typeface="+mn-cs"/>
                        </a:rPr>
                        <a:t>Contributors</a:t>
                      </a:r>
                    </a:p>
                  </a:txBody>
                  <a:tcPr>
                    <a:solidFill>
                      <a:srgbClr val="ED7D31"/>
                    </a:solidFill>
                  </a:tcPr>
                </a:tc>
                <a:tc>
                  <a:txBody>
                    <a:bodyPr/>
                    <a:lstStyle/>
                    <a:p>
                      <a:r>
                        <a:rPr lang="en-US" sz="1200" b="1" kern="1200" noProof="0">
                          <a:solidFill>
                            <a:schemeClr val="lt1"/>
                          </a:solidFill>
                          <a:latin typeface="+mn-lt"/>
                          <a:ea typeface="+mn-ea"/>
                          <a:cs typeface="+mn-cs"/>
                        </a:rPr>
                        <a:t>Licence</a:t>
                      </a:r>
                    </a:p>
                  </a:txBody>
                  <a:tcPr>
                    <a:solidFill>
                      <a:srgbClr val="ED7D31"/>
                    </a:solidFill>
                  </a:tcPr>
                </a:tc>
                <a:tc>
                  <a:txBody>
                    <a:bodyPr/>
                    <a:lstStyle/>
                    <a:p>
                      <a:r>
                        <a:rPr lang="en-US" sz="1200" b="1" kern="1200" noProof="0">
                          <a:solidFill>
                            <a:schemeClr val="lt1"/>
                          </a:solidFill>
                          <a:latin typeface="+mn-lt"/>
                          <a:ea typeface="+mn-ea"/>
                          <a:cs typeface="+mn-cs"/>
                        </a:rPr>
                        <a:t>Comments</a:t>
                      </a:r>
                    </a:p>
                  </a:txBody>
                  <a:tcPr>
                    <a:solidFill>
                      <a:srgbClr val="ED7D31"/>
                    </a:solidFill>
                  </a:tcPr>
                </a:tc>
                <a:extLst>
                  <a:ext uri="{0D108BD9-81ED-4DB2-BD59-A6C34878D82A}">
                    <a16:rowId xmlns:a16="http://schemas.microsoft.com/office/drawing/2014/main" val="748113296"/>
                  </a:ext>
                </a:extLst>
              </a:tr>
              <a:tr h="370840">
                <a:tc>
                  <a:txBody>
                    <a:bodyPr/>
                    <a:lstStyle/>
                    <a:p>
                      <a:r>
                        <a:rPr lang="en-US" sz="1200" noProof="0"/>
                        <a:t>1.0</a:t>
                      </a:r>
                    </a:p>
                  </a:txBody>
                  <a:tcPr/>
                </a:tc>
                <a:tc>
                  <a:txBody>
                    <a:bodyPr/>
                    <a:lstStyle/>
                    <a:p>
                      <a:r>
                        <a:rPr lang="en-US" sz="1200" noProof="0" dirty="0"/>
                        <a:t>Alexandre QUACH &amp; KOMYU </a:t>
                      </a:r>
                      <a:r>
                        <a:rPr lang="en-US" sz="1200" noProof="0"/>
                        <a:t>(www.komyu.fr)</a:t>
                      </a:r>
                      <a:endParaRPr lang="en-US" sz="1200" noProof="0" dirty="0"/>
                    </a:p>
                  </a:txBody>
                  <a:tcPr/>
                </a:tc>
                <a:tc>
                  <a:txBody>
                    <a:bodyPr/>
                    <a:lstStyle/>
                    <a:p>
                      <a:r>
                        <a:rPr lang="en-US" sz="1200" noProof="0" dirty="0"/>
                        <a:t>CC-BY-4.0</a:t>
                      </a:r>
                    </a:p>
                  </a:txBody>
                  <a:tcPr/>
                </a:tc>
                <a:tc>
                  <a:txBody>
                    <a:bodyPr/>
                    <a:lstStyle/>
                    <a:p>
                      <a:r>
                        <a:rPr lang="en-US" sz="1200" noProof="0" dirty="0"/>
                        <a:t>First version </a:t>
                      </a:r>
                    </a:p>
                  </a:txBody>
                  <a:tcPr/>
                </a:tc>
                <a:extLst>
                  <a:ext uri="{0D108BD9-81ED-4DB2-BD59-A6C34878D82A}">
                    <a16:rowId xmlns:a16="http://schemas.microsoft.com/office/drawing/2014/main" val="2337500579"/>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dirty="0"/>
                    </a:p>
                  </a:txBody>
                  <a:tcPr/>
                </a:tc>
                <a:extLst>
                  <a:ext uri="{0D108BD9-81ED-4DB2-BD59-A6C34878D82A}">
                    <a16:rowId xmlns:a16="http://schemas.microsoft.com/office/drawing/2014/main" val="3565347869"/>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a:p>
                  </a:txBody>
                  <a:tcPr/>
                </a:tc>
                <a:extLst>
                  <a:ext uri="{0D108BD9-81ED-4DB2-BD59-A6C34878D82A}">
                    <a16:rowId xmlns:a16="http://schemas.microsoft.com/office/drawing/2014/main" val="26495474"/>
                  </a:ext>
                </a:extLst>
              </a:tr>
              <a:tr h="370840">
                <a:tc>
                  <a:txBody>
                    <a:bodyPr/>
                    <a:lstStyle/>
                    <a:p>
                      <a:endParaRPr lang="en-US" sz="1200" noProof="0"/>
                    </a:p>
                  </a:txBody>
                  <a:tcPr/>
                </a:tc>
                <a:tc>
                  <a:txBody>
                    <a:bodyPr/>
                    <a:lstStyle/>
                    <a:p>
                      <a:endParaRPr lang="en-US" sz="1200" noProof="0"/>
                    </a:p>
                  </a:txBody>
                  <a:tcPr/>
                </a:tc>
                <a:tc>
                  <a:txBody>
                    <a:bodyPr/>
                    <a:lstStyle/>
                    <a:p>
                      <a:endParaRPr lang="en-US" sz="1200" noProof="0"/>
                    </a:p>
                  </a:txBody>
                  <a:tcPr/>
                </a:tc>
                <a:tc>
                  <a:txBody>
                    <a:bodyPr/>
                    <a:lstStyle/>
                    <a:p>
                      <a:endParaRPr lang="en-US" sz="1200" noProof="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Status xmlns="ae28f11b-d4f1-47fe-837d-5da7d4fdfa8d">Frozen - Usable</Status>
    <Descrip xmlns="ae28f11b-d4f1-47fe-837d-5da7d4fdfa8d" xsi:nil="true"/>
    <TestDescription xmlns="ae28f11b-d4f1-47fe-837d-5da7d4fdfa8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20" ma:contentTypeDescription="Crée un document." ma:contentTypeScope="" ma:versionID="ab5f056c1685c19dcddb0d1ebb0a02fa">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ce125f74d79e439008123c9d5b80009b"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ObjectDetectorVersions" minOccurs="0"/>
                <xsd:element ref="ns2:Descrip" minOccurs="0"/>
                <xsd:element ref="ns2:TestDescription" minOccurs="0"/>
                <xsd:element ref="ns2: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Descrip" ma:index="22" nillable="true" ma:displayName="Descrip" ma:format="Dropdown" ma:internalName="Descrip">
      <xsd:simpleType>
        <xsd:restriction base="dms:Note">
          <xsd:maxLength value="255"/>
        </xsd:restriction>
      </xsd:simpleType>
    </xsd:element>
    <xsd:element name="TestDescription" ma:index="23" nillable="true" ma:displayName="Folder Description" ma:format="Dropdown" ma:internalName="TestDescription">
      <xsd:simpleType>
        <xsd:restriction base="dms:Note">
          <xsd:maxLength value="255"/>
        </xsd:restriction>
      </xsd:simpleType>
    </xsd:element>
    <xsd:element name="Status" ma:index="24" nillable="true" ma:displayName="Status" ma:default="Draft - Brouillon" ma:description="Draft : not usable&#10;Frozen - Usable : Do not modify, make a copy&#10;Evolving - Usable : Modify if you need" ma:format="Dropdown" ma:internalName="Status">
      <xsd:simpleType>
        <xsd:restriction base="dms:Choice">
          <xsd:enumeration value="Draft - Brouillon"/>
          <xsd:enumeration value="Evolving - Usable"/>
          <xsd:enumeration value="Frozen - Usable"/>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07C994-5653-479E-859A-D5090D8C70EC}">
  <ds:schemaRefs>
    <ds:schemaRef ds:uri="http://www.w3.org/XML/1998/namespace"/>
    <ds:schemaRef ds:uri="http://purl.org/dc/dcmitype/"/>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purl.org/dc/terms/"/>
    <ds:schemaRef ds:uri="http://schemas.openxmlformats.org/package/2006/metadata/core-properties"/>
    <ds:schemaRef ds:uri="2e054d75-df43-4e50-a610-0e7b0816d11a"/>
    <ds:schemaRef ds:uri="ae28f11b-d4f1-47fe-837d-5da7d4fdfa8d"/>
  </ds:schemaRefs>
</ds:datastoreItem>
</file>

<file path=customXml/itemProps2.xml><?xml version="1.0" encoding="utf-8"?>
<ds:datastoreItem xmlns:ds="http://schemas.openxmlformats.org/officeDocument/2006/customXml" ds:itemID="{767EBA61-FBC7-476D-A920-3BCEE7B2E26C}"/>
</file>

<file path=customXml/itemProps3.xml><?xml version="1.0" encoding="utf-8"?>
<ds:datastoreItem xmlns:ds="http://schemas.openxmlformats.org/officeDocument/2006/customXml" ds:itemID="{4B2EBFFB-04F4-41B9-B8DF-B1DB2A78FF8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4285</TotalTime>
  <Words>3485</Words>
  <Application>Microsoft Office PowerPoint</Application>
  <PresentationFormat>Grand écran</PresentationFormat>
  <Paragraphs>337</Paragraphs>
  <Slides>20</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20</vt:i4>
      </vt:variant>
    </vt:vector>
  </HeadingPairs>
  <TitlesOfParts>
    <vt:vector size="25" baseType="lpstr">
      <vt:lpstr>Arial</vt:lpstr>
      <vt:lpstr>Avenir Next LT Pro</vt:lpstr>
      <vt:lpstr>Calibri</vt:lpstr>
      <vt:lpstr>Wingdings</vt:lpstr>
      <vt:lpstr>AccentBoxVTI</vt:lpstr>
      <vt:lpstr>Présentation PowerPoint</vt:lpstr>
      <vt:lpstr>This document is a #OpenSeriousCommunity #OSC content</vt:lpstr>
      <vt:lpstr>Community Boosters Checklists in a nutshell</vt:lpstr>
      <vt:lpstr>For whom and why have Community Boosters Checklists been created</vt:lpstr>
      <vt:lpstr>Why Community Boosters checklists ?</vt:lpstr>
      <vt:lpstr>🎯Usual goals when using Community Boosters checklists</vt:lpstr>
      <vt:lpstr>Community Boosters checklists Dimensions of assessment</vt:lpstr>
      <vt:lpstr>Community Boosters checklists Example of grading system (using ✔️YES or ⬜NO)</vt:lpstr>
      <vt:lpstr>Community Boosters checklists Example of grading system (using points)</vt:lpstr>
      <vt:lpstr>Community Boosters checklists Tips on assessment</vt:lpstr>
      <vt:lpstr>Community Boosters checklist Recommended assessment format</vt:lpstr>
      <vt:lpstr>Community Boosters checklist Example of result</vt:lpstr>
      <vt:lpstr>Community Booster checklists Using the checklists results</vt:lpstr>
      <vt:lpstr>Community Boosters Checklists as a workshop for Subcommunities boosters</vt:lpstr>
      <vt:lpstr>This workshop is an #OpenSeriousGame</vt:lpstr>
      <vt:lpstr>How Community Boosters Checklists is conducted</vt:lpstr>
      <vt:lpstr>Organizing Community Boosters Checklists workshop</vt:lpstr>
      <vt:lpstr>Level 4 : Co-hosting of Community Boosters Checklist</vt:lpstr>
      <vt:lpstr>Level 5 : Hosting Community Boosters Checklists</vt:lpstr>
      <vt:lpstr>Level 6 : Adapting Community Boosters Checklists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3</cp:revision>
  <dcterms:created xsi:type="dcterms:W3CDTF">2020-12-16T10:05:09Z</dcterms:created>
  <dcterms:modified xsi:type="dcterms:W3CDTF">2022-10-25T08:48:39Z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