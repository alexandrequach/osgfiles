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25"/>
  </p:notesMasterIdLst>
  <p:sldIdLst>
    <p:sldId id="382" r:id="rId5"/>
    <p:sldId id="603" r:id="rId6"/>
    <p:sldId id="371" r:id="rId7"/>
    <p:sldId id="381" r:id="rId8"/>
    <p:sldId id="790" r:id="rId9"/>
    <p:sldId id="794" r:id="rId10"/>
    <p:sldId id="789" r:id="rId11"/>
    <p:sldId id="727" r:id="rId12"/>
    <p:sldId id="795" r:id="rId13"/>
    <p:sldId id="792" r:id="rId14"/>
    <p:sldId id="698" r:id="rId15"/>
    <p:sldId id="788" r:id="rId16"/>
    <p:sldId id="685" r:id="rId17"/>
    <p:sldId id="793" r:id="rId18"/>
    <p:sldId id="424" r:id="rId19"/>
    <p:sldId id="372" r:id="rId20"/>
    <p:sldId id="373" r:id="rId21"/>
    <p:sldId id="375" r:id="rId22"/>
    <p:sldId id="374" r:id="rId23"/>
    <p:sldId id="377"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F071B33-7E0C-46CD-8117-437756646AC7}">
          <p14:sldIdLst>
            <p14:sldId id="382"/>
            <p14:sldId id="603"/>
            <p14:sldId id="371"/>
            <p14:sldId id="381"/>
          </p14:sldIdLst>
        </p14:section>
        <p14:section name="Details" id="{FACE2594-529A-43A0-9927-37CDE0C01420}">
          <p14:sldIdLst>
            <p14:sldId id="790"/>
            <p14:sldId id="794"/>
            <p14:sldId id="789"/>
            <p14:sldId id="727"/>
            <p14:sldId id="795"/>
            <p14:sldId id="792"/>
            <p14:sldId id="698"/>
            <p14:sldId id="788"/>
            <p14:sldId id="685"/>
          </p14:sldIdLst>
        </p14:section>
        <p14:section name="Organisation" id="{1B2614D7-7998-4AD0-8ADF-32EEFF9C6B95}">
          <p14:sldIdLst>
            <p14:sldId id="793"/>
            <p14:sldId id="424"/>
            <p14:sldId id="372"/>
            <p14:sldId id="373"/>
            <p14:sldId id="375"/>
            <p14:sldId id="374"/>
            <p14:sldId id="377"/>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3"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7B2B"/>
    <a:srgbClr val="3494BA"/>
    <a:srgbClr val="F4B183"/>
    <a:srgbClr val="FF0000"/>
    <a:srgbClr val="A6A6A6"/>
    <a:srgbClr val="FBE5D6"/>
    <a:srgbClr val="E2F0D9"/>
    <a:srgbClr val="A9D18E"/>
    <a:srgbClr val="BFBFBF"/>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AF4A44-4F2B-4130-83FC-757A285B7FA3}" v="114" dt="2022-10-25T08:38:40.47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1" autoAdjust="0"/>
    <p:restoredTop sz="94242" autoAdjust="0"/>
  </p:normalViewPr>
  <p:slideViewPr>
    <p:cSldViewPr snapToGrid="0">
      <p:cViewPr varScale="1">
        <p:scale>
          <a:sx n="107" d="100"/>
          <a:sy n="107" d="100"/>
        </p:scale>
        <p:origin x="648" y="11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2DAF4A44-4F2B-4130-83FC-757A285B7FA3}"/>
    <pc:docChg chg="undo custSel addSld delSld modSld modSection">
      <pc:chgData name="Alexandre Quach" userId="03a3b9a4-365b-425e-bba9-a77346403bac" providerId="ADAL" clId="{2DAF4A44-4F2B-4130-83FC-757A285B7FA3}" dt="2022-10-25T08:56:35.507" v="4865" actId="47"/>
      <pc:docMkLst>
        <pc:docMk/>
      </pc:docMkLst>
      <pc:sldChg chg="modSp mod">
        <pc:chgData name="Alexandre Quach" userId="03a3b9a4-365b-425e-bba9-a77346403bac" providerId="ADAL" clId="{2DAF4A44-4F2B-4130-83FC-757A285B7FA3}" dt="2022-10-23T16:30:22.646" v="385" actId="27918"/>
        <pc:sldMkLst>
          <pc:docMk/>
          <pc:sldMk cId="20677876" sldId="371"/>
        </pc:sldMkLst>
        <pc:spChg chg="mod">
          <ac:chgData name="Alexandre Quach" userId="03a3b9a4-365b-425e-bba9-a77346403bac" providerId="ADAL" clId="{2DAF4A44-4F2B-4130-83FC-757A285B7FA3}" dt="2022-10-23T07:23:18.338" v="44" actId="27636"/>
          <ac:spMkLst>
            <pc:docMk/>
            <pc:sldMk cId="20677876" sldId="371"/>
            <ac:spMk id="2" creationId="{74FD8270-C5BD-4C95-919E-846BFBD95020}"/>
          </ac:spMkLst>
        </pc:spChg>
        <pc:spChg chg="mod">
          <ac:chgData name="Alexandre Quach" userId="03a3b9a4-365b-425e-bba9-a77346403bac" providerId="ADAL" clId="{2DAF4A44-4F2B-4130-83FC-757A285B7FA3}" dt="2022-10-23T07:23:35.992" v="62" actId="404"/>
          <ac:spMkLst>
            <pc:docMk/>
            <pc:sldMk cId="20677876" sldId="371"/>
            <ac:spMk id="9" creationId="{CA1044E5-4A38-4A57-BEC6-02CD1F1AFC8B}"/>
          </ac:spMkLst>
        </pc:spChg>
        <pc:spChg chg="mod">
          <ac:chgData name="Alexandre Quach" userId="03a3b9a4-365b-425e-bba9-a77346403bac" providerId="ADAL" clId="{2DAF4A44-4F2B-4130-83FC-757A285B7FA3}" dt="2022-10-23T07:23:35.992" v="62" actId="404"/>
          <ac:spMkLst>
            <pc:docMk/>
            <pc:sldMk cId="20677876" sldId="371"/>
            <ac:spMk id="10" creationId="{D3A05F0F-47B8-4894-8D48-0C0F4C166E59}"/>
          </ac:spMkLst>
        </pc:spChg>
        <pc:spChg chg="mod">
          <ac:chgData name="Alexandre Quach" userId="03a3b9a4-365b-425e-bba9-a77346403bac" providerId="ADAL" clId="{2DAF4A44-4F2B-4130-83FC-757A285B7FA3}" dt="2022-10-23T07:23:47.858" v="63" actId="14100"/>
          <ac:spMkLst>
            <pc:docMk/>
            <pc:sldMk cId="20677876" sldId="371"/>
            <ac:spMk id="11" creationId="{C5D8558B-FF11-4A39-8795-6E2A831F942D}"/>
          </ac:spMkLst>
        </pc:spChg>
        <pc:graphicFrameChg chg="modGraphic">
          <ac:chgData name="Alexandre Quach" userId="03a3b9a4-365b-425e-bba9-a77346403bac" providerId="ADAL" clId="{2DAF4A44-4F2B-4130-83FC-757A285B7FA3}" dt="2022-10-23T07:24:35.218" v="212" actId="20577"/>
          <ac:graphicFrameMkLst>
            <pc:docMk/>
            <pc:sldMk cId="20677876" sldId="371"/>
            <ac:graphicFrameMk id="3" creationId="{74F7291A-7A22-6333-C71D-AB84BACC62B9}"/>
          </ac:graphicFrameMkLst>
        </pc:graphicFrameChg>
      </pc:sldChg>
      <pc:sldChg chg="modSp mod">
        <pc:chgData name="Alexandre Quach" userId="03a3b9a4-365b-425e-bba9-a77346403bac" providerId="ADAL" clId="{2DAF4A44-4F2B-4130-83FC-757A285B7FA3}" dt="2022-10-25T08:13:03.486" v="3982" actId="113"/>
        <pc:sldMkLst>
          <pc:docMk/>
          <pc:sldMk cId="4289724254" sldId="372"/>
        </pc:sldMkLst>
        <pc:spChg chg="mod">
          <ac:chgData name="Alexandre Quach" userId="03a3b9a4-365b-425e-bba9-a77346403bac" providerId="ADAL" clId="{2DAF4A44-4F2B-4130-83FC-757A285B7FA3}" dt="2022-10-25T08:09:05.521" v="3731" actId="20577"/>
          <ac:spMkLst>
            <pc:docMk/>
            <pc:sldMk cId="4289724254" sldId="372"/>
            <ac:spMk id="2" creationId="{74FD8270-C5BD-4C95-919E-846BFBD95020}"/>
          </ac:spMkLst>
        </pc:spChg>
        <pc:spChg chg="mod">
          <ac:chgData name="Alexandre Quach" userId="03a3b9a4-365b-425e-bba9-a77346403bac" providerId="ADAL" clId="{2DAF4A44-4F2B-4130-83FC-757A285B7FA3}" dt="2022-10-25T08:12:45.353" v="3977" actId="1076"/>
          <ac:spMkLst>
            <pc:docMk/>
            <pc:sldMk cId="4289724254" sldId="372"/>
            <ac:spMk id="23" creationId="{011DBE07-86F4-4C26-89A1-335718E27CF9}"/>
          </ac:spMkLst>
        </pc:spChg>
        <pc:spChg chg="mod">
          <ac:chgData name="Alexandre Quach" userId="03a3b9a4-365b-425e-bba9-a77346403bac" providerId="ADAL" clId="{2DAF4A44-4F2B-4130-83FC-757A285B7FA3}" dt="2022-10-25T08:12:51.386" v="3981" actId="27636"/>
          <ac:spMkLst>
            <pc:docMk/>
            <pc:sldMk cId="4289724254" sldId="372"/>
            <ac:spMk id="25" creationId="{767E15B1-5AD7-4AC2-8DA6-38450253D5A6}"/>
          </ac:spMkLst>
        </pc:spChg>
        <pc:graphicFrameChg chg="mod modGraphic">
          <ac:chgData name="Alexandre Quach" userId="03a3b9a4-365b-425e-bba9-a77346403bac" providerId="ADAL" clId="{2DAF4A44-4F2B-4130-83FC-757A285B7FA3}" dt="2022-10-25T08:13:03.486" v="3982" actId="113"/>
          <ac:graphicFrameMkLst>
            <pc:docMk/>
            <pc:sldMk cId="4289724254" sldId="372"/>
            <ac:graphicFrameMk id="24" creationId="{17FF7068-AC52-408E-AEE7-AF6B0F4F73FA}"/>
          </ac:graphicFrameMkLst>
        </pc:graphicFrameChg>
      </pc:sldChg>
      <pc:sldChg chg="modSp mod">
        <pc:chgData name="Alexandre Quach" userId="03a3b9a4-365b-425e-bba9-a77346403bac" providerId="ADAL" clId="{2DAF4A44-4F2B-4130-83FC-757A285B7FA3}" dt="2022-10-25T08:21:28.932" v="4388"/>
        <pc:sldMkLst>
          <pc:docMk/>
          <pc:sldMk cId="471399303" sldId="373"/>
        </pc:sldMkLst>
        <pc:spChg chg="mod">
          <ac:chgData name="Alexandre Quach" userId="03a3b9a4-365b-425e-bba9-a77346403bac" providerId="ADAL" clId="{2DAF4A44-4F2B-4130-83FC-757A285B7FA3}" dt="2022-10-25T08:13:27.434" v="4008" actId="20577"/>
          <ac:spMkLst>
            <pc:docMk/>
            <pc:sldMk cId="471399303" sldId="373"/>
            <ac:spMk id="2" creationId="{D071508F-00B6-48EB-9E05-2CF3767E59FF}"/>
          </ac:spMkLst>
        </pc:spChg>
        <pc:spChg chg="mod">
          <ac:chgData name="Alexandre Quach" userId="03a3b9a4-365b-425e-bba9-a77346403bac" providerId="ADAL" clId="{2DAF4A44-4F2B-4130-83FC-757A285B7FA3}" dt="2022-10-25T08:20:54.155" v="4381"/>
          <ac:spMkLst>
            <pc:docMk/>
            <pc:sldMk cId="471399303" sldId="373"/>
            <ac:spMk id="20" creationId="{33C81F4F-2942-4DCE-8D67-EAE0910C1627}"/>
          </ac:spMkLst>
        </pc:spChg>
        <pc:spChg chg="mod">
          <ac:chgData name="Alexandre Quach" userId="03a3b9a4-365b-425e-bba9-a77346403bac" providerId="ADAL" clId="{2DAF4A44-4F2B-4130-83FC-757A285B7FA3}" dt="2022-10-25T08:14:49.097" v="4158" actId="20577"/>
          <ac:spMkLst>
            <pc:docMk/>
            <pc:sldMk cId="471399303" sldId="373"/>
            <ac:spMk id="21" creationId="{AEAAF9EE-7A2C-494F-808A-D18DB5D12482}"/>
          </ac:spMkLst>
        </pc:spChg>
        <pc:spChg chg="mod">
          <ac:chgData name="Alexandre Quach" userId="03a3b9a4-365b-425e-bba9-a77346403bac" providerId="ADAL" clId="{2DAF4A44-4F2B-4130-83FC-757A285B7FA3}" dt="2022-10-25T08:21:03.253" v="4382"/>
          <ac:spMkLst>
            <pc:docMk/>
            <pc:sldMk cId="471399303" sldId="373"/>
            <ac:spMk id="22" creationId="{B2ACD7EC-3C54-45B4-B6FB-85483EE99977}"/>
          </ac:spMkLst>
        </pc:spChg>
        <pc:spChg chg="mod">
          <ac:chgData name="Alexandre Quach" userId="03a3b9a4-365b-425e-bba9-a77346403bac" providerId="ADAL" clId="{2DAF4A44-4F2B-4130-83FC-757A285B7FA3}" dt="2022-10-25T08:21:08.660" v="4383"/>
          <ac:spMkLst>
            <pc:docMk/>
            <pc:sldMk cId="471399303" sldId="373"/>
            <ac:spMk id="24" creationId="{B15F39E3-9475-467F-93BB-C739C254255D}"/>
          </ac:spMkLst>
        </pc:spChg>
        <pc:spChg chg="mod">
          <ac:chgData name="Alexandre Quach" userId="03a3b9a4-365b-425e-bba9-a77346403bac" providerId="ADAL" clId="{2DAF4A44-4F2B-4130-83FC-757A285B7FA3}" dt="2022-10-25T08:15:08.284" v="4161" actId="27636"/>
          <ac:spMkLst>
            <pc:docMk/>
            <pc:sldMk cId="471399303" sldId="373"/>
            <ac:spMk id="25" creationId="{358E1BF9-5E40-437B-9E38-38063C963CED}"/>
          </ac:spMkLst>
        </pc:spChg>
        <pc:spChg chg="mod">
          <ac:chgData name="Alexandre Quach" userId="03a3b9a4-365b-425e-bba9-a77346403bac" providerId="ADAL" clId="{2DAF4A44-4F2B-4130-83FC-757A285B7FA3}" dt="2022-10-25T08:21:12.188" v="4384"/>
          <ac:spMkLst>
            <pc:docMk/>
            <pc:sldMk cId="471399303" sldId="373"/>
            <ac:spMk id="26" creationId="{5B3449CB-D468-4623-BCD0-57752C3C9DC0}"/>
          </ac:spMkLst>
        </pc:spChg>
        <pc:spChg chg="mod">
          <ac:chgData name="Alexandre Quach" userId="03a3b9a4-365b-425e-bba9-a77346403bac" providerId="ADAL" clId="{2DAF4A44-4F2B-4130-83FC-757A285B7FA3}" dt="2022-10-25T08:16:03.062" v="4235" actId="6549"/>
          <ac:spMkLst>
            <pc:docMk/>
            <pc:sldMk cId="471399303" sldId="373"/>
            <ac:spMk id="27" creationId="{807B6C4A-0B30-40EB-8A67-9150BE6EDE0C}"/>
          </ac:spMkLst>
        </pc:spChg>
        <pc:spChg chg="mod">
          <ac:chgData name="Alexandre Quach" userId="03a3b9a4-365b-425e-bba9-a77346403bac" providerId="ADAL" clId="{2DAF4A44-4F2B-4130-83FC-757A285B7FA3}" dt="2022-10-25T08:21:20.716" v="4386"/>
          <ac:spMkLst>
            <pc:docMk/>
            <pc:sldMk cId="471399303" sldId="373"/>
            <ac:spMk id="28" creationId="{B390B424-EFD7-4CBA-9402-E7D75B769A03}"/>
          </ac:spMkLst>
        </pc:spChg>
        <pc:spChg chg="mod">
          <ac:chgData name="Alexandre Quach" userId="03a3b9a4-365b-425e-bba9-a77346403bac" providerId="ADAL" clId="{2DAF4A44-4F2B-4130-83FC-757A285B7FA3}" dt="2022-10-25T08:21:25.230" v="4387"/>
          <ac:spMkLst>
            <pc:docMk/>
            <pc:sldMk cId="471399303" sldId="373"/>
            <ac:spMk id="30" creationId="{F610BC8C-9DED-4B21-A11C-8F147E8E741A}"/>
          </ac:spMkLst>
        </pc:spChg>
        <pc:spChg chg="mod">
          <ac:chgData name="Alexandre Quach" userId="03a3b9a4-365b-425e-bba9-a77346403bac" providerId="ADAL" clId="{2DAF4A44-4F2B-4130-83FC-757A285B7FA3}" dt="2022-10-25T08:19:17.449" v="4237" actId="790"/>
          <ac:spMkLst>
            <pc:docMk/>
            <pc:sldMk cId="471399303" sldId="373"/>
            <ac:spMk id="31" creationId="{D2E68CD3-30C8-4477-96F6-39CEEE9FC5CD}"/>
          </ac:spMkLst>
        </pc:spChg>
        <pc:spChg chg="mod">
          <ac:chgData name="Alexandre Quach" userId="03a3b9a4-365b-425e-bba9-a77346403bac" providerId="ADAL" clId="{2DAF4A44-4F2B-4130-83FC-757A285B7FA3}" dt="2022-10-25T08:21:28.932" v="4388"/>
          <ac:spMkLst>
            <pc:docMk/>
            <pc:sldMk cId="471399303" sldId="373"/>
            <ac:spMk id="32" creationId="{B3CDC92E-C27D-4DF4-9944-2E60887541FB}"/>
          </ac:spMkLst>
        </pc:spChg>
        <pc:spChg chg="mod">
          <ac:chgData name="Alexandre Quach" userId="03a3b9a4-365b-425e-bba9-a77346403bac" providerId="ADAL" clId="{2DAF4A44-4F2B-4130-83FC-757A285B7FA3}" dt="2022-10-25T08:19:30.150" v="4256" actId="20577"/>
          <ac:spMkLst>
            <pc:docMk/>
            <pc:sldMk cId="471399303" sldId="373"/>
            <ac:spMk id="33" creationId="{12DBC631-96B9-49EC-A408-018C730BA38F}"/>
          </ac:spMkLst>
        </pc:spChg>
        <pc:spChg chg="mod">
          <ac:chgData name="Alexandre Quach" userId="03a3b9a4-365b-425e-bba9-a77346403bac" providerId="ADAL" clId="{2DAF4A44-4F2B-4130-83FC-757A285B7FA3}" dt="2022-10-25T08:21:16.819" v="4385"/>
          <ac:spMkLst>
            <pc:docMk/>
            <pc:sldMk cId="471399303" sldId="373"/>
            <ac:spMk id="34" creationId="{C323340E-60D7-47A6-B24C-8D2DD89D7A16}"/>
          </ac:spMkLst>
        </pc:spChg>
        <pc:spChg chg="mod">
          <ac:chgData name="Alexandre Quach" userId="03a3b9a4-365b-425e-bba9-a77346403bac" providerId="ADAL" clId="{2DAF4A44-4F2B-4130-83FC-757A285B7FA3}" dt="2022-10-25T08:20:42.519" v="4380" actId="20577"/>
          <ac:spMkLst>
            <pc:docMk/>
            <pc:sldMk cId="471399303" sldId="373"/>
            <ac:spMk id="35" creationId="{67B0F38D-F1AC-4920-A67C-30199D2FB73D}"/>
          </ac:spMkLst>
        </pc:spChg>
      </pc:sldChg>
      <pc:sldChg chg="modSp mod">
        <pc:chgData name="Alexandre Quach" userId="03a3b9a4-365b-425e-bba9-a77346403bac" providerId="ADAL" clId="{2DAF4A44-4F2B-4130-83FC-757A285B7FA3}" dt="2022-10-25T08:27:17.716" v="4779"/>
        <pc:sldMkLst>
          <pc:docMk/>
          <pc:sldMk cId="427037604" sldId="374"/>
        </pc:sldMkLst>
        <pc:spChg chg="mod">
          <ac:chgData name="Alexandre Quach" userId="03a3b9a4-365b-425e-bba9-a77346403bac" providerId="ADAL" clId="{2DAF4A44-4F2B-4130-83FC-757A285B7FA3}" dt="2022-10-25T08:23:37.366" v="4507" actId="20577"/>
          <ac:spMkLst>
            <pc:docMk/>
            <pc:sldMk cId="427037604" sldId="374"/>
            <ac:spMk id="2" creationId="{D071508F-00B6-48EB-9E05-2CF3767E59FF}"/>
          </ac:spMkLst>
        </pc:spChg>
        <pc:spChg chg="mod">
          <ac:chgData name="Alexandre Quach" userId="03a3b9a4-365b-425e-bba9-a77346403bac" providerId="ADAL" clId="{2DAF4A44-4F2B-4130-83FC-757A285B7FA3}" dt="2022-10-25T08:24:16.196" v="4555" actId="404"/>
          <ac:spMkLst>
            <pc:docMk/>
            <pc:sldMk cId="427037604" sldId="374"/>
            <ac:spMk id="37" creationId="{84E81D4B-0B47-48DF-9F1A-F05E8F79586D}"/>
          </ac:spMkLst>
        </pc:spChg>
        <pc:spChg chg="mod">
          <ac:chgData name="Alexandre Quach" userId="03a3b9a4-365b-425e-bba9-a77346403bac" providerId="ADAL" clId="{2DAF4A44-4F2B-4130-83FC-757A285B7FA3}" dt="2022-10-25T08:27:13.289" v="4778" actId="27636"/>
          <ac:spMkLst>
            <pc:docMk/>
            <pc:sldMk cId="427037604" sldId="374"/>
            <ac:spMk id="38" creationId="{60664009-F884-41C1-8E16-0895E28E7602}"/>
          </ac:spMkLst>
        </pc:spChg>
        <pc:spChg chg="mod">
          <ac:chgData name="Alexandre Quach" userId="03a3b9a4-365b-425e-bba9-a77346403bac" providerId="ADAL" clId="{2DAF4A44-4F2B-4130-83FC-757A285B7FA3}" dt="2022-10-25T08:26:39.505" v="4776" actId="20577"/>
          <ac:spMkLst>
            <pc:docMk/>
            <pc:sldMk cId="427037604" sldId="374"/>
            <ac:spMk id="39" creationId="{5433BB7F-90C0-406F-936A-62E085E3EA91}"/>
          </ac:spMkLst>
        </pc:spChg>
        <pc:spChg chg="mod">
          <ac:chgData name="Alexandre Quach" userId="03a3b9a4-365b-425e-bba9-a77346403bac" providerId="ADAL" clId="{2DAF4A44-4F2B-4130-83FC-757A285B7FA3}" dt="2022-10-25T08:27:17.716" v="4779"/>
          <ac:spMkLst>
            <pc:docMk/>
            <pc:sldMk cId="427037604" sldId="374"/>
            <ac:spMk id="40" creationId="{991450BB-ABEA-45BB-AF06-87578122D87D}"/>
          </ac:spMkLst>
        </pc:spChg>
        <pc:spChg chg="mod">
          <ac:chgData name="Alexandre Quach" userId="03a3b9a4-365b-425e-bba9-a77346403bac" providerId="ADAL" clId="{2DAF4A44-4F2B-4130-83FC-757A285B7FA3}" dt="2022-10-25T08:24:16.196" v="4555" actId="404"/>
          <ac:spMkLst>
            <pc:docMk/>
            <pc:sldMk cId="427037604" sldId="374"/>
            <ac:spMk id="41" creationId="{0D81D87E-8900-4B2A-BAFC-61CC0883A5DB}"/>
          </ac:spMkLst>
        </pc:spChg>
      </pc:sldChg>
      <pc:sldChg chg="modSp mod">
        <pc:chgData name="Alexandre Quach" userId="03a3b9a4-365b-425e-bba9-a77346403bac" providerId="ADAL" clId="{2DAF4A44-4F2B-4130-83FC-757A285B7FA3}" dt="2022-10-25T08:23:30.534" v="4500" actId="790"/>
        <pc:sldMkLst>
          <pc:docMk/>
          <pc:sldMk cId="1470767813" sldId="375"/>
        </pc:sldMkLst>
        <pc:spChg chg="mod">
          <ac:chgData name="Alexandre Quach" userId="03a3b9a4-365b-425e-bba9-a77346403bac" providerId="ADAL" clId="{2DAF4A44-4F2B-4130-83FC-757A285B7FA3}" dt="2022-10-25T08:23:30.534" v="4500" actId="790"/>
          <ac:spMkLst>
            <pc:docMk/>
            <pc:sldMk cId="1470767813" sldId="375"/>
            <ac:spMk id="2" creationId="{D071508F-00B6-48EB-9E05-2CF3767E59FF}"/>
          </ac:spMkLst>
        </pc:spChg>
        <pc:graphicFrameChg chg="modGraphic">
          <ac:chgData name="Alexandre Quach" userId="03a3b9a4-365b-425e-bba9-a77346403bac" providerId="ADAL" clId="{2DAF4A44-4F2B-4130-83FC-757A285B7FA3}" dt="2022-10-25T08:23:11.789" v="4482" actId="20577"/>
          <ac:graphicFrameMkLst>
            <pc:docMk/>
            <pc:sldMk cId="1470767813" sldId="375"/>
            <ac:graphicFrameMk id="43" creationId="{C67131CB-D953-44BF-AB8A-A11E972A5B0B}"/>
          </ac:graphicFrameMkLst>
        </pc:graphicFrameChg>
      </pc:sldChg>
      <pc:sldChg chg="modSp mod">
        <pc:chgData name="Alexandre Quach" userId="03a3b9a4-365b-425e-bba9-a77346403bac" providerId="ADAL" clId="{2DAF4A44-4F2B-4130-83FC-757A285B7FA3}" dt="2022-10-25T08:33:19.508" v="4819" actId="2164"/>
        <pc:sldMkLst>
          <pc:docMk/>
          <pc:sldMk cId="2545377066" sldId="377"/>
        </pc:sldMkLst>
        <pc:spChg chg="mod">
          <ac:chgData name="Alexandre Quach" userId="03a3b9a4-365b-425e-bba9-a77346403bac" providerId="ADAL" clId="{2DAF4A44-4F2B-4130-83FC-757A285B7FA3}" dt="2022-10-25T08:27:32.109" v="4792" actId="20577"/>
          <ac:spMkLst>
            <pc:docMk/>
            <pc:sldMk cId="2545377066" sldId="377"/>
            <ac:spMk id="2" creationId="{D071508F-00B6-48EB-9E05-2CF3767E59FF}"/>
          </ac:spMkLst>
        </pc:spChg>
        <pc:graphicFrameChg chg="mod modGraphic">
          <ac:chgData name="Alexandre Quach" userId="03a3b9a4-365b-425e-bba9-a77346403bac" providerId="ADAL" clId="{2DAF4A44-4F2B-4130-83FC-757A285B7FA3}" dt="2022-10-25T08:33:19.508" v="4819" actId="2164"/>
          <ac:graphicFrameMkLst>
            <pc:docMk/>
            <pc:sldMk cId="2545377066" sldId="377"/>
            <ac:graphicFrameMk id="46" creationId="{A1A89359-9EBD-4BE9-9EE7-2603FE9D0BEF}"/>
          </ac:graphicFrameMkLst>
        </pc:graphicFrameChg>
        <pc:graphicFrameChg chg="mod modGraphic">
          <ac:chgData name="Alexandre Quach" userId="03a3b9a4-365b-425e-bba9-a77346403bac" providerId="ADAL" clId="{2DAF4A44-4F2B-4130-83FC-757A285B7FA3}" dt="2022-10-25T08:29:29.866" v="4807"/>
          <ac:graphicFrameMkLst>
            <pc:docMk/>
            <pc:sldMk cId="2545377066" sldId="377"/>
            <ac:graphicFrameMk id="47" creationId="{E532220D-FB7A-4D58-94AD-62D5519F5AAE}"/>
          </ac:graphicFrameMkLst>
        </pc:graphicFrameChg>
      </pc:sldChg>
      <pc:sldChg chg="modSp mod">
        <pc:chgData name="Alexandre Quach" userId="03a3b9a4-365b-425e-bba9-a77346403bac" providerId="ADAL" clId="{2DAF4A44-4F2B-4130-83FC-757A285B7FA3}" dt="2022-10-23T07:26:41.268" v="377" actId="404"/>
        <pc:sldMkLst>
          <pc:docMk/>
          <pc:sldMk cId="217305794" sldId="381"/>
        </pc:sldMkLst>
        <pc:spChg chg="mod">
          <ac:chgData name="Alexandre Quach" userId="03a3b9a4-365b-425e-bba9-a77346403bac" providerId="ADAL" clId="{2DAF4A44-4F2B-4130-83FC-757A285B7FA3}" dt="2022-10-23T07:25:37.434" v="291" actId="404"/>
          <ac:spMkLst>
            <pc:docMk/>
            <pc:sldMk cId="217305794" sldId="381"/>
            <ac:spMk id="2" creationId="{74FD8270-C5BD-4C95-919E-846BFBD95020}"/>
          </ac:spMkLst>
        </pc:spChg>
        <pc:spChg chg="mod">
          <ac:chgData name="Alexandre Quach" userId="03a3b9a4-365b-425e-bba9-a77346403bac" providerId="ADAL" clId="{2DAF4A44-4F2B-4130-83FC-757A285B7FA3}" dt="2022-10-23T07:25:48.482" v="293" actId="404"/>
          <ac:spMkLst>
            <pc:docMk/>
            <pc:sldMk cId="217305794" sldId="381"/>
            <ac:spMk id="9" creationId="{CA1044E5-4A38-4A57-BEC6-02CD1F1AFC8B}"/>
          </ac:spMkLst>
        </pc:spChg>
        <pc:spChg chg="mod">
          <ac:chgData name="Alexandre Quach" userId="03a3b9a4-365b-425e-bba9-a77346403bac" providerId="ADAL" clId="{2DAF4A44-4F2B-4130-83FC-757A285B7FA3}" dt="2022-10-23T07:26:20.987" v="375" actId="20577"/>
          <ac:spMkLst>
            <pc:docMk/>
            <pc:sldMk cId="217305794" sldId="381"/>
            <ac:spMk id="10" creationId="{D3A05F0F-47B8-4894-8D48-0C0F4C166E59}"/>
          </ac:spMkLst>
        </pc:spChg>
        <pc:spChg chg="mod">
          <ac:chgData name="Alexandre Quach" userId="03a3b9a4-365b-425e-bba9-a77346403bac" providerId="ADAL" clId="{2DAF4A44-4F2B-4130-83FC-757A285B7FA3}" dt="2022-10-23T07:26:41.268" v="377" actId="404"/>
          <ac:spMkLst>
            <pc:docMk/>
            <pc:sldMk cId="217305794" sldId="381"/>
            <ac:spMk id="11" creationId="{C5D8558B-FF11-4A39-8795-6E2A831F942D}"/>
          </ac:spMkLst>
        </pc:spChg>
      </pc:sldChg>
      <pc:sldChg chg="addSp delSp modSp mod">
        <pc:chgData name="Alexandre Quach" userId="03a3b9a4-365b-425e-bba9-a77346403bac" providerId="ADAL" clId="{2DAF4A44-4F2B-4130-83FC-757A285B7FA3}" dt="2022-10-25T08:55:33.740" v="4856" actId="20577"/>
        <pc:sldMkLst>
          <pc:docMk/>
          <pc:sldMk cId="2152990317" sldId="382"/>
        </pc:sldMkLst>
        <pc:spChg chg="mod">
          <ac:chgData name="Alexandre Quach" userId="03a3b9a4-365b-425e-bba9-a77346403bac" providerId="ADAL" clId="{2DAF4A44-4F2B-4130-83FC-757A285B7FA3}" dt="2022-10-25T08:55:33.740" v="4856" actId="20577"/>
          <ac:spMkLst>
            <pc:docMk/>
            <pc:sldMk cId="2152990317" sldId="382"/>
            <ac:spMk id="3" creationId="{760F2153-A99C-7884-B357-72D68732BCD2}"/>
          </ac:spMkLst>
        </pc:spChg>
        <pc:spChg chg="mod">
          <ac:chgData name="Alexandre Quach" userId="03a3b9a4-365b-425e-bba9-a77346403bac" providerId="ADAL" clId="{2DAF4A44-4F2B-4130-83FC-757A285B7FA3}" dt="2022-10-25T08:38:04.188" v="4831" actId="14100"/>
          <ac:spMkLst>
            <pc:docMk/>
            <pc:sldMk cId="2152990317" sldId="382"/>
            <ac:spMk id="66" creationId="{065A1710-095B-4220-88EC-52590635CCBC}"/>
          </ac:spMkLst>
        </pc:spChg>
        <pc:graphicFrameChg chg="add mod">
          <ac:chgData name="Alexandre Quach" userId="03a3b9a4-365b-425e-bba9-a77346403bac" providerId="ADAL" clId="{2DAF4A44-4F2B-4130-83FC-757A285B7FA3}" dt="2022-10-25T08:38:40.474" v="4838" actId="5736"/>
          <ac:graphicFrameMkLst>
            <pc:docMk/>
            <pc:sldMk cId="2152990317" sldId="382"/>
            <ac:graphicFrameMk id="2" creationId="{0E24DC56-4F73-F698-3337-88C4B1792741}"/>
          </ac:graphicFrameMkLst>
        </pc:graphicFrameChg>
        <pc:graphicFrameChg chg="del mod">
          <ac:chgData name="Alexandre Quach" userId="03a3b9a4-365b-425e-bba9-a77346403bac" providerId="ADAL" clId="{2DAF4A44-4F2B-4130-83FC-757A285B7FA3}" dt="2022-10-25T08:37:21.064" v="4821" actId="478"/>
          <ac:graphicFrameMkLst>
            <pc:docMk/>
            <pc:sldMk cId="2152990317" sldId="382"/>
            <ac:graphicFrameMk id="6" creationId="{38514433-9500-8849-DC7E-C467B358856B}"/>
          </ac:graphicFrameMkLst>
        </pc:graphicFrameChg>
        <pc:picChg chg="mod">
          <ac:chgData name="Alexandre Quach" userId="03a3b9a4-365b-425e-bba9-a77346403bac" providerId="ADAL" clId="{2DAF4A44-4F2B-4130-83FC-757A285B7FA3}" dt="2022-10-25T08:38:13.836" v="4836" actId="1076"/>
          <ac:picMkLst>
            <pc:docMk/>
            <pc:sldMk cId="2152990317" sldId="382"/>
            <ac:picMk id="4" creationId="{4276A8A0-91A7-41C6-8337-580E459AC82D}"/>
          </ac:picMkLst>
        </pc:picChg>
        <pc:picChg chg="mod">
          <ac:chgData name="Alexandre Quach" userId="03a3b9a4-365b-425e-bba9-a77346403bac" providerId="ADAL" clId="{2DAF4A44-4F2B-4130-83FC-757A285B7FA3}" dt="2022-10-25T08:38:06.997" v="4833" actId="1076"/>
          <ac:picMkLst>
            <pc:docMk/>
            <pc:sldMk cId="2152990317" sldId="382"/>
            <ac:picMk id="36" creationId="{DA0EF64C-2F24-43C4-BA48-DC2DE5036DD2}"/>
          </ac:picMkLst>
        </pc:picChg>
      </pc:sldChg>
      <pc:sldChg chg="modSp mod">
        <pc:chgData name="Alexandre Quach" userId="03a3b9a4-365b-425e-bba9-a77346403bac" providerId="ADAL" clId="{2DAF4A44-4F2B-4130-83FC-757A285B7FA3}" dt="2022-10-25T08:08:34.205" v="3625" actId="20577"/>
        <pc:sldMkLst>
          <pc:docMk/>
          <pc:sldMk cId="3357181372" sldId="424"/>
        </pc:sldMkLst>
        <pc:spChg chg="mod">
          <ac:chgData name="Alexandre Quach" userId="03a3b9a4-365b-425e-bba9-a77346403bac" providerId="ADAL" clId="{2DAF4A44-4F2B-4130-83FC-757A285B7FA3}" dt="2022-10-25T08:08:34.205" v="3625" actId="20577"/>
          <ac:spMkLst>
            <pc:docMk/>
            <pc:sldMk cId="3357181372" sldId="424"/>
            <ac:spMk id="3" creationId="{9121A52E-EB2B-4E34-8070-8BCF5D5ECAFC}"/>
          </ac:spMkLst>
        </pc:spChg>
      </pc:sldChg>
      <pc:sldChg chg="modSp mod">
        <pc:chgData name="Alexandre Quach" userId="03a3b9a4-365b-425e-bba9-a77346403bac" providerId="ADAL" clId="{2DAF4A44-4F2B-4130-83FC-757A285B7FA3}" dt="2022-10-23T07:23:14.078" v="43" actId="790"/>
        <pc:sldMkLst>
          <pc:docMk/>
          <pc:sldMk cId="2719290333" sldId="603"/>
        </pc:sldMkLst>
        <pc:spChg chg="mod">
          <ac:chgData name="Alexandre Quach" userId="03a3b9a4-365b-425e-bba9-a77346403bac" providerId="ADAL" clId="{2DAF4A44-4F2B-4130-83FC-757A285B7FA3}" dt="2022-10-23T07:23:14.078" v="43" actId="790"/>
          <ac:spMkLst>
            <pc:docMk/>
            <pc:sldMk cId="2719290333" sldId="603"/>
            <ac:spMk id="2" creationId="{606A794F-5F08-337C-50F0-FFEFF1446E0F}"/>
          </ac:spMkLst>
        </pc:spChg>
        <pc:spChg chg="mod">
          <ac:chgData name="Alexandre Quach" userId="03a3b9a4-365b-425e-bba9-a77346403bac" providerId="ADAL" clId="{2DAF4A44-4F2B-4130-83FC-757A285B7FA3}" dt="2022-10-23T07:23:14.078" v="43" actId="790"/>
          <ac:spMkLst>
            <pc:docMk/>
            <pc:sldMk cId="2719290333" sldId="603"/>
            <ac:spMk id="3" creationId="{CB182D3C-1E44-118D-E03C-489E469BD4D1}"/>
          </ac:spMkLst>
        </pc:spChg>
      </pc:sldChg>
      <pc:sldChg chg="modSp mod">
        <pc:chgData name="Alexandre Quach" userId="03a3b9a4-365b-425e-bba9-a77346403bac" providerId="ADAL" clId="{2DAF4A44-4F2B-4130-83FC-757A285B7FA3}" dt="2022-10-25T08:05:11.854" v="3497" actId="20577"/>
        <pc:sldMkLst>
          <pc:docMk/>
          <pc:sldMk cId="3165885568" sldId="685"/>
        </pc:sldMkLst>
        <pc:spChg chg="mod">
          <ac:chgData name="Alexandre Quach" userId="03a3b9a4-365b-425e-bba9-a77346403bac" providerId="ADAL" clId="{2DAF4A44-4F2B-4130-83FC-757A285B7FA3}" dt="2022-10-25T08:00:44.800" v="3308"/>
          <ac:spMkLst>
            <pc:docMk/>
            <pc:sldMk cId="3165885568" sldId="685"/>
            <ac:spMk id="2" creationId="{8A7C0156-9EAC-4E07-AF33-3F52F55877BA}"/>
          </ac:spMkLst>
        </pc:spChg>
        <pc:spChg chg="mod">
          <ac:chgData name="Alexandre Quach" userId="03a3b9a4-365b-425e-bba9-a77346403bac" providerId="ADAL" clId="{2DAF4A44-4F2B-4130-83FC-757A285B7FA3}" dt="2022-10-25T08:03:20.982" v="3362" actId="20577"/>
          <ac:spMkLst>
            <pc:docMk/>
            <pc:sldMk cId="3165885568" sldId="685"/>
            <ac:spMk id="14" creationId="{143F1F12-02A7-4CE0-935A-B527B7326EF4}"/>
          </ac:spMkLst>
        </pc:spChg>
        <pc:graphicFrameChg chg="mod">
          <ac:chgData name="Alexandre Quach" userId="03a3b9a4-365b-425e-bba9-a77346403bac" providerId="ADAL" clId="{2DAF4A44-4F2B-4130-83FC-757A285B7FA3}" dt="2022-10-25T08:05:11.854" v="3497" actId="20577"/>
          <ac:graphicFrameMkLst>
            <pc:docMk/>
            <pc:sldMk cId="3165885568" sldId="685"/>
            <ac:graphicFrameMk id="6" creationId="{7A5D399D-9A48-4A6F-B5BD-52BAD977BD28}"/>
          </ac:graphicFrameMkLst>
        </pc:graphicFrameChg>
        <pc:graphicFrameChg chg="modGraphic">
          <ac:chgData name="Alexandre Quach" userId="03a3b9a4-365b-425e-bba9-a77346403bac" providerId="ADAL" clId="{2DAF4A44-4F2B-4130-83FC-757A285B7FA3}" dt="2022-10-25T08:04:58.111" v="3492" actId="20577"/>
          <ac:graphicFrameMkLst>
            <pc:docMk/>
            <pc:sldMk cId="3165885568" sldId="685"/>
            <ac:graphicFrameMk id="10" creationId="{FF62A6CA-F812-4B32-B45A-9A54482E6CD7}"/>
          </ac:graphicFrameMkLst>
        </pc:graphicFrameChg>
        <pc:picChg chg="mod">
          <ac:chgData name="Alexandre Quach" userId="03a3b9a4-365b-425e-bba9-a77346403bac" providerId="ADAL" clId="{2DAF4A44-4F2B-4130-83FC-757A285B7FA3}" dt="2022-10-25T08:05:03.366" v="3493" actId="1076"/>
          <ac:picMkLst>
            <pc:docMk/>
            <pc:sldMk cId="3165885568" sldId="685"/>
            <ac:picMk id="12" creationId="{95865948-2C03-42C6-95C7-2DBB28E5CC52}"/>
          </ac:picMkLst>
        </pc:picChg>
      </pc:sldChg>
      <pc:sldChg chg="modSp mod">
        <pc:chgData name="Alexandre Quach" userId="03a3b9a4-365b-425e-bba9-a77346403bac" providerId="ADAL" clId="{2DAF4A44-4F2B-4130-83FC-757A285B7FA3}" dt="2022-10-25T07:52:43.954" v="3296"/>
        <pc:sldMkLst>
          <pc:docMk/>
          <pc:sldMk cId="1325807060" sldId="698"/>
        </pc:sldMkLst>
        <pc:spChg chg="mod">
          <ac:chgData name="Alexandre Quach" userId="03a3b9a4-365b-425e-bba9-a77346403bac" providerId="ADAL" clId="{2DAF4A44-4F2B-4130-83FC-757A285B7FA3}" dt="2022-10-25T07:52:17.871" v="3288" actId="20577"/>
          <ac:spMkLst>
            <pc:docMk/>
            <pc:sldMk cId="1325807060" sldId="698"/>
            <ac:spMk id="2" creationId="{C3A2B1C9-782E-4AA6-BEC7-67CB85EF882E}"/>
          </ac:spMkLst>
        </pc:spChg>
        <pc:spChg chg="mod">
          <ac:chgData name="Alexandre Quach" userId="03a3b9a4-365b-425e-bba9-a77346403bac" providerId="ADAL" clId="{2DAF4A44-4F2B-4130-83FC-757A285B7FA3}" dt="2022-10-25T07:52:34.270" v="3290" actId="14100"/>
          <ac:spMkLst>
            <pc:docMk/>
            <pc:sldMk cId="1325807060" sldId="698"/>
            <ac:spMk id="37" creationId="{9D71B2BA-74E8-44C1-9335-F9DEBC8B0815}"/>
          </ac:spMkLst>
        </pc:spChg>
        <pc:spChg chg="mod">
          <ac:chgData name="Alexandre Quach" userId="03a3b9a4-365b-425e-bba9-a77346403bac" providerId="ADAL" clId="{2DAF4A44-4F2B-4130-83FC-757A285B7FA3}" dt="2022-10-25T07:52:43.954" v="3296"/>
          <ac:spMkLst>
            <pc:docMk/>
            <pc:sldMk cId="1325807060" sldId="698"/>
            <ac:spMk id="41" creationId="{63B00CC9-3B90-4DC9-8C21-B47CC067C559}"/>
          </ac:spMkLst>
        </pc:spChg>
      </pc:sldChg>
      <pc:sldChg chg="modSp mod">
        <pc:chgData name="Alexandre Quach" userId="03a3b9a4-365b-425e-bba9-a77346403bac" providerId="ADAL" clId="{2DAF4A44-4F2B-4130-83FC-757A285B7FA3}" dt="2022-10-25T07:51:09.911" v="3268"/>
        <pc:sldMkLst>
          <pc:docMk/>
          <pc:sldMk cId="3712108834" sldId="727"/>
        </pc:sldMkLst>
        <pc:spChg chg="mod">
          <ac:chgData name="Alexandre Quach" userId="03a3b9a4-365b-425e-bba9-a77346403bac" providerId="ADAL" clId="{2DAF4A44-4F2B-4130-83FC-757A285B7FA3}" dt="2022-10-25T07:51:09.911" v="3268"/>
          <ac:spMkLst>
            <pc:docMk/>
            <pc:sldMk cId="3712108834" sldId="727"/>
            <ac:spMk id="2" creationId="{C3A2B1C9-782E-4AA6-BEC7-67CB85EF882E}"/>
          </ac:spMkLst>
        </pc:spChg>
        <pc:spChg chg="mod">
          <ac:chgData name="Alexandre Quach" userId="03a3b9a4-365b-425e-bba9-a77346403bac" providerId="ADAL" clId="{2DAF4A44-4F2B-4130-83FC-757A285B7FA3}" dt="2022-10-25T07:38:39.185" v="2891" actId="6549"/>
          <ac:spMkLst>
            <pc:docMk/>
            <pc:sldMk cId="3712108834" sldId="727"/>
            <ac:spMk id="3" creationId="{AE341C54-753C-4163-9596-11AD5932A820}"/>
          </ac:spMkLst>
        </pc:spChg>
        <pc:spChg chg="mod">
          <ac:chgData name="Alexandre Quach" userId="03a3b9a4-365b-425e-bba9-a77346403bac" providerId="ADAL" clId="{2DAF4A44-4F2B-4130-83FC-757A285B7FA3}" dt="2022-10-25T07:44:58.495" v="3027" actId="20577"/>
          <ac:spMkLst>
            <pc:docMk/>
            <pc:sldMk cId="3712108834" sldId="727"/>
            <ac:spMk id="4" creationId="{693C2F31-DB38-42BA-8CA5-876C10E2FFBD}"/>
          </ac:spMkLst>
        </pc:spChg>
        <pc:spChg chg="mod">
          <ac:chgData name="Alexandre Quach" userId="03a3b9a4-365b-425e-bba9-a77346403bac" providerId="ADAL" clId="{2DAF4A44-4F2B-4130-83FC-757A285B7FA3}" dt="2022-10-25T07:45:27.531" v="3044" actId="20577"/>
          <ac:spMkLst>
            <pc:docMk/>
            <pc:sldMk cId="3712108834" sldId="727"/>
            <ac:spMk id="5" creationId="{08B0A895-1094-4369-8B6A-0E67FE7DDB59}"/>
          </ac:spMkLst>
        </pc:spChg>
        <pc:spChg chg="mod">
          <ac:chgData name="Alexandre Quach" userId="03a3b9a4-365b-425e-bba9-a77346403bac" providerId="ADAL" clId="{2DAF4A44-4F2B-4130-83FC-757A285B7FA3}" dt="2022-10-25T07:35:55.750" v="2598" actId="20577"/>
          <ac:spMkLst>
            <pc:docMk/>
            <pc:sldMk cId="3712108834" sldId="727"/>
            <ac:spMk id="6" creationId="{02C5E63D-945C-416B-99CE-6F6495932217}"/>
          </ac:spMkLst>
        </pc:spChg>
        <pc:spChg chg="mod">
          <ac:chgData name="Alexandre Quach" userId="03a3b9a4-365b-425e-bba9-a77346403bac" providerId="ADAL" clId="{2DAF4A44-4F2B-4130-83FC-757A285B7FA3}" dt="2022-10-25T07:30:35.898" v="2481" actId="20577"/>
          <ac:spMkLst>
            <pc:docMk/>
            <pc:sldMk cId="3712108834" sldId="727"/>
            <ac:spMk id="7" creationId="{EFA160A8-44AE-41D0-BE55-E79DF99033EA}"/>
          </ac:spMkLst>
        </pc:spChg>
      </pc:sldChg>
      <pc:sldChg chg="addSp delSp modSp mod">
        <pc:chgData name="Alexandre Quach" userId="03a3b9a4-365b-425e-bba9-a77346403bac" providerId="ADAL" clId="{2DAF4A44-4F2B-4130-83FC-757A285B7FA3}" dt="2022-10-25T08:37:39.327" v="4824" actId="1076"/>
        <pc:sldMkLst>
          <pc:docMk/>
          <pc:sldMk cId="789710827" sldId="788"/>
        </pc:sldMkLst>
        <pc:spChg chg="mod">
          <ac:chgData name="Alexandre Quach" userId="03a3b9a4-365b-425e-bba9-a77346403bac" providerId="ADAL" clId="{2DAF4A44-4F2B-4130-83FC-757A285B7FA3}" dt="2022-10-25T07:55:30.815" v="3306" actId="20577"/>
          <ac:spMkLst>
            <pc:docMk/>
            <pc:sldMk cId="789710827" sldId="788"/>
            <ac:spMk id="2" creationId="{C3A2B1C9-782E-4AA6-BEC7-67CB85EF882E}"/>
          </ac:spMkLst>
        </pc:spChg>
        <pc:grpChg chg="del">
          <ac:chgData name="Alexandre Quach" userId="03a3b9a4-365b-425e-bba9-a77346403bac" providerId="ADAL" clId="{2DAF4A44-4F2B-4130-83FC-757A285B7FA3}" dt="2022-10-25T08:37:34.990" v="4822" actId="478"/>
          <ac:grpSpMkLst>
            <pc:docMk/>
            <pc:sldMk cId="789710827" sldId="788"/>
            <ac:grpSpMk id="10" creationId="{14E8E020-AD66-4907-8653-E8FA263CA83C}"/>
          </ac:grpSpMkLst>
        </pc:grpChg>
        <pc:graphicFrameChg chg="add mod">
          <ac:chgData name="Alexandre Quach" userId="03a3b9a4-365b-425e-bba9-a77346403bac" providerId="ADAL" clId="{2DAF4A44-4F2B-4130-83FC-757A285B7FA3}" dt="2022-10-25T08:37:39.327" v="4824" actId="1076"/>
          <ac:graphicFrameMkLst>
            <pc:docMk/>
            <pc:sldMk cId="789710827" sldId="788"/>
            <ac:graphicFrameMk id="11" creationId="{AA057E1D-000D-BCF5-AB55-FD9A4B11094E}"/>
          </ac:graphicFrameMkLst>
        </pc:graphicFrameChg>
      </pc:sldChg>
      <pc:sldChg chg="modSp mod">
        <pc:chgData name="Alexandre Quach" userId="03a3b9a4-365b-425e-bba9-a77346403bac" providerId="ADAL" clId="{2DAF4A44-4F2B-4130-83FC-757A285B7FA3}" dt="2022-10-25T07:28:51.574" v="2456" actId="27636"/>
        <pc:sldMkLst>
          <pc:docMk/>
          <pc:sldMk cId="4004390942" sldId="789"/>
        </pc:sldMkLst>
        <pc:spChg chg="mod">
          <ac:chgData name="Alexandre Quach" userId="03a3b9a4-365b-425e-bba9-a77346403bac" providerId="ADAL" clId="{2DAF4A44-4F2B-4130-83FC-757A285B7FA3}" dt="2022-10-25T07:28:09.520" v="2412" actId="790"/>
          <ac:spMkLst>
            <pc:docMk/>
            <pc:sldMk cId="4004390942" sldId="789"/>
            <ac:spMk id="2" creationId="{C3A2B1C9-782E-4AA6-BEC7-67CB85EF882E}"/>
          </ac:spMkLst>
        </pc:spChg>
        <pc:spChg chg="mod">
          <ac:chgData name="Alexandre Quach" userId="03a3b9a4-365b-425e-bba9-a77346403bac" providerId="ADAL" clId="{2DAF4A44-4F2B-4130-83FC-757A285B7FA3}" dt="2022-10-25T07:28:51.550" v="2454" actId="404"/>
          <ac:spMkLst>
            <pc:docMk/>
            <pc:sldMk cId="4004390942" sldId="789"/>
            <ac:spMk id="3" creationId="{AE341C54-753C-4163-9596-11AD5932A820}"/>
          </ac:spMkLst>
        </pc:spChg>
        <pc:spChg chg="mod">
          <ac:chgData name="Alexandre Quach" userId="03a3b9a4-365b-425e-bba9-a77346403bac" providerId="ADAL" clId="{2DAF4A44-4F2B-4130-83FC-757A285B7FA3}" dt="2022-10-25T07:28:51.550" v="2454" actId="404"/>
          <ac:spMkLst>
            <pc:docMk/>
            <pc:sldMk cId="4004390942" sldId="789"/>
            <ac:spMk id="4" creationId="{693C2F31-DB38-42BA-8CA5-876C10E2FFBD}"/>
          </ac:spMkLst>
        </pc:spChg>
        <pc:spChg chg="mod">
          <ac:chgData name="Alexandre Quach" userId="03a3b9a4-365b-425e-bba9-a77346403bac" providerId="ADAL" clId="{2DAF4A44-4F2B-4130-83FC-757A285B7FA3}" dt="2022-10-25T07:28:51.574" v="2456" actId="27636"/>
          <ac:spMkLst>
            <pc:docMk/>
            <pc:sldMk cId="4004390942" sldId="789"/>
            <ac:spMk id="5" creationId="{08B0A895-1094-4369-8B6A-0E67FE7DDB59}"/>
          </ac:spMkLst>
        </pc:spChg>
        <pc:spChg chg="mod">
          <ac:chgData name="Alexandre Quach" userId="03a3b9a4-365b-425e-bba9-a77346403bac" providerId="ADAL" clId="{2DAF4A44-4F2B-4130-83FC-757A285B7FA3}" dt="2022-10-25T07:28:51.571" v="2455" actId="27636"/>
          <ac:spMkLst>
            <pc:docMk/>
            <pc:sldMk cId="4004390942" sldId="789"/>
            <ac:spMk id="6" creationId="{02C5E63D-945C-416B-99CE-6F6495932217}"/>
          </ac:spMkLst>
        </pc:spChg>
        <pc:spChg chg="mod">
          <ac:chgData name="Alexandre Quach" userId="03a3b9a4-365b-425e-bba9-a77346403bac" providerId="ADAL" clId="{2DAF4A44-4F2B-4130-83FC-757A285B7FA3}" dt="2022-10-25T07:28:51.550" v="2454" actId="404"/>
          <ac:spMkLst>
            <pc:docMk/>
            <pc:sldMk cId="4004390942" sldId="789"/>
            <ac:spMk id="7" creationId="{EFA160A8-44AE-41D0-BE55-E79DF99033EA}"/>
          </ac:spMkLst>
        </pc:spChg>
      </pc:sldChg>
      <pc:sldChg chg="modSp mod">
        <pc:chgData name="Alexandre Quach" userId="03a3b9a4-365b-425e-bba9-a77346403bac" providerId="ADAL" clId="{2DAF4A44-4F2B-4130-83FC-757A285B7FA3}" dt="2022-10-23T16:35:49.334" v="955" actId="20577"/>
        <pc:sldMkLst>
          <pc:docMk/>
          <pc:sldMk cId="725246001" sldId="790"/>
        </pc:sldMkLst>
        <pc:spChg chg="mod">
          <ac:chgData name="Alexandre Quach" userId="03a3b9a4-365b-425e-bba9-a77346403bac" providerId="ADAL" clId="{2DAF4A44-4F2B-4130-83FC-757A285B7FA3}" dt="2022-10-23T16:35:49.334" v="955" actId="20577"/>
          <ac:spMkLst>
            <pc:docMk/>
            <pc:sldMk cId="725246001" sldId="790"/>
            <ac:spMk id="2" creationId="{693EC3EC-AA45-2DCC-C007-B27A53CACB19}"/>
          </ac:spMkLst>
        </pc:spChg>
        <pc:spChg chg="mod">
          <ac:chgData name="Alexandre Quach" userId="03a3b9a4-365b-425e-bba9-a77346403bac" providerId="ADAL" clId="{2DAF4A44-4F2B-4130-83FC-757A285B7FA3}" dt="2022-10-23T16:35:45.691" v="947" actId="27636"/>
          <ac:spMkLst>
            <pc:docMk/>
            <pc:sldMk cId="725246001" sldId="790"/>
            <ac:spMk id="3" creationId="{7CBDB15F-E256-35AC-DA3A-84CB62AB5683}"/>
          </ac:spMkLst>
        </pc:spChg>
      </pc:sldChg>
      <pc:sldChg chg="del">
        <pc:chgData name="Alexandre Quach" userId="03a3b9a4-365b-425e-bba9-a77346403bac" providerId="ADAL" clId="{2DAF4A44-4F2B-4130-83FC-757A285B7FA3}" dt="2022-10-25T07:50:45.531" v="3267" actId="47"/>
        <pc:sldMkLst>
          <pc:docMk/>
          <pc:sldMk cId="623201755" sldId="791"/>
        </pc:sldMkLst>
      </pc:sldChg>
      <pc:sldChg chg="modSp mod">
        <pc:chgData name="Alexandre Quach" userId="03a3b9a4-365b-425e-bba9-a77346403bac" providerId="ADAL" clId="{2DAF4A44-4F2B-4130-83FC-757A285B7FA3}" dt="2022-10-25T07:51:46.238" v="3284" actId="27636"/>
        <pc:sldMkLst>
          <pc:docMk/>
          <pc:sldMk cId="2999778457" sldId="792"/>
        </pc:sldMkLst>
        <pc:spChg chg="mod">
          <ac:chgData name="Alexandre Quach" userId="03a3b9a4-365b-425e-bba9-a77346403bac" providerId="ADAL" clId="{2DAF4A44-4F2B-4130-83FC-757A285B7FA3}" dt="2022-10-25T07:51:21.160" v="3281" actId="20577"/>
          <ac:spMkLst>
            <pc:docMk/>
            <pc:sldMk cId="2999778457" sldId="792"/>
            <ac:spMk id="2" creationId="{12769208-2FC6-71D2-066B-4609838E9C56}"/>
          </ac:spMkLst>
        </pc:spChg>
        <pc:spChg chg="mod">
          <ac:chgData name="Alexandre Quach" userId="03a3b9a4-365b-425e-bba9-a77346403bac" providerId="ADAL" clId="{2DAF4A44-4F2B-4130-83FC-757A285B7FA3}" dt="2022-10-25T07:51:46.238" v="3284" actId="27636"/>
          <ac:spMkLst>
            <pc:docMk/>
            <pc:sldMk cId="2999778457" sldId="792"/>
            <ac:spMk id="3" creationId="{A8B46B10-BA20-EE7F-1831-CA14DE04D353}"/>
          </ac:spMkLst>
        </pc:spChg>
      </pc:sldChg>
      <pc:sldChg chg="modSp mod">
        <pc:chgData name="Alexandre Quach" userId="03a3b9a4-365b-425e-bba9-a77346403bac" providerId="ADAL" clId="{2DAF4A44-4F2B-4130-83FC-757A285B7FA3}" dt="2022-10-25T08:07:48.103" v="3592" actId="6549"/>
        <pc:sldMkLst>
          <pc:docMk/>
          <pc:sldMk cId="2176162860" sldId="793"/>
        </pc:sldMkLst>
        <pc:spChg chg="mod">
          <ac:chgData name="Alexandre Quach" userId="03a3b9a4-365b-425e-bba9-a77346403bac" providerId="ADAL" clId="{2DAF4A44-4F2B-4130-83FC-757A285B7FA3}" dt="2022-10-25T08:05:42.153" v="3500" actId="20577"/>
          <ac:spMkLst>
            <pc:docMk/>
            <pc:sldMk cId="2176162860" sldId="793"/>
            <ac:spMk id="9" creationId="{45F34BB8-882F-2977-DF90-3AF514EEBF70}"/>
          </ac:spMkLst>
        </pc:spChg>
        <pc:spChg chg="mod">
          <ac:chgData name="Alexandre Quach" userId="03a3b9a4-365b-425e-bba9-a77346403bac" providerId="ADAL" clId="{2DAF4A44-4F2B-4130-83FC-757A285B7FA3}" dt="2022-10-25T08:07:48.103" v="3592" actId="6549"/>
          <ac:spMkLst>
            <pc:docMk/>
            <pc:sldMk cId="2176162860" sldId="793"/>
            <ac:spMk id="10" creationId="{CA6FB32C-FCD4-AC27-AFA2-C30DF2D7F45B}"/>
          </ac:spMkLst>
        </pc:spChg>
      </pc:sldChg>
      <pc:sldChg chg="modSp mod">
        <pc:chgData name="Alexandre Quach" userId="03a3b9a4-365b-425e-bba9-a77346403bac" providerId="ADAL" clId="{2DAF4A44-4F2B-4130-83FC-757A285B7FA3}" dt="2022-10-25T08:56:18.600" v="4862" actId="1076"/>
        <pc:sldMkLst>
          <pc:docMk/>
          <pc:sldMk cId="1167902004" sldId="794"/>
        </pc:sldMkLst>
        <pc:spChg chg="mod">
          <ac:chgData name="Alexandre Quach" userId="03a3b9a4-365b-425e-bba9-a77346403bac" providerId="ADAL" clId="{2DAF4A44-4F2B-4130-83FC-757A285B7FA3}" dt="2022-10-23T16:39:47.333" v="1017" actId="20577"/>
          <ac:spMkLst>
            <pc:docMk/>
            <pc:sldMk cId="1167902004" sldId="794"/>
            <ac:spMk id="2" creationId="{693EC3EC-AA45-2DCC-C007-B27A53CACB19}"/>
          </ac:spMkLst>
        </pc:spChg>
        <pc:spChg chg="mod">
          <ac:chgData name="Alexandre Quach" userId="03a3b9a4-365b-425e-bba9-a77346403bac" providerId="ADAL" clId="{2DAF4A44-4F2B-4130-83FC-757A285B7FA3}" dt="2022-10-25T08:56:18.600" v="4862" actId="1076"/>
          <ac:spMkLst>
            <pc:docMk/>
            <pc:sldMk cId="1167902004" sldId="794"/>
            <ac:spMk id="58" creationId="{66A93558-C91F-E002-D51B-BB770EA0176C}"/>
          </ac:spMkLst>
        </pc:spChg>
        <pc:spChg chg="mod">
          <ac:chgData name="Alexandre Quach" userId="03a3b9a4-365b-425e-bba9-a77346403bac" providerId="ADAL" clId="{2DAF4A44-4F2B-4130-83FC-757A285B7FA3}" dt="2022-10-25T08:56:18.600" v="4862" actId="1076"/>
          <ac:spMkLst>
            <pc:docMk/>
            <pc:sldMk cId="1167902004" sldId="794"/>
            <ac:spMk id="59" creationId="{DCEDC4BB-F160-5773-BACC-23D1C52FDE16}"/>
          </ac:spMkLst>
        </pc:spChg>
        <pc:spChg chg="mod">
          <ac:chgData name="Alexandre Quach" userId="03a3b9a4-365b-425e-bba9-a77346403bac" providerId="ADAL" clId="{2DAF4A44-4F2B-4130-83FC-757A285B7FA3}" dt="2022-10-25T08:56:18.600" v="4862" actId="1076"/>
          <ac:spMkLst>
            <pc:docMk/>
            <pc:sldMk cId="1167902004" sldId="794"/>
            <ac:spMk id="60" creationId="{F7C8BD75-2AB7-A4F0-542C-04CA12C862BB}"/>
          </ac:spMkLst>
        </pc:spChg>
        <pc:spChg chg="mod">
          <ac:chgData name="Alexandre Quach" userId="03a3b9a4-365b-425e-bba9-a77346403bac" providerId="ADAL" clId="{2DAF4A44-4F2B-4130-83FC-757A285B7FA3}" dt="2022-10-25T08:56:18.600" v="4862" actId="1076"/>
          <ac:spMkLst>
            <pc:docMk/>
            <pc:sldMk cId="1167902004" sldId="794"/>
            <ac:spMk id="61" creationId="{317226DE-14FB-6B3D-E7F0-42ED9A09DF51}"/>
          </ac:spMkLst>
        </pc:spChg>
        <pc:grpChg chg="mod">
          <ac:chgData name="Alexandre Quach" userId="03a3b9a4-365b-425e-bba9-a77346403bac" providerId="ADAL" clId="{2DAF4A44-4F2B-4130-83FC-757A285B7FA3}" dt="2022-10-25T08:56:18.600" v="4862" actId="1076"/>
          <ac:grpSpMkLst>
            <pc:docMk/>
            <pc:sldMk cId="1167902004" sldId="794"/>
            <ac:grpSpMk id="4" creationId="{4CE9EFD6-709A-9648-E610-5E5361A68163}"/>
          </ac:grpSpMkLst>
        </pc:grpChg>
        <pc:grpChg chg="mod">
          <ac:chgData name="Alexandre Quach" userId="03a3b9a4-365b-425e-bba9-a77346403bac" providerId="ADAL" clId="{2DAF4A44-4F2B-4130-83FC-757A285B7FA3}" dt="2022-10-25T08:56:18.600" v="4862" actId="1076"/>
          <ac:grpSpMkLst>
            <pc:docMk/>
            <pc:sldMk cId="1167902004" sldId="794"/>
            <ac:grpSpMk id="33" creationId="{7036F83A-18A8-8795-7460-BEB4AD86004D}"/>
          </ac:grpSpMkLst>
        </pc:grpChg>
        <pc:grpChg chg="mod">
          <ac:chgData name="Alexandre Quach" userId="03a3b9a4-365b-425e-bba9-a77346403bac" providerId="ADAL" clId="{2DAF4A44-4F2B-4130-83FC-757A285B7FA3}" dt="2022-10-25T08:56:18.600" v="4862" actId="1076"/>
          <ac:grpSpMkLst>
            <pc:docMk/>
            <pc:sldMk cId="1167902004" sldId="794"/>
            <ac:grpSpMk id="57" creationId="{0F3CEAC4-33D2-4512-6240-31746E9D2D94}"/>
          </ac:grpSpMkLst>
        </pc:grpChg>
        <pc:grpChg chg="mod">
          <ac:chgData name="Alexandre Quach" userId="03a3b9a4-365b-425e-bba9-a77346403bac" providerId="ADAL" clId="{2DAF4A44-4F2B-4130-83FC-757A285B7FA3}" dt="2022-10-25T08:56:18.600" v="4862" actId="1076"/>
          <ac:grpSpMkLst>
            <pc:docMk/>
            <pc:sldMk cId="1167902004" sldId="794"/>
            <ac:grpSpMk id="62" creationId="{0CE19CC9-5A3B-D51F-B9F0-AD4BA6C30D84}"/>
          </ac:grpSpMkLst>
        </pc:grpChg>
      </pc:sldChg>
      <pc:sldChg chg="modSp new del mod">
        <pc:chgData name="Alexandre Quach" userId="03a3b9a4-365b-425e-bba9-a77346403bac" providerId="ADAL" clId="{2DAF4A44-4F2B-4130-83FC-757A285B7FA3}" dt="2022-10-25T07:23:44.712" v="1857" actId="47"/>
        <pc:sldMkLst>
          <pc:docMk/>
          <pc:sldMk cId="1169965952" sldId="795"/>
        </pc:sldMkLst>
        <pc:spChg chg="mod">
          <ac:chgData name="Alexandre Quach" userId="03a3b9a4-365b-425e-bba9-a77346403bac" providerId="ADAL" clId="{2DAF4A44-4F2B-4130-83FC-757A285B7FA3}" dt="2022-10-25T07:08:47.225" v="1365" actId="20577"/>
          <ac:spMkLst>
            <pc:docMk/>
            <pc:sldMk cId="1169965952" sldId="795"/>
            <ac:spMk id="2" creationId="{A9526F9D-AC21-EAD1-4E83-8147801E374A}"/>
          </ac:spMkLst>
        </pc:spChg>
        <pc:spChg chg="mod">
          <ac:chgData name="Alexandre Quach" userId="03a3b9a4-365b-425e-bba9-a77346403bac" providerId="ADAL" clId="{2DAF4A44-4F2B-4130-83FC-757A285B7FA3}" dt="2022-10-25T07:23:42.802" v="1856" actId="20577"/>
          <ac:spMkLst>
            <pc:docMk/>
            <pc:sldMk cId="1169965952" sldId="795"/>
            <ac:spMk id="3" creationId="{63D0C5B6-E837-F949-F8E8-725DFC7A83BC}"/>
          </ac:spMkLst>
        </pc:spChg>
      </pc:sldChg>
      <pc:sldChg chg="modSp add mod">
        <pc:chgData name="Alexandre Quach" userId="03a3b9a4-365b-425e-bba9-a77346403bac" providerId="ADAL" clId="{2DAF4A44-4F2B-4130-83FC-757A285B7FA3}" dt="2022-10-25T07:52:53.802" v="3297" actId="790"/>
        <pc:sldMkLst>
          <pc:docMk/>
          <pc:sldMk cId="1400722147" sldId="795"/>
        </pc:sldMkLst>
        <pc:spChg chg="mod">
          <ac:chgData name="Alexandre Quach" userId="03a3b9a4-365b-425e-bba9-a77346403bac" providerId="ADAL" clId="{2DAF4A44-4F2B-4130-83FC-757A285B7FA3}" dt="2022-10-25T07:52:53.802" v="3297" actId="790"/>
          <ac:spMkLst>
            <pc:docMk/>
            <pc:sldMk cId="1400722147" sldId="795"/>
            <ac:spMk id="2" creationId="{C3A2B1C9-782E-4AA6-BEC7-67CB85EF882E}"/>
          </ac:spMkLst>
        </pc:spChg>
        <pc:spChg chg="mod">
          <ac:chgData name="Alexandre Quach" userId="03a3b9a4-365b-425e-bba9-a77346403bac" providerId="ADAL" clId="{2DAF4A44-4F2B-4130-83FC-757A285B7FA3}" dt="2022-10-25T07:52:53.802" v="3297" actId="790"/>
          <ac:spMkLst>
            <pc:docMk/>
            <pc:sldMk cId="1400722147" sldId="795"/>
            <ac:spMk id="3" creationId="{AE341C54-753C-4163-9596-11AD5932A820}"/>
          </ac:spMkLst>
        </pc:spChg>
        <pc:spChg chg="mod">
          <ac:chgData name="Alexandre Quach" userId="03a3b9a4-365b-425e-bba9-a77346403bac" providerId="ADAL" clId="{2DAF4A44-4F2B-4130-83FC-757A285B7FA3}" dt="2022-10-25T07:52:53.802" v="3297" actId="790"/>
          <ac:spMkLst>
            <pc:docMk/>
            <pc:sldMk cId="1400722147" sldId="795"/>
            <ac:spMk id="4" creationId="{693C2F31-DB38-42BA-8CA5-876C10E2FFBD}"/>
          </ac:spMkLst>
        </pc:spChg>
        <pc:spChg chg="mod">
          <ac:chgData name="Alexandre Quach" userId="03a3b9a4-365b-425e-bba9-a77346403bac" providerId="ADAL" clId="{2DAF4A44-4F2B-4130-83FC-757A285B7FA3}" dt="2022-10-25T07:52:53.802" v="3297" actId="790"/>
          <ac:spMkLst>
            <pc:docMk/>
            <pc:sldMk cId="1400722147" sldId="795"/>
            <ac:spMk id="5" creationId="{08B0A895-1094-4369-8B6A-0E67FE7DDB59}"/>
          </ac:spMkLst>
        </pc:spChg>
        <pc:spChg chg="mod">
          <ac:chgData name="Alexandre Quach" userId="03a3b9a4-365b-425e-bba9-a77346403bac" providerId="ADAL" clId="{2DAF4A44-4F2B-4130-83FC-757A285B7FA3}" dt="2022-10-25T07:52:53.802" v="3297" actId="790"/>
          <ac:spMkLst>
            <pc:docMk/>
            <pc:sldMk cId="1400722147" sldId="795"/>
            <ac:spMk id="6" creationId="{02C5E63D-945C-416B-99CE-6F6495932217}"/>
          </ac:spMkLst>
        </pc:spChg>
        <pc:spChg chg="mod">
          <ac:chgData name="Alexandre Quach" userId="03a3b9a4-365b-425e-bba9-a77346403bac" providerId="ADAL" clId="{2DAF4A44-4F2B-4130-83FC-757A285B7FA3}" dt="2022-10-25T07:52:53.802" v="3297" actId="790"/>
          <ac:spMkLst>
            <pc:docMk/>
            <pc:sldMk cId="1400722147" sldId="795"/>
            <ac:spMk id="7" creationId="{EFA160A8-44AE-41D0-BE55-E79DF99033EA}"/>
          </ac:spMkLst>
        </pc:spChg>
      </pc:sldChg>
      <pc:sldChg chg="delSp modSp add del mod">
        <pc:chgData name="Alexandre Quach" userId="03a3b9a4-365b-425e-bba9-a77346403bac" providerId="ADAL" clId="{2DAF4A44-4F2B-4130-83FC-757A285B7FA3}" dt="2022-10-25T08:56:35.507" v="4865" actId="47"/>
        <pc:sldMkLst>
          <pc:docMk/>
          <pc:sldMk cId="194391348" sldId="796"/>
        </pc:sldMkLst>
        <pc:spChg chg="del">
          <ac:chgData name="Alexandre Quach" userId="03a3b9a4-365b-425e-bba9-a77346403bac" providerId="ADAL" clId="{2DAF4A44-4F2B-4130-83FC-757A285B7FA3}" dt="2022-10-25T08:56:09.428" v="4858" actId="478"/>
          <ac:spMkLst>
            <pc:docMk/>
            <pc:sldMk cId="194391348" sldId="796"/>
            <ac:spMk id="58" creationId="{66A93558-C91F-E002-D51B-BB770EA0176C}"/>
          </ac:spMkLst>
        </pc:spChg>
        <pc:spChg chg="del">
          <ac:chgData name="Alexandre Quach" userId="03a3b9a4-365b-425e-bba9-a77346403bac" providerId="ADAL" clId="{2DAF4A44-4F2B-4130-83FC-757A285B7FA3}" dt="2022-10-25T08:56:09.428" v="4858" actId="478"/>
          <ac:spMkLst>
            <pc:docMk/>
            <pc:sldMk cId="194391348" sldId="796"/>
            <ac:spMk id="59" creationId="{DCEDC4BB-F160-5773-BACC-23D1C52FDE16}"/>
          </ac:spMkLst>
        </pc:spChg>
        <pc:spChg chg="del">
          <ac:chgData name="Alexandre Quach" userId="03a3b9a4-365b-425e-bba9-a77346403bac" providerId="ADAL" clId="{2DAF4A44-4F2B-4130-83FC-757A285B7FA3}" dt="2022-10-25T08:56:09.428" v="4858" actId="478"/>
          <ac:spMkLst>
            <pc:docMk/>
            <pc:sldMk cId="194391348" sldId="796"/>
            <ac:spMk id="60" creationId="{F7C8BD75-2AB7-A4F0-542C-04CA12C862BB}"/>
          </ac:spMkLst>
        </pc:spChg>
        <pc:spChg chg="del">
          <ac:chgData name="Alexandre Quach" userId="03a3b9a4-365b-425e-bba9-a77346403bac" providerId="ADAL" clId="{2DAF4A44-4F2B-4130-83FC-757A285B7FA3}" dt="2022-10-25T08:56:09.428" v="4858" actId="478"/>
          <ac:spMkLst>
            <pc:docMk/>
            <pc:sldMk cId="194391348" sldId="796"/>
            <ac:spMk id="61" creationId="{317226DE-14FB-6B3D-E7F0-42ED9A09DF51}"/>
          </ac:spMkLst>
        </pc:spChg>
        <pc:grpChg chg="mod">
          <ac:chgData name="Alexandre Quach" userId="03a3b9a4-365b-425e-bba9-a77346403bac" providerId="ADAL" clId="{2DAF4A44-4F2B-4130-83FC-757A285B7FA3}" dt="2022-10-25T08:56:24.948" v="4864" actId="1076"/>
          <ac:grpSpMkLst>
            <pc:docMk/>
            <pc:sldMk cId="194391348" sldId="796"/>
            <ac:grpSpMk id="4" creationId="{4CE9EFD6-709A-9648-E610-5E5361A68163}"/>
          </ac:grpSpMkLst>
        </pc:grpChg>
        <pc:grpChg chg="mod">
          <ac:chgData name="Alexandre Quach" userId="03a3b9a4-365b-425e-bba9-a77346403bac" providerId="ADAL" clId="{2DAF4A44-4F2B-4130-83FC-757A285B7FA3}" dt="2022-10-25T08:56:22.237" v="4863" actId="1076"/>
          <ac:grpSpMkLst>
            <pc:docMk/>
            <pc:sldMk cId="194391348" sldId="796"/>
            <ac:grpSpMk id="33" creationId="{7036F83A-18A8-8795-7460-BEB4AD86004D}"/>
          </ac:grpSpMkLst>
        </pc:grpChg>
        <pc:grpChg chg="mod">
          <ac:chgData name="Alexandre Quach" userId="03a3b9a4-365b-425e-bba9-a77346403bac" providerId="ADAL" clId="{2DAF4A44-4F2B-4130-83FC-757A285B7FA3}" dt="2022-10-25T08:56:24.948" v="4864" actId="1076"/>
          <ac:grpSpMkLst>
            <pc:docMk/>
            <pc:sldMk cId="194391348" sldId="796"/>
            <ac:grpSpMk id="57" creationId="{0F3CEAC4-33D2-4512-6240-31746E9D2D94}"/>
          </ac:grpSpMkLst>
        </pc:gr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 Compétences</c:v>
                </c:pt>
                <c:pt idx="2">
                  <c:v>👍 Positionnement actuelle et reconnaissance</c:v>
                </c:pt>
                <c:pt idx="3">
                  <c:v>⌛ Ressources et capacités</c:v>
                </c:pt>
                <c:pt idx="4">
                  <c:v>🎖️ Réalisations</c:v>
                </c:pt>
              </c:strCache>
            </c:strRef>
          </c:cat>
          <c:val>
            <c:numRef>
              <c:f>Feuil1!$B$2:$B$6</c:f>
              <c:numCache>
                <c:formatCode>General</c:formatCode>
                <c:ptCount val="5"/>
                <c:pt idx="0">
                  <c:v>7</c:v>
                </c:pt>
                <c:pt idx="1">
                  <c:v>6</c:v>
                </c:pt>
                <c:pt idx="2">
                  <c:v>5</c:v>
                </c:pt>
                <c:pt idx="3">
                  <c:v>3</c:v>
                </c:pt>
                <c:pt idx="4">
                  <c:v>2</c:v>
                </c:pt>
              </c:numCache>
            </c:numRef>
          </c:val>
          <c:extLst>
            <c:ext xmlns:c16="http://schemas.microsoft.com/office/drawing/2014/chart" uri="{C3380CC4-5D6E-409C-BE32-E72D297353CC}">
              <c16:uniqueId val="{00000000-204B-426A-AD55-DF3674358B23}"/>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🔥Compétences</c:v>
                </c:pt>
                <c:pt idx="2">
                  <c:v>👍 Position et reconnaissance actuelles</c:v>
                </c:pt>
                <c:pt idx="3">
                  <c:v>⌛Ressources et capacités dédiées</c:v>
                </c:pt>
                <c:pt idx="4">
                  <c:v>🎖️Réussites</c:v>
                </c:pt>
              </c:strCache>
            </c:strRef>
          </c:cat>
          <c:val>
            <c:numRef>
              <c:f>Feuil1!$B$2:$B$6</c:f>
              <c:numCache>
                <c:formatCode>General</c:formatCode>
                <c:ptCount val="5"/>
                <c:pt idx="0">
                  <c:v>7</c:v>
                </c:pt>
                <c:pt idx="1">
                  <c:v>6</c:v>
                </c:pt>
                <c:pt idx="2">
                  <c:v>5</c:v>
                </c:pt>
                <c:pt idx="3">
                  <c:v>3</c:v>
                </c:pt>
                <c:pt idx="4">
                  <c:v>2</c:v>
                </c:pt>
              </c:numCache>
            </c:numRef>
          </c:val>
          <c:extLst>
            <c:ext xmlns:c16="http://schemas.microsoft.com/office/drawing/2014/chart" uri="{C3380CC4-5D6E-409C-BE32-E72D297353CC}">
              <c16:uniqueId val="{00000000-7441-4E91-B09F-30FCB5B705C9}"/>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dirty="0"/>
              <a:t>Rick</a:t>
            </a:r>
          </a:p>
        </c:rich>
      </c:tx>
      <c:layout>
        <c:manualLayout>
          <c:xMode val="edge"/>
          <c:yMode val="edge"/>
          <c:x val="0.40587768909076211"/>
          <c:y val="5.4943475894863279E-2"/>
        </c:manualLayout>
      </c:layout>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fr-FR"/>
        </a:p>
      </c:txPr>
    </c:title>
    <c:autoTitleDeleted val="0"/>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 Compétences</c:v>
                </c:pt>
                <c:pt idx="2">
                  <c:v>👍 Positionnement actuelle et reconnaissance</c:v>
                </c:pt>
                <c:pt idx="3">
                  <c:v>⌛ Ressources et capacités</c:v>
                </c:pt>
                <c:pt idx="4">
                  <c:v>🎖️ Réalisations</c:v>
                </c:pt>
              </c:strCache>
            </c:strRef>
          </c:cat>
          <c:val>
            <c:numRef>
              <c:f>Feuil1!$B$2:$B$6</c:f>
              <c:numCache>
                <c:formatCode>General</c:formatCode>
                <c:ptCount val="5"/>
                <c:pt idx="0">
                  <c:v>7</c:v>
                </c:pt>
                <c:pt idx="1">
                  <c:v>6</c:v>
                </c:pt>
                <c:pt idx="2">
                  <c:v>5</c:v>
                </c:pt>
                <c:pt idx="3">
                  <c:v>3</c:v>
                </c:pt>
                <c:pt idx="4">
                  <c:v>2</c:v>
                </c:pt>
              </c:numCache>
            </c:numRef>
          </c:val>
          <c:extLst>
            <c:ext xmlns:c16="http://schemas.microsoft.com/office/drawing/2014/chart" uri="{C3380CC4-5D6E-409C-BE32-E72D297353CC}">
              <c16:uniqueId val="{00000000-146A-4EC0-88CB-3E9BA0F427CE}"/>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dirty="0"/>
              <a:t>Rick</a:t>
            </a:r>
          </a:p>
        </c:rich>
      </c:tx>
      <c:layout>
        <c:manualLayout>
          <c:xMode val="edge"/>
          <c:yMode val="edge"/>
          <c:x val="0.40587768909076211"/>
          <c:y val="5.4943475894863279E-2"/>
        </c:manualLayout>
      </c:layout>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fr-FR"/>
        </a:p>
      </c:txPr>
    </c:title>
    <c:autoTitleDeleted val="0"/>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 Compétences</c:v>
                </c:pt>
                <c:pt idx="2">
                  <c:v>👍 Positionnement actuelle et reconnaissance</c:v>
                </c:pt>
                <c:pt idx="3">
                  <c:v>⌛ Ressources et capacités</c:v>
                </c:pt>
                <c:pt idx="4">
                  <c:v>🎖️ Réalisations</c:v>
                </c:pt>
              </c:strCache>
            </c:strRef>
          </c:cat>
          <c:val>
            <c:numRef>
              <c:f>Feuil1!$B$2:$B$6</c:f>
              <c:numCache>
                <c:formatCode>General</c:formatCode>
                <c:ptCount val="5"/>
                <c:pt idx="0">
                  <c:v>7</c:v>
                </c:pt>
                <c:pt idx="1">
                  <c:v>6</c:v>
                </c:pt>
                <c:pt idx="2">
                  <c:v>5</c:v>
                </c:pt>
                <c:pt idx="3">
                  <c:v>3</c:v>
                </c:pt>
                <c:pt idx="4">
                  <c:v>2</c:v>
                </c:pt>
              </c:numCache>
            </c:numRef>
          </c:val>
          <c:extLst>
            <c:ext xmlns:c16="http://schemas.microsoft.com/office/drawing/2014/chart" uri="{C3380CC4-5D6E-409C-BE32-E72D297353CC}">
              <c16:uniqueId val="{00000000-0F15-4772-B65E-A9FE3725DF64}"/>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a:t>Donna</a:t>
            </a:r>
          </a:p>
        </c:rich>
      </c:tx>
      <c:layout>
        <c:manualLayout>
          <c:xMode val="edge"/>
          <c:yMode val="edge"/>
          <c:x val="0.40587768909076211"/>
          <c:y val="5.4943475894863279E-2"/>
        </c:manualLayout>
      </c:layout>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fr-FR"/>
        </a:p>
      </c:txPr>
    </c:title>
    <c:autoTitleDeleted val="0"/>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 Compétences</c:v>
                </c:pt>
                <c:pt idx="2">
                  <c:v>👍 Positionnement actuelle et reconnaissance</c:v>
                </c:pt>
                <c:pt idx="3">
                  <c:v>⌛ Ressources et capacités</c:v>
                </c:pt>
                <c:pt idx="4">
                  <c:v>🎖️ Réalisations</c:v>
                </c:pt>
              </c:strCache>
            </c:strRef>
          </c:cat>
          <c:val>
            <c:numRef>
              <c:f>Feuil1!$B$2:$B$6</c:f>
              <c:numCache>
                <c:formatCode>General</c:formatCode>
                <c:ptCount val="5"/>
                <c:pt idx="0">
                  <c:v>7</c:v>
                </c:pt>
                <c:pt idx="1">
                  <c:v>2</c:v>
                </c:pt>
                <c:pt idx="2">
                  <c:v>1</c:v>
                </c:pt>
                <c:pt idx="3">
                  <c:v>6</c:v>
                </c:pt>
                <c:pt idx="4">
                  <c:v>4</c:v>
                </c:pt>
              </c:numCache>
            </c:numRef>
          </c:val>
          <c:extLst>
            <c:ext xmlns:c16="http://schemas.microsoft.com/office/drawing/2014/chart" uri="{C3380CC4-5D6E-409C-BE32-E72D297353CC}">
              <c16:uniqueId val="{00000000-0F15-4772-B65E-A9FE3725DF64}"/>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25/10/2022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10/25/2022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10/25/2022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10/25/2022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10/25/2022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10/25/2022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25/10/2022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37270454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25/10/2022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normAutofit/>
          </a:bodyPr>
          <a:lstStyle>
            <a:lvl1pPr marL="0" indent="0" algn="ctr">
              <a:buNone/>
              <a:defRPr sz="1050"/>
            </a:lvl1p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normAutofit/>
          </a:bodyPr>
          <a:lstStyle>
            <a:lvl1pPr marL="0" indent="0" algn="ctr">
              <a:buNone/>
              <a:defRPr sz="1050"/>
            </a:lvl1p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normAutofit/>
          </a:bodyPr>
          <a:lstStyle>
            <a:lvl1pPr marL="0" indent="0" algn="ctr">
              <a:buNone/>
              <a:defRPr sz="1050"/>
            </a:lvl1p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458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pic>
        <p:nvPicPr>
          <p:cNvPr id="7" name="Image 6">
            <a:extLst>
              <a:ext uri="{FF2B5EF4-FFF2-40B4-BE49-F238E27FC236}">
                <a16:creationId xmlns:a16="http://schemas.microsoft.com/office/drawing/2014/main" id="{DD0BBC3B-29A1-B638-E02D-D746A537FC3D}"/>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11353800" y="0"/>
            <a:ext cx="809067" cy="365125"/>
          </a:xfrm>
          <a:prstGeom prst="rect">
            <a:avLst/>
          </a:prstGeom>
        </p:spPr>
      </p:pic>
      <p:pic>
        <p:nvPicPr>
          <p:cNvPr id="8" name="Image 7">
            <a:extLst>
              <a:ext uri="{FF2B5EF4-FFF2-40B4-BE49-F238E27FC236}">
                <a16:creationId xmlns:a16="http://schemas.microsoft.com/office/drawing/2014/main" id="{D1722849-1F27-A942-0E6F-97851B859017}"/>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11382933" y="6492875"/>
            <a:ext cx="809067" cy="365125"/>
          </a:xfrm>
          <a:prstGeom prst="rect">
            <a:avLst/>
          </a:prstGeom>
        </p:spPr>
      </p:pic>
      <p:pic>
        <p:nvPicPr>
          <p:cNvPr id="9" name="Image 8">
            <a:extLst>
              <a:ext uri="{FF2B5EF4-FFF2-40B4-BE49-F238E27FC236}">
                <a16:creationId xmlns:a16="http://schemas.microsoft.com/office/drawing/2014/main" id="{192E2B26-E79A-8C47-C3C9-EC87F6CDF1C1}"/>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0" y="0"/>
            <a:ext cx="809067" cy="365125"/>
          </a:xfrm>
          <a:prstGeom prst="rect">
            <a:avLst/>
          </a:prstGeom>
        </p:spPr>
      </p:pic>
      <p:pic>
        <p:nvPicPr>
          <p:cNvPr id="10" name="Image 9">
            <a:extLst>
              <a:ext uri="{FF2B5EF4-FFF2-40B4-BE49-F238E27FC236}">
                <a16:creationId xmlns:a16="http://schemas.microsoft.com/office/drawing/2014/main" id="{C2E82562-5149-F708-4085-D49F3C38FB59}"/>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29133" y="6492875"/>
            <a:ext cx="809067" cy="365125"/>
          </a:xfrm>
          <a:prstGeom prst="rect">
            <a:avLst/>
          </a:prstGeom>
        </p:spPr>
      </p:pic>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 id="2147483722" r:id="rId14"/>
    <p:sldLayoutId id="2147483723" r:id="rId1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lickr.com/photos/30478819@N08/48049144948" TargetMode="External"/><Relationship Id="rId2" Type="http://schemas.openxmlformats.org/officeDocument/2006/relationships/image" Target="../media/image4.jpg"/><Relationship Id="rId1" Type="http://schemas.openxmlformats.org/officeDocument/2006/relationships/slideLayout" Target="../slideLayouts/slideLayout15.xml"/><Relationship Id="rId6" Type="http://schemas.openxmlformats.org/officeDocument/2006/relationships/chart" Target="../charts/chart2.xml"/><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www.digitalocean.com/community/tutorials/how-to-detect-and-extract-faces-from-an-image-with-opencv-and-python" TargetMode="External"/><Relationship Id="rId7" Type="http://schemas.openxmlformats.org/officeDocument/2006/relationships/hyperlink" Target="https://www.duperrin.com/english/2021/04/27/improving-a-team-s-work-a-story-of-continuous-improvement/" TargetMode="External"/><Relationship Id="rId2" Type="http://schemas.openxmlformats.org/officeDocument/2006/relationships/image" Target="../media/image7.png"/><Relationship Id="rId1" Type="http://schemas.openxmlformats.org/officeDocument/2006/relationships/slideLayout" Target="../slideLayouts/slideLayout15.xml"/><Relationship Id="rId6" Type="http://schemas.openxmlformats.org/officeDocument/2006/relationships/image" Target="../media/image9.jpeg"/><Relationship Id="rId5" Type="http://schemas.openxmlformats.org/officeDocument/2006/relationships/hyperlink" Target="https://www.romancemeetslife.com/2013/07/winning-image-at-job-interviews-how-to.html" TargetMode="Externa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3" Type="http://schemas.openxmlformats.org/officeDocument/2006/relationships/image" Target="../media/image21.svg"/><Relationship Id="rId18" Type="http://schemas.openxmlformats.org/officeDocument/2006/relationships/image" Target="../media/image26.png"/><Relationship Id="rId26" Type="http://schemas.openxmlformats.org/officeDocument/2006/relationships/image" Target="../media/image34.png"/><Relationship Id="rId39" Type="http://schemas.openxmlformats.org/officeDocument/2006/relationships/image" Target="../media/image47.svg"/><Relationship Id="rId21" Type="http://schemas.openxmlformats.org/officeDocument/2006/relationships/image" Target="../media/image29.sv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svg"/><Relationship Id="rId7" Type="http://schemas.openxmlformats.org/officeDocument/2006/relationships/image" Target="../media/image15.svg"/><Relationship Id="rId2" Type="http://schemas.openxmlformats.org/officeDocument/2006/relationships/image" Target="../media/image10.png"/><Relationship Id="rId16" Type="http://schemas.openxmlformats.org/officeDocument/2006/relationships/image" Target="../media/image24.png"/><Relationship Id="rId29" Type="http://schemas.openxmlformats.org/officeDocument/2006/relationships/image" Target="../media/image37.sv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sv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svg"/><Relationship Id="rId40" Type="http://schemas.openxmlformats.org/officeDocument/2006/relationships/image" Target="../media/image48.png"/><Relationship Id="rId45" Type="http://schemas.openxmlformats.org/officeDocument/2006/relationships/image" Target="../media/image53.svg"/><Relationship Id="rId5" Type="http://schemas.openxmlformats.org/officeDocument/2006/relationships/image" Target="../media/image13.svg"/><Relationship Id="rId15" Type="http://schemas.openxmlformats.org/officeDocument/2006/relationships/image" Target="../media/image23.svg"/><Relationship Id="rId23" Type="http://schemas.openxmlformats.org/officeDocument/2006/relationships/image" Target="../media/image31.svg"/><Relationship Id="rId28" Type="http://schemas.openxmlformats.org/officeDocument/2006/relationships/image" Target="../media/image36.png"/><Relationship Id="rId36" Type="http://schemas.openxmlformats.org/officeDocument/2006/relationships/image" Target="../media/image44.png"/><Relationship Id="rId10" Type="http://schemas.openxmlformats.org/officeDocument/2006/relationships/image" Target="../media/image18.png"/><Relationship Id="rId19" Type="http://schemas.openxmlformats.org/officeDocument/2006/relationships/image" Target="../media/image27.svg"/><Relationship Id="rId31" Type="http://schemas.openxmlformats.org/officeDocument/2006/relationships/image" Target="../media/image39.svg"/><Relationship Id="rId44" Type="http://schemas.openxmlformats.org/officeDocument/2006/relationships/image" Target="../media/image52.pn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svg"/><Relationship Id="rId30" Type="http://schemas.openxmlformats.org/officeDocument/2006/relationships/image" Target="../media/image38.png"/><Relationship Id="rId35" Type="http://schemas.openxmlformats.org/officeDocument/2006/relationships/image" Target="../media/image43.svg"/><Relationship Id="rId43" Type="http://schemas.openxmlformats.org/officeDocument/2006/relationships/image" Target="../media/image51.svg"/><Relationship Id="rId8" Type="http://schemas.openxmlformats.org/officeDocument/2006/relationships/image" Target="../media/image16.png"/><Relationship Id="rId3" Type="http://schemas.openxmlformats.org/officeDocument/2006/relationships/image" Target="../media/image11.svg"/><Relationship Id="rId12" Type="http://schemas.openxmlformats.org/officeDocument/2006/relationships/image" Target="../media/image20.png"/><Relationship Id="rId17" Type="http://schemas.openxmlformats.org/officeDocument/2006/relationships/image" Target="../media/image25.svg"/><Relationship Id="rId25" Type="http://schemas.openxmlformats.org/officeDocument/2006/relationships/image" Target="../media/image33.svg"/><Relationship Id="rId33" Type="http://schemas.openxmlformats.org/officeDocument/2006/relationships/image" Target="../media/image41.svg"/><Relationship Id="rId38" Type="http://schemas.openxmlformats.org/officeDocument/2006/relationships/image" Target="../media/image46.png"/><Relationship Id="rId46" Type="http://schemas.openxmlformats.org/officeDocument/2006/relationships/image" Target="../media/image54.png"/><Relationship Id="rId20" Type="http://schemas.openxmlformats.org/officeDocument/2006/relationships/image" Target="../media/image28.png"/><Relationship Id="rId41" Type="http://schemas.openxmlformats.org/officeDocument/2006/relationships/image" Target="../media/image49.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svg"/><Relationship Id="rId3" Type="http://schemas.openxmlformats.org/officeDocument/2006/relationships/image" Target="../media/image57.svg"/><Relationship Id="rId7" Type="http://schemas.openxmlformats.org/officeDocument/2006/relationships/image" Target="../media/image29.svg"/><Relationship Id="rId12" Type="http://schemas.openxmlformats.org/officeDocument/2006/relationships/image" Target="../media/image62.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61.svg"/><Relationship Id="rId5" Type="http://schemas.openxmlformats.org/officeDocument/2006/relationships/image" Target="../media/image31.svg"/><Relationship Id="rId15" Type="http://schemas.openxmlformats.org/officeDocument/2006/relationships/image" Target="../media/image65.svg"/><Relationship Id="rId10" Type="http://schemas.openxmlformats.org/officeDocument/2006/relationships/image" Target="../media/image60.png"/><Relationship Id="rId4" Type="http://schemas.openxmlformats.org/officeDocument/2006/relationships/image" Target="../media/image30.png"/><Relationship Id="rId9" Type="http://schemas.openxmlformats.org/officeDocument/2006/relationships/image" Target="../media/image59.svg"/><Relationship Id="rId14" Type="http://schemas.openxmlformats.org/officeDocument/2006/relationships/image" Target="../media/image64.png"/></Relationships>
</file>

<file path=ppt/slides/_rels/slide12.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chart" Target="../charts/chart4.xml"/><Relationship Id="rId1" Type="http://schemas.openxmlformats.org/officeDocument/2006/relationships/slideLayout" Target="../slideLayouts/slideLayout2.xml"/><Relationship Id="rId5" Type="http://schemas.openxmlformats.org/officeDocument/2006/relationships/image" Target="../media/image68.jpeg"/><Relationship Id="rId4"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70.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5.svg"/><Relationship Id="rId3" Type="http://schemas.openxmlformats.org/officeDocument/2006/relationships/image" Target="../media/image76.svg"/><Relationship Id="rId7" Type="http://schemas.openxmlformats.org/officeDocument/2006/relationships/image" Target="../media/image80.svg"/><Relationship Id="rId12" Type="http://schemas.openxmlformats.org/officeDocument/2006/relationships/image" Target="../media/image84.png"/><Relationship Id="rId2" Type="http://schemas.openxmlformats.org/officeDocument/2006/relationships/image" Target="../media/image75.png"/><Relationship Id="rId16" Type="http://schemas.openxmlformats.org/officeDocument/2006/relationships/image" Target="../media/image88.svg"/><Relationship Id="rId1" Type="http://schemas.openxmlformats.org/officeDocument/2006/relationships/slideLayout" Target="../slideLayouts/slideLayout14.xml"/><Relationship Id="rId6" Type="http://schemas.openxmlformats.org/officeDocument/2006/relationships/image" Target="../media/image79.png"/><Relationship Id="rId11" Type="http://schemas.openxmlformats.org/officeDocument/2006/relationships/image" Target="../media/image83.svg"/><Relationship Id="rId5" Type="http://schemas.openxmlformats.org/officeDocument/2006/relationships/image" Target="../media/image78.svg"/><Relationship Id="rId15" Type="http://schemas.openxmlformats.org/officeDocument/2006/relationships/image" Target="../media/image87.png"/><Relationship Id="rId10" Type="http://schemas.openxmlformats.org/officeDocument/2006/relationships/image" Target="../media/image82.png"/><Relationship Id="rId4" Type="http://schemas.openxmlformats.org/officeDocument/2006/relationships/image" Target="../media/image77.png"/><Relationship Id="rId9" Type="http://schemas.microsoft.com/office/2007/relationships/hdphoto" Target="../media/hdphoto1.wdp"/><Relationship Id="rId14" Type="http://schemas.openxmlformats.org/officeDocument/2006/relationships/image" Target="../media/image86.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itre 1">
            <a:extLst>
              <a:ext uri="{FF2B5EF4-FFF2-40B4-BE49-F238E27FC236}">
                <a16:creationId xmlns:a16="http://schemas.microsoft.com/office/drawing/2014/main" id="{065A1710-095B-4220-88EC-52590635CCBC}"/>
              </a:ext>
            </a:extLst>
          </p:cNvPr>
          <p:cNvSpPr txBox="1">
            <a:spLocks/>
          </p:cNvSpPr>
          <p:nvPr/>
        </p:nvSpPr>
        <p:spPr>
          <a:xfrm>
            <a:off x="6250014" y="6275467"/>
            <a:ext cx="4941860"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fr-FR" sz="1800" b="1" dirty="0"/>
              <a:t>Version 1 – KOMYU</a:t>
            </a: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1748" y="6440694"/>
            <a:ext cx="789196" cy="263705"/>
          </a:xfrm>
          <a:prstGeom prst="rect">
            <a:avLst/>
          </a:prstGeom>
        </p:spPr>
      </p:pic>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7002" y="5729591"/>
            <a:ext cx="737119" cy="711103"/>
          </a:xfrm>
          <a:prstGeom prst="rect">
            <a:avLst/>
          </a:prstGeom>
        </p:spPr>
      </p:pic>
      <p:sp>
        <p:nvSpPr>
          <p:cNvPr id="3" name="ZoneTexte 2">
            <a:extLst>
              <a:ext uri="{FF2B5EF4-FFF2-40B4-BE49-F238E27FC236}">
                <a16:creationId xmlns:a16="http://schemas.microsoft.com/office/drawing/2014/main" id="{760F2153-A99C-7884-B357-72D68732BCD2}"/>
              </a:ext>
            </a:extLst>
          </p:cNvPr>
          <p:cNvSpPr txBox="1"/>
          <p:nvPr/>
        </p:nvSpPr>
        <p:spPr>
          <a:xfrm>
            <a:off x="1232925" y="668925"/>
            <a:ext cx="5557023" cy="4685898"/>
          </a:xfrm>
          <a:prstGeom prst="rect">
            <a:avLst/>
          </a:prstGeom>
          <a:noFill/>
        </p:spPr>
        <p:txBody>
          <a:bodyPr wrap="square" rtlCol="0">
            <a:spAutoFit/>
          </a:bodyPr>
          <a:lstStyle/>
          <a:p>
            <a:r>
              <a:rPr lang="fr-FR" sz="4800" b="1" i="1" dirty="0">
                <a:solidFill>
                  <a:srgbClr val="ED7D31"/>
                </a:solidFill>
              </a:rPr>
              <a:t>W9 </a:t>
            </a:r>
          </a:p>
          <a:p>
            <a:r>
              <a:rPr lang="fr-FR" sz="4800" b="1" i="1" dirty="0">
                <a:solidFill>
                  <a:srgbClr val="ED7D31"/>
                </a:solidFill>
              </a:rPr>
              <a:t>Listes d’évaluation de Community Boosters </a:t>
            </a:r>
          </a:p>
          <a:p>
            <a:endParaRPr lang="fr-FR" sz="1050" dirty="0"/>
          </a:p>
          <a:p>
            <a:r>
              <a:rPr lang="fr-FR" sz="1600" b="1" i="1" dirty="0">
                <a:solidFill>
                  <a:srgbClr val="0683AA"/>
                </a:solidFill>
              </a:rPr>
              <a:t>Aide-mémoire de formation et d’autonomisation pour les Community Boosters
</a:t>
            </a:r>
          </a:p>
        </p:txBody>
      </p:sp>
      <p:graphicFrame>
        <p:nvGraphicFramePr>
          <p:cNvPr id="2" name="Espace réservé du contenu 5">
            <a:extLst>
              <a:ext uri="{FF2B5EF4-FFF2-40B4-BE49-F238E27FC236}">
                <a16:creationId xmlns:a16="http://schemas.microsoft.com/office/drawing/2014/main" id="{0E24DC56-4F73-F698-3337-88C4B1792741}"/>
              </a:ext>
            </a:extLst>
          </p:cNvPr>
          <p:cNvGraphicFramePr>
            <a:graphicFrameLocks/>
          </p:cNvGraphicFramePr>
          <p:nvPr>
            <p:extLst>
              <p:ext uri="{D42A27DB-BD31-4B8C-83A1-F6EECF244321}">
                <p14:modId xmlns:p14="http://schemas.microsoft.com/office/powerpoint/2010/main" val="1552099945"/>
              </p:ext>
            </p:extLst>
          </p:nvPr>
        </p:nvGraphicFramePr>
        <p:xfrm>
          <a:off x="6096000" y="668925"/>
          <a:ext cx="5095874" cy="45529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52990317"/>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normAutofit fontScale="90000"/>
          </a:bodyPr>
          <a:lstStyle/>
          <a:p>
            <a:r>
              <a:rPr lang="fr-FR"/>
              <a:t>Ce document est un contenu #OpenSeriousCommunity #OSC</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62500" lnSpcReduction="20000"/>
          </a:bodyPr>
          <a:lstStyle/>
          <a:p>
            <a:pPr marL="0" indent="0">
              <a:buNone/>
            </a:pPr>
            <a:r>
              <a:rPr lang="fr-FR"/>
              <a:t>#OpenSeriousCommunity est un ensemble de ressources dédiées à aider à animer, faire vivre, développer des communautés. </a:t>
            </a:r>
          </a:p>
          <a:p>
            <a:pPr marL="0" indent="0">
              <a:buNone/>
            </a:pPr>
            <a:r>
              <a:rPr lang="fr-FR"/>
              <a:t>Les communautés concernées par #OpenSeriousCommunity peuvent être tout autant du domaine de l’entreprise, que de celles des associations, des institutions ou privées. </a:t>
            </a:r>
          </a:p>
          <a:p>
            <a:pPr marL="0" indent="0">
              <a:buNone/>
            </a:pPr>
            <a:r>
              <a:rPr lang="fr-FR"/>
              <a:t>Les contenus #OpenSeriousCommunity suivent les attributs des contenus #OSG, c’est-à-dire qu’ils sont open source, et structurés pour favoriser un maximum l’appropriation du contenu à des fins de retransmission.</a:t>
            </a:r>
          </a:p>
          <a:p>
            <a:pPr marL="0" indent="0">
              <a:buNone/>
            </a:pPr>
            <a:r>
              <a:rPr lang="fr-FR"/>
              <a:t>Pour en savoir plus, rendez-vous sur </a:t>
            </a:r>
            <a:r>
              <a:rPr lang="fr-FR">
                <a:hlinkClick r:id="rId2"/>
              </a:rPr>
              <a:t>https://www.openseriousgames.org/OpenSeriousCommunity</a:t>
            </a:r>
            <a:endParaRPr lang="fr-FR"/>
          </a:p>
          <a:p>
            <a:pPr marL="0" indent="0">
              <a:buNone/>
            </a:pPr>
            <a:endParaRPr lang="fr-FR"/>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7696200" cy="1325563"/>
          </a:xfrm>
        </p:spPr>
        <p:txBody>
          <a:bodyPr>
            <a:normAutofit fontScale="90000"/>
          </a:bodyPr>
          <a:lstStyle/>
          <a:p>
            <a:r>
              <a:rPr lang="fr-FR" dirty="0"/>
              <a:t>Community Boosters Checklists en bref
</a:t>
            </a:r>
          </a:p>
        </p:txBody>
      </p:sp>
      <p:pic>
        <p:nvPicPr>
          <p:cNvPr id="17" name="Espace réservé pour une image  16">
            <a:extLst>
              <a:ext uri="{FF2B5EF4-FFF2-40B4-BE49-F238E27FC236}">
                <a16:creationId xmlns:a16="http://schemas.microsoft.com/office/drawing/2014/main" id="{BEFA2FC2-AA50-0A2E-BBFA-9A77F8602A6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5170" r="15170"/>
          <a:stretch>
            <a:fillRect/>
          </a:stretch>
        </p:blipFill>
        <p:spPr/>
      </p:pic>
      <p:pic>
        <p:nvPicPr>
          <p:cNvPr id="15" name="Espace réservé pour une image  14">
            <a:extLst>
              <a:ext uri="{FF2B5EF4-FFF2-40B4-BE49-F238E27FC236}">
                <a16:creationId xmlns:a16="http://schemas.microsoft.com/office/drawing/2014/main" id="{DE805386-C899-191B-D4B6-F04AB219FB63}"/>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l="18659" r="18659"/>
          <a:stretch>
            <a:fillRect/>
          </a:stretch>
        </p:blipFill>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46138" y="5460999"/>
            <a:ext cx="3402012" cy="1202447"/>
          </a:xfrm>
        </p:spPr>
        <p:txBody>
          <a:bodyPr/>
          <a:lstStyle/>
          <a:p>
            <a:r>
              <a:rPr lang="fr-FR" sz="1400" dirty="0"/>
              <a:t>Partagez l’intention derrière l’évaluation des boosters (améliorer la position, planifier le coaching, trouver des boosters locaux, ...)
</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395312" y="5461000"/>
            <a:ext cx="3402012" cy="1202446"/>
          </a:xfrm>
        </p:spPr>
        <p:txBody>
          <a:bodyPr/>
          <a:lstStyle/>
          <a:p>
            <a:r>
              <a:rPr lang="fr-FR" sz="1400" dirty="0"/>
              <a:t>Ensemble, marquez les éléments de liste comme ✔️OK ou ⬜non et comptez les points.
</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7935885" y="5461000"/>
            <a:ext cx="3402012" cy="887404"/>
          </a:xfrm>
        </p:spPr>
        <p:txBody>
          <a:bodyPr/>
          <a:lstStyle/>
          <a:p>
            <a:r>
              <a:rPr lang="fr-FR" sz="1400" dirty="0"/>
              <a:t>Afficher le résultat global sous forme de radar et discuter des prochaines étapes
</a:t>
            </a:r>
          </a:p>
        </p:txBody>
      </p:sp>
      <p:graphicFrame>
        <p:nvGraphicFramePr>
          <p:cNvPr id="3" name="Tableau 10">
            <a:extLst>
              <a:ext uri="{FF2B5EF4-FFF2-40B4-BE49-F238E27FC236}">
                <a16:creationId xmlns:a16="http://schemas.microsoft.com/office/drawing/2014/main" id="{74F7291A-7A22-6333-C71D-AB84BACC62B9}"/>
              </a:ext>
            </a:extLst>
          </p:cNvPr>
          <p:cNvGraphicFramePr>
            <a:graphicFrameLocks noGrp="1"/>
          </p:cNvGraphicFramePr>
          <p:nvPr>
            <p:extLst>
              <p:ext uri="{D42A27DB-BD31-4B8C-83A1-F6EECF244321}">
                <p14:modId xmlns:p14="http://schemas.microsoft.com/office/powerpoint/2010/main" val="2643980391"/>
              </p:ext>
            </p:extLst>
          </p:nvPr>
        </p:nvGraphicFramePr>
        <p:xfrm>
          <a:off x="8137470" y="2535334"/>
          <a:ext cx="3788641" cy="2712720"/>
        </p:xfrm>
        <a:graphic>
          <a:graphicData uri="http://schemas.openxmlformats.org/drawingml/2006/table">
            <a:tbl>
              <a:tblPr firstRow="1" bandRow="1">
                <a:tableStyleId>{5C22544A-7EE6-4342-B048-85BDC9FD1C3A}</a:tableStyleId>
              </a:tblPr>
              <a:tblGrid>
                <a:gridCol w="1371283">
                  <a:extLst>
                    <a:ext uri="{9D8B030D-6E8A-4147-A177-3AD203B41FA5}">
                      <a16:colId xmlns:a16="http://schemas.microsoft.com/office/drawing/2014/main" val="1904663190"/>
                    </a:ext>
                  </a:extLst>
                </a:gridCol>
                <a:gridCol w="2417358">
                  <a:extLst>
                    <a:ext uri="{9D8B030D-6E8A-4147-A177-3AD203B41FA5}">
                      <a16:colId xmlns:a16="http://schemas.microsoft.com/office/drawing/2014/main" val="1784215831"/>
                    </a:ext>
                  </a:extLst>
                </a:gridCol>
              </a:tblGrid>
              <a:tr h="968646">
                <a:tc>
                  <a:txBody>
                    <a:bodyPr/>
                    <a:lstStyle/>
                    <a:p>
                      <a:r>
                        <a:rPr lang="en-US" sz="1400" dirty="0" err="1"/>
                        <a:t>Candidat</a:t>
                      </a:r>
                      <a:r>
                        <a:rPr lang="en-US" sz="1400" dirty="0"/>
                        <a:t> </a:t>
                      </a:r>
                      <a:r>
                        <a:rPr lang="en-US" sz="1400" dirty="0" err="1"/>
                        <a:t>ou</a:t>
                      </a:r>
                      <a:r>
                        <a:rPr lang="en-US" sz="1400" dirty="0"/>
                        <a:t> </a:t>
                      </a:r>
                      <a:r>
                        <a:rPr lang="en-US" sz="1400" dirty="0" err="1"/>
                        <a:t>futur</a:t>
                      </a:r>
                      <a:r>
                        <a:rPr lang="en-US" sz="1400" dirty="0"/>
                        <a:t> Community Booster
</a:t>
                      </a:r>
                    </a:p>
                  </a:txBody>
                  <a:tcPr/>
                </a:tc>
                <a:tc>
                  <a:txBody>
                    <a:bodyPr/>
                    <a:lstStyle/>
                    <a:p>
                      <a:r>
                        <a:rPr lang="en-US" sz="1400" dirty="0" err="1"/>
                        <a:t>Prochaines</a:t>
                      </a:r>
                      <a:r>
                        <a:rPr lang="en-US" sz="1400" dirty="0"/>
                        <a:t> actions
</a:t>
                      </a:r>
                    </a:p>
                  </a:txBody>
                  <a:tcPr/>
                </a:tc>
                <a:extLst>
                  <a:ext uri="{0D108BD9-81ED-4DB2-BD59-A6C34878D82A}">
                    <a16:rowId xmlns:a16="http://schemas.microsoft.com/office/drawing/2014/main" val="2300183022"/>
                  </a:ext>
                </a:extLst>
              </a:tr>
              <a:tr h="1413128">
                <a:tc>
                  <a:txBody>
                    <a:bodyPr/>
                    <a:lstStyle/>
                    <a:p>
                      <a:r>
                        <a:rPr lang="en-US" sz="1200" dirty="0"/>
                        <a:t>Richard</a:t>
                      </a:r>
                    </a:p>
                  </a:txBody>
                  <a:tcPr/>
                </a:tc>
                <a:tc>
                  <a:txBody>
                    <a:bodyPr/>
                    <a:lstStyle/>
                    <a:p>
                      <a:pPr marL="342900" indent="-342900">
                        <a:buFont typeface="+mj-lt"/>
                        <a:buAutoNum type="arabicPeriod"/>
                      </a:pPr>
                      <a:r>
                        <a:rPr lang="fr-FR" sz="1200" b="1" dirty="0"/>
                        <a:t>🎖️Réalisations : </a:t>
                      </a:r>
                      <a:r>
                        <a:rPr lang="fr-FR" sz="1200" b="0" dirty="0"/>
                        <a:t>Identifier les actes à accomplir pour la Communauté</a:t>
                      </a:r>
                      <a:r>
                        <a:rPr lang="fr-FR" sz="1200" b="1" dirty="0"/>
                        <a:t>
⌛Ressources et capacité : </a:t>
                      </a:r>
                      <a:r>
                        <a:rPr lang="fr-FR" sz="1200" b="0" dirty="0"/>
                        <a:t>Négocier avec sa hiérarchie sur comment augmenter sa disponibilité pour la Communauté </a:t>
                      </a:r>
                      <a:endParaRPr lang="en-US" sz="1200" dirty="0"/>
                    </a:p>
                  </a:txBody>
                  <a:tcPr/>
                </a:tc>
                <a:extLst>
                  <a:ext uri="{0D108BD9-81ED-4DB2-BD59-A6C34878D82A}">
                    <a16:rowId xmlns:a16="http://schemas.microsoft.com/office/drawing/2014/main" val="1747710672"/>
                  </a:ext>
                </a:extLst>
              </a:tr>
            </a:tbl>
          </a:graphicData>
        </a:graphic>
      </p:graphicFrame>
      <p:pic>
        <p:nvPicPr>
          <p:cNvPr id="12" name="Image 11">
            <a:extLst>
              <a:ext uri="{FF2B5EF4-FFF2-40B4-BE49-F238E27FC236}">
                <a16:creationId xmlns:a16="http://schemas.microsoft.com/office/drawing/2014/main" id="{5CDD82B8-D927-6604-1113-9DC524EB3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84723" y="3966630"/>
            <a:ext cx="613344" cy="613344"/>
          </a:xfrm>
          <a:prstGeom prst="rect">
            <a:avLst/>
          </a:prstGeom>
        </p:spPr>
      </p:pic>
      <p:graphicFrame>
        <p:nvGraphicFramePr>
          <p:cNvPr id="13" name="Espace réservé du contenu 5">
            <a:extLst>
              <a:ext uri="{FF2B5EF4-FFF2-40B4-BE49-F238E27FC236}">
                <a16:creationId xmlns:a16="http://schemas.microsoft.com/office/drawing/2014/main" id="{42CFA644-1294-9D63-6B91-7C7FCD424FFA}"/>
              </a:ext>
            </a:extLst>
          </p:cNvPr>
          <p:cNvGraphicFramePr>
            <a:graphicFrameLocks/>
          </p:cNvGraphicFramePr>
          <p:nvPr>
            <p:extLst>
              <p:ext uri="{D42A27DB-BD31-4B8C-83A1-F6EECF244321}">
                <p14:modId xmlns:p14="http://schemas.microsoft.com/office/powerpoint/2010/main" val="1199791956"/>
              </p:ext>
            </p:extLst>
          </p:nvPr>
        </p:nvGraphicFramePr>
        <p:xfrm>
          <a:off x="8297694" y="25964"/>
          <a:ext cx="3696399" cy="250937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0677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199" y="365125"/>
            <a:ext cx="9813587" cy="1325563"/>
          </a:xfrm>
        </p:spPr>
        <p:txBody>
          <a:bodyPr>
            <a:noAutofit/>
          </a:bodyPr>
          <a:lstStyle/>
          <a:p>
            <a:r>
              <a:rPr lang="fr-FR" sz="3200" dirty="0"/>
              <a:t>Pour qui et pourquoi des listes d’évaluation de Community Boosters ont-elles été créées
</a:t>
            </a:r>
            <a:endParaRPr lang="en-US" sz="3200" dirty="0"/>
          </a:p>
        </p:txBody>
      </p:sp>
      <p:pic>
        <p:nvPicPr>
          <p:cNvPr id="28" name="Espace réservé pour une image  27" descr="Une image contenant personne, homme, posant&#10;&#10;Description générée automatiquement">
            <a:extLst>
              <a:ext uri="{FF2B5EF4-FFF2-40B4-BE49-F238E27FC236}">
                <a16:creationId xmlns:a16="http://schemas.microsoft.com/office/drawing/2014/main" id="{4F3EFA5E-5186-EEFA-1971-E9AF44B146D7}"/>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9308" r="19308"/>
          <a:stretch>
            <a:fillRect/>
          </a:stretch>
        </p:blipFill>
        <p:spPr/>
      </p:pic>
      <p:pic>
        <p:nvPicPr>
          <p:cNvPr id="17" name="Espace réservé pour une image  16" descr="Une image contenant personne&#10;&#10;Description générée automatiquement">
            <a:extLst>
              <a:ext uri="{FF2B5EF4-FFF2-40B4-BE49-F238E27FC236}">
                <a16:creationId xmlns:a16="http://schemas.microsoft.com/office/drawing/2014/main" id="{5C505688-B4D6-C633-4B10-C558B9C644CB}"/>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9555" r="9555"/>
          <a:stretch>
            <a:fillRect/>
          </a:stretch>
        </p:blipFill>
        <p:spPr/>
      </p:pic>
      <p:pic>
        <p:nvPicPr>
          <p:cNvPr id="20" name="Espace réservé pour une image  19" descr="Une image contenant texte&#10;&#10;Description générée automatiquement">
            <a:extLst>
              <a:ext uri="{FF2B5EF4-FFF2-40B4-BE49-F238E27FC236}">
                <a16:creationId xmlns:a16="http://schemas.microsoft.com/office/drawing/2014/main" id="{1BA22A8C-A2E0-8092-8CC4-19928976C6E1}"/>
              </a:ext>
            </a:extLst>
          </p:cNvPr>
          <p:cNvPicPr>
            <a:picLocks noGrp="1" noChangeAspect="1"/>
          </p:cNvPicPr>
          <p:nvPr>
            <p:ph type="pic" sz="quarter" idx="15"/>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9573" r="19573"/>
          <a:stretch>
            <a:fillRect/>
          </a:stretch>
        </p:blipFill>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46138" y="5461000"/>
            <a:ext cx="3402012" cy="1182991"/>
          </a:xfrm>
        </p:spPr>
        <p:txBody>
          <a:bodyPr/>
          <a:lstStyle/>
          <a:p>
            <a:r>
              <a:rPr lang="fr-FR" sz="1200" dirty="0"/>
              <a:t>Managers ou Community Leaders à la recherche de relais au sein de l’équipe ou de la Communauté, évaluant différents profils pour choisir les meilleurs
</a:t>
            </a:r>
            <a:endParaRPr lang="en-US" dirty="0"/>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395312" y="5461000"/>
            <a:ext cx="3402012" cy="1182991"/>
          </a:xfrm>
        </p:spPr>
        <p:txBody>
          <a:bodyPr/>
          <a:lstStyle/>
          <a:p>
            <a:r>
              <a:rPr lang="fr-FR" sz="1200" dirty="0"/>
              <a:t>Entretien annuel axé sur le travail pour les leaders de la communauté ou les nouveaux managers (considération de leurs équipes comme une Communauté et évaluation en tant que leaders de leur propre équipe)
</a:t>
            </a:r>
            <a:endParaRPr lang="en-US" dirty="0"/>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7935885" y="5461000"/>
            <a:ext cx="3402012" cy="965216"/>
          </a:xfrm>
        </p:spPr>
        <p:txBody>
          <a:bodyPr/>
          <a:lstStyle/>
          <a:p>
            <a:r>
              <a:rPr lang="fr-FR" sz="1200" dirty="0"/>
              <a:t>Base d’inspiration pour les leaders communautaires à la recherche d’une </a:t>
            </a:r>
            <a:r>
              <a:rPr lang="fr-FR" sz="1200" dirty="0" err="1"/>
              <a:t>auto-amélioration</a:t>
            </a:r>
            <a:r>
              <a:rPr lang="fr-FR" sz="1200" dirty="0"/>
              <a:t> continue dans leur rôle
</a:t>
            </a:r>
            <a:endParaRPr lang="en-US" sz="1200" dirty="0"/>
          </a:p>
        </p:txBody>
      </p:sp>
    </p:spTree>
    <p:extLst>
      <p:ext uri="{BB962C8B-B14F-4D97-AF65-F5344CB8AC3E}">
        <p14:creationId xmlns:p14="http://schemas.microsoft.com/office/powerpoint/2010/main" val="217305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3EC3EC-AA45-2DCC-C007-B27A53CACB19}"/>
              </a:ext>
            </a:extLst>
          </p:cNvPr>
          <p:cNvSpPr>
            <a:spLocks noGrp="1"/>
          </p:cNvSpPr>
          <p:nvPr>
            <p:ph type="title"/>
          </p:nvPr>
        </p:nvSpPr>
        <p:spPr/>
        <p:txBody>
          <a:bodyPr>
            <a:normAutofit fontScale="90000"/>
          </a:bodyPr>
          <a:lstStyle/>
          <a:p>
            <a:r>
              <a:rPr lang="fr-FR" dirty="0"/>
              <a:t>Pourquoi des listes d’évaluation de Community Boosters ?</a:t>
            </a:r>
            <a:br>
              <a:rPr lang="fr-FR" dirty="0"/>
            </a:br>
            <a:r>
              <a:rPr lang="fr-FR" dirty="0"/>
              <a:t>Détails</a:t>
            </a:r>
          </a:p>
        </p:txBody>
      </p:sp>
      <p:sp>
        <p:nvSpPr>
          <p:cNvPr id="3" name="Espace réservé du contenu 2">
            <a:extLst>
              <a:ext uri="{FF2B5EF4-FFF2-40B4-BE49-F238E27FC236}">
                <a16:creationId xmlns:a16="http://schemas.microsoft.com/office/drawing/2014/main" id="{7CBDB15F-E256-35AC-DA3A-84CB62AB5683}"/>
              </a:ext>
            </a:extLst>
          </p:cNvPr>
          <p:cNvSpPr>
            <a:spLocks noGrp="1"/>
          </p:cNvSpPr>
          <p:nvPr>
            <p:ph idx="1"/>
          </p:nvPr>
        </p:nvSpPr>
        <p:spPr>
          <a:xfrm>
            <a:off x="1115568" y="2448840"/>
            <a:ext cx="10168128" cy="3694176"/>
          </a:xfrm>
        </p:spPr>
        <p:txBody>
          <a:bodyPr>
            <a:normAutofit fontScale="85000" lnSpcReduction="20000"/>
          </a:bodyPr>
          <a:lstStyle/>
          <a:p>
            <a:r>
              <a:rPr lang="fr-FR" sz="2000" dirty="0"/>
              <a:t>Le développement de communautés (en particulier dans un environnement d’entreprise) est un sujet complexe. </a:t>
            </a:r>
          </a:p>
          <a:p>
            <a:r>
              <a:rPr lang="fr-FR" sz="2000" dirty="0"/>
              <a:t>On peut se retrouver perdu dans cette complexité, ou bien ignorer comment avancer pour s’améliorer dans le rôle de Community Booster
Les listes d’évaluation sont là pour vous aider à naviguer dans cette complexité. 
Même s’il est impossible de mettre toutes les situations et leurs spécificités dans une seule liste résumant tout, ces listes de contrôle peuvent être un début pour donner de grandes lignes. </a:t>
            </a:r>
          </a:p>
          <a:p>
            <a:r>
              <a:rPr lang="fr-FR" sz="2000" dirty="0"/>
              <a:t>Dans l’usage pratique, n’hésitez pas à votre tour à adapter ces listes en ajoutant ou en supprimant des critères ou des catégories.
Les listes d’évaluation des Community Boosters sont utilisées pour évaluer les boosters « à part entière ». Elles sont moins adaptées aux membres ayant des rôles très spécifiques au sein de la Communauté.</a:t>
            </a:r>
          </a:p>
        </p:txBody>
      </p:sp>
    </p:spTree>
    <p:extLst>
      <p:ext uri="{BB962C8B-B14F-4D97-AF65-F5344CB8AC3E}">
        <p14:creationId xmlns:p14="http://schemas.microsoft.com/office/powerpoint/2010/main" val="72524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3EC3EC-AA45-2DCC-C007-B27A53CACB19}"/>
              </a:ext>
            </a:extLst>
          </p:cNvPr>
          <p:cNvSpPr>
            <a:spLocks noGrp="1"/>
          </p:cNvSpPr>
          <p:nvPr>
            <p:ph type="title"/>
          </p:nvPr>
        </p:nvSpPr>
        <p:spPr/>
        <p:txBody>
          <a:bodyPr>
            <a:normAutofit fontScale="90000"/>
          </a:bodyPr>
          <a:lstStyle/>
          <a:p>
            <a:r>
              <a:rPr lang="fr-FR" dirty="0"/>
              <a:t>🎯Objectifs classiques d’utilisation des listes d’évaluation de Community Boosters</a:t>
            </a:r>
            <a:endParaRPr lang="en-US" dirty="0"/>
          </a:p>
        </p:txBody>
      </p:sp>
      <p:grpSp>
        <p:nvGrpSpPr>
          <p:cNvPr id="4" name="Groupe 3">
            <a:extLst>
              <a:ext uri="{FF2B5EF4-FFF2-40B4-BE49-F238E27FC236}">
                <a16:creationId xmlns:a16="http://schemas.microsoft.com/office/drawing/2014/main" id="{4CE9EFD6-709A-9648-E610-5E5361A68163}"/>
              </a:ext>
            </a:extLst>
          </p:cNvPr>
          <p:cNvGrpSpPr/>
          <p:nvPr/>
        </p:nvGrpSpPr>
        <p:grpSpPr>
          <a:xfrm>
            <a:off x="3812858" y="2391159"/>
            <a:ext cx="1762211" cy="1561627"/>
            <a:chOff x="4121776" y="2119335"/>
            <a:chExt cx="1762211" cy="1561627"/>
          </a:xfrm>
        </p:grpSpPr>
        <p:grpSp>
          <p:nvGrpSpPr>
            <p:cNvPr id="5" name="Groupe 4">
              <a:extLst>
                <a:ext uri="{FF2B5EF4-FFF2-40B4-BE49-F238E27FC236}">
                  <a16:creationId xmlns:a16="http://schemas.microsoft.com/office/drawing/2014/main" id="{783A1942-DC16-56AE-1DB4-956CA19CCBA5}"/>
                </a:ext>
              </a:extLst>
            </p:cNvPr>
            <p:cNvGrpSpPr/>
            <p:nvPr/>
          </p:nvGrpSpPr>
          <p:grpSpPr>
            <a:xfrm>
              <a:off x="4121776" y="3009516"/>
              <a:ext cx="665065" cy="671446"/>
              <a:chOff x="3819183" y="2067074"/>
              <a:chExt cx="665065" cy="671446"/>
            </a:xfrm>
          </p:grpSpPr>
          <p:pic>
            <p:nvPicPr>
              <p:cNvPr id="29" name="Graphique 28" descr="Artist female avec un remplissage uni">
                <a:extLst>
                  <a:ext uri="{FF2B5EF4-FFF2-40B4-BE49-F238E27FC236}">
                    <a16:creationId xmlns:a16="http://schemas.microsoft.com/office/drawing/2014/main" id="{01D77BDC-A39A-377D-9126-1494401677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47892" y="2161785"/>
                <a:ext cx="320641" cy="320641"/>
              </a:xfrm>
              <a:prstGeom prst="rect">
                <a:avLst/>
              </a:prstGeom>
            </p:spPr>
          </p:pic>
          <p:pic>
            <p:nvPicPr>
              <p:cNvPr id="30" name="Graphique 29" descr="Artist male avec un remplissage uni">
                <a:extLst>
                  <a:ext uri="{FF2B5EF4-FFF2-40B4-BE49-F238E27FC236}">
                    <a16:creationId xmlns:a16="http://schemas.microsoft.com/office/drawing/2014/main" id="{1690CF39-2BB2-D2A6-4545-E6BD6FD6DD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82249" y="2115116"/>
                <a:ext cx="320641" cy="320641"/>
              </a:xfrm>
              <a:prstGeom prst="rect">
                <a:avLst/>
              </a:prstGeom>
            </p:spPr>
          </p:pic>
          <p:pic>
            <p:nvPicPr>
              <p:cNvPr id="31" name="Graphique 30" descr="Artist female avec un remplissage uni">
                <a:extLst>
                  <a:ext uri="{FF2B5EF4-FFF2-40B4-BE49-F238E27FC236}">
                    <a16:creationId xmlns:a16="http://schemas.microsoft.com/office/drawing/2014/main" id="{F37F1CA1-A413-C1A3-57C1-F2EF7AA4919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41754" y="2401590"/>
                <a:ext cx="320641" cy="320641"/>
              </a:xfrm>
              <a:prstGeom prst="rect">
                <a:avLst/>
              </a:prstGeom>
            </p:spPr>
          </p:pic>
          <p:sp>
            <p:nvSpPr>
              <p:cNvPr id="32" name="Ellipse 31">
                <a:extLst>
                  <a:ext uri="{FF2B5EF4-FFF2-40B4-BE49-F238E27FC236}">
                    <a16:creationId xmlns:a16="http://schemas.microsoft.com/office/drawing/2014/main" id="{54F98934-1B1F-E024-D050-5662FFA51B0D}"/>
                  </a:ext>
                </a:extLst>
              </p:cNvPr>
              <p:cNvSpPr/>
              <p:nvPr/>
            </p:nvSpPr>
            <p:spPr>
              <a:xfrm>
                <a:off x="3819183" y="2067074"/>
                <a:ext cx="665065" cy="67144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7D38DBDE-51B1-8112-C9C5-2235DCC47175}"/>
                </a:ext>
              </a:extLst>
            </p:cNvPr>
            <p:cNvGrpSpPr/>
            <p:nvPr/>
          </p:nvGrpSpPr>
          <p:grpSpPr>
            <a:xfrm>
              <a:off x="4310513" y="2333709"/>
              <a:ext cx="665065" cy="671446"/>
              <a:chOff x="4509180" y="1610216"/>
              <a:chExt cx="665065" cy="671446"/>
            </a:xfrm>
          </p:grpSpPr>
          <p:pic>
            <p:nvPicPr>
              <p:cNvPr id="25" name="Graphique 24" descr="Astronaut female avec un remplissage uni">
                <a:extLst>
                  <a:ext uri="{FF2B5EF4-FFF2-40B4-BE49-F238E27FC236}">
                    <a16:creationId xmlns:a16="http://schemas.microsoft.com/office/drawing/2014/main" id="{39785C2D-B609-EF4C-F991-2EA04CE0498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570883" y="1872247"/>
                <a:ext cx="320641" cy="320641"/>
              </a:xfrm>
              <a:prstGeom prst="rect">
                <a:avLst/>
              </a:prstGeom>
            </p:spPr>
          </p:pic>
          <p:pic>
            <p:nvPicPr>
              <p:cNvPr id="26" name="Graphique 25" descr="Astronaut male avec un remplissage uni">
                <a:extLst>
                  <a:ext uri="{FF2B5EF4-FFF2-40B4-BE49-F238E27FC236}">
                    <a16:creationId xmlns:a16="http://schemas.microsoft.com/office/drawing/2014/main" id="{D2D404D5-FDC9-49BA-4625-26473439963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833553" y="1858219"/>
                <a:ext cx="320641" cy="320641"/>
              </a:xfrm>
              <a:prstGeom prst="rect">
                <a:avLst/>
              </a:prstGeom>
            </p:spPr>
          </p:pic>
          <p:pic>
            <p:nvPicPr>
              <p:cNvPr id="27" name="Graphique 26" descr="Astronaut male avec un remplissage uni">
                <a:extLst>
                  <a:ext uri="{FF2B5EF4-FFF2-40B4-BE49-F238E27FC236}">
                    <a16:creationId xmlns:a16="http://schemas.microsoft.com/office/drawing/2014/main" id="{649208AA-AFD8-3B45-2E5E-F8FD5B54807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695276" y="1625298"/>
                <a:ext cx="320641" cy="320641"/>
              </a:xfrm>
              <a:prstGeom prst="rect">
                <a:avLst/>
              </a:prstGeom>
            </p:spPr>
          </p:pic>
          <p:sp>
            <p:nvSpPr>
              <p:cNvPr id="28" name="Ellipse 27">
                <a:extLst>
                  <a:ext uri="{FF2B5EF4-FFF2-40B4-BE49-F238E27FC236}">
                    <a16:creationId xmlns:a16="http://schemas.microsoft.com/office/drawing/2014/main" id="{B447B62A-CB43-C38A-6445-7C3C055EF836}"/>
                  </a:ext>
                </a:extLst>
              </p:cNvPr>
              <p:cNvSpPr/>
              <p:nvPr/>
            </p:nvSpPr>
            <p:spPr>
              <a:xfrm>
                <a:off x="4509180" y="1610216"/>
                <a:ext cx="665065" cy="67144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9CFDA6FB-3972-7436-2172-FBEA0F31A909}"/>
                </a:ext>
              </a:extLst>
            </p:cNvPr>
            <p:cNvGrpSpPr/>
            <p:nvPr/>
          </p:nvGrpSpPr>
          <p:grpSpPr>
            <a:xfrm>
              <a:off x="5218922" y="2605995"/>
              <a:ext cx="665065" cy="671446"/>
              <a:chOff x="5333598" y="1554488"/>
              <a:chExt cx="665065" cy="671446"/>
            </a:xfrm>
          </p:grpSpPr>
          <p:pic>
            <p:nvPicPr>
              <p:cNvPr id="21" name="Graphique 20" descr="Femme chef de cuisine avec un remplissage uni">
                <a:extLst>
                  <a:ext uri="{FF2B5EF4-FFF2-40B4-BE49-F238E27FC236}">
                    <a16:creationId xmlns:a16="http://schemas.microsoft.com/office/drawing/2014/main" id="{8E392D88-B8D7-81B5-68D5-867A428875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16864" y="1846285"/>
                <a:ext cx="320641" cy="320641"/>
              </a:xfrm>
              <a:prstGeom prst="rect">
                <a:avLst/>
              </a:prstGeom>
            </p:spPr>
          </p:pic>
          <p:pic>
            <p:nvPicPr>
              <p:cNvPr id="22" name="Graphique 21" descr="Homme chef de cuisine avec un remplissage uni">
                <a:extLst>
                  <a:ext uri="{FF2B5EF4-FFF2-40B4-BE49-F238E27FC236}">
                    <a16:creationId xmlns:a16="http://schemas.microsoft.com/office/drawing/2014/main" id="{B09FF8A5-8BB1-F01B-B9F4-E233A8CE3CF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630204" y="1830128"/>
                <a:ext cx="320641" cy="320641"/>
              </a:xfrm>
              <a:prstGeom prst="rect">
                <a:avLst/>
              </a:prstGeom>
            </p:spPr>
          </p:pic>
          <p:pic>
            <p:nvPicPr>
              <p:cNvPr id="23" name="Graphique 22" descr="Homme chef de cuisine avec un remplissage uni">
                <a:extLst>
                  <a:ext uri="{FF2B5EF4-FFF2-40B4-BE49-F238E27FC236}">
                    <a16:creationId xmlns:a16="http://schemas.microsoft.com/office/drawing/2014/main" id="{2F76D82F-3C12-FAF7-E2A4-53B04F501CE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505811" y="1568094"/>
                <a:ext cx="320641" cy="320641"/>
              </a:xfrm>
              <a:prstGeom prst="rect">
                <a:avLst/>
              </a:prstGeom>
            </p:spPr>
          </p:pic>
          <p:sp>
            <p:nvSpPr>
              <p:cNvPr id="24" name="Ellipse 23">
                <a:extLst>
                  <a:ext uri="{FF2B5EF4-FFF2-40B4-BE49-F238E27FC236}">
                    <a16:creationId xmlns:a16="http://schemas.microsoft.com/office/drawing/2014/main" id="{5F8EBF70-2AD6-6940-2057-9C23EA5050B4}"/>
                  </a:ext>
                </a:extLst>
              </p:cNvPr>
              <p:cNvSpPr/>
              <p:nvPr/>
            </p:nvSpPr>
            <p:spPr>
              <a:xfrm>
                <a:off x="5333598" y="1554488"/>
                <a:ext cx="665065" cy="67144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8" name="Groupe 7">
              <a:extLst>
                <a:ext uri="{FF2B5EF4-FFF2-40B4-BE49-F238E27FC236}">
                  <a16:creationId xmlns:a16="http://schemas.microsoft.com/office/drawing/2014/main" id="{09AA6799-0B17-AC58-EC71-E05ECBD21AD8}"/>
                </a:ext>
              </a:extLst>
            </p:cNvPr>
            <p:cNvGrpSpPr/>
            <p:nvPr/>
          </p:nvGrpSpPr>
          <p:grpSpPr>
            <a:xfrm>
              <a:off x="4767046" y="2945112"/>
              <a:ext cx="313700" cy="316710"/>
              <a:chOff x="1976512" y="2847606"/>
              <a:chExt cx="313700" cy="316710"/>
            </a:xfrm>
          </p:grpSpPr>
          <p:pic>
            <p:nvPicPr>
              <p:cNvPr id="19" name="Graphique 18" descr="Employé de bureau avec un remplissage uni">
                <a:extLst>
                  <a:ext uri="{FF2B5EF4-FFF2-40B4-BE49-F238E27FC236}">
                    <a16:creationId xmlns:a16="http://schemas.microsoft.com/office/drawing/2014/main" id="{1154BAF9-F975-AC00-33EB-3824601FB09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990319" y="2862029"/>
                <a:ext cx="286085" cy="286085"/>
              </a:xfrm>
              <a:prstGeom prst="rect">
                <a:avLst/>
              </a:prstGeom>
            </p:spPr>
          </p:pic>
          <p:sp>
            <p:nvSpPr>
              <p:cNvPr id="20" name="Ellipse 19">
                <a:extLst>
                  <a:ext uri="{FF2B5EF4-FFF2-40B4-BE49-F238E27FC236}">
                    <a16:creationId xmlns:a16="http://schemas.microsoft.com/office/drawing/2014/main" id="{2514848D-1A96-9EBE-C3DB-AD69D8AB7451}"/>
                  </a:ext>
                </a:extLst>
              </p:cNvPr>
              <p:cNvSpPr/>
              <p:nvPr/>
            </p:nvSpPr>
            <p:spPr>
              <a:xfrm>
                <a:off x="1976512" y="2847606"/>
                <a:ext cx="313700" cy="316710"/>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9" name="Groupe 8">
              <a:extLst>
                <a:ext uri="{FF2B5EF4-FFF2-40B4-BE49-F238E27FC236}">
                  <a16:creationId xmlns:a16="http://schemas.microsoft.com/office/drawing/2014/main" id="{A5AF6D6C-05E0-C2F0-0D61-527A799ABA20}"/>
                </a:ext>
              </a:extLst>
            </p:cNvPr>
            <p:cNvGrpSpPr/>
            <p:nvPr/>
          </p:nvGrpSpPr>
          <p:grpSpPr>
            <a:xfrm>
              <a:off x="5016378" y="2119335"/>
              <a:ext cx="501164" cy="505973"/>
              <a:chOff x="2418923" y="2693754"/>
              <a:chExt cx="313700" cy="316710"/>
            </a:xfrm>
          </p:grpSpPr>
          <p:pic>
            <p:nvPicPr>
              <p:cNvPr id="17" name="Graphique 16" descr="Employée de bureau avec un remplissage uni">
                <a:extLst>
                  <a:ext uri="{FF2B5EF4-FFF2-40B4-BE49-F238E27FC236}">
                    <a16:creationId xmlns:a16="http://schemas.microsoft.com/office/drawing/2014/main" id="{E71AE27C-E308-8A7E-0D5A-6F94FEF7A3A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432730" y="2705873"/>
                <a:ext cx="286085" cy="286085"/>
              </a:xfrm>
              <a:prstGeom prst="rect">
                <a:avLst/>
              </a:prstGeom>
            </p:spPr>
          </p:pic>
          <p:sp>
            <p:nvSpPr>
              <p:cNvPr id="18" name="Ellipse 17">
                <a:extLst>
                  <a:ext uri="{FF2B5EF4-FFF2-40B4-BE49-F238E27FC236}">
                    <a16:creationId xmlns:a16="http://schemas.microsoft.com/office/drawing/2014/main" id="{00A3E6DD-5EBF-BD9B-D856-60ED599F40E2}"/>
                  </a:ext>
                </a:extLst>
              </p:cNvPr>
              <p:cNvSpPr/>
              <p:nvPr/>
            </p:nvSpPr>
            <p:spPr>
              <a:xfrm>
                <a:off x="2418923" y="2693754"/>
                <a:ext cx="313700" cy="316710"/>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cxnSp>
          <p:nvCxnSpPr>
            <p:cNvPr id="10" name="Connecteur droit 9">
              <a:extLst>
                <a:ext uri="{FF2B5EF4-FFF2-40B4-BE49-F238E27FC236}">
                  <a16:creationId xmlns:a16="http://schemas.microsoft.com/office/drawing/2014/main" id="{21E2EBB7-51D6-FE44-8100-75818DE9C865}"/>
                </a:ext>
              </a:extLst>
            </p:cNvPr>
            <p:cNvCxnSpPr>
              <a:cxnSpLocks/>
            </p:cNvCxnSpPr>
            <p:nvPr/>
          </p:nvCxnSpPr>
          <p:spPr>
            <a:xfrm>
              <a:off x="4324399" y="2798391"/>
              <a:ext cx="129910" cy="2111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89C585B3-23CE-A9E7-E8AA-AAB3B71B831C}"/>
                </a:ext>
              </a:extLst>
            </p:cNvPr>
            <p:cNvCxnSpPr>
              <a:cxnSpLocks/>
            </p:cNvCxnSpPr>
            <p:nvPr/>
          </p:nvCxnSpPr>
          <p:spPr>
            <a:xfrm>
              <a:off x="4975578" y="2669432"/>
              <a:ext cx="289236" cy="1378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27AAF971-5BF7-0AB4-5C73-3378404A1C39}"/>
                </a:ext>
              </a:extLst>
            </p:cNvPr>
            <p:cNvCxnSpPr>
              <a:cxnSpLocks/>
            </p:cNvCxnSpPr>
            <p:nvPr/>
          </p:nvCxnSpPr>
          <p:spPr>
            <a:xfrm flipV="1">
              <a:off x="5034806" y="2625308"/>
              <a:ext cx="232154" cy="3661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BD2206A1-4ED1-AFA1-B3F6-5B032401F01B}"/>
                </a:ext>
              </a:extLst>
            </p:cNvPr>
            <p:cNvCxnSpPr>
              <a:cxnSpLocks/>
            </p:cNvCxnSpPr>
            <p:nvPr/>
          </p:nvCxnSpPr>
          <p:spPr>
            <a:xfrm flipV="1">
              <a:off x="4786841" y="3261822"/>
              <a:ext cx="137055" cy="834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8E7B26E8-D8A3-BC37-A9BE-BD8165DBD3CE}"/>
                </a:ext>
              </a:extLst>
            </p:cNvPr>
            <p:cNvCxnSpPr>
              <a:cxnSpLocks/>
            </p:cNvCxnSpPr>
            <p:nvPr/>
          </p:nvCxnSpPr>
          <p:spPr>
            <a:xfrm flipH="1" flipV="1">
              <a:off x="5517542" y="2372322"/>
              <a:ext cx="33914" cy="2472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91281DDF-C7AC-FD7B-22EE-FACCCAE39B05}"/>
                </a:ext>
              </a:extLst>
            </p:cNvPr>
            <p:cNvCxnSpPr>
              <a:cxnSpLocks/>
            </p:cNvCxnSpPr>
            <p:nvPr/>
          </p:nvCxnSpPr>
          <p:spPr>
            <a:xfrm flipH="1">
              <a:off x="4878181" y="2367220"/>
              <a:ext cx="160255" cy="648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B504DB60-C72B-C964-CA80-F62F0A376243}"/>
                </a:ext>
              </a:extLst>
            </p:cNvPr>
            <p:cNvCxnSpPr>
              <a:cxnSpLocks/>
            </p:cNvCxnSpPr>
            <p:nvPr/>
          </p:nvCxnSpPr>
          <p:spPr>
            <a:xfrm flipV="1">
              <a:off x="5080746" y="2941718"/>
              <a:ext cx="138176" cy="161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Groupe 32">
            <a:extLst>
              <a:ext uri="{FF2B5EF4-FFF2-40B4-BE49-F238E27FC236}">
                <a16:creationId xmlns:a16="http://schemas.microsoft.com/office/drawing/2014/main" id="{7036F83A-18A8-8795-7460-BEB4AD86004D}"/>
              </a:ext>
            </a:extLst>
          </p:cNvPr>
          <p:cNvGrpSpPr/>
          <p:nvPr/>
        </p:nvGrpSpPr>
        <p:grpSpPr>
          <a:xfrm>
            <a:off x="6532965" y="2921387"/>
            <a:ext cx="2103137" cy="627878"/>
            <a:chOff x="7672742" y="3746093"/>
            <a:chExt cx="4082190" cy="1218712"/>
          </a:xfrm>
        </p:grpSpPr>
        <p:pic>
          <p:nvPicPr>
            <p:cNvPr id="34" name="Graphique 33" descr="Groupe avec un remplissage uni">
              <a:extLst>
                <a:ext uri="{FF2B5EF4-FFF2-40B4-BE49-F238E27FC236}">
                  <a16:creationId xmlns:a16="http://schemas.microsoft.com/office/drawing/2014/main" id="{02B70C2D-B02C-9A12-EFB8-1742CF0A0525}"/>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672742" y="4140638"/>
              <a:ext cx="350710" cy="350710"/>
            </a:xfrm>
            <a:prstGeom prst="rect">
              <a:avLst/>
            </a:prstGeom>
          </p:spPr>
        </p:pic>
        <p:pic>
          <p:nvPicPr>
            <p:cNvPr id="35" name="Graphique 34" descr="Flèches de chevron avec un remplissage uni">
              <a:extLst>
                <a:ext uri="{FF2B5EF4-FFF2-40B4-BE49-F238E27FC236}">
                  <a16:creationId xmlns:a16="http://schemas.microsoft.com/office/drawing/2014/main" id="{08929C80-256C-A726-F3B4-A68C56236B2D}"/>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670214" y="4185794"/>
              <a:ext cx="279194" cy="279194"/>
            </a:xfrm>
            <a:prstGeom prst="rect">
              <a:avLst/>
            </a:prstGeom>
          </p:spPr>
        </p:pic>
        <p:pic>
          <p:nvPicPr>
            <p:cNvPr id="36" name="Graphique 35" descr="Héroïne avec un remplissage uni">
              <a:extLst>
                <a:ext uri="{FF2B5EF4-FFF2-40B4-BE49-F238E27FC236}">
                  <a16:creationId xmlns:a16="http://schemas.microsoft.com/office/drawing/2014/main" id="{AC1E6980-7D25-8B29-3D79-FF80ED16F1DB}"/>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973432" y="4070212"/>
              <a:ext cx="424644" cy="424645"/>
            </a:xfrm>
            <a:prstGeom prst="rect">
              <a:avLst/>
            </a:prstGeom>
          </p:spPr>
        </p:pic>
        <p:pic>
          <p:nvPicPr>
            <p:cNvPr id="37" name="Graphique 36" descr="Flèches de chevron avec un remplissage uni">
              <a:extLst>
                <a:ext uri="{FF2B5EF4-FFF2-40B4-BE49-F238E27FC236}">
                  <a16:creationId xmlns:a16="http://schemas.microsoft.com/office/drawing/2014/main" id="{B0630716-D437-9DCA-8A27-9F1F5811BE04}"/>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753493" y="4160871"/>
              <a:ext cx="279194" cy="279194"/>
            </a:xfrm>
            <a:prstGeom prst="rect">
              <a:avLst/>
            </a:prstGeom>
          </p:spPr>
        </p:pic>
        <p:pic>
          <p:nvPicPr>
            <p:cNvPr id="38" name="Graphique 37" descr="Courir avec un remplissage uni">
              <a:extLst>
                <a:ext uri="{FF2B5EF4-FFF2-40B4-BE49-F238E27FC236}">
                  <a16:creationId xmlns:a16="http://schemas.microsoft.com/office/drawing/2014/main" id="{72169787-838A-CF41-0F2E-45315C0A8E40}"/>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221976" y="4004365"/>
              <a:ext cx="359779" cy="359780"/>
            </a:xfrm>
            <a:prstGeom prst="rect">
              <a:avLst/>
            </a:prstGeom>
          </p:spPr>
        </p:pic>
        <p:pic>
          <p:nvPicPr>
            <p:cNvPr id="39" name="Graphique 38" descr="Patinage avec un remplissage uni">
              <a:extLst>
                <a:ext uri="{FF2B5EF4-FFF2-40B4-BE49-F238E27FC236}">
                  <a16:creationId xmlns:a16="http://schemas.microsoft.com/office/drawing/2014/main" id="{4EEB5BBF-680D-71D6-1BE2-B90A348D59E8}"/>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045702" y="3917987"/>
              <a:ext cx="373471" cy="373472"/>
            </a:xfrm>
            <a:prstGeom prst="rect">
              <a:avLst/>
            </a:prstGeom>
          </p:spPr>
        </p:pic>
        <p:pic>
          <p:nvPicPr>
            <p:cNvPr id="40" name="Graphique 39" descr="Marcher avec un remplissage uni">
              <a:extLst>
                <a:ext uri="{FF2B5EF4-FFF2-40B4-BE49-F238E27FC236}">
                  <a16:creationId xmlns:a16="http://schemas.microsoft.com/office/drawing/2014/main" id="{4313785C-B85A-9104-9B0C-42935FDD068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421990" y="4085053"/>
              <a:ext cx="289590" cy="289590"/>
            </a:xfrm>
            <a:prstGeom prst="rect">
              <a:avLst/>
            </a:prstGeom>
          </p:spPr>
        </p:pic>
        <p:pic>
          <p:nvPicPr>
            <p:cNvPr id="41" name="Graphique 40" descr="Flèches de chevron avec un remplissage uni">
              <a:extLst>
                <a:ext uri="{FF2B5EF4-FFF2-40B4-BE49-F238E27FC236}">
                  <a16:creationId xmlns:a16="http://schemas.microsoft.com/office/drawing/2014/main" id="{45F7C557-2954-20C4-A388-D6F91669122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876432" y="4186872"/>
              <a:ext cx="279194" cy="279194"/>
            </a:xfrm>
            <a:prstGeom prst="rect">
              <a:avLst/>
            </a:prstGeom>
          </p:spPr>
        </p:pic>
        <p:pic>
          <p:nvPicPr>
            <p:cNvPr id="42" name="Graphique 41" descr="Flèches de chevron avec un remplissage uni">
              <a:extLst>
                <a:ext uri="{FF2B5EF4-FFF2-40B4-BE49-F238E27FC236}">
                  <a16:creationId xmlns:a16="http://schemas.microsoft.com/office/drawing/2014/main" id="{1EB020E5-2D70-679A-3E6F-05BC4CC740C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097762" y="4174408"/>
              <a:ext cx="282285" cy="282285"/>
            </a:xfrm>
            <a:prstGeom prst="rect">
              <a:avLst/>
            </a:prstGeom>
          </p:spPr>
        </p:pic>
        <p:pic>
          <p:nvPicPr>
            <p:cNvPr id="43" name="Graphique 42" descr="Héros avec un remplissage uni">
              <a:extLst>
                <a:ext uri="{FF2B5EF4-FFF2-40B4-BE49-F238E27FC236}">
                  <a16:creationId xmlns:a16="http://schemas.microsoft.com/office/drawing/2014/main" id="{D1B4B147-DEF5-155D-B0BB-2F969F71BE96}"/>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0991352" y="4507605"/>
              <a:ext cx="457200" cy="457200"/>
            </a:xfrm>
            <a:prstGeom prst="rect">
              <a:avLst/>
            </a:prstGeom>
          </p:spPr>
        </p:pic>
        <p:pic>
          <p:nvPicPr>
            <p:cNvPr id="44" name="Graphique 43" descr="Héros avec un remplissage uni">
              <a:extLst>
                <a:ext uri="{FF2B5EF4-FFF2-40B4-BE49-F238E27FC236}">
                  <a16:creationId xmlns:a16="http://schemas.microsoft.com/office/drawing/2014/main" id="{9B01D407-DCD0-E37B-B80C-A1A756E4489C}"/>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1294569" y="3746093"/>
              <a:ext cx="457200" cy="457200"/>
            </a:xfrm>
            <a:prstGeom prst="rect">
              <a:avLst/>
            </a:prstGeom>
          </p:spPr>
        </p:pic>
        <p:pic>
          <p:nvPicPr>
            <p:cNvPr id="45" name="Graphique 44" descr="Héroïne avec un remplissage uni">
              <a:extLst>
                <a:ext uri="{FF2B5EF4-FFF2-40B4-BE49-F238E27FC236}">
                  <a16:creationId xmlns:a16="http://schemas.microsoft.com/office/drawing/2014/main" id="{AC50B7DC-D0BD-FCE5-6676-F48D094C433F}"/>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1330288" y="4140638"/>
              <a:ext cx="424644" cy="424645"/>
            </a:xfrm>
            <a:prstGeom prst="rect">
              <a:avLst/>
            </a:prstGeom>
          </p:spPr>
        </p:pic>
        <p:pic>
          <p:nvPicPr>
            <p:cNvPr id="46" name="Graphique 45" descr="Patinage avec un remplissage uni">
              <a:extLst>
                <a:ext uri="{FF2B5EF4-FFF2-40B4-BE49-F238E27FC236}">
                  <a16:creationId xmlns:a16="http://schemas.microsoft.com/office/drawing/2014/main" id="{2B84A5A8-9831-1340-9194-EBCF4D944AE0}"/>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306385" y="4056889"/>
              <a:ext cx="373471" cy="373472"/>
            </a:xfrm>
            <a:prstGeom prst="rect">
              <a:avLst/>
            </a:prstGeom>
          </p:spPr>
        </p:pic>
        <p:pic>
          <p:nvPicPr>
            <p:cNvPr id="47" name="Graphique 46" descr="Patinage avec un remplissage uni">
              <a:extLst>
                <a:ext uri="{FF2B5EF4-FFF2-40B4-BE49-F238E27FC236}">
                  <a16:creationId xmlns:a16="http://schemas.microsoft.com/office/drawing/2014/main" id="{EA7C5C27-A640-E6D8-D664-57C773ECF3CA}"/>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013782" y="4240199"/>
              <a:ext cx="373471" cy="373472"/>
            </a:xfrm>
            <a:prstGeom prst="rect">
              <a:avLst/>
            </a:prstGeom>
          </p:spPr>
        </p:pic>
        <p:pic>
          <p:nvPicPr>
            <p:cNvPr id="48" name="Graphique 47" descr="Patinage avec un remplissage uni">
              <a:extLst>
                <a:ext uri="{FF2B5EF4-FFF2-40B4-BE49-F238E27FC236}">
                  <a16:creationId xmlns:a16="http://schemas.microsoft.com/office/drawing/2014/main" id="{371627C2-B820-52D9-D607-B6F999E8F3D8}"/>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254800" y="4423509"/>
              <a:ext cx="373471" cy="373472"/>
            </a:xfrm>
            <a:prstGeom prst="rect">
              <a:avLst/>
            </a:prstGeom>
          </p:spPr>
        </p:pic>
        <p:pic>
          <p:nvPicPr>
            <p:cNvPr id="49" name="Graphique 48" descr="Courir avec un remplissage uni">
              <a:extLst>
                <a:ext uri="{FF2B5EF4-FFF2-40B4-BE49-F238E27FC236}">
                  <a16:creationId xmlns:a16="http://schemas.microsoft.com/office/drawing/2014/main" id="{A520F6FA-ED0D-9E7A-58C3-027ACE28AFB7}"/>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425240" y="4181315"/>
              <a:ext cx="359779" cy="359780"/>
            </a:xfrm>
            <a:prstGeom prst="rect">
              <a:avLst/>
            </a:prstGeom>
          </p:spPr>
        </p:pic>
        <p:pic>
          <p:nvPicPr>
            <p:cNvPr id="50" name="Graphique 49" descr="Courir avec un remplissage uni">
              <a:extLst>
                <a:ext uri="{FF2B5EF4-FFF2-40B4-BE49-F238E27FC236}">
                  <a16:creationId xmlns:a16="http://schemas.microsoft.com/office/drawing/2014/main" id="{FE401AAD-58AC-CD80-E1F4-B1DF8BC87E26}"/>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133356" y="4314967"/>
              <a:ext cx="359779" cy="359780"/>
            </a:xfrm>
            <a:prstGeom prst="rect">
              <a:avLst/>
            </a:prstGeom>
          </p:spPr>
        </p:pic>
        <p:pic>
          <p:nvPicPr>
            <p:cNvPr id="51" name="Graphique 50" descr="Courir avec un remplissage uni">
              <a:extLst>
                <a:ext uri="{FF2B5EF4-FFF2-40B4-BE49-F238E27FC236}">
                  <a16:creationId xmlns:a16="http://schemas.microsoft.com/office/drawing/2014/main" id="{F842BC09-3894-FAAC-E14D-199A807EDBE3}"/>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329523" y="4467681"/>
              <a:ext cx="359779" cy="359780"/>
            </a:xfrm>
            <a:prstGeom prst="rect">
              <a:avLst/>
            </a:prstGeom>
          </p:spPr>
        </p:pic>
        <p:pic>
          <p:nvPicPr>
            <p:cNvPr id="52" name="Graphique 51" descr="Marcher avec un remplissage uni">
              <a:extLst>
                <a:ext uri="{FF2B5EF4-FFF2-40B4-BE49-F238E27FC236}">
                  <a16:creationId xmlns:a16="http://schemas.microsoft.com/office/drawing/2014/main" id="{EE9717B2-810B-3020-D45D-35347495516C}"/>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574390" y="4237453"/>
              <a:ext cx="289590" cy="289590"/>
            </a:xfrm>
            <a:prstGeom prst="rect">
              <a:avLst/>
            </a:prstGeom>
          </p:spPr>
        </p:pic>
        <p:pic>
          <p:nvPicPr>
            <p:cNvPr id="53" name="Graphique 52" descr="Marcher avec un remplissage uni">
              <a:extLst>
                <a:ext uri="{FF2B5EF4-FFF2-40B4-BE49-F238E27FC236}">
                  <a16:creationId xmlns:a16="http://schemas.microsoft.com/office/drawing/2014/main" id="{5BD0911A-D1DE-5164-30FD-421B72C6937D}"/>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397400" y="4370982"/>
              <a:ext cx="289590" cy="289590"/>
            </a:xfrm>
            <a:prstGeom prst="rect">
              <a:avLst/>
            </a:prstGeom>
          </p:spPr>
        </p:pic>
        <p:pic>
          <p:nvPicPr>
            <p:cNvPr id="54" name="Graphique 53" descr="Marcher avec un remplissage uni">
              <a:extLst>
                <a:ext uri="{FF2B5EF4-FFF2-40B4-BE49-F238E27FC236}">
                  <a16:creationId xmlns:a16="http://schemas.microsoft.com/office/drawing/2014/main" id="{3B443170-01D9-CE7D-0A73-8F68CCE4226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634425" y="3959129"/>
              <a:ext cx="289590" cy="289590"/>
            </a:xfrm>
            <a:prstGeom prst="rect">
              <a:avLst/>
            </a:prstGeom>
          </p:spPr>
        </p:pic>
      </p:grpSp>
      <p:grpSp>
        <p:nvGrpSpPr>
          <p:cNvPr id="57" name="Groupe 56">
            <a:extLst>
              <a:ext uri="{FF2B5EF4-FFF2-40B4-BE49-F238E27FC236}">
                <a16:creationId xmlns:a16="http://schemas.microsoft.com/office/drawing/2014/main" id="{0F3CEAC4-33D2-4512-6240-31746E9D2D94}"/>
              </a:ext>
            </a:extLst>
          </p:cNvPr>
          <p:cNvGrpSpPr/>
          <p:nvPr/>
        </p:nvGrpSpPr>
        <p:grpSpPr>
          <a:xfrm>
            <a:off x="9582279" y="2267350"/>
            <a:ext cx="1642043" cy="1642043"/>
            <a:chOff x="7974777" y="2346492"/>
            <a:chExt cx="1642043" cy="1642043"/>
          </a:xfrm>
        </p:grpSpPr>
        <p:pic>
          <p:nvPicPr>
            <p:cNvPr id="55" name="Graphique 54" descr="Salle de conseil avec un remplissage uni">
              <a:extLst>
                <a:ext uri="{FF2B5EF4-FFF2-40B4-BE49-F238E27FC236}">
                  <a16:creationId xmlns:a16="http://schemas.microsoft.com/office/drawing/2014/main" id="{4DE2FA64-093A-F5FC-D312-F94697E14AEA}"/>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7974777" y="2346492"/>
              <a:ext cx="1642043" cy="1642043"/>
            </a:xfrm>
            <a:prstGeom prst="rect">
              <a:avLst/>
            </a:prstGeom>
          </p:spPr>
        </p:pic>
        <p:pic>
          <p:nvPicPr>
            <p:cNvPr id="56" name="Graphique 55" descr="Salle de conseil avec un remplissage uni">
              <a:extLst>
                <a:ext uri="{FF2B5EF4-FFF2-40B4-BE49-F238E27FC236}">
                  <a16:creationId xmlns:a16="http://schemas.microsoft.com/office/drawing/2014/main" id="{41F701DB-A72C-DCE0-7F97-A2D495B23DCD}"/>
                </a:ext>
              </a:extLst>
            </p:cNvPr>
            <p:cNvPicPr>
              <a:picLocks noChangeAspect="1"/>
            </p:cNvPicPr>
            <p:nvPr/>
          </p:nvPicPr>
          <p:blipFill rotWithShape="1">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rcRect r="49089"/>
            <a:stretch/>
          </p:blipFill>
          <p:spPr>
            <a:xfrm>
              <a:off x="7974778" y="2346492"/>
              <a:ext cx="835988" cy="1642043"/>
            </a:xfrm>
            <a:prstGeom prst="rect">
              <a:avLst/>
            </a:prstGeom>
          </p:spPr>
        </p:pic>
      </p:grpSp>
      <p:sp>
        <p:nvSpPr>
          <p:cNvPr id="58" name="Espace réservé du texte 8">
            <a:extLst>
              <a:ext uri="{FF2B5EF4-FFF2-40B4-BE49-F238E27FC236}">
                <a16:creationId xmlns:a16="http://schemas.microsoft.com/office/drawing/2014/main" id="{66A93558-C91F-E002-D51B-BB770EA0176C}"/>
              </a:ext>
            </a:extLst>
          </p:cNvPr>
          <p:cNvSpPr txBox="1">
            <a:spLocks/>
          </p:cNvSpPr>
          <p:nvPr/>
        </p:nvSpPr>
        <p:spPr>
          <a:xfrm>
            <a:off x="3589707" y="4076194"/>
            <a:ext cx="2272361" cy="1665580"/>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b="1" dirty="0"/>
              <a:t>Dans les communautés matures : </a:t>
            </a:r>
          </a:p>
          <a:p>
            <a:pPr marL="0" indent="0" algn="ctr">
              <a:buNone/>
            </a:pPr>
            <a:r>
              <a:rPr lang="fr-FR" sz="1200" dirty="0"/>
              <a:t>évaluer qui seraient les bonnes personnes pour mener des sous-groupes et savoir comment les accompagner dans leur rôle
</a:t>
            </a:r>
            <a:endParaRPr lang="en-US" sz="1200" dirty="0"/>
          </a:p>
        </p:txBody>
      </p:sp>
      <p:sp>
        <p:nvSpPr>
          <p:cNvPr id="59" name="Espace réservé du texte 8">
            <a:extLst>
              <a:ext uri="{FF2B5EF4-FFF2-40B4-BE49-F238E27FC236}">
                <a16:creationId xmlns:a16="http://schemas.microsoft.com/office/drawing/2014/main" id="{DCEDC4BB-F160-5773-BACC-23D1C52FDE16}"/>
              </a:ext>
            </a:extLst>
          </p:cNvPr>
          <p:cNvSpPr txBox="1">
            <a:spLocks/>
          </p:cNvSpPr>
          <p:nvPr/>
        </p:nvSpPr>
        <p:spPr>
          <a:xfrm>
            <a:off x="9282087" y="4064852"/>
            <a:ext cx="2272361" cy="1400409"/>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b="1" dirty="0"/>
              <a:t>Pour les Managers : </a:t>
            </a:r>
          </a:p>
          <a:p>
            <a:pPr marL="0" indent="0" algn="ctr">
              <a:buNone/>
            </a:pPr>
            <a:r>
              <a:rPr lang="fr-FR" sz="1200" dirty="0"/>
              <a:t>En considérant une équipe comme une communauté, pouvoir évaluer la légitimité d’un manager dans son rôle (et la développer) 
</a:t>
            </a:r>
            <a:endParaRPr lang="en-US" sz="1200" dirty="0"/>
          </a:p>
        </p:txBody>
      </p:sp>
      <p:sp>
        <p:nvSpPr>
          <p:cNvPr id="60" name="Espace réservé du texte 8">
            <a:extLst>
              <a:ext uri="{FF2B5EF4-FFF2-40B4-BE49-F238E27FC236}">
                <a16:creationId xmlns:a16="http://schemas.microsoft.com/office/drawing/2014/main" id="{F7C8BD75-2AB7-A4F0-542C-04CA12C862BB}"/>
              </a:ext>
            </a:extLst>
          </p:cNvPr>
          <p:cNvSpPr txBox="1">
            <a:spLocks/>
          </p:cNvSpPr>
          <p:nvPr/>
        </p:nvSpPr>
        <p:spPr>
          <a:xfrm>
            <a:off x="6464851" y="4067740"/>
            <a:ext cx="2272361" cy="1111927"/>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b="1" dirty="0"/>
              <a:t>Dans les communautés : </a:t>
            </a:r>
            <a:r>
              <a:rPr lang="fr-FR" sz="1200" dirty="0"/>
              <a:t>Trouver des idées pour établir un programme d’autonomisation des leaders
</a:t>
            </a:r>
            <a:endParaRPr lang="en-US" sz="1200" dirty="0"/>
          </a:p>
        </p:txBody>
      </p:sp>
      <p:sp>
        <p:nvSpPr>
          <p:cNvPr id="61" name="Espace réservé du texte 8">
            <a:extLst>
              <a:ext uri="{FF2B5EF4-FFF2-40B4-BE49-F238E27FC236}">
                <a16:creationId xmlns:a16="http://schemas.microsoft.com/office/drawing/2014/main" id="{317226DE-14FB-6B3D-E7F0-42ED9A09DF51}"/>
              </a:ext>
            </a:extLst>
          </p:cNvPr>
          <p:cNvSpPr txBox="1">
            <a:spLocks/>
          </p:cNvSpPr>
          <p:nvPr/>
        </p:nvSpPr>
        <p:spPr>
          <a:xfrm>
            <a:off x="772471" y="4075034"/>
            <a:ext cx="2272361" cy="1666740"/>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b="1" dirty="0"/>
              <a:t>Au lancement des communautés :</a:t>
            </a:r>
          </a:p>
          <a:p>
            <a:pPr marL="0" indent="0" algn="ctr">
              <a:buNone/>
            </a:pPr>
            <a:r>
              <a:rPr lang="fr-FR" sz="1200" dirty="0"/>
              <a:t>Lors du lancement d’une communauté, identifier qui se démarquerait en tant que leader et expliciter comment les soutenir
</a:t>
            </a:r>
            <a:endParaRPr lang="en-US" sz="1200" dirty="0"/>
          </a:p>
        </p:txBody>
      </p:sp>
      <p:grpSp>
        <p:nvGrpSpPr>
          <p:cNvPr id="62" name="Groupe 61">
            <a:extLst>
              <a:ext uri="{FF2B5EF4-FFF2-40B4-BE49-F238E27FC236}">
                <a16:creationId xmlns:a16="http://schemas.microsoft.com/office/drawing/2014/main" id="{0CE19CC9-5A3B-D51F-B9F0-AD4BA6C30D84}"/>
              </a:ext>
            </a:extLst>
          </p:cNvPr>
          <p:cNvGrpSpPr/>
          <p:nvPr/>
        </p:nvGrpSpPr>
        <p:grpSpPr>
          <a:xfrm>
            <a:off x="1306168" y="2391159"/>
            <a:ext cx="1271181" cy="1396396"/>
            <a:chOff x="759851" y="5123712"/>
            <a:chExt cx="814903" cy="895173"/>
          </a:xfrm>
        </p:grpSpPr>
        <p:pic>
          <p:nvPicPr>
            <p:cNvPr id="63" name="Graphique 62" descr="Employé de bureau avec un remplissage uni">
              <a:extLst>
                <a:ext uri="{FF2B5EF4-FFF2-40B4-BE49-F238E27FC236}">
                  <a16:creationId xmlns:a16="http://schemas.microsoft.com/office/drawing/2014/main" id="{834FB00D-241B-1BFE-DC1D-280DAA75F9B5}"/>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902893" y="5723339"/>
              <a:ext cx="286085" cy="286085"/>
            </a:xfrm>
            <a:prstGeom prst="rect">
              <a:avLst/>
            </a:prstGeom>
          </p:spPr>
        </p:pic>
        <p:pic>
          <p:nvPicPr>
            <p:cNvPr id="64" name="Graphique 63" descr="Employée de bureau avec un remplissage uni">
              <a:extLst>
                <a:ext uri="{FF2B5EF4-FFF2-40B4-BE49-F238E27FC236}">
                  <a16:creationId xmlns:a16="http://schemas.microsoft.com/office/drawing/2014/main" id="{5CC0A35B-8AEC-D82F-619A-9E44983AE829}"/>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288669" y="5501349"/>
              <a:ext cx="286085" cy="286085"/>
            </a:xfrm>
            <a:prstGeom prst="rect">
              <a:avLst/>
            </a:prstGeom>
          </p:spPr>
        </p:pic>
        <p:pic>
          <p:nvPicPr>
            <p:cNvPr id="65" name="Graphique 64" descr="Employé de bureau avec un remplissage uni">
              <a:extLst>
                <a:ext uri="{FF2B5EF4-FFF2-40B4-BE49-F238E27FC236}">
                  <a16:creationId xmlns:a16="http://schemas.microsoft.com/office/drawing/2014/main" id="{C09F0501-BEAE-F9AE-DF80-7F0C99EFC100}"/>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1288669" y="5243502"/>
              <a:ext cx="286085" cy="286085"/>
            </a:xfrm>
            <a:prstGeom prst="rect">
              <a:avLst/>
            </a:prstGeom>
          </p:spPr>
        </p:pic>
        <p:pic>
          <p:nvPicPr>
            <p:cNvPr id="66" name="Graphique 65" descr="Employée de bureau avec un remplissage uni">
              <a:extLst>
                <a:ext uri="{FF2B5EF4-FFF2-40B4-BE49-F238E27FC236}">
                  <a16:creationId xmlns:a16="http://schemas.microsoft.com/office/drawing/2014/main" id="{805C79FB-6462-8628-EDB5-4FB93365783C}"/>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117925" y="5732800"/>
              <a:ext cx="286085" cy="286085"/>
            </a:xfrm>
            <a:prstGeom prst="rect">
              <a:avLst/>
            </a:prstGeom>
          </p:spPr>
        </p:pic>
        <p:pic>
          <p:nvPicPr>
            <p:cNvPr id="67" name="Graphique 66" descr="Employée de bureau avec un remplissage uni">
              <a:extLst>
                <a:ext uri="{FF2B5EF4-FFF2-40B4-BE49-F238E27FC236}">
                  <a16:creationId xmlns:a16="http://schemas.microsoft.com/office/drawing/2014/main" id="{35E28C4E-BD8D-0922-857D-DC00A5E6D631}"/>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759851" y="5509329"/>
              <a:ext cx="286085" cy="286085"/>
            </a:xfrm>
            <a:prstGeom prst="rect">
              <a:avLst/>
            </a:prstGeom>
          </p:spPr>
        </p:pic>
        <p:pic>
          <p:nvPicPr>
            <p:cNvPr id="68" name="Graphique 67" descr="Employé de bureau avec un remplissage uni">
              <a:extLst>
                <a:ext uri="{FF2B5EF4-FFF2-40B4-BE49-F238E27FC236}">
                  <a16:creationId xmlns:a16="http://schemas.microsoft.com/office/drawing/2014/main" id="{82F770D7-B217-A32C-1013-6B2ACD498986}"/>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04978" y="5243502"/>
              <a:ext cx="286085" cy="286085"/>
            </a:xfrm>
            <a:prstGeom prst="rect">
              <a:avLst/>
            </a:prstGeom>
          </p:spPr>
        </p:pic>
        <p:pic>
          <p:nvPicPr>
            <p:cNvPr id="69" name="Graphique 68" descr="Employée de bureau avec un remplissage uni">
              <a:extLst>
                <a:ext uri="{FF2B5EF4-FFF2-40B4-BE49-F238E27FC236}">
                  <a16:creationId xmlns:a16="http://schemas.microsoft.com/office/drawing/2014/main" id="{17ED08F5-72F5-9BB4-1735-EBF6891DA733}"/>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064184" y="5123712"/>
              <a:ext cx="286085" cy="286085"/>
            </a:xfrm>
            <a:prstGeom prst="rect">
              <a:avLst/>
            </a:prstGeom>
          </p:spPr>
        </p:pic>
        <p:pic>
          <p:nvPicPr>
            <p:cNvPr id="70" name="Graphique 69" descr="Employée de bureau avec un remplissage uni">
              <a:extLst>
                <a:ext uri="{FF2B5EF4-FFF2-40B4-BE49-F238E27FC236}">
                  <a16:creationId xmlns:a16="http://schemas.microsoft.com/office/drawing/2014/main" id="{54410C80-C7B0-E793-9B37-5A5A0E1957B1}"/>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974883" y="5370067"/>
              <a:ext cx="407906" cy="407906"/>
            </a:xfrm>
            <a:prstGeom prst="rect">
              <a:avLst/>
            </a:prstGeom>
          </p:spPr>
        </p:pic>
      </p:grpSp>
    </p:spTree>
    <p:extLst>
      <p:ext uri="{BB962C8B-B14F-4D97-AF65-F5344CB8AC3E}">
        <p14:creationId xmlns:p14="http://schemas.microsoft.com/office/powerpoint/2010/main" val="1167902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Autofit/>
          </a:bodyPr>
          <a:lstStyle/>
          <a:p>
            <a:r>
              <a:rPr lang="fr-FR" sz="2800" dirty="0"/>
              <a:t>Listes d’évaluation des Community Boosters</a:t>
            </a:r>
            <a:br>
              <a:rPr lang="fr-FR" sz="2800" dirty="0"/>
            </a:br>
            <a:r>
              <a:rPr lang="fr-FR" sz="2800" dirty="0"/>
              <a:t>Dimensions de l’évaluation
</a:t>
            </a:r>
          </a:p>
        </p:txBody>
      </p:sp>
      <p:sp>
        <p:nvSpPr>
          <p:cNvPr id="3" name="Espace réservé du contenu 2">
            <a:extLst>
              <a:ext uri="{FF2B5EF4-FFF2-40B4-BE49-F238E27FC236}">
                <a16:creationId xmlns:a16="http://schemas.microsoft.com/office/drawing/2014/main" id="{AE341C54-753C-4163-9596-11AD5932A820}"/>
              </a:ext>
            </a:extLst>
          </p:cNvPr>
          <p:cNvSpPr>
            <a:spLocks noGrp="1"/>
          </p:cNvSpPr>
          <p:nvPr>
            <p:ph idx="1"/>
          </p:nvPr>
        </p:nvSpPr>
        <p:spPr>
          <a:xfrm>
            <a:off x="4913812" y="2114467"/>
            <a:ext cx="2088000" cy="4665711"/>
          </a:xfrm>
          <a:solidFill>
            <a:schemeClr val="bg1">
              <a:lumMod val="95000"/>
            </a:schemeClr>
          </a:solidFill>
        </p:spPr>
        <p:txBody>
          <a:bodyPr>
            <a:noAutofit/>
          </a:bodyPr>
          <a:lstStyle/>
          <a:p>
            <a:pPr marL="0" indent="0" algn="ctr">
              <a:buNone/>
            </a:pPr>
            <a:r>
              <a:rPr lang="fr-FR" sz="1600" b="1"/>
              <a:t>🔥Compétences 
</a:t>
            </a:r>
            <a:r>
              <a:rPr lang="fr-FR" sz="1200"/>
              <a:t>Les compétences représentent ici une vue d’ensemble des compétences habituelles d’un Community Booster. 
Tout booster a bien sûr toujours une marge d’amélioration. Ce qui est évalué dans cette catégorie devrait être le « minimum nécessaire » pour assurer le rôle, et non le maximum que l’on peut obtenir.</a:t>
            </a:r>
            <a:endParaRPr lang="fr-FR" sz="1100"/>
          </a:p>
        </p:txBody>
      </p:sp>
      <p:sp>
        <p:nvSpPr>
          <p:cNvPr id="4" name="Espace réservé du contenu 2">
            <a:extLst>
              <a:ext uri="{FF2B5EF4-FFF2-40B4-BE49-F238E27FC236}">
                <a16:creationId xmlns:a16="http://schemas.microsoft.com/office/drawing/2014/main" id="{693C2F31-DB38-42BA-8CA5-876C10E2FFBD}"/>
              </a:ext>
            </a:extLst>
          </p:cNvPr>
          <p:cNvSpPr txBox="1">
            <a:spLocks/>
          </p:cNvSpPr>
          <p:nvPr/>
        </p:nvSpPr>
        <p:spPr>
          <a:xfrm>
            <a:off x="7276319" y="2111614"/>
            <a:ext cx="2173708" cy="46657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dirty="0"/>
              <a:t>👍 Positionnement actuel et reconnaissance</a:t>
            </a:r>
            <a:endParaRPr lang="fr-FR" sz="1600" dirty="0"/>
          </a:p>
          <a:p>
            <a:pPr marL="0" indent="0" algn="ctr">
              <a:buNone/>
            </a:pPr>
            <a:r>
              <a:rPr lang="fr-FR" sz="1200" dirty="0"/>
              <a:t>Le positionnement et la reconnaissance actuels représentent la façon dont les membres et les parties prenantes considèrent un Community Booster.
Un booster de communauté très reconnu est plus susceptible d’engager une communauté et ses parties prenantes, tandis qu’un booster peu reconnu a des possibilités plus limitées.
</a:t>
            </a:r>
          </a:p>
        </p:txBody>
      </p:sp>
      <p:sp>
        <p:nvSpPr>
          <p:cNvPr id="5" name="Espace réservé du contenu 2">
            <a:extLst>
              <a:ext uri="{FF2B5EF4-FFF2-40B4-BE49-F238E27FC236}">
                <a16:creationId xmlns:a16="http://schemas.microsoft.com/office/drawing/2014/main" id="{08B0A895-1094-4369-8B6A-0E67FE7DDB59}"/>
              </a:ext>
            </a:extLst>
          </p:cNvPr>
          <p:cNvSpPr txBox="1">
            <a:spLocks/>
          </p:cNvSpPr>
          <p:nvPr/>
        </p:nvSpPr>
        <p:spPr>
          <a:xfrm>
            <a:off x="9724535" y="2111614"/>
            <a:ext cx="2088000" cy="4665710"/>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dirty="0"/>
              <a:t>🎖️Réalisations
</a:t>
            </a:r>
            <a:endParaRPr lang="fr-FR" sz="1600" dirty="0"/>
          </a:p>
          <a:p>
            <a:pPr marL="0" indent="0" algn="ctr">
              <a:buNone/>
            </a:pPr>
            <a:r>
              <a:rPr lang="fr-FR" sz="1200" dirty="0"/>
              <a:t>Les réalisations d’un Community Booster représentent ici ses réalisations liées à la Communauté (actions à l’intérieur et à l’extérieur de la Communauté, pour la Communauté).
Des réalisations élevées apportent de l’exemplarité et plus de respect de la part des membres et des parties prenantes, facilitant ainsi l’engagement. </a:t>
            </a:r>
          </a:p>
        </p:txBody>
      </p:sp>
      <p:sp>
        <p:nvSpPr>
          <p:cNvPr id="6" name="Espace réservé du contenu 2">
            <a:extLst>
              <a:ext uri="{FF2B5EF4-FFF2-40B4-BE49-F238E27FC236}">
                <a16:creationId xmlns:a16="http://schemas.microsoft.com/office/drawing/2014/main" id="{02C5E63D-945C-416B-99CE-6F6495932217}"/>
              </a:ext>
            </a:extLst>
          </p:cNvPr>
          <p:cNvSpPr txBox="1">
            <a:spLocks/>
          </p:cNvSpPr>
          <p:nvPr/>
        </p:nvSpPr>
        <p:spPr>
          <a:xfrm>
            <a:off x="2551305" y="2111613"/>
            <a:ext cx="2088000" cy="4665711"/>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a:t>⌛Ressources et capacités</a:t>
            </a:r>
            <a:r>
              <a:rPr lang="fr-FR" sz="1400" b="1"/>
              <a:t>
</a:t>
            </a:r>
            <a:r>
              <a:rPr lang="fr-FR" sz="1400"/>
              <a:t>Les ressources et la capacité représentent le temps, le soutien, les droits d’assumer le rôle de Community Booster. 
Bien qu’elles ne soient pas suffisantes par elles-mêmes, les ressources et la capacité sont des conditions de confort du Community Booster (si élevé) ou de fatigue (s’il est faible).
</a:t>
            </a:r>
          </a:p>
        </p:txBody>
      </p:sp>
      <p:sp>
        <p:nvSpPr>
          <p:cNvPr id="7" name="Espace réservé du contenu 2">
            <a:extLst>
              <a:ext uri="{FF2B5EF4-FFF2-40B4-BE49-F238E27FC236}">
                <a16:creationId xmlns:a16="http://schemas.microsoft.com/office/drawing/2014/main" id="{EFA160A8-44AE-41D0-BE55-E79DF99033EA}"/>
              </a:ext>
            </a:extLst>
          </p:cNvPr>
          <p:cNvSpPr txBox="1">
            <a:spLocks/>
          </p:cNvSpPr>
          <p:nvPr/>
        </p:nvSpPr>
        <p:spPr>
          <a:xfrm>
            <a:off x="188798" y="2111614"/>
            <a:ext cx="2088000" cy="466571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a:t>🎯 Intention
</a:t>
            </a:r>
            <a:r>
              <a:rPr lang="fr-FR" sz="1100"/>
              <a:t>L’intention représente ici à quel point une personne veut mener ou développer une communauté, et se développer soi par le développement de la Communauté.
Une intention forte de mener une communauté s’accompagne de plus de motivation, d’énergie et d’endurance au quotidien. 
L’évaluation de l’intention aide à connaître le potentiel à moyen-long terme d’un leader communautaire.
</a:t>
            </a:r>
            <a:endParaRPr lang="fr-FR" sz="1200"/>
          </a:p>
        </p:txBody>
      </p:sp>
    </p:spTree>
    <p:extLst>
      <p:ext uri="{BB962C8B-B14F-4D97-AF65-F5344CB8AC3E}">
        <p14:creationId xmlns:p14="http://schemas.microsoft.com/office/powerpoint/2010/main" val="4004390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Autofit/>
          </a:bodyPr>
          <a:lstStyle/>
          <a:p>
            <a:r>
              <a:rPr lang="fr-FR" sz="2800" dirty="0"/>
              <a:t>Listes d’évaluation des Community Boosters</a:t>
            </a:r>
            <a:br>
              <a:rPr lang="fr-FR" sz="2800" dirty="0"/>
            </a:br>
            <a:r>
              <a:rPr lang="fr-FR" sz="2800" dirty="0"/>
              <a:t>Exemple de système de notation (utilisant ✔️OUI ou ⬜NON)
</a:t>
            </a:r>
            <a:endParaRPr lang="en-US" sz="2800" dirty="0"/>
          </a:p>
        </p:txBody>
      </p:sp>
      <p:sp>
        <p:nvSpPr>
          <p:cNvPr id="3" name="Espace réservé du contenu 2">
            <a:extLst>
              <a:ext uri="{FF2B5EF4-FFF2-40B4-BE49-F238E27FC236}">
                <a16:creationId xmlns:a16="http://schemas.microsoft.com/office/drawing/2014/main" id="{AE341C54-753C-4163-9596-11AD5932A820}"/>
              </a:ext>
            </a:extLst>
          </p:cNvPr>
          <p:cNvSpPr>
            <a:spLocks noGrp="1"/>
          </p:cNvSpPr>
          <p:nvPr>
            <p:ph idx="1"/>
          </p:nvPr>
        </p:nvSpPr>
        <p:spPr>
          <a:xfrm>
            <a:off x="4913812" y="2114467"/>
            <a:ext cx="2088000" cy="4665711"/>
          </a:xfrm>
          <a:solidFill>
            <a:schemeClr val="bg1">
              <a:lumMod val="95000"/>
            </a:schemeClr>
          </a:solidFill>
        </p:spPr>
        <p:txBody>
          <a:bodyPr>
            <a:noAutofit/>
          </a:bodyPr>
          <a:lstStyle/>
          <a:p>
            <a:pPr marL="0" indent="0" algn="ctr">
              <a:buNone/>
            </a:pPr>
            <a:r>
              <a:rPr lang="en-US" sz="900" b="1" dirty="0"/>
              <a:t>🔥</a:t>
            </a:r>
            <a:r>
              <a:rPr lang="en-US" sz="900" b="1" dirty="0" err="1"/>
              <a:t>Compétences</a:t>
            </a:r>
            <a:r>
              <a:rPr lang="en-US" sz="900" b="1" dirty="0"/>
              <a:t> (10 pts) : </a:t>
            </a:r>
          </a:p>
          <a:p>
            <a:pPr>
              <a:buFont typeface="Wingdings" panose="05000000000000000000" pitchFamily="2" charset="2"/>
              <a:buChar char="q"/>
            </a:pPr>
            <a:r>
              <a:rPr lang="fr-FR" sz="900" dirty="0"/>
              <a:t>(2) Compétences centrées membres (relation, suivi, sentiment d’appartenance, liens, gestion des conflits, leadership)
(2) Compétences centrées parties prenantes (négociation, diplomatie, ...)
(1) Compétences liées au sujet de la communauté (expertise spécifique, ...)
(1) Compétences événementielles
(1) Compétences en création ou curation de contenu
(1) Structuration communautaire (outils,  groupes, règles...)
(2) Méthodes communautaires : Community Canvas, Community Engagement Framework, #OpenSeriousCommunity, ateliers #OSG</a:t>
            </a:r>
            <a:endParaRPr lang="en-US" sz="900" dirty="0"/>
          </a:p>
        </p:txBody>
      </p:sp>
      <p:sp>
        <p:nvSpPr>
          <p:cNvPr id="4" name="Espace réservé du contenu 2">
            <a:extLst>
              <a:ext uri="{FF2B5EF4-FFF2-40B4-BE49-F238E27FC236}">
                <a16:creationId xmlns:a16="http://schemas.microsoft.com/office/drawing/2014/main" id="{693C2F31-DB38-42BA-8CA5-876C10E2FFBD}"/>
              </a:ext>
            </a:extLst>
          </p:cNvPr>
          <p:cNvSpPr txBox="1">
            <a:spLocks/>
          </p:cNvSpPr>
          <p:nvPr/>
        </p:nvSpPr>
        <p:spPr>
          <a:xfrm>
            <a:off x="7276319" y="2111614"/>
            <a:ext cx="2173708" cy="46657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900" b="1" dirty="0"/>
              <a:t>👍 Positionnement actuel et reconnaissance (10 pts) </a:t>
            </a:r>
            <a:r>
              <a:rPr lang="en-US" sz="900" b="1" dirty="0"/>
              <a:t>: </a:t>
            </a:r>
          </a:p>
          <a:p>
            <a:pPr>
              <a:buFont typeface="Wingdings" panose="05000000000000000000" pitchFamily="2" charset="2"/>
              <a:buChar char="q"/>
            </a:pPr>
            <a:r>
              <a:rPr lang="fr-FR" sz="900" dirty="0"/>
              <a:t>(1) Se déclare comme un (futur) Community Booster
(2) A démontré (à la Communauté) son intention de mener la Communauté ou une partie de ses activités
(1) A officiellement un titre équivalent à Community Booster (avec pouvoir de décision et/ou des responsabilités associées) 
(2) Est reconnu(e) par la majorité de la communauté comme un booster communautaire ou booster local
(1) Est reconnu par les membres influents clés de la communauté en tant que booster de la communauté
(1) Est reconnu à l’extérieur de la Communauté comme Booster
(2) La communauté a des attentes explicites envers lui / elle en tant que booster </a:t>
            </a:r>
            <a:endParaRPr lang="en-US" sz="900" dirty="0"/>
          </a:p>
        </p:txBody>
      </p:sp>
      <p:sp>
        <p:nvSpPr>
          <p:cNvPr id="5" name="Espace réservé du contenu 2">
            <a:extLst>
              <a:ext uri="{FF2B5EF4-FFF2-40B4-BE49-F238E27FC236}">
                <a16:creationId xmlns:a16="http://schemas.microsoft.com/office/drawing/2014/main" id="{08B0A895-1094-4369-8B6A-0E67FE7DDB59}"/>
              </a:ext>
            </a:extLst>
          </p:cNvPr>
          <p:cNvSpPr txBox="1">
            <a:spLocks/>
          </p:cNvSpPr>
          <p:nvPr/>
        </p:nvSpPr>
        <p:spPr>
          <a:xfrm>
            <a:off x="9724535" y="2111614"/>
            <a:ext cx="2088000" cy="4665710"/>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900" b="1" dirty="0"/>
              <a:t>🎖️</a:t>
            </a:r>
            <a:r>
              <a:rPr lang="en-US" sz="900" b="1" dirty="0" err="1"/>
              <a:t>Réalisations</a:t>
            </a:r>
            <a:r>
              <a:rPr lang="en-US" sz="900" b="1" dirty="0"/>
              <a:t> (10 pts) : </a:t>
            </a:r>
          </a:p>
          <a:p>
            <a:pPr>
              <a:buFont typeface="Wingdings" panose="05000000000000000000" pitchFamily="2" charset="2"/>
              <a:buChar char="q"/>
            </a:pPr>
            <a:r>
              <a:rPr lang="fr-FR" sz="900" dirty="0"/>
              <a:t>(4) A accompli suffisamment d’actions utiles pour les membres de la communauté
(2) A accompli suffisamment d’actions promotionnelles et externes en tant que représentant de la Communauté à l’extérieur de la Communauté
(3) A accompli suffisamment d’actions utiles pour les principales parties prenantes ou les membres influents clés de la communauté
(1) A accompli suffisamment d’actions valables pour lui-même / elle-même grâce à la Communauté (peut partager sur les avantages de la Communauté pour soi-même)</a:t>
            </a:r>
            <a:endParaRPr lang="en-US" sz="900" dirty="0"/>
          </a:p>
          <a:p>
            <a:pPr marL="0" indent="0">
              <a:buNone/>
            </a:pPr>
            <a:endParaRPr lang="en-US" sz="900" dirty="0"/>
          </a:p>
          <a:p>
            <a:endParaRPr lang="en-US" sz="900" dirty="0"/>
          </a:p>
        </p:txBody>
      </p:sp>
      <p:sp>
        <p:nvSpPr>
          <p:cNvPr id="6" name="Espace réservé du contenu 2">
            <a:extLst>
              <a:ext uri="{FF2B5EF4-FFF2-40B4-BE49-F238E27FC236}">
                <a16:creationId xmlns:a16="http://schemas.microsoft.com/office/drawing/2014/main" id="{02C5E63D-945C-416B-99CE-6F6495932217}"/>
              </a:ext>
            </a:extLst>
          </p:cNvPr>
          <p:cNvSpPr txBox="1">
            <a:spLocks/>
          </p:cNvSpPr>
          <p:nvPr/>
        </p:nvSpPr>
        <p:spPr>
          <a:xfrm>
            <a:off x="2551305" y="2111613"/>
            <a:ext cx="2088000" cy="4665711"/>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900" b="1" dirty="0"/>
              <a:t>⌛Ressources et capacités (10 pts) </a:t>
            </a:r>
            <a:r>
              <a:rPr lang="en-US" sz="900" b="1" dirty="0"/>
              <a:t>:</a:t>
            </a:r>
          </a:p>
          <a:p>
            <a:pPr>
              <a:buFont typeface="Wingdings" panose="05000000000000000000" pitchFamily="2" charset="2"/>
              <a:buChar char="q"/>
            </a:pPr>
            <a:r>
              <a:rPr lang="fr-FR" sz="900" dirty="0"/>
              <a:t>(2) Dispose de suffisamment de moyens d’action (outils, matériel, locaux, …) pour être Community Booster 
(2) A suffisamment de disponibilité pour être Community Booster
(2) Est autorisé à être un booster communautaire
(1) A accès à des ressources (formation, contenu, ...) pour devenir Community Booster
(3) A accès à des opportunités (événements, négociations, droits...) pour progresser en tant que Community Booster</a:t>
            </a:r>
            <a:endParaRPr lang="en-US" sz="900" dirty="0"/>
          </a:p>
          <a:p>
            <a:endParaRPr lang="en-US" sz="900" dirty="0"/>
          </a:p>
          <a:p>
            <a:endParaRPr lang="en-US" sz="900" dirty="0"/>
          </a:p>
          <a:p>
            <a:pPr marL="0" indent="0">
              <a:buNone/>
            </a:pPr>
            <a:endParaRPr lang="en-US" sz="900" dirty="0"/>
          </a:p>
          <a:p>
            <a:endParaRPr lang="en-US" sz="900" dirty="0"/>
          </a:p>
        </p:txBody>
      </p:sp>
      <p:sp>
        <p:nvSpPr>
          <p:cNvPr id="7" name="Espace réservé du contenu 2">
            <a:extLst>
              <a:ext uri="{FF2B5EF4-FFF2-40B4-BE49-F238E27FC236}">
                <a16:creationId xmlns:a16="http://schemas.microsoft.com/office/drawing/2014/main" id="{EFA160A8-44AE-41D0-BE55-E79DF99033EA}"/>
              </a:ext>
            </a:extLst>
          </p:cNvPr>
          <p:cNvSpPr txBox="1">
            <a:spLocks/>
          </p:cNvSpPr>
          <p:nvPr/>
        </p:nvSpPr>
        <p:spPr>
          <a:xfrm>
            <a:off x="188798" y="2111614"/>
            <a:ext cx="2088000" cy="466571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 Intention (10 pts) : </a:t>
            </a:r>
          </a:p>
          <a:p>
            <a:pPr>
              <a:buFont typeface="Wingdings" panose="05000000000000000000" pitchFamily="2" charset="2"/>
              <a:buChar char="q"/>
            </a:pPr>
            <a:r>
              <a:rPr lang="fr-FR" sz="900" dirty="0"/>
              <a:t>(2) Aime la communauté 
(2) A un intérêt dans le développement de la Communauté
(2) Aime l’activité de développement communautaire
(1) A son propre point de vue sur la manière dont la Communauté devrait évoluer
(1) A l’intention de se développer (compétences, sagesse, leadership...) grâce au renforcement de la communauté
(1) Laisse une place dans son agenda aux activités communautaires
(1) Est un demandeur actif de ressources à des fins communautaires</a:t>
            </a:r>
            <a:endParaRPr lang="en-US" sz="900" dirty="0"/>
          </a:p>
          <a:p>
            <a:endParaRPr lang="en-US" sz="900" dirty="0"/>
          </a:p>
          <a:p>
            <a:pPr marL="0" indent="0">
              <a:buNone/>
            </a:pPr>
            <a:r>
              <a:rPr lang="en-US" sz="900" dirty="0"/>
              <a:t> </a:t>
            </a:r>
          </a:p>
        </p:txBody>
      </p:sp>
    </p:spTree>
    <p:extLst>
      <p:ext uri="{BB962C8B-B14F-4D97-AF65-F5344CB8AC3E}">
        <p14:creationId xmlns:p14="http://schemas.microsoft.com/office/powerpoint/2010/main" val="3712108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Autofit/>
          </a:bodyPr>
          <a:lstStyle/>
          <a:p>
            <a:r>
              <a:rPr lang="fr-FR" sz="2800"/>
              <a:t>Listes d’évaluation des Community Boosters</a:t>
            </a:r>
            <a:br>
              <a:rPr lang="fr-FR" sz="2800"/>
            </a:br>
            <a:r>
              <a:rPr lang="fr-FR" sz="2800"/>
              <a:t>Exemple de système de notation (utilisant des points)
</a:t>
            </a:r>
          </a:p>
        </p:txBody>
      </p:sp>
      <p:sp>
        <p:nvSpPr>
          <p:cNvPr id="3" name="Espace réservé du contenu 2">
            <a:extLst>
              <a:ext uri="{FF2B5EF4-FFF2-40B4-BE49-F238E27FC236}">
                <a16:creationId xmlns:a16="http://schemas.microsoft.com/office/drawing/2014/main" id="{AE341C54-753C-4163-9596-11AD5932A820}"/>
              </a:ext>
            </a:extLst>
          </p:cNvPr>
          <p:cNvSpPr>
            <a:spLocks noGrp="1"/>
          </p:cNvSpPr>
          <p:nvPr>
            <p:ph idx="1"/>
          </p:nvPr>
        </p:nvSpPr>
        <p:spPr>
          <a:xfrm>
            <a:off x="4856662" y="1643649"/>
            <a:ext cx="2088000" cy="5074329"/>
          </a:xfrm>
          <a:solidFill>
            <a:schemeClr val="bg1">
              <a:lumMod val="95000"/>
            </a:schemeClr>
          </a:solidFill>
        </p:spPr>
        <p:txBody>
          <a:bodyPr>
            <a:noAutofit/>
          </a:bodyPr>
          <a:lstStyle/>
          <a:p>
            <a:pPr marL="0" indent="0" algn="ctr">
              <a:buNone/>
            </a:pPr>
            <a:r>
              <a:rPr lang="fr-FR" sz="900" b="1"/>
              <a:t>🔥Compétences (10 pts) : </a:t>
            </a:r>
          </a:p>
          <a:p>
            <a:pPr>
              <a:buFont typeface="Wingdings" panose="05000000000000000000" pitchFamily="2" charset="2"/>
              <a:buChar char="q"/>
            </a:pPr>
            <a:r>
              <a:rPr lang="fr-FR" sz="900"/>
              <a:t>Compétences centrées membres (relation, suivi, sentiment d’appartenance, liens, gestion des conflits, leadership)</a:t>
            </a:r>
            <a:r>
              <a:rPr lang="fr-FR" sz="900" b="1"/>
              <a:t> …/2 </a:t>
            </a:r>
            <a:r>
              <a:rPr lang="fr-FR" sz="900"/>
              <a:t>
Compétences centrées parties prenantes (négociation, diplomatie, ...)</a:t>
            </a:r>
            <a:r>
              <a:rPr lang="fr-FR" sz="900" b="1"/>
              <a:t> …/2 </a:t>
            </a:r>
            <a:r>
              <a:rPr lang="fr-FR" sz="900"/>
              <a:t>
Compétences liées au sujet de la communauté (expertise spécifique, ...)</a:t>
            </a:r>
            <a:r>
              <a:rPr lang="fr-FR" sz="900" b="1"/>
              <a:t> …/1 </a:t>
            </a:r>
            <a:r>
              <a:rPr lang="fr-FR" sz="900"/>
              <a:t>
Compétences événementielles</a:t>
            </a:r>
            <a:r>
              <a:rPr lang="fr-FR" sz="900" b="1"/>
              <a:t> …/1 </a:t>
            </a:r>
            <a:r>
              <a:rPr lang="fr-FR" sz="900"/>
              <a:t>
Compétences en création ou curation de contenu</a:t>
            </a:r>
            <a:r>
              <a:rPr lang="fr-FR" sz="900" b="1"/>
              <a:t> …/1 </a:t>
            </a:r>
            <a:r>
              <a:rPr lang="fr-FR" sz="900"/>
              <a:t>
Structuration communautaire (outils,  groupes, règles...)</a:t>
            </a:r>
            <a:r>
              <a:rPr lang="fr-FR" sz="900" b="1"/>
              <a:t> …/1 </a:t>
            </a:r>
            <a:r>
              <a:rPr lang="fr-FR" sz="900"/>
              <a:t>
Méthodes communautaires : Community Canvas, Community Engagement Framework, #OpenSeriousCommunity, ateliers #OSG</a:t>
            </a:r>
            <a:r>
              <a:rPr lang="fr-FR" sz="900" b="1"/>
              <a:t> …/2</a:t>
            </a:r>
            <a:endParaRPr lang="fr-FR" sz="900"/>
          </a:p>
        </p:txBody>
      </p:sp>
      <p:sp>
        <p:nvSpPr>
          <p:cNvPr id="4" name="Espace réservé du contenu 2">
            <a:extLst>
              <a:ext uri="{FF2B5EF4-FFF2-40B4-BE49-F238E27FC236}">
                <a16:creationId xmlns:a16="http://schemas.microsoft.com/office/drawing/2014/main" id="{693C2F31-DB38-42BA-8CA5-876C10E2FFBD}"/>
              </a:ext>
            </a:extLst>
          </p:cNvPr>
          <p:cNvSpPr txBox="1">
            <a:spLocks/>
          </p:cNvSpPr>
          <p:nvPr/>
        </p:nvSpPr>
        <p:spPr>
          <a:xfrm>
            <a:off x="7219169" y="1640796"/>
            <a:ext cx="2173708" cy="507432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900" b="1"/>
              <a:t>👍 Positionnement actuel et reconnaissance (10 pts) : </a:t>
            </a:r>
          </a:p>
          <a:p>
            <a:pPr>
              <a:buFont typeface="Wingdings" panose="05000000000000000000" pitchFamily="2" charset="2"/>
              <a:buChar char="q"/>
            </a:pPr>
            <a:r>
              <a:rPr lang="fr-FR" sz="900"/>
              <a:t>Se déclare comme un (futur) Community Booster</a:t>
            </a:r>
            <a:r>
              <a:rPr lang="fr-FR" sz="900" b="1"/>
              <a:t> …/1 </a:t>
            </a:r>
            <a:r>
              <a:rPr lang="fr-FR" sz="900"/>
              <a:t>
A démontré (à la Communauté) son intention de mener la Communauté ou une partie de ses activités</a:t>
            </a:r>
            <a:r>
              <a:rPr lang="fr-FR" sz="900" b="1"/>
              <a:t> …/2 </a:t>
            </a:r>
            <a:r>
              <a:rPr lang="fr-FR" sz="900"/>
              <a:t>
A officiellement un titre équivalent à Community Booster (avec pouvoir de décision et/ou des responsabilités associées) </a:t>
            </a:r>
            <a:r>
              <a:rPr lang="fr-FR" sz="900" b="1"/>
              <a:t>…/1 </a:t>
            </a:r>
            <a:r>
              <a:rPr lang="fr-FR" sz="900"/>
              <a:t>
Est reconnu(e) par la majorité de la communauté comme un booster communautaire ou booster local</a:t>
            </a:r>
            <a:r>
              <a:rPr lang="fr-FR" sz="900" b="1"/>
              <a:t> …/2 </a:t>
            </a:r>
            <a:r>
              <a:rPr lang="fr-FR" sz="900"/>
              <a:t>
Est reconnu(e) par les membres influents clés de la communauté comme booster de la communauté</a:t>
            </a:r>
            <a:r>
              <a:rPr lang="fr-FR" sz="900" b="1"/>
              <a:t> …/1 </a:t>
            </a:r>
            <a:r>
              <a:rPr lang="fr-FR" sz="900"/>
              <a:t>
Est reconnu à l’extérieur de la Communauté comme Booster</a:t>
            </a:r>
            <a:r>
              <a:rPr lang="fr-FR" sz="900" b="1"/>
              <a:t> …/1</a:t>
            </a:r>
            <a:r>
              <a:rPr lang="fr-FR" sz="900"/>
              <a:t>
La communauté a des attentes explicites envers lui / elle en tant que booster </a:t>
            </a:r>
            <a:r>
              <a:rPr lang="fr-FR" sz="900" b="1"/>
              <a:t>…/2</a:t>
            </a:r>
            <a:endParaRPr lang="fr-FR" sz="900"/>
          </a:p>
        </p:txBody>
      </p:sp>
      <p:sp>
        <p:nvSpPr>
          <p:cNvPr id="5" name="Espace réservé du contenu 2">
            <a:extLst>
              <a:ext uri="{FF2B5EF4-FFF2-40B4-BE49-F238E27FC236}">
                <a16:creationId xmlns:a16="http://schemas.microsoft.com/office/drawing/2014/main" id="{08B0A895-1094-4369-8B6A-0E67FE7DDB59}"/>
              </a:ext>
            </a:extLst>
          </p:cNvPr>
          <p:cNvSpPr txBox="1">
            <a:spLocks/>
          </p:cNvSpPr>
          <p:nvPr/>
        </p:nvSpPr>
        <p:spPr>
          <a:xfrm>
            <a:off x="9667385" y="1640796"/>
            <a:ext cx="2088000" cy="5074328"/>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900" b="1"/>
              <a:t>🎖️Réalisations (10 pts) : </a:t>
            </a:r>
          </a:p>
          <a:p>
            <a:pPr>
              <a:buFont typeface="Wingdings" panose="05000000000000000000" pitchFamily="2" charset="2"/>
              <a:buChar char="q"/>
            </a:pPr>
            <a:r>
              <a:rPr lang="fr-FR" sz="900"/>
              <a:t>A accompli suffisamment d’actions utiles pour les membres de la communauté </a:t>
            </a:r>
            <a:r>
              <a:rPr lang="fr-FR" sz="900" b="1"/>
              <a:t>…/4</a:t>
            </a:r>
            <a:r>
              <a:rPr lang="fr-FR" sz="900"/>
              <a:t>
A accompli suffisamment d’actions promotionnelles et externes en tant que représentant de la Communauté à l’extérieur de la Communauté</a:t>
            </a:r>
            <a:r>
              <a:rPr lang="fr-FR" sz="900" b="1"/>
              <a:t> …/2 </a:t>
            </a:r>
            <a:r>
              <a:rPr lang="fr-FR" sz="900"/>
              <a:t>
A accompli suffisamment d’actions utiles pour les principales parties prenantes ou les membres influents clés de la communauté</a:t>
            </a:r>
            <a:r>
              <a:rPr lang="fr-FR" sz="900" b="1"/>
              <a:t> …/3 </a:t>
            </a:r>
            <a:r>
              <a:rPr lang="fr-FR" sz="900"/>
              <a:t>
A accompli suffisamment d’actions valables pour lui-même / elle-même grâce à la Communauté (peut partager sur les avantages de la Communauté pour soi-même)</a:t>
            </a:r>
            <a:r>
              <a:rPr lang="fr-FR" sz="900" b="1"/>
              <a:t> …/1 </a:t>
            </a:r>
            <a:endParaRPr lang="fr-FR" sz="900"/>
          </a:p>
          <a:p>
            <a:pPr marL="0" indent="0">
              <a:buNone/>
            </a:pPr>
            <a:endParaRPr lang="fr-FR" sz="900"/>
          </a:p>
          <a:p>
            <a:endParaRPr lang="fr-FR" sz="900"/>
          </a:p>
        </p:txBody>
      </p:sp>
      <p:sp>
        <p:nvSpPr>
          <p:cNvPr id="6" name="Espace réservé du contenu 2">
            <a:extLst>
              <a:ext uri="{FF2B5EF4-FFF2-40B4-BE49-F238E27FC236}">
                <a16:creationId xmlns:a16="http://schemas.microsoft.com/office/drawing/2014/main" id="{02C5E63D-945C-416B-99CE-6F6495932217}"/>
              </a:ext>
            </a:extLst>
          </p:cNvPr>
          <p:cNvSpPr txBox="1">
            <a:spLocks/>
          </p:cNvSpPr>
          <p:nvPr/>
        </p:nvSpPr>
        <p:spPr>
          <a:xfrm>
            <a:off x="2494155" y="1640795"/>
            <a:ext cx="2088000" cy="5074329"/>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900" b="1"/>
              <a:t>⌛Ressources et capacités (10 pts) :</a:t>
            </a:r>
          </a:p>
          <a:p>
            <a:pPr>
              <a:buFont typeface="Wingdings" panose="05000000000000000000" pitchFamily="2" charset="2"/>
              <a:buChar char="q"/>
            </a:pPr>
            <a:r>
              <a:rPr lang="fr-FR" sz="900"/>
              <a:t>Dispose de suffisamment de moyens d’action (outils, matériel, locaux, …) pour être Community Booster </a:t>
            </a:r>
            <a:r>
              <a:rPr lang="fr-FR" sz="900" b="1"/>
              <a:t>…/2 </a:t>
            </a:r>
            <a:r>
              <a:rPr lang="fr-FR" sz="900"/>
              <a:t>
A suffisamment de disponibilité pour être Community Booster</a:t>
            </a:r>
            <a:r>
              <a:rPr lang="fr-FR" sz="900" b="1"/>
              <a:t> …/2 </a:t>
            </a:r>
            <a:r>
              <a:rPr lang="fr-FR" sz="900"/>
              <a:t>
Est autorisé à être un booster communautaire</a:t>
            </a:r>
            <a:r>
              <a:rPr lang="fr-FR" sz="900" b="1"/>
              <a:t> …/2 </a:t>
            </a:r>
            <a:r>
              <a:rPr lang="fr-FR" sz="900"/>
              <a:t>
A accès à des ressources (formation, contenu, ...) pour devenir Community Booster</a:t>
            </a:r>
            <a:r>
              <a:rPr lang="fr-FR" sz="900" b="1"/>
              <a:t> …/1 </a:t>
            </a:r>
            <a:r>
              <a:rPr lang="fr-FR" sz="900"/>
              <a:t>
A accès à des opportunités (événements, négociations, droits...) pour progresser en tant que Community Booster </a:t>
            </a:r>
            <a:r>
              <a:rPr lang="fr-FR" sz="900" b="1"/>
              <a:t>…/3 </a:t>
            </a:r>
            <a:endParaRPr lang="fr-FR" sz="900"/>
          </a:p>
          <a:p>
            <a:endParaRPr lang="fr-FR" sz="900"/>
          </a:p>
          <a:p>
            <a:endParaRPr lang="fr-FR" sz="900"/>
          </a:p>
          <a:p>
            <a:pPr marL="0" indent="0">
              <a:buNone/>
            </a:pPr>
            <a:endParaRPr lang="fr-FR" sz="900"/>
          </a:p>
          <a:p>
            <a:endParaRPr lang="fr-FR" sz="900"/>
          </a:p>
        </p:txBody>
      </p:sp>
      <p:sp>
        <p:nvSpPr>
          <p:cNvPr id="7" name="Espace réservé du contenu 2">
            <a:extLst>
              <a:ext uri="{FF2B5EF4-FFF2-40B4-BE49-F238E27FC236}">
                <a16:creationId xmlns:a16="http://schemas.microsoft.com/office/drawing/2014/main" id="{EFA160A8-44AE-41D0-BE55-E79DF99033EA}"/>
              </a:ext>
            </a:extLst>
          </p:cNvPr>
          <p:cNvSpPr txBox="1">
            <a:spLocks/>
          </p:cNvSpPr>
          <p:nvPr/>
        </p:nvSpPr>
        <p:spPr>
          <a:xfrm>
            <a:off x="131648" y="1640796"/>
            <a:ext cx="2088000" cy="5074328"/>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900" b="1"/>
              <a:t>🎯 Intention (10 pts) : </a:t>
            </a:r>
          </a:p>
          <a:p>
            <a:pPr>
              <a:buFont typeface="Wingdings" panose="05000000000000000000" pitchFamily="2" charset="2"/>
              <a:buChar char="q"/>
            </a:pPr>
            <a:r>
              <a:rPr lang="fr-FR" sz="900"/>
              <a:t>Aime la communauté </a:t>
            </a:r>
            <a:r>
              <a:rPr lang="fr-FR" sz="900" b="1"/>
              <a:t>…/2</a:t>
            </a:r>
            <a:r>
              <a:rPr lang="fr-FR" sz="900"/>
              <a:t>
A un intérêt dans le développement de la Communauté</a:t>
            </a:r>
            <a:r>
              <a:rPr lang="fr-FR" sz="900" b="1"/>
              <a:t> …/2 </a:t>
            </a:r>
            <a:r>
              <a:rPr lang="fr-FR" sz="900"/>
              <a:t>
Aime l’activité de développement communautaire </a:t>
            </a:r>
            <a:r>
              <a:rPr lang="fr-FR" sz="900" b="1"/>
              <a:t>…/2 </a:t>
            </a:r>
            <a:r>
              <a:rPr lang="fr-FR" sz="900"/>
              <a:t>
A son propre point de vue sur la manière dont la Communauté devrait évoluer</a:t>
            </a:r>
            <a:r>
              <a:rPr lang="fr-FR" sz="900" b="1"/>
              <a:t> …/1 </a:t>
            </a:r>
            <a:r>
              <a:rPr lang="fr-FR" sz="900"/>
              <a:t>
A l’intention de se développer (compétences, sagesse, leadership...) grâce au renforcement de la communauté</a:t>
            </a:r>
            <a:r>
              <a:rPr lang="fr-FR" sz="900" b="1"/>
              <a:t> …/1 </a:t>
            </a:r>
            <a:r>
              <a:rPr lang="fr-FR" sz="900"/>
              <a:t>
Laisse une place dans son agenda aux activités communautaires</a:t>
            </a:r>
            <a:r>
              <a:rPr lang="fr-FR" sz="900" b="1"/>
              <a:t> …/1 </a:t>
            </a:r>
            <a:r>
              <a:rPr lang="fr-FR" sz="900"/>
              <a:t>
Est un demandeur actif de ressources à des fins communautaires</a:t>
            </a:r>
            <a:r>
              <a:rPr lang="fr-FR" sz="900" b="1"/>
              <a:t> …/1</a:t>
            </a:r>
            <a:endParaRPr lang="fr-FR" sz="900"/>
          </a:p>
          <a:p>
            <a:endParaRPr lang="fr-FR" sz="900"/>
          </a:p>
          <a:p>
            <a:pPr marL="0" indent="0">
              <a:buNone/>
            </a:pPr>
            <a:r>
              <a:rPr lang="fr-FR" sz="900"/>
              <a:t> </a:t>
            </a:r>
          </a:p>
        </p:txBody>
      </p:sp>
    </p:spTree>
    <p:extLst>
      <p:ext uri="{BB962C8B-B14F-4D97-AF65-F5344CB8AC3E}">
        <p14:creationId xmlns:p14="http://schemas.microsoft.com/office/powerpoint/2010/main" val="1400722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69208-2FC6-71D2-066B-4609838E9C56}"/>
              </a:ext>
            </a:extLst>
          </p:cNvPr>
          <p:cNvSpPr>
            <a:spLocks noGrp="1"/>
          </p:cNvSpPr>
          <p:nvPr>
            <p:ph type="title"/>
          </p:nvPr>
        </p:nvSpPr>
        <p:spPr>
          <a:xfrm>
            <a:off x="1086385" y="548640"/>
            <a:ext cx="10168128" cy="1179576"/>
          </a:xfrm>
        </p:spPr>
        <p:txBody>
          <a:bodyPr>
            <a:normAutofit fontScale="90000"/>
          </a:bodyPr>
          <a:lstStyle/>
          <a:p>
            <a:r>
              <a:rPr lang="fr-FR" sz="4000" dirty="0"/>
              <a:t>Listes d’évaluation des Community Boosters</a:t>
            </a:r>
            <a:br>
              <a:rPr lang="fr-FR" dirty="0"/>
            </a:br>
            <a:r>
              <a:rPr lang="fr-FR" dirty="0"/>
              <a:t>Conseils d’évaluation</a:t>
            </a:r>
            <a:endParaRPr lang="en-US" dirty="0"/>
          </a:p>
        </p:txBody>
      </p:sp>
      <p:sp>
        <p:nvSpPr>
          <p:cNvPr id="3" name="Espace réservé du contenu 2">
            <a:extLst>
              <a:ext uri="{FF2B5EF4-FFF2-40B4-BE49-F238E27FC236}">
                <a16:creationId xmlns:a16="http://schemas.microsoft.com/office/drawing/2014/main" id="{A8B46B10-BA20-EE7F-1831-CA14DE04D353}"/>
              </a:ext>
            </a:extLst>
          </p:cNvPr>
          <p:cNvSpPr>
            <a:spLocks noGrp="1"/>
          </p:cNvSpPr>
          <p:nvPr>
            <p:ph idx="1"/>
          </p:nvPr>
        </p:nvSpPr>
        <p:spPr>
          <a:xfrm>
            <a:off x="2762655" y="2478024"/>
            <a:ext cx="8491858" cy="3694176"/>
          </a:xfrm>
        </p:spPr>
        <p:txBody>
          <a:bodyPr>
            <a:normAutofit fontScale="92500" lnSpcReduction="20000"/>
          </a:bodyPr>
          <a:lstStyle/>
          <a:p>
            <a:r>
              <a:rPr lang="fr-FR" sz="1800" dirty="0"/>
              <a:t>Tous les mots peuvent avoir de multiples interprétations, assurez-vous de partager sur ce que tout le monde comprend derrière un critère donné, surtout en cas de désaccord de score.
N’hésitez pas à supprimer les lignes que vous ne comprenez pas ou que vous jugez inutiles dans votre contexte (par exemple, s’il n’y a pas d’utilité pour la génération de contenu dans votre communauté, supprimez la ligne « Compétences de génération de contenu »)
Modifiez le nombre de points si nécessaire, ou si vous considérez un critère donné plus important ou moins important que dans la feuille par défaut
Ajoutez des lignes et des critères que vous jugez pertinents pour votre situation.
Un format d’évaluation recommandé est donné ci-dessous. Ce sont des recommandations, pas des chemins obligatoires.</a:t>
            </a:r>
            <a:endParaRPr lang="en-US" sz="1800" dirty="0"/>
          </a:p>
        </p:txBody>
      </p:sp>
    </p:spTree>
    <p:extLst>
      <p:ext uri="{BB962C8B-B14F-4D97-AF65-F5344CB8AC3E}">
        <p14:creationId xmlns:p14="http://schemas.microsoft.com/office/powerpoint/2010/main" val="2999778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rmAutofit fontScale="90000"/>
          </a:bodyPr>
          <a:lstStyle/>
          <a:p>
            <a:r>
              <a:rPr lang="fr-FR" sz="4000" dirty="0"/>
              <a:t>Listes d’évaluation des Community Boosters</a:t>
            </a:r>
            <a:br>
              <a:rPr lang="fr-FR" dirty="0"/>
            </a:br>
            <a:r>
              <a:rPr lang="fr-FR" dirty="0"/>
              <a:t>Format d’évaluation recommandé</a:t>
            </a:r>
            <a:endParaRPr lang="en-US" dirty="0"/>
          </a:p>
        </p:txBody>
      </p:sp>
      <p:pic>
        <p:nvPicPr>
          <p:cNvPr id="11" name="Graphique 10" descr="Liste contour">
            <a:extLst>
              <a:ext uri="{FF2B5EF4-FFF2-40B4-BE49-F238E27FC236}">
                <a16:creationId xmlns:a16="http://schemas.microsoft.com/office/drawing/2014/main" id="{8D0313AE-7A2F-4357-8117-429DFDC80B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77832" y="2450279"/>
            <a:ext cx="914400" cy="914400"/>
          </a:xfrm>
          <a:prstGeom prst="rect">
            <a:avLst/>
          </a:prstGeom>
        </p:spPr>
      </p:pic>
      <p:sp>
        <p:nvSpPr>
          <p:cNvPr id="12" name="Espace réservé du contenu 2">
            <a:extLst>
              <a:ext uri="{FF2B5EF4-FFF2-40B4-BE49-F238E27FC236}">
                <a16:creationId xmlns:a16="http://schemas.microsoft.com/office/drawing/2014/main" id="{69C1FEB8-BD67-4BBA-96F5-9602924F0017}"/>
              </a:ext>
            </a:extLst>
          </p:cNvPr>
          <p:cNvSpPr txBox="1">
            <a:spLocks/>
          </p:cNvSpPr>
          <p:nvPr/>
        </p:nvSpPr>
        <p:spPr>
          <a:xfrm>
            <a:off x="6399694" y="3281735"/>
            <a:ext cx="1575689" cy="65098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dirty="0"/>
              <a:t>Formulaires ou questions aux membres de la communauté
</a:t>
            </a:r>
            <a:endParaRPr lang="en-US" sz="1200" dirty="0"/>
          </a:p>
        </p:txBody>
      </p:sp>
      <p:sp>
        <p:nvSpPr>
          <p:cNvPr id="15" name="Espace réservé du contenu 2">
            <a:extLst>
              <a:ext uri="{FF2B5EF4-FFF2-40B4-BE49-F238E27FC236}">
                <a16:creationId xmlns:a16="http://schemas.microsoft.com/office/drawing/2014/main" id="{6717AC66-0B3F-45AF-9ECD-9AC645E6D112}"/>
              </a:ext>
            </a:extLst>
          </p:cNvPr>
          <p:cNvSpPr txBox="1">
            <a:spLocks/>
          </p:cNvSpPr>
          <p:nvPr/>
        </p:nvSpPr>
        <p:spPr>
          <a:xfrm>
            <a:off x="1115568" y="4289817"/>
            <a:ext cx="1417572" cy="722279"/>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Auto-</a:t>
            </a:r>
            <a:r>
              <a:rPr lang="en-US" sz="1200" dirty="0" err="1"/>
              <a:t>évaluation</a:t>
            </a:r>
            <a:r>
              <a:rPr lang="en-US" sz="1200" dirty="0"/>
              <a:t> de Community Booster
</a:t>
            </a:r>
          </a:p>
        </p:txBody>
      </p:sp>
      <p:sp>
        <p:nvSpPr>
          <p:cNvPr id="25" name="Espace réservé du contenu 2">
            <a:extLst>
              <a:ext uri="{FF2B5EF4-FFF2-40B4-BE49-F238E27FC236}">
                <a16:creationId xmlns:a16="http://schemas.microsoft.com/office/drawing/2014/main" id="{B0A90E9B-64DA-4D1A-AADF-913DDF946A22}"/>
              </a:ext>
            </a:extLst>
          </p:cNvPr>
          <p:cNvSpPr txBox="1">
            <a:spLocks/>
          </p:cNvSpPr>
          <p:nvPr/>
        </p:nvSpPr>
        <p:spPr>
          <a:xfrm>
            <a:off x="3752265" y="3631158"/>
            <a:ext cx="1704232" cy="1087147"/>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dirty="0"/>
              <a:t>Évaluation par un tiers (pair, gestionnaire, membre clé de la communauté...)
</a:t>
            </a:r>
            <a:endParaRPr lang="en-US" sz="1200" dirty="0"/>
          </a:p>
        </p:txBody>
      </p:sp>
      <p:grpSp>
        <p:nvGrpSpPr>
          <p:cNvPr id="30" name="Groupe 29">
            <a:extLst>
              <a:ext uri="{FF2B5EF4-FFF2-40B4-BE49-F238E27FC236}">
                <a16:creationId xmlns:a16="http://schemas.microsoft.com/office/drawing/2014/main" id="{FDAD9A47-48A3-4D1E-9F01-0460E516B11F}"/>
              </a:ext>
            </a:extLst>
          </p:cNvPr>
          <p:cNvGrpSpPr/>
          <p:nvPr/>
        </p:nvGrpSpPr>
        <p:grpSpPr>
          <a:xfrm>
            <a:off x="4066859" y="2608906"/>
            <a:ext cx="1241010" cy="1022250"/>
            <a:chOff x="3127825" y="2183073"/>
            <a:chExt cx="1627943" cy="1340977"/>
          </a:xfrm>
        </p:grpSpPr>
        <p:pic>
          <p:nvPicPr>
            <p:cNvPr id="22" name="Graphique 21" descr="Employée de bureau avec un remplissage uni">
              <a:extLst>
                <a:ext uri="{FF2B5EF4-FFF2-40B4-BE49-F238E27FC236}">
                  <a16:creationId xmlns:a16="http://schemas.microsoft.com/office/drawing/2014/main" id="{4737B812-91BF-4E9A-8D20-F42E6FE5BC3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0688" y="2588970"/>
              <a:ext cx="935080" cy="935080"/>
            </a:xfrm>
            <a:prstGeom prst="rect">
              <a:avLst/>
            </a:prstGeom>
          </p:spPr>
        </p:pic>
        <p:pic>
          <p:nvPicPr>
            <p:cNvPr id="24" name="Graphique 23" descr="Employé de bureau avec un remplissage uni">
              <a:extLst>
                <a:ext uri="{FF2B5EF4-FFF2-40B4-BE49-F238E27FC236}">
                  <a16:creationId xmlns:a16="http://schemas.microsoft.com/office/drawing/2014/main" id="{BB94E39D-F16A-45E7-B5D3-8A62132C379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27825" y="2599310"/>
              <a:ext cx="914400" cy="914400"/>
            </a:xfrm>
            <a:prstGeom prst="rect">
              <a:avLst/>
            </a:prstGeom>
          </p:spPr>
        </p:pic>
        <p:pic>
          <p:nvPicPr>
            <p:cNvPr id="26" name="Graphique 25" descr="Signe pouce en haut avec un remplissage uni">
              <a:extLst>
                <a:ext uri="{FF2B5EF4-FFF2-40B4-BE49-F238E27FC236}">
                  <a16:creationId xmlns:a16="http://schemas.microsoft.com/office/drawing/2014/main" id="{0B69353A-3182-4215-ADBF-AC9D2E7867C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585025" y="2183073"/>
              <a:ext cx="303546" cy="303546"/>
            </a:xfrm>
            <a:prstGeom prst="rect">
              <a:avLst/>
            </a:prstGeom>
          </p:spPr>
        </p:pic>
        <p:sp>
          <p:nvSpPr>
            <p:cNvPr id="27" name="Bulle narrative : ronde 26">
              <a:extLst>
                <a:ext uri="{FF2B5EF4-FFF2-40B4-BE49-F238E27FC236}">
                  <a16:creationId xmlns:a16="http://schemas.microsoft.com/office/drawing/2014/main" id="{4974A57E-ECA2-49AD-B9B8-F7FECC228BF3}"/>
                </a:ext>
              </a:extLst>
            </p:cNvPr>
            <p:cNvSpPr/>
            <p:nvPr/>
          </p:nvSpPr>
          <p:spPr>
            <a:xfrm>
              <a:off x="3311044" y="2201240"/>
              <a:ext cx="851508" cy="303546"/>
            </a:xfrm>
            <a:prstGeom prst="wedgeEllipseCallout">
              <a:avLst>
                <a:gd name="adj1" fmla="val -12779"/>
                <a:gd name="adj2" fmla="val 13027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e 30">
            <a:extLst>
              <a:ext uri="{FF2B5EF4-FFF2-40B4-BE49-F238E27FC236}">
                <a16:creationId xmlns:a16="http://schemas.microsoft.com/office/drawing/2014/main" id="{0E194825-49DC-4E6C-825C-09581531236D}"/>
              </a:ext>
            </a:extLst>
          </p:cNvPr>
          <p:cNvGrpSpPr/>
          <p:nvPr/>
        </p:nvGrpSpPr>
        <p:grpSpPr>
          <a:xfrm>
            <a:off x="1115568" y="3135379"/>
            <a:ext cx="1403852" cy="1116516"/>
            <a:chOff x="354463" y="2121441"/>
            <a:chExt cx="1716323" cy="1365030"/>
          </a:xfrm>
        </p:grpSpPr>
        <p:pic>
          <p:nvPicPr>
            <p:cNvPr id="14" name="Graphique 13" descr="Employée de bureau avec un remplissage uni">
              <a:extLst>
                <a:ext uri="{FF2B5EF4-FFF2-40B4-BE49-F238E27FC236}">
                  <a16:creationId xmlns:a16="http://schemas.microsoft.com/office/drawing/2014/main" id="{D58F0F45-D719-49E2-991D-4EE922C594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4463" y="2497737"/>
              <a:ext cx="935080" cy="935080"/>
            </a:xfrm>
            <a:prstGeom prst="rect">
              <a:avLst/>
            </a:prstGeom>
          </p:spPr>
        </p:pic>
        <p:grpSp>
          <p:nvGrpSpPr>
            <p:cNvPr id="21" name="Groupe 20">
              <a:extLst>
                <a:ext uri="{FF2B5EF4-FFF2-40B4-BE49-F238E27FC236}">
                  <a16:creationId xmlns:a16="http://schemas.microsoft.com/office/drawing/2014/main" id="{2CF36F2B-4BA2-467D-9A34-7E9D936B98E7}"/>
                </a:ext>
              </a:extLst>
            </p:cNvPr>
            <p:cNvGrpSpPr/>
            <p:nvPr/>
          </p:nvGrpSpPr>
          <p:grpSpPr>
            <a:xfrm>
              <a:off x="1219278" y="2429808"/>
              <a:ext cx="851508" cy="1056663"/>
              <a:chOff x="1258281" y="2409825"/>
              <a:chExt cx="851508" cy="1056663"/>
            </a:xfrm>
          </p:grpSpPr>
          <p:pic>
            <p:nvPicPr>
              <p:cNvPr id="18" name="Graphique 17" descr="Employée de bureau avec un remplissage uni">
                <a:extLst>
                  <a:ext uri="{FF2B5EF4-FFF2-40B4-BE49-F238E27FC236}">
                    <a16:creationId xmlns:a16="http://schemas.microsoft.com/office/drawing/2014/main" id="{539ACF13-994C-4880-9A8D-DFF9BE8303A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128" t="4517" r="14396" b="9066"/>
              <a:stretch/>
            </p:blipFill>
            <p:spPr>
              <a:xfrm flipH="1">
                <a:off x="1377061" y="2518417"/>
                <a:ext cx="610322" cy="790202"/>
              </a:xfrm>
              <a:prstGeom prst="rect">
                <a:avLst/>
              </a:prstGeom>
            </p:spPr>
          </p:pic>
          <p:sp>
            <p:nvSpPr>
              <p:cNvPr id="19" name="Rectangle : coins arrondis 18">
                <a:extLst>
                  <a:ext uri="{FF2B5EF4-FFF2-40B4-BE49-F238E27FC236}">
                    <a16:creationId xmlns:a16="http://schemas.microsoft.com/office/drawing/2014/main" id="{8094FF82-2628-4FE1-A9F2-1BDD6748AB61}"/>
                  </a:ext>
                </a:extLst>
              </p:cNvPr>
              <p:cNvSpPr/>
              <p:nvPr/>
            </p:nvSpPr>
            <p:spPr>
              <a:xfrm>
                <a:off x="1315534" y="2477112"/>
                <a:ext cx="738632" cy="927567"/>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 coins arrondis 19">
                <a:extLst>
                  <a:ext uri="{FF2B5EF4-FFF2-40B4-BE49-F238E27FC236}">
                    <a16:creationId xmlns:a16="http://schemas.microsoft.com/office/drawing/2014/main" id="{39874FA2-AC77-4775-8567-9F1FAFE10F3A}"/>
                  </a:ext>
                </a:extLst>
              </p:cNvPr>
              <p:cNvSpPr/>
              <p:nvPr/>
            </p:nvSpPr>
            <p:spPr>
              <a:xfrm>
                <a:off x="1258281" y="2409825"/>
                <a:ext cx="851508" cy="10566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Bulle narrative : ronde 27">
              <a:extLst>
                <a:ext uri="{FF2B5EF4-FFF2-40B4-BE49-F238E27FC236}">
                  <a16:creationId xmlns:a16="http://schemas.microsoft.com/office/drawing/2014/main" id="{B89D5690-1B73-4B38-B016-5C4BB2A4C193}"/>
                </a:ext>
              </a:extLst>
            </p:cNvPr>
            <p:cNvSpPr/>
            <p:nvPr/>
          </p:nvSpPr>
          <p:spPr>
            <a:xfrm>
              <a:off x="689814" y="2126262"/>
              <a:ext cx="851508" cy="303546"/>
            </a:xfrm>
            <a:prstGeom prst="wedgeEllipseCallout">
              <a:avLst>
                <a:gd name="adj1" fmla="val -12779"/>
                <a:gd name="adj2" fmla="val 13027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que 28" descr="Signe pouce en haut avec un remplissage uni">
              <a:extLst>
                <a:ext uri="{FF2B5EF4-FFF2-40B4-BE49-F238E27FC236}">
                  <a16:creationId xmlns:a16="http://schemas.microsoft.com/office/drawing/2014/main" id="{7EA548E2-1200-4BD7-A81E-880700C7BD2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9695" y="2121441"/>
              <a:ext cx="303546" cy="303546"/>
            </a:xfrm>
            <a:prstGeom prst="rect">
              <a:avLst/>
            </a:prstGeom>
          </p:spPr>
        </p:pic>
      </p:grpSp>
      <p:pic>
        <p:nvPicPr>
          <p:cNvPr id="33" name="Graphique 32" descr="Groupe de personnes avec un remplissage uni">
            <a:extLst>
              <a:ext uri="{FF2B5EF4-FFF2-40B4-BE49-F238E27FC236}">
                <a16:creationId xmlns:a16="http://schemas.microsoft.com/office/drawing/2014/main" id="{EF0D2B5F-CFD8-4982-B9EE-5DC19F7190B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292232" y="2769005"/>
            <a:ext cx="497029" cy="497029"/>
          </a:xfrm>
          <a:prstGeom prst="rect">
            <a:avLst/>
          </a:prstGeom>
        </p:spPr>
      </p:pic>
      <p:pic>
        <p:nvPicPr>
          <p:cNvPr id="34" name="Graphique 33" descr="Groupe de personnes avec un remplissage uni">
            <a:extLst>
              <a:ext uri="{FF2B5EF4-FFF2-40B4-BE49-F238E27FC236}">
                <a16:creationId xmlns:a16="http://schemas.microsoft.com/office/drawing/2014/main" id="{18CA1DA9-ED5A-4771-9DC4-5B030C5DC30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34132" y="2022797"/>
            <a:ext cx="727672" cy="727672"/>
          </a:xfrm>
          <a:prstGeom prst="rect">
            <a:avLst/>
          </a:prstGeom>
        </p:spPr>
      </p:pic>
      <p:pic>
        <p:nvPicPr>
          <p:cNvPr id="36" name="Graphique 35" descr="Compteur bas avec un remplissage uni">
            <a:extLst>
              <a:ext uri="{FF2B5EF4-FFF2-40B4-BE49-F238E27FC236}">
                <a16:creationId xmlns:a16="http://schemas.microsoft.com/office/drawing/2014/main" id="{E94047C1-3188-480F-8213-AF621ECABD8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94850" y="1892618"/>
            <a:ext cx="727672" cy="727672"/>
          </a:xfrm>
          <a:prstGeom prst="rect">
            <a:avLst/>
          </a:prstGeom>
        </p:spPr>
      </p:pic>
      <p:sp>
        <p:nvSpPr>
          <p:cNvPr id="37" name="Espace réservé du contenu 2">
            <a:extLst>
              <a:ext uri="{FF2B5EF4-FFF2-40B4-BE49-F238E27FC236}">
                <a16:creationId xmlns:a16="http://schemas.microsoft.com/office/drawing/2014/main" id="{9D71B2BA-74E8-44C1-9335-F9DEBC8B0815}"/>
              </a:ext>
            </a:extLst>
          </p:cNvPr>
          <p:cNvSpPr txBox="1">
            <a:spLocks/>
          </p:cNvSpPr>
          <p:nvPr/>
        </p:nvSpPr>
        <p:spPr>
          <a:xfrm>
            <a:off x="8889783" y="2695145"/>
            <a:ext cx="1816317" cy="65098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dirty="0"/>
              <a:t>Données de la communauté et métriques de la communauté
</a:t>
            </a:r>
            <a:endParaRPr lang="en-US" sz="1200" dirty="0"/>
          </a:p>
        </p:txBody>
      </p:sp>
      <p:sp>
        <p:nvSpPr>
          <p:cNvPr id="38" name="Flèche : droite 37">
            <a:extLst>
              <a:ext uri="{FF2B5EF4-FFF2-40B4-BE49-F238E27FC236}">
                <a16:creationId xmlns:a16="http://schemas.microsoft.com/office/drawing/2014/main" id="{4341E3D4-8457-4876-8344-54B812D77A32}"/>
              </a:ext>
            </a:extLst>
          </p:cNvPr>
          <p:cNvSpPr/>
          <p:nvPr/>
        </p:nvSpPr>
        <p:spPr>
          <a:xfrm rot="21048134">
            <a:off x="1185725" y="4288370"/>
            <a:ext cx="9305771" cy="40758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Difficulty &amp; cost of assessment</a:t>
            </a:r>
          </a:p>
        </p:txBody>
      </p:sp>
      <p:sp>
        <p:nvSpPr>
          <p:cNvPr id="39" name="Espace réservé du contenu 2">
            <a:extLst>
              <a:ext uri="{FF2B5EF4-FFF2-40B4-BE49-F238E27FC236}">
                <a16:creationId xmlns:a16="http://schemas.microsoft.com/office/drawing/2014/main" id="{3E343651-AF79-4EFD-BC32-CA664FCFF3C2}"/>
              </a:ext>
            </a:extLst>
          </p:cNvPr>
          <p:cNvSpPr>
            <a:spLocks noGrp="1"/>
          </p:cNvSpPr>
          <p:nvPr>
            <p:ph idx="1"/>
          </p:nvPr>
        </p:nvSpPr>
        <p:spPr>
          <a:xfrm>
            <a:off x="1115568" y="5385820"/>
            <a:ext cx="6859815" cy="252000"/>
          </a:xfrm>
          <a:solidFill>
            <a:schemeClr val="bg1">
              <a:lumMod val="95000"/>
            </a:schemeClr>
          </a:solidFill>
        </p:spPr>
        <p:txBody>
          <a:bodyPr>
            <a:noAutofit/>
          </a:bodyPr>
          <a:lstStyle/>
          <a:p>
            <a:pPr marL="0" indent="0" algn="ctr">
              <a:buNone/>
            </a:pPr>
            <a:r>
              <a:rPr lang="en-US" sz="1000" b="1"/>
              <a:t>🔥Skills</a:t>
            </a:r>
            <a:endParaRPr lang="en-US" sz="1000"/>
          </a:p>
        </p:txBody>
      </p:sp>
      <p:sp>
        <p:nvSpPr>
          <p:cNvPr id="40" name="Espace réservé du contenu 2">
            <a:extLst>
              <a:ext uri="{FF2B5EF4-FFF2-40B4-BE49-F238E27FC236}">
                <a16:creationId xmlns:a16="http://schemas.microsoft.com/office/drawing/2014/main" id="{551931D4-4081-4421-ADD5-556D7BB9375A}"/>
              </a:ext>
            </a:extLst>
          </p:cNvPr>
          <p:cNvSpPr txBox="1">
            <a:spLocks/>
          </p:cNvSpPr>
          <p:nvPr/>
        </p:nvSpPr>
        <p:spPr>
          <a:xfrm>
            <a:off x="3556931" y="5047002"/>
            <a:ext cx="7059440" cy="25200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a:t>👍 Current positioning &amp; recognition</a:t>
            </a:r>
            <a:endParaRPr lang="en-US" sz="1000"/>
          </a:p>
          <a:p>
            <a:pPr marL="0" indent="0">
              <a:buNone/>
            </a:pPr>
            <a:r>
              <a:rPr lang="en-US" sz="1000"/>
              <a:t> </a:t>
            </a:r>
          </a:p>
        </p:txBody>
      </p:sp>
      <p:sp>
        <p:nvSpPr>
          <p:cNvPr id="41" name="Espace réservé du contenu 2">
            <a:extLst>
              <a:ext uri="{FF2B5EF4-FFF2-40B4-BE49-F238E27FC236}">
                <a16:creationId xmlns:a16="http://schemas.microsoft.com/office/drawing/2014/main" id="{63B00CC9-3B90-4DC9-8C21-B47CC067C559}"/>
              </a:ext>
            </a:extLst>
          </p:cNvPr>
          <p:cNvSpPr txBox="1">
            <a:spLocks/>
          </p:cNvSpPr>
          <p:nvPr/>
        </p:nvSpPr>
        <p:spPr>
          <a:xfrm>
            <a:off x="6675622" y="4708184"/>
            <a:ext cx="3940749" cy="252000"/>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t>🎖️Achievements</a:t>
            </a:r>
          </a:p>
        </p:txBody>
      </p:sp>
      <p:sp>
        <p:nvSpPr>
          <p:cNvPr id="42" name="Espace réservé du contenu 2">
            <a:extLst>
              <a:ext uri="{FF2B5EF4-FFF2-40B4-BE49-F238E27FC236}">
                <a16:creationId xmlns:a16="http://schemas.microsoft.com/office/drawing/2014/main" id="{A7E1F4DF-CEBF-4012-BFA7-A35F2FE58D10}"/>
              </a:ext>
            </a:extLst>
          </p:cNvPr>
          <p:cNvSpPr txBox="1">
            <a:spLocks/>
          </p:cNvSpPr>
          <p:nvPr/>
        </p:nvSpPr>
        <p:spPr>
          <a:xfrm>
            <a:off x="1115568" y="5724638"/>
            <a:ext cx="4340929" cy="25200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b="1"/>
              <a:t>⌛Resources and capacity</a:t>
            </a:r>
            <a:endParaRPr lang="en-US" sz="1000"/>
          </a:p>
        </p:txBody>
      </p:sp>
      <p:sp>
        <p:nvSpPr>
          <p:cNvPr id="43" name="Espace réservé du contenu 2">
            <a:extLst>
              <a:ext uri="{FF2B5EF4-FFF2-40B4-BE49-F238E27FC236}">
                <a16:creationId xmlns:a16="http://schemas.microsoft.com/office/drawing/2014/main" id="{1E863954-DEE3-47A7-A2D9-CCD6C9F83D55}"/>
              </a:ext>
            </a:extLst>
          </p:cNvPr>
          <p:cNvSpPr txBox="1">
            <a:spLocks/>
          </p:cNvSpPr>
          <p:nvPr/>
        </p:nvSpPr>
        <p:spPr>
          <a:xfrm>
            <a:off x="1119505" y="6063457"/>
            <a:ext cx="1413635" cy="25200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a:t>🎯 Intention </a:t>
            </a:r>
            <a:endParaRPr lang="en-US" sz="1000"/>
          </a:p>
          <a:p>
            <a:pPr marL="0" indent="0">
              <a:buNone/>
            </a:pPr>
            <a:r>
              <a:rPr lang="en-US" sz="1000"/>
              <a:t> </a:t>
            </a:r>
          </a:p>
        </p:txBody>
      </p:sp>
    </p:spTree>
    <p:extLst>
      <p:ext uri="{BB962C8B-B14F-4D97-AF65-F5344CB8AC3E}">
        <p14:creationId xmlns:p14="http://schemas.microsoft.com/office/powerpoint/2010/main" val="1325807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rmAutofit fontScale="90000"/>
          </a:bodyPr>
          <a:lstStyle/>
          <a:p>
            <a:r>
              <a:rPr lang="fr-FR" sz="4000" dirty="0"/>
              <a:t>Listes d’évaluation des Community Boosters</a:t>
            </a:r>
            <a:br>
              <a:rPr lang="fr-FR" sz="4000" dirty="0"/>
            </a:br>
            <a:r>
              <a:rPr lang="fr-FR" sz="4000" dirty="0"/>
              <a:t>Exemple de résultat</a:t>
            </a:r>
            <a:endParaRPr lang="en-US" dirty="0"/>
          </a:p>
        </p:txBody>
      </p:sp>
      <p:sp>
        <p:nvSpPr>
          <p:cNvPr id="3" name="Espace réservé du contenu 2">
            <a:extLst>
              <a:ext uri="{FF2B5EF4-FFF2-40B4-BE49-F238E27FC236}">
                <a16:creationId xmlns:a16="http://schemas.microsoft.com/office/drawing/2014/main" id="{AE341C54-753C-4163-9596-11AD5932A820}"/>
              </a:ext>
            </a:extLst>
          </p:cNvPr>
          <p:cNvSpPr>
            <a:spLocks noGrp="1"/>
          </p:cNvSpPr>
          <p:nvPr>
            <p:ph idx="1"/>
          </p:nvPr>
        </p:nvSpPr>
        <p:spPr>
          <a:xfrm>
            <a:off x="3421538" y="2073943"/>
            <a:ext cx="1523323" cy="4673086"/>
          </a:xfrm>
          <a:solidFill>
            <a:schemeClr val="bg1">
              <a:lumMod val="95000"/>
            </a:schemeClr>
          </a:solidFill>
        </p:spPr>
        <p:txBody>
          <a:bodyPr>
            <a:noAutofit/>
          </a:bodyPr>
          <a:lstStyle/>
          <a:p>
            <a:pPr marL="0" indent="0" algn="ctr">
              <a:buNone/>
            </a:pPr>
            <a:r>
              <a:rPr lang="en-US" sz="700" b="1" dirty="0"/>
              <a:t>🔥Skills (10 pts) : </a:t>
            </a:r>
          </a:p>
          <a:p>
            <a:pPr>
              <a:buFont typeface="Wingdings" panose="05000000000000000000" pitchFamily="2" charset="2"/>
              <a:buChar char="q"/>
            </a:pPr>
            <a:r>
              <a:rPr lang="en-US" sz="700" dirty="0"/>
              <a:t>(2) Member centric Skills (Caring, follow-up progression, bonding, Sense of belonging, Links &amp; Ties, conflict management, leadership)</a:t>
            </a:r>
          </a:p>
          <a:p>
            <a:pPr>
              <a:buFont typeface="Wingdings" panose="05000000000000000000" pitchFamily="2" charset="2"/>
              <a:buChar char="q"/>
            </a:pPr>
            <a:r>
              <a:rPr lang="en-US" sz="700" dirty="0"/>
              <a:t>(2) Partner centric skills : External Sponsors, stakeholders, peer skills (negotiation, diplomacy, …)</a:t>
            </a:r>
          </a:p>
          <a:p>
            <a:pPr>
              <a:buFont typeface="Wingdings" panose="05000000000000000000" pitchFamily="2" charset="2"/>
              <a:buChar char="q"/>
            </a:pPr>
            <a:r>
              <a:rPr lang="en-US" sz="700" dirty="0"/>
              <a:t>(1) Skills related to Community Topic (specific expertise, …)</a:t>
            </a:r>
          </a:p>
          <a:p>
            <a:pPr>
              <a:buFont typeface="Wingdings" panose="05000000000000000000" pitchFamily="2" charset="2"/>
              <a:buChar char="q"/>
            </a:pPr>
            <a:r>
              <a:rPr lang="en-US" sz="700" dirty="0"/>
              <a:t>(1) Moment centric skills (Events management, One-to-one management)</a:t>
            </a:r>
          </a:p>
          <a:p>
            <a:pPr>
              <a:buFont typeface="Wingdings" panose="05000000000000000000" pitchFamily="2" charset="2"/>
              <a:buChar char="q"/>
            </a:pPr>
            <a:r>
              <a:rPr lang="en-US" sz="700" dirty="0"/>
              <a:t>(1) Content Generation skills</a:t>
            </a:r>
          </a:p>
          <a:p>
            <a:pPr>
              <a:buFont typeface="Wingdings" panose="05000000000000000000" pitchFamily="2" charset="2"/>
              <a:buChar char="q"/>
            </a:pPr>
            <a:r>
              <a:rPr lang="en-US" sz="700" dirty="0"/>
              <a:t>(1) Community Structuring (setting up tools, organizing groups, set up rules…)</a:t>
            </a:r>
          </a:p>
          <a:p>
            <a:pPr>
              <a:buFont typeface="Wingdings" panose="05000000000000000000" pitchFamily="2" charset="2"/>
              <a:buChar char="q"/>
            </a:pPr>
            <a:r>
              <a:rPr lang="en-US" sz="700" dirty="0"/>
              <a:t>(2) Community frameworks : Community Canvas, Community Engagement Framework, #OpenSeriousCommunity, #OSG workshops</a:t>
            </a:r>
          </a:p>
        </p:txBody>
      </p:sp>
      <p:sp>
        <p:nvSpPr>
          <p:cNvPr id="4" name="Espace réservé du contenu 2">
            <a:extLst>
              <a:ext uri="{FF2B5EF4-FFF2-40B4-BE49-F238E27FC236}">
                <a16:creationId xmlns:a16="http://schemas.microsoft.com/office/drawing/2014/main" id="{693C2F31-DB38-42BA-8CA5-876C10E2FFBD}"/>
              </a:ext>
            </a:extLst>
          </p:cNvPr>
          <p:cNvSpPr txBox="1">
            <a:spLocks/>
          </p:cNvSpPr>
          <p:nvPr/>
        </p:nvSpPr>
        <p:spPr>
          <a:xfrm>
            <a:off x="5043759" y="2073943"/>
            <a:ext cx="1585852" cy="4673086"/>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700" b="1" dirty="0"/>
              <a:t>👍 Current positioning &amp; recognition (10 pts) : </a:t>
            </a:r>
          </a:p>
          <a:p>
            <a:pPr>
              <a:buFont typeface="Wingdings" panose="05000000000000000000" pitchFamily="2" charset="2"/>
              <a:buChar char="q"/>
            </a:pPr>
            <a:r>
              <a:rPr lang="en-US" sz="700" dirty="0"/>
              <a:t>(1) Declares himself/herself as a future Community Booster</a:t>
            </a:r>
          </a:p>
          <a:p>
            <a:pPr>
              <a:buFont typeface="Wingdings" panose="05000000000000000000" pitchFamily="2" charset="2"/>
              <a:buChar char="q"/>
            </a:pPr>
            <a:r>
              <a:rPr lang="en-US" sz="700" dirty="0"/>
              <a:t>(2) Has shown (to the Community) the intention the lead the Community or part of the Community</a:t>
            </a:r>
          </a:p>
          <a:p>
            <a:pPr>
              <a:buFont typeface="Wingdings" panose="05000000000000000000" pitchFamily="2" charset="2"/>
              <a:buChar char="q"/>
            </a:pPr>
            <a:r>
              <a:rPr lang="en-US" sz="700" dirty="0"/>
              <a:t>(1) Has officialized a title equivalent to Community Booster (that grants decisional power and/or responsibilities) for all or a part of the Community</a:t>
            </a:r>
          </a:p>
          <a:p>
            <a:pPr>
              <a:buFont typeface="Wingdings" panose="05000000000000000000" pitchFamily="2" charset="2"/>
              <a:buChar char="q"/>
            </a:pPr>
            <a:r>
              <a:rPr lang="en-US" sz="700" dirty="0"/>
              <a:t>(2) Is recognized by the majority of the Community as a Community Booster, or at least locally</a:t>
            </a:r>
          </a:p>
          <a:p>
            <a:pPr>
              <a:buFont typeface="Wingdings" panose="05000000000000000000" pitchFamily="2" charset="2"/>
              <a:buChar char="q"/>
            </a:pPr>
            <a:r>
              <a:rPr lang="en-US" sz="700" dirty="0"/>
              <a:t>(1) Is recognized by Community key influential members as a Community Booster</a:t>
            </a:r>
          </a:p>
          <a:p>
            <a:pPr>
              <a:buFont typeface="Wingdings" panose="05000000000000000000" pitchFamily="2" charset="2"/>
              <a:buChar char="q"/>
            </a:pPr>
            <a:r>
              <a:rPr lang="en-US" sz="700" dirty="0"/>
              <a:t>(1) Is recognized outside the Community as a Booster</a:t>
            </a:r>
          </a:p>
          <a:p>
            <a:pPr>
              <a:buFont typeface="Wingdings" panose="05000000000000000000" pitchFamily="2" charset="2"/>
              <a:buChar char="q"/>
            </a:pPr>
            <a:r>
              <a:rPr lang="en-US" sz="700" dirty="0"/>
              <a:t>(2) Community has explicit expectations towards him/her as a Booster </a:t>
            </a:r>
          </a:p>
          <a:p>
            <a:endParaRPr lang="en-US" sz="700" dirty="0"/>
          </a:p>
          <a:p>
            <a:endParaRPr lang="en-US" sz="700" dirty="0"/>
          </a:p>
          <a:p>
            <a:pPr marL="0" indent="0">
              <a:buNone/>
            </a:pPr>
            <a:r>
              <a:rPr lang="en-US" sz="700" dirty="0"/>
              <a:t> </a:t>
            </a:r>
          </a:p>
        </p:txBody>
      </p:sp>
      <p:sp>
        <p:nvSpPr>
          <p:cNvPr id="5" name="Espace réservé du contenu 2">
            <a:extLst>
              <a:ext uri="{FF2B5EF4-FFF2-40B4-BE49-F238E27FC236}">
                <a16:creationId xmlns:a16="http://schemas.microsoft.com/office/drawing/2014/main" id="{08B0A895-1094-4369-8B6A-0E67FE7DDB59}"/>
              </a:ext>
            </a:extLst>
          </p:cNvPr>
          <p:cNvSpPr txBox="1">
            <a:spLocks/>
          </p:cNvSpPr>
          <p:nvPr/>
        </p:nvSpPr>
        <p:spPr>
          <a:xfrm>
            <a:off x="6724439" y="2073943"/>
            <a:ext cx="1523323" cy="4673085"/>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700" b="1" dirty="0"/>
              <a:t>🎖️Achievements (10 pts) : </a:t>
            </a:r>
          </a:p>
          <a:p>
            <a:pPr>
              <a:buFont typeface="Wingdings" panose="05000000000000000000" pitchFamily="2" charset="2"/>
              <a:buChar char="q"/>
            </a:pPr>
            <a:r>
              <a:rPr lang="en-US" sz="700" dirty="0"/>
              <a:t>(4) Has accomplished enough valuable actions for Community members</a:t>
            </a:r>
          </a:p>
          <a:p>
            <a:pPr>
              <a:buFont typeface="Wingdings" panose="05000000000000000000" pitchFamily="2" charset="2"/>
              <a:buChar char="q"/>
            </a:pPr>
            <a:r>
              <a:rPr lang="en-US" sz="700" dirty="0"/>
              <a:t>(2) Has accomplished enough promotional and external actions as a Community representative outside the  Community</a:t>
            </a:r>
          </a:p>
          <a:p>
            <a:pPr>
              <a:buFont typeface="Wingdings" panose="05000000000000000000" pitchFamily="2" charset="2"/>
              <a:buChar char="q"/>
            </a:pPr>
            <a:r>
              <a:rPr lang="en-US" sz="700" dirty="0"/>
              <a:t>(3) Has accomplished enough valuable actions for key stakeholders or key influential members of the Community</a:t>
            </a:r>
          </a:p>
          <a:p>
            <a:pPr>
              <a:buFont typeface="Wingdings" panose="05000000000000000000" pitchFamily="2" charset="2"/>
              <a:buChar char="q"/>
            </a:pPr>
            <a:r>
              <a:rPr lang="en-US" sz="700" dirty="0"/>
              <a:t>(1) Has accomplished enough valuable actions for self thanks to the Community</a:t>
            </a:r>
          </a:p>
          <a:p>
            <a:endParaRPr lang="en-US" sz="700" dirty="0"/>
          </a:p>
          <a:p>
            <a:pPr marL="0" indent="0">
              <a:buNone/>
            </a:pPr>
            <a:endParaRPr lang="en-US" sz="700" dirty="0"/>
          </a:p>
          <a:p>
            <a:endParaRPr lang="en-US" sz="700" dirty="0"/>
          </a:p>
        </p:txBody>
      </p:sp>
      <p:sp>
        <p:nvSpPr>
          <p:cNvPr id="6" name="Espace réservé du contenu 2">
            <a:extLst>
              <a:ext uri="{FF2B5EF4-FFF2-40B4-BE49-F238E27FC236}">
                <a16:creationId xmlns:a16="http://schemas.microsoft.com/office/drawing/2014/main" id="{02C5E63D-945C-416B-99CE-6F6495932217}"/>
              </a:ext>
            </a:extLst>
          </p:cNvPr>
          <p:cNvSpPr txBox="1">
            <a:spLocks/>
          </p:cNvSpPr>
          <p:nvPr/>
        </p:nvSpPr>
        <p:spPr>
          <a:xfrm>
            <a:off x="1799318" y="2073944"/>
            <a:ext cx="1523323" cy="4673086"/>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700" b="1" dirty="0"/>
              <a:t>⌛Resources and capacity (10 pts) :</a:t>
            </a:r>
          </a:p>
          <a:p>
            <a:pPr>
              <a:buFont typeface="Wingdings" panose="05000000000000000000" pitchFamily="2" charset="2"/>
              <a:buChar char="q"/>
            </a:pPr>
            <a:r>
              <a:rPr lang="en-US" sz="700" dirty="0"/>
              <a:t>(2) Has enough means of action to be Community Booster </a:t>
            </a:r>
          </a:p>
          <a:p>
            <a:pPr>
              <a:buFont typeface="Wingdings" panose="05000000000000000000" pitchFamily="2" charset="2"/>
              <a:buChar char="q"/>
            </a:pPr>
            <a:r>
              <a:rPr lang="en-US" sz="700" dirty="0"/>
              <a:t>(2) Has enough availability to be Community Booster</a:t>
            </a:r>
          </a:p>
          <a:p>
            <a:pPr>
              <a:buFont typeface="Wingdings" panose="05000000000000000000" pitchFamily="2" charset="2"/>
              <a:buChar char="q"/>
            </a:pPr>
            <a:r>
              <a:rPr lang="en-US" sz="700" dirty="0"/>
              <a:t>(2) Is allowed to be a Community Booster</a:t>
            </a:r>
          </a:p>
          <a:p>
            <a:pPr>
              <a:buFont typeface="Wingdings" panose="05000000000000000000" pitchFamily="2" charset="2"/>
              <a:buChar char="q"/>
            </a:pPr>
            <a:r>
              <a:rPr lang="en-US" sz="700" dirty="0"/>
              <a:t>(1) Has access to resources  (training, content, …) to become Community Booster</a:t>
            </a:r>
          </a:p>
          <a:p>
            <a:pPr>
              <a:buFont typeface="Wingdings" panose="05000000000000000000" pitchFamily="2" charset="2"/>
              <a:buChar char="q"/>
            </a:pPr>
            <a:r>
              <a:rPr lang="en-US" sz="700" dirty="0"/>
              <a:t>(3) Has access to opportunities (events, negotiations, rights…) to progress into a Community Booster</a:t>
            </a:r>
          </a:p>
          <a:p>
            <a:endParaRPr lang="en-US" sz="700" dirty="0"/>
          </a:p>
          <a:p>
            <a:endParaRPr lang="en-US" sz="700" dirty="0"/>
          </a:p>
          <a:p>
            <a:endParaRPr lang="en-US" sz="700" dirty="0"/>
          </a:p>
          <a:p>
            <a:pPr marL="0" indent="0">
              <a:buNone/>
            </a:pPr>
            <a:endParaRPr lang="en-US" sz="700" dirty="0"/>
          </a:p>
          <a:p>
            <a:endParaRPr lang="en-US" sz="700" dirty="0"/>
          </a:p>
        </p:txBody>
      </p:sp>
      <p:sp>
        <p:nvSpPr>
          <p:cNvPr id="7" name="Espace réservé du contenu 2">
            <a:extLst>
              <a:ext uri="{FF2B5EF4-FFF2-40B4-BE49-F238E27FC236}">
                <a16:creationId xmlns:a16="http://schemas.microsoft.com/office/drawing/2014/main" id="{EFA160A8-44AE-41D0-BE55-E79DF99033EA}"/>
              </a:ext>
            </a:extLst>
          </p:cNvPr>
          <p:cNvSpPr txBox="1">
            <a:spLocks/>
          </p:cNvSpPr>
          <p:nvPr/>
        </p:nvSpPr>
        <p:spPr>
          <a:xfrm>
            <a:off x="177098" y="2073943"/>
            <a:ext cx="1523323" cy="46730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700" b="1" dirty="0"/>
              <a:t>🎯 Intention (10 pts) : </a:t>
            </a:r>
          </a:p>
          <a:p>
            <a:pPr>
              <a:buFont typeface="Wingdings" panose="05000000000000000000" pitchFamily="2" charset="2"/>
              <a:buChar char="q"/>
            </a:pPr>
            <a:r>
              <a:rPr lang="en-US" sz="700" dirty="0"/>
              <a:t>(2) Loves the Community </a:t>
            </a:r>
          </a:p>
          <a:p>
            <a:pPr>
              <a:buFont typeface="Wingdings" panose="05000000000000000000" pitchFamily="2" charset="2"/>
              <a:buChar char="q"/>
            </a:pPr>
            <a:r>
              <a:rPr lang="en-US" sz="700" dirty="0"/>
              <a:t>(2) Has interest in developing the Community</a:t>
            </a:r>
          </a:p>
          <a:p>
            <a:pPr>
              <a:buFont typeface="Wingdings" panose="05000000000000000000" pitchFamily="2" charset="2"/>
              <a:buChar char="q"/>
            </a:pPr>
            <a:r>
              <a:rPr lang="en-US" sz="700" dirty="0"/>
              <a:t>(2) Likes Community Development</a:t>
            </a:r>
          </a:p>
          <a:p>
            <a:pPr>
              <a:buFont typeface="Wingdings" panose="05000000000000000000" pitchFamily="2" charset="2"/>
              <a:buChar char="q"/>
            </a:pPr>
            <a:r>
              <a:rPr lang="en-US" sz="700" dirty="0"/>
              <a:t>(1) Has his/her own viewpoint about how the Community should evolve</a:t>
            </a:r>
          </a:p>
          <a:p>
            <a:pPr>
              <a:buFont typeface="Wingdings" panose="05000000000000000000" pitchFamily="2" charset="2"/>
              <a:buChar char="q"/>
            </a:pPr>
            <a:r>
              <a:rPr lang="en-US" sz="700" dirty="0"/>
              <a:t>(1) Has intention to self-develop (skills, wisdom, leadership…) through Community Boosting</a:t>
            </a:r>
          </a:p>
          <a:p>
            <a:pPr>
              <a:buFont typeface="Wingdings" panose="05000000000000000000" pitchFamily="2" charset="2"/>
              <a:buChar char="q"/>
            </a:pPr>
            <a:r>
              <a:rPr lang="en-US" sz="700" dirty="0"/>
              <a:t>(1) Makes room in his/her agenda for Community activities</a:t>
            </a:r>
          </a:p>
          <a:p>
            <a:pPr>
              <a:buFont typeface="Wingdings" panose="05000000000000000000" pitchFamily="2" charset="2"/>
              <a:buChar char="q"/>
            </a:pPr>
            <a:r>
              <a:rPr lang="en-US" sz="700" dirty="0"/>
              <a:t>(1) Is an active resource seeker for Community purposes</a:t>
            </a:r>
          </a:p>
          <a:p>
            <a:endParaRPr lang="en-US" sz="700" dirty="0"/>
          </a:p>
          <a:p>
            <a:endParaRPr lang="en-US" sz="700" dirty="0"/>
          </a:p>
          <a:p>
            <a:pPr marL="0" indent="0">
              <a:buNone/>
            </a:pPr>
            <a:r>
              <a:rPr lang="en-US" sz="700" dirty="0"/>
              <a:t> </a:t>
            </a:r>
          </a:p>
        </p:txBody>
      </p:sp>
      <p:pic>
        <p:nvPicPr>
          <p:cNvPr id="12" name="Graphique 11" descr="Coche avec un remplissage uni">
            <a:extLst>
              <a:ext uri="{FF2B5EF4-FFF2-40B4-BE49-F238E27FC236}">
                <a16:creationId xmlns:a16="http://schemas.microsoft.com/office/drawing/2014/main" id="{02550B0D-2CC6-4CF2-A466-3BFE1F6634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7098" y="2224777"/>
            <a:ext cx="291316" cy="291316"/>
          </a:xfrm>
          <a:prstGeom prst="rect">
            <a:avLst/>
          </a:prstGeom>
        </p:spPr>
      </p:pic>
      <p:pic>
        <p:nvPicPr>
          <p:cNvPr id="13" name="Graphique 12" descr="Coche avec un remplissage uni">
            <a:extLst>
              <a:ext uri="{FF2B5EF4-FFF2-40B4-BE49-F238E27FC236}">
                <a16:creationId xmlns:a16="http://schemas.microsoft.com/office/drawing/2014/main" id="{28031E65-826D-495E-8031-DDD6319B19A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7098" y="2509798"/>
            <a:ext cx="291316" cy="291316"/>
          </a:xfrm>
          <a:prstGeom prst="rect">
            <a:avLst/>
          </a:prstGeom>
        </p:spPr>
      </p:pic>
      <p:pic>
        <p:nvPicPr>
          <p:cNvPr id="14" name="Graphique 13" descr="Coche avec un remplissage uni">
            <a:extLst>
              <a:ext uri="{FF2B5EF4-FFF2-40B4-BE49-F238E27FC236}">
                <a16:creationId xmlns:a16="http://schemas.microsoft.com/office/drawing/2014/main" id="{7E43851E-53C4-4CBB-B6B6-213F15B6F1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7098" y="2940477"/>
            <a:ext cx="291316" cy="291316"/>
          </a:xfrm>
          <a:prstGeom prst="rect">
            <a:avLst/>
          </a:prstGeom>
        </p:spPr>
      </p:pic>
      <p:pic>
        <p:nvPicPr>
          <p:cNvPr id="16" name="Graphique 15" descr="Coche avec un remplissage uni">
            <a:extLst>
              <a:ext uri="{FF2B5EF4-FFF2-40B4-BE49-F238E27FC236}">
                <a16:creationId xmlns:a16="http://schemas.microsoft.com/office/drawing/2014/main" id="{2C797DD6-E25C-4C1D-9D05-571AB424A7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2503" y="3369263"/>
            <a:ext cx="291316" cy="291316"/>
          </a:xfrm>
          <a:prstGeom prst="rect">
            <a:avLst/>
          </a:prstGeom>
        </p:spPr>
      </p:pic>
      <p:pic>
        <p:nvPicPr>
          <p:cNvPr id="17" name="Graphique 16" descr="Coche avec un remplissage uni">
            <a:extLst>
              <a:ext uri="{FF2B5EF4-FFF2-40B4-BE49-F238E27FC236}">
                <a16:creationId xmlns:a16="http://schemas.microsoft.com/office/drawing/2014/main" id="{684450E8-7D5B-40E1-A69C-6862F19C13A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01569" y="2370435"/>
            <a:ext cx="291316" cy="291316"/>
          </a:xfrm>
          <a:prstGeom prst="rect">
            <a:avLst/>
          </a:prstGeom>
        </p:spPr>
      </p:pic>
      <p:pic>
        <p:nvPicPr>
          <p:cNvPr id="18" name="Graphique 17" descr="Coche avec un remplissage uni">
            <a:extLst>
              <a:ext uri="{FF2B5EF4-FFF2-40B4-BE49-F238E27FC236}">
                <a16:creationId xmlns:a16="http://schemas.microsoft.com/office/drawing/2014/main" id="{6DC0D10E-F3BD-4E8C-B452-3547469CFF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95249" y="3542126"/>
            <a:ext cx="291316" cy="291316"/>
          </a:xfrm>
          <a:prstGeom prst="rect">
            <a:avLst/>
          </a:prstGeom>
        </p:spPr>
      </p:pic>
      <p:pic>
        <p:nvPicPr>
          <p:cNvPr id="19" name="Graphique 18" descr="Coche avec un remplissage uni">
            <a:extLst>
              <a:ext uri="{FF2B5EF4-FFF2-40B4-BE49-F238E27FC236}">
                <a16:creationId xmlns:a16="http://schemas.microsoft.com/office/drawing/2014/main" id="{885E3F7B-1015-4E1F-9B0A-C4D4CDF758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17469" y="2240428"/>
            <a:ext cx="291316" cy="291316"/>
          </a:xfrm>
          <a:prstGeom prst="rect">
            <a:avLst/>
          </a:prstGeom>
        </p:spPr>
      </p:pic>
      <p:pic>
        <p:nvPicPr>
          <p:cNvPr id="20" name="Graphique 19" descr="Coche avec un remplissage uni">
            <a:extLst>
              <a:ext uri="{FF2B5EF4-FFF2-40B4-BE49-F238E27FC236}">
                <a16:creationId xmlns:a16="http://schemas.microsoft.com/office/drawing/2014/main" id="{CF0C5992-FD40-4408-95A3-266ADEA76E1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17469" y="3043956"/>
            <a:ext cx="291316" cy="291316"/>
          </a:xfrm>
          <a:prstGeom prst="rect">
            <a:avLst/>
          </a:prstGeom>
        </p:spPr>
      </p:pic>
      <p:pic>
        <p:nvPicPr>
          <p:cNvPr id="21" name="Graphique 20" descr="Coche avec un remplissage uni">
            <a:extLst>
              <a:ext uri="{FF2B5EF4-FFF2-40B4-BE49-F238E27FC236}">
                <a16:creationId xmlns:a16="http://schemas.microsoft.com/office/drawing/2014/main" id="{F9EBC94D-F563-44EE-B4AC-AB47917655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17469" y="3701826"/>
            <a:ext cx="291316" cy="291316"/>
          </a:xfrm>
          <a:prstGeom prst="rect">
            <a:avLst/>
          </a:prstGeom>
        </p:spPr>
      </p:pic>
      <p:pic>
        <p:nvPicPr>
          <p:cNvPr id="22" name="Graphique 21" descr="Coche avec un remplissage uni">
            <a:extLst>
              <a:ext uri="{FF2B5EF4-FFF2-40B4-BE49-F238E27FC236}">
                <a16:creationId xmlns:a16="http://schemas.microsoft.com/office/drawing/2014/main" id="{39437A64-3056-4B7A-81E9-38B3DB21A0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2895" y="5680313"/>
            <a:ext cx="291316" cy="291316"/>
          </a:xfrm>
          <a:prstGeom prst="rect">
            <a:avLst/>
          </a:prstGeom>
        </p:spPr>
      </p:pic>
      <p:pic>
        <p:nvPicPr>
          <p:cNvPr id="23" name="Graphique 22" descr="Coche avec un remplissage uni">
            <a:extLst>
              <a:ext uri="{FF2B5EF4-FFF2-40B4-BE49-F238E27FC236}">
                <a16:creationId xmlns:a16="http://schemas.microsoft.com/office/drawing/2014/main" id="{333ACF8B-DB17-4ABF-BC1F-DFDD882754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0380" y="5078739"/>
            <a:ext cx="291316" cy="291316"/>
          </a:xfrm>
          <a:prstGeom prst="rect">
            <a:avLst/>
          </a:prstGeom>
        </p:spPr>
      </p:pic>
      <p:pic>
        <p:nvPicPr>
          <p:cNvPr id="24" name="Graphique 23" descr="Coche avec un remplissage uni">
            <a:extLst>
              <a:ext uri="{FF2B5EF4-FFF2-40B4-BE49-F238E27FC236}">
                <a16:creationId xmlns:a16="http://schemas.microsoft.com/office/drawing/2014/main" id="{A2A0FED7-CAAB-4112-A3B1-A26E724B72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39689" y="4264827"/>
            <a:ext cx="291316" cy="291316"/>
          </a:xfrm>
          <a:prstGeom prst="rect">
            <a:avLst/>
          </a:prstGeom>
        </p:spPr>
      </p:pic>
      <p:pic>
        <p:nvPicPr>
          <p:cNvPr id="25" name="Graphique 24" descr="Coche avec un remplissage uni">
            <a:extLst>
              <a:ext uri="{FF2B5EF4-FFF2-40B4-BE49-F238E27FC236}">
                <a16:creationId xmlns:a16="http://schemas.microsoft.com/office/drawing/2014/main" id="{BA424056-22CD-458B-8D96-0672A09FAE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39689" y="4838469"/>
            <a:ext cx="291316" cy="291316"/>
          </a:xfrm>
          <a:prstGeom prst="rect">
            <a:avLst/>
          </a:prstGeom>
        </p:spPr>
      </p:pic>
      <p:pic>
        <p:nvPicPr>
          <p:cNvPr id="26" name="Graphique 25" descr="Coche avec un remplissage uni">
            <a:extLst>
              <a:ext uri="{FF2B5EF4-FFF2-40B4-BE49-F238E27FC236}">
                <a16:creationId xmlns:a16="http://schemas.microsoft.com/office/drawing/2014/main" id="{AA34CAC6-C305-4093-8B2A-77816C4A5C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39689" y="3414264"/>
            <a:ext cx="291316" cy="291316"/>
          </a:xfrm>
          <a:prstGeom prst="rect">
            <a:avLst/>
          </a:prstGeom>
        </p:spPr>
      </p:pic>
      <p:pic>
        <p:nvPicPr>
          <p:cNvPr id="27" name="Graphique 26" descr="Coche avec un remplissage uni">
            <a:extLst>
              <a:ext uri="{FF2B5EF4-FFF2-40B4-BE49-F238E27FC236}">
                <a16:creationId xmlns:a16="http://schemas.microsoft.com/office/drawing/2014/main" id="{6D80951F-0DB6-4445-B858-092D0C70B6F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16869" y="2850863"/>
            <a:ext cx="291316" cy="291316"/>
          </a:xfrm>
          <a:prstGeom prst="rect">
            <a:avLst/>
          </a:prstGeom>
        </p:spPr>
      </p:pic>
      <p:pic>
        <p:nvPicPr>
          <p:cNvPr id="28" name="Graphique 27" descr="Coche avec un remplissage uni">
            <a:extLst>
              <a:ext uri="{FF2B5EF4-FFF2-40B4-BE49-F238E27FC236}">
                <a16:creationId xmlns:a16="http://schemas.microsoft.com/office/drawing/2014/main" id="{731A767B-8D0A-4469-B38D-A9EA885BB5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29560" y="5475512"/>
            <a:ext cx="291316" cy="291316"/>
          </a:xfrm>
          <a:prstGeom prst="rect">
            <a:avLst/>
          </a:prstGeom>
        </p:spPr>
      </p:pic>
      <p:pic>
        <p:nvPicPr>
          <p:cNvPr id="29" name="Graphique 28" descr="Coche avec un remplissage uni">
            <a:extLst>
              <a:ext uri="{FF2B5EF4-FFF2-40B4-BE49-F238E27FC236}">
                <a16:creationId xmlns:a16="http://schemas.microsoft.com/office/drawing/2014/main" id="{6617AD79-AFDD-4F16-8440-9F4264840D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18123" y="4167884"/>
            <a:ext cx="291316" cy="291316"/>
          </a:xfrm>
          <a:prstGeom prst="rect">
            <a:avLst/>
          </a:prstGeom>
        </p:spPr>
      </p:pic>
      <p:pic>
        <p:nvPicPr>
          <p:cNvPr id="30" name="Graphique 29" descr="Coche avec un remplissage uni">
            <a:extLst>
              <a:ext uri="{FF2B5EF4-FFF2-40B4-BE49-F238E27FC236}">
                <a16:creationId xmlns:a16="http://schemas.microsoft.com/office/drawing/2014/main" id="{E598EDB8-01CE-4DB3-945C-86ADA25B1C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28509" y="3429000"/>
            <a:ext cx="291316" cy="291316"/>
          </a:xfrm>
          <a:prstGeom prst="rect">
            <a:avLst/>
          </a:prstGeom>
        </p:spPr>
      </p:pic>
      <p:graphicFrame>
        <p:nvGraphicFramePr>
          <p:cNvPr id="11" name="Espace réservé du contenu 5">
            <a:extLst>
              <a:ext uri="{FF2B5EF4-FFF2-40B4-BE49-F238E27FC236}">
                <a16:creationId xmlns:a16="http://schemas.microsoft.com/office/drawing/2014/main" id="{AA057E1D-000D-BCF5-AB55-FD9A4B11094E}"/>
              </a:ext>
            </a:extLst>
          </p:cNvPr>
          <p:cNvGraphicFramePr>
            <a:graphicFrameLocks/>
          </p:cNvGraphicFramePr>
          <p:nvPr>
            <p:extLst>
              <p:ext uri="{D42A27DB-BD31-4B8C-83A1-F6EECF244321}">
                <p14:modId xmlns:p14="http://schemas.microsoft.com/office/powerpoint/2010/main" val="3347109351"/>
              </p:ext>
            </p:extLst>
          </p:nvPr>
        </p:nvGraphicFramePr>
        <p:xfrm>
          <a:off x="8572500" y="2996521"/>
          <a:ext cx="4353888" cy="323605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89710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7C0156-9EAC-4E07-AF33-3F52F55877BA}"/>
              </a:ext>
            </a:extLst>
          </p:cNvPr>
          <p:cNvSpPr>
            <a:spLocks noGrp="1"/>
          </p:cNvSpPr>
          <p:nvPr>
            <p:ph type="title"/>
          </p:nvPr>
        </p:nvSpPr>
        <p:spPr/>
        <p:txBody>
          <a:bodyPr>
            <a:normAutofit fontScale="90000"/>
          </a:bodyPr>
          <a:lstStyle/>
          <a:p>
            <a:r>
              <a:rPr lang="fr-FR" sz="4000" dirty="0"/>
              <a:t>Listes d’évaluation des Community Boosters</a:t>
            </a:r>
            <a:br>
              <a:rPr lang="en-US" dirty="0"/>
            </a:br>
            <a:r>
              <a:rPr lang="fr-FR" dirty="0"/>
              <a:t>Utilisation des résultats</a:t>
            </a:r>
            <a:endParaRPr lang="en-US" dirty="0"/>
          </a:p>
        </p:txBody>
      </p:sp>
      <p:graphicFrame>
        <p:nvGraphicFramePr>
          <p:cNvPr id="6" name="Espace réservé du contenu 5">
            <a:extLst>
              <a:ext uri="{FF2B5EF4-FFF2-40B4-BE49-F238E27FC236}">
                <a16:creationId xmlns:a16="http://schemas.microsoft.com/office/drawing/2014/main" id="{7A5D399D-9A48-4A6F-B5BD-52BAD977BD28}"/>
              </a:ext>
            </a:extLst>
          </p:cNvPr>
          <p:cNvGraphicFramePr>
            <a:graphicFrameLocks noGrp="1"/>
          </p:cNvGraphicFramePr>
          <p:nvPr>
            <p:ph idx="1"/>
            <p:extLst>
              <p:ext uri="{D42A27DB-BD31-4B8C-83A1-F6EECF244321}">
                <p14:modId xmlns:p14="http://schemas.microsoft.com/office/powerpoint/2010/main" val="1515772833"/>
              </p:ext>
            </p:extLst>
          </p:nvPr>
        </p:nvGraphicFramePr>
        <p:xfrm>
          <a:off x="0" y="1988190"/>
          <a:ext cx="4353888" cy="3236053"/>
        </p:xfrm>
        <a:graphic>
          <a:graphicData uri="http://schemas.openxmlformats.org/drawingml/2006/chart">
            <c:chart xmlns:c="http://schemas.openxmlformats.org/drawingml/2006/chart" xmlns:r="http://schemas.openxmlformats.org/officeDocument/2006/relationships" r:id="rId2"/>
          </a:graphicData>
        </a:graphic>
      </p:graphicFrame>
      <p:pic>
        <p:nvPicPr>
          <p:cNvPr id="7" name="Image 6">
            <a:extLst>
              <a:ext uri="{FF2B5EF4-FFF2-40B4-BE49-F238E27FC236}">
                <a16:creationId xmlns:a16="http://schemas.microsoft.com/office/drawing/2014/main" id="{65F8DC5D-A17B-4BA4-9BC1-B83D92C8D8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1549" y="4870873"/>
            <a:ext cx="613344" cy="613344"/>
          </a:xfrm>
          <a:prstGeom prst="rect">
            <a:avLst/>
          </a:prstGeom>
        </p:spPr>
      </p:pic>
      <p:graphicFrame>
        <p:nvGraphicFramePr>
          <p:cNvPr id="8" name="Espace réservé du contenu 5">
            <a:extLst>
              <a:ext uri="{FF2B5EF4-FFF2-40B4-BE49-F238E27FC236}">
                <a16:creationId xmlns:a16="http://schemas.microsoft.com/office/drawing/2014/main" id="{5B22A7DE-B804-4DFD-8161-8042A6E9078A}"/>
              </a:ext>
            </a:extLst>
          </p:cNvPr>
          <p:cNvGraphicFramePr>
            <a:graphicFrameLocks/>
          </p:cNvGraphicFramePr>
          <p:nvPr>
            <p:extLst>
              <p:ext uri="{D42A27DB-BD31-4B8C-83A1-F6EECF244321}">
                <p14:modId xmlns:p14="http://schemas.microsoft.com/office/powerpoint/2010/main" val="2270093865"/>
              </p:ext>
            </p:extLst>
          </p:nvPr>
        </p:nvGraphicFramePr>
        <p:xfrm>
          <a:off x="3782869" y="1988190"/>
          <a:ext cx="4353888" cy="323605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Tableau 10">
            <a:extLst>
              <a:ext uri="{FF2B5EF4-FFF2-40B4-BE49-F238E27FC236}">
                <a16:creationId xmlns:a16="http://schemas.microsoft.com/office/drawing/2014/main" id="{FF62A6CA-F812-4B32-B45A-9A54482E6CD7}"/>
              </a:ext>
            </a:extLst>
          </p:cNvPr>
          <p:cNvGraphicFramePr>
            <a:graphicFrameLocks noGrp="1"/>
          </p:cNvGraphicFramePr>
          <p:nvPr>
            <p:extLst>
              <p:ext uri="{D42A27DB-BD31-4B8C-83A1-F6EECF244321}">
                <p14:modId xmlns:p14="http://schemas.microsoft.com/office/powerpoint/2010/main" val="2243307477"/>
              </p:ext>
            </p:extLst>
          </p:nvPr>
        </p:nvGraphicFramePr>
        <p:xfrm>
          <a:off x="8254202" y="2294613"/>
          <a:ext cx="3788641" cy="4119134"/>
        </p:xfrm>
        <a:graphic>
          <a:graphicData uri="http://schemas.openxmlformats.org/drawingml/2006/table">
            <a:tbl>
              <a:tblPr firstRow="1" bandRow="1">
                <a:tableStyleId>{5C22544A-7EE6-4342-B048-85BDC9FD1C3A}</a:tableStyleId>
              </a:tblPr>
              <a:tblGrid>
                <a:gridCol w="1371283">
                  <a:extLst>
                    <a:ext uri="{9D8B030D-6E8A-4147-A177-3AD203B41FA5}">
                      <a16:colId xmlns:a16="http://schemas.microsoft.com/office/drawing/2014/main" val="1904663190"/>
                    </a:ext>
                  </a:extLst>
                </a:gridCol>
                <a:gridCol w="2417358">
                  <a:extLst>
                    <a:ext uri="{9D8B030D-6E8A-4147-A177-3AD203B41FA5}">
                      <a16:colId xmlns:a16="http://schemas.microsoft.com/office/drawing/2014/main" val="1784215831"/>
                    </a:ext>
                  </a:extLst>
                </a:gridCol>
              </a:tblGrid>
              <a:tr h="968646">
                <a:tc>
                  <a:txBody>
                    <a:bodyPr/>
                    <a:lstStyle/>
                    <a:p>
                      <a:r>
                        <a:rPr lang="en-US" sz="1400" dirty="0"/>
                        <a:t>Candidate or future Community Booster</a:t>
                      </a:r>
                    </a:p>
                  </a:txBody>
                  <a:tcPr/>
                </a:tc>
                <a:tc>
                  <a:txBody>
                    <a:bodyPr/>
                    <a:lstStyle/>
                    <a:p>
                      <a:r>
                        <a:rPr lang="en-US" sz="1400" dirty="0"/>
                        <a:t>Next moves / actions</a:t>
                      </a:r>
                    </a:p>
                  </a:txBody>
                  <a:tcPr/>
                </a:tc>
                <a:extLst>
                  <a:ext uri="{0D108BD9-81ED-4DB2-BD59-A6C34878D82A}">
                    <a16:rowId xmlns:a16="http://schemas.microsoft.com/office/drawing/2014/main" val="2300183022"/>
                  </a:ext>
                </a:extLst>
              </a:tr>
              <a:tr h="1413128">
                <a:tc>
                  <a:txBody>
                    <a:bodyPr/>
                    <a:lstStyle/>
                    <a:p>
                      <a:r>
                        <a:rPr lang="en-US" sz="1200"/>
                        <a:t>Rick</a:t>
                      </a:r>
                    </a:p>
                  </a:txBody>
                  <a:tcPr/>
                </a:tc>
                <a:tc>
                  <a:txBody>
                    <a:bodyPr/>
                    <a:lstStyle/>
                    <a:p>
                      <a:pPr marL="342900" indent="-342900">
                        <a:buFont typeface="+mj-lt"/>
                        <a:buAutoNum type="arabicPeriod"/>
                      </a:pPr>
                      <a:r>
                        <a:rPr lang="fr-FR" sz="1200" b="1" dirty="0"/>
                        <a:t>🎖️Réalisations : </a:t>
                      </a:r>
                      <a:r>
                        <a:rPr lang="fr-FR" sz="1200" b="0" dirty="0"/>
                        <a:t>Identifier des accomplissements à effectuer pour la Communauté</a:t>
                      </a:r>
                      <a:r>
                        <a:rPr lang="fr-FR" sz="1200" b="1" dirty="0"/>
                        <a:t>
⌛Ressources et capacité : </a:t>
                      </a:r>
                      <a:r>
                        <a:rPr lang="fr-FR" sz="1200" b="0" dirty="0"/>
                        <a:t>Négocier avec la hiérarchie la possibilité d’avoir plus de disponibilités</a:t>
                      </a:r>
                      <a:endParaRPr lang="en-US" sz="1200" b="0" dirty="0"/>
                    </a:p>
                  </a:txBody>
                  <a:tcPr/>
                </a:tc>
                <a:extLst>
                  <a:ext uri="{0D108BD9-81ED-4DB2-BD59-A6C34878D82A}">
                    <a16:rowId xmlns:a16="http://schemas.microsoft.com/office/drawing/2014/main" val="1747710672"/>
                  </a:ext>
                </a:extLst>
              </a:tr>
              <a:tr h="1413128">
                <a:tc>
                  <a:txBody>
                    <a:bodyPr/>
                    <a:lstStyle/>
                    <a:p>
                      <a:r>
                        <a:rPr lang="en-US" sz="1200"/>
                        <a:t>Donna</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lang="fr-FR" sz="1200" b="1" dirty="0"/>
                        <a:t>🔥Compétences : </a:t>
                      </a:r>
                      <a:r>
                        <a:rPr lang="fr-FR" sz="1200" b="0" dirty="0"/>
                        <a:t>Organiser des formations sur Community Canvas</a:t>
                      </a:r>
                      <a:r>
                        <a:rPr lang="fr-FR" sz="1200" b="1" dirty="0"/>
                        <a:t>
👍 Poste actuel &amp; reconnaissance : </a:t>
                      </a:r>
                      <a:r>
                        <a:rPr lang="fr-FR" sz="1200" b="0" dirty="0"/>
                        <a:t>Officialiser son rôle de Community Booster</a:t>
                      </a:r>
                      <a:endParaRPr lang="en-US" sz="1200" dirty="0"/>
                    </a:p>
                  </a:txBody>
                  <a:tcPr/>
                </a:tc>
                <a:extLst>
                  <a:ext uri="{0D108BD9-81ED-4DB2-BD59-A6C34878D82A}">
                    <a16:rowId xmlns:a16="http://schemas.microsoft.com/office/drawing/2014/main" val="2845435519"/>
                  </a:ext>
                </a:extLst>
              </a:tr>
            </a:tbl>
          </a:graphicData>
        </a:graphic>
      </p:graphicFrame>
      <p:pic>
        <p:nvPicPr>
          <p:cNvPr id="11" name="Image 10" descr="Une image contenant personne, femme, herbe, extérieur&#10;&#10;Description générée automatiquement">
            <a:extLst>
              <a:ext uri="{FF2B5EF4-FFF2-40B4-BE49-F238E27FC236}">
                <a16:creationId xmlns:a16="http://schemas.microsoft.com/office/drawing/2014/main" id="{8B37624B-7B4E-4F8F-AFB3-114D0E0C33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1864" y="4917571"/>
            <a:ext cx="613344" cy="613344"/>
          </a:xfrm>
          <a:prstGeom prst="rect">
            <a:avLst/>
          </a:prstGeom>
        </p:spPr>
      </p:pic>
      <p:pic>
        <p:nvPicPr>
          <p:cNvPr id="9" name="Image 8">
            <a:extLst>
              <a:ext uri="{FF2B5EF4-FFF2-40B4-BE49-F238E27FC236}">
                <a16:creationId xmlns:a16="http://schemas.microsoft.com/office/drawing/2014/main" id="{740EA120-4C0A-4970-B7F4-0D9B7A9886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4179" y="3655344"/>
            <a:ext cx="613344" cy="613344"/>
          </a:xfrm>
          <a:prstGeom prst="rect">
            <a:avLst/>
          </a:prstGeom>
        </p:spPr>
      </p:pic>
      <p:pic>
        <p:nvPicPr>
          <p:cNvPr id="12" name="Image 11" descr="Une image contenant personne, femme, herbe, extérieur&#10;&#10;Description générée automatiquement">
            <a:extLst>
              <a:ext uri="{FF2B5EF4-FFF2-40B4-BE49-F238E27FC236}">
                <a16:creationId xmlns:a16="http://schemas.microsoft.com/office/drawing/2014/main" id="{95865948-2C03-42C6-95C7-2DBB28E5CC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00326" y="5322747"/>
            <a:ext cx="613344" cy="613344"/>
          </a:xfrm>
          <a:prstGeom prst="rect">
            <a:avLst/>
          </a:prstGeom>
        </p:spPr>
      </p:pic>
      <p:sp>
        <p:nvSpPr>
          <p:cNvPr id="13" name="Espace réservé du contenu 2">
            <a:extLst>
              <a:ext uri="{FF2B5EF4-FFF2-40B4-BE49-F238E27FC236}">
                <a16:creationId xmlns:a16="http://schemas.microsoft.com/office/drawing/2014/main" id="{41E7198A-A842-4390-9D82-9E2E9EFB43E6}"/>
              </a:ext>
            </a:extLst>
          </p:cNvPr>
          <p:cNvSpPr txBox="1">
            <a:spLocks/>
          </p:cNvSpPr>
          <p:nvPr/>
        </p:nvSpPr>
        <p:spPr>
          <a:xfrm>
            <a:off x="625812" y="5615568"/>
            <a:ext cx="2769141" cy="1058650"/>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a:t>Rick est compétent et reconnu comme un leader potentiel, mais il a une faible disponibilité et n’a encore rien accompli de significatif pour la communauté. 
</a:t>
            </a:r>
            <a:endParaRPr lang="en-US" sz="1200" dirty="0"/>
          </a:p>
        </p:txBody>
      </p:sp>
      <p:sp>
        <p:nvSpPr>
          <p:cNvPr id="14" name="Espace réservé du contenu 2">
            <a:extLst>
              <a:ext uri="{FF2B5EF4-FFF2-40B4-BE49-F238E27FC236}">
                <a16:creationId xmlns:a16="http://schemas.microsoft.com/office/drawing/2014/main" id="{143F1F12-02A7-4CE0-935A-B527B7326EF4}"/>
              </a:ext>
            </a:extLst>
          </p:cNvPr>
          <p:cNvSpPr txBox="1">
            <a:spLocks/>
          </p:cNvSpPr>
          <p:nvPr/>
        </p:nvSpPr>
        <p:spPr>
          <a:xfrm>
            <a:off x="4200526" y="5615568"/>
            <a:ext cx="3348496" cy="1058650"/>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dirty="0"/>
              <a:t>Donna est motivée et a déjà contribué à la communauté. Elle a également le temps de passer à la vitesse supérieure. Cependant, elle manque de reconnaissance officielle pour le moment et de compétences pour pouvoir assurer le rôle.
</a:t>
            </a:r>
            <a:endParaRPr lang="en-US" sz="1200" dirty="0"/>
          </a:p>
        </p:txBody>
      </p:sp>
    </p:spTree>
    <p:extLst>
      <p:ext uri="{BB962C8B-B14F-4D97-AF65-F5344CB8AC3E}">
        <p14:creationId xmlns:p14="http://schemas.microsoft.com/office/powerpoint/2010/main" val="3165885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45F34BB8-882F-2977-DF90-3AF514EEBF70}"/>
              </a:ext>
            </a:extLst>
          </p:cNvPr>
          <p:cNvSpPr>
            <a:spLocks noGrp="1"/>
          </p:cNvSpPr>
          <p:nvPr>
            <p:ph type="title"/>
          </p:nvPr>
        </p:nvSpPr>
        <p:spPr/>
        <p:txBody>
          <a:bodyPr>
            <a:normAutofit fontScale="90000"/>
          </a:bodyPr>
          <a:lstStyle/>
          <a:p>
            <a:r>
              <a:rPr lang="fr-FR" sz="4000" dirty="0"/>
              <a:t>Listes d’évaluation des Community Boosters </a:t>
            </a:r>
            <a:r>
              <a:rPr lang="fr-FR" dirty="0"/>
              <a:t>en tant qu’atelier pour les boosters des sous-communautés</a:t>
            </a:r>
            <a:endParaRPr lang="en-US" dirty="0"/>
          </a:p>
        </p:txBody>
      </p:sp>
      <p:sp>
        <p:nvSpPr>
          <p:cNvPr id="10" name="Espace réservé du contenu 9">
            <a:extLst>
              <a:ext uri="{FF2B5EF4-FFF2-40B4-BE49-F238E27FC236}">
                <a16:creationId xmlns:a16="http://schemas.microsoft.com/office/drawing/2014/main" id="{CA6FB32C-FCD4-AC27-AFA2-C30DF2D7F45B}"/>
              </a:ext>
            </a:extLst>
          </p:cNvPr>
          <p:cNvSpPr>
            <a:spLocks noGrp="1"/>
          </p:cNvSpPr>
          <p:nvPr>
            <p:ph idx="1"/>
          </p:nvPr>
        </p:nvSpPr>
        <p:spPr/>
        <p:txBody>
          <a:bodyPr>
            <a:normAutofit fontScale="62500" lnSpcReduction="20000"/>
          </a:bodyPr>
          <a:lstStyle/>
          <a:p>
            <a:r>
              <a:rPr lang="fr-FR" dirty="0"/>
              <a:t>Il peut y avoir diverses utilisations de ces listes d’évaluation, une seule d’entre elles sera décrite dans ce document.</a:t>
            </a:r>
          </a:p>
          <a:p>
            <a:endParaRPr lang="en-US" dirty="0"/>
          </a:p>
          <a:p>
            <a:r>
              <a:rPr lang="fr-FR" dirty="0"/>
              <a:t>Les diapositives suivantes décrivent comment un booster communautaire, de concert avec les sponsors et les décideurs, peut organiser un atelier pour évaluer ensemble</a:t>
            </a:r>
            <a:r>
              <a:rPr lang="en-US" dirty="0"/>
              <a:t> </a:t>
            </a:r>
          </a:p>
          <a:p>
            <a:pPr lvl="1"/>
            <a:r>
              <a:rPr lang="en-US" dirty="0"/>
              <a:t>QUI </a:t>
            </a:r>
            <a:r>
              <a:rPr lang="fr-FR" dirty="0"/>
              <a:t>seraient les meilleurs candidats pour devenir boosters de sous-communautés</a:t>
            </a:r>
            <a:r>
              <a:rPr lang="en-US" dirty="0"/>
              <a:t>.</a:t>
            </a:r>
          </a:p>
          <a:p>
            <a:pPr lvl="1"/>
            <a:r>
              <a:rPr lang="fr-FR" dirty="0"/>
              <a:t>COMMENT les aider à assumer les rôles compte tenu de leur évaluation
L’atelier décrit ici s’inscrit dans la phase 3 du modèle de développement communautaire en 5 phases en #OpenSeriousCommunity
Dans la liste d’évaluation, n’hésitez pas à ajuster le mot « Communauté » et à le changer en « Sous-communauté » si vous prévoyez de choisir des profils pour les boosters de sous-communautés.</a:t>
            </a:r>
            <a:endParaRPr lang="en-US" dirty="0"/>
          </a:p>
        </p:txBody>
      </p:sp>
    </p:spTree>
    <p:extLst>
      <p:ext uri="{BB962C8B-B14F-4D97-AF65-F5344CB8AC3E}">
        <p14:creationId xmlns:p14="http://schemas.microsoft.com/office/powerpoint/2010/main" val="2176162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C45EC8-0CA8-4F50-B79E-7B5F658CF734}"/>
              </a:ext>
            </a:extLst>
          </p:cNvPr>
          <p:cNvSpPr>
            <a:spLocks noGrp="1"/>
          </p:cNvSpPr>
          <p:nvPr>
            <p:ph type="title"/>
          </p:nvPr>
        </p:nvSpPr>
        <p:spPr/>
        <p:txBody>
          <a:bodyPr/>
          <a:lstStyle/>
          <a:p>
            <a:r>
              <a:rPr lang="en-US" dirty="0" err="1"/>
              <a:t>Cet</a:t>
            </a:r>
            <a:r>
              <a:rPr lang="en-US" dirty="0"/>
              <a:t> atelier </a:t>
            </a:r>
            <a:r>
              <a:rPr lang="en-US" dirty="0" err="1"/>
              <a:t>est</a:t>
            </a:r>
            <a:r>
              <a:rPr lang="en-US" dirty="0"/>
              <a:t> un </a:t>
            </a:r>
            <a:r>
              <a:rPr lang="en-US" b="1" dirty="0"/>
              <a:t>#</a:t>
            </a:r>
            <a:r>
              <a:rPr lang="en-US" b="1" dirty="0">
                <a:solidFill>
                  <a:srgbClr val="ED7D31"/>
                </a:solidFill>
              </a:rPr>
              <a:t>Open</a:t>
            </a:r>
            <a:r>
              <a:rPr lang="en-US" b="1" dirty="0">
                <a:solidFill>
                  <a:srgbClr val="0683AA"/>
                </a:solidFill>
              </a:rPr>
              <a:t>Serious</a:t>
            </a:r>
            <a:r>
              <a:rPr lang="en-US" b="1" dirty="0">
                <a:solidFill>
                  <a:srgbClr val="ED7D31"/>
                </a:solidFill>
              </a:rPr>
              <a:t>Game</a:t>
            </a:r>
            <a:endParaRPr lang="en-US" dirty="0"/>
          </a:p>
        </p:txBody>
      </p:sp>
      <p:sp>
        <p:nvSpPr>
          <p:cNvPr id="3" name="Espace réservé du contenu 2">
            <a:extLst>
              <a:ext uri="{FF2B5EF4-FFF2-40B4-BE49-F238E27FC236}">
                <a16:creationId xmlns:a16="http://schemas.microsoft.com/office/drawing/2014/main" id="{9121A52E-EB2B-4E34-8070-8BCF5D5ECAFC}"/>
              </a:ext>
            </a:extLst>
          </p:cNvPr>
          <p:cNvSpPr>
            <a:spLocks noGrp="1"/>
          </p:cNvSpPr>
          <p:nvPr>
            <p:ph idx="1"/>
          </p:nvPr>
        </p:nvSpPr>
        <p:spPr>
          <a:xfrm>
            <a:off x="1841874" y="2141537"/>
            <a:ext cx="5438313" cy="4351338"/>
          </a:xfrm>
        </p:spPr>
        <p:txBody>
          <a:bodyPr>
            <a:normAutofit lnSpcReduction="10000"/>
          </a:bodyPr>
          <a:lstStyle/>
          <a:p>
            <a:pPr marL="0" indent="0">
              <a:buNone/>
            </a:pPr>
            <a:r>
              <a:rPr lang="fr-FR" sz="2400" i="1" dirty="0"/>
              <a:t>Il est conçu pour que vous puissiez l’héberger et le partager après l’avoir découvert en tant que participant
</a:t>
            </a:r>
          </a:p>
          <a:p>
            <a:pPr marL="0" indent="0">
              <a:buNone/>
            </a:pPr>
            <a:r>
              <a:rPr lang="fr-FR" sz="2400" i="1" dirty="0"/>
              <a:t>Tout le matériel pour promouvoir, animer, adapter, créer des variantes est à votre disposition.</a:t>
            </a:r>
          </a:p>
          <a:p>
            <a:pPr marL="0" indent="0">
              <a:buNone/>
            </a:pPr>
            <a:r>
              <a:rPr lang="fr-FR" sz="2400" i="1" dirty="0"/>
              <a:t>
Un jour, ce sera à vous de transmettre à votre tour!</a:t>
            </a:r>
            <a:endParaRPr lang="en-US" sz="2400" i="1" dirty="0"/>
          </a:p>
        </p:txBody>
      </p:sp>
      <p:pic>
        <p:nvPicPr>
          <p:cNvPr id="4" name="Image 3">
            <a:extLst>
              <a:ext uri="{FF2B5EF4-FFF2-40B4-BE49-F238E27FC236}">
                <a16:creationId xmlns:a16="http://schemas.microsoft.com/office/drawing/2014/main" id="{04501FF5-50FB-4835-AC38-DE7060AC8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0400" y="2141537"/>
            <a:ext cx="4029321" cy="3887109"/>
          </a:xfrm>
          <a:prstGeom prst="rect">
            <a:avLst/>
          </a:prstGeom>
        </p:spPr>
      </p:pic>
      <p:pic>
        <p:nvPicPr>
          <p:cNvPr id="5" name="Graphique 4" descr="Femme portant un tailleur">
            <a:extLst>
              <a:ext uri="{FF2B5EF4-FFF2-40B4-BE49-F238E27FC236}">
                <a16:creationId xmlns:a16="http://schemas.microsoft.com/office/drawing/2014/main" id="{DA552F60-FAB3-4211-A258-9976D20A0AB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54187"/>
          <a:stretch/>
        </p:blipFill>
        <p:spPr>
          <a:xfrm flipH="1">
            <a:off x="221942" y="1755495"/>
            <a:ext cx="1388293" cy="1217493"/>
          </a:xfrm>
          <a:prstGeom prst="rect">
            <a:avLst/>
          </a:prstGeom>
        </p:spPr>
      </p:pic>
      <p:pic>
        <p:nvPicPr>
          <p:cNvPr id="7" name="Graphique 6" descr="Globe terrestre : Europe et Afrique avec un remplissage uni">
            <a:extLst>
              <a:ext uri="{FF2B5EF4-FFF2-40B4-BE49-F238E27FC236}">
                <a16:creationId xmlns:a16="http://schemas.microsoft.com/office/drawing/2014/main" id="{BF9A0F6D-29FD-4474-81EC-A8C8D83DF8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8924" y="5261395"/>
            <a:ext cx="1608546" cy="1608546"/>
          </a:xfrm>
          <a:prstGeom prst="rect">
            <a:avLst/>
          </a:prstGeom>
        </p:spPr>
      </p:pic>
      <p:pic>
        <p:nvPicPr>
          <p:cNvPr id="9" name="Graphique 8" descr="Plan avec un remplissage uni">
            <a:extLst>
              <a:ext uri="{FF2B5EF4-FFF2-40B4-BE49-F238E27FC236}">
                <a16:creationId xmlns:a16="http://schemas.microsoft.com/office/drawing/2014/main" id="{03573D61-78B1-42D7-9CFC-A0D32179E4B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46229" y="3719920"/>
            <a:ext cx="1379826" cy="1379826"/>
          </a:xfrm>
          <a:prstGeom prst="rect">
            <a:avLst/>
          </a:prstGeom>
        </p:spPr>
      </p:pic>
    </p:spTree>
    <p:extLst>
      <p:ext uri="{BB962C8B-B14F-4D97-AF65-F5344CB8AC3E}">
        <p14:creationId xmlns:p14="http://schemas.microsoft.com/office/powerpoint/2010/main" val="3357181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normAutofit fontScale="90000"/>
          </a:bodyPr>
          <a:lstStyle/>
          <a:p>
            <a:r>
              <a:rPr lang="fr-FR" dirty="0"/>
              <a:t>Comment mener l’atelier des listes d’évaluation de Community Boosters
</a:t>
            </a:r>
            <a:endParaRPr lang="en-US" dirty="0"/>
          </a:p>
        </p:txBody>
      </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4119112151"/>
              </p:ext>
            </p:extLst>
          </p:nvPr>
        </p:nvGraphicFramePr>
        <p:xfrm>
          <a:off x="217646" y="1603540"/>
          <a:ext cx="10421855" cy="4350393"/>
        </p:xfrm>
        <a:graphic>
          <a:graphicData uri="http://schemas.openxmlformats.org/drawingml/2006/table">
            <a:tbl>
              <a:tblPr firstRow="1" bandRow="1">
                <a:tableStyleId>{5C22544A-7EE6-4342-B048-85BDC9FD1C3A}</a:tableStyleId>
              </a:tblPr>
              <a:tblGrid>
                <a:gridCol w="1796089">
                  <a:extLst>
                    <a:ext uri="{9D8B030D-6E8A-4147-A177-3AD203B41FA5}">
                      <a16:colId xmlns:a16="http://schemas.microsoft.com/office/drawing/2014/main" val="1302591909"/>
                    </a:ext>
                  </a:extLst>
                </a:gridCol>
                <a:gridCol w="6873411">
                  <a:extLst>
                    <a:ext uri="{9D8B030D-6E8A-4147-A177-3AD203B41FA5}">
                      <a16:colId xmlns:a16="http://schemas.microsoft.com/office/drawing/2014/main" val="1572267126"/>
                    </a:ext>
                  </a:extLst>
                </a:gridCol>
                <a:gridCol w="1752355">
                  <a:extLst>
                    <a:ext uri="{9D8B030D-6E8A-4147-A177-3AD203B41FA5}">
                      <a16:colId xmlns:a16="http://schemas.microsoft.com/office/drawing/2014/main" val="4222483745"/>
                    </a:ext>
                  </a:extLst>
                </a:gridCol>
              </a:tblGrid>
              <a:tr h="828942">
                <a:tc>
                  <a:txBody>
                    <a:bodyPr/>
                    <a:lstStyle/>
                    <a:p>
                      <a:r>
                        <a:rPr lang="fr-FR" sz="1200" dirty="0"/>
                        <a:t>Ouverture : </a:t>
                      </a:r>
                    </a:p>
                    <a:p>
                      <a:r>
                        <a:rPr lang="fr-FR" sz="1200" dirty="0"/>
                        <a:t>Accueil, Intro, Icebreaker, …</a:t>
                      </a:r>
                    </a:p>
                  </a:txBody>
                  <a:tcPr/>
                </a:tc>
                <a:tc>
                  <a:txBody>
                    <a:bodyPr/>
                    <a:lstStyle/>
                    <a:p>
                      <a:pPr algn="ctr"/>
                      <a:r>
                        <a:rPr lang="fr-FR" sz="1200" dirty="0"/>
                        <a:t>Déroulement</a:t>
                      </a:r>
                    </a:p>
                    <a:p>
                      <a:pPr algn="ctr"/>
                      <a:r>
                        <a:rPr lang="fr-FR" sz="1200" dirty="0"/>
                        <a:t>Règles du jeu, Narratif</a:t>
                      </a:r>
                    </a:p>
                  </a:txBody>
                  <a:tcPr/>
                </a:tc>
                <a:tc>
                  <a:txBody>
                    <a:bodyPr/>
                    <a:lstStyle/>
                    <a:p>
                      <a:r>
                        <a:rPr lang="fr-FR" sz="1200" dirty="0"/>
                        <a:t>Clôture :</a:t>
                      </a:r>
                    </a:p>
                    <a:p>
                      <a:r>
                        <a:rPr lang="fr-FR" sz="1200" dirty="0"/>
                        <a:t>Debriefing, Remerciements, …</a:t>
                      </a:r>
                    </a:p>
                  </a:txBody>
                  <a:tcPr/>
                </a:tc>
                <a:extLst>
                  <a:ext uri="{0D108BD9-81ED-4DB2-BD59-A6C34878D82A}">
                    <a16:rowId xmlns:a16="http://schemas.microsoft.com/office/drawing/2014/main" val="1724558119"/>
                  </a:ext>
                </a:extLst>
              </a:tr>
              <a:tr h="3521451">
                <a:tc>
                  <a:txBody>
                    <a:bodyPr/>
                    <a:lstStyle/>
                    <a:p>
                      <a:r>
                        <a:rPr lang="fr-FR" sz="1200" noProof="0" dirty="0"/>
                        <a:t>Adaptez les « Community Boosters Checklists » aux spécificités de votre propre contexte (ajouter, modifier ou supprimer des critères, changer de points, etc.)</a:t>
                      </a:r>
                    </a:p>
                    <a:p>
                      <a:r>
                        <a:rPr lang="fr-FR" sz="1200" noProof="0" dirty="0"/>
                        <a:t>
Dressez la liste des membres susceptibles de devenir des boosters de sous-communauté. (Devrait être inférieur à 5, idéalement 3)</a:t>
                      </a:r>
                      <a:endParaRPr lang="en-US" sz="1200" noProof="0" dirty="0"/>
                    </a:p>
                  </a:txBody>
                  <a:tcPr/>
                </a:tc>
                <a:tc>
                  <a:txBody>
                    <a:bodyPr/>
                    <a:lstStyle/>
                    <a:p>
                      <a:r>
                        <a:rPr lang="fr-FR" sz="1200" b="1" noProof="0" dirty="0"/>
                        <a:t>10 min Partie 1 Partage de la liste des candidats</a:t>
                      </a:r>
                    </a:p>
                    <a:p>
                      <a:r>
                        <a:rPr lang="fr-FR" sz="1200" noProof="0" dirty="0"/>
                        <a:t>(peut être effectué avant l’atelier) Présentez les membres qui seraient susceptibles de devenir des boosters de sous-communauté. L’atelier sera plus productif si les participants connaissent ces membres. Les membres ne sont pas obligés de participer. Leur participation doit idéalement être rendu possible, en toute transparence.
</a:t>
                      </a:r>
                    </a:p>
                    <a:p>
                      <a:r>
                        <a:rPr lang="fr-FR" sz="1200" b="1" noProof="0" dirty="0"/>
                        <a:t>10 min / candidat Partie 2 Évaluation des candidats (un profil à la fois)</a:t>
                      </a:r>
                      <a:r>
                        <a:rPr lang="fr-FR" sz="1200" noProof="0" dirty="0"/>
                        <a:t>
En commençant par un profil donné, évaluez un candidat à l’aide de la liste 
</a:t>
                      </a:r>
                    </a:p>
                    <a:p>
                      <a:r>
                        <a:rPr lang="fr-FR" sz="1200" b="1" noProof="0" dirty="0"/>
                        <a:t>5 min Partie 3 Sélection des meilleurs candidats pour les prochaines étapes</a:t>
                      </a:r>
                      <a:r>
                        <a:rPr lang="fr-FR" sz="1200" noProof="0" dirty="0"/>
                        <a:t>
En fonction des points et d’autres informations complémentaires de votre choix, sélectionnez les meilleurs candidats pour les prochaines étapes (formation, coaching, changement de poste, allocation des ressources, etc.)
</a:t>
                      </a:r>
                    </a:p>
                    <a:p>
                      <a:r>
                        <a:rPr lang="fr-FR" sz="1200" b="1" noProof="0" dirty="0"/>
                        <a:t>10 min Partie 4 Réflexion sur les prochaines étapes</a:t>
                      </a:r>
                      <a:r>
                        <a:rPr lang="fr-FR" sz="1200" noProof="0" dirty="0"/>
                        <a:t>
Pour les candidats sélectionnés, définir les prochaines étapes, catégorie par catégorie (intention, ressources et capacité, etc.)</a:t>
                      </a:r>
                      <a:endParaRPr lang="en-US" sz="1200" b="0" noProof="0" dirty="0"/>
                    </a:p>
                  </a:txBody>
                  <a:tcPr/>
                </a:tc>
                <a:tc>
                  <a:txBody>
                    <a:bodyPr/>
                    <a:lstStyle/>
                    <a:p>
                      <a:r>
                        <a:rPr lang="fr-FR" sz="1200" b="1" noProof="0" dirty="0"/>
                        <a:t>10 minutes</a:t>
                      </a:r>
                      <a:r>
                        <a:rPr lang="fr-FR" sz="1200" noProof="0" dirty="0"/>
                        <a:t>
Discuter du suivi des actions
Discuter ensemble de la manière dont les actions d’amélioration seront réalisées et suivies
</a:t>
                      </a:r>
                      <a:endParaRPr lang="en-US" sz="1200" b="0" noProof="0" dirty="0"/>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562433" y="3271098"/>
            <a:ext cx="1145220" cy="1015275"/>
          </a:xfrm>
          <a:prstGeom prst="rect">
            <a:avLst/>
          </a:prstGeom>
        </p:spPr>
        <p:txBody>
          <a:bodyPr vert="horz" lIns="91440" tIns="45720" rIns="91440" bIns="45720" rtlCol="0" anchor="t">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solidFill>
                  <a:srgbClr val="000000"/>
                </a:solidFill>
                <a:cs typeface="Calibri"/>
              </a:rPr>
              <a:t>Total:
55 min (3 </a:t>
            </a:r>
            <a:r>
              <a:rPr lang="en-US" sz="2000" b="1" dirty="0" err="1">
                <a:solidFill>
                  <a:srgbClr val="000000"/>
                </a:solidFill>
                <a:cs typeface="Calibri"/>
              </a:rPr>
              <a:t>candidats</a:t>
            </a:r>
            <a:r>
              <a:rPr lang="en-US" sz="2000" b="1" dirty="0">
                <a:solidFill>
                  <a:srgbClr val="000000"/>
                </a:solidFill>
                <a:cs typeface="Calibri"/>
              </a:rPr>
              <a:t>)
1h15 (5 </a:t>
            </a:r>
            <a:r>
              <a:rPr lang="en-US" sz="2000" b="1" dirty="0" err="1">
                <a:solidFill>
                  <a:srgbClr val="000000"/>
                </a:solidFill>
                <a:cs typeface="Calibri"/>
              </a:rPr>
              <a:t>candidats</a:t>
            </a:r>
            <a:r>
              <a:rPr lang="en-US" sz="2000" b="1" dirty="0">
                <a:solidFill>
                  <a:srgbClr val="000000"/>
                </a:solidFill>
                <a:cs typeface="Calibri"/>
              </a:rPr>
              <a:t>)</a:t>
            </a:r>
          </a:p>
        </p:txBody>
      </p:sp>
    </p:spTree>
    <p:extLst>
      <p:ext uri="{BB962C8B-B14F-4D97-AF65-F5344CB8AC3E}">
        <p14:creationId xmlns:p14="http://schemas.microsoft.com/office/powerpoint/2010/main" val="4289724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normAutofit/>
          </a:bodyPr>
          <a:lstStyle/>
          <a:p>
            <a:r>
              <a:rPr lang="fr-FR" dirty="0"/>
              <a:t>Organiser l’atelier des listes d’évaluation de Community Boosters</a:t>
            </a:r>
            <a:endParaRPr lang="en-US" dirty="0"/>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402256" y="191522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402256" y="249442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Avoir appris les bases pour que les boosters communautaires puissent exercer correctement
Avoir réfléchi à divers aspects du développement d’un Community Boosters
</a:t>
            </a:r>
            <a:endParaRPr lang="en-US" sz="1200" dirty="0"/>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3321056" y="191522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3321056" y="249442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Identification des prochaines étapes pour le développement de Community Boosters ou de Boosters communautaires potentiels
</a:t>
            </a:r>
            <a:endParaRPr lang="en-US" sz="1200" dirty="0"/>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6253803" y="191522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6253803" y="2494428"/>
            <a:ext cx="2832018" cy="1690823"/>
          </a:xfrm>
          <a:prstGeom prst="rect">
            <a:avLst/>
          </a:prstGeom>
          <a:solidFill>
            <a:schemeClr val="bg1">
              <a:lumMod val="95000"/>
            </a:schemeClr>
          </a:solidFill>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Meilleure utilisation dans les communautés d’entreprises
1 à 5 utilisateurs
Leaders communautaires ou décideurs de la communauté
Les participants doivent savoir ce qu’est une communauté, pour quelles communautés ils veulent choisir des leaders, et être en mesure d’aider ces leaders avec des actions ou des décisions.</a:t>
            </a:r>
            <a:endParaRPr lang="en-US" sz="1200" dirty="0"/>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9172603" y="191522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9172603" y="2494428"/>
            <a:ext cx="2832018" cy="1690823"/>
          </a:xfrm>
          <a:prstGeom prst="rect">
            <a:avLst/>
          </a:prstGeom>
          <a:solidFill>
            <a:schemeClr val="bg1"/>
          </a:solidFill>
          <a:ln>
            <a:solidFill>
              <a:schemeClr val="tx1"/>
            </a:solidFill>
          </a:ln>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La Communauté XYZ est une communauté de pratique dans un environnement d’entreprise.  </a:t>
            </a:r>
          </a:p>
          <a:p>
            <a:pPr marL="0" indent="0">
              <a:buNone/>
            </a:pPr>
            <a:r>
              <a:rPr lang="fr-FR" sz="1200" dirty="0"/>
              <a:t>Elle a eu du succès pendant plusieurs mois, mais les membres s’intéressent de moins en moins aux sujets communs, alors qu’ils s’intéressent de plus en plus aux sous-groupes. </a:t>
            </a:r>
          </a:p>
          <a:p>
            <a:pPr marL="0" indent="0">
              <a:buNone/>
            </a:pPr>
            <a:r>
              <a:rPr lang="fr-FR" sz="1200" dirty="0"/>
              <a:t>Les leaders de XYZ décident d’utiliser les listes de contrôle Community Boosters pour évaluer les candidats aux postes de direction des sous-groupes.
</a:t>
            </a:r>
            <a:endParaRPr lang="en-US" sz="1200" dirty="0"/>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402256" y="435006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402256" y="492927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Soft </a:t>
            </a:r>
            <a:r>
              <a:rPr lang="fr-FR" sz="1200" dirty="0" err="1"/>
              <a:t>Skills</a:t>
            </a:r>
            <a:r>
              <a:rPr lang="fr-FR" sz="1200" dirty="0"/>
              <a:t> d’un booster communautaire
Évolution d’une communauté
</a:t>
            </a:r>
            <a:endParaRPr lang="en-US" sz="1200" dirty="0"/>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3321056" y="435006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3321056" y="492927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55min à 1h15min</a:t>
            </a:r>
          </a:p>
          <a:p>
            <a:pPr marL="0" indent="0">
              <a:buFont typeface="Arial" panose="020B0604020202020204" pitchFamily="34" charset="0"/>
              <a:buNone/>
            </a:pPr>
            <a:r>
              <a:rPr lang="fr-FR" sz="1200" dirty="0"/>
              <a:t>Pas d’équipement particulier (slides à copier)</a:t>
            </a:r>
          </a:p>
          <a:p>
            <a:pPr marL="0" indent="0">
              <a:buFont typeface="Arial" panose="020B0604020202020204" pitchFamily="34" charset="0"/>
              <a:buNone/>
            </a:pPr>
            <a:r>
              <a:rPr lang="fr-FR" sz="1200" dirty="0"/>
              <a:t>Distanciel comme présentiel</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6253803" y="435006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6253803" y="492927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Audit de Communauté</a:t>
            </a:r>
            <a:endParaRPr lang="en-US" sz="1200" dirty="0"/>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9172603" y="435006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🎤Pitch court (à copier-coller dans les descriptifs)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9172603" y="4929273"/>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Les Community Boosters sont des personnes qui aident une communauté à prospérer et jouent un rôle clé pour l’engagement des membres.
Le développement de Community Booster est une question multifactorielle, qui peut sembler très complexe ou floue à première vue. 
Community Boosters checklists est un atelier pour aider à faire progresser les Boosters.</a:t>
            </a:r>
            <a:endParaRPr lang="en-US" sz="1200" dirty="0"/>
          </a:p>
        </p:txBody>
      </p:sp>
    </p:spTree>
    <p:extLst>
      <p:ext uri="{BB962C8B-B14F-4D97-AF65-F5344CB8AC3E}">
        <p14:creationId xmlns:p14="http://schemas.microsoft.com/office/powerpoint/2010/main" val="471399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a:t>Co-animation de l’atelier des listes d’évaluation de Community Boosters</a:t>
            </a:r>
          </a:p>
        </p:txBody>
      </p:sp>
      <p:graphicFrame>
        <p:nvGraphicFramePr>
          <p:cNvPr id="43" name="Tableau 9">
            <a:extLst>
              <a:ext uri="{FF2B5EF4-FFF2-40B4-BE49-F238E27FC236}">
                <a16:creationId xmlns:a16="http://schemas.microsoft.com/office/drawing/2014/main" id="{C67131CB-D953-44BF-AB8A-A11E972A5B0B}"/>
              </a:ext>
            </a:extLst>
          </p:cNvPr>
          <p:cNvGraphicFramePr>
            <a:graphicFrameLocks/>
          </p:cNvGraphicFramePr>
          <p:nvPr>
            <p:extLst>
              <p:ext uri="{D42A27DB-BD31-4B8C-83A1-F6EECF244321}">
                <p14:modId xmlns:p14="http://schemas.microsoft.com/office/powerpoint/2010/main" val="2948204473"/>
              </p:ext>
            </p:extLst>
          </p:nvPr>
        </p:nvGraphicFramePr>
        <p:xfrm>
          <a:off x="838200" y="2345604"/>
          <a:ext cx="9296376" cy="2837401"/>
        </p:xfrm>
        <a:graphic>
          <a:graphicData uri="http://schemas.openxmlformats.org/drawingml/2006/table">
            <a:tbl>
              <a:tblPr firstRow="1" firstCol="1" bandRow="1">
                <a:tableStyleId>{5C22544A-7EE6-4342-B048-85BDC9FD1C3A}</a:tableStyleId>
              </a:tblPr>
              <a:tblGrid>
                <a:gridCol w="5079154">
                  <a:extLst>
                    <a:ext uri="{9D8B030D-6E8A-4147-A177-3AD203B41FA5}">
                      <a16:colId xmlns:a16="http://schemas.microsoft.com/office/drawing/2014/main" val="750356738"/>
                    </a:ext>
                  </a:extLst>
                </a:gridCol>
                <a:gridCol w="2108611">
                  <a:extLst>
                    <a:ext uri="{9D8B030D-6E8A-4147-A177-3AD203B41FA5}">
                      <a16:colId xmlns:a16="http://schemas.microsoft.com/office/drawing/2014/main" val="1055331832"/>
                    </a:ext>
                  </a:extLst>
                </a:gridCol>
                <a:gridCol w="2108611">
                  <a:extLst>
                    <a:ext uri="{9D8B030D-6E8A-4147-A177-3AD203B41FA5}">
                      <a16:colId xmlns:a16="http://schemas.microsoft.com/office/drawing/2014/main" val="171301708"/>
                    </a:ext>
                  </a:extLst>
                </a:gridCol>
              </a:tblGrid>
              <a:tr h="428814">
                <a:tc>
                  <a:txBody>
                    <a:bodyPr/>
                    <a:lstStyle/>
                    <a:p>
                      <a:endParaRPr lang="fr-FR" sz="1200" noProof="0" dirty="0"/>
                    </a:p>
                  </a:txBody>
                  <a:tcPr>
                    <a:solidFill>
                      <a:srgbClr val="0683AA"/>
                    </a:solidFill>
                  </a:tcPr>
                </a:tc>
                <a:tc>
                  <a:txBody>
                    <a:bodyPr/>
                    <a:lstStyle/>
                    <a:p>
                      <a:pPr algn="ctr"/>
                      <a:r>
                        <a:rPr lang="fr-FR" sz="1200" noProof="0" dirty="0"/>
                        <a:t>Niv 4 </a:t>
                      </a:r>
                    </a:p>
                    <a:p>
                      <a:pPr algn="ctr"/>
                      <a:r>
                        <a:rPr lang="fr-FR" sz="1200" noProof="0" dirty="0"/>
                        <a:t>Co-animateur(-</a:t>
                      </a:r>
                      <a:r>
                        <a:rPr lang="fr-FR" sz="1200" noProof="0" dirty="0" err="1"/>
                        <a:t>trice</a:t>
                      </a:r>
                      <a:r>
                        <a:rPr lang="fr-FR" sz="1200" noProof="0" dirty="0"/>
                        <a:t>)</a:t>
                      </a:r>
                    </a:p>
                  </a:txBody>
                  <a:tcPr>
                    <a:solidFill>
                      <a:srgbClr val="0683AA"/>
                    </a:solidFill>
                  </a:tcPr>
                </a:tc>
                <a:tc>
                  <a:txBody>
                    <a:bodyPr/>
                    <a:lstStyle/>
                    <a:p>
                      <a:pPr algn="ctr"/>
                      <a:r>
                        <a:rPr lang="fr-FR" sz="1200" noProof="0" dirty="0"/>
                        <a:t>Niv 5</a:t>
                      </a:r>
                    </a:p>
                    <a:p>
                      <a:pPr algn="ctr"/>
                      <a:r>
                        <a:rPr lang="fr-FR" sz="1200" noProof="0" dirty="0"/>
                        <a:t>Lead Animateur(-</a:t>
                      </a:r>
                      <a:r>
                        <a:rPr lang="fr-FR" sz="1200" noProof="0" dirty="0" err="1"/>
                        <a:t>trice</a:t>
                      </a:r>
                      <a:r>
                        <a:rPr lang="fr-FR" sz="1200" noProof="0" dirty="0"/>
                        <a:t>)</a:t>
                      </a:r>
                    </a:p>
                  </a:txBody>
                  <a:tcPr>
                    <a:solidFill>
                      <a:srgbClr val="0683AA"/>
                    </a:solidFill>
                  </a:tcPr>
                </a:tc>
                <a:extLst>
                  <a:ext uri="{0D108BD9-81ED-4DB2-BD59-A6C34878D82A}">
                    <a16:rowId xmlns:a16="http://schemas.microsoft.com/office/drawing/2014/main" val="1531808552"/>
                  </a:ext>
                </a:extLst>
              </a:tr>
              <a:tr h="208025">
                <a:tc>
                  <a:txBody>
                    <a:bodyPr/>
                    <a:lstStyle/>
                    <a:p>
                      <a:r>
                        <a:rPr lang="fr-FR" sz="1400" noProof="0"/>
                        <a:t>Intro – Accueil - Ouverture – Présenter l’objectif de l’atelier</a:t>
                      </a:r>
                    </a:p>
                  </a:txBody>
                  <a:tcPr>
                    <a:solidFill>
                      <a:srgbClr val="0683AA"/>
                    </a:solidFill>
                  </a:tcPr>
                </a:tc>
                <a:tc>
                  <a:txBody>
                    <a:bodyPr/>
                    <a:lstStyle/>
                    <a:p>
                      <a:pPr algn="ctr"/>
                      <a:endParaRPr lang="en-US" sz="1400" noProof="0" dirty="0"/>
                    </a:p>
                  </a:txBody>
                  <a:tcPr/>
                </a:tc>
                <a:tc>
                  <a:txBody>
                    <a:bodyPr/>
                    <a:lstStyle/>
                    <a:p>
                      <a:pPr algn="ctr"/>
                      <a:r>
                        <a:rPr lang="en-US" sz="1400" noProof="0" dirty="0"/>
                        <a:t>X</a:t>
                      </a:r>
                    </a:p>
                  </a:txBody>
                  <a:tcPr/>
                </a:tc>
                <a:extLst>
                  <a:ext uri="{0D108BD9-81ED-4DB2-BD59-A6C34878D82A}">
                    <a16:rowId xmlns:a16="http://schemas.microsoft.com/office/drawing/2014/main" val="3466427935"/>
                  </a:ext>
                </a:extLst>
              </a:tr>
              <a:tr h="208025">
                <a:tc>
                  <a:txBody>
                    <a:bodyPr/>
                    <a:lstStyle/>
                    <a:p>
                      <a:r>
                        <a:rPr lang="fr-FR" sz="1400" noProof="0"/>
                        <a:t>(Facultatif) Présentation #OpenSeriousCommunity</a:t>
                      </a:r>
                    </a:p>
                  </a:txBody>
                  <a:tcPr>
                    <a:solidFill>
                      <a:srgbClr val="0683AA"/>
                    </a:solidFill>
                  </a:tcPr>
                </a:tc>
                <a:tc>
                  <a:txBody>
                    <a:bodyPr/>
                    <a:lstStyle/>
                    <a:p>
                      <a:pPr algn="ctr"/>
                      <a:endParaRPr lang="en-US" sz="1400" noProof="0" dirty="0"/>
                    </a:p>
                  </a:txBody>
                  <a:tcPr/>
                </a:tc>
                <a:tc>
                  <a:txBody>
                    <a:bodyPr/>
                    <a:lstStyle/>
                    <a:p>
                      <a:pPr algn="ctr"/>
                      <a:r>
                        <a:rPr lang="en-US" sz="1400" noProof="0" dirty="0"/>
                        <a:t>X</a:t>
                      </a:r>
                    </a:p>
                  </a:txBody>
                  <a:tcPr/>
                </a:tc>
                <a:extLst>
                  <a:ext uri="{0D108BD9-81ED-4DB2-BD59-A6C34878D82A}">
                    <a16:rowId xmlns:a16="http://schemas.microsoft.com/office/drawing/2014/main" val="615886325"/>
                  </a:ext>
                </a:extLst>
              </a:tr>
              <a:tr h="338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noProof="0"/>
                        <a:t>Présenter différents profils de candidats</a:t>
                      </a:r>
                    </a:p>
                  </a:txBody>
                  <a:tcPr>
                    <a:solidFill>
                      <a:srgbClr val="0683AA"/>
                    </a:solidFill>
                  </a:tcPr>
                </a:tc>
                <a:tc>
                  <a:txBody>
                    <a:bodyPr/>
                    <a:lstStyle/>
                    <a:p>
                      <a:pPr algn="ctr"/>
                      <a:r>
                        <a:rPr lang="en-US" sz="1400" noProof="0" dirty="0"/>
                        <a:t>X</a:t>
                      </a:r>
                    </a:p>
                  </a:txBody>
                  <a:tcPr/>
                </a:tc>
                <a:tc>
                  <a:txBody>
                    <a:bodyPr/>
                    <a:lstStyle/>
                    <a:p>
                      <a:pPr algn="ctr"/>
                      <a:endParaRPr lang="en-US" sz="1400" noProof="0" dirty="0"/>
                    </a:p>
                  </a:txBody>
                  <a:tcPr/>
                </a:tc>
                <a:extLst>
                  <a:ext uri="{0D108BD9-81ED-4DB2-BD59-A6C34878D82A}">
                    <a16:rowId xmlns:a16="http://schemas.microsoft.com/office/drawing/2014/main" val="1786242576"/>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noProof="0"/>
                        <a:t>Expliquer les dimensions de l’évaluation</a:t>
                      </a:r>
                    </a:p>
                  </a:txBody>
                  <a:tcPr>
                    <a:solidFill>
                      <a:srgbClr val="0683AA"/>
                    </a:solidFill>
                  </a:tcPr>
                </a:tc>
                <a:tc>
                  <a:txBody>
                    <a:bodyPr/>
                    <a:lstStyle/>
                    <a:p>
                      <a:pPr algn="ctr"/>
                      <a:endParaRPr lang="en-US" sz="1400" noProof="0" dirty="0"/>
                    </a:p>
                  </a:txBody>
                  <a:tcPr/>
                </a:tc>
                <a:tc>
                  <a:txBody>
                    <a:bodyPr/>
                    <a:lstStyle/>
                    <a:p>
                      <a:pPr algn="ctr"/>
                      <a:r>
                        <a:rPr lang="en-US" sz="1400" noProof="0" dirty="0"/>
                        <a:t>X</a:t>
                      </a:r>
                    </a:p>
                  </a:txBody>
                  <a:tcPr/>
                </a:tc>
                <a:extLst>
                  <a:ext uri="{0D108BD9-81ED-4DB2-BD59-A6C34878D82A}">
                    <a16:rowId xmlns:a16="http://schemas.microsoft.com/office/drawing/2014/main" val="1881446753"/>
                  </a:ext>
                </a:extLst>
              </a:tr>
              <a:tr h="208025">
                <a:tc>
                  <a:txBody>
                    <a:bodyPr/>
                    <a:lstStyle/>
                    <a:p>
                      <a:r>
                        <a:rPr lang="fr-FR" sz="1400" noProof="0"/>
                        <a:t>Évaluation principale de chaque candidat</a:t>
                      </a:r>
                    </a:p>
                  </a:txBody>
                  <a:tcPr>
                    <a:solidFill>
                      <a:srgbClr val="0683AA"/>
                    </a:solidFill>
                  </a:tcPr>
                </a:tc>
                <a:tc>
                  <a:txBody>
                    <a:bodyPr/>
                    <a:lstStyle/>
                    <a:p>
                      <a:pPr algn="ctr"/>
                      <a:r>
                        <a:rPr lang="en-US" sz="1400" noProof="0" dirty="0"/>
                        <a:t>X</a:t>
                      </a:r>
                    </a:p>
                  </a:txBody>
                  <a:tcPr/>
                </a:tc>
                <a:tc>
                  <a:txBody>
                    <a:bodyPr/>
                    <a:lstStyle/>
                    <a:p>
                      <a:pPr algn="ctr"/>
                      <a:r>
                        <a:rPr lang="en-US" sz="1400" noProof="0" dirty="0"/>
                        <a:t>X</a:t>
                      </a:r>
                    </a:p>
                  </a:txBody>
                  <a:tcPr/>
                </a:tc>
                <a:extLst>
                  <a:ext uri="{0D108BD9-81ED-4DB2-BD59-A6C34878D82A}">
                    <a16:rowId xmlns:a16="http://schemas.microsoft.com/office/drawing/2014/main" val="792998367"/>
                  </a:ext>
                </a:extLst>
              </a:tr>
              <a:tr h="208025">
                <a:tc>
                  <a:txBody>
                    <a:bodyPr/>
                    <a:lstStyle/>
                    <a:p>
                      <a:r>
                        <a:rPr lang="fr-FR" sz="1400" noProof="0"/>
                        <a:t>Préparer le radar</a:t>
                      </a:r>
                    </a:p>
                  </a:txBody>
                  <a:tcPr>
                    <a:solidFill>
                      <a:srgbClr val="0683AA"/>
                    </a:solidFill>
                  </a:tcPr>
                </a:tc>
                <a:tc>
                  <a:txBody>
                    <a:bodyPr/>
                    <a:lstStyle/>
                    <a:p>
                      <a:pPr algn="ctr"/>
                      <a:r>
                        <a:rPr lang="en-US" sz="1400" noProof="0" dirty="0"/>
                        <a:t>X</a:t>
                      </a:r>
                    </a:p>
                  </a:txBody>
                  <a:tcPr/>
                </a:tc>
                <a:tc>
                  <a:txBody>
                    <a:bodyPr/>
                    <a:lstStyle/>
                    <a:p>
                      <a:pPr algn="ctr"/>
                      <a:endParaRPr lang="en-US" sz="1400" noProof="0" dirty="0"/>
                    </a:p>
                  </a:txBody>
                  <a:tcPr/>
                </a:tc>
                <a:extLst>
                  <a:ext uri="{0D108BD9-81ED-4DB2-BD59-A6C34878D82A}">
                    <a16:rowId xmlns:a16="http://schemas.microsoft.com/office/drawing/2014/main" val="1110937315"/>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noProof="0" dirty="0"/>
                        <a:t>Diriger le brainstorming des prochaines étapes</a:t>
                      </a:r>
                    </a:p>
                  </a:txBody>
                  <a:tcPr>
                    <a:solidFill>
                      <a:srgbClr val="0683AA"/>
                    </a:solidFill>
                  </a:tcPr>
                </a:tc>
                <a:tc>
                  <a:txBody>
                    <a:bodyPr/>
                    <a:lstStyle/>
                    <a:p>
                      <a:pPr algn="ctr"/>
                      <a:endParaRPr lang="en-US" sz="1400" noProof="0" dirty="0"/>
                    </a:p>
                  </a:txBody>
                  <a:tcPr/>
                </a:tc>
                <a:tc>
                  <a:txBody>
                    <a:bodyPr/>
                    <a:lstStyle/>
                    <a:p>
                      <a:pPr algn="ctr"/>
                      <a:r>
                        <a:rPr lang="en-US" sz="1400" noProof="0" dirty="0"/>
                        <a:t>X</a:t>
                      </a:r>
                    </a:p>
                  </a:txBody>
                  <a:tcPr/>
                </a:tc>
                <a:extLst>
                  <a:ext uri="{0D108BD9-81ED-4DB2-BD59-A6C34878D82A}">
                    <a16:rowId xmlns:a16="http://schemas.microsoft.com/office/drawing/2014/main" val="3635335861"/>
                  </a:ext>
                </a:extLst>
              </a:tr>
            </a:tbl>
          </a:graphicData>
        </a:graphic>
      </p:graphicFrame>
      <p:grpSp>
        <p:nvGrpSpPr>
          <p:cNvPr id="44" name="Groupe 43">
            <a:extLst>
              <a:ext uri="{FF2B5EF4-FFF2-40B4-BE49-F238E27FC236}">
                <a16:creationId xmlns:a16="http://schemas.microsoft.com/office/drawing/2014/main" id="{F8E966ED-5074-4846-A482-68976B957569}"/>
              </a:ext>
            </a:extLst>
          </p:cNvPr>
          <p:cNvGrpSpPr/>
          <p:nvPr/>
        </p:nvGrpSpPr>
        <p:grpSpPr>
          <a:xfrm>
            <a:off x="6644433" y="1716412"/>
            <a:ext cx="601806" cy="648730"/>
            <a:chOff x="6060465" y="3463636"/>
            <a:chExt cx="819385" cy="883274"/>
          </a:xfrm>
          <a:solidFill>
            <a:srgbClr val="ED7D31"/>
          </a:solidFill>
        </p:grpSpPr>
        <p:pic>
          <p:nvPicPr>
            <p:cNvPr id="45" name="Graphique 44" descr="Presse-papiers mixte avec un remplissage uni">
              <a:extLst>
                <a:ext uri="{FF2B5EF4-FFF2-40B4-BE49-F238E27FC236}">
                  <a16:creationId xmlns:a16="http://schemas.microsoft.com/office/drawing/2014/main" id="{1ABAA31F-6624-406E-B678-E09F2023F1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46" name="Groupe 45">
              <a:extLst>
                <a:ext uri="{FF2B5EF4-FFF2-40B4-BE49-F238E27FC236}">
                  <a16:creationId xmlns:a16="http://schemas.microsoft.com/office/drawing/2014/main" id="{F9C9270F-ABF8-4536-8959-2839FDA4754E}"/>
                </a:ext>
              </a:extLst>
            </p:cNvPr>
            <p:cNvGrpSpPr/>
            <p:nvPr/>
          </p:nvGrpSpPr>
          <p:grpSpPr>
            <a:xfrm>
              <a:off x="6132133" y="3463636"/>
              <a:ext cx="612923" cy="883274"/>
              <a:chOff x="6132133" y="3463636"/>
              <a:chExt cx="612923" cy="883274"/>
            </a:xfrm>
            <a:grpFill/>
          </p:grpSpPr>
          <p:pic>
            <p:nvPicPr>
              <p:cNvPr id="49" name="Graphique 48" descr="Centre d’appels avec un remplissage uni">
                <a:extLst>
                  <a:ext uri="{FF2B5EF4-FFF2-40B4-BE49-F238E27FC236}">
                    <a16:creationId xmlns:a16="http://schemas.microsoft.com/office/drawing/2014/main" id="{78CFAE08-6861-4F90-B672-DCD6A66512D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50" name="Groupe 49">
                <a:extLst>
                  <a:ext uri="{FF2B5EF4-FFF2-40B4-BE49-F238E27FC236}">
                    <a16:creationId xmlns:a16="http://schemas.microsoft.com/office/drawing/2014/main" id="{0D1D2987-E2E3-463F-9EAB-05C450EAB8D7}"/>
                  </a:ext>
                </a:extLst>
              </p:cNvPr>
              <p:cNvGrpSpPr/>
              <p:nvPr/>
            </p:nvGrpSpPr>
            <p:grpSpPr>
              <a:xfrm flipH="1">
                <a:off x="6132133" y="3682042"/>
                <a:ext cx="611857" cy="664868"/>
                <a:chOff x="5018285" y="4055721"/>
                <a:chExt cx="696982" cy="731970"/>
              </a:xfrm>
              <a:grpFill/>
            </p:grpSpPr>
            <p:pic>
              <p:nvPicPr>
                <p:cNvPr id="51" name="Graphique 50" descr="Personne confuse avec un remplissage uni">
                  <a:extLst>
                    <a:ext uri="{FF2B5EF4-FFF2-40B4-BE49-F238E27FC236}">
                      <a16:creationId xmlns:a16="http://schemas.microsoft.com/office/drawing/2014/main" id="{6885D23E-B058-4F69-BF00-3095C781D09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52" name="Rectangle : coins arrondis 51">
                  <a:extLst>
                    <a:ext uri="{FF2B5EF4-FFF2-40B4-BE49-F238E27FC236}">
                      <a16:creationId xmlns:a16="http://schemas.microsoft.com/office/drawing/2014/main" id="{AFA07308-E0DC-477A-B4FB-53B7E3D39F6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7" name="Image 46">
              <a:extLst>
                <a:ext uri="{FF2B5EF4-FFF2-40B4-BE49-F238E27FC236}">
                  <a16:creationId xmlns:a16="http://schemas.microsoft.com/office/drawing/2014/main" id="{3BECF24B-9BEB-4124-9667-0AA89FD0069C}"/>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8" name="Graphique 47" descr="Chronomètre avec un remplissage uni">
              <a:extLst>
                <a:ext uri="{FF2B5EF4-FFF2-40B4-BE49-F238E27FC236}">
                  <a16:creationId xmlns:a16="http://schemas.microsoft.com/office/drawing/2014/main" id="{868082C9-12C9-4394-AD34-984C1BDC0B9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grpSp>
        <p:nvGrpSpPr>
          <p:cNvPr id="53" name="Groupe 52">
            <a:extLst>
              <a:ext uri="{FF2B5EF4-FFF2-40B4-BE49-F238E27FC236}">
                <a16:creationId xmlns:a16="http://schemas.microsoft.com/office/drawing/2014/main" id="{BE74EE7E-6AA8-4048-BFFA-6E746582BBA3}"/>
              </a:ext>
            </a:extLst>
          </p:cNvPr>
          <p:cNvGrpSpPr/>
          <p:nvPr/>
        </p:nvGrpSpPr>
        <p:grpSpPr>
          <a:xfrm>
            <a:off x="8701275" y="1570767"/>
            <a:ext cx="721271" cy="781037"/>
            <a:chOff x="7560150" y="2879049"/>
            <a:chExt cx="982042" cy="1063416"/>
          </a:xfrm>
          <a:solidFill>
            <a:srgbClr val="ED7D31"/>
          </a:solidFill>
        </p:grpSpPr>
        <p:grpSp>
          <p:nvGrpSpPr>
            <p:cNvPr id="54" name="Groupe 53">
              <a:extLst>
                <a:ext uri="{FF2B5EF4-FFF2-40B4-BE49-F238E27FC236}">
                  <a16:creationId xmlns:a16="http://schemas.microsoft.com/office/drawing/2014/main" id="{9B157688-05ED-4BBB-90AC-F7651B8327BE}"/>
                </a:ext>
              </a:extLst>
            </p:cNvPr>
            <p:cNvGrpSpPr/>
            <p:nvPr/>
          </p:nvGrpSpPr>
          <p:grpSpPr>
            <a:xfrm>
              <a:off x="7798849" y="2879049"/>
              <a:ext cx="743343" cy="1063416"/>
              <a:chOff x="6391015" y="3260296"/>
              <a:chExt cx="743343" cy="1063416"/>
            </a:xfrm>
            <a:grpFill/>
          </p:grpSpPr>
          <p:grpSp>
            <p:nvGrpSpPr>
              <p:cNvPr id="56" name="Groupe 55">
                <a:extLst>
                  <a:ext uri="{FF2B5EF4-FFF2-40B4-BE49-F238E27FC236}">
                    <a16:creationId xmlns:a16="http://schemas.microsoft.com/office/drawing/2014/main" id="{CC540D72-7C09-4233-ABAA-240E09EA840C}"/>
                  </a:ext>
                </a:extLst>
              </p:cNvPr>
              <p:cNvGrpSpPr/>
              <p:nvPr/>
            </p:nvGrpSpPr>
            <p:grpSpPr>
              <a:xfrm>
                <a:off x="6391015" y="3260296"/>
                <a:ext cx="743343" cy="1063416"/>
                <a:chOff x="6298348" y="3168316"/>
                <a:chExt cx="867130" cy="1240504"/>
              </a:xfrm>
              <a:grpFill/>
            </p:grpSpPr>
            <p:pic>
              <p:nvPicPr>
                <p:cNvPr id="58" name="Graphique 57" descr="Enseignant avec un remplissage uni">
                  <a:extLst>
                    <a:ext uri="{FF2B5EF4-FFF2-40B4-BE49-F238E27FC236}">
                      <a16:creationId xmlns:a16="http://schemas.microsoft.com/office/drawing/2014/main" id="{1C95EF60-D701-4C44-ABAD-3CF13FDB025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298348" y="3168316"/>
                  <a:ext cx="867130" cy="867130"/>
                </a:xfrm>
                <a:prstGeom prst="rect">
                  <a:avLst/>
                </a:prstGeom>
              </p:spPr>
            </p:pic>
            <p:pic>
              <p:nvPicPr>
                <p:cNvPr id="59" name="Graphique 58" descr="Personne confuse avec un remplissage uni">
                  <a:extLst>
                    <a:ext uri="{FF2B5EF4-FFF2-40B4-BE49-F238E27FC236}">
                      <a16:creationId xmlns:a16="http://schemas.microsoft.com/office/drawing/2014/main" id="{0138BCD2-DD33-4BB6-8A92-3EF2E88ACA3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4664" t="32545" r="38513" b="-1"/>
                <a:stretch/>
              </p:blipFill>
              <p:spPr>
                <a:xfrm>
                  <a:off x="6367463" y="3792004"/>
                  <a:ext cx="245268" cy="616816"/>
                </a:xfrm>
                <a:prstGeom prst="rect">
                  <a:avLst/>
                </a:prstGeom>
              </p:spPr>
            </p:pic>
            <p:sp>
              <p:nvSpPr>
                <p:cNvPr id="60" name="Rectangle : coins arrondis 59">
                  <a:extLst>
                    <a:ext uri="{FF2B5EF4-FFF2-40B4-BE49-F238E27FC236}">
                      <a16:creationId xmlns:a16="http://schemas.microsoft.com/office/drawing/2014/main" id="{52EC895E-24CD-48F5-BE5F-FAC6F2D0A885}"/>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57" name="Image 56">
                <a:extLst>
                  <a:ext uri="{FF2B5EF4-FFF2-40B4-BE49-F238E27FC236}">
                    <a16:creationId xmlns:a16="http://schemas.microsoft.com/office/drawing/2014/main" id="{5B497419-ED2B-46C0-ADB0-2795E645E15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55" name="Graphique 54" descr="Presse-papiers mixte avec un remplissage uni">
              <a:extLst>
                <a:ext uri="{FF2B5EF4-FFF2-40B4-BE49-F238E27FC236}">
                  <a16:creationId xmlns:a16="http://schemas.microsoft.com/office/drawing/2014/main" id="{103AB455-66F7-4D99-AE97-17F00DDA6F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1470767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Animer l’atelier des listes d’évaluation de Community Boosters</a:t>
            </a:r>
            <a:endParaRPr lang="en-US" dirty="0"/>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520758"/>
          </a:xfrm>
        </p:spPr>
        <p:txBody>
          <a:bodyPr/>
          <a:lstStyle/>
          <a:p>
            <a:r>
              <a:rPr lang="fr-FR" sz="1200" dirty="0"/>
              <a:t>Lorsque vous utilisez cet atelier, vous pouvez être ou bien : 
Décideur à propos des leaders communautaires
Coach pour les membres de la communauté
Dans tous les cas, soyez clair sur votre position avec les participants.
</a:t>
            </a:r>
            <a:endParaRPr lang="en-US" sz="1200" dirty="0"/>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a:bodyPr>
          <a:lstStyle/>
          <a:p>
            <a:r>
              <a:rPr lang="fr-FR" sz="1400" dirty="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600"/>
            <a:ext cx="5247090" cy="3520758"/>
          </a:xfrm>
        </p:spPr>
        <p:txBody>
          <a:bodyPr/>
          <a:lstStyle/>
          <a:p>
            <a:r>
              <a:rPr lang="fr-FR" sz="1200" dirty="0"/>
              <a:t>Assurez-vous de présenter l’évaluation non pas comme un jugement d’une personne en général, mais comme une évaluation d’un statut donné à un moment donné. Promouvoir les possibilités d’amélioration continue, non seulement en matière de compétences, mais aussi dans les aspects situationnels (reconnaissance, ressources) et la motivation (intention).
Les listes de contrôle communautaires sont mieux utilisées lorsqu’elles sont transparentes pour tous, y compris les candidats. Les candidats peuvent même être invités à l’atelier (et devraient l’être).
Assurez-vous d’insister sur le fait que toute catégorie (intention, ...) est rarement suffisante à elle seule. Quelqu’un avec de grandes intentions mais rien d’autre (pas de moyens, pas de reconnaissance, pas de compétences, ...) aura un chemin fastidieux à faire. De même, quelqu’un avec des compétences seulement, ou quelqu’un avec des réalisations seulement pourra rencontrer des difficultés à assurer le rôle.</a:t>
            </a:r>
            <a:endParaRPr lang="en-US" sz="1200" dirty="0"/>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fr-FR" sz="1400" dirty="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520758"/>
          </a:xfrm>
        </p:spPr>
        <p:txBody>
          <a:bodyPr/>
          <a:lstStyle/>
          <a:p>
            <a:r>
              <a:rPr lang="fr-FR" sz="1200" dirty="0"/>
              <a:t>Aucun débriefing nécessaire pour cet atelier
</a:t>
            </a:r>
            <a:endParaRPr lang="en-US" sz="1200" dirty="0"/>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en-US" sz="1400" dirty="0"/>
              <a:t>🙋Debriefing</a:t>
            </a:r>
          </a:p>
        </p:txBody>
      </p:sp>
    </p:spTree>
    <p:extLst>
      <p:ext uri="{BB962C8B-B14F-4D97-AF65-F5344CB8AC3E}">
        <p14:creationId xmlns:p14="http://schemas.microsoft.com/office/powerpoint/2010/main" val="427037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Adapter l’atelier des listes d’évaluation de Community Boosters</a:t>
            </a:r>
            <a:endParaRPr lang="en-US" dirty="0"/>
          </a:p>
        </p:txBody>
      </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3367867864"/>
              </p:ext>
            </p:extLst>
          </p:nvPr>
        </p:nvGraphicFramePr>
        <p:xfrm>
          <a:off x="6961023" y="1821540"/>
          <a:ext cx="4740676" cy="243986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dirty="0"/>
                        <a:t>Idées de variantes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dirty="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dirty="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396301">
                <a:tc>
                  <a:txBody>
                    <a:bodyPr/>
                    <a:lstStyle/>
                    <a:p>
                      <a:endParaRPr lang="en-US" sz="1100" noProof="0" dirty="0"/>
                    </a:p>
                  </a:txBody>
                  <a:tcPr/>
                </a:tc>
                <a:tc>
                  <a:txBody>
                    <a:bodyPr/>
                    <a:lstStyle/>
                    <a:p>
                      <a:endParaRPr lang="en-US" sz="1100" noProof="0" dirty="0"/>
                    </a:p>
                  </a:txBody>
                  <a:tcPr/>
                </a:tc>
                <a:extLst>
                  <a:ext uri="{0D108BD9-81ED-4DB2-BD59-A6C34878D82A}">
                    <a16:rowId xmlns:a16="http://schemas.microsoft.com/office/drawing/2014/main" val="1824107877"/>
                  </a:ext>
                </a:extLst>
              </a:tr>
              <a:tr h="396301">
                <a:tc>
                  <a:txBody>
                    <a:bodyPr/>
                    <a:lstStyle/>
                    <a:p>
                      <a:endParaRPr lang="en-US" sz="1100" noProof="0"/>
                    </a:p>
                  </a:txBody>
                  <a:tcPr/>
                </a:tc>
                <a:tc>
                  <a:txBody>
                    <a:bodyPr/>
                    <a:lstStyle/>
                    <a:p>
                      <a:endParaRPr lang="en-US" sz="1100" noProof="0" dirty="0"/>
                    </a:p>
                  </a:txBody>
                  <a:tcPr/>
                </a:tc>
                <a:extLst>
                  <a:ext uri="{0D108BD9-81ED-4DB2-BD59-A6C34878D82A}">
                    <a16:rowId xmlns:a16="http://schemas.microsoft.com/office/drawing/2014/main" val="1035027814"/>
                  </a:ext>
                </a:extLst>
              </a:tr>
              <a:tr h="396301">
                <a:tc>
                  <a:txBody>
                    <a:bodyPr/>
                    <a:lstStyle/>
                    <a:p>
                      <a:endParaRPr lang="en-US" sz="1100" noProof="0"/>
                    </a:p>
                  </a:txBody>
                  <a:tcPr/>
                </a:tc>
                <a:tc>
                  <a:txBody>
                    <a:bodyPr/>
                    <a:lstStyle/>
                    <a:p>
                      <a:endParaRPr lang="en-US" sz="1100" noProof="0"/>
                    </a:p>
                  </a:txBody>
                  <a:tcPr/>
                </a:tc>
                <a:extLst>
                  <a:ext uri="{0D108BD9-81ED-4DB2-BD59-A6C34878D82A}">
                    <a16:rowId xmlns:a16="http://schemas.microsoft.com/office/drawing/2014/main" val="122548462"/>
                  </a:ext>
                </a:extLst>
              </a:tr>
              <a:tr h="396301">
                <a:tc>
                  <a:txBody>
                    <a:bodyPr/>
                    <a:lstStyle/>
                    <a:p>
                      <a:endParaRPr lang="en-US" sz="1100" noProof="0"/>
                    </a:p>
                  </a:txBody>
                  <a:tcPr/>
                </a:tc>
                <a:tc>
                  <a:txBody>
                    <a:bodyPr/>
                    <a:lstStyle/>
                    <a:p>
                      <a:endParaRPr lang="en-US" sz="1100" noProof="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3221340495"/>
              </p:ext>
            </p:extLst>
          </p:nvPr>
        </p:nvGraphicFramePr>
        <p:xfrm>
          <a:off x="362762" y="1821540"/>
          <a:ext cx="6191648" cy="276352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465571">
                  <a:extLst>
                    <a:ext uri="{9D8B030D-6E8A-4147-A177-3AD203B41FA5}">
                      <a16:colId xmlns:a16="http://schemas.microsoft.com/office/drawing/2014/main" val="2648948851"/>
                    </a:ext>
                  </a:extLst>
                </a:gridCol>
                <a:gridCol w="780479">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dirty="0"/>
                        <a:t>Historique des versions</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dirty="0">
                          <a:solidFill>
                            <a:schemeClr val="lt1"/>
                          </a:solidFill>
                          <a:latin typeface="+mn-lt"/>
                          <a:ea typeface="+mn-ea"/>
                          <a:cs typeface="+mn-cs"/>
                        </a:rPr>
                        <a:t>Licence</a:t>
                      </a:r>
                    </a:p>
                  </a:txBody>
                  <a:tcPr>
                    <a:solidFill>
                      <a:srgbClr val="ED7D31"/>
                    </a:solidFill>
                  </a:tcPr>
                </a:tc>
                <a:tc>
                  <a:txBody>
                    <a:bodyPr/>
                    <a:lstStyle/>
                    <a:p>
                      <a:r>
                        <a:rPr lang="fr-FR" sz="1200" b="1" kern="1200" dirty="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en-US" sz="1200" noProof="0"/>
                        <a:t>1.0</a:t>
                      </a:r>
                    </a:p>
                  </a:txBody>
                  <a:tcPr/>
                </a:tc>
                <a:tc>
                  <a:txBody>
                    <a:bodyPr/>
                    <a:lstStyle/>
                    <a:p>
                      <a:r>
                        <a:rPr lang="en-US" sz="1200" noProof="0" dirty="0"/>
                        <a:t>Alexandre QUACH via KOMYU (www.komyu.fr)</a:t>
                      </a:r>
                    </a:p>
                  </a:txBody>
                  <a:tcPr/>
                </a:tc>
                <a:tc>
                  <a:txBody>
                    <a:bodyPr/>
                    <a:lstStyle/>
                    <a:p>
                      <a:r>
                        <a:rPr lang="en-US" sz="1200" noProof="0" dirty="0"/>
                        <a:t>CC-BY-4.0</a:t>
                      </a:r>
                    </a:p>
                  </a:txBody>
                  <a:tcPr/>
                </a:tc>
                <a:tc>
                  <a:txBody>
                    <a:bodyPr/>
                    <a:lstStyle/>
                    <a:p>
                      <a:r>
                        <a:rPr lang="en-US" sz="1200" noProof="0" dirty="0"/>
                        <a:t>First version </a:t>
                      </a:r>
                    </a:p>
                  </a:txBody>
                  <a:tcPr/>
                </a:tc>
                <a:extLst>
                  <a:ext uri="{0D108BD9-81ED-4DB2-BD59-A6C34878D82A}">
                    <a16:rowId xmlns:a16="http://schemas.microsoft.com/office/drawing/2014/main" val="2337500579"/>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dirty="0"/>
                    </a:p>
                  </a:txBody>
                  <a:tcPr/>
                </a:tc>
                <a:extLst>
                  <a:ext uri="{0D108BD9-81ED-4DB2-BD59-A6C34878D82A}">
                    <a16:rowId xmlns:a16="http://schemas.microsoft.com/office/drawing/2014/main" val="3565347869"/>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a:p>
                  </a:txBody>
                  <a:tcPr/>
                </a:tc>
                <a:extLst>
                  <a:ext uri="{0D108BD9-81ED-4DB2-BD59-A6C34878D82A}">
                    <a16:rowId xmlns:a16="http://schemas.microsoft.com/office/drawing/2014/main" val="26495474"/>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theme/theme1.xml><?xml version="1.0" encoding="utf-8"?>
<a:theme xmlns:a="http://schemas.openxmlformats.org/drawingml/2006/main" name="AccentBoxVTI">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20" ma:contentTypeDescription="Crée un document." ma:contentTypeScope="" ma:versionID="ab5f056c1685c19dcddb0d1ebb0a02fa">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ce125f74d79e439008123c9d5b80009b"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MediaServiceObjectDetectorVersions" minOccurs="0"/>
                <xsd:element ref="ns2:Descrip" minOccurs="0"/>
                <xsd:element ref="ns2:TestDescription" minOccurs="0"/>
                <xsd:element ref="ns2: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Descrip" ma:index="22" nillable="true" ma:displayName="Descrip" ma:format="Dropdown" ma:internalName="Descrip">
      <xsd:simpleType>
        <xsd:restriction base="dms:Note">
          <xsd:maxLength value="255"/>
        </xsd:restriction>
      </xsd:simpleType>
    </xsd:element>
    <xsd:element name="TestDescription" ma:index="23" nillable="true" ma:displayName="Folder Description" ma:format="Dropdown" ma:internalName="TestDescription">
      <xsd:simpleType>
        <xsd:restriction base="dms:Note">
          <xsd:maxLength value="255"/>
        </xsd:restriction>
      </xsd:simpleType>
    </xsd:element>
    <xsd:element name="Status" ma:index="24" nillable="true" ma:displayName="Status" ma:default="Draft - Brouillon" ma:description="Draft : not usable&#10;Frozen - Usable : Do not modify, make a copy&#10;Evolving - Usable : Modify if you need" ma:format="Dropdown" ma:internalName="Status">
      <xsd:simpleType>
        <xsd:restriction base="dms:Choice">
          <xsd:enumeration value="Draft - Brouillon"/>
          <xsd:enumeration value="Evolving - Usable"/>
          <xsd:enumeration value="Frozen - Usable"/>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Status xmlns="ae28f11b-d4f1-47fe-837d-5da7d4fdfa8d">Frozen - Usable</Status>
    <Descrip xmlns="ae28f11b-d4f1-47fe-837d-5da7d4fdfa8d" xsi:nil="true"/>
    <TestDescription xmlns="ae28f11b-d4f1-47fe-837d-5da7d4fdfa8d" xsi:nil="true"/>
  </documentManagement>
</p:properties>
</file>

<file path=customXml/itemProps1.xml><?xml version="1.0" encoding="utf-8"?>
<ds:datastoreItem xmlns:ds="http://schemas.openxmlformats.org/officeDocument/2006/customXml" ds:itemID="{8E4F27C2-3BE9-47E0-85B7-B28C0B057BCA}"/>
</file>

<file path=customXml/itemProps2.xml><?xml version="1.0" encoding="utf-8"?>
<ds:datastoreItem xmlns:ds="http://schemas.openxmlformats.org/officeDocument/2006/customXml" ds:itemID="{4B2EBFFB-04F4-41B9-B8DF-B1DB2A78FF8B}">
  <ds:schemaRefs>
    <ds:schemaRef ds:uri="http://schemas.microsoft.com/sharepoint/v3/contenttype/forms"/>
  </ds:schemaRefs>
</ds:datastoreItem>
</file>

<file path=customXml/itemProps3.xml><?xml version="1.0" encoding="utf-8"?>
<ds:datastoreItem xmlns:ds="http://schemas.openxmlformats.org/officeDocument/2006/customXml" ds:itemID="{4A07C994-5653-479E-859A-D5090D8C70EC}">
  <ds:schemaRefs>
    <ds:schemaRef ds:uri="http://purl.org/dc/elements/1.1/"/>
    <ds:schemaRef ds:uri="http://schemas.microsoft.com/office/infopath/2007/PartnerControls"/>
    <ds:schemaRef ds:uri="http://schemas.microsoft.com/office/2006/documentManagement/types"/>
    <ds:schemaRef ds:uri="http://schemas.microsoft.com/office/2006/metadata/properties"/>
    <ds:schemaRef ds:uri="http://purl.org/dc/dcmitype/"/>
    <ds:schemaRef ds:uri="http://purl.org/dc/terms/"/>
    <ds:schemaRef ds:uri="2e054d75-df43-4e50-a610-0e7b0816d11a"/>
    <ds:schemaRef ds:uri="http://schemas.openxmlformats.org/package/2006/metadata/core-properties"/>
    <ds:schemaRef ds:uri="ae28f11b-d4f1-47fe-837d-5da7d4fdfa8d"/>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4944</TotalTime>
  <Words>3961</Words>
  <Application>Microsoft Office PowerPoint</Application>
  <PresentationFormat>Grand écran</PresentationFormat>
  <Paragraphs>232</Paragraphs>
  <Slides>20</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20</vt:i4>
      </vt:variant>
    </vt:vector>
  </HeadingPairs>
  <TitlesOfParts>
    <vt:vector size="25" baseType="lpstr">
      <vt:lpstr>Arial</vt:lpstr>
      <vt:lpstr>Avenir Next LT Pro</vt:lpstr>
      <vt:lpstr>Calibri</vt:lpstr>
      <vt:lpstr>Wingdings</vt:lpstr>
      <vt:lpstr>AccentBoxVTI</vt:lpstr>
      <vt:lpstr>Présentation PowerPoint</vt:lpstr>
      <vt:lpstr>Ce document est un contenu #OpenSeriousCommunity #OSC</vt:lpstr>
      <vt:lpstr>Community Boosters Checklists en bref
</vt:lpstr>
      <vt:lpstr>Pour qui et pourquoi des listes d’évaluation de Community Boosters ont-elles été créées
</vt:lpstr>
      <vt:lpstr>Pourquoi des listes d’évaluation de Community Boosters ? Détails</vt:lpstr>
      <vt:lpstr>🎯Objectifs classiques d’utilisation des listes d’évaluation de Community Boosters</vt:lpstr>
      <vt:lpstr>Listes d’évaluation des Community Boosters Dimensions de l’évaluation
</vt:lpstr>
      <vt:lpstr>Listes d’évaluation des Community Boosters Exemple de système de notation (utilisant ✔️OUI ou ⬜NON)
</vt:lpstr>
      <vt:lpstr>Listes d’évaluation des Community Boosters Exemple de système de notation (utilisant des points)
</vt:lpstr>
      <vt:lpstr>Listes d’évaluation des Community Boosters Conseils d’évaluation</vt:lpstr>
      <vt:lpstr>Listes d’évaluation des Community Boosters Format d’évaluation recommandé</vt:lpstr>
      <vt:lpstr>Listes d’évaluation des Community Boosters Exemple de résultat</vt:lpstr>
      <vt:lpstr>Listes d’évaluation des Community Boosters Utilisation des résultats</vt:lpstr>
      <vt:lpstr>Listes d’évaluation des Community Boosters en tant qu’atelier pour les boosters des sous-communautés</vt:lpstr>
      <vt:lpstr>Cet atelier est un #OpenSeriousGame</vt:lpstr>
      <vt:lpstr>Comment mener l’atelier des listes d’évaluation de Community Boosters
</vt:lpstr>
      <vt:lpstr>Organiser l’atelier des listes d’évaluation de Community Boosters</vt:lpstr>
      <vt:lpstr>Co-animation de l’atelier des listes d’évaluation de Community Boosters</vt:lpstr>
      <vt:lpstr>Animer l’atelier des listes d’évaluation de Community Boosters</vt:lpstr>
      <vt:lpstr>Adapter l’atelier des listes d’évaluation de Community Boosters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4</cp:revision>
  <dcterms:created xsi:type="dcterms:W3CDTF">2020-12-16T10:05:09Z</dcterms:created>
  <dcterms:modified xsi:type="dcterms:W3CDTF">2022-10-25T08:56:45Z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