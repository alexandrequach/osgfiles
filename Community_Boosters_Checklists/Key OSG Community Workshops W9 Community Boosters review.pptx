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9"/>
  </p:notesMasterIdLst>
  <p:sldIdLst>
    <p:sldId id="678" r:id="rId2"/>
    <p:sldId id="685" r:id="rId3"/>
    <p:sldId id="727" r:id="rId4"/>
    <p:sldId id="788" r:id="rId5"/>
    <p:sldId id="698" r:id="rId6"/>
    <p:sldId id="786" r:id="rId7"/>
    <p:sldId id="787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CEDEF-38C9-4FF2-BE2C-4ECC8F43059A}" v="31" dt="2022-03-10T13:56:23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B8BCEDEF-38C9-4FF2-BE2C-4ECC8F43059A}"/>
    <pc:docChg chg="undo custSel addSld delSld modSld sldOrd delSection modSection">
      <pc:chgData name="Alexandre Quach" userId="7bb690c8a6e028e4" providerId="LiveId" clId="{B8BCEDEF-38C9-4FF2-BE2C-4ECC8F43059A}" dt="2022-03-10T13:56:27.323" v="388" actId="167"/>
      <pc:docMkLst>
        <pc:docMk/>
      </pc:docMkLst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287199829" sldId="256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993966662" sldId="629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299158037" sldId="643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2891350657" sldId="644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570331714" sldId="645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975829464" sldId="646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2612031657" sldId="648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2156997757" sldId="64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332850991" sldId="650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2382741872" sldId="651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245040671" sldId="652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635027199" sldId="653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748362307" sldId="657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977824969" sldId="661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442944801" sldId="663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667133540" sldId="664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4135389196" sldId="66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324247947" sldId="672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945836210" sldId="674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900062565" sldId="675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222675155" sldId="676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127912802" sldId="677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878369571" sldId="67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273808140" sldId="681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4133377052" sldId="683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456310723" sldId="684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409047177" sldId="687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1895866099" sldId="688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1218647812" sldId="68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631831837" sldId="690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80095623" sldId="691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788056139" sldId="693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661135379" sldId="697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4265184603" sldId="699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4097861198" sldId="706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00448547" sldId="707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2564475199" sldId="708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4188663725" sldId="70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790072755" sldId="712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3894888987" sldId="715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089705046" sldId="717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1663112076" sldId="740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2536106261" sldId="741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076425223" sldId="743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995733869" sldId="745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2576978481" sldId="746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566893459" sldId="747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699353547" sldId="748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637564488" sldId="74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726726189" sldId="757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2981540849" sldId="759"/>
        </pc:sldMkLst>
      </pc:sldChg>
      <pc:sldChg chg="add del">
        <pc:chgData name="Alexandre Quach" userId="7bb690c8a6e028e4" providerId="LiveId" clId="{B8BCEDEF-38C9-4FF2-BE2C-4ECC8F43059A}" dt="2022-03-08T15:25:20.798" v="45" actId="47"/>
        <pc:sldMkLst>
          <pc:docMk/>
          <pc:sldMk cId="4000040866" sldId="764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088292956" sldId="765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2594471247" sldId="766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84664993" sldId="767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2428910884" sldId="768"/>
        </pc:sldMkLst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2268383974" sldId="769"/>
        </pc:sldMkLst>
      </pc:sldChg>
      <pc:sldChg chg="addSp delSp modSp mod ord">
        <pc:chgData name="Alexandre Quach" userId="7bb690c8a6e028e4" providerId="LiveId" clId="{B8BCEDEF-38C9-4FF2-BE2C-4ECC8F43059A}" dt="2022-03-10T13:56:18.135" v="385" actId="167"/>
        <pc:sldMkLst>
          <pc:docMk/>
          <pc:sldMk cId="4067938282" sldId="786"/>
        </pc:sldMkLst>
        <pc:spChg chg="add mod ord">
          <ac:chgData name="Alexandre Quach" userId="7bb690c8a6e028e4" providerId="LiveId" clId="{B8BCEDEF-38C9-4FF2-BE2C-4ECC8F43059A}" dt="2022-03-10T13:56:18.135" v="385" actId="167"/>
          <ac:spMkLst>
            <pc:docMk/>
            <pc:sldMk cId="4067938282" sldId="786"/>
            <ac:spMk id="26" creationId="{6D9E0022-80BD-40CA-A05B-D6F15324D482}"/>
          </ac:spMkLst>
        </pc:spChg>
        <pc:spChg chg="add mod ord">
          <ac:chgData name="Alexandre Quach" userId="7bb690c8a6e028e4" providerId="LiveId" clId="{B8BCEDEF-38C9-4FF2-BE2C-4ECC8F43059A}" dt="2022-03-10T13:56:18.135" v="385" actId="167"/>
          <ac:spMkLst>
            <pc:docMk/>
            <pc:sldMk cId="4067938282" sldId="786"/>
            <ac:spMk id="28" creationId="{0EAD51F9-5796-4B17-8197-3E923EB20058}"/>
          </ac:spMkLst>
        </pc:spChg>
        <pc:spChg chg="add mod ord">
          <ac:chgData name="Alexandre Quach" userId="7bb690c8a6e028e4" providerId="LiveId" clId="{B8BCEDEF-38C9-4FF2-BE2C-4ECC8F43059A}" dt="2022-03-10T13:56:18.135" v="385" actId="167"/>
          <ac:spMkLst>
            <pc:docMk/>
            <pc:sldMk cId="4067938282" sldId="786"/>
            <ac:spMk id="29" creationId="{6E9E42AA-E1C5-4086-B448-867C3EA69264}"/>
          </ac:spMkLst>
        </pc:spChg>
        <pc:spChg chg="add mod ord">
          <ac:chgData name="Alexandre Quach" userId="7bb690c8a6e028e4" providerId="LiveId" clId="{B8BCEDEF-38C9-4FF2-BE2C-4ECC8F43059A}" dt="2022-03-10T13:56:18.135" v="385" actId="167"/>
          <ac:spMkLst>
            <pc:docMk/>
            <pc:sldMk cId="4067938282" sldId="786"/>
            <ac:spMk id="30" creationId="{E5CAD0A1-5890-410B-AC7A-2EC15D9D800A}"/>
          </ac:spMkLst>
        </pc:spChg>
        <pc:spChg chg="add mod ord">
          <ac:chgData name="Alexandre Quach" userId="7bb690c8a6e028e4" providerId="LiveId" clId="{B8BCEDEF-38C9-4FF2-BE2C-4ECC8F43059A}" dt="2022-03-10T13:56:18.135" v="385" actId="167"/>
          <ac:spMkLst>
            <pc:docMk/>
            <pc:sldMk cId="4067938282" sldId="786"/>
            <ac:spMk id="31" creationId="{55ED5303-FAD4-4407-8CF5-6D62C2EA9B6D}"/>
          </ac:spMkLst>
        </pc:spChg>
        <pc:spChg chg="del mod">
          <ac:chgData name="Alexandre Quach" userId="7bb690c8a6e028e4" providerId="LiveId" clId="{B8BCEDEF-38C9-4FF2-BE2C-4ECC8F43059A}" dt="2022-03-10T13:56:07.157" v="383" actId="478"/>
          <ac:spMkLst>
            <pc:docMk/>
            <pc:sldMk cId="4067938282" sldId="786"/>
            <ac:spMk id="314" creationId="{DC24A43B-69E8-45C5-9C31-33572C4A46A8}"/>
          </ac:spMkLst>
        </pc:spChg>
        <pc:spChg chg="del">
          <ac:chgData name="Alexandre Quach" userId="7bb690c8a6e028e4" providerId="LiveId" clId="{B8BCEDEF-38C9-4FF2-BE2C-4ECC8F43059A}" dt="2022-03-10T13:56:07.157" v="383" actId="478"/>
          <ac:spMkLst>
            <pc:docMk/>
            <pc:sldMk cId="4067938282" sldId="786"/>
            <ac:spMk id="352" creationId="{E4F3AE4D-62DC-4DA4-BD05-A84C7D5BE06D}"/>
          </ac:spMkLst>
        </pc:spChg>
        <pc:spChg chg="del">
          <ac:chgData name="Alexandre Quach" userId="7bb690c8a6e028e4" providerId="LiveId" clId="{B8BCEDEF-38C9-4FF2-BE2C-4ECC8F43059A}" dt="2022-03-10T13:56:07.157" v="383" actId="478"/>
          <ac:spMkLst>
            <pc:docMk/>
            <pc:sldMk cId="4067938282" sldId="786"/>
            <ac:spMk id="353" creationId="{60CFACDF-B8EC-4570-9734-77C24575EAA4}"/>
          </ac:spMkLst>
        </pc:spChg>
        <pc:spChg chg="del">
          <ac:chgData name="Alexandre Quach" userId="7bb690c8a6e028e4" providerId="LiveId" clId="{B8BCEDEF-38C9-4FF2-BE2C-4ECC8F43059A}" dt="2022-03-10T13:56:07.157" v="383" actId="478"/>
          <ac:spMkLst>
            <pc:docMk/>
            <pc:sldMk cId="4067938282" sldId="786"/>
            <ac:spMk id="354" creationId="{270A6E38-A4E0-4CA2-B4CE-8FA66D8EA00B}"/>
          </ac:spMkLst>
        </pc:spChg>
        <pc:spChg chg="del">
          <ac:chgData name="Alexandre Quach" userId="7bb690c8a6e028e4" providerId="LiveId" clId="{B8BCEDEF-38C9-4FF2-BE2C-4ECC8F43059A}" dt="2022-03-10T13:56:07.157" v="383" actId="478"/>
          <ac:spMkLst>
            <pc:docMk/>
            <pc:sldMk cId="4067938282" sldId="786"/>
            <ac:spMk id="454" creationId="{85B0C092-D66A-4477-A67F-D182C1E25D7D}"/>
          </ac:spMkLst>
        </pc:spChg>
      </pc:sldChg>
      <pc:sldChg chg="addSp delSp modSp add mod">
        <pc:chgData name="Alexandre Quach" userId="7bb690c8a6e028e4" providerId="LiveId" clId="{B8BCEDEF-38C9-4FF2-BE2C-4ECC8F43059A}" dt="2022-03-10T13:56:27.323" v="388" actId="167"/>
        <pc:sldMkLst>
          <pc:docMk/>
          <pc:sldMk cId="944440192" sldId="787"/>
        </pc:sldMkLst>
        <pc:spChg chg="mod">
          <ac:chgData name="Alexandre Quach" userId="7bb690c8a6e028e4" providerId="LiveId" clId="{B8BCEDEF-38C9-4FF2-BE2C-4ECC8F43059A}" dt="2022-03-08T15:23:23.300" v="18" actId="108"/>
          <ac:spMkLst>
            <pc:docMk/>
            <pc:sldMk cId="944440192" sldId="787"/>
            <ac:spMk id="10" creationId="{7583C7B6-D591-4EC6-9F45-A3B2E7150CBE}"/>
          </ac:spMkLst>
        </pc:spChg>
        <pc:spChg chg="mod">
          <ac:chgData name="Alexandre Quach" userId="7bb690c8a6e028e4" providerId="LiveId" clId="{B8BCEDEF-38C9-4FF2-BE2C-4ECC8F43059A}" dt="2022-03-08T15:24:22.732" v="30" actId="108"/>
          <ac:spMkLst>
            <pc:docMk/>
            <pc:sldMk cId="944440192" sldId="787"/>
            <ac:spMk id="19" creationId="{EA49EA4E-8A19-4FC4-A28E-BFAAC7C37DDC}"/>
          </ac:spMkLst>
        </pc:spChg>
        <pc:spChg chg="add del mod">
          <ac:chgData name="Alexandre Quach" userId="7bb690c8a6e028e4" providerId="LiveId" clId="{B8BCEDEF-38C9-4FF2-BE2C-4ECC8F43059A}" dt="2022-03-08T15:24:00.694" v="27" actId="478"/>
          <ac:spMkLst>
            <pc:docMk/>
            <pc:sldMk cId="944440192" sldId="787"/>
            <ac:spMk id="26" creationId="{E8B3ED94-D5B9-476C-9F31-F1AED2BB374C}"/>
          </ac:spMkLst>
        </pc:spChg>
        <pc:spChg chg="mod">
          <ac:chgData name="Alexandre Quach" userId="7bb690c8a6e028e4" providerId="LiveId" clId="{B8BCEDEF-38C9-4FF2-BE2C-4ECC8F43059A}" dt="2022-03-08T15:23:42.692" v="22" actId="108"/>
          <ac:spMkLst>
            <pc:docMk/>
            <pc:sldMk cId="944440192" sldId="787"/>
            <ac:spMk id="27" creationId="{7A562801-822C-43EA-BE38-0AEFC595D541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28" creationId="{AC8F2F55-F70A-4866-ADAF-3E660AF21E8C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29" creationId="{86DAC5C4-FC7D-4CE5-8283-43514072CB35}"/>
          </ac:spMkLst>
        </pc:spChg>
        <pc:spChg chg="add mod ord">
          <ac:chgData name="Alexandre Quach" userId="7bb690c8a6e028e4" providerId="LiveId" clId="{B8BCEDEF-38C9-4FF2-BE2C-4ECC8F43059A}" dt="2022-03-10T13:56:27.323" v="388" actId="167"/>
          <ac:spMkLst>
            <pc:docMk/>
            <pc:sldMk cId="944440192" sldId="787"/>
            <ac:spMk id="29" creationId="{9516E633-508D-4401-A2BB-710335A05C8D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30" creationId="{B2617F37-073A-41B5-8EC1-E02BDD2BCD39}"/>
          </ac:spMkLst>
        </pc:spChg>
        <pc:spChg chg="add mod ord">
          <ac:chgData name="Alexandre Quach" userId="7bb690c8a6e028e4" providerId="LiveId" clId="{B8BCEDEF-38C9-4FF2-BE2C-4ECC8F43059A}" dt="2022-03-10T13:56:27.323" v="388" actId="167"/>
          <ac:spMkLst>
            <pc:docMk/>
            <pc:sldMk cId="944440192" sldId="787"/>
            <ac:spMk id="30" creationId="{E168FA85-C83D-4CDA-B355-E75FEFE66C21}"/>
          </ac:spMkLst>
        </pc:spChg>
        <pc:spChg chg="add mod ord">
          <ac:chgData name="Alexandre Quach" userId="7bb690c8a6e028e4" providerId="LiveId" clId="{B8BCEDEF-38C9-4FF2-BE2C-4ECC8F43059A}" dt="2022-03-10T13:56:27.323" v="388" actId="167"/>
          <ac:spMkLst>
            <pc:docMk/>
            <pc:sldMk cId="944440192" sldId="787"/>
            <ac:spMk id="31" creationId="{387F038D-EE4E-4FB0-A5C8-8C9256CB1C3C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31" creationId="{B9D876F5-6873-463A-B015-FA760F44694E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32" creationId="{6BD6F393-338F-4297-BFB0-30E6435DCB1C}"/>
          </ac:spMkLst>
        </pc:spChg>
        <pc:spChg chg="add mod ord">
          <ac:chgData name="Alexandre Quach" userId="7bb690c8a6e028e4" providerId="LiveId" clId="{B8BCEDEF-38C9-4FF2-BE2C-4ECC8F43059A}" dt="2022-03-10T13:56:27.323" v="388" actId="167"/>
          <ac:spMkLst>
            <pc:docMk/>
            <pc:sldMk cId="944440192" sldId="787"/>
            <ac:spMk id="32" creationId="{A8796CD2-2375-4CD0-9577-CFB63F63236A}"/>
          </ac:spMkLst>
        </pc:spChg>
        <pc:spChg chg="mod">
          <ac:chgData name="Alexandre Quach" userId="7bb690c8a6e028e4" providerId="LiveId" clId="{B8BCEDEF-38C9-4FF2-BE2C-4ECC8F43059A}" dt="2022-03-08T15:24:52.100" v="36" actId="108"/>
          <ac:spMkLst>
            <pc:docMk/>
            <pc:sldMk cId="944440192" sldId="787"/>
            <ac:spMk id="33" creationId="{E753E7A9-4002-45FF-9759-B8DECE3912DC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34" creationId="{376235C4-A262-4B5B-B74C-865ABA91E663}"/>
          </ac:spMkLst>
        </pc:spChg>
        <pc:spChg chg="add mod ord">
          <ac:chgData name="Alexandre Quach" userId="7bb690c8a6e028e4" providerId="LiveId" clId="{B8BCEDEF-38C9-4FF2-BE2C-4ECC8F43059A}" dt="2022-03-10T13:56:27.323" v="388" actId="167"/>
          <ac:spMkLst>
            <pc:docMk/>
            <pc:sldMk cId="944440192" sldId="787"/>
            <ac:spMk id="34" creationId="{CAE3DE36-67B6-4FF2-8FD8-42EDCE344F6D}"/>
          </ac:spMkLst>
        </pc:spChg>
        <pc:spChg chg="mod">
          <ac:chgData name="Alexandre Quach" userId="7bb690c8a6e028e4" providerId="LiveId" clId="{B8BCEDEF-38C9-4FF2-BE2C-4ECC8F43059A}" dt="2022-03-08T15:23:54.924" v="25" actId="108"/>
          <ac:spMkLst>
            <pc:docMk/>
            <pc:sldMk cId="944440192" sldId="787"/>
            <ac:spMk id="35" creationId="{6EDEC46F-9B7C-4BE6-B018-339B0CB91E19}"/>
          </ac:spMkLst>
        </pc:spChg>
        <pc:spChg chg="add del mod">
          <ac:chgData name="Alexandre Quach" userId="7bb690c8a6e028e4" providerId="LiveId" clId="{B8BCEDEF-38C9-4FF2-BE2C-4ECC8F43059A}" dt="2022-03-08T15:23:58.345" v="26" actId="478"/>
          <ac:spMkLst>
            <pc:docMk/>
            <pc:sldMk cId="944440192" sldId="787"/>
            <ac:spMk id="36" creationId="{151D3B47-ECB4-4940-9445-B5084AFFFCFC}"/>
          </ac:spMkLst>
        </pc:spChg>
        <pc:spChg chg="add del mod">
          <ac:chgData name="Alexandre Quach" userId="7bb690c8a6e028e4" providerId="LiveId" clId="{B8BCEDEF-38C9-4FF2-BE2C-4ECC8F43059A}" dt="2022-03-08T15:25:14.743" v="43" actId="478"/>
          <ac:spMkLst>
            <pc:docMk/>
            <pc:sldMk cId="944440192" sldId="787"/>
            <ac:spMk id="37" creationId="{DC7764C8-13E2-42DF-A588-53AA80EF21B8}"/>
          </ac:spMkLst>
        </pc:spChg>
        <pc:spChg chg="add del mod">
          <ac:chgData name="Alexandre Quach" userId="7bb690c8a6e028e4" providerId="LiveId" clId="{B8BCEDEF-38C9-4FF2-BE2C-4ECC8F43059A}" dt="2022-03-08T15:25:14.743" v="43" actId="478"/>
          <ac:spMkLst>
            <pc:docMk/>
            <pc:sldMk cId="944440192" sldId="787"/>
            <ac:spMk id="38" creationId="{8DADB123-8E6F-4D03-ACFB-0963BCBF2D6A}"/>
          </ac:spMkLst>
        </pc:spChg>
        <pc:spChg chg="mod">
          <ac:chgData name="Alexandre Quach" userId="7bb690c8a6e028e4" providerId="LiveId" clId="{B8BCEDEF-38C9-4FF2-BE2C-4ECC8F43059A}" dt="2022-03-08T15:23:49.208" v="24" actId="108"/>
          <ac:spMkLst>
            <pc:docMk/>
            <pc:sldMk cId="944440192" sldId="787"/>
            <ac:spMk id="43" creationId="{C9641E24-E68B-4E94-AD7C-AAD155C47B95}"/>
          </ac:spMkLst>
        </pc:spChg>
        <pc:spChg chg="mod">
          <ac:chgData name="Alexandre Quach" userId="7bb690c8a6e028e4" providerId="LiveId" clId="{B8BCEDEF-38C9-4FF2-BE2C-4ECC8F43059A}" dt="2022-03-08T15:24:10.504" v="28" actId="108"/>
          <ac:spMkLst>
            <pc:docMk/>
            <pc:sldMk cId="944440192" sldId="787"/>
            <ac:spMk id="51" creationId="{12AA336B-E4E8-44BC-9689-7F2AE8DA9841}"/>
          </ac:spMkLst>
        </pc:spChg>
        <pc:spChg chg="mod">
          <ac:chgData name="Alexandre Quach" userId="7bb690c8a6e028e4" providerId="LiveId" clId="{B8BCEDEF-38C9-4FF2-BE2C-4ECC8F43059A}" dt="2022-03-08T15:23:32.218" v="20" actId="108"/>
          <ac:spMkLst>
            <pc:docMk/>
            <pc:sldMk cId="944440192" sldId="787"/>
            <ac:spMk id="59" creationId="{62A22133-AFA4-4370-8679-C253B4800F1E}"/>
          </ac:spMkLst>
        </pc:spChg>
        <pc:spChg chg="mod">
          <ac:chgData name="Alexandre Quach" userId="7bb690c8a6e028e4" providerId="LiveId" clId="{B8BCEDEF-38C9-4FF2-BE2C-4ECC8F43059A}" dt="2022-03-08T15:24:41.312" v="34" actId="108"/>
          <ac:spMkLst>
            <pc:docMk/>
            <pc:sldMk cId="944440192" sldId="787"/>
            <ac:spMk id="60" creationId="{284DF82C-6E6E-4B40-9559-28D4F7CF53F5}"/>
          </ac:spMkLst>
        </pc:spChg>
        <pc:spChg chg="mod">
          <ac:chgData name="Alexandre Quach" userId="7bb690c8a6e028e4" providerId="LiveId" clId="{B8BCEDEF-38C9-4FF2-BE2C-4ECC8F43059A}" dt="2022-03-08T15:24:58.824" v="38" actId="108"/>
          <ac:spMkLst>
            <pc:docMk/>
            <pc:sldMk cId="944440192" sldId="787"/>
            <ac:spMk id="67" creationId="{1A212986-54DB-4040-AC67-17BB08C65286}"/>
          </ac:spMkLst>
        </pc:spChg>
        <pc:spChg chg="mod">
          <ac:chgData name="Alexandre Quach" userId="7bb690c8a6e028e4" providerId="LiveId" clId="{B8BCEDEF-38C9-4FF2-BE2C-4ECC8F43059A}" dt="2022-03-08T15:23:48.474" v="23" actId="108"/>
          <ac:spMkLst>
            <pc:docMk/>
            <pc:sldMk cId="944440192" sldId="787"/>
            <ac:spMk id="91" creationId="{6D9CECEB-FA49-4275-9C7C-5E470407F893}"/>
          </ac:spMkLst>
        </pc:spChg>
        <pc:spChg chg="mod">
          <ac:chgData name="Alexandre Quach" userId="7bb690c8a6e028e4" providerId="LiveId" clId="{B8BCEDEF-38C9-4FF2-BE2C-4ECC8F43059A}" dt="2022-03-08T15:24:16.022" v="29" actId="108"/>
          <ac:spMkLst>
            <pc:docMk/>
            <pc:sldMk cId="944440192" sldId="787"/>
            <ac:spMk id="99" creationId="{44D583E1-7EC7-41D9-9C11-E441C874E659}"/>
          </ac:spMkLst>
        </pc:spChg>
        <pc:spChg chg="mod">
          <ac:chgData name="Alexandre Quach" userId="7bb690c8a6e028e4" providerId="LiveId" clId="{B8BCEDEF-38C9-4FF2-BE2C-4ECC8F43059A}" dt="2022-03-08T15:23:38.325" v="21" actId="108"/>
          <ac:spMkLst>
            <pc:docMk/>
            <pc:sldMk cId="944440192" sldId="787"/>
            <ac:spMk id="102" creationId="{7FA3412C-D1F9-40A3-A96D-D429453FF4BF}"/>
          </ac:spMkLst>
        </pc:spChg>
        <pc:spChg chg="mod">
          <ac:chgData name="Alexandre Quach" userId="7bb690c8a6e028e4" providerId="LiveId" clId="{B8BCEDEF-38C9-4FF2-BE2C-4ECC8F43059A}" dt="2022-03-08T15:24:39.689" v="33" actId="108"/>
          <ac:spMkLst>
            <pc:docMk/>
            <pc:sldMk cId="944440192" sldId="787"/>
            <ac:spMk id="104" creationId="{3AB66B9D-B428-4C5B-B598-7D74D8815482}"/>
          </ac:spMkLst>
        </pc:spChg>
        <pc:spChg chg="mod">
          <ac:chgData name="Alexandre Quach" userId="7bb690c8a6e028e4" providerId="LiveId" clId="{B8BCEDEF-38C9-4FF2-BE2C-4ECC8F43059A}" dt="2022-03-08T15:25:12.410" v="42" actId="113"/>
          <ac:spMkLst>
            <pc:docMk/>
            <pc:sldMk cId="944440192" sldId="787"/>
            <ac:spMk id="131" creationId="{81912D9F-FFAD-4F58-B0E5-4151881031A3}"/>
          </ac:spMkLst>
        </pc:spChg>
        <pc:spChg chg="mod">
          <ac:chgData name="Alexandre Quach" userId="7bb690c8a6e028e4" providerId="LiveId" clId="{B8BCEDEF-38C9-4FF2-BE2C-4ECC8F43059A}" dt="2022-03-08T15:24:45.570" v="35" actId="108"/>
          <ac:spMkLst>
            <pc:docMk/>
            <pc:sldMk cId="944440192" sldId="787"/>
            <ac:spMk id="199" creationId="{D31CE938-5509-4335-AC53-E2294568D107}"/>
          </ac:spMkLst>
        </pc:spChg>
        <pc:spChg chg="mod">
          <ac:chgData name="Alexandre Quach" userId="7bb690c8a6e028e4" providerId="LiveId" clId="{B8BCEDEF-38C9-4FF2-BE2C-4ECC8F43059A}" dt="2022-03-08T15:22:45.455" v="14" actId="20577"/>
          <ac:spMkLst>
            <pc:docMk/>
            <pc:sldMk cId="944440192" sldId="787"/>
            <ac:spMk id="217" creationId="{2551ADE9-39AD-4FBE-A8DB-62C155F9EBF7}"/>
          </ac:spMkLst>
        </pc:spChg>
        <pc:spChg chg="del">
          <ac:chgData name="Alexandre Quach" userId="7bb690c8a6e028e4" providerId="LiveId" clId="{B8BCEDEF-38C9-4FF2-BE2C-4ECC8F43059A}" dt="2022-03-10T13:56:23.584" v="386" actId="478"/>
          <ac:spMkLst>
            <pc:docMk/>
            <pc:sldMk cId="944440192" sldId="787"/>
            <ac:spMk id="314" creationId="{DC24A43B-69E8-45C5-9C31-33572C4A46A8}"/>
          </ac:spMkLst>
        </pc:spChg>
        <pc:spChg chg="del">
          <ac:chgData name="Alexandre Quach" userId="7bb690c8a6e028e4" providerId="LiveId" clId="{B8BCEDEF-38C9-4FF2-BE2C-4ECC8F43059A}" dt="2022-03-10T13:56:23.584" v="386" actId="478"/>
          <ac:spMkLst>
            <pc:docMk/>
            <pc:sldMk cId="944440192" sldId="787"/>
            <ac:spMk id="352" creationId="{E4F3AE4D-62DC-4DA4-BD05-A84C7D5BE06D}"/>
          </ac:spMkLst>
        </pc:spChg>
        <pc:spChg chg="del">
          <ac:chgData name="Alexandre Quach" userId="7bb690c8a6e028e4" providerId="LiveId" clId="{B8BCEDEF-38C9-4FF2-BE2C-4ECC8F43059A}" dt="2022-03-10T13:56:23.584" v="386" actId="478"/>
          <ac:spMkLst>
            <pc:docMk/>
            <pc:sldMk cId="944440192" sldId="787"/>
            <ac:spMk id="353" creationId="{60CFACDF-B8EC-4570-9734-77C24575EAA4}"/>
          </ac:spMkLst>
        </pc:spChg>
        <pc:spChg chg="del">
          <ac:chgData name="Alexandre Quach" userId="7bb690c8a6e028e4" providerId="LiveId" clId="{B8BCEDEF-38C9-4FF2-BE2C-4ECC8F43059A}" dt="2022-03-10T13:56:23.584" v="386" actId="478"/>
          <ac:spMkLst>
            <pc:docMk/>
            <pc:sldMk cId="944440192" sldId="787"/>
            <ac:spMk id="354" creationId="{270A6E38-A4E0-4CA2-B4CE-8FA66D8EA00B}"/>
          </ac:spMkLst>
        </pc:spChg>
        <pc:spChg chg="del">
          <ac:chgData name="Alexandre Quach" userId="7bb690c8a6e028e4" providerId="LiveId" clId="{B8BCEDEF-38C9-4FF2-BE2C-4ECC8F43059A}" dt="2022-03-10T13:56:23.584" v="386" actId="478"/>
          <ac:spMkLst>
            <pc:docMk/>
            <pc:sldMk cId="944440192" sldId="787"/>
            <ac:spMk id="454" creationId="{85B0C092-D66A-4477-A67F-D182C1E25D7D}"/>
          </ac:spMkLst>
        </pc:spChg>
        <pc:spChg chg="mod">
          <ac:chgData name="Alexandre Quach" userId="7bb690c8a6e028e4" providerId="LiveId" clId="{B8BCEDEF-38C9-4FF2-BE2C-4ECC8F43059A}" dt="2022-03-08T15:24:57.372" v="37" actId="108"/>
          <ac:spMkLst>
            <pc:docMk/>
            <pc:sldMk cId="944440192" sldId="787"/>
            <ac:spMk id="537" creationId="{BA33963F-B4DB-4275-9308-2CE7F7B62354}"/>
          </ac:spMkLst>
        </pc:spChg>
        <pc:spChg chg="mod">
          <ac:chgData name="Alexandre Quach" userId="7bb690c8a6e028e4" providerId="LiveId" clId="{B8BCEDEF-38C9-4FF2-BE2C-4ECC8F43059A}" dt="2022-03-08T15:23:27.762" v="19" actId="108"/>
          <ac:spMkLst>
            <pc:docMk/>
            <pc:sldMk cId="944440192" sldId="787"/>
            <ac:spMk id="584" creationId="{94DB25F8-4839-4288-8C0A-75CB3739549B}"/>
          </ac:spMkLst>
        </pc:spChg>
        <pc:graphicFrameChg chg="add mod modGraphic">
          <ac:chgData name="Alexandre Quach" userId="7bb690c8a6e028e4" providerId="LiveId" clId="{B8BCEDEF-38C9-4FF2-BE2C-4ECC8F43059A}" dt="2022-03-08T15:26:58.634" v="309" actId="6549"/>
          <ac:graphicFrameMkLst>
            <pc:docMk/>
            <pc:sldMk cId="944440192" sldId="787"/>
            <ac:graphicFrameMk id="39" creationId="{D43F3D6D-D154-4263-9BD2-52C9C2D024C9}"/>
          </ac:graphicFrameMkLst>
        </pc:graphicFrameChg>
        <pc:picChg chg="add mod">
          <ac:chgData name="Alexandre Quach" userId="7bb690c8a6e028e4" providerId="LiveId" clId="{B8BCEDEF-38C9-4FF2-BE2C-4ECC8F43059A}" dt="2022-03-10T13:53:33.815" v="378" actId="14100"/>
          <ac:picMkLst>
            <pc:docMk/>
            <pc:sldMk cId="944440192" sldId="787"/>
            <ac:picMk id="28" creationId="{BA447448-B1AE-46B9-AF46-B0B35D987435}"/>
          </ac:picMkLst>
        </pc:picChg>
      </pc:sldChg>
      <pc:sldChg chg="addSp delSp modSp add mod">
        <pc:chgData name="Alexandre Quach" userId="7bb690c8a6e028e4" providerId="LiveId" clId="{B8BCEDEF-38C9-4FF2-BE2C-4ECC8F43059A}" dt="2022-03-08T15:31:08.743" v="375" actId="1076"/>
        <pc:sldMkLst>
          <pc:docMk/>
          <pc:sldMk cId="789710827" sldId="788"/>
        </pc:sldMkLst>
        <pc:spChg chg="mod">
          <ac:chgData name="Alexandre Quach" userId="7bb690c8a6e028e4" providerId="LiveId" clId="{B8BCEDEF-38C9-4FF2-BE2C-4ECC8F43059A}" dt="2022-03-08T15:29:20.488" v="345" actId="14100"/>
          <ac:spMkLst>
            <pc:docMk/>
            <pc:sldMk cId="789710827" sldId="788"/>
            <ac:spMk id="3" creationId="{AE341C54-753C-4163-9596-11AD5932A820}"/>
          </ac:spMkLst>
        </pc:spChg>
        <pc:spChg chg="mod">
          <ac:chgData name="Alexandre Quach" userId="7bb690c8a6e028e4" providerId="LiveId" clId="{B8BCEDEF-38C9-4FF2-BE2C-4ECC8F43059A}" dt="2022-03-08T15:29:20.488" v="345" actId="14100"/>
          <ac:spMkLst>
            <pc:docMk/>
            <pc:sldMk cId="789710827" sldId="788"/>
            <ac:spMk id="4" creationId="{693C2F31-DB38-42BA-8CA5-876C10E2FFBD}"/>
          </ac:spMkLst>
        </pc:spChg>
        <pc:spChg chg="mod">
          <ac:chgData name="Alexandre Quach" userId="7bb690c8a6e028e4" providerId="LiveId" clId="{B8BCEDEF-38C9-4FF2-BE2C-4ECC8F43059A}" dt="2022-03-08T15:29:20.488" v="345" actId="14100"/>
          <ac:spMkLst>
            <pc:docMk/>
            <pc:sldMk cId="789710827" sldId="788"/>
            <ac:spMk id="5" creationId="{08B0A895-1094-4369-8B6A-0E67FE7DDB59}"/>
          </ac:spMkLst>
        </pc:spChg>
        <pc:spChg chg="mod">
          <ac:chgData name="Alexandre Quach" userId="7bb690c8a6e028e4" providerId="LiveId" clId="{B8BCEDEF-38C9-4FF2-BE2C-4ECC8F43059A}" dt="2022-03-08T15:29:20.488" v="345" actId="14100"/>
          <ac:spMkLst>
            <pc:docMk/>
            <pc:sldMk cId="789710827" sldId="788"/>
            <ac:spMk id="6" creationId="{02C5E63D-945C-416B-99CE-6F6495932217}"/>
          </ac:spMkLst>
        </pc:spChg>
        <pc:spChg chg="mod">
          <ac:chgData name="Alexandre Quach" userId="7bb690c8a6e028e4" providerId="LiveId" clId="{B8BCEDEF-38C9-4FF2-BE2C-4ECC8F43059A}" dt="2022-03-08T15:29:20.488" v="345" actId="14100"/>
          <ac:spMkLst>
            <pc:docMk/>
            <pc:sldMk cId="789710827" sldId="788"/>
            <ac:spMk id="7" creationId="{EFA160A8-44AE-41D0-BE55-E79DF99033EA}"/>
          </ac:spMkLst>
        </pc:spChg>
        <pc:grpChg chg="add mod">
          <ac:chgData name="Alexandre Quach" userId="7bb690c8a6e028e4" providerId="LiveId" clId="{B8BCEDEF-38C9-4FF2-BE2C-4ECC8F43059A}" dt="2022-03-08T15:31:08.743" v="375" actId="1076"/>
          <ac:grpSpMkLst>
            <pc:docMk/>
            <pc:sldMk cId="789710827" sldId="788"/>
            <ac:grpSpMk id="10" creationId="{14E8E020-AD66-4907-8653-E8FA263CA83C}"/>
          </ac:grpSpMkLst>
        </pc:grpChg>
        <pc:graphicFrameChg chg="add mod">
          <ac:chgData name="Alexandre Quach" userId="7bb690c8a6e028e4" providerId="LiveId" clId="{B8BCEDEF-38C9-4FF2-BE2C-4ECC8F43059A}" dt="2022-03-08T15:27:55.143" v="317" actId="1076"/>
          <ac:graphicFrameMkLst>
            <pc:docMk/>
            <pc:sldMk cId="789710827" sldId="788"/>
            <ac:graphicFrameMk id="8" creationId="{05C31663-4196-4F40-B0B7-FA255894EE87}"/>
          </ac:graphicFrameMkLst>
        </pc:graphicFrameChg>
        <pc:picChg chg="add mod">
          <ac:chgData name="Alexandre Quach" userId="7bb690c8a6e028e4" providerId="LiveId" clId="{B8BCEDEF-38C9-4FF2-BE2C-4ECC8F43059A}" dt="2022-03-08T15:29:36.838" v="348" actId="1076"/>
          <ac:picMkLst>
            <pc:docMk/>
            <pc:sldMk cId="789710827" sldId="788"/>
            <ac:picMk id="9" creationId="{2E3B95C6-C724-491E-9265-BD01064F688D}"/>
          </ac:picMkLst>
        </pc:picChg>
        <pc:picChg chg="add mod">
          <ac:chgData name="Alexandre Quach" userId="7bb690c8a6e028e4" providerId="LiveId" clId="{B8BCEDEF-38C9-4FF2-BE2C-4ECC8F43059A}" dt="2022-03-08T15:29:49.293" v="353" actId="1076"/>
          <ac:picMkLst>
            <pc:docMk/>
            <pc:sldMk cId="789710827" sldId="788"/>
            <ac:picMk id="12" creationId="{02550B0D-2CC6-4CF2-A466-3BFE1F6634EA}"/>
          </ac:picMkLst>
        </pc:picChg>
        <pc:picChg chg="add mod">
          <ac:chgData name="Alexandre Quach" userId="7bb690c8a6e028e4" providerId="LiveId" clId="{B8BCEDEF-38C9-4FF2-BE2C-4ECC8F43059A}" dt="2022-03-08T15:29:50.335" v="354" actId="571"/>
          <ac:picMkLst>
            <pc:docMk/>
            <pc:sldMk cId="789710827" sldId="788"/>
            <ac:picMk id="13" creationId="{28031E65-826D-495E-8031-DDD6319B19A0}"/>
          </ac:picMkLst>
        </pc:picChg>
        <pc:picChg chg="add mod">
          <ac:chgData name="Alexandre Quach" userId="7bb690c8a6e028e4" providerId="LiveId" clId="{B8BCEDEF-38C9-4FF2-BE2C-4ECC8F43059A}" dt="2022-03-08T15:29:51.745" v="355" actId="571"/>
          <ac:picMkLst>
            <pc:docMk/>
            <pc:sldMk cId="789710827" sldId="788"/>
            <ac:picMk id="14" creationId="{7E43851E-53C4-4CBB-B6B6-213F15B6F13B}"/>
          </ac:picMkLst>
        </pc:picChg>
        <pc:picChg chg="add del mod">
          <ac:chgData name="Alexandre Quach" userId="7bb690c8a6e028e4" providerId="LiveId" clId="{B8BCEDEF-38C9-4FF2-BE2C-4ECC8F43059A}" dt="2022-03-08T15:30:27.422" v="360" actId="478"/>
          <ac:picMkLst>
            <pc:docMk/>
            <pc:sldMk cId="789710827" sldId="788"/>
            <ac:picMk id="15" creationId="{67C3C06B-E159-4239-B579-8CB39DB33FD0}"/>
          </ac:picMkLst>
        </pc:picChg>
        <pc:picChg chg="add mod">
          <ac:chgData name="Alexandre Quach" userId="7bb690c8a6e028e4" providerId="LiveId" clId="{B8BCEDEF-38C9-4FF2-BE2C-4ECC8F43059A}" dt="2022-03-08T15:29:56.216" v="357" actId="571"/>
          <ac:picMkLst>
            <pc:docMk/>
            <pc:sldMk cId="789710827" sldId="788"/>
            <ac:picMk id="16" creationId="{2C797DD6-E25C-4C1D-9D05-571AB424A74B}"/>
          </ac:picMkLst>
        </pc:picChg>
        <pc:picChg chg="add mod">
          <ac:chgData name="Alexandre Quach" userId="7bb690c8a6e028e4" providerId="LiveId" clId="{B8BCEDEF-38C9-4FF2-BE2C-4ECC8F43059A}" dt="2022-03-08T15:30:15.318" v="358" actId="571"/>
          <ac:picMkLst>
            <pc:docMk/>
            <pc:sldMk cId="789710827" sldId="788"/>
            <ac:picMk id="17" creationId="{684450E8-7D5B-40E1-A69C-6862F19C13A8}"/>
          </ac:picMkLst>
        </pc:picChg>
        <pc:picChg chg="add mod">
          <ac:chgData name="Alexandre Quach" userId="7bb690c8a6e028e4" providerId="LiveId" clId="{B8BCEDEF-38C9-4FF2-BE2C-4ECC8F43059A}" dt="2022-03-08T15:30:17.323" v="359" actId="571"/>
          <ac:picMkLst>
            <pc:docMk/>
            <pc:sldMk cId="789710827" sldId="788"/>
            <ac:picMk id="18" creationId="{6DC0D10E-F3BD-4E8C-B452-3547469CFF30}"/>
          </ac:picMkLst>
        </pc:picChg>
        <pc:picChg chg="add mod">
          <ac:chgData name="Alexandre Quach" userId="7bb690c8a6e028e4" providerId="LiveId" clId="{B8BCEDEF-38C9-4FF2-BE2C-4ECC8F43059A}" dt="2022-03-08T15:30:32.730" v="361" actId="571"/>
          <ac:picMkLst>
            <pc:docMk/>
            <pc:sldMk cId="789710827" sldId="788"/>
            <ac:picMk id="19" creationId="{885E3F7B-1015-4E1F-9B0A-C4D4CDF758CE}"/>
          </ac:picMkLst>
        </pc:picChg>
        <pc:picChg chg="add mod">
          <ac:chgData name="Alexandre Quach" userId="7bb690c8a6e028e4" providerId="LiveId" clId="{B8BCEDEF-38C9-4FF2-BE2C-4ECC8F43059A}" dt="2022-03-08T15:30:34.441" v="362" actId="571"/>
          <ac:picMkLst>
            <pc:docMk/>
            <pc:sldMk cId="789710827" sldId="788"/>
            <ac:picMk id="20" creationId="{CF0C5992-FD40-4408-95A3-266ADEA76E12}"/>
          </ac:picMkLst>
        </pc:picChg>
        <pc:picChg chg="add mod">
          <ac:chgData name="Alexandre Quach" userId="7bb690c8a6e028e4" providerId="LiveId" clId="{B8BCEDEF-38C9-4FF2-BE2C-4ECC8F43059A}" dt="2022-03-08T15:30:36.192" v="363" actId="571"/>
          <ac:picMkLst>
            <pc:docMk/>
            <pc:sldMk cId="789710827" sldId="788"/>
            <ac:picMk id="21" creationId="{F9EBC94D-F563-44EE-B4AC-AB4791765556}"/>
          </ac:picMkLst>
        </pc:picChg>
        <pc:picChg chg="add mod">
          <ac:chgData name="Alexandre Quach" userId="7bb690c8a6e028e4" providerId="LiveId" clId="{B8BCEDEF-38C9-4FF2-BE2C-4ECC8F43059A}" dt="2022-03-08T15:30:37.569" v="364" actId="571"/>
          <ac:picMkLst>
            <pc:docMk/>
            <pc:sldMk cId="789710827" sldId="788"/>
            <ac:picMk id="22" creationId="{39437A64-3056-4B7A-81E9-38B3DB21A0BF}"/>
          </ac:picMkLst>
        </pc:picChg>
        <pc:picChg chg="add mod">
          <ac:chgData name="Alexandre Quach" userId="7bb690c8a6e028e4" providerId="LiveId" clId="{B8BCEDEF-38C9-4FF2-BE2C-4ECC8F43059A}" dt="2022-03-08T15:30:38.737" v="365" actId="571"/>
          <ac:picMkLst>
            <pc:docMk/>
            <pc:sldMk cId="789710827" sldId="788"/>
            <ac:picMk id="23" creationId="{333ACF8B-DB17-4ABF-BC1F-DFDD88275463}"/>
          </ac:picMkLst>
        </pc:picChg>
        <pc:picChg chg="add mod">
          <ac:chgData name="Alexandre Quach" userId="7bb690c8a6e028e4" providerId="LiveId" clId="{B8BCEDEF-38C9-4FF2-BE2C-4ECC8F43059A}" dt="2022-03-08T15:30:44.567" v="367" actId="1076"/>
          <ac:picMkLst>
            <pc:docMk/>
            <pc:sldMk cId="789710827" sldId="788"/>
            <ac:picMk id="24" creationId="{A2A0FED7-CAAB-4112-A3B1-A26E724B7232}"/>
          </ac:picMkLst>
        </pc:picChg>
        <pc:picChg chg="add mod">
          <ac:chgData name="Alexandre Quach" userId="7bb690c8a6e028e4" providerId="LiveId" clId="{B8BCEDEF-38C9-4FF2-BE2C-4ECC8F43059A}" dt="2022-03-08T15:30:46.325" v="368" actId="571"/>
          <ac:picMkLst>
            <pc:docMk/>
            <pc:sldMk cId="789710827" sldId="788"/>
            <ac:picMk id="25" creationId="{BA424056-22CD-458B-8D96-0672A09FAEFE}"/>
          </ac:picMkLst>
        </pc:picChg>
        <pc:picChg chg="add mod">
          <ac:chgData name="Alexandre Quach" userId="7bb690c8a6e028e4" providerId="LiveId" clId="{B8BCEDEF-38C9-4FF2-BE2C-4ECC8F43059A}" dt="2022-03-08T15:30:48.785" v="369" actId="571"/>
          <ac:picMkLst>
            <pc:docMk/>
            <pc:sldMk cId="789710827" sldId="788"/>
            <ac:picMk id="26" creationId="{AA34CAC6-C305-4093-8B2A-77816C4A5C70}"/>
          </ac:picMkLst>
        </pc:picChg>
        <pc:picChg chg="add mod">
          <ac:chgData name="Alexandre Quach" userId="7bb690c8a6e028e4" providerId="LiveId" clId="{B8BCEDEF-38C9-4FF2-BE2C-4ECC8F43059A}" dt="2022-03-08T15:30:50.183" v="370" actId="571"/>
          <ac:picMkLst>
            <pc:docMk/>
            <pc:sldMk cId="789710827" sldId="788"/>
            <ac:picMk id="27" creationId="{6D80951F-0DB6-4445-B858-092D0C70B6F7}"/>
          </ac:picMkLst>
        </pc:picChg>
        <pc:picChg chg="add mod">
          <ac:chgData name="Alexandre Quach" userId="7bb690c8a6e028e4" providerId="LiveId" clId="{B8BCEDEF-38C9-4FF2-BE2C-4ECC8F43059A}" dt="2022-03-08T15:30:52.697" v="371" actId="571"/>
          <ac:picMkLst>
            <pc:docMk/>
            <pc:sldMk cId="789710827" sldId="788"/>
            <ac:picMk id="28" creationId="{731A767B-8D0A-4469-B38D-A9EA885BB5C7}"/>
          </ac:picMkLst>
        </pc:picChg>
        <pc:picChg chg="add mod">
          <ac:chgData name="Alexandre Quach" userId="7bb690c8a6e028e4" providerId="LiveId" clId="{B8BCEDEF-38C9-4FF2-BE2C-4ECC8F43059A}" dt="2022-03-08T15:30:55.714" v="372" actId="571"/>
          <ac:picMkLst>
            <pc:docMk/>
            <pc:sldMk cId="789710827" sldId="788"/>
            <ac:picMk id="29" creationId="{6617AD79-AFDD-4F16-8440-9F4264840DFE}"/>
          </ac:picMkLst>
        </pc:picChg>
        <pc:picChg chg="add mod">
          <ac:chgData name="Alexandre Quach" userId="7bb690c8a6e028e4" providerId="LiveId" clId="{B8BCEDEF-38C9-4FF2-BE2C-4ECC8F43059A}" dt="2022-03-08T15:31:02.774" v="374" actId="1076"/>
          <ac:picMkLst>
            <pc:docMk/>
            <pc:sldMk cId="789710827" sldId="788"/>
            <ac:picMk id="30" creationId="{E598EDB8-01CE-4DB3-945C-86ADA25B1CE8}"/>
          </ac:picMkLst>
        </pc:picChg>
      </pc:sldChg>
      <pc:sldChg chg="del">
        <pc:chgData name="Alexandre Quach" userId="7bb690c8a6e028e4" providerId="LiveId" clId="{B8BCEDEF-38C9-4FF2-BE2C-4ECC8F43059A}" dt="2022-03-08T15:00:29.726" v="1" actId="47"/>
        <pc:sldMkLst>
          <pc:docMk/>
          <pc:sldMk cId="3593510566" sldId="809"/>
        </pc:sldMkLst>
      </pc:sldChg>
      <pc:sldChg chg="del">
        <pc:chgData name="Alexandre Quach" userId="7bb690c8a6e028e4" providerId="LiveId" clId="{B8BCEDEF-38C9-4FF2-BE2C-4ECC8F43059A}" dt="2022-03-08T15:00:22.751" v="0" actId="47"/>
        <pc:sldMkLst>
          <pc:docMk/>
          <pc:sldMk cId="1445510329" sldId="812"/>
        </pc:sldMkLst>
      </pc:sldChg>
      <pc:sldChg chg="del">
        <pc:chgData name="Alexandre Quach" userId="7bb690c8a6e028e4" providerId="LiveId" clId="{B8BCEDEF-38C9-4FF2-BE2C-4ECC8F43059A}" dt="2022-03-08T15:00:36.979" v="3" actId="47"/>
        <pc:sldMkLst>
          <pc:docMk/>
          <pc:sldMk cId="3363388245" sldId="81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Rick</a:t>
            </a:r>
          </a:p>
        </c:rich>
      </c:tx>
      <c:layout>
        <c:manualLayout>
          <c:xMode val="edge"/>
          <c:yMode val="edge"/>
          <c:x val="0.40587768909076211"/>
          <c:y val="5.49434758948632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cat>
            <c:strRef>
              <c:f>Feuil1!$A$2:$A$6</c:f>
              <c:strCache>
                <c:ptCount val="5"/>
                <c:pt idx="0">
                  <c:v>🎯 Intention </c:v>
                </c:pt>
                <c:pt idx="1">
                  <c:v>🔥Skills </c:v>
                </c:pt>
                <c:pt idx="2">
                  <c:v>👍 Current position &amp; recognition : </c:v>
                </c:pt>
                <c:pt idx="3">
                  <c:v>⌛Resources and capacity</c:v>
                </c:pt>
                <c:pt idx="4">
                  <c:v>🎖️Achievements 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15-4772-B65E-A9FE3725DF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43942672"/>
        <c:axId val="2043944336"/>
      </c:radarChart>
      <c:catAx>
        <c:axId val="2043942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43944336"/>
        <c:crosses val="autoZero"/>
        <c:auto val="1"/>
        <c:lblAlgn val="ctr"/>
        <c:lblOffset val="100"/>
        <c:noMultiLvlLbl val="0"/>
      </c:catAx>
      <c:valAx>
        <c:axId val="204394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43942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Donna</a:t>
            </a:r>
          </a:p>
        </c:rich>
      </c:tx>
      <c:layout>
        <c:manualLayout>
          <c:xMode val="edge"/>
          <c:yMode val="edge"/>
          <c:x val="0.40587768909076211"/>
          <c:y val="5.49434758948632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cat>
            <c:strRef>
              <c:f>Feuil1!$A$2:$A$6</c:f>
              <c:strCache>
                <c:ptCount val="5"/>
                <c:pt idx="0">
                  <c:v>🎯 Intention </c:v>
                </c:pt>
                <c:pt idx="1">
                  <c:v>🔥Skills </c:v>
                </c:pt>
                <c:pt idx="2">
                  <c:v>👍 Current position &amp; recognition : </c:v>
                </c:pt>
                <c:pt idx="3">
                  <c:v>⌛Resources and capacity</c:v>
                </c:pt>
                <c:pt idx="4">
                  <c:v>🎖️Achievements 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15-4772-B65E-A9FE3725DF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43942672"/>
        <c:axId val="2043944336"/>
      </c:radarChart>
      <c:catAx>
        <c:axId val="2043942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43944336"/>
        <c:crosses val="autoZero"/>
        <c:auto val="1"/>
        <c:lblAlgn val="ctr"/>
        <c:lblOffset val="100"/>
        <c:noMultiLvlLbl val="0"/>
      </c:catAx>
      <c:valAx>
        <c:axId val="204394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43942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Rick</a:t>
            </a:r>
          </a:p>
        </c:rich>
      </c:tx>
      <c:layout>
        <c:manualLayout>
          <c:xMode val="edge"/>
          <c:yMode val="edge"/>
          <c:x val="0.40587768909076211"/>
          <c:y val="5.49434758948632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cat>
            <c:strRef>
              <c:f>Feuil1!$A$2:$A$6</c:f>
              <c:strCache>
                <c:ptCount val="5"/>
                <c:pt idx="0">
                  <c:v>🎯 Intention </c:v>
                </c:pt>
                <c:pt idx="1">
                  <c:v>🔥Skills </c:v>
                </c:pt>
                <c:pt idx="2">
                  <c:v>👍 Current position &amp; recognition : </c:v>
                </c:pt>
                <c:pt idx="3">
                  <c:v>⌛Resources and capacity</c:v>
                </c:pt>
                <c:pt idx="4">
                  <c:v>🎖️Achievements 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C-43F5-B05A-1036EBBEF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43942672"/>
        <c:axId val="2043944336"/>
      </c:radarChart>
      <c:catAx>
        <c:axId val="2043942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43944336"/>
        <c:crosses val="autoZero"/>
        <c:auto val="1"/>
        <c:lblAlgn val="ctr"/>
        <c:lblOffset val="100"/>
        <c:noMultiLvlLbl val="0"/>
      </c:catAx>
      <c:valAx>
        <c:axId val="204394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43942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5400" cap="rnd" cmpd="sng" algn="ctr">
        <a:solidFill>
          <a:schemeClr val="phClr"/>
        </a:solidFill>
        <a:prstDash val="sysDot"/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5400" cap="rnd" cmpd="sng" algn="ctr">
        <a:solidFill>
          <a:schemeClr val="phClr"/>
        </a:solidFill>
        <a:prstDash val="sysDot"/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5400" cap="rnd" cmpd="sng" algn="ctr">
        <a:solidFill>
          <a:schemeClr val="phClr"/>
        </a:solidFill>
        <a:prstDash val="sysDot"/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10/03/2022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W9</a:t>
            </a:r>
            <a:br>
              <a:rPr lang="en-US" dirty="0"/>
            </a:br>
            <a:r>
              <a:rPr lang="en-US" dirty="0"/>
              <a:t>Community Boosters review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🏋️‍♂️ Focus on training &amp; empowerment of local boosters</a:t>
            </a:r>
          </a:p>
        </p:txBody>
      </p:sp>
    </p:spTree>
    <p:extLst>
      <p:ext uri="{BB962C8B-B14F-4D97-AF65-F5344CB8AC3E}">
        <p14:creationId xmlns:p14="http://schemas.microsoft.com/office/powerpoint/2010/main" val="256041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7C0156-9EAC-4E07-AF33-3F52F558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Community Booster review</a:t>
            </a:r>
            <a:br>
              <a:rPr lang="en-US"/>
            </a:br>
            <a:r>
              <a:rPr lang="en-US"/>
              <a:t>Example of workshop results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7A5D399D-9A48-4A6F-B5BD-52BAD977B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666154"/>
              </p:ext>
            </p:extLst>
          </p:nvPr>
        </p:nvGraphicFramePr>
        <p:xfrm>
          <a:off x="0" y="1988190"/>
          <a:ext cx="4353888" cy="3236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65F8DC5D-A17B-4BA4-9BC1-B83D92C8D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549" y="4870873"/>
            <a:ext cx="613344" cy="613344"/>
          </a:xfrm>
          <a:prstGeom prst="rect">
            <a:avLst/>
          </a:prstGeom>
        </p:spPr>
      </p:pic>
      <p:graphicFrame>
        <p:nvGraphicFramePr>
          <p:cNvPr id="8" name="Espace réservé du contenu 5">
            <a:extLst>
              <a:ext uri="{FF2B5EF4-FFF2-40B4-BE49-F238E27FC236}">
                <a16:creationId xmlns:a16="http://schemas.microsoft.com/office/drawing/2014/main" id="{5B22A7DE-B804-4DFD-8161-8042A6E907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6064589"/>
              </p:ext>
            </p:extLst>
          </p:nvPr>
        </p:nvGraphicFramePr>
        <p:xfrm>
          <a:off x="3782869" y="1988190"/>
          <a:ext cx="4353888" cy="3236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FF62A6CA-F812-4B32-B45A-9A54482E6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27817"/>
              </p:ext>
            </p:extLst>
          </p:nvPr>
        </p:nvGraphicFramePr>
        <p:xfrm>
          <a:off x="8254202" y="2294613"/>
          <a:ext cx="3788641" cy="3794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83">
                  <a:extLst>
                    <a:ext uri="{9D8B030D-6E8A-4147-A177-3AD203B41FA5}">
                      <a16:colId xmlns:a16="http://schemas.microsoft.com/office/drawing/2014/main" val="1904663190"/>
                    </a:ext>
                  </a:extLst>
                </a:gridCol>
                <a:gridCol w="2417358">
                  <a:extLst>
                    <a:ext uri="{9D8B030D-6E8A-4147-A177-3AD203B41FA5}">
                      <a16:colId xmlns:a16="http://schemas.microsoft.com/office/drawing/2014/main" val="1784215831"/>
                    </a:ext>
                  </a:extLst>
                </a:gridCol>
              </a:tblGrid>
              <a:tr h="968646">
                <a:tc>
                  <a:txBody>
                    <a:bodyPr/>
                    <a:lstStyle/>
                    <a:p>
                      <a:r>
                        <a:rPr lang="en-US" sz="1400"/>
                        <a:t>Candidate or future Community Booster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Next moves /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183022"/>
                  </a:ext>
                </a:extLst>
              </a:tr>
              <a:tr h="1413128">
                <a:tc>
                  <a:txBody>
                    <a:bodyPr/>
                    <a:lstStyle/>
                    <a:p>
                      <a:r>
                        <a:rPr lang="en-US" sz="1200"/>
                        <a:t>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200" b="1"/>
                        <a:t>🎖️Achievements : </a:t>
                      </a:r>
                      <a:r>
                        <a:rPr lang="en-US" sz="1200"/>
                        <a:t>Identify deeds to perform for the Community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1"/>
                        <a:t>⌛Resources and capacity : </a:t>
                      </a:r>
                      <a:r>
                        <a:rPr lang="en-US" sz="1200"/>
                        <a:t>Negotiate with manager for availabilities to ramp-up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10672"/>
                  </a:ext>
                </a:extLst>
              </a:tr>
              <a:tr h="1413128">
                <a:tc>
                  <a:txBody>
                    <a:bodyPr/>
                    <a:lstStyle/>
                    <a:p>
                      <a:r>
                        <a:rPr lang="en-US" sz="1200"/>
                        <a:t>Donna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1"/>
                        <a:t>🔥Skills : </a:t>
                      </a:r>
                      <a:r>
                        <a:rPr lang="en-US" sz="1200"/>
                        <a:t>Organize training on Community Canvas</a:t>
                      </a:r>
                    </a:p>
                    <a:p>
                      <a:pPr marL="285750" indent="-285750">
                        <a:buFont typeface="+mj-lt"/>
                        <a:buAutoNum type="arabicPeriod"/>
                      </a:pPr>
                      <a:r>
                        <a:rPr lang="en-US" sz="1200" b="1"/>
                        <a:t>👍 Current position &amp; recognition : </a:t>
                      </a:r>
                      <a:r>
                        <a:rPr lang="en-US" sz="1200"/>
                        <a:t>Officialize her role as a Community Booster trainee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435519"/>
                  </a:ext>
                </a:extLst>
              </a:tr>
            </a:tbl>
          </a:graphicData>
        </a:graphic>
      </p:graphicFrame>
      <p:pic>
        <p:nvPicPr>
          <p:cNvPr id="11" name="Image 10" descr="Une image contenant personne, femme, herbe, extérieur&#10;&#10;Description générée automatiquement">
            <a:extLst>
              <a:ext uri="{FF2B5EF4-FFF2-40B4-BE49-F238E27FC236}">
                <a16:creationId xmlns:a16="http://schemas.microsoft.com/office/drawing/2014/main" id="{8B37624B-7B4E-4F8F-AFB3-114D0E0C33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864" y="4917571"/>
            <a:ext cx="613344" cy="61334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0EA120-4C0A-4970-B7F4-0D9B7A988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179" y="3655344"/>
            <a:ext cx="613344" cy="613344"/>
          </a:xfrm>
          <a:prstGeom prst="rect">
            <a:avLst/>
          </a:prstGeom>
        </p:spPr>
      </p:pic>
      <p:pic>
        <p:nvPicPr>
          <p:cNvPr id="12" name="Image 11" descr="Une image contenant personne, femme, herbe, extérieur&#10;&#10;Description générée automatiquement">
            <a:extLst>
              <a:ext uri="{FF2B5EF4-FFF2-40B4-BE49-F238E27FC236}">
                <a16:creationId xmlns:a16="http://schemas.microsoft.com/office/drawing/2014/main" id="{95865948-2C03-42C6-95C7-2DBB28E5C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106" y="5016075"/>
            <a:ext cx="613344" cy="613344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41E7198A-A842-4390-9D82-9E2E9EFB43E6}"/>
              </a:ext>
            </a:extLst>
          </p:cNvPr>
          <p:cNvSpPr txBox="1">
            <a:spLocks/>
          </p:cNvSpPr>
          <p:nvPr/>
        </p:nvSpPr>
        <p:spPr>
          <a:xfrm>
            <a:off x="625812" y="5615568"/>
            <a:ext cx="2769141" cy="1058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/>
              <a:t>Rick is skilled and recognized as a potential leader but has a low availability and has not achieved anything significant for the Community yet. 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143F1F12-02A7-4CE0-935A-B527B7326EF4}"/>
              </a:ext>
            </a:extLst>
          </p:cNvPr>
          <p:cNvSpPr txBox="1">
            <a:spLocks/>
          </p:cNvSpPr>
          <p:nvPr/>
        </p:nvSpPr>
        <p:spPr>
          <a:xfrm>
            <a:off x="4488050" y="5615568"/>
            <a:ext cx="3060971" cy="1058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/>
              <a:t>Donna is motivated and has already contributed to the Community. She also has time to ramp-up. However, she lacks official recognition for the moment and skills for a future position.</a:t>
            </a:r>
          </a:p>
        </p:txBody>
      </p:sp>
    </p:spTree>
    <p:extLst>
      <p:ext uri="{BB962C8B-B14F-4D97-AF65-F5344CB8AC3E}">
        <p14:creationId xmlns:p14="http://schemas.microsoft.com/office/powerpoint/2010/main" val="316588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2B1C9-782E-4AA6-BEC7-67CB85EF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Community Boosters review</a:t>
            </a:r>
            <a:br>
              <a:rPr lang="en-US"/>
            </a:br>
            <a:r>
              <a:rPr lang="en-US"/>
              <a:t>Example of grading 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341C54-753C-4163-9596-11AD5932A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812" y="2114467"/>
            <a:ext cx="2088000" cy="4665711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00" b="1" dirty="0"/>
              <a:t>🔥Skills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Member centric Skills (Caring, follow-up progression, bonding, Sense of belonging, Links &amp; Ties, conflict management, leadership)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Partner centric skills : External Sponsors, stakeholders, peer skills (negotiation, diplomacy, …)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Skills related to Community Topic (specific expertise, …)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Moment centric skills (Events management, One-to-one management)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Content Generation skills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Community Structuring (setting up tools, organizing groups, set up rules…)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Community frameworks : Community Canvas, Community Engagement Framework, #OpenSeriousCommunity, #OSG workshops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93C2F31-DB38-42BA-8CA5-876C10E2FFBD}"/>
              </a:ext>
            </a:extLst>
          </p:cNvPr>
          <p:cNvSpPr txBox="1">
            <a:spLocks/>
          </p:cNvSpPr>
          <p:nvPr/>
        </p:nvSpPr>
        <p:spPr>
          <a:xfrm>
            <a:off x="7276319" y="2111614"/>
            <a:ext cx="2173708" cy="46657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900" b="1" dirty="0"/>
              <a:t>👍 Current positioning &amp; recognition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Declares himself/herself as a future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Has shown (to the Community) the intention the lead the Community or part of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Has officialized a title equivalent to Community Booster (that grants decisional power and/or responsibilities) for all or a part of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Is recognized by the majority of the Community as a Community Booster, or at least locally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Is recognized by Community key influential members as a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Is recognized outside the Community as a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Community has explicit expectations towards him/her as a Booster </a:t>
            </a:r>
          </a:p>
          <a:p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r>
              <a:rPr lang="en-US" sz="900" dirty="0"/>
              <a:t> 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8B0A895-1094-4369-8B6A-0E67FE7DDB59}"/>
              </a:ext>
            </a:extLst>
          </p:cNvPr>
          <p:cNvSpPr txBox="1">
            <a:spLocks/>
          </p:cNvSpPr>
          <p:nvPr/>
        </p:nvSpPr>
        <p:spPr>
          <a:xfrm>
            <a:off x="9724535" y="2111614"/>
            <a:ext cx="2088000" cy="46657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900" b="1" dirty="0"/>
              <a:t>🎖️Achievements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(4) Has accomplished enough valuable actions for Community members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Has accomplished enough promotional and external actions as a Community representative outside the 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(3) Has accomplished enough valuable actions for key stakeholders or key influential members of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Has accomplished enough valuable actions for self thanks to the Community</a:t>
            </a:r>
          </a:p>
          <a:p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endParaRPr lang="en-US" sz="9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2C5E63D-945C-416B-99CE-6F6495932217}"/>
              </a:ext>
            </a:extLst>
          </p:cNvPr>
          <p:cNvSpPr txBox="1">
            <a:spLocks/>
          </p:cNvSpPr>
          <p:nvPr/>
        </p:nvSpPr>
        <p:spPr>
          <a:xfrm>
            <a:off x="2551305" y="2111613"/>
            <a:ext cx="2088000" cy="46657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/>
              <a:t>⌛Resources and capacity (10 pts)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Has enough means of action to be Community Booster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Has enough availability to be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Is allowed to be a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Has access to resources  (training, content, …) to become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(3) Has access to opportunities (events, negotiations, rights…) to progress into a Community Booster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endParaRPr lang="en-US" sz="9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FA160A8-44AE-41D0-BE55-E79DF99033EA}"/>
              </a:ext>
            </a:extLst>
          </p:cNvPr>
          <p:cNvSpPr txBox="1">
            <a:spLocks/>
          </p:cNvSpPr>
          <p:nvPr/>
        </p:nvSpPr>
        <p:spPr>
          <a:xfrm>
            <a:off x="188798" y="2111614"/>
            <a:ext cx="2088000" cy="46657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900" b="1" dirty="0"/>
              <a:t>🎯 Intention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Loves the Community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Has interest in developing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(2) Likes Community Development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Has his/her own viewpoint about how the Community should evolve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Has intention to self-develop (skills, wisdom, leadership…) through Community Boosting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Makes room in his/her agenda for Community activities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900" dirty="0"/>
              <a:t>(1) Is an active resource seeker for Community purposes</a:t>
            </a:r>
          </a:p>
          <a:p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r>
              <a:rPr lang="en-US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210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2B1C9-782E-4AA6-BEC7-67CB85EF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Community Boosters review</a:t>
            </a:r>
            <a:br>
              <a:rPr lang="en-US"/>
            </a:br>
            <a:r>
              <a:rPr lang="en-US"/>
              <a:t>Example of grading 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341C54-753C-4163-9596-11AD5932A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538" y="2073943"/>
            <a:ext cx="1523323" cy="4673086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" b="1" dirty="0"/>
              <a:t>🔥Skills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Member centric Skills (Caring, follow-up progression, bonding, Sense of belonging, Links &amp; Ties, conflict management, leadership)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Partner centric skills : External Sponsors, stakeholders, peer skills (negotiation, diplomacy, …)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Skills related to Community Topic (specific expertise, …)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Moment centric skills (Events management, One-to-one management)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Content Generation skills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Community Structuring (setting up tools, organizing groups, set up rules…)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Community frameworks : Community Canvas, Community Engagement Framework, #OpenSeriousCommunity, #OSG workshops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93C2F31-DB38-42BA-8CA5-876C10E2FFBD}"/>
              </a:ext>
            </a:extLst>
          </p:cNvPr>
          <p:cNvSpPr txBox="1">
            <a:spLocks/>
          </p:cNvSpPr>
          <p:nvPr/>
        </p:nvSpPr>
        <p:spPr>
          <a:xfrm>
            <a:off x="5043759" y="2073943"/>
            <a:ext cx="1585852" cy="46730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00" b="1" dirty="0"/>
              <a:t>👍 Current positioning &amp; recognition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Declares himself/herself as a future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Has shown (to the Community) the intention the lead the Community or part of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Has officialized a title equivalent to Community Booster (that grants decisional power and/or responsibilities) for all or a part of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Is recognized by the majority of the Community as a Community Booster, or at least locally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Is recognized by Community key influential members as a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Is recognized outside the Community as a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Community has explicit expectations towards him/her as a Booster </a:t>
            </a:r>
          </a:p>
          <a:p>
            <a:endParaRPr lang="en-US" sz="700" dirty="0"/>
          </a:p>
          <a:p>
            <a:endParaRPr lang="en-US" sz="700" dirty="0"/>
          </a:p>
          <a:p>
            <a:pPr marL="0" indent="0">
              <a:buNone/>
            </a:pPr>
            <a:r>
              <a:rPr lang="en-US" sz="700" dirty="0"/>
              <a:t> 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8B0A895-1094-4369-8B6A-0E67FE7DDB59}"/>
              </a:ext>
            </a:extLst>
          </p:cNvPr>
          <p:cNvSpPr txBox="1">
            <a:spLocks/>
          </p:cNvSpPr>
          <p:nvPr/>
        </p:nvSpPr>
        <p:spPr>
          <a:xfrm>
            <a:off x="6724439" y="2073943"/>
            <a:ext cx="1523323" cy="4673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00" b="1" dirty="0"/>
              <a:t>🎖️Achievements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(4) Has accomplished enough valuable actions for Community members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Has accomplished enough promotional and external actions as a Community representative outside the 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(3) Has accomplished enough valuable actions for key stakeholders or key influential members of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Has accomplished enough valuable actions for self thanks to the Community</a:t>
            </a:r>
          </a:p>
          <a:p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endParaRPr lang="en-US" sz="70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2C5E63D-945C-416B-99CE-6F6495932217}"/>
              </a:ext>
            </a:extLst>
          </p:cNvPr>
          <p:cNvSpPr txBox="1">
            <a:spLocks/>
          </p:cNvSpPr>
          <p:nvPr/>
        </p:nvSpPr>
        <p:spPr>
          <a:xfrm>
            <a:off x="1799318" y="2073944"/>
            <a:ext cx="1523323" cy="46730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/>
              <a:t>⌛Resources and capacity (10 pts)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Has enough means of action to be Community Booster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Has enough availability to be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Is allowed to be a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Has access to resources  (training, content, …) to become Community Booster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(3) Has access to opportunities (events, negotiations, rights…) to progress into a Community Booster</a:t>
            </a:r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endParaRPr lang="en-US" sz="7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FA160A8-44AE-41D0-BE55-E79DF99033EA}"/>
              </a:ext>
            </a:extLst>
          </p:cNvPr>
          <p:cNvSpPr txBox="1">
            <a:spLocks/>
          </p:cNvSpPr>
          <p:nvPr/>
        </p:nvSpPr>
        <p:spPr>
          <a:xfrm>
            <a:off x="177098" y="2073943"/>
            <a:ext cx="1523323" cy="4673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00" b="1" dirty="0"/>
              <a:t>🎯 Intention (10 pts)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Loves the Community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Has interest in developing the Community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(2) Likes Community Development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Has his/her own viewpoint about how the Community should evolve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Has intention to self-develop (skills, wisdom, leadership…) through Community Boosting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Makes room in his/her agenda for Community activities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700" dirty="0"/>
              <a:t>(1) Is an active resource seeker for Community purposes</a:t>
            </a:r>
          </a:p>
          <a:p>
            <a:endParaRPr lang="en-US" sz="700" dirty="0"/>
          </a:p>
          <a:p>
            <a:endParaRPr lang="en-US" sz="700" dirty="0"/>
          </a:p>
          <a:p>
            <a:pPr marL="0" indent="0">
              <a:buNone/>
            </a:pPr>
            <a:r>
              <a:rPr lang="en-US" sz="700" dirty="0"/>
              <a:t> 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4E8E020-AD66-4907-8653-E8FA263CA83C}"/>
              </a:ext>
            </a:extLst>
          </p:cNvPr>
          <p:cNvGrpSpPr/>
          <p:nvPr/>
        </p:nvGrpSpPr>
        <p:grpSpPr>
          <a:xfrm>
            <a:off x="7947362" y="2529737"/>
            <a:ext cx="4886138" cy="3630438"/>
            <a:chOff x="8679349" y="862178"/>
            <a:chExt cx="4353888" cy="3542725"/>
          </a:xfrm>
        </p:grpSpPr>
        <p:graphicFrame>
          <p:nvGraphicFramePr>
            <p:cNvPr id="8" name="Espace réservé du contenu 5">
              <a:extLst>
                <a:ext uri="{FF2B5EF4-FFF2-40B4-BE49-F238E27FC236}">
                  <a16:creationId xmlns:a16="http://schemas.microsoft.com/office/drawing/2014/main" id="{05C31663-4196-4F40-B0B7-FA255894EE8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14569126"/>
                </p:ext>
              </p:extLst>
            </p:nvPr>
          </p:nvGraphicFramePr>
          <p:xfrm>
            <a:off x="8679349" y="862178"/>
            <a:ext cx="4353888" cy="323605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E3B95C6-C724-491E-9265-BD01064F6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085" y="3791559"/>
              <a:ext cx="613344" cy="613344"/>
            </a:xfrm>
            <a:prstGeom prst="rect">
              <a:avLst/>
            </a:prstGeom>
          </p:spPr>
        </p:pic>
      </p:grpSp>
      <p:pic>
        <p:nvPicPr>
          <p:cNvPr id="12" name="Graphique 11" descr="Coche avec un remplissage uni">
            <a:extLst>
              <a:ext uri="{FF2B5EF4-FFF2-40B4-BE49-F238E27FC236}">
                <a16:creationId xmlns:a16="http://schemas.microsoft.com/office/drawing/2014/main" id="{02550B0D-2CC6-4CF2-A466-3BFE1F663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098" y="2224777"/>
            <a:ext cx="291316" cy="291316"/>
          </a:xfrm>
          <a:prstGeom prst="rect">
            <a:avLst/>
          </a:prstGeom>
        </p:spPr>
      </p:pic>
      <p:pic>
        <p:nvPicPr>
          <p:cNvPr id="13" name="Graphique 12" descr="Coche avec un remplissage uni">
            <a:extLst>
              <a:ext uri="{FF2B5EF4-FFF2-40B4-BE49-F238E27FC236}">
                <a16:creationId xmlns:a16="http://schemas.microsoft.com/office/drawing/2014/main" id="{28031E65-826D-495E-8031-DDD6319B1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098" y="2509798"/>
            <a:ext cx="291316" cy="291316"/>
          </a:xfrm>
          <a:prstGeom prst="rect">
            <a:avLst/>
          </a:prstGeom>
        </p:spPr>
      </p:pic>
      <p:pic>
        <p:nvPicPr>
          <p:cNvPr id="14" name="Graphique 13" descr="Coche avec un remplissage uni">
            <a:extLst>
              <a:ext uri="{FF2B5EF4-FFF2-40B4-BE49-F238E27FC236}">
                <a16:creationId xmlns:a16="http://schemas.microsoft.com/office/drawing/2014/main" id="{7E43851E-53C4-4CBB-B6B6-213F15B6F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098" y="2940477"/>
            <a:ext cx="291316" cy="291316"/>
          </a:xfrm>
          <a:prstGeom prst="rect">
            <a:avLst/>
          </a:prstGeom>
        </p:spPr>
      </p:pic>
      <p:pic>
        <p:nvPicPr>
          <p:cNvPr id="16" name="Graphique 15" descr="Coche avec un remplissage uni">
            <a:extLst>
              <a:ext uri="{FF2B5EF4-FFF2-40B4-BE49-F238E27FC236}">
                <a16:creationId xmlns:a16="http://schemas.microsoft.com/office/drawing/2014/main" id="{2C797DD6-E25C-4C1D-9D05-571AB424A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503" y="3369263"/>
            <a:ext cx="291316" cy="291316"/>
          </a:xfrm>
          <a:prstGeom prst="rect">
            <a:avLst/>
          </a:prstGeom>
        </p:spPr>
      </p:pic>
      <p:pic>
        <p:nvPicPr>
          <p:cNvPr id="17" name="Graphique 16" descr="Coche avec un remplissage uni">
            <a:extLst>
              <a:ext uri="{FF2B5EF4-FFF2-40B4-BE49-F238E27FC236}">
                <a16:creationId xmlns:a16="http://schemas.microsoft.com/office/drawing/2014/main" id="{684450E8-7D5B-40E1-A69C-6862F19C1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1569" y="2370435"/>
            <a:ext cx="291316" cy="291316"/>
          </a:xfrm>
          <a:prstGeom prst="rect">
            <a:avLst/>
          </a:prstGeom>
        </p:spPr>
      </p:pic>
      <p:pic>
        <p:nvPicPr>
          <p:cNvPr id="18" name="Graphique 17" descr="Coche avec un remplissage uni">
            <a:extLst>
              <a:ext uri="{FF2B5EF4-FFF2-40B4-BE49-F238E27FC236}">
                <a16:creationId xmlns:a16="http://schemas.microsoft.com/office/drawing/2014/main" id="{6DC0D10E-F3BD-4E8C-B452-3547469CF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5249" y="3542126"/>
            <a:ext cx="291316" cy="291316"/>
          </a:xfrm>
          <a:prstGeom prst="rect">
            <a:avLst/>
          </a:prstGeom>
        </p:spPr>
      </p:pic>
      <p:pic>
        <p:nvPicPr>
          <p:cNvPr id="19" name="Graphique 18" descr="Coche avec un remplissage uni">
            <a:extLst>
              <a:ext uri="{FF2B5EF4-FFF2-40B4-BE49-F238E27FC236}">
                <a16:creationId xmlns:a16="http://schemas.microsoft.com/office/drawing/2014/main" id="{885E3F7B-1015-4E1F-9B0A-C4D4CDF75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7469" y="2240428"/>
            <a:ext cx="291316" cy="291316"/>
          </a:xfrm>
          <a:prstGeom prst="rect">
            <a:avLst/>
          </a:prstGeom>
        </p:spPr>
      </p:pic>
      <p:pic>
        <p:nvPicPr>
          <p:cNvPr id="20" name="Graphique 19" descr="Coche avec un remplissage uni">
            <a:extLst>
              <a:ext uri="{FF2B5EF4-FFF2-40B4-BE49-F238E27FC236}">
                <a16:creationId xmlns:a16="http://schemas.microsoft.com/office/drawing/2014/main" id="{CF0C5992-FD40-4408-95A3-266ADEA76E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7469" y="3043956"/>
            <a:ext cx="291316" cy="291316"/>
          </a:xfrm>
          <a:prstGeom prst="rect">
            <a:avLst/>
          </a:prstGeom>
        </p:spPr>
      </p:pic>
      <p:pic>
        <p:nvPicPr>
          <p:cNvPr id="21" name="Graphique 20" descr="Coche avec un remplissage uni">
            <a:extLst>
              <a:ext uri="{FF2B5EF4-FFF2-40B4-BE49-F238E27FC236}">
                <a16:creationId xmlns:a16="http://schemas.microsoft.com/office/drawing/2014/main" id="{F9EBC94D-F563-44EE-B4AC-AB4791765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7469" y="3701826"/>
            <a:ext cx="291316" cy="291316"/>
          </a:xfrm>
          <a:prstGeom prst="rect">
            <a:avLst/>
          </a:prstGeom>
        </p:spPr>
      </p:pic>
      <p:pic>
        <p:nvPicPr>
          <p:cNvPr id="22" name="Graphique 21" descr="Coche avec un remplissage uni">
            <a:extLst>
              <a:ext uri="{FF2B5EF4-FFF2-40B4-BE49-F238E27FC236}">
                <a16:creationId xmlns:a16="http://schemas.microsoft.com/office/drawing/2014/main" id="{39437A64-3056-4B7A-81E9-38B3DB21A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2895" y="5680313"/>
            <a:ext cx="291316" cy="291316"/>
          </a:xfrm>
          <a:prstGeom prst="rect">
            <a:avLst/>
          </a:prstGeom>
        </p:spPr>
      </p:pic>
      <p:pic>
        <p:nvPicPr>
          <p:cNvPr id="23" name="Graphique 22" descr="Coche avec un remplissage uni">
            <a:extLst>
              <a:ext uri="{FF2B5EF4-FFF2-40B4-BE49-F238E27FC236}">
                <a16:creationId xmlns:a16="http://schemas.microsoft.com/office/drawing/2014/main" id="{333ACF8B-DB17-4ABF-BC1F-DFDD88275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0380" y="5078739"/>
            <a:ext cx="291316" cy="291316"/>
          </a:xfrm>
          <a:prstGeom prst="rect">
            <a:avLst/>
          </a:prstGeom>
        </p:spPr>
      </p:pic>
      <p:pic>
        <p:nvPicPr>
          <p:cNvPr id="24" name="Graphique 23" descr="Coche avec un remplissage uni">
            <a:extLst>
              <a:ext uri="{FF2B5EF4-FFF2-40B4-BE49-F238E27FC236}">
                <a16:creationId xmlns:a16="http://schemas.microsoft.com/office/drawing/2014/main" id="{A2A0FED7-CAAB-4112-A3B1-A26E724B7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9689" y="4264827"/>
            <a:ext cx="291316" cy="291316"/>
          </a:xfrm>
          <a:prstGeom prst="rect">
            <a:avLst/>
          </a:prstGeom>
        </p:spPr>
      </p:pic>
      <p:pic>
        <p:nvPicPr>
          <p:cNvPr id="25" name="Graphique 24" descr="Coche avec un remplissage uni">
            <a:extLst>
              <a:ext uri="{FF2B5EF4-FFF2-40B4-BE49-F238E27FC236}">
                <a16:creationId xmlns:a16="http://schemas.microsoft.com/office/drawing/2014/main" id="{BA424056-22CD-458B-8D96-0672A09FAE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9689" y="4838469"/>
            <a:ext cx="291316" cy="291316"/>
          </a:xfrm>
          <a:prstGeom prst="rect">
            <a:avLst/>
          </a:prstGeom>
        </p:spPr>
      </p:pic>
      <p:pic>
        <p:nvPicPr>
          <p:cNvPr id="26" name="Graphique 25" descr="Coche avec un remplissage uni">
            <a:extLst>
              <a:ext uri="{FF2B5EF4-FFF2-40B4-BE49-F238E27FC236}">
                <a16:creationId xmlns:a16="http://schemas.microsoft.com/office/drawing/2014/main" id="{AA34CAC6-C305-4093-8B2A-77816C4A5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9689" y="3414264"/>
            <a:ext cx="291316" cy="291316"/>
          </a:xfrm>
          <a:prstGeom prst="rect">
            <a:avLst/>
          </a:prstGeom>
        </p:spPr>
      </p:pic>
      <p:pic>
        <p:nvPicPr>
          <p:cNvPr id="27" name="Graphique 26" descr="Coche avec un remplissage uni">
            <a:extLst>
              <a:ext uri="{FF2B5EF4-FFF2-40B4-BE49-F238E27FC236}">
                <a16:creationId xmlns:a16="http://schemas.microsoft.com/office/drawing/2014/main" id="{6D80951F-0DB6-4445-B858-092D0C70B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869" y="2850863"/>
            <a:ext cx="291316" cy="291316"/>
          </a:xfrm>
          <a:prstGeom prst="rect">
            <a:avLst/>
          </a:prstGeom>
        </p:spPr>
      </p:pic>
      <p:pic>
        <p:nvPicPr>
          <p:cNvPr id="28" name="Graphique 27" descr="Coche avec un remplissage uni">
            <a:extLst>
              <a:ext uri="{FF2B5EF4-FFF2-40B4-BE49-F238E27FC236}">
                <a16:creationId xmlns:a16="http://schemas.microsoft.com/office/drawing/2014/main" id="{731A767B-8D0A-4469-B38D-A9EA885BB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560" y="5475512"/>
            <a:ext cx="291316" cy="291316"/>
          </a:xfrm>
          <a:prstGeom prst="rect">
            <a:avLst/>
          </a:prstGeom>
        </p:spPr>
      </p:pic>
      <p:pic>
        <p:nvPicPr>
          <p:cNvPr id="29" name="Graphique 28" descr="Coche avec un remplissage uni">
            <a:extLst>
              <a:ext uri="{FF2B5EF4-FFF2-40B4-BE49-F238E27FC236}">
                <a16:creationId xmlns:a16="http://schemas.microsoft.com/office/drawing/2014/main" id="{6617AD79-AFDD-4F16-8440-9F4264840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8123" y="4167884"/>
            <a:ext cx="291316" cy="291316"/>
          </a:xfrm>
          <a:prstGeom prst="rect">
            <a:avLst/>
          </a:prstGeom>
        </p:spPr>
      </p:pic>
      <p:pic>
        <p:nvPicPr>
          <p:cNvPr id="30" name="Graphique 29" descr="Coche avec un remplissage uni">
            <a:extLst>
              <a:ext uri="{FF2B5EF4-FFF2-40B4-BE49-F238E27FC236}">
                <a16:creationId xmlns:a16="http://schemas.microsoft.com/office/drawing/2014/main" id="{E598EDB8-01CE-4DB3-945C-86ADA25B1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8509" y="3429000"/>
            <a:ext cx="291316" cy="29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1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2B1C9-782E-4AA6-BEC7-67CB85EF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Community Boosters review</a:t>
            </a:r>
            <a:br>
              <a:rPr lang="en-US"/>
            </a:br>
            <a:r>
              <a:rPr lang="en-US"/>
              <a:t>Recommended assessment format</a:t>
            </a:r>
          </a:p>
        </p:txBody>
      </p:sp>
      <p:pic>
        <p:nvPicPr>
          <p:cNvPr id="11" name="Graphique 10" descr="Liste contour">
            <a:extLst>
              <a:ext uri="{FF2B5EF4-FFF2-40B4-BE49-F238E27FC236}">
                <a16:creationId xmlns:a16="http://schemas.microsoft.com/office/drawing/2014/main" id="{8D0313AE-7A2F-4357-8117-429DFDC80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7832" y="2450279"/>
            <a:ext cx="914400" cy="914400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C1FEB8-BD67-4BBA-96F5-9602924F0017}"/>
              </a:ext>
            </a:extLst>
          </p:cNvPr>
          <p:cNvSpPr txBox="1">
            <a:spLocks/>
          </p:cNvSpPr>
          <p:nvPr/>
        </p:nvSpPr>
        <p:spPr>
          <a:xfrm>
            <a:off x="6399694" y="3281735"/>
            <a:ext cx="1575689" cy="650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/>
              <a:t>Forms or questions to Community members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6717AC66-0B3F-45AF-9ECD-9AC645E6D112}"/>
              </a:ext>
            </a:extLst>
          </p:cNvPr>
          <p:cNvSpPr txBox="1">
            <a:spLocks/>
          </p:cNvSpPr>
          <p:nvPr/>
        </p:nvSpPr>
        <p:spPr>
          <a:xfrm>
            <a:off x="1115568" y="4289817"/>
            <a:ext cx="1417572" cy="722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/>
              <a:t>Community Booster self assessment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B0A90E9B-64DA-4D1A-AADF-913DDF946A22}"/>
              </a:ext>
            </a:extLst>
          </p:cNvPr>
          <p:cNvSpPr txBox="1">
            <a:spLocks/>
          </p:cNvSpPr>
          <p:nvPr/>
        </p:nvSpPr>
        <p:spPr>
          <a:xfrm>
            <a:off x="3752265" y="3631158"/>
            <a:ext cx="1704232" cy="10871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/>
              <a:t>Assessment by a third party (peer, manager, key community member…)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DAD9A47-48A3-4D1E-9F01-0460E516B11F}"/>
              </a:ext>
            </a:extLst>
          </p:cNvPr>
          <p:cNvGrpSpPr/>
          <p:nvPr/>
        </p:nvGrpSpPr>
        <p:grpSpPr>
          <a:xfrm>
            <a:off x="4066859" y="2608906"/>
            <a:ext cx="1241010" cy="1022250"/>
            <a:chOff x="3127825" y="2183073"/>
            <a:chExt cx="1627943" cy="1340977"/>
          </a:xfrm>
        </p:grpSpPr>
        <p:pic>
          <p:nvPicPr>
            <p:cNvPr id="22" name="Graphique 21" descr="Employée de bureau avec un remplissage uni">
              <a:extLst>
                <a:ext uri="{FF2B5EF4-FFF2-40B4-BE49-F238E27FC236}">
                  <a16:creationId xmlns:a16="http://schemas.microsoft.com/office/drawing/2014/main" id="{4737B812-91BF-4E9A-8D20-F42E6FE5B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20688" y="2588970"/>
              <a:ext cx="935080" cy="935080"/>
            </a:xfrm>
            <a:prstGeom prst="rect">
              <a:avLst/>
            </a:prstGeom>
          </p:spPr>
        </p:pic>
        <p:pic>
          <p:nvPicPr>
            <p:cNvPr id="24" name="Graphique 23" descr="Employé de bureau avec un remplissage uni">
              <a:extLst>
                <a:ext uri="{FF2B5EF4-FFF2-40B4-BE49-F238E27FC236}">
                  <a16:creationId xmlns:a16="http://schemas.microsoft.com/office/drawing/2014/main" id="{BB94E39D-F16A-45E7-B5D3-8A62132C3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27825" y="2599310"/>
              <a:ext cx="914400" cy="914400"/>
            </a:xfrm>
            <a:prstGeom prst="rect">
              <a:avLst/>
            </a:prstGeom>
          </p:spPr>
        </p:pic>
        <p:pic>
          <p:nvPicPr>
            <p:cNvPr id="26" name="Graphique 25" descr="Signe pouce en haut avec un remplissage uni">
              <a:extLst>
                <a:ext uri="{FF2B5EF4-FFF2-40B4-BE49-F238E27FC236}">
                  <a16:creationId xmlns:a16="http://schemas.microsoft.com/office/drawing/2014/main" id="{0B69353A-3182-4215-ADBF-AC9D2E786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85025" y="2183073"/>
              <a:ext cx="303546" cy="303546"/>
            </a:xfrm>
            <a:prstGeom prst="rect">
              <a:avLst/>
            </a:prstGeom>
          </p:spPr>
        </p:pic>
        <p:sp>
          <p:nvSpPr>
            <p:cNvPr id="27" name="Bulle narrative : ronde 26">
              <a:extLst>
                <a:ext uri="{FF2B5EF4-FFF2-40B4-BE49-F238E27FC236}">
                  <a16:creationId xmlns:a16="http://schemas.microsoft.com/office/drawing/2014/main" id="{4974A57E-ECA2-49AD-B9B8-F7FECC228BF3}"/>
                </a:ext>
              </a:extLst>
            </p:cNvPr>
            <p:cNvSpPr/>
            <p:nvPr/>
          </p:nvSpPr>
          <p:spPr>
            <a:xfrm>
              <a:off x="3311044" y="2201240"/>
              <a:ext cx="851508" cy="303546"/>
            </a:xfrm>
            <a:prstGeom prst="wedgeEllipseCallout">
              <a:avLst>
                <a:gd name="adj1" fmla="val -12779"/>
                <a:gd name="adj2" fmla="val 13027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0E194825-49DC-4E6C-825C-09581531236D}"/>
              </a:ext>
            </a:extLst>
          </p:cNvPr>
          <p:cNvGrpSpPr/>
          <p:nvPr/>
        </p:nvGrpSpPr>
        <p:grpSpPr>
          <a:xfrm>
            <a:off x="1115568" y="3135379"/>
            <a:ext cx="1403852" cy="1116516"/>
            <a:chOff x="354463" y="2121441"/>
            <a:chExt cx="1716323" cy="1365030"/>
          </a:xfrm>
        </p:grpSpPr>
        <p:pic>
          <p:nvPicPr>
            <p:cNvPr id="14" name="Graphique 13" descr="Employée de bureau avec un remplissage uni">
              <a:extLst>
                <a:ext uri="{FF2B5EF4-FFF2-40B4-BE49-F238E27FC236}">
                  <a16:creationId xmlns:a16="http://schemas.microsoft.com/office/drawing/2014/main" id="{D58F0F45-D719-49E2-991D-4EE922C59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4463" y="2497737"/>
              <a:ext cx="935080" cy="935080"/>
            </a:xfrm>
            <a:prstGeom prst="rect">
              <a:avLst/>
            </a:prstGeom>
          </p:spPr>
        </p:pic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2CF36F2B-4BA2-467D-9A34-7E9D936B98E7}"/>
                </a:ext>
              </a:extLst>
            </p:cNvPr>
            <p:cNvGrpSpPr/>
            <p:nvPr/>
          </p:nvGrpSpPr>
          <p:grpSpPr>
            <a:xfrm>
              <a:off x="1219278" y="2429808"/>
              <a:ext cx="851508" cy="1056663"/>
              <a:chOff x="1258281" y="2409825"/>
              <a:chExt cx="851508" cy="1056663"/>
            </a:xfrm>
          </p:grpSpPr>
          <p:pic>
            <p:nvPicPr>
              <p:cNvPr id="18" name="Graphique 17" descr="Employée de bureau avec un remplissage uni">
                <a:extLst>
                  <a:ext uri="{FF2B5EF4-FFF2-40B4-BE49-F238E27FC236}">
                    <a16:creationId xmlns:a16="http://schemas.microsoft.com/office/drawing/2014/main" id="{539ACF13-994C-4880-9A8D-DFF9BE8303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l="17128" t="4517" r="14396" b="9066"/>
              <a:stretch/>
            </p:blipFill>
            <p:spPr>
              <a:xfrm flipH="1">
                <a:off x="1377061" y="2518417"/>
                <a:ext cx="610322" cy="790202"/>
              </a:xfrm>
              <a:prstGeom prst="rect">
                <a:avLst/>
              </a:prstGeom>
            </p:spPr>
          </p:pic>
          <p:sp>
            <p:nvSpPr>
              <p:cNvPr id="19" name="Rectangle : coins arrondis 18">
                <a:extLst>
                  <a:ext uri="{FF2B5EF4-FFF2-40B4-BE49-F238E27FC236}">
                    <a16:creationId xmlns:a16="http://schemas.microsoft.com/office/drawing/2014/main" id="{8094FF82-2628-4FE1-A9F2-1BDD6748AB61}"/>
                  </a:ext>
                </a:extLst>
              </p:cNvPr>
              <p:cNvSpPr/>
              <p:nvPr/>
            </p:nvSpPr>
            <p:spPr>
              <a:xfrm>
                <a:off x="1315534" y="2477112"/>
                <a:ext cx="738632" cy="927567"/>
              </a:xfrm>
              <a:prstGeom prst="round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 : coins arrondis 19">
                <a:extLst>
                  <a:ext uri="{FF2B5EF4-FFF2-40B4-BE49-F238E27FC236}">
                    <a16:creationId xmlns:a16="http://schemas.microsoft.com/office/drawing/2014/main" id="{39874FA2-AC77-4775-8567-9F1FAFE10F3A}"/>
                  </a:ext>
                </a:extLst>
              </p:cNvPr>
              <p:cNvSpPr/>
              <p:nvPr/>
            </p:nvSpPr>
            <p:spPr>
              <a:xfrm>
                <a:off x="1258281" y="2409825"/>
                <a:ext cx="851508" cy="1056663"/>
              </a:xfrm>
              <a:prstGeom prst="round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Bulle narrative : ronde 27">
              <a:extLst>
                <a:ext uri="{FF2B5EF4-FFF2-40B4-BE49-F238E27FC236}">
                  <a16:creationId xmlns:a16="http://schemas.microsoft.com/office/drawing/2014/main" id="{B89D5690-1B73-4B38-B016-5C4BB2A4C193}"/>
                </a:ext>
              </a:extLst>
            </p:cNvPr>
            <p:cNvSpPr/>
            <p:nvPr/>
          </p:nvSpPr>
          <p:spPr>
            <a:xfrm>
              <a:off x="689814" y="2126262"/>
              <a:ext cx="851508" cy="303546"/>
            </a:xfrm>
            <a:prstGeom prst="wedgeEllipseCallout">
              <a:avLst>
                <a:gd name="adj1" fmla="val -12779"/>
                <a:gd name="adj2" fmla="val 13027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phique 28" descr="Signe pouce en haut avec un remplissage uni">
              <a:extLst>
                <a:ext uri="{FF2B5EF4-FFF2-40B4-BE49-F238E27FC236}">
                  <a16:creationId xmlns:a16="http://schemas.microsoft.com/office/drawing/2014/main" id="{7EA548E2-1200-4BD7-A81E-880700C7B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9695" y="2121441"/>
              <a:ext cx="303546" cy="303546"/>
            </a:xfrm>
            <a:prstGeom prst="rect">
              <a:avLst/>
            </a:prstGeom>
          </p:spPr>
        </p:pic>
      </p:grpSp>
      <p:pic>
        <p:nvPicPr>
          <p:cNvPr id="33" name="Graphique 32" descr="Groupe de personnes avec un remplissage uni">
            <a:extLst>
              <a:ext uri="{FF2B5EF4-FFF2-40B4-BE49-F238E27FC236}">
                <a16:creationId xmlns:a16="http://schemas.microsoft.com/office/drawing/2014/main" id="{EF0D2B5F-CFD8-4982-B9EE-5DC19F7190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2232" y="2769005"/>
            <a:ext cx="497029" cy="497029"/>
          </a:xfrm>
          <a:prstGeom prst="rect">
            <a:avLst/>
          </a:prstGeom>
        </p:spPr>
      </p:pic>
      <p:pic>
        <p:nvPicPr>
          <p:cNvPr id="34" name="Graphique 33" descr="Groupe de personnes avec un remplissage uni">
            <a:extLst>
              <a:ext uri="{FF2B5EF4-FFF2-40B4-BE49-F238E27FC236}">
                <a16:creationId xmlns:a16="http://schemas.microsoft.com/office/drawing/2014/main" id="{18CA1DA9-ED5A-4771-9DC4-5B030C5DC3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34132" y="2022797"/>
            <a:ext cx="727672" cy="727672"/>
          </a:xfrm>
          <a:prstGeom prst="rect">
            <a:avLst/>
          </a:prstGeom>
        </p:spPr>
      </p:pic>
      <p:pic>
        <p:nvPicPr>
          <p:cNvPr id="36" name="Graphique 35" descr="Compteur bas avec un remplissage uni">
            <a:extLst>
              <a:ext uri="{FF2B5EF4-FFF2-40B4-BE49-F238E27FC236}">
                <a16:creationId xmlns:a16="http://schemas.microsoft.com/office/drawing/2014/main" id="{E94047C1-3188-480F-8213-AF621ECABD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94850" y="1892618"/>
            <a:ext cx="727672" cy="727672"/>
          </a:xfrm>
          <a:prstGeom prst="rect">
            <a:avLst/>
          </a:prstGeom>
        </p:spPr>
      </p:pic>
      <p:sp>
        <p:nvSpPr>
          <p:cNvPr id="37" name="Espace réservé du contenu 2">
            <a:extLst>
              <a:ext uri="{FF2B5EF4-FFF2-40B4-BE49-F238E27FC236}">
                <a16:creationId xmlns:a16="http://schemas.microsoft.com/office/drawing/2014/main" id="{9D71B2BA-74E8-44C1-9335-F9DEBC8B0815}"/>
              </a:ext>
            </a:extLst>
          </p:cNvPr>
          <p:cNvSpPr txBox="1">
            <a:spLocks/>
          </p:cNvSpPr>
          <p:nvPr/>
        </p:nvSpPr>
        <p:spPr>
          <a:xfrm>
            <a:off x="9197972" y="2695145"/>
            <a:ext cx="1085809" cy="650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/>
              <a:t>Community Data &amp; Community Metrics</a:t>
            </a:r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4341E3D4-8457-4876-8344-54B812D77A32}"/>
              </a:ext>
            </a:extLst>
          </p:cNvPr>
          <p:cNvSpPr/>
          <p:nvPr/>
        </p:nvSpPr>
        <p:spPr>
          <a:xfrm rot="21048134">
            <a:off x="1185725" y="4288370"/>
            <a:ext cx="9305771" cy="4075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Difficulty &amp; cost of assessment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3E343651-AF79-4EFD-BC32-CA664FCFF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5385820"/>
            <a:ext cx="6859815" cy="2520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000" b="1"/>
              <a:t>🔥Skills</a:t>
            </a:r>
            <a:endParaRPr lang="en-US" sz="1000"/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551931D4-4081-4421-ADD5-556D7BB9375A}"/>
              </a:ext>
            </a:extLst>
          </p:cNvPr>
          <p:cNvSpPr txBox="1">
            <a:spLocks/>
          </p:cNvSpPr>
          <p:nvPr/>
        </p:nvSpPr>
        <p:spPr>
          <a:xfrm>
            <a:off x="3556931" y="5047002"/>
            <a:ext cx="705944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/>
              <a:t>👍 Current positioning &amp; recognition</a:t>
            </a:r>
            <a:endParaRPr lang="en-US" sz="1000"/>
          </a:p>
          <a:p>
            <a:pPr marL="0" indent="0">
              <a:buNone/>
            </a:pPr>
            <a:r>
              <a:rPr lang="en-US" sz="1000"/>
              <a:t> 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63B00CC9-3B90-4DC9-8C21-B47CC067C559}"/>
              </a:ext>
            </a:extLst>
          </p:cNvPr>
          <p:cNvSpPr txBox="1">
            <a:spLocks/>
          </p:cNvSpPr>
          <p:nvPr/>
        </p:nvSpPr>
        <p:spPr>
          <a:xfrm>
            <a:off x="6675622" y="4708184"/>
            <a:ext cx="3940749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/>
              <a:t>🎖️Achievements</a:t>
            </a:r>
          </a:p>
        </p:txBody>
      </p:sp>
      <p:sp>
        <p:nvSpPr>
          <p:cNvPr id="42" name="Espace réservé du contenu 2">
            <a:extLst>
              <a:ext uri="{FF2B5EF4-FFF2-40B4-BE49-F238E27FC236}">
                <a16:creationId xmlns:a16="http://schemas.microsoft.com/office/drawing/2014/main" id="{A7E1F4DF-CEBF-4012-BFA7-A35F2FE58D10}"/>
              </a:ext>
            </a:extLst>
          </p:cNvPr>
          <p:cNvSpPr txBox="1">
            <a:spLocks/>
          </p:cNvSpPr>
          <p:nvPr/>
        </p:nvSpPr>
        <p:spPr>
          <a:xfrm>
            <a:off x="1115568" y="5724638"/>
            <a:ext cx="4340929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/>
              <a:t>⌛Resources and capacity</a:t>
            </a:r>
            <a:endParaRPr lang="en-US" sz="1000"/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1E863954-DEE3-47A7-A2D9-CCD6C9F83D55}"/>
              </a:ext>
            </a:extLst>
          </p:cNvPr>
          <p:cNvSpPr txBox="1">
            <a:spLocks/>
          </p:cNvSpPr>
          <p:nvPr/>
        </p:nvSpPr>
        <p:spPr>
          <a:xfrm>
            <a:off x="1119505" y="6063457"/>
            <a:ext cx="1413635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/>
              <a:t>🎯 Intention </a:t>
            </a:r>
            <a:endParaRPr lang="en-US" sz="1000"/>
          </a:p>
          <a:p>
            <a:pPr marL="0" indent="0">
              <a:buNone/>
            </a:pPr>
            <a:r>
              <a:rPr lang="en-US" sz="1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580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ZoneTexte 25">
            <a:extLst>
              <a:ext uri="{FF2B5EF4-FFF2-40B4-BE49-F238E27FC236}">
                <a16:creationId xmlns:a16="http://schemas.microsoft.com/office/drawing/2014/main" id="{6D9E0022-80BD-40CA-A05B-D6F15324D482}"/>
              </a:ext>
            </a:extLst>
          </p:cNvPr>
          <p:cNvSpPr txBox="1"/>
          <p:nvPr/>
        </p:nvSpPr>
        <p:spPr>
          <a:xfrm>
            <a:off x="1237372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normAutofit/>
          </a:bodyPr>
          <a:lstStyle/>
          <a:p>
            <a:pPr algn="ctr"/>
            <a:r>
              <a:rPr lang="en-US" sz="1400" b="1" dirty="0"/>
              <a:t>Know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AD51F9-5796-4B17-8197-3E923EB20058}"/>
              </a:ext>
            </a:extLst>
          </p:cNvPr>
          <p:cNvSpPr txBox="1"/>
          <p:nvPr/>
        </p:nvSpPr>
        <p:spPr>
          <a:xfrm>
            <a:off x="2710610" y="2120100"/>
            <a:ext cx="1440000" cy="4464000"/>
          </a:xfrm>
          <a:prstGeom prst="rect">
            <a:avLst/>
          </a:prstGeom>
          <a:solidFill>
            <a:schemeClr val="bg1"/>
          </a:solidFill>
          <a:ln w="38100">
            <a:solidFill>
              <a:srgbClr val="3494BA"/>
            </a:solidFill>
            <a:prstDash val="dash"/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Experience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E9E42AA-E1C5-4086-B448-867C3EA69264}"/>
              </a:ext>
            </a:extLst>
          </p:cNvPr>
          <p:cNvSpPr txBox="1"/>
          <p:nvPr/>
        </p:nvSpPr>
        <p:spPr>
          <a:xfrm>
            <a:off x="5657086" y="2120100"/>
            <a:ext cx="1440000" cy="4464000"/>
          </a:xfrm>
          <a:prstGeom prst="rect">
            <a:avLst/>
          </a:prstGeom>
          <a:noFill/>
          <a:ln w="38100">
            <a:solidFill>
              <a:srgbClr val="EC7B2B"/>
            </a:solidFill>
            <a:prstDash val="dash"/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Achieve</a:t>
            </a:r>
            <a:r>
              <a:rPr lang="en-US" sz="1400" dirty="0"/>
              <a:t> with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5CAD0A1-5890-410B-AC7A-2EC15D9D800A}"/>
              </a:ext>
            </a:extLst>
          </p:cNvPr>
          <p:cNvSpPr txBox="1"/>
          <p:nvPr/>
        </p:nvSpPr>
        <p:spPr>
          <a:xfrm>
            <a:off x="4183848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Agree </a:t>
            </a:r>
            <a:r>
              <a:rPr lang="en-US" sz="1400" dirty="0"/>
              <a:t>on</a:t>
            </a:r>
            <a:r>
              <a:rPr lang="en-US" sz="1400" b="1" dirty="0"/>
              <a:t>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5ED5303-FAD4-4407-8CF5-6D62C2EA9B6D}"/>
              </a:ext>
            </a:extLst>
          </p:cNvPr>
          <p:cNvSpPr txBox="1"/>
          <p:nvPr/>
        </p:nvSpPr>
        <p:spPr>
          <a:xfrm>
            <a:off x="7130323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EC7B2B"/>
            </a:solidFill>
            <a:prstDash val="solid"/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Belong</a:t>
            </a:r>
            <a:r>
              <a:rPr lang="en-US" sz="1400" dirty="0"/>
              <a:t> to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3C7B6-D591-4EC6-9F45-A3B2E7150CBE}"/>
              </a:ext>
            </a:extLst>
          </p:cNvPr>
          <p:cNvSpPr/>
          <p:nvPr/>
        </p:nvSpPr>
        <p:spPr>
          <a:xfrm>
            <a:off x="1512150" y="3524810"/>
            <a:ext cx="967741" cy="64854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👋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know a lot of members and a lot of members know 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9EA4E-8A19-4FC4-A28E-BFAAC7C37DDC}"/>
              </a:ext>
            </a:extLst>
          </p:cNvPr>
          <p:cNvSpPr/>
          <p:nvPr/>
        </p:nvSpPr>
        <p:spPr>
          <a:xfrm>
            <a:off x="1523762" y="5501103"/>
            <a:ext cx="967741" cy="64854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🔔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regularly get members attention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62801-822C-43EA-BE38-0AEFC595D541}"/>
              </a:ext>
            </a:extLst>
          </p:cNvPr>
          <p:cNvSpPr/>
          <p:nvPr/>
        </p:nvSpPr>
        <p:spPr>
          <a:xfrm>
            <a:off x="4431459" y="3428456"/>
            <a:ext cx="967741" cy="72687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🔮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Members are aligned with the Community vision I share with them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DEC46F-9B7C-4BE6-B018-339B0CB91E19}"/>
              </a:ext>
            </a:extLst>
          </p:cNvPr>
          <p:cNvSpPr/>
          <p:nvPr/>
        </p:nvSpPr>
        <p:spPr>
          <a:xfrm>
            <a:off x="5902037" y="4337521"/>
            <a:ext cx="967741" cy="71169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💾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a lot of collective good memories with members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641E24-E68B-4E94-AD7C-AAD155C47B95}"/>
              </a:ext>
            </a:extLst>
          </p:cNvPr>
          <p:cNvSpPr/>
          <p:nvPr/>
        </p:nvSpPr>
        <p:spPr>
          <a:xfrm>
            <a:off x="5880463" y="3512330"/>
            <a:ext cx="967741" cy="616019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🏆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achieved a lot with other members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AA336B-E4E8-44BC-9689-7F2AE8DA9841}"/>
              </a:ext>
            </a:extLst>
          </p:cNvPr>
          <p:cNvSpPr/>
          <p:nvPr/>
        </p:nvSpPr>
        <p:spPr>
          <a:xfrm>
            <a:off x="4419761" y="2808499"/>
            <a:ext cx="967741" cy="52912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🤝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Members trust me and I trust a lot of members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2A22133-AFA4-4370-8679-C253B4800F1E}"/>
              </a:ext>
            </a:extLst>
          </p:cNvPr>
          <p:cNvSpPr/>
          <p:nvPr/>
        </p:nvSpPr>
        <p:spPr>
          <a:xfrm>
            <a:off x="2953095" y="3544540"/>
            <a:ext cx="967741" cy="739939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👍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appreciate a lot of members and a lot of members appreciate me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212986-54DB-4040-AC67-17BB08C65286}"/>
              </a:ext>
            </a:extLst>
          </p:cNvPr>
          <p:cNvSpPr/>
          <p:nvPr/>
        </p:nvSpPr>
        <p:spPr>
          <a:xfrm>
            <a:off x="7373732" y="4328310"/>
            <a:ext cx="967741" cy="56009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🏳️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a lot of common with other members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D9CECEB-FA49-4275-9C7C-5E470407F893}"/>
              </a:ext>
            </a:extLst>
          </p:cNvPr>
          <p:cNvSpPr/>
          <p:nvPr/>
        </p:nvSpPr>
        <p:spPr>
          <a:xfrm>
            <a:off x="5880781" y="2812436"/>
            <a:ext cx="967741" cy="61602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💞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support members and members support me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FA3412C-D1F9-40A3-A96D-D429453FF4BF}"/>
              </a:ext>
            </a:extLst>
          </p:cNvPr>
          <p:cNvSpPr/>
          <p:nvPr/>
        </p:nvSpPr>
        <p:spPr>
          <a:xfrm>
            <a:off x="2946739" y="4396308"/>
            <a:ext cx="967741" cy="65290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🎯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strong expectations towards the Community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B66B9D-B428-4C5B-B598-7D74D8815482}"/>
              </a:ext>
            </a:extLst>
          </p:cNvPr>
          <p:cNvSpPr/>
          <p:nvPr/>
        </p:nvSpPr>
        <p:spPr>
          <a:xfrm>
            <a:off x="4427197" y="4328310"/>
            <a:ext cx="967741" cy="932823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🛠️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am efficient in my operations for the Community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53E7A9-4002-45FF-9759-B8DECE3912DC}"/>
              </a:ext>
            </a:extLst>
          </p:cNvPr>
          <p:cNvSpPr/>
          <p:nvPr/>
        </p:nvSpPr>
        <p:spPr>
          <a:xfrm>
            <a:off x="5880463" y="5215507"/>
            <a:ext cx="967741" cy="75283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💪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self-actualized thanks to the Community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4D583E1-7EC7-41D9-9C11-E441C874E659}"/>
              </a:ext>
            </a:extLst>
          </p:cNvPr>
          <p:cNvSpPr/>
          <p:nvPr/>
        </p:nvSpPr>
        <p:spPr>
          <a:xfrm>
            <a:off x="2964965" y="5161041"/>
            <a:ext cx="967741" cy="66563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🔭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envision my own future in the Community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1912D9F-FFAD-4F58-B0E5-4151881031A3}"/>
              </a:ext>
            </a:extLst>
          </p:cNvPr>
          <p:cNvSpPr/>
          <p:nvPr/>
        </p:nvSpPr>
        <p:spPr>
          <a:xfrm>
            <a:off x="7370297" y="5666610"/>
            <a:ext cx="967741" cy="696593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🚀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My engagement level in the Community is high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31CE938-5509-4335-AC53-E2294568D107}"/>
              </a:ext>
            </a:extLst>
          </p:cNvPr>
          <p:cNvSpPr/>
          <p:nvPr/>
        </p:nvSpPr>
        <p:spPr>
          <a:xfrm>
            <a:off x="2975373" y="5944150"/>
            <a:ext cx="967741" cy="61958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✨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Time with me (as a Community member) is enjoyable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A33963F-B4DB-4275-9308-2CE7F7B62354}"/>
              </a:ext>
            </a:extLst>
          </p:cNvPr>
          <p:cNvSpPr/>
          <p:nvPr/>
        </p:nvSpPr>
        <p:spPr>
          <a:xfrm>
            <a:off x="7339570" y="3149265"/>
            <a:ext cx="967741" cy="69659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🦚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am proud to belong in the Community and I let people know it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94DB25F8-4839-4288-8C0A-75CB3739549B}"/>
              </a:ext>
            </a:extLst>
          </p:cNvPr>
          <p:cNvSpPr/>
          <p:nvPr/>
        </p:nvSpPr>
        <p:spPr>
          <a:xfrm>
            <a:off x="2953095" y="2808471"/>
            <a:ext cx="967741" cy="62298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💬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My level of interaction with members is high</a:t>
            </a:r>
          </a:p>
        </p:txBody>
      </p:sp>
      <p:sp>
        <p:nvSpPr>
          <p:cNvPr id="217" name="Titre 1">
            <a:extLst>
              <a:ext uri="{FF2B5EF4-FFF2-40B4-BE49-F238E27FC236}">
                <a16:creationId xmlns:a16="http://schemas.microsoft.com/office/drawing/2014/main" id="{2551ADE9-39AD-4FBE-A8DB-62C155F9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/>
              <a:t>Using KCIs to identify level of natural leadership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4DF82C-6E6E-4B40-9559-28D4F7CF53F5}"/>
              </a:ext>
            </a:extLst>
          </p:cNvPr>
          <p:cNvSpPr/>
          <p:nvPr/>
        </p:nvSpPr>
        <p:spPr>
          <a:xfrm>
            <a:off x="4420029" y="5639798"/>
            <a:ext cx="967741" cy="54880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👷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My role in the Community is consistent</a:t>
            </a:r>
          </a:p>
        </p:txBody>
      </p:sp>
    </p:spTree>
    <p:extLst>
      <p:ext uri="{BB962C8B-B14F-4D97-AF65-F5344CB8AC3E}">
        <p14:creationId xmlns:p14="http://schemas.microsoft.com/office/powerpoint/2010/main" val="406793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9516E633-508D-4401-A2BB-710335A05C8D}"/>
              </a:ext>
            </a:extLst>
          </p:cNvPr>
          <p:cNvSpPr txBox="1"/>
          <p:nvPr/>
        </p:nvSpPr>
        <p:spPr>
          <a:xfrm>
            <a:off x="1237372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normAutofit/>
          </a:bodyPr>
          <a:lstStyle/>
          <a:p>
            <a:pPr algn="ctr"/>
            <a:r>
              <a:rPr lang="en-US" sz="1400" b="1" dirty="0"/>
              <a:t>Know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168FA85-C83D-4CDA-B355-E75FEFE66C21}"/>
              </a:ext>
            </a:extLst>
          </p:cNvPr>
          <p:cNvSpPr txBox="1"/>
          <p:nvPr/>
        </p:nvSpPr>
        <p:spPr>
          <a:xfrm>
            <a:off x="2710610" y="2120100"/>
            <a:ext cx="1440000" cy="4464000"/>
          </a:xfrm>
          <a:prstGeom prst="rect">
            <a:avLst/>
          </a:prstGeom>
          <a:solidFill>
            <a:schemeClr val="bg1"/>
          </a:solidFill>
          <a:ln w="38100">
            <a:solidFill>
              <a:srgbClr val="3494BA"/>
            </a:solidFill>
            <a:prstDash val="dash"/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Experience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87F038D-EE4E-4FB0-A5C8-8C9256CB1C3C}"/>
              </a:ext>
            </a:extLst>
          </p:cNvPr>
          <p:cNvSpPr txBox="1"/>
          <p:nvPr/>
        </p:nvSpPr>
        <p:spPr>
          <a:xfrm>
            <a:off x="5657086" y="2120100"/>
            <a:ext cx="1440000" cy="4464000"/>
          </a:xfrm>
          <a:prstGeom prst="rect">
            <a:avLst/>
          </a:prstGeom>
          <a:noFill/>
          <a:ln w="38100">
            <a:solidFill>
              <a:srgbClr val="EC7B2B"/>
            </a:solidFill>
            <a:prstDash val="dash"/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Achieve</a:t>
            </a:r>
            <a:r>
              <a:rPr lang="en-US" sz="1400" dirty="0"/>
              <a:t> with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8796CD2-2375-4CD0-9577-CFB63F63236A}"/>
              </a:ext>
            </a:extLst>
          </p:cNvPr>
          <p:cNvSpPr txBox="1"/>
          <p:nvPr/>
        </p:nvSpPr>
        <p:spPr>
          <a:xfrm>
            <a:off x="4183848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Agree </a:t>
            </a:r>
            <a:r>
              <a:rPr lang="en-US" sz="1400" dirty="0"/>
              <a:t>on</a:t>
            </a:r>
            <a:r>
              <a:rPr lang="en-US" sz="1400" b="1" dirty="0"/>
              <a:t>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AE3DE36-67B6-4FF2-8FD8-42EDCE344F6D}"/>
              </a:ext>
            </a:extLst>
          </p:cNvPr>
          <p:cNvSpPr txBox="1"/>
          <p:nvPr/>
        </p:nvSpPr>
        <p:spPr>
          <a:xfrm>
            <a:off x="7130323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EC7B2B"/>
            </a:solidFill>
            <a:prstDash val="solid"/>
          </a:ln>
        </p:spPr>
        <p:txBody>
          <a:bodyPr wrap="none" rtlCol="0">
            <a:noAutofit/>
          </a:bodyPr>
          <a:lstStyle/>
          <a:p>
            <a:pPr algn="ctr"/>
            <a:r>
              <a:rPr lang="en-US" sz="1400" b="1" dirty="0"/>
              <a:t>Belong</a:t>
            </a:r>
            <a:r>
              <a:rPr lang="en-US" sz="1400" dirty="0"/>
              <a:t> to </a:t>
            </a:r>
          </a:p>
          <a:p>
            <a:pPr algn="ctr"/>
            <a:r>
              <a:rPr lang="en-US" sz="1400" dirty="0"/>
              <a:t>the Community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3C7B6-D591-4EC6-9F45-A3B2E7150CBE}"/>
              </a:ext>
            </a:extLst>
          </p:cNvPr>
          <p:cNvSpPr/>
          <p:nvPr/>
        </p:nvSpPr>
        <p:spPr>
          <a:xfrm>
            <a:off x="1512150" y="3524810"/>
            <a:ext cx="967741" cy="6485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👋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 know a lot of members and a lot of members know 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9EA4E-8A19-4FC4-A28E-BFAAC7C37DDC}"/>
              </a:ext>
            </a:extLst>
          </p:cNvPr>
          <p:cNvSpPr/>
          <p:nvPr/>
        </p:nvSpPr>
        <p:spPr>
          <a:xfrm>
            <a:off x="1523762" y="5501103"/>
            <a:ext cx="967741" cy="648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🔔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 regularly get members attention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62801-822C-43EA-BE38-0AEFC595D541}"/>
              </a:ext>
            </a:extLst>
          </p:cNvPr>
          <p:cNvSpPr/>
          <p:nvPr/>
        </p:nvSpPr>
        <p:spPr>
          <a:xfrm>
            <a:off x="4431459" y="3428456"/>
            <a:ext cx="967741" cy="726875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🔮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Members are aligned with the Community vision I share with them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DEC46F-9B7C-4BE6-B018-339B0CB91E19}"/>
              </a:ext>
            </a:extLst>
          </p:cNvPr>
          <p:cNvSpPr/>
          <p:nvPr/>
        </p:nvSpPr>
        <p:spPr>
          <a:xfrm>
            <a:off x="5902037" y="4337521"/>
            <a:ext cx="967741" cy="7116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💾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a lot of collective good memories with members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641E24-E68B-4E94-AD7C-AAD155C47B95}"/>
              </a:ext>
            </a:extLst>
          </p:cNvPr>
          <p:cNvSpPr/>
          <p:nvPr/>
        </p:nvSpPr>
        <p:spPr>
          <a:xfrm>
            <a:off x="5880463" y="3512330"/>
            <a:ext cx="967741" cy="616019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🏆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achieved a lot with other members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AA336B-E4E8-44BC-9689-7F2AE8DA9841}"/>
              </a:ext>
            </a:extLst>
          </p:cNvPr>
          <p:cNvSpPr/>
          <p:nvPr/>
        </p:nvSpPr>
        <p:spPr>
          <a:xfrm>
            <a:off x="4419761" y="2808499"/>
            <a:ext cx="967741" cy="5291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🤝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Members trust me and I trust a lot of members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2A22133-AFA4-4370-8679-C253B4800F1E}"/>
              </a:ext>
            </a:extLst>
          </p:cNvPr>
          <p:cNvSpPr/>
          <p:nvPr/>
        </p:nvSpPr>
        <p:spPr>
          <a:xfrm>
            <a:off x="2953095" y="3544540"/>
            <a:ext cx="967741" cy="739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👍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appreciate a lot of members and a lot of members appreciate me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212986-54DB-4040-AC67-17BB08C65286}"/>
              </a:ext>
            </a:extLst>
          </p:cNvPr>
          <p:cNvSpPr/>
          <p:nvPr/>
        </p:nvSpPr>
        <p:spPr>
          <a:xfrm>
            <a:off x="7373732" y="4328310"/>
            <a:ext cx="967741" cy="5600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🏳️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a lot of common with other members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D9CECEB-FA49-4275-9C7C-5E470407F893}"/>
              </a:ext>
            </a:extLst>
          </p:cNvPr>
          <p:cNvSpPr/>
          <p:nvPr/>
        </p:nvSpPr>
        <p:spPr>
          <a:xfrm>
            <a:off x="5880781" y="2812436"/>
            <a:ext cx="967741" cy="61602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💞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support members and members support me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FA3412C-D1F9-40A3-A96D-D429453FF4BF}"/>
              </a:ext>
            </a:extLst>
          </p:cNvPr>
          <p:cNvSpPr/>
          <p:nvPr/>
        </p:nvSpPr>
        <p:spPr>
          <a:xfrm>
            <a:off x="2946739" y="4396308"/>
            <a:ext cx="967741" cy="652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🎯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have strong expectations towards the Community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B66B9D-B428-4C5B-B598-7D74D8815482}"/>
              </a:ext>
            </a:extLst>
          </p:cNvPr>
          <p:cNvSpPr/>
          <p:nvPr/>
        </p:nvSpPr>
        <p:spPr>
          <a:xfrm>
            <a:off x="4427197" y="4328310"/>
            <a:ext cx="967741" cy="9328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🛠️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am efficient in my operations for the Community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53E7A9-4002-45FF-9759-B8DECE3912DC}"/>
              </a:ext>
            </a:extLst>
          </p:cNvPr>
          <p:cNvSpPr/>
          <p:nvPr/>
        </p:nvSpPr>
        <p:spPr>
          <a:xfrm>
            <a:off x="5880463" y="5215507"/>
            <a:ext cx="967741" cy="752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💪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 have self-actualized thanks to the Community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4D583E1-7EC7-41D9-9C11-E441C874E659}"/>
              </a:ext>
            </a:extLst>
          </p:cNvPr>
          <p:cNvSpPr/>
          <p:nvPr/>
        </p:nvSpPr>
        <p:spPr>
          <a:xfrm>
            <a:off x="2964965" y="5161041"/>
            <a:ext cx="967741" cy="6656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🔭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 envision my own future in the Community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1912D9F-FFAD-4F58-B0E5-4151881031A3}"/>
              </a:ext>
            </a:extLst>
          </p:cNvPr>
          <p:cNvSpPr/>
          <p:nvPr/>
        </p:nvSpPr>
        <p:spPr>
          <a:xfrm>
            <a:off x="7370297" y="5666610"/>
            <a:ext cx="967741" cy="6965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🚀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My engagement level in the Community is high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31CE938-5509-4335-AC53-E2294568D107}"/>
              </a:ext>
            </a:extLst>
          </p:cNvPr>
          <p:cNvSpPr/>
          <p:nvPr/>
        </p:nvSpPr>
        <p:spPr>
          <a:xfrm>
            <a:off x="2975373" y="5944150"/>
            <a:ext cx="967741" cy="619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✨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Time with me (as a Community member) is enjoyable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A33963F-B4DB-4275-9308-2CE7F7B62354}"/>
              </a:ext>
            </a:extLst>
          </p:cNvPr>
          <p:cNvSpPr/>
          <p:nvPr/>
        </p:nvSpPr>
        <p:spPr>
          <a:xfrm>
            <a:off x="7339570" y="3149265"/>
            <a:ext cx="967741" cy="6965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🦚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I am proud to belong in the Community and I let people know it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94DB25F8-4839-4288-8C0A-75CB3739549B}"/>
              </a:ext>
            </a:extLst>
          </p:cNvPr>
          <p:cNvSpPr/>
          <p:nvPr/>
        </p:nvSpPr>
        <p:spPr>
          <a:xfrm>
            <a:off x="2953095" y="2808471"/>
            <a:ext cx="967741" cy="6229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💬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My level of interaction with members is high</a:t>
            </a:r>
          </a:p>
        </p:txBody>
      </p:sp>
      <p:sp>
        <p:nvSpPr>
          <p:cNvPr id="217" name="Titre 1">
            <a:extLst>
              <a:ext uri="{FF2B5EF4-FFF2-40B4-BE49-F238E27FC236}">
                <a16:creationId xmlns:a16="http://schemas.microsoft.com/office/drawing/2014/main" id="{2551ADE9-39AD-4FBE-A8DB-62C155F9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KCIs to identify level of natural leadership </a:t>
            </a:r>
            <a:br>
              <a:rPr lang="en-US" dirty="0"/>
            </a:br>
            <a:r>
              <a:rPr lang="en-US" dirty="0"/>
              <a:t>Example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4DF82C-6E6E-4B40-9559-28D4F7CF53F5}"/>
              </a:ext>
            </a:extLst>
          </p:cNvPr>
          <p:cNvSpPr/>
          <p:nvPr/>
        </p:nvSpPr>
        <p:spPr>
          <a:xfrm>
            <a:off x="4420029" y="5639798"/>
            <a:ext cx="967741" cy="5488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👷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My role in the Community is consistent</a:t>
            </a:r>
          </a:p>
        </p:txBody>
      </p:sp>
      <p:graphicFrame>
        <p:nvGraphicFramePr>
          <p:cNvPr id="39" name="Tableau 4">
            <a:extLst>
              <a:ext uri="{FF2B5EF4-FFF2-40B4-BE49-F238E27FC236}">
                <a16:creationId xmlns:a16="http://schemas.microsoft.com/office/drawing/2014/main" id="{D43F3D6D-D154-4263-9BD2-52C9C2D024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615843"/>
              </p:ext>
            </p:extLst>
          </p:nvPr>
        </p:nvGraphicFramePr>
        <p:xfrm>
          <a:off x="9789345" y="2095368"/>
          <a:ext cx="1781009" cy="35259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1009">
                  <a:extLst>
                    <a:ext uri="{9D8B030D-6E8A-4147-A177-3AD203B41FA5}">
                      <a16:colId xmlns:a16="http://schemas.microsoft.com/office/drawing/2014/main" val="2386315365"/>
                    </a:ext>
                  </a:extLst>
                </a:gridCol>
              </a:tblGrid>
              <a:tr h="42845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For each box, measure and answer the current level in the Community</a:t>
                      </a:r>
                      <a:endParaRPr lang="en-US" sz="1000" b="1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71533"/>
                  </a:ext>
                </a:extLst>
              </a:tr>
              <a:tr h="428453">
                <a:tc>
                  <a:txBody>
                    <a:bodyPr/>
                    <a:lstStyle/>
                    <a:p>
                      <a:r>
                        <a:rPr lang="en-US" sz="1000" dirty="0"/>
                        <a:t>Very close to reality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255531"/>
                  </a:ext>
                </a:extLst>
              </a:tr>
              <a:tr h="428453">
                <a:tc>
                  <a:txBody>
                    <a:bodyPr/>
                    <a:lstStyle/>
                    <a:p>
                      <a:r>
                        <a:rPr lang="en-US" sz="1000" dirty="0"/>
                        <a:t>Close to reality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90103"/>
                  </a:ext>
                </a:extLst>
              </a:tr>
              <a:tr h="6401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Moderately close to reality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23392"/>
                  </a:ext>
                </a:extLst>
              </a:tr>
              <a:tr h="5258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Moderately far from reality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732673"/>
                  </a:ext>
                </a:extLst>
              </a:tr>
              <a:tr h="525868">
                <a:tc>
                  <a:txBody>
                    <a:bodyPr/>
                    <a:lstStyle/>
                    <a:p>
                      <a:r>
                        <a:rPr lang="en-US" sz="1000" dirty="0"/>
                        <a:t>Far from reality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63294"/>
                  </a:ext>
                </a:extLst>
              </a:tr>
              <a:tr h="428453">
                <a:tc>
                  <a:txBody>
                    <a:bodyPr/>
                    <a:lstStyle/>
                    <a:p>
                      <a:r>
                        <a:rPr lang="en-US" sz="1000" dirty="0"/>
                        <a:t>Very far from reality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036266"/>
                  </a:ext>
                </a:extLst>
              </a:tr>
            </a:tbl>
          </a:graphicData>
        </a:graphic>
      </p:graphicFrame>
      <p:pic>
        <p:nvPicPr>
          <p:cNvPr id="28" name="Image 27">
            <a:extLst>
              <a:ext uri="{FF2B5EF4-FFF2-40B4-BE49-F238E27FC236}">
                <a16:creationId xmlns:a16="http://schemas.microsoft.com/office/drawing/2014/main" id="{BA447448-B1AE-46B9-AF46-B0B35D987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228" y="5661718"/>
            <a:ext cx="921172" cy="8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4019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095EDE67814541926D3AC5F9ACC08F" ma:contentTypeVersion="20" ma:contentTypeDescription="Crée un document." ma:contentTypeScope="" ma:versionID="ab5f056c1685c19dcddb0d1ebb0a02fa">
  <xsd:schema xmlns:xsd="http://www.w3.org/2001/XMLSchema" xmlns:xs="http://www.w3.org/2001/XMLSchema" xmlns:p="http://schemas.microsoft.com/office/2006/metadata/properties" xmlns:ns2="ae28f11b-d4f1-47fe-837d-5da7d4fdfa8d" xmlns:ns3="2e054d75-df43-4e50-a610-0e7b0816d11a" targetNamespace="http://schemas.microsoft.com/office/2006/metadata/properties" ma:root="true" ma:fieldsID="ce125f74d79e439008123c9d5b80009b" ns2:_="" ns3:_="">
    <xsd:import namespace="ae28f11b-d4f1-47fe-837d-5da7d4fdfa8d"/>
    <xsd:import namespace="2e054d75-df43-4e50-a610-0e7b0816d1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Descrip" minOccurs="0"/>
                <xsd:element ref="ns2:TestDescription" minOccurs="0"/>
                <xsd:element ref="ns2: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8f11b-d4f1-47fe-837d-5da7d4fdf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0fb7d0a-9414-48cb-b3b7-290175ae35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Descrip" ma:index="22" nillable="true" ma:displayName="Descrip" ma:format="Dropdown" ma:internalName="Descrip">
      <xsd:simpleType>
        <xsd:restriction base="dms:Note">
          <xsd:maxLength value="255"/>
        </xsd:restriction>
      </xsd:simpleType>
    </xsd:element>
    <xsd:element name="TestDescription" ma:index="23" nillable="true" ma:displayName="Folder Description" ma:format="Dropdown" ma:internalName="TestDescription">
      <xsd:simpleType>
        <xsd:restriction base="dms:Note">
          <xsd:maxLength value="255"/>
        </xsd:restriction>
      </xsd:simpleType>
    </xsd:element>
    <xsd:element name="Status" ma:index="24" nillable="true" ma:displayName="Status" ma:default="Draft - Brouillon" ma:description="Draft : not usable&#10;Frozen - Usable : Do not modify, make a copy&#10;Evolving - Usable : Modify if you need" ma:format="Dropdown" ma:internalName="Status">
      <xsd:simpleType>
        <xsd:restriction base="dms:Choice">
          <xsd:enumeration value="Draft - Brouillon"/>
          <xsd:enumeration value="Evolving - Usable"/>
          <xsd:enumeration value="Frozen - Usable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54d75-df43-4e50-a610-0e7b0816d11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dd72b47-dd46-40b1-8755-ebe9ce9f18af}" ma:internalName="TaxCatchAll" ma:showField="CatchAllData" ma:web="2e054d75-df43-4e50-a610-0e7b0816d1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28f11b-d4f1-47fe-837d-5da7d4fdfa8d">
      <Terms xmlns="http://schemas.microsoft.com/office/infopath/2007/PartnerControls"/>
    </lcf76f155ced4ddcb4097134ff3c332f>
    <TaxCatchAll xmlns="2e054d75-df43-4e50-a610-0e7b0816d11a" xsi:nil="true"/>
    <Status xmlns="ae28f11b-d4f1-47fe-837d-5da7d4fdfa8d">Frozen - Usable</Status>
    <Descrip xmlns="ae28f11b-d4f1-47fe-837d-5da7d4fdfa8d" xsi:nil="true"/>
    <TestDescription xmlns="ae28f11b-d4f1-47fe-837d-5da7d4fdfa8d" xsi:nil="true"/>
  </documentManagement>
</p:properties>
</file>

<file path=customXml/itemProps1.xml><?xml version="1.0" encoding="utf-8"?>
<ds:datastoreItem xmlns:ds="http://schemas.openxmlformats.org/officeDocument/2006/customXml" ds:itemID="{66FD0EB5-DE0E-46DA-8B41-5B0EF813812C}"/>
</file>

<file path=customXml/itemProps2.xml><?xml version="1.0" encoding="utf-8"?>
<ds:datastoreItem xmlns:ds="http://schemas.openxmlformats.org/officeDocument/2006/customXml" ds:itemID="{4B2EBFFB-04F4-41B9-B8DF-B1DB2A78FF8B}"/>
</file>

<file path=customXml/itemProps3.xml><?xml version="1.0" encoding="utf-8"?>
<ds:datastoreItem xmlns:ds="http://schemas.openxmlformats.org/officeDocument/2006/customXml" ds:itemID="{4A07C994-5653-479E-859A-D5090D8C70EC}"/>
</file>

<file path=docProps/app.xml><?xml version="1.0" encoding="utf-8"?>
<Properties xmlns="http://schemas.openxmlformats.org/officeDocument/2006/extended-properties" xmlns:vt="http://schemas.openxmlformats.org/officeDocument/2006/docPropsVTypes">
  <TotalTime>3948</TotalTime>
  <Words>1636</Words>
  <Application>Microsoft Office PowerPoint</Application>
  <PresentationFormat>Grand écran</PresentationFormat>
  <Paragraphs>222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Calibri</vt:lpstr>
      <vt:lpstr>Wingdings</vt:lpstr>
      <vt:lpstr>AccentBoxVTI</vt:lpstr>
      <vt:lpstr>W9 Community Boosters review</vt:lpstr>
      <vt:lpstr>Community Booster review Example of workshop results</vt:lpstr>
      <vt:lpstr>Community Boosters review Example of grading system</vt:lpstr>
      <vt:lpstr>Community Boosters review Example of grading system</vt:lpstr>
      <vt:lpstr>Community Boosters review Recommended assessment format</vt:lpstr>
      <vt:lpstr>Using KCIs to identify level of natural leadership </vt:lpstr>
      <vt:lpstr>Using KCIs to identify level of natural leadership 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2</cp:revision>
  <dcterms:created xsi:type="dcterms:W3CDTF">2020-12-16T10:05:09Z</dcterms:created>
  <dcterms:modified xsi:type="dcterms:W3CDTF">2022-03-10T13:56:27Z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0x01010043095EDE67814541926D3AC5F9ACC08F</vt:lpwstr>
  </property>
  <property fmtid="{D5CDD505-2E9C-101B-9397-08002B2CF9AE}" pid="3" name="MediaServiceImageTags">
    <vt:lpwstr/>
  </property>
</Properties>
</file>