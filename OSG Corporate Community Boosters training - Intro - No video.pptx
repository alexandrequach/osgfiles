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11"/>
  </p:notesMasterIdLst>
  <p:sldIdLst>
    <p:sldId id="256" r:id="rId2"/>
    <p:sldId id="448" r:id="rId3"/>
    <p:sldId id="445" r:id="rId4"/>
    <p:sldId id="299" r:id="rId5"/>
    <p:sldId id="390" r:id="rId6"/>
    <p:sldId id="467" r:id="rId7"/>
    <p:sldId id="402" r:id="rId8"/>
    <p:sldId id="403" r:id="rId9"/>
    <p:sldId id="468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re Quach" initials="AQ" lastIdx="1" clrIdx="0">
    <p:extLst>
      <p:ext uri="{19B8F6BF-5375-455C-9EA6-DF929625EA0E}">
        <p15:presenceInfo xmlns:p15="http://schemas.microsoft.com/office/powerpoint/2012/main" userId="7bb690c8a6e028e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7B2B"/>
    <a:srgbClr val="3494BA"/>
    <a:srgbClr val="7FC1DB"/>
    <a:srgbClr val="FFFFFF"/>
    <a:srgbClr val="AAD6E7"/>
    <a:srgbClr val="F2F2F2"/>
    <a:srgbClr val="D4EAF3"/>
    <a:srgbClr val="FFFF00"/>
    <a:srgbClr val="FFC000"/>
    <a:srgbClr val="CDDC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A8E3DE-E231-4E25-A8FA-EA8B3F472475}" v="39" dt="2021-03-22T23:26:52.0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Quach" userId="7bb690c8a6e028e4" providerId="LiveId" clId="{94A8E3DE-E231-4E25-A8FA-EA8B3F472475}"/>
    <pc:docChg chg="custSel addSld delSld modSld delSection modSection">
      <pc:chgData name="Alexandre Quach" userId="7bb690c8a6e028e4" providerId="LiveId" clId="{94A8E3DE-E231-4E25-A8FA-EA8B3F472475}" dt="2021-03-22T23:29:38.452" v="275" actId="47"/>
      <pc:docMkLst>
        <pc:docMk/>
      </pc:docMkLst>
      <pc:sldChg chg="addSp modSp mod">
        <pc:chgData name="Alexandre Quach" userId="7bb690c8a6e028e4" providerId="LiveId" clId="{94A8E3DE-E231-4E25-A8FA-EA8B3F472475}" dt="2021-03-22T23:29:21.995" v="274" actId="207"/>
        <pc:sldMkLst>
          <pc:docMk/>
          <pc:sldMk cId="3289554882" sldId="299"/>
        </pc:sldMkLst>
        <pc:spChg chg="mod">
          <ac:chgData name="Alexandre Quach" userId="7bb690c8a6e028e4" providerId="LiveId" clId="{94A8E3DE-E231-4E25-A8FA-EA8B3F472475}" dt="2021-03-22T23:29:21.995" v="274" actId="207"/>
          <ac:spMkLst>
            <pc:docMk/>
            <pc:sldMk cId="3289554882" sldId="299"/>
            <ac:spMk id="3" creationId="{4002BD9A-0D8C-45D0-98B4-96D0622896BB}"/>
          </ac:spMkLst>
        </pc:spChg>
        <pc:picChg chg="mod">
          <ac:chgData name="Alexandre Quach" userId="7bb690c8a6e028e4" providerId="LiveId" clId="{94A8E3DE-E231-4E25-A8FA-EA8B3F472475}" dt="2021-03-22T23:29:10.950" v="270" actId="1076"/>
          <ac:picMkLst>
            <pc:docMk/>
            <pc:sldMk cId="3289554882" sldId="299"/>
            <ac:picMk id="5" creationId="{E1E400FA-265D-46B1-B4D1-ECF10D955101}"/>
          </ac:picMkLst>
        </pc:picChg>
        <pc:picChg chg="mod">
          <ac:chgData name="Alexandre Quach" userId="7bb690c8a6e028e4" providerId="LiveId" clId="{94A8E3DE-E231-4E25-A8FA-EA8B3F472475}" dt="2021-03-22T23:29:09.692" v="269" actId="1076"/>
          <ac:picMkLst>
            <pc:docMk/>
            <pc:sldMk cId="3289554882" sldId="299"/>
            <ac:picMk id="6" creationId="{75E386A3-ED09-439D-97E6-A14AA490859D}"/>
          </ac:picMkLst>
        </pc:picChg>
        <pc:picChg chg="add mod">
          <ac:chgData name="Alexandre Quach" userId="7bb690c8a6e028e4" providerId="LiveId" clId="{94A8E3DE-E231-4E25-A8FA-EA8B3F472475}" dt="2021-03-22T23:29:17.108" v="273" actId="1076"/>
          <ac:picMkLst>
            <pc:docMk/>
            <pc:sldMk cId="3289554882" sldId="299"/>
            <ac:picMk id="7" creationId="{17BB7AE4-3C37-4E6D-8C7A-DF0BB72B2727}"/>
          </ac:picMkLst>
        </pc:picChg>
      </pc:sldChg>
      <pc:sldChg chg="addSp modSp add mod setBg">
        <pc:chgData name="Alexandre Quach" userId="7bb690c8a6e028e4" providerId="LiveId" clId="{94A8E3DE-E231-4E25-A8FA-EA8B3F472475}" dt="2021-03-22T23:27:11.789" v="113" actId="20577"/>
        <pc:sldMkLst>
          <pc:docMk/>
          <pc:sldMk cId="50614313" sldId="468"/>
        </pc:sldMkLst>
        <pc:spChg chg="mod">
          <ac:chgData name="Alexandre Quach" userId="7bb690c8a6e028e4" providerId="LiveId" clId="{94A8E3DE-E231-4E25-A8FA-EA8B3F472475}" dt="2021-03-22T23:27:11.789" v="113" actId="20577"/>
          <ac:spMkLst>
            <pc:docMk/>
            <pc:sldMk cId="50614313" sldId="468"/>
            <ac:spMk id="2" creationId="{6FFD8067-3852-4B46-9FFB-2A025260AA66}"/>
          </ac:spMkLst>
        </pc:spChg>
        <pc:spChg chg="mod">
          <ac:chgData name="Alexandre Quach" userId="7bb690c8a6e028e4" providerId="LiveId" clId="{94A8E3DE-E231-4E25-A8FA-EA8B3F472475}" dt="2021-03-22T23:26:48.442" v="46" actId="207"/>
          <ac:spMkLst>
            <pc:docMk/>
            <pc:sldMk cId="50614313" sldId="468"/>
            <ac:spMk id="23" creationId="{F668F72A-4083-4823-B527-DDE8D41848D5}"/>
          </ac:spMkLst>
        </pc:spChg>
        <pc:spChg chg="mod">
          <ac:chgData name="Alexandre Quach" userId="7bb690c8a6e028e4" providerId="LiveId" clId="{94A8E3DE-E231-4E25-A8FA-EA8B3F472475}" dt="2021-03-22T23:26:48.442" v="46" actId="207"/>
          <ac:spMkLst>
            <pc:docMk/>
            <pc:sldMk cId="50614313" sldId="468"/>
            <ac:spMk id="24" creationId="{D75FCC8E-3218-415C-83BE-FAB05157B2F9}"/>
          </ac:spMkLst>
        </pc:spChg>
        <pc:spChg chg="mod">
          <ac:chgData name="Alexandre Quach" userId="7bb690c8a6e028e4" providerId="LiveId" clId="{94A8E3DE-E231-4E25-A8FA-EA8B3F472475}" dt="2021-03-22T23:26:48.442" v="46" actId="207"/>
          <ac:spMkLst>
            <pc:docMk/>
            <pc:sldMk cId="50614313" sldId="468"/>
            <ac:spMk id="25" creationId="{D0608C4C-05D2-4758-93D3-0D1FF4329D94}"/>
          </ac:spMkLst>
        </pc:spChg>
        <pc:spChg chg="mod">
          <ac:chgData name="Alexandre Quach" userId="7bb690c8a6e028e4" providerId="LiveId" clId="{94A8E3DE-E231-4E25-A8FA-EA8B3F472475}" dt="2021-03-22T23:26:48.442" v="46" actId="207"/>
          <ac:spMkLst>
            <pc:docMk/>
            <pc:sldMk cId="50614313" sldId="468"/>
            <ac:spMk id="26" creationId="{D5DF8230-B871-4BF3-B438-E6AAF81611B9}"/>
          </ac:spMkLst>
        </pc:spChg>
        <pc:spChg chg="mod">
          <ac:chgData name="Alexandre Quach" userId="7bb690c8a6e028e4" providerId="LiveId" clId="{94A8E3DE-E231-4E25-A8FA-EA8B3F472475}" dt="2021-03-22T23:26:48.442" v="46" actId="207"/>
          <ac:spMkLst>
            <pc:docMk/>
            <pc:sldMk cId="50614313" sldId="468"/>
            <ac:spMk id="27" creationId="{26E23D74-B574-4D25-BE46-3CA9EF8B63A7}"/>
          </ac:spMkLst>
        </pc:spChg>
        <pc:spChg chg="mod">
          <ac:chgData name="Alexandre Quach" userId="7bb690c8a6e028e4" providerId="LiveId" clId="{94A8E3DE-E231-4E25-A8FA-EA8B3F472475}" dt="2021-03-22T23:26:48.442" v="46" actId="207"/>
          <ac:spMkLst>
            <pc:docMk/>
            <pc:sldMk cId="50614313" sldId="468"/>
            <ac:spMk id="28" creationId="{D768A063-CF71-4020-9886-E8D4EF1EF753}"/>
          </ac:spMkLst>
        </pc:spChg>
        <pc:spChg chg="mod">
          <ac:chgData name="Alexandre Quach" userId="7bb690c8a6e028e4" providerId="LiveId" clId="{94A8E3DE-E231-4E25-A8FA-EA8B3F472475}" dt="2021-03-22T23:26:48.442" v="46" actId="207"/>
          <ac:spMkLst>
            <pc:docMk/>
            <pc:sldMk cId="50614313" sldId="468"/>
            <ac:spMk id="29" creationId="{236CDA45-9E98-41B3-A52F-DEB25458C0CA}"/>
          </ac:spMkLst>
        </pc:spChg>
        <pc:spChg chg="mod">
          <ac:chgData name="Alexandre Quach" userId="7bb690c8a6e028e4" providerId="LiveId" clId="{94A8E3DE-E231-4E25-A8FA-EA8B3F472475}" dt="2021-03-22T23:26:48.442" v="46" actId="207"/>
          <ac:spMkLst>
            <pc:docMk/>
            <pc:sldMk cId="50614313" sldId="468"/>
            <ac:spMk id="30" creationId="{1510FC4D-245B-443C-8AAF-F8C55BBD879F}"/>
          </ac:spMkLst>
        </pc:spChg>
        <pc:spChg chg="mod">
          <ac:chgData name="Alexandre Quach" userId="7bb690c8a6e028e4" providerId="LiveId" clId="{94A8E3DE-E231-4E25-A8FA-EA8B3F472475}" dt="2021-03-22T23:26:48.442" v="46" actId="207"/>
          <ac:spMkLst>
            <pc:docMk/>
            <pc:sldMk cId="50614313" sldId="468"/>
            <ac:spMk id="31" creationId="{ED22D590-DEE6-4E39-B7AF-9ADD426FBB6C}"/>
          </ac:spMkLst>
        </pc:spChg>
        <pc:spChg chg="mod">
          <ac:chgData name="Alexandre Quach" userId="7bb690c8a6e028e4" providerId="LiveId" clId="{94A8E3DE-E231-4E25-A8FA-EA8B3F472475}" dt="2021-03-22T23:26:48.442" v="46" actId="207"/>
          <ac:spMkLst>
            <pc:docMk/>
            <pc:sldMk cId="50614313" sldId="468"/>
            <ac:spMk id="32" creationId="{ADDCE6CC-3E65-478D-9FC4-360B4B0F9CBF}"/>
          </ac:spMkLst>
        </pc:spChg>
        <pc:spChg chg="mod">
          <ac:chgData name="Alexandre Quach" userId="7bb690c8a6e028e4" providerId="LiveId" clId="{94A8E3DE-E231-4E25-A8FA-EA8B3F472475}" dt="2021-03-22T23:26:48.442" v="46" actId="207"/>
          <ac:spMkLst>
            <pc:docMk/>
            <pc:sldMk cId="50614313" sldId="468"/>
            <ac:spMk id="33" creationId="{8CFFA553-0601-4FFF-BBC8-CD85B3EB638A}"/>
          </ac:spMkLst>
        </pc:spChg>
        <pc:spChg chg="mod">
          <ac:chgData name="Alexandre Quach" userId="7bb690c8a6e028e4" providerId="LiveId" clId="{94A8E3DE-E231-4E25-A8FA-EA8B3F472475}" dt="2021-03-22T23:26:48.442" v="46" actId="207"/>
          <ac:spMkLst>
            <pc:docMk/>
            <pc:sldMk cId="50614313" sldId="468"/>
            <ac:spMk id="34" creationId="{F78E7F57-B55C-43AD-AE6F-FF29C803B6EB}"/>
          </ac:spMkLst>
        </pc:spChg>
        <pc:spChg chg="mod">
          <ac:chgData name="Alexandre Quach" userId="7bb690c8a6e028e4" providerId="LiveId" clId="{94A8E3DE-E231-4E25-A8FA-EA8B3F472475}" dt="2021-03-22T23:26:48.442" v="46" actId="207"/>
          <ac:spMkLst>
            <pc:docMk/>
            <pc:sldMk cId="50614313" sldId="468"/>
            <ac:spMk id="35" creationId="{F8D44F00-547B-439F-86B8-C7796942D2B6}"/>
          </ac:spMkLst>
        </pc:spChg>
        <pc:spChg chg="mod">
          <ac:chgData name="Alexandre Quach" userId="7bb690c8a6e028e4" providerId="LiveId" clId="{94A8E3DE-E231-4E25-A8FA-EA8B3F472475}" dt="2021-03-22T23:26:48.442" v="46" actId="207"/>
          <ac:spMkLst>
            <pc:docMk/>
            <pc:sldMk cId="50614313" sldId="468"/>
            <ac:spMk id="36" creationId="{C2D08447-B3DC-4EE7-8FC9-8EF2CD9F26B9}"/>
          </ac:spMkLst>
        </pc:spChg>
        <pc:spChg chg="add mod">
          <ac:chgData name="Alexandre Quach" userId="7bb690c8a6e028e4" providerId="LiveId" clId="{94A8E3DE-E231-4E25-A8FA-EA8B3F472475}" dt="2021-03-22T23:26:33.203" v="42" actId="14100"/>
          <ac:spMkLst>
            <pc:docMk/>
            <pc:sldMk cId="50614313" sldId="468"/>
            <ac:spMk id="43" creationId="{2B85A90E-5CE6-410C-A4BF-45CA361F2FE6}"/>
          </ac:spMkLst>
        </pc:spChg>
        <pc:spChg chg="add mod">
          <ac:chgData name="Alexandre Quach" userId="7bb690c8a6e028e4" providerId="LiveId" clId="{94A8E3DE-E231-4E25-A8FA-EA8B3F472475}" dt="2021-03-22T23:26:36.260" v="43" actId="1076"/>
          <ac:spMkLst>
            <pc:docMk/>
            <pc:sldMk cId="50614313" sldId="468"/>
            <ac:spMk id="44" creationId="{777C5B95-8739-458F-980F-2B6DD8DD4034}"/>
          </ac:spMkLst>
        </pc:spChg>
        <pc:spChg chg="add mod">
          <ac:chgData name="Alexandre Quach" userId="7bb690c8a6e028e4" providerId="LiveId" clId="{94A8E3DE-E231-4E25-A8FA-EA8B3F472475}" dt="2021-03-22T23:26:38.134" v="45" actId="1076"/>
          <ac:spMkLst>
            <pc:docMk/>
            <pc:sldMk cId="50614313" sldId="468"/>
            <ac:spMk id="45" creationId="{D7E481B5-C59C-4768-99F5-DDB9C3A19BFB}"/>
          </ac:spMkLst>
        </pc:spChg>
        <pc:spChg chg="add mod">
          <ac:chgData name="Alexandre Quach" userId="7bb690c8a6e028e4" providerId="LiveId" clId="{94A8E3DE-E231-4E25-A8FA-EA8B3F472475}" dt="2021-03-22T23:26:54.021" v="48" actId="1076"/>
          <ac:spMkLst>
            <pc:docMk/>
            <pc:sldMk cId="50614313" sldId="468"/>
            <ac:spMk id="46" creationId="{2E429753-9A03-4FCC-BEDF-1F3DC2B6AB93}"/>
          </ac:spMkLst>
        </pc:spChg>
      </pc:sldChg>
      <pc:sldChg chg="addSp delSp modSp add del mod modClrScheme modAnim chgLayout">
        <pc:chgData name="Alexandre Quach" userId="7bb690c8a6e028e4" providerId="LiveId" clId="{94A8E3DE-E231-4E25-A8FA-EA8B3F472475}" dt="2021-03-22T22:32:53.770" v="34" actId="47"/>
        <pc:sldMkLst>
          <pc:docMk/>
          <pc:sldMk cId="536955076" sldId="468"/>
        </pc:sldMkLst>
        <pc:spChg chg="del mod ord">
          <ac:chgData name="Alexandre Quach" userId="7bb690c8a6e028e4" providerId="LiveId" clId="{94A8E3DE-E231-4E25-A8FA-EA8B3F472475}" dt="2021-03-22T22:30:56.657" v="13" actId="478"/>
          <ac:spMkLst>
            <pc:docMk/>
            <pc:sldMk cId="536955076" sldId="468"/>
            <ac:spMk id="2" creationId="{6FFD8067-3852-4B46-9FFB-2A025260AA66}"/>
          </ac:spMkLst>
        </pc:spChg>
        <pc:spChg chg="del">
          <ac:chgData name="Alexandre Quach" userId="7bb690c8a6e028e4" providerId="LiveId" clId="{94A8E3DE-E231-4E25-A8FA-EA8B3F472475}" dt="2021-03-22T22:30:29.203" v="1" actId="478"/>
          <ac:spMkLst>
            <pc:docMk/>
            <pc:sldMk cId="536955076" sldId="468"/>
            <ac:spMk id="23" creationId="{F668F72A-4083-4823-B527-DDE8D41848D5}"/>
          </ac:spMkLst>
        </pc:spChg>
        <pc:spChg chg="del">
          <ac:chgData name="Alexandre Quach" userId="7bb690c8a6e028e4" providerId="LiveId" clId="{94A8E3DE-E231-4E25-A8FA-EA8B3F472475}" dt="2021-03-22T22:30:35.577" v="3" actId="478"/>
          <ac:spMkLst>
            <pc:docMk/>
            <pc:sldMk cId="536955076" sldId="468"/>
            <ac:spMk id="24" creationId="{D75FCC8E-3218-415C-83BE-FAB05157B2F9}"/>
          </ac:spMkLst>
        </pc:spChg>
        <pc:spChg chg="del">
          <ac:chgData name="Alexandre Quach" userId="7bb690c8a6e028e4" providerId="LiveId" clId="{94A8E3DE-E231-4E25-A8FA-EA8B3F472475}" dt="2021-03-22T22:30:36.840" v="4" actId="478"/>
          <ac:spMkLst>
            <pc:docMk/>
            <pc:sldMk cId="536955076" sldId="468"/>
            <ac:spMk id="25" creationId="{D0608C4C-05D2-4758-93D3-0D1FF4329D94}"/>
          </ac:spMkLst>
        </pc:spChg>
        <pc:spChg chg="del">
          <ac:chgData name="Alexandre Quach" userId="7bb690c8a6e028e4" providerId="LiveId" clId="{94A8E3DE-E231-4E25-A8FA-EA8B3F472475}" dt="2021-03-22T22:30:40.472" v="7" actId="478"/>
          <ac:spMkLst>
            <pc:docMk/>
            <pc:sldMk cId="536955076" sldId="468"/>
            <ac:spMk id="26" creationId="{D5DF8230-B871-4BF3-B438-E6AAF81611B9}"/>
          </ac:spMkLst>
        </pc:spChg>
        <pc:spChg chg="del">
          <ac:chgData name="Alexandre Quach" userId="7bb690c8a6e028e4" providerId="LiveId" clId="{94A8E3DE-E231-4E25-A8FA-EA8B3F472475}" dt="2021-03-22T22:30:32.264" v="2" actId="478"/>
          <ac:spMkLst>
            <pc:docMk/>
            <pc:sldMk cId="536955076" sldId="468"/>
            <ac:spMk id="27" creationId="{26E23D74-B574-4D25-BE46-3CA9EF8B63A7}"/>
          </ac:spMkLst>
        </pc:spChg>
        <pc:spChg chg="del">
          <ac:chgData name="Alexandre Quach" userId="7bb690c8a6e028e4" providerId="LiveId" clId="{94A8E3DE-E231-4E25-A8FA-EA8B3F472475}" dt="2021-03-22T22:30:38.042" v="5" actId="478"/>
          <ac:spMkLst>
            <pc:docMk/>
            <pc:sldMk cId="536955076" sldId="468"/>
            <ac:spMk id="28" creationId="{D768A063-CF71-4020-9886-E8D4EF1EF753}"/>
          </ac:spMkLst>
        </pc:spChg>
        <pc:spChg chg="del">
          <ac:chgData name="Alexandre Quach" userId="7bb690c8a6e028e4" providerId="LiveId" clId="{94A8E3DE-E231-4E25-A8FA-EA8B3F472475}" dt="2021-03-22T22:30:39.304" v="6" actId="478"/>
          <ac:spMkLst>
            <pc:docMk/>
            <pc:sldMk cId="536955076" sldId="468"/>
            <ac:spMk id="29" creationId="{236CDA45-9E98-41B3-A52F-DEB25458C0CA}"/>
          </ac:spMkLst>
        </pc:spChg>
        <pc:spChg chg="del mod topLvl">
          <ac:chgData name="Alexandre Quach" userId="7bb690c8a6e028e4" providerId="LiveId" clId="{94A8E3DE-E231-4E25-A8FA-EA8B3F472475}" dt="2021-03-22T22:31:46.137" v="26" actId="478"/>
          <ac:spMkLst>
            <pc:docMk/>
            <pc:sldMk cId="536955076" sldId="468"/>
            <ac:spMk id="39" creationId="{5358D46D-0BA3-4B78-8870-E800E8FC2978}"/>
          </ac:spMkLst>
        </pc:spChg>
        <pc:spChg chg="mod">
          <ac:chgData name="Alexandre Quach" userId="7bb690c8a6e028e4" providerId="LiveId" clId="{94A8E3DE-E231-4E25-A8FA-EA8B3F472475}" dt="2021-03-22T22:31:36.191" v="23" actId="165"/>
          <ac:spMkLst>
            <pc:docMk/>
            <pc:sldMk cId="536955076" sldId="468"/>
            <ac:spMk id="41" creationId="{AF150199-8856-40CC-B8CD-73C8E9CFEB74}"/>
          </ac:spMkLst>
        </pc:spChg>
        <pc:spChg chg="mod">
          <ac:chgData name="Alexandre Quach" userId="7bb690c8a6e028e4" providerId="LiveId" clId="{94A8E3DE-E231-4E25-A8FA-EA8B3F472475}" dt="2021-03-22T22:31:36.191" v="23" actId="165"/>
          <ac:spMkLst>
            <pc:docMk/>
            <pc:sldMk cId="536955076" sldId="468"/>
            <ac:spMk id="42" creationId="{07C534C9-D0DD-4B1F-A3A4-84F2465CBB95}"/>
          </ac:spMkLst>
        </pc:spChg>
        <pc:spChg chg="add mod">
          <ac:chgData name="Alexandre Quach" userId="7bb690c8a6e028e4" providerId="LiveId" clId="{94A8E3DE-E231-4E25-A8FA-EA8B3F472475}" dt="2021-03-22T22:31:54.720" v="30" actId="1076"/>
          <ac:spMkLst>
            <pc:docMk/>
            <pc:sldMk cId="536955076" sldId="468"/>
            <ac:spMk id="44" creationId="{570AC05A-986A-4EF3-92A1-780D8739F5EE}"/>
          </ac:spMkLst>
        </pc:spChg>
        <pc:grpChg chg="mod">
          <ac:chgData name="Alexandre Quach" userId="7bb690c8a6e028e4" providerId="LiveId" clId="{94A8E3DE-E231-4E25-A8FA-EA8B3F472475}" dt="2021-03-22T22:31:12.327" v="19" actId="1076"/>
          <ac:grpSpMkLst>
            <pc:docMk/>
            <pc:sldMk cId="536955076" sldId="468"/>
            <ac:grpSpMk id="3" creationId="{3D39019E-7BD6-4CBA-8320-531F10195AC4}"/>
          </ac:grpSpMkLst>
        </pc:grpChg>
        <pc:grpChg chg="mod">
          <ac:chgData name="Alexandre Quach" userId="7bb690c8a6e028e4" providerId="LiveId" clId="{94A8E3DE-E231-4E25-A8FA-EA8B3F472475}" dt="2021-03-22T22:31:10.352" v="18" actId="1076"/>
          <ac:grpSpMkLst>
            <pc:docMk/>
            <pc:sldMk cId="536955076" sldId="468"/>
            <ac:grpSpMk id="4" creationId="{10D8CA9F-1B2B-4082-8308-5E48B6B50F8B}"/>
          </ac:grpSpMkLst>
        </pc:grpChg>
        <pc:grpChg chg="mod">
          <ac:chgData name="Alexandre Quach" userId="7bb690c8a6e028e4" providerId="LiveId" clId="{94A8E3DE-E231-4E25-A8FA-EA8B3F472475}" dt="2021-03-22T22:31:02.438" v="14" actId="1076"/>
          <ac:grpSpMkLst>
            <pc:docMk/>
            <pc:sldMk cId="536955076" sldId="468"/>
            <ac:grpSpMk id="6" creationId="{E09ECD83-9857-4C7C-8A47-316BCBB02159}"/>
          </ac:grpSpMkLst>
        </pc:grpChg>
        <pc:grpChg chg="mod">
          <ac:chgData name="Alexandre Quach" userId="7bb690c8a6e028e4" providerId="LiveId" clId="{94A8E3DE-E231-4E25-A8FA-EA8B3F472475}" dt="2021-03-22T22:31:02.438" v="14" actId="1076"/>
          <ac:grpSpMkLst>
            <pc:docMk/>
            <pc:sldMk cId="536955076" sldId="468"/>
            <ac:grpSpMk id="7" creationId="{7D9A6974-BAF1-421C-9626-F71120AD5115}"/>
          </ac:grpSpMkLst>
        </pc:grpChg>
        <pc:grpChg chg="mod">
          <ac:chgData name="Alexandre Quach" userId="7bb690c8a6e028e4" providerId="LiveId" clId="{94A8E3DE-E231-4E25-A8FA-EA8B3F472475}" dt="2021-03-22T22:31:02.438" v="14" actId="1076"/>
          <ac:grpSpMkLst>
            <pc:docMk/>
            <pc:sldMk cId="536955076" sldId="468"/>
            <ac:grpSpMk id="9" creationId="{53C35C32-24B5-416A-A2FB-01E6E75CE72A}"/>
          </ac:grpSpMkLst>
        </pc:grpChg>
        <pc:grpChg chg="mod">
          <ac:chgData name="Alexandre Quach" userId="7bb690c8a6e028e4" providerId="LiveId" clId="{94A8E3DE-E231-4E25-A8FA-EA8B3F472475}" dt="2021-03-22T22:31:02.438" v="14" actId="1076"/>
          <ac:grpSpMkLst>
            <pc:docMk/>
            <pc:sldMk cId="536955076" sldId="468"/>
            <ac:grpSpMk id="15" creationId="{2195ABEB-A47A-476F-BD5A-36D1F8F0DDD7}"/>
          </ac:grpSpMkLst>
        </pc:grpChg>
        <pc:grpChg chg="mod">
          <ac:chgData name="Alexandre Quach" userId="7bb690c8a6e028e4" providerId="LiveId" clId="{94A8E3DE-E231-4E25-A8FA-EA8B3F472475}" dt="2021-03-22T22:31:02.438" v="14" actId="1076"/>
          <ac:grpSpMkLst>
            <pc:docMk/>
            <pc:sldMk cId="536955076" sldId="468"/>
            <ac:grpSpMk id="17" creationId="{B85BBF98-A08E-4704-84B3-F62842AFA2CE}"/>
          </ac:grpSpMkLst>
        </pc:grpChg>
        <pc:grpChg chg="mod topLvl">
          <ac:chgData name="Alexandre Quach" userId="7bb690c8a6e028e4" providerId="LiveId" clId="{94A8E3DE-E231-4E25-A8FA-EA8B3F472475}" dt="2021-03-22T22:31:36.191" v="23" actId="165"/>
          <ac:grpSpMkLst>
            <pc:docMk/>
            <pc:sldMk cId="536955076" sldId="468"/>
            <ac:grpSpMk id="19" creationId="{06DE4EE9-966B-44D0-B18A-FC567D7389B4}"/>
          </ac:grpSpMkLst>
        </pc:grpChg>
        <pc:grpChg chg="mod topLvl">
          <ac:chgData name="Alexandre Quach" userId="7bb690c8a6e028e4" providerId="LiveId" clId="{94A8E3DE-E231-4E25-A8FA-EA8B3F472475}" dt="2021-03-22T22:31:36.191" v="23" actId="165"/>
          <ac:grpSpMkLst>
            <pc:docMk/>
            <pc:sldMk cId="536955076" sldId="468"/>
            <ac:grpSpMk id="21" creationId="{A71DF05B-E9AD-4737-B058-565F5B36B76D}"/>
          </ac:grpSpMkLst>
        </pc:grpChg>
        <pc:grpChg chg="add del mod">
          <ac:chgData name="Alexandre Quach" userId="7bb690c8a6e028e4" providerId="LiveId" clId="{94A8E3DE-E231-4E25-A8FA-EA8B3F472475}" dt="2021-03-22T22:31:36.191" v="23" actId="165"/>
          <ac:grpSpMkLst>
            <pc:docMk/>
            <pc:sldMk cId="536955076" sldId="468"/>
            <ac:grpSpMk id="40" creationId="{3B9C7417-942E-4452-9512-743BD70818A9}"/>
          </ac:grpSpMkLst>
        </pc:grpChg>
        <pc:picChg chg="mod topLvl">
          <ac:chgData name="Alexandre Quach" userId="7bb690c8a6e028e4" providerId="LiveId" clId="{94A8E3DE-E231-4E25-A8FA-EA8B3F472475}" dt="2021-03-22T22:31:36.191" v="23" actId="165"/>
          <ac:picMkLst>
            <pc:docMk/>
            <pc:sldMk cId="536955076" sldId="468"/>
            <ac:picMk id="5" creationId="{5F289E08-ACF9-40D9-AE37-47D3045E5670}"/>
          </ac:picMkLst>
        </pc:picChg>
        <pc:picChg chg="del mod topLvl">
          <ac:chgData name="Alexandre Quach" userId="7bb690c8a6e028e4" providerId="LiveId" clId="{94A8E3DE-E231-4E25-A8FA-EA8B3F472475}" dt="2021-03-22T22:32:32.770" v="31" actId="478"/>
          <ac:picMkLst>
            <pc:docMk/>
            <pc:sldMk cId="536955076" sldId="468"/>
            <ac:picMk id="8" creationId="{38988291-9DF3-43A4-AC79-531A1D9A363C}"/>
          </ac:picMkLst>
        </pc:picChg>
        <pc:picChg chg="mod">
          <ac:chgData name="Alexandre Quach" userId="7bb690c8a6e028e4" providerId="LiveId" clId="{94A8E3DE-E231-4E25-A8FA-EA8B3F472475}" dt="2021-03-22T22:31:36.191" v="23" actId="165"/>
          <ac:picMkLst>
            <pc:docMk/>
            <pc:sldMk cId="536955076" sldId="468"/>
            <ac:picMk id="37" creationId="{2A18EFB6-2815-4C2E-AB11-3C8DDE64ACCE}"/>
          </ac:picMkLst>
        </pc:picChg>
        <pc:picChg chg="mod">
          <ac:chgData name="Alexandre Quach" userId="7bb690c8a6e028e4" providerId="LiveId" clId="{94A8E3DE-E231-4E25-A8FA-EA8B3F472475}" dt="2021-03-22T22:31:36.191" v="23" actId="165"/>
          <ac:picMkLst>
            <pc:docMk/>
            <pc:sldMk cId="536955076" sldId="468"/>
            <ac:picMk id="38" creationId="{412F7192-DE4A-4A52-BFFB-91CBC46BF504}"/>
          </ac:picMkLst>
        </pc:picChg>
        <pc:picChg chg="add mod">
          <ac:chgData name="Alexandre Quach" userId="7bb690c8a6e028e4" providerId="LiveId" clId="{94A8E3DE-E231-4E25-A8FA-EA8B3F472475}" dt="2021-03-22T22:32:35.631" v="33" actId="1076"/>
          <ac:picMkLst>
            <pc:docMk/>
            <pc:sldMk cId="536955076" sldId="468"/>
            <ac:picMk id="39" creationId="{B129E96E-47F9-4B12-A710-8404F331ADFE}"/>
          </ac:picMkLst>
        </pc:picChg>
      </pc:sldChg>
      <pc:sldChg chg="delSp modSp add del mod delAnim">
        <pc:chgData name="Alexandre Quach" userId="7bb690c8a6e028e4" providerId="LiveId" clId="{94A8E3DE-E231-4E25-A8FA-EA8B3F472475}" dt="2021-03-22T23:29:38.452" v="275" actId="47"/>
        <pc:sldMkLst>
          <pc:docMk/>
          <pc:sldMk cId="1153211263" sldId="469"/>
        </pc:sldMkLst>
        <pc:spChg chg="mod">
          <ac:chgData name="Alexandre Quach" userId="7bb690c8a6e028e4" providerId="LiveId" clId="{94A8E3DE-E231-4E25-A8FA-EA8B3F472475}" dt="2021-03-22T23:28:53.639" v="268" actId="20577"/>
          <ac:spMkLst>
            <pc:docMk/>
            <pc:sldMk cId="1153211263" sldId="469"/>
            <ac:spMk id="2" creationId="{6FFD8067-3852-4B46-9FFB-2A025260AA66}"/>
          </ac:spMkLst>
        </pc:spChg>
        <pc:spChg chg="del">
          <ac:chgData name="Alexandre Quach" userId="7bb690c8a6e028e4" providerId="LiveId" clId="{94A8E3DE-E231-4E25-A8FA-EA8B3F472475}" dt="2021-03-22T23:28:36.951" v="257" actId="478"/>
          <ac:spMkLst>
            <pc:docMk/>
            <pc:sldMk cId="1153211263" sldId="469"/>
            <ac:spMk id="39" creationId="{5358D46D-0BA3-4B78-8870-E800E8FC2978}"/>
          </ac:spMkLst>
        </pc:spChg>
        <pc:spChg chg="del">
          <ac:chgData name="Alexandre Quach" userId="7bb690c8a6e028e4" providerId="LiveId" clId="{94A8E3DE-E231-4E25-A8FA-EA8B3F472475}" dt="2021-03-22T23:28:36.951" v="257" actId="478"/>
          <ac:spMkLst>
            <pc:docMk/>
            <pc:sldMk cId="1153211263" sldId="469"/>
            <ac:spMk id="43" creationId="{2B85A90E-5CE6-410C-A4BF-45CA361F2FE6}"/>
          </ac:spMkLst>
        </pc:spChg>
        <pc:spChg chg="del">
          <ac:chgData name="Alexandre Quach" userId="7bb690c8a6e028e4" providerId="LiveId" clId="{94A8E3DE-E231-4E25-A8FA-EA8B3F472475}" dt="2021-03-22T23:28:36.951" v="257" actId="478"/>
          <ac:spMkLst>
            <pc:docMk/>
            <pc:sldMk cId="1153211263" sldId="469"/>
            <ac:spMk id="44" creationId="{777C5B95-8739-458F-980F-2B6DD8DD4034}"/>
          </ac:spMkLst>
        </pc:spChg>
        <pc:spChg chg="del">
          <ac:chgData name="Alexandre Quach" userId="7bb690c8a6e028e4" providerId="LiveId" clId="{94A8E3DE-E231-4E25-A8FA-EA8B3F472475}" dt="2021-03-22T23:28:36.951" v="257" actId="478"/>
          <ac:spMkLst>
            <pc:docMk/>
            <pc:sldMk cId="1153211263" sldId="469"/>
            <ac:spMk id="45" creationId="{D7E481B5-C59C-4768-99F5-DDB9C3A19BFB}"/>
          </ac:spMkLst>
        </pc:spChg>
        <pc:spChg chg="del">
          <ac:chgData name="Alexandre Quach" userId="7bb690c8a6e028e4" providerId="LiveId" clId="{94A8E3DE-E231-4E25-A8FA-EA8B3F472475}" dt="2021-03-22T23:28:36.951" v="257" actId="478"/>
          <ac:spMkLst>
            <pc:docMk/>
            <pc:sldMk cId="1153211263" sldId="469"/>
            <ac:spMk id="46" creationId="{2E429753-9A03-4FCC-BEDF-1F3DC2B6AB93}"/>
          </ac:spMkLst>
        </pc:spChg>
        <pc:grpChg chg="del">
          <ac:chgData name="Alexandre Quach" userId="7bb690c8a6e028e4" providerId="LiveId" clId="{94A8E3DE-E231-4E25-A8FA-EA8B3F472475}" dt="2021-03-22T23:28:36.951" v="257" actId="478"/>
          <ac:grpSpMkLst>
            <pc:docMk/>
            <pc:sldMk cId="1153211263" sldId="469"/>
            <ac:grpSpMk id="3" creationId="{3D39019E-7BD6-4CBA-8320-531F10195AC4}"/>
          </ac:grpSpMkLst>
        </pc:grpChg>
        <pc:grpChg chg="del">
          <ac:chgData name="Alexandre Quach" userId="7bb690c8a6e028e4" providerId="LiveId" clId="{94A8E3DE-E231-4E25-A8FA-EA8B3F472475}" dt="2021-03-22T23:28:36.951" v="257" actId="478"/>
          <ac:grpSpMkLst>
            <pc:docMk/>
            <pc:sldMk cId="1153211263" sldId="469"/>
            <ac:grpSpMk id="4" creationId="{10D8CA9F-1B2B-4082-8308-5E48B6B50F8B}"/>
          </ac:grpSpMkLst>
        </pc:grpChg>
        <pc:grpChg chg="del">
          <ac:chgData name="Alexandre Quach" userId="7bb690c8a6e028e4" providerId="LiveId" clId="{94A8E3DE-E231-4E25-A8FA-EA8B3F472475}" dt="2021-03-22T23:28:36.951" v="257" actId="478"/>
          <ac:grpSpMkLst>
            <pc:docMk/>
            <pc:sldMk cId="1153211263" sldId="469"/>
            <ac:grpSpMk id="6" creationId="{E09ECD83-9857-4C7C-8A47-316BCBB02159}"/>
          </ac:grpSpMkLst>
        </pc:grpChg>
        <pc:grpChg chg="del">
          <ac:chgData name="Alexandre Quach" userId="7bb690c8a6e028e4" providerId="LiveId" clId="{94A8E3DE-E231-4E25-A8FA-EA8B3F472475}" dt="2021-03-22T23:28:36.951" v="257" actId="478"/>
          <ac:grpSpMkLst>
            <pc:docMk/>
            <pc:sldMk cId="1153211263" sldId="469"/>
            <ac:grpSpMk id="7" creationId="{7D9A6974-BAF1-421C-9626-F71120AD5115}"/>
          </ac:grpSpMkLst>
        </pc:grpChg>
        <pc:grpChg chg="del">
          <ac:chgData name="Alexandre Quach" userId="7bb690c8a6e028e4" providerId="LiveId" clId="{94A8E3DE-E231-4E25-A8FA-EA8B3F472475}" dt="2021-03-22T23:28:36.951" v="257" actId="478"/>
          <ac:grpSpMkLst>
            <pc:docMk/>
            <pc:sldMk cId="1153211263" sldId="469"/>
            <ac:grpSpMk id="9" creationId="{53C35C32-24B5-416A-A2FB-01E6E75CE72A}"/>
          </ac:grpSpMkLst>
        </pc:grpChg>
        <pc:grpChg chg="del">
          <ac:chgData name="Alexandre Quach" userId="7bb690c8a6e028e4" providerId="LiveId" clId="{94A8E3DE-E231-4E25-A8FA-EA8B3F472475}" dt="2021-03-22T23:28:36.951" v="257" actId="478"/>
          <ac:grpSpMkLst>
            <pc:docMk/>
            <pc:sldMk cId="1153211263" sldId="469"/>
            <ac:grpSpMk id="15" creationId="{2195ABEB-A47A-476F-BD5A-36D1F8F0DDD7}"/>
          </ac:grpSpMkLst>
        </pc:grpChg>
        <pc:grpChg chg="del">
          <ac:chgData name="Alexandre Quach" userId="7bb690c8a6e028e4" providerId="LiveId" clId="{94A8E3DE-E231-4E25-A8FA-EA8B3F472475}" dt="2021-03-22T23:28:36.951" v="257" actId="478"/>
          <ac:grpSpMkLst>
            <pc:docMk/>
            <pc:sldMk cId="1153211263" sldId="469"/>
            <ac:grpSpMk id="17" creationId="{B85BBF98-A08E-4704-84B3-F62842AFA2CE}"/>
          </ac:grpSpMkLst>
        </pc:grpChg>
        <pc:grpChg chg="del">
          <ac:chgData name="Alexandre Quach" userId="7bb690c8a6e028e4" providerId="LiveId" clId="{94A8E3DE-E231-4E25-A8FA-EA8B3F472475}" dt="2021-03-22T23:28:36.951" v="257" actId="478"/>
          <ac:grpSpMkLst>
            <pc:docMk/>
            <pc:sldMk cId="1153211263" sldId="469"/>
            <ac:grpSpMk id="19" creationId="{06DE4EE9-966B-44D0-B18A-FC567D7389B4}"/>
          </ac:grpSpMkLst>
        </pc:grpChg>
        <pc:grpChg chg="del">
          <ac:chgData name="Alexandre Quach" userId="7bb690c8a6e028e4" providerId="LiveId" clId="{94A8E3DE-E231-4E25-A8FA-EA8B3F472475}" dt="2021-03-22T23:28:36.951" v="257" actId="478"/>
          <ac:grpSpMkLst>
            <pc:docMk/>
            <pc:sldMk cId="1153211263" sldId="469"/>
            <ac:grpSpMk id="21" creationId="{A71DF05B-E9AD-4737-B058-565F5B36B76D}"/>
          </ac:grpSpMkLst>
        </pc:grpChg>
        <pc:picChg chg="del">
          <ac:chgData name="Alexandre Quach" userId="7bb690c8a6e028e4" providerId="LiveId" clId="{94A8E3DE-E231-4E25-A8FA-EA8B3F472475}" dt="2021-03-22T23:28:36.951" v="257" actId="478"/>
          <ac:picMkLst>
            <pc:docMk/>
            <pc:sldMk cId="1153211263" sldId="469"/>
            <ac:picMk id="5" creationId="{5F289E08-ACF9-40D9-AE37-47D3045E5670}"/>
          </ac:picMkLst>
        </pc:picChg>
        <pc:picChg chg="del">
          <ac:chgData name="Alexandre Quach" userId="7bb690c8a6e028e4" providerId="LiveId" clId="{94A8E3DE-E231-4E25-A8FA-EA8B3F472475}" dt="2021-03-22T23:28:36.951" v="257" actId="478"/>
          <ac:picMkLst>
            <pc:docMk/>
            <pc:sldMk cId="1153211263" sldId="469"/>
            <ac:picMk id="8" creationId="{38988291-9DF3-43A4-AC79-531A1D9A363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226AC-8069-465F-BE35-AC5AC6A5824B}" type="datetimeFigureOut">
              <a:rPr lang="fr-FR" smtClean="0"/>
              <a:t>22/03/2021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5F71A-6683-4344-8A86-B72493AD35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842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err="1"/>
              <a:t>Answer</a:t>
            </a:r>
            <a:r>
              <a:rPr lang="fr-FR"/>
              <a:t> :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6918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err="1"/>
              <a:t>Answer</a:t>
            </a:r>
            <a:r>
              <a:rPr lang="fr-FR"/>
              <a:t> :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5080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89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2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rgbClr val="EC7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848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51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83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03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18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5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47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19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90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42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3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21" r:id="rId3"/>
    <p:sldLayoutId id="2147483716" r:id="rId4"/>
    <p:sldLayoutId id="2147483717" r:id="rId5"/>
    <p:sldLayoutId id="2147483720" r:id="rId6"/>
    <p:sldLayoutId id="2147483718" r:id="rId7"/>
    <p:sldLayoutId id="2147483712" r:id="rId8"/>
    <p:sldLayoutId id="2147483708" r:id="rId9"/>
    <p:sldLayoutId id="2147483709" r:id="rId10"/>
    <p:sldLayoutId id="2147483710" r:id="rId11"/>
    <p:sldLayoutId id="2147483711" r:id="rId12"/>
    <p:sldLayoutId id="214748371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png"/><Relationship Id="rId18" Type="http://schemas.openxmlformats.org/officeDocument/2006/relationships/image" Target="../media/image33.svg"/><Relationship Id="rId26" Type="http://schemas.openxmlformats.org/officeDocument/2006/relationships/image" Target="../media/image41.svg"/><Relationship Id="rId3" Type="http://schemas.openxmlformats.org/officeDocument/2006/relationships/image" Target="../media/image16.png"/><Relationship Id="rId21" Type="http://schemas.openxmlformats.org/officeDocument/2006/relationships/image" Target="../media/image36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1.svg"/><Relationship Id="rId20" Type="http://schemas.openxmlformats.org/officeDocument/2006/relationships/image" Target="../media/image35.svg"/><Relationship Id="rId1" Type="http://schemas.openxmlformats.org/officeDocument/2006/relationships/tags" Target="../tags/tag1.xml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24" Type="http://schemas.openxmlformats.org/officeDocument/2006/relationships/image" Target="../media/image39.sv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10" Type="http://schemas.openxmlformats.org/officeDocument/2006/relationships/image" Target="../media/image25.svg"/><Relationship Id="rId19" Type="http://schemas.openxmlformats.org/officeDocument/2006/relationships/image" Target="../media/image34.png"/><Relationship Id="rId4" Type="http://schemas.openxmlformats.org/officeDocument/2006/relationships/image" Target="../media/image17.svg"/><Relationship Id="rId9" Type="http://schemas.openxmlformats.org/officeDocument/2006/relationships/image" Target="../media/image24.png"/><Relationship Id="rId14" Type="http://schemas.openxmlformats.org/officeDocument/2006/relationships/image" Target="../media/image29.svg"/><Relationship Id="rId22" Type="http://schemas.openxmlformats.org/officeDocument/2006/relationships/image" Target="../media/image3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30.png"/><Relationship Id="rId18" Type="http://schemas.openxmlformats.org/officeDocument/2006/relationships/image" Target="../media/image29.svg"/><Relationship Id="rId26" Type="http://schemas.openxmlformats.org/officeDocument/2006/relationships/image" Target="../media/image41.svg"/><Relationship Id="rId3" Type="http://schemas.openxmlformats.org/officeDocument/2006/relationships/image" Target="../media/image36.png"/><Relationship Id="rId21" Type="http://schemas.openxmlformats.org/officeDocument/2006/relationships/image" Target="../media/image20.png"/><Relationship Id="rId7" Type="http://schemas.openxmlformats.org/officeDocument/2006/relationships/image" Target="../media/image22.png"/><Relationship Id="rId12" Type="http://schemas.openxmlformats.org/officeDocument/2006/relationships/image" Target="../media/image33.svg"/><Relationship Id="rId17" Type="http://schemas.openxmlformats.org/officeDocument/2006/relationships/image" Target="../media/image28.png"/><Relationship Id="rId25" Type="http://schemas.openxmlformats.org/officeDocument/2006/relationships/image" Target="../media/image4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7.svg"/><Relationship Id="rId20" Type="http://schemas.openxmlformats.org/officeDocument/2006/relationships/image" Target="../media/image17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svg"/><Relationship Id="rId11" Type="http://schemas.openxmlformats.org/officeDocument/2006/relationships/image" Target="../media/image32.png"/><Relationship Id="rId24" Type="http://schemas.openxmlformats.org/officeDocument/2006/relationships/image" Target="../media/image35.svg"/><Relationship Id="rId5" Type="http://schemas.openxmlformats.org/officeDocument/2006/relationships/image" Target="../media/image38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10" Type="http://schemas.openxmlformats.org/officeDocument/2006/relationships/image" Target="../media/image25.svg"/><Relationship Id="rId19" Type="http://schemas.openxmlformats.org/officeDocument/2006/relationships/image" Target="../media/image16.png"/><Relationship Id="rId4" Type="http://schemas.openxmlformats.org/officeDocument/2006/relationships/image" Target="../media/image37.svg"/><Relationship Id="rId9" Type="http://schemas.openxmlformats.org/officeDocument/2006/relationships/image" Target="../media/image24.png"/><Relationship Id="rId14" Type="http://schemas.openxmlformats.org/officeDocument/2006/relationships/image" Target="../media/image31.svg"/><Relationship Id="rId22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png"/><Relationship Id="rId18" Type="http://schemas.openxmlformats.org/officeDocument/2006/relationships/image" Target="../media/image33.svg"/><Relationship Id="rId26" Type="http://schemas.openxmlformats.org/officeDocument/2006/relationships/image" Target="../media/image41.svg"/><Relationship Id="rId3" Type="http://schemas.openxmlformats.org/officeDocument/2006/relationships/image" Target="../media/image16.png"/><Relationship Id="rId21" Type="http://schemas.openxmlformats.org/officeDocument/2006/relationships/image" Target="../media/image36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1.svg"/><Relationship Id="rId20" Type="http://schemas.openxmlformats.org/officeDocument/2006/relationships/image" Target="../media/image35.svg"/><Relationship Id="rId1" Type="http://schemas.openxmlformats.org/officeDocument/2006/relationships/tags" Target="../tags/tag2.xml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24" Type="http://schemas.openxmlformats.org/officeDocument/2006/relationships/image" Target="../media/image39.sv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10" Type="http://schemas.openxmlformats.org/officeDocument/2006/relationships/image" Target="../media/image25.svg"/><Relationship Id="rId19" Type="http://schemas.openxmlformats.org/officeDocument/2006/relationships/image" Target="../media/image34.png"/><Relationship Id="rId4" Type="http://schemas.openxmlformats.org/officeDocument/2006/relationships/image" Target="../media/image17.svg"/><Relationship Id="rId9" Type="http://schemas.openxmlformats.org/officeDocument/2006/relationships/image" Target="../media/image24.png"/><Relationship Id="rId14" Type="http://schemas.openxmlformats.org/officeDocument/2006/relationships/image" Target="../media/image29.svg"/><Relationship Id="rId22" Type="http://schemas.openxmlformats.org/officeDocument/2006/relationships/image" Target="../media/image3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Une image contenant texte, intérieur, document&#10;&#10;Description générée automatiquement">
            <a:extLst>
              <a:ext uri="{FF2B5EF4-FFF2-40B4-BE49-F238E27FC236}">
                <a16:creationId xmlns:a16="http://schemas.microsoft.com/office/drawing/2014/main" id="{D18C6DDB-9C31-4722-9EE3-B337815E88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605" r="2339"/>
          <a:stretch/>
        </p:blipFill>
        <p:spPr>
          <a:xfrm>
            <a:off x="6097" y="0"/>
            <a:ext cx="866851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0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DE47E97-0751-4CAA-B82A-CE4633370F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74998" y="1122363"/>
            <a:ext cx="4396962" cy="3204134"/>
          </a:xfrm>
        </p:spPr>
        <p:txBody>
          <a:bodyPr anchor="b">
            <a:normAutofit/>
          </a:bodyPr>
          <a:lstStyle/>
          <a:p>
            <a:r>
              <a:rPr lang="en-US" sz="3700"/>
              <a:t>#OSG </a:t>
            </a:r>
            <a:br>
              <a:rPr lang="en-US" sz="3700"/>
            </a:br>
            <a:r>
              <a:rPr lang="en-US" sz="3700"/>
              <a:t>Corporate</a:t>
            </a:r>
            <a:br>
              <a:rPr lang="en-US" sz="3700"/>
            </a:br>
            <a:r>
              <a:rPr lang="en-US" sz="3700"/>
              <a:t>Community Boosters training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1A56EAD-351E-4CD6-B0B6-CF28C2E45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872922"/>
            <a:ext cx="4023360" cy="1208141"/>
          </a:xfrm>
        </p:spPr>
        <p:txBody>
          <a:bodyPr>
            <a:normAutofit fontScale="70000" lnSpcReduction="20000"/>
          </a:bodyPr>
          <a:lstStyle/>
          <a:p>
            <a:r>
              <a:rPr lang="en-US" sz="2000"/>
              <a:t>How #OSG method can help Corporate Community Boosters in their challenges</a:t>
            </a:r>
          </a:p>
          <a:p>
            <a:endParaRPr lang="en-US" sz="2000"/>
          </a:p>
          <a:p>
            <a:r>
              <a:rPr lang="en-US" sz="2000"/>
              <a:t>Alexandre QUACH, 2021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71998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7310"/>
    </mc:Choice>
    <mc:Fallback xmlns="">
      <p:transition spd="slow" advTm="731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2B099F-C66D-4CB3-9E32-ADA506B9D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Course Outline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02BD9A-0D8C-45D0-98B4-96D062289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267339"/>
            <a:ext cx="8108331" cy="416611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/>
              <a:t>Since the digital age, (online) communities have flourished and shown the world how much link, content and opportunities it can generate.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In line with Digital, Agile and other cultural transformation, modern corporations also want to leverage the strength of this social way of working for their business and human development.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Among all the ways to build communities, the #OSG method is meant to develop knowledge sharing in organizations by providing mindset, tools, rules and tips in a consistent way and ready to use format.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The current course is meant to understand the underlying challenges that Corporate Community Boosters usually face no matter the method, before delving into #OSG methods concepts, basics and practice.</a:t>
            </a:r>
          </a:p>
        </p:txBody>
      </p:sp>
    </p:spTree>
    <p:extLst>
      <p:ext uri="{BB962C8B-B14F-4D97-AF65-F5344CB8AC3E}">
        <p14:creationId xmlns:p14="http://schemas.microsoft.com/office/powerpoint/2010/main" val="1254516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399"/>
    </mc:Choice>
    <mc:Fallback xmlns="">
      <p:transition spd="slow" advTm="6139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2E4482-066E-4535-976A-D0B55C3ED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Part I : Understanding the Challenges before applying the Method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3AB32D-95F9-425C-BD89-2CEB950A5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5828" y="2254089"/>
            <a:ext cx="6983403" cy="437997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/>
              <a:t>#OSG method is based on accumulated knowledge and real-life experiences of failures and successes in Community Boosting, in companies, public initiatives, non-profit organizations.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If one is to learn the #OSG method, one also must understand the undermining challenges it addresses. Otherwise, it would only be applying a formula in a context without any check on method-context fit. Such approach can be risky and even damaging to your Community.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If the challenges are well understood, #OSG Community Boosters are better prepared to use only relevant elements of the #OSG method, discard some others, upgrade or adapt some others, and even create new elements of methodology to enrich global knowledge about #OSG.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Always use the #OSG method relatively to existing situations, with a strong will to develop further understanding on your own Community, using #OSG or more.</a:t>
            </a:r>
          </a:p>
        </p:txBody>
      </p:sp>
      <p:pic>
        <p:nvPicPr>
          <p:cNvPr id="5" name="Graphique 4" descr="Puzzle avec un remplissage uni">
            <a:extLst>
              <a:ext uri="{FF2B5EF4-FFF2-40B4-BE49-F238E27FC236}">
                <a16:creationId xmlns:a16="http://schemas.microsoft.com/office/drawing/2014/main" id="{58801D47-BB67-495E-8391-6B551B16B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9325" y="2254089"/>
            <a:ext cx="738003" cy="738003"/>
          </a:xfrm>
          <a:prstGeom prst="rect">
            <a:avLst/>
          </a:prstGeom>
        </p:spPr>
      </p:pic>
      <p:pic>
        <p:nvPicPr>
          <p:cNvPr id="7" name="Graphique 6" descr="Pièces de puzzle avec un remplissage uni">
            <a:extLst>
              <a:ext uri="{FF2B5EF4-FFF2-40B4-BE49-F238E27FC236}">
                <a16:creationId xmlns:a16="http://schemas.microsoft.com/office/drawing/2014/main" id="{BC9A0FD8-9D67-487F-BCA5-E38A15B1F2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1126" y="4550995"/>
            <a:ext cx="914400" cy="914400"/>
          </a:xfrm>
          <a:prstGeom prst="rect">
            <a:avLst/>
          </a:prstGeom>
        </p:spPr>
      </p:pic>
      <p:pic>
        <p:nvPicPr>
          <p:cNvPr id="9" name="Graphique 8" descr="Intelligence artificielle avec un remplissage uni">
            <a:extLst>
              <a:ext uri="{FF2B5EF4-FFF2-40B4-BE49-F238E27FC236}">
                <a16:creationId xmlns:a16="http://schemas.microsoft.com/office/drawing/2014/main" id="{E17E1A71-F4F1-486C-A539-7B725A70E5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11126" y="5814871"/>
            <a:ext cx="914400" cy="914400"/>
          </a:xfrm>
          <a:prstGeom prst="rect">
            <a:avLst/>
          </a:prstGeom>
        </p:spPr>
      </p:pic>
      <p:pic>
        <p:nvPicPr>
          <p:cNvPr id="10" name="Graphique 9" descr="Pièces de puzzle avec un remplissage uni">
            <a:extLst>
              <a:ext uri="{FF2B5EF4-FFF2-40B4-BE49-F238E27FC236}">
                <a16:creationId xmlns:a16="http://schemas.microsoft.com/office/drawing/2014/main" id="{C2BABAD1-43AE-45FF-8AC6-76EF7DE8575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43761" b="51107"/>
          <a:stretch/>
        </p:blipFill>
        <p:spPr>
          <a:xfrm>
            <a:off x="2018623" y="4550995"/>
            <a:ext cx="514248" cy="447078"/>
          </a:xfrm>
          <a:prstGeom prst="rect">
            <a:avLst/>
          </a:prstGeom>
        </p:spPr>
      </p:pic>
      <p:pic>
        <p:nvPicPr>
          <p:cNvPr id="12" name="Graphique 11" descr="Avertissement avec un remplissage uni">
            <a:extLst>
              <a:ext uri="{FF2B5EF4-FFF2-40B4-BE49-F238E27FC236}">
                <a16:creationId xmlns:a16="http://schemas.microsoft.com/office/drawing/2014/main" id="{6E480CAC-38CF-41C3-9DA9-45EC8924EB9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99325" y="3364723"/>
            <a:ext cx="738947" cy="73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291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461"/>
    </mc:Choice>
    <mc:Fallback xmlns="">
      <p:transition spd="slow" advTm="9646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2B099F-C66D-4CB3-9E32-ADA506B9D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read and use this document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02BD9A-0D8C-45D0-98B4-96D062289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7" y="2478023"/>
            <a:ext cx="7100151" cy="431070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This document is tailored for training sessions for Corporate Community Boosters in small groups.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On top of course content (used further in #OSG method), and in order to anchor the knowledge deeper, this presentation also contains :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EC7B2B"/>
                </a:solidFill>
              </a:rPr>
              <a:t>Example stories / use cases : </a:t>
            </a:r>
            <a:r>
              <a:rPr lang="en-US" dirty="0"/>
              <a:t>Most elements in this course will refer to use cases and real-life stories turned into examples (made anonymous in this course).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b="1" dirty="0">
                <a:solidFill>
                  <a:srgbClr val="3494BA"/>
                </a:solidFill>
                <a:sym typeface="Wingdings" panose="05000000000000000000" pitchFamily="2" charset="2"/>
              </a:rPr>
              <a:t>Interaction moments :</a:t>
            </a:r>
            <a:r>
              <a:rPr lang="en-US" dirty="0">
                <a:sym typeface="Wingdings" panose="05000000000000000000" pitchFamily="2" charset="2"/>
              </a:rPr>
              <a:t> The more you interact about a given topic, the higher your chances to anchor the knowledge. You are invited to “stop and discuss” often, instead of just going through all the content in one-shot (which would give the impression to go fast, but can be unproductive on the long term)</a:t>
            </a:r>
          </a:p>
          <a:p>
            <a:pPr>
              <a:buFontTx/>
              <a:buChar char="-"/>
            </a:pPr>
            <a:endParaRPr lang="en-US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Exercises</a:t>
            </a:r>
            <a:r>
              <a:rPr lang="en-US" dirty="0">
                <a:sym typeface="Wingdings" panose="05000000000000000000" pitchFamily="2" charset="2"/>
              </a:rPr>
              <a:t> allow you to apply your knowledge to your current corporate community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1E400FA-265D-46B1-B4D1-ECF10D955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0446" y="4428636"/>
            <a:ext cx="1935297" cy="108692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5E386A3-ED09-439D-97E6-A14AA4908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446" y="3159248"/>
            <a:ext cx="1935735" cy="108692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7BB7AE4-3C37-4E6D-8C7A-DF0BB72B2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5343" y="5677207"/>
            <a:ext cx="1930400" cy="108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54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6485"/>
    </mc:Choice>
    <mc:Fallback xmlns="">
      <p:transition spd="slow" advTm="10648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6">
            <a:extLst>
              <a:ext uri="{FF2B5EF4-FFF2-40B4-BE49-F238E27FC236}">
                <a16:creationId xmlns:a16="http://schemas.microsoft.com/office/drawing/2014/main" id="{0A52F872-08AA-4BA8-AB95-C256980A6C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28" r="-1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9" name="Rectangle 12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EFC21C4B-1A5C-413F-A851-25A6E4CC9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919642" cy="3204134"/>
          </a:xfrm>
        </p:spPr>
        <p:txBody>
          <a:bodyPr anchor="b">
            <a:normAutofit fontScale="90000"/>
          </a:bodyPr>
          <a:lstStyle/>
          <a:p>
            <a:r>
              <a:rPr lang="en-US" sz="4800"/>
              <a:t>Part I : </a:t>
            </a:r>
            <a:br>
              <a:rPr lang="en-US" sz="4800"/>
            </a:br>
            <a:r>
              <a:rPr lang="en-US" sz="4800"/>
              <a:t>Corporate Community Boosters</a:t>
            </a:r>
            <a:br>
              <a:rPr lang="en-US" sz="4800"/>
            </a:br>
            <a:r>
              <a:rPr lang="en-US" sz="4800"/>
              <a:t>Challenges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58E92D9E-282A-4061-9E6E-92FD5314A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045508" cy="1208141"/>
          </a:xfrm>
        </p:spPr>
        <p:txBody>
          <a:bodyPr>
            <a:normAutofit/>
          </a:bodyPr>
          <a:lstStyle/>
          <a:p>
            <a:r>
              <a:rPr lang="en-US" sz="2000"/>
              <a:t>Before learning a method, learn what challenges it addresses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75902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5224"/>
    </mc:Choice>
    <mc:Fallback xmlns="">
      <p:transition spd="slow" advTm="52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7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E725E5-D0D6-4BB6-AD70-D6E57BD5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Example story</a:t>
            </a:r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7502827-D48C-4AFB-BD59-1A5C055FC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 </a:t>
            </a:r>
          </a:p>
        </p:txBody>
      </p:sp>
      <p:sp>
        <p:nvSpPr>
          <p:cNvPr id="21" name="Bulle narrative : ronde 20">
            <a:extLst>
              <a:ext uri="{FF2B5EF4-FFF2-40B4-BE49-F238E27FC236}">
                <a16:creationId xmlns:a16="http://schemas.microsoft.com/office/drawing/2014/main" id="{922D60BD-A558-45DE-A51B-EDA8C8419D1D}"/>
              </a:ext>
            </a:extLst>
          </p:cNvPr>
          <p:cNvSpPr/>
          <p:nvPr/>
        </p:nvSpPr>
        <p:spPr>
          <a:xfrm>
            <a:off x="2306320" y="2615184"/>
            <a:ext cx="6207760" cy="2048255"/>
          </a:xfrm>
          <a:prstGeom prst="wedgeEllipseCallout">
            <a:avLst>
              <a:gd name="adj1" fmla="val -29512"/>
              <a:gd name="adj2" fmla="val 5995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 don’t know where to start, </a:t>
            </a:r>
          </a:p>
          <a:p>
            <a:pPr algn="ctr"/>
            <a:r>
              <a:rPr lang="en-US"/>
              <a:t>there are so many topics !</a:t>
            </a: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52F08069-2502-4E3E-B07D-1CA1C57BF1D5}"/>
              </a:ext>
            </a:extLst>
          </p:cNvPr>
          <p:cNvGrpSpPr/>
          <p:nvPr/>
        </p:nvGrpSpPr>
        <p:grpSpPr>
          <a:xfrm>
            <a:off x="2192955" y="4794025"/>
            <a:ext cx="1983159" cy="1461454"/>
            <a:chOff x="420283" y="3559673"/>
            <a:chExt cx="1983159" cy="1461454"/>
          </a:xfrm>
        </p:grpSpPr>
        <p:pic>
          <p:nvPicPr>
            <p:cNvPr id="25" name="Graphique 24" descr="Personne confuse avec un remplissage uni">
              <a:extLst>
                <a:ext uri="{FF2B5EF4-FFF2-40B4-BE49-F238E27FC236}">
                  <a16:creationId xmlns:a16="http://schemas.microsoft.com/office/drawing/2014/main" id="{4335C9E9-2C14-4F1B-9BBE-19C6E2F043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4825" r="14911" b="49785"/>
            <a:stretch/>
          </p:blipFill>
          <p:spPr>
            <a:xfrm>
              <a:off x="420283" y="3603842"/>
              <a:ext cx="1983159" cy="1417285"/>
            </a:xfrm>
            <a:prstGeom prst="rect">
              <a:avLst/>
            </a:prstGeom>
          </p:spPr>
        </p:pic>
        <p:pic>
          <p:nvPicPr>
            <p:cNvPr id="26" name="Graphique 25" descr="Visage triste à remplissage solide avec un remplissage uni">
              <a:extLst>
                <a:ext uri="{FF2B5EF4-FFF2-40B4-BE49-F238E27FC236}">
                  <a16:creationId xmlns:a16="http://schemas.microsoft.com/office/drawing/2014/main" id="{18EED476-B954-4D9C-A397-17CDC3199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2645" y="3559673"/>
              <a:ext cx="697805" cy="697805"/>
            </a:xfrm>
            <a:prstGeom prst="rect">
              <a:avLst/>
            </a:prstGeom>
          </p:spPr>
        </p:pic>
      </p:grpSp>
      <p:sp>
        <p:nvSpPr>
          <p:cNvPr id="8" name="ZoneTexte 7">
            <a:extLst>
              <a:ext uri="{FF2B5EF4-FFF2-40B4-BE49-F238E27FC236}">
                <a16:creationId xmlns:a16="http://schemas.microsoft.com/office/drawing/2014/main" id="{F60AB3A3-176A-426B-9DB1-7419B85376D7}"/>
              </a:ext>
            </a:extLst>
          </p:cNvPr>
          <p:cNvSpPr txBox="1"/>
          <p:nvPr/>
        </p:nvSpPr>
        <p:spPr>
          <a:xfrm>
            <a:off x="3785370" y="5546836"/>
            <a:ext cx="17163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>
                <a:solidFill>
                  <a:schemeClr val="accent1"/>
                </a:solidFill>
              </a:rPr>
              <a:t>Corporate Community Booster</a:t>
            </a:r>
          </a:p>
        </p:txBody>
      </p:sp>
    </p:spTree>
    <p:extLst>
      <p:ext uri="{BB962C8B-B14F-4D97-AF65-F5344CB8AC3E}">
        <p14:creationId xmlns:p14="http://schemas.microsoft.com/office/powerpoint/2010/main" val="342237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574"/>
    </mc:Choice>
    <mc:Fallback xmlns="">
      <p:transition spd="slow" advTm="1557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FD8067-3852-4B46-9FFB-2A025260A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Challenge #1 : 360° expectations</a:t>
            </a:r>
          </a:p>
        </p:txBody>
      </p:sp>
      <p:pic>
        <p:nvPicPr>
          <p:cNvPr id="5" name="Graphique 4" descr="Personne confuse avec un remplissage uni">
            <a:extLst>
              <a:ext uri="{FF2B5EF4-FFF2-40B4-BE49-F238E27FC236}">
                <a16:creationId xmlns:a16="http://schemas.microsoft.com/office/drawing/2014/main" id="{5F289E08-ACF9-40D9-AE37-47D3045E56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4825" r="14911" b="49785"/>
          <a:stretch/>
        </p:blipFill>
        <p:spPr>
          <a:xfrm>
            <a:off x="4863799" y="3451227"/>
            <a:ext cx="1983159" cy="1417285"/>
          </a:xfrm>
          <a:prstGeom prst="rect">
            <a:avLst/>
          </a:prstGeom>
        </p:spPr>
      </p:pic>
      <p:pic>
        <p:nvPicPr>
          <p:cNvPr id="8" name="Graphique 7" descr="Visage étourdi avec un remplissage uni avec un remplissage uni">
            <a:extLst>
              <a:ext uri="{FF2B5EF4-FFF2-40B4-BE49-F238E27FC236}">
                <a16:creationId xmlns:a16="http://schemas.microsoft.com/office/drawing/2014/main" id="{38988291-9DF3-43A4-AC79-531A1D9A36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3588" y="3451227"/>
            <a:ext cx="674641" cy="674641"/>
          </a:xfrm>
          <a:prstGeom prst="rect">
            <a:avLst/>
          </a:prstGeom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10D8CA9F-1B2B-4082-8308-5E48B6B50F8B}"/>
              </a:ext>
            </a:extLst>
          </p:cNvPr>
          <p:cNvGrpSpPr/>
          <p:nvPr/>
        </p:nvGrpSpPr>
        <p:grpSpPr>
          <a:xfrm>
            <a:off x="4308501" y="1595695"/>
            <a:ext cx="3414349" cy="1698896"/>
            <a:chOff x="4308501" y="1595695"/>
            <a:chExt cx="3414349" cy="1698896"/>
          </a:xfrm>
        </p:grpSpPr>
        <p:pic>
          <p:nvPicPr>
            <p:cNvPr id="18" name="Graphique 17" descr="Couronne d'utilisateur féminine avec un remplissage uni">
              <a:extLst>
                <a:ext uri="{FF2B5EF4-FFF2-40B4-BE49-F238E27FC236}">
                  <a16:creationId xmlns:a16="http://schemas.microsoft.com/office/drawing/2014/main" id="{A0CBF91E-EC74-4910-8194-9EDDCC53A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398179" y="1595695"/>
              <a:ext cx="914400" cy="914400"/>
            </a:xfrm>
            <a:prstGeom prst="rect">
              <a:avLst/>
            </a:prstGeom>
          </p:spPr>
        </p:pic>
        <p:sp>
          <p:nvSpPr>
            <p:cNvPr id="27" name="Bulle narrative : ronde 26">
              <a:extLst>
                <a:ext uri="{FF2B5EF4-FFF2-40B4-BE49-F238E27FC236}">
                  <a16:creationId xmlns:a16="http://schemas.microsoft.com/office/drawing/2014/main" id="{26E23D74-B574-4D25-BE46-3CA9EF8B63A7}"/>
                </a:ext>
              </a:extLst>
            </p:cNvPr>
            <p:cNvSpPr/>
            <p:nvPr/>
          </p:nvSpPr>
          <p:spPr>
            <a:xfrm>
              <a:off x="4308501" y="2287478"/>
              <a:ext cx="3015810" cy="1007113"/>
            </a:xfrm>
            <a:prstGeom prst="wedgeEllipseCallout">
              <a:avLst>
                <a:gd name="adj1" fmla="val 1580"/>
                <a:gd name="adj2" fmla="val -66962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You must nurture Unity, link</a:t>
              </a:r>
              <a:r>
                <a:rPr lang="en-US" sz="1000" b="1">
                  <a:solidFill>
                    <a:schemeClr val="tx1"/>
                  </a:solidFill>
                </a:rPr>
                <a:t>,</a:t>
              </a:r>
              <a:r>
                <a:rPr lang="en-US" sz="1000">
                  <a:solidFill>
                    <a:schemeClr val="tx1"/>
                  </a:solidFill>
                </a:rPr>
                <a:t> global vision. Therefore, you must integrate with all the job that has already been done and existing structures</a:t>
              </a:r>
            </a:p>
          </p:txBody>
        </p: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1510FC4D-245B-443C-8AAF-F8C55BBD879F}"/>
                </a:ext>
              </a:extLst>
            </p:cNvPr>
            <p:cNvSpPr txBox="1"/>
            <p:nvPr/>
          </p:nvSpPr>
          <p:spPr>
            <a:xfrm>
              <a:off x="6006500" y="1728216"/>
              <a:ext cx="171635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>
                  <a:solidFill>
                    <a:srgbClr val="EC7B2B"/>
                  </a:solidFill>
                </a:rPr>
                <a:t>Top Management</a:t>
              </a:r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E09ECD83-9857-4C7C-8A47-316BCBB02159}"/>
              </a:ext>
            </a:extLst>
          </p:cNvPr>
          <p:cNvGrpSpPr/>
          <p:nvPr/>
        </p:nvGrpSpPr>
        <p:grpSpPr>
          <a:xfrm>
            <a:off x="6864674" y="1931679"/>
            <a:ext cx="4064494" cy="2086643"/>
            <a:chOff x="6864674" y="1931679"/>
            <a:chExt cx="4064494" cy="2086643"/>
          </a:xfrm>
        </p:grpSpPr>
        <p:pic>
          <p:nvPicPr>
            <p:cNvPr id="10" name="Graphique 9" descr="Employé de bureau avec un remplissage uni">
              <a:extLst>
                <a:ext uri="{FF2B5EF4-FFF2-40B4-BE49-F238E27FC236}">
                  <a16:creationId xmlns:a16="http://schemas.microsoft.com/office/drawing/2014/main" id="{1873378A-7F70-462C-B33E-04028AD42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476511" y="1931679"/>
              <a:ext cx="914400" cy="914400"/>
            </a:xfrm>
            <a:prstGeom prst="rect">
              <a:avLst/>
            </a:prstGeom>
          </p:spPr>
        </p:pic>
        <p:sp>
          <p:nvSpPr>
            <p:cNvPr id="24" name="Bulle narrative : ronde 23">
              <a:extLst>
                <a:ext uri="{FF2B5EF4-FFF2-40B4-BE49-F238E27FC236}">
                  <a16:creationId xmlns:a16="http://schemas.microsoft.com/office/drawing/2014/main" id="{D75FCC8E-3218-415C-83BE-FAB05157B2F9}"/>
                </a:ext>
              </a:extLst>
            </p:cNvPr>
            <p:cNvSpPr/>
            <p:nvPr/>
          </p:nvSpPr>
          <p:spPr>
            <a:xfrm>
              <a:off x="6864674" y="2894058"/>
              <a:ext cx="2927395" cy="1124264"/>
            </a:xfrm>
            <a:prstGeom prst="wedgeEllipseCallout">
              <a:avLst>
                <a:gd name="adj1" fmla="val 18194"/>
                <a:gd name="adj2" fmla="val -81863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You must convince managers that the people, members, resources are requested for a valuable</a:t>
              </a:r>
              <a:r>
                <a:rPr lang="en-US" sz="1000" b="1">
                  <a:solidFill>
                    <a:schemeClr val="tx1"/>
                  </a:solidFill>
                </a:rPr>
                <a:t> </a:t>
              </a:r>
              <a:r>
                <a:rPr lang="en-US" sz="1000">
                  <a:solidFill>
                    <a:schemeClr val="tx1"/>
                  </a:solidFill>
                </a:rPr>
                <a:t>reason, show projections and results. Every Quarter.</a:t>
              </a:r>
            </a:p>
          </p:txBody>
        </p: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ED22D590-DEE6-4E39-B7AF-9ADD426FBB6C}"/>
                </a:ext>
              </a:extLst>
            </p:cNvPr>
            <p:cNvSpPr txBox="1"/>
            <p:nvPr/>
          </p:nvSpPr>
          <p:spPr>
            <a:xfrm>
              <a:off x="9212818" y="2226499"/>
              <a:ext cx="171635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>
                  <a:solidFill>
                    <a:srgbClr val="EC7B2B"/>
                  </a:solidFill>
                </a:rPr>
                <a:t>Non-sponsoring Hierarchy</a:t>
              </a: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2195ABEB-A47A-476F-BD5A-36D1F8F0DDD7}"/>
              </a:ext>
            </a:extLst>
          </p:cNvPr>
          <p:cNvGrpSpPr/>
          <p:nvPr/>
        </p:nvGrpSpPr>
        <p:grpSpPr>
          <a:xfrm>
            <a:off x="6864675" y="3963942"/>
            <a:ext cx="4370599" cy="1251591"/>
            <a:chOff x="6864675" y="3963942"/>
            <a:chExt cx="4370599" cy="1251591"/>
          </a:xfrm>
        </p:grpSpPr>
        <p:pic>
          <p:nvPicPr>
            <p:cNvPr id="22" name="Graphique 21" descr="Centre d’appels avec un remplissage uni">
              <a:extLst>
                <a:ext uri="{FF2B5EF4-FFF2-40B4-BE49-F238E27FC236}">
                  <a16:creationId xmlns:a16="http://schemas.microsoft.com/office/drawing/2014/main" id="{B9FD2C1C-1D83-4757-955C-206644A94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90911" y="3963942"/>
              <a:ext cx="914400" cy="914400"/>
            </a:xfrm>
            <a:prstGeom prst="rect">
              <a:avLst/>
            </a:prstGeom>
          </p:spPr>
        </p:pic>
        <p:sp>
          <p:nvSpPr>
            <p:cNvPr id="25" name="Bulle narrative : ronde 24">
              <a:extLst>
                <a:ext uri="{FF2B5EF4-FFF2-40B4-BE49-F238E27FC236}">
                  <a16:creationId xmlns:a16="http://schemas.microsoft.com/office/drawing/2014/main" id="{D0608C4C-05D2-4758-93D3-0D1FF4329D94}"/>
                </a:ext>
              </a:extLst>
            </p:cNvPr>
            <p:cNvSpPr/>
            <p:nvPr/>
          </p:nvSpPr>
          <p:spPr>
            <a:xfrm>
              <a:off x="6864675" y="4149057"/>
              <a:ext cx="2854894" cy="1066476"/>
            </a:xfrm>
            <a:prstGeom prst="wedgeEllipseCallout">
              <a:avLst>
                <a:gd name="adj1" fmla="val 50534"/>
                <a:gd name="adj2" fmla="val -29018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You must provide interesting content and events for people who  already receive lots of  notifications and promotion</a:t>
              </a:r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8CFFA553-0601-4FFF-BBC8-CD85B3EB638A}"/>
                </a:ext>
              </a:extLst>
            </p:cNvPr>
            <p:cNvSpPr txBox="1"/>
            <p:nvPr/>
          </p:nvSpPr>
          <p:spPr>
            <a:xfrm>
              <a:off x="10111525" y="4251408"/>
              <a:ext cx="112374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>
                  <a:solidFill>
                    <a:srgbClr val="EC7B2B"/>
                  </a:solidFill>
                </a:rPr>
                <a:t>Non-active members (passive consumers)</a:t>
              </a: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53C35C32-24B5-416A-A2FB-01E6E75CE72A}"/>
              </a:ext>
            </a:extLst>
          </p:cNvPr>
          <p:cNvGrpSpPr/>
          <p:nvPr/>
        </p:nvGrpSpPr>
        <p:grpSpPr>
          <a:xfrm>
            <a:off x="5855379" y="5346268"/>
            <a:ext cx="4449932" cy="1511732"/>
            <a:chOff x="5855379" y="5346268"/>
            <a:chExt cx="4449932" cy="1511732"/>
          </a:xfrm>
        </p:grpSpPr>
        <p:pic>
          <p:nvPicPr>
            <p:cNvPr id="14" name="Graphique 13" descr="Écolière avec un remplissage uni">
              <a:extLst>
                <a:ext uri="{FF2B5EF4-FFF2-40B4-BE49-F238E27FC236}">
                  <a16:creationId xmlns:a16="http://schemas.microsoft.com/office/drawing/2014/main" id="{FDEEA02B-36F7-4143-8074-7784E28E4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505817" y="5943600"/>
              <a:ext cx="914400" cy="914400"/>
            </a:xfrm>
            <a:prstGeom prst="rect">
              <a:avLst/>
            </a:prstGeom>
          </p:spPr>
        </p:pic>
        <p:sp>
          <p:nvSpPr>
            <p:cNvPr id="28" name="Bulle narrative : ronde 27">
              <a:extLst>
                <a:ext uri="{FF2B5EF4-FFF2-40B4-BE49-F238E27FC236}">
                  <a16:creationId xmlns:a16="http://schemas.microsoft.com/office/drawing/2014/main" id="{D768A063-CF71-4020-9886-E8D4EF1EF753}"/>
                </a:ext>
              </a:extLst>
            </p:cNvPr>
            <p:cNvSpPr/>
            <p:nvPr/>
          </p:nvSpPr>
          <p:spPr>
            <a:xfrm>
              <a:off x="5855379" y="5346268"/>
              <a:ext cx="2854894" cy="1149857"/>
            </a:xfrm>
            <a:prstGeom prst="wedgeEllipseCallout">
              <a:avLst>
                <a:gd name="adj1" fmla="val 54168"/>
                <a:gd name="adj2" fmla="val 28418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You must help new members onboard, understand what could be interesting for them, and teach how to get involved</a:t>
              </a:r>
            </a:p>
          </p:txBody>
        </p:sp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F78E7F57-B55C-43AD-AE6F-FF29C803B6EB}"/>
                </a:ext>
              </a:extLst>
            </p:cNvPr>
            <p:cNvSpPr txBox="1"/>
            <p:nvPr/>
          </p:nvSpPr>
          <p:spPr>
            <a:xfrm>
              <a:off x="9181562" y="6102060"/>
              <a:ext cx="112374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>
                  <a:solidFill>
                    <a:srgbClr val="EC7B2B"/>
                  </a:solidFill>
                </a:rPr>
                <a:t>New members</a:t>
              </a:r>
            </a:p>
          </p:txBody>
        </p:sp>
      </p:grpSp>
      <p:grpSp>
        <p:nvGrpSpPr>
          <p:cNvPr id="7" name="Groupe 6">
            <a:extLst>
              <a:ext uri="{FF2B5EF4-FFF2-40B4-BE49-F238E27FC236}">
                <a16:creationId xmlns:a16="http://schemas.microsoft.com/office/drawing/2014/main" id="{7D9A6974-BAF1-421C-9626-F71120AD5115}"/>
              </a:ext>
            </a:extLst>
          </p:cNvPr>
          <p:cNvGrpSpPr/>
          <p:nvPr/>
        </p:nvGrpSpPr>
        <p:grpSpPr>
          <a:xfrm>
            <a:off x="1457861" y="5304208"/>
            <a:ext cx="4253194" cy="1663682"/>
            <a:chOff x="1457861" y="5304208"/>
            <a:chExt cx="4253194" cy="1663682"/>
          </a:xfrm>
        </p:grpSpPr>
        <p:pic>
          <p:nvPicPr>
            <p:cNvPr id="20" name="Graphique 19" descr="Enseignant avec un remplissage uni">
              <a:extLst>
                <a:ext uri="{FF2B5EF4-FFF2-40B4-BE49-F238E27FC236}">
                  <a16:creationId xmlns:a16="http://schemas.microsoft.com/office/drawing/2014/main" id="{0F4CD3F7-D239-4496-8623-9C3505348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472431" y="6053490"/>
              <a:ext cx="914400" cy="914400"/>
            </a:xfrm>
            <a:prstGeom prst="rect">
              <a:avLst/>
            </a:prstGeom>
          </p:spPr>
        </p:pic>
        <p:sp>
          <p:nvSpPr>
            <p:cNvPr id="29" name="Bulle narrative : ronde 28">
              <a:extLst>
                <a:ext uri="{FF2B5EF4-FFF2-40B4-BE49-F238E27FC236}">
                  <a16:creationId xmlns:a16="http://schemas.microsoft.com/office/drawing/2014/main" id="{236CDA45-9E98-41B3-A52F-DEB25458C0CA}"/>
                </a:ext>
              </a:extLst>
            </p:cNvPr>
            <p:cNvSpPr/>
            <p:nvPr/>
          </p:nvSpPr>
          <p:spPr>
            <a:xfrm>
              <a:off x="2856161" y="5304208"/>
              <a:ext cx="2854894" cy="1149858"/>
            </a:xfrm>
            <a:prstGeom prst="wedgeEllipseCallout">
              <a:avLst>
                <a:gd name="adj1" fmla="val -42445"/>
                <a:gd name="adj2" fmla="val 45322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You must learn to promote your Community without spamming, engaging without forcing, proposing without pressuring…</a:t>
              </a:r>
            </a:p>
          </p:txBody>
        </p: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F8D44F00-547B-439F-86B8-C7796942D2B6}"/>
                </a:ext>
              </a:extLst>
            </p:cNvPr>
            <p:cNvSpPr txBox="1"/>
            <p:nvPr/>
          </p:nvSpPr>
          <p:spPr>
            <a:xfrm>
              <a:off x="1457861" y="6174334"/>
              <a:ext cx="112374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b="1">
                  <a:solidFill>
                    <a:srgbClr val="EC7B2B"/>
                  </a:solidFill>
                </a:rPr>
                <a:t>Potential members</a:t>
              </a: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B85BBF98-A08E-4704-84B3-F62842AFA2CE}"/>
              </a:ext>
            </a:extLst>
          </p:cNvPr>
          <p:cNvGrpSpPr/>
          <p:nvPr/>
        </p:nvGrpSpPr>
        <p:grpSpPr>
          <a:xfrm>
            <a:off x="235074" y="3963942"/>
            <a:ext cx="4464491" cy="1110328"/>
            <a:chOff x="235074" y="3963942"/>
            <a:chExt cx="4464491" cy="1110328"/>
          </a:xfrm>
        </p:grpSpPr>
        <p:pic>
          <p:nvPicPr>
            <p:cNvPr id="16" name="Graphique 15" descr="Personne avec une idée avec un remplissage uni">
              <a:extLst>
                <a:ext uri="{FF2B5EF4-FFF2-40B4-BE49-F238E27FC236}">
                  <a16:creationId xmlns:a16="http://schemas.microsoft.com/office/drawing/2014/main" id="{D43A6A5C-7A82-49BC-8BD9-35C2B29F8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06464" y="3963942"/>
              <a:ext cx="1102794" cy="1102794"/>
            </a:xfrm>
            <a:prstGeom prst="rect">
              <a:avLst/>
            </a:prstGeom>
          </p:spPr>
        </p:pic>
        <p:sp>
          <p:nvSpPr>
            <p:cNvPr id="26" name="Bulle narrative : ronde 25">
              <a:extLst>
                <a:ext uri="{FF2B5EF4-FFF2-40B4-BE49-F238E27FC236}">
                  <a16:creationId xmlns:a16="http://schemas.microsoft.com/office/drawing/2014/main" id="{D5DF8230-B871-4BF3-B438-E6AAF81611B9}"/>
                </a:ext>
              </a:extLst>
            </p:cNvPr>
            <p:cNvSpPr/>
            <p:nvPr/>
          </p:nvSpPr>
          <p:spPr>
            <a:xfrm>
              <a:off x="1844671" y="4159870"/>
              <a:ext cx="2854894" cy="914400"/>
            </a:xfrm>
            <a:prstGeom prst="wedgeEllipseCallout">
              <a:avLst>
                <a:gd name="adj1" fmla="val -61102"/>
                <a:gd name="adj2" fmla="val 6487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You must help a wide variety of initiatives to develop within, with and beyond the Community</a:t>
              </a:r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C2D08447-B3DC-4EE7-8FC9-8EF2CD9F26B9}"/>
                </a:ext>
              </a:extLst>
            </p:cNvPr>
            <p:cNvSpPr txBox="1"/>
            <p:nvPr/>
          </p:nvSpPr>
          <p:spPr>
            <a:xfrm>
              <a:off x="235074" y="4515339"/>
              <a:ext cx="8677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b="1">
                  <a:solidFill>
                    <a:srgbClr val="EC7B2B"/>
                  </a:solidFill>
                </a:rPr>
                <a:t>Active members</a:t>
              </a:r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06DE4EE9-966B-44D0-B18A-FC567D7389B4}"/>
              </a:ext>
            </a:extLst>
          </p:cNvPr>
          <p:cNvGrpSpPr/>
          <p:nvPr/>
        </p:nvGrpSpPr>
        <p:grpSpPr>
          <a:xfrm>
            <a:off x="6205945" y="3823518"/>
            <a:ext cx="809720" cy="682202"/>
            <a:chOff x="6205945" y="3823518"/>
            <a:chExt cx="809720" cy="682202"/>
          </a:xfrm>
        </p:grpSpPr>
        <p:pic>
          <p:nvPicPr>
            <p:cNvPr id="38" name="Graphique 37" descr="Base de données avec un remplissage uni">
              <a:extLst>
                <a:ext uri="{FF2B5EF4-FFF2-40B4-BE49-F238E27FC236}">
                  <a16:creationId xmlns:a16="http://schemas.microsoft.com/office/drawing/2014/main" id="{412F7192-DE4A-4A52-BFFB-91CBC46BF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6373299" y="4013039"/>
              <a:ext cx="492681" cy="492681"/>
            </a:xfrm>
            <a:prstGeom prst="rect">
              <a:avLst/>
            </a:prstGeom>
          </p:spPr>
        </p:pic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07C534C9-D0DD-4B1F-A3A4-84F2465CBB95}"/>
                </a:ext>
              </a:extLst>
            </p:cNvPr>
            <p:cNvSpPr txBox="1"/>
            <p:nvPr/>
          </p:nvSpPr>
          <p:spPr>
            <a:xfrm>
              <a:off x="6205945" y="3823518"/>
              <a:ext cx="80972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>
                  <a:solidFill>
                    <a:schemeClr val="accent1"/>
                  </a:solidFill>
                </a:rPr>
                <a:t>Content</a:t>
              </a:r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3D39019E-7BD6-4CBA-8320-531F10195AC4}"/>
              </a:ext>
            </a:extLst>
          </p:cNvPr>
          <p:cNvGrpSpPr/>
          <p:nvPr/>
        </p:nvGrpSpPr>
        <p:grpSpPr>
          <a:xfrm>
            <a:off x="1102821" y="1922090"/>
            <a:ext cx="3648482" cy="1980066"/>
            <a:chOff x="1102821" y="1922090"/>
            <a:chExt cx="3648482" cy="1980066"/>
          </a:xfrm>
        </p:grpSpPr>
        <p:sp>
          <p:nvSpPr>
            <p:cNvPr id="23" name="Bulle narrative : ronde 22">
              <a:extLst>
                <a:ext uri="{FF2B5EF4-FFF2-40B4-BE49-F238E27FC236}">
                  <a16:creationId xmlns:a16="http://schemas.microsoft.com/office/drawing/2014/main" id="{F668F72A-4083-4823-B527-DDE8D41848D5}"/>
                </a:ext>
              </a:extLst>
            </p:cNvPr>
            <p:cNvSpPr/>
            <p:nvPr/>
          </p:nvSpPr>
          <p:spPr>
            <a:xfrm>
              <a:off x="1896409" y="2878422"/>
              <a:ext cx="2854894" cy="1023734"/>
            </a:xfrm>
            <a:prstGeom prst="wedgeEllipseCallout">
              <a:avLst>
                <a:gd name="adj1" fmla="val -21610"/>
                <a:gd name="adj2" fmla="val -62926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You must create transversal involvement in important topics, faster than the usual processes with key objectives.</a:t>
              </a:r>
            </a:p>
          </p:txBody>
        </p: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ADDCE6CC-3E65-478D-9FC4-360B4B0F9CBF}"/>
                </a:ext>
              </a:extLst>
            </p:cNvPr>
            <p:cNvSpPr txBox="1"/>
            <p:nvPr/>
          </p:nvSpPr>
          <p:spPr>
            <a:xfrm>
              <a:off x="1102821" y="2379290"/>
              <a:ext cx="1369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b="1">
                  <a:solidFill>
                    <a:srgbClr val="EC7B2B"/>
                  </a:solidFill>
                </a:rPr>
                <a:t>Sponsors</a:t>
              </a:r>
            </a:p>
          </p:txBody>
        </p:sp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E31B2484-2D63-4DEF-8CC8-0DD23D7AD9E9}"/>
                </a:ext>
              </a:extLst>
            </p:cNvPr>
            <p:cNvGrpSpPr/>
            <p:nvPr/>
          </p:nvGrpSpPr>
          <p:grpSpPr>
            <a:xfrm>
              <a:off x="2282977" y="1922090"/>
              <a:ext cx="914400" cy="914400"/>
              <a:chOff x="2472431" y="1931679"/>
              <a:chExt cx="914400" cy="914400"/>
            </a:xfrm>
          </p:grpSpPr>
          <p:pic>
            <p:nvPicPr>
              <p:cNvPr id="12" name="Graphique 11" descr="Employée de bureau avec un remplissage uni">
                <a:extLst>
                  <a:ext uri="{FF2B5EF4-FFF2-40B4-BE49-F238E27FC236}">
                    <a16:creationId xmlns:a16="http://schemas.microsoft.com/office/drawing/2014/main" id="{DEA9B1B1-6F76-4301-98B6-BA43279B42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2472431" y="1931679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1" name="Graphique 10" descr="Euro avec un remplissage uni">
                <a:extLst>
                  <a:ext uri="{FF2B5EF4-FFF2-40B4-BE49-F238E27FC236}">
                    <a16:creationId xmlns:a16="http://schemas.microsoft.com/office/drawing/2014/main" id="{2A0CC82B-6AE0-4760-B994-AF99B13B46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2837714" y="2492740"/>
                <a:ext cx="167927" cy="167927"/>
              </a:xfrm>
              <a:prstGeom prst="rect">
                <a:avLst/>
              </a:prstGeom>
            </p:spPr>
          </p:pic>
        </p:grp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A71DF05B-E9AD-4737-B058-565F5B36B76D}"/>
              </a:ext>
            </a:extLst>
          </p:cNvPr>
          <p:cNvGrpSpPr/>
          <p:nvPr/>
        </p:nvGrpSpPr>
        <p:grpSpPr>
          <a:xfrm>
            <a:off x="4672813" y="3817432"/>
            <a:ext cx="721543" cy="670233"/>
            <a:chOff x="4672813" y="3817432"/>
            <a:chExt cx="721543" cy="670233"/>
          </a:xfrm>
        </p:grpSpPr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AF150199-8856-40CC-B8CD-73C8E9CFEB74}"/>
                </a:ext>
              </a:extLst>
            </p:cNvPr>
            <p:cNvSpPr txBox="1"/>
            <p:nvPr/>
          </p:nvSpPr>
          <p:spPr>
            <a:xfrm>
              <a:off x="4672813" y="3817432"/>
              <a:ext cx="7215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>
                  <a:solidFill>
                    <a:schemeClr val="accent1"/>
                  </a:solidFill>
                </a:rPr>
                <a:t>Value</a:t>
              </a:r>
            </a:p>
          </p:txBody>
        </p:sp>
        <p:pic>
          <p:nvPicPr>
            <p:cNvPr id="37" name="Graphique 36" descr="Signe pouce en haut avec un remplissage uni">
              <a:extLst>
                <a:ext uri="{FF2B5EF4-FFF2-40B4-BE49-F238E27FC236}">
                  <a16:creationId xmlns:a16="http://schemas.microsoft.com/office/drawing/2014/main" id="{2A18EFB6-2815-4C2E-AB11-3C8DDE64A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825631" y="3963942"/>
              <a:ext cx="523723" cy="523723"/>
            </a:xfrm>
            <a:prstGeom prst="rect">
              <a:avLst/>
            </a:prstGeom>
          </p:spPr>
        </p:pic>
      </p:grpSp>
      <p:sp>
        <p:nvSpPr>
          <p:cNvPr id="39" name="ZoneTexte 38">
            <a:extLst>
              <a:ext uri="{FF2B5EF4-FFF2-40B4-BE49-F238E27FC236}">
                <a16:creationId xmlns:a16="http://schemas.microsoft.com/office/drawing/2014/main" id="{5358D46D-0BA3-4B78-8870-E800E8FC2978}"/>
              </a:ext>
            </a:extLst>
          </p:cNvPr>
          <p:cNvSpPr txBox="1"/>
          <p:nvPr/>
        </p:nvSpPr>
        <p:spPr>
          <a:xfrm>
            <a:off x="4992733" y="4878342"/>
            <a:ext cx="17163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>
                <a:solidFill>
                  <a:schemeClr val="accent1"/>
                </a:solidFill>
              </a:rPr>
              <a:t>Corporate Community Booster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40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8777"/>
    </mc:Choice>
    <mc:Fallback xmlns="">
      <p:transition spd="slow" advTm="1787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E725E5-D0D6-4BB6-AD70-D6E57BD5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Share your opinions and experiences</a:t>
            </a:r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7502827-D48C-4AFB-BD59-1A5C055FC8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/>
              <a:t> 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8792A02-F8B7-44E3-BF43-0776D4EFFF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1"/>
              <a:t>Do you agree with the list of stakeholders ?</a:t>
            </a:r>
          </a:p>
          <a:p>
            <a:r>
              <a:rPr lang="en-US" noProof="1"/>
              <a:t>Who are other stakeholders for a Corporate Community Booster ? </a:t>
            </a:r>
          </a:p>
          <a:p>
            <a:r>
              <a:rPr lang="en-US" noProof="1"/>
              <a:t>What other expectations do you regard as important ?</a:t>
            </a:r>
          </a:p>
          <a:p>
            <a:endParaRPr lang="en-US" noProof="1"/>
          </a:p>
          <a:p>
            <a:pPr marL="0" indent="0">
              <a:buNone/>
            </a:pPr>
            <a:r>
              <a:rPr lang="en-US" noProof="1"/>
              <a:t> </a:t>
            </a:r>
          </a:p>
          <a:p>
            <a:endParaRPr lang="en-US" noProof="1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315B9119-1F2B-42D3-849C-BFBAE5E98F40}"/>
              </a:ext>
            </a:extLst>
          </p:cNvPr>
          <p:cNvSpPr txBox="1"/>
          <p:nvPr/>
        </p:nvSpPr>
        <p:spPr>
          <a:xfrm>
            <a:off x="572402" y="3662265"/>
            <a:ext cx="1369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>
                <a:solidFill>
                  <a:srgbClr val="EC7B2B"/>
                </a:solidFill>
              </a:rPr>
              <a:t>Sponsors</a:t>
            </a: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7B02FB7B-4865-4154-B30A-25C88CFBD962}"/>
              </a:ext>
            </a:extLst>
          </p:cNvPr>
          <p:cNvGrpSpPr/>
          <p:nvPr/>
        </p:nvGrpSpPr>
        <p:grpSpPr>
          <a:xfrm>
            <a:off x="1752558" y="3205065"/>
            <a:ext cx="914400" cy="914400"/>
            <a:chOff x="2472431" y="1931679"/>
            <a:chExt cx="914400" cy="914400"/>
          </a:xfrm>
        </p:grpSpPr>
        <p:pic>
          <p:nvPicPr>
            <p:cNvPr id="32" name="Graphique 31" descr="Employée de bureau avec un remplissage uni">
              <a:extLst>
                <a:ext uri="{FF2B5EF4-FFF2-40B4-BE49-F238E27FC236}">
                  <a16:creationId xmlns:a16="http://schemas.microsoft.com/office/drawing/2014/main" id="{4B6360A1-3464-4F60-89F2-57B5AE427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72431" y="1931679"/>
              <a:ext cx="914400" cy="914400"/>
            </a:xfrm>
            <a:prstGeom prst="rect">
              <a:avLst/>
            </a:prstGeom>
          </p:spPr>
        </p:pic>
        <p:pic>
          <p:nvPicPr>
            <p:cNvPr id="33" name="Graphique 32" descr="Euro avec un remplissage uni">
              <a:extLst>
                <a:ext uri="{FF2B5EF4-FFF2-40B4-BE49-F238E27FC236}">
                  <a16:creationId xmlns:a16="http://schemas.microsoft.com/office/drawing/2014/main" id="{B6A19FCB-69E1-4609-A801-8343B21E5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837714" y="2492740"/>
              <a:ext cx="167927" cy="167927"/>
            </a:xfrm>
            <a:prstGeom prst="rect">
              <a:avLst/>
            </a:prstGeom>
          </p:spPr>
        </p:pic>
      </p:grpSp>
      <p:pic>
        <p:nvPicPr>
          <p:cNvPr id="34" name="Graphique 33" descr="Couronne d'utilisateur féminine avec un remplissage uni">
            <a:extLst>
              <a:ext uri="{FF2B5EF4-FFF2-40B4-BE49-F238E27FC236}">
                <a16:creationId xmlns:a16="http://schemas.microsoft.com/office/drawing/2014/main" id="{EFBAF1BE-B4BF-48EB-84A4-3EE7C742F2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30653" y="2514600"/>
            <a:ext cx="914400" cy="914400"/>
          </a:xfrm>
          <a:prstGeom prst="rect">
            <a:avLst/>
          </a:prstGeom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F14E8A4D-C86C-466A-8337-E4EC92367E06}"/>
              </a:ext>
            </a:extLst>
          </p:cNvPr>
          <p:cNvSpPr txBox="1"/>
          <p:nvPr/>
        </p:nvSpPr>
        <p:spPr>
          <a:xfrm>
            <a:off x="2789053" y="3298195"/>
            <a:ext cx="1716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solidFill>
                  <a:srgbClr val="EC7B2B"/>
                </a:solidFill>
              </a:rPr>
              <a:t>Top Management</a:t>
            </a:r>
          </a:p>
        </p:txBody>
      </p:sp>
      <p:pic>
        <p:nvPicPr>
          <p:cNvPr id="36" name="Graphique 35" descr="Employé de bureau avec un remplissage uni">
            <a:extLst>
              <a:ext uri="{FF2B5EF4-FFF2-40B4-BE49-F238E27FC236}">
                <a16:creationId xmlns:a16="http://schemas.microsoft.com/office/drawing/2014/main" id="{9B6E1F02-EE42-41B3-8A07-F18D46308C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37661" y="3205065"/>
            <a:ext cx="914400" cy="914400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9096C8D8-568E-4E36-9A28-17F144B6493C}"/>
              </a:ext>
            </a:extLst>
          </p:cNvPr>
          <p:cNvSpPr txBox="1"/>
          <p:nvPr/>
        </p:nvSpPr>
        <p:spPr>
          <a:xfrm>
            <a:off x="4973968" y="3499885"/>
            <a:ext cx="171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solidFill>
                  <a:srgbClr val="EC7B2B"/>
                </a:solidFill>
              </a:rPr>
              <a:t>Non-sponsoring Hierarchy</a:t>
            </a:r>
          </a:p>
        </p:txBody>
      </p:sp>
      <p:pic>
        <p:nvPicPr>
          <p:cNvPr id="42" name="Graphique 41" descr="Personne avec une idée avec un remplissage uni">
            <a:extLst>
              <a:ext uri="{FF2B5EF4-FFF2-40B4-BE49-F238E27FC236}">
                <a16:creationId xmlns:a16="http://schemas.microsoft.com/office/drawing/2014/main" id="{B29DA3BD-8178-4CA8-9826-54DABEEF09A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24750" y="4192649"/>
            <a:ext cx="1102794" cy="1102794"/>
          </a:xfrm>
          <a:prstGeom prst="rect">
            <a:avLst/>
          </a:prstGeom>
        </p:spPr>
      </p:pic>
      <p:sp>
        <p:nvSpPr>
          <p:cNvPr id="43" name="ZoneTexte 42">
            <a:extLst>
              <a:ext uri="{FF2B5EF4-FFF2-40B4-BE49-F238E27FC236}">
                <a16:creationId xmlns:a16="http://schemas.microsoft.com/office/drawing/2014/main" id="{2AE92438-3A15-425A-8451-0F88ABEBDF73}"/>
              </a:ext>
            </a:extLst>
          </p:cNvPr>
          <p:cNvSpPr txBox="1"/>
          <p:nvPr/>
        </p:nvSpPr>
        <p:spPr>
          <a:xfrm>
            <a:off x="953360" y="4744046"/>
            <a:ext cx="8677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>
                <a:solidFill>
                  <a:srgbClr val="EC7B2B"/>
                </a:solidFill>
              </a:rPr>
              <a:t>Active members</a:t>
            </a:r>
          </a:p>
        </p:txBody>
      </p:sp>
      <p:pic>
        <p:nvPicPr>
          <p:cNvPr id="44" name="Graphique 43" descr="Enseignant avec un remplissage uni">
            <a:extLst>
              <a:ext uri="{FF2B5EF4-FFF2-40B4-BE49-F238E27FC236}">
                <a16:creationId xmlns:a16="http://schemas.microsoft.com/office/drawing/2014/main" id="{84AB501B-4731-4907-9F08-4A17A1D39C8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63101" y="5287498"/>
            <a:ext cx="914400" cy="914400"/>
          </a:xfrm>
          <a:prstGeom prst="rect">
            <a:avLst/>
          </a:prstGeom>
        </p:spPr>
      </p:pic>
      <p:sp>
        <p:nvSpPr>
          <p:cNvPr id="45" name="ZoneTexte 44">
            <a:extLst>
              <a:ext uri="{FF2B5EF4-FFF2-40B4-BE49-F238E27FC236}">
                <a16:creationId xmlns:a16="http://schemas.microsoft.com/office/drawing/2014/main" id="{0427DC20-69E1-471C-ABC9-D2114CE4823E}"/>
              </a:ext>
            </a:extLst>
          </p:cNvPr>
          <p:cNvSpPr txBox="1"/>
          <p:nvPr/>
        </p:nvSpPr>
        <p:spPr>
          <a:xfrm>
            <a:off x="1448531" y="5408342"/>
            <a:ext cx="1123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>
                <a:solidFill>
                  <a:srgbClr val="EC7B2B"/>
                </a:solidFill>
              </a:rPr>
              <a:t>Potential members</a:t>
            </a:r>
          </a:p>
        </p:txBody>
      </p:sp>
      <p:pic>
        <p:nvPicPr>
          <p:cNvPr id="46" name="Graphique 45" descr="Centre d’appels avec un remplissage uni">
            <a:extLst>
              <a:ext uri="{FF2B5EF4-FFF2-40B4-BE49-F238E27FC236}">
                <a16:creationId xmlns:a16="http://schemas.microsoft.com/office/drawing/2014/main" id="{EE9BB25E-6117-4046-87AB-FCA66C8DA5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383308" y="4152065"/>
            <a:ext cx="914400" cy="914400"/>
          </a:xfrm>
          <a:prstGeom prst="rect">
            <a:avLst/>
          </a:prstGeom>
        </p:spPr>
      </p:pic>
      <p:sp>
        <p:nvSpPr>
          <p:cNvPr id="47" name="ZoneTexte 46">
            <a:extLst>
              <a:ext uri="{FF2B5EF4-FFF2-40B4-BE49-F238E27FC236}">
                <a16:creationId xmlns:a16="http://schemas.microsoft.com/office/drawing/2014/main" id="{C4CFB63F-0F57-45FA-8856-6802B8E2BB12}"/>
              </a:ext>
            </a:extLst>
          </p:cNvPr>
          <p:cNvSpPr txBox="1"/>
          <p:nvPr/>
        </p:nvSpPr>
        <p:spPr>
          <a:xfrm>
            <a:off x="5103922" y="4439531"/>
            <a:ext cx="11237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solidFill>
                  <a:srgbClr val="EC7B2B"/>
                </a:solidFill>
              </a:rPr>
              <a:t>Non-active members (passive consumers)</a:t>
            </a:r>
          </a:p>
        </p:txBody>
      </p:sp>
      <p:pic>
        <p:nvPicPr>
          <p:cNvPr id="48" name="Graphique 47" descr="Écolière avec un remplissage uni">
            <a:extLst>
              <a:ext uri="{FF2B5EF4-FFF2-40B4-BE49-F238E27FC236}">
                <a16:creationId xmlns:a16="http://schemas.microsoft.com/office/drawing/2014/main" id="{A902D151-F9C7-440E-915D-D9D8C44C29A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075077" y="5231674"/>
            <a:ext cx="914400" cy="914400"/>
          </a:xfrm>
          <a:prstGeom prst="rect">
            <a:avLst/>
          </a:prstGeom>
        </p:spPr>
      </p:pic>
      <p:sp>
        <p:nvSpPr>
          <p:cNvPr id="49" name="ZoneTexte 48">
            <a:extLst>
              <a:ext uri="{FF2B5EF4-FFF2-40B4-BE49-F238E27FC236}">
                <a16:creationId xmlns:a16="http://schemas.microsoft.com/office/drawing/2014/main" id="{E0840DB3-241F-4C1C-B626-7023A734A504}"/>
              </a:ext>
            </a:extLst>
          </p:cNvPr>
          <p:cNvSpPr txBox="1"/>
          <p:nvPr/>
        </p:nvSpPr>
        <p:spPr>
          <a:xfrm>
            <a:off x="4750822" y="5390134"/>
            <a:ext cx="11237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solidFill>
                  <a:srgbClr val="EC7B2B"/>
                </a:solidFill>
              </a:rPr>
              <a:t>New members</a:t>
            </a:r>
          </a:p>
        </p:txBody>
      </p:sp>
      <p:grpSp>
        <p:nvGrpSpPr>
          <p:cNvPr id="56" name="Groupe 55">
            <a:extLst>
              <a:ext uri="{FF2B5EF4-FFF2-40B4-BE49-F238E27FC236}">
                <a16:creationId xmlns:a16="http://schemas.microsoft.com/office/drawing/2014/main" id="{1E767C5D-19B6-402F-A475-72508B254B8B}"/>
              </a:ext>
            </a:extLst>
          </p:cNvPr>
          <p:cNvGrpSpPr/>
          <p:nvPr/>
        </p:nvGrpSpPr>
        <p:grpSpPr>
          <a:xfrm>
            <a:off x="2811857" y="3945170"/>
            <a:ext cx="1380515" cy="835129"/>
            <a:chOff x="4672813" y="3451227"/>
            <a:chExt cx="2342852" cy="1417285"/>
          </a:xfrm>
        </p:grpSpPr>
        <p:pic>
          <p:nvPicPr>
            <p:cNvPr id="50" name="Graphique 49" descr="Personne confuse avec un remplissage uni">
              <a:extLst>
                <a:ext uri="{FF2B5EF4-FFF2-40B4-BE49-F238E27FC236}">
                  <a16:creationId xmlns:a16="http://schemas.microsoft.com/office/drawing/2014/main" id="{2AF3D516-90A2-43E3-A946-A7466517AC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 l="14825" r="14911" b="49785"/>
            <a:stretch/>
          </p:blipFill>
          <p:spPr>
            <a:xfrm>
              <a:off x="4863799" y="3451227"/>
              <a:ext cx="1983159" cy="1417285"/>
            </a:xfrm>
            <a:prstGeom prst="rect">
              <a:avLst/>
            </a:prstGeom>
          </p:spPr>
        </p:pic>
        <p:pic>
          <p:nvPicPr>
            <p:cNvPr id="51" name="Graphique 50" descr="Visage étourdi avec un remplissage uni avec un remplissage uni">
              <a:extLst>
                <a:ext uri="{FF2B5EF4-FFF2-40B4-BE49-F238E27FC236}">
                  <a16:creationId xmlns:a16="http://schemas.microsoft.com/office/drawing/2014/main" id="{FC870E1D-ED36-49F4-A006-339941609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5513588" y="3451227"/>
              <a:ext cx="674641" cy="674641"/>
            </a:xfrm>
            <a:prstGeom prst="rect">
              <a:avLst/>
            </a:prstGeom>
          </p:spPr>
        </p:pic>
        <p:pic>
          <p:nvPicPr>
            <p:cNvPr id="52" name="Graphique 51" descr="Base de données avec un remplissage uni">
              <a:extLst>
                <a:ext uri="{FF2B5EF4-FFF2-40B4-BE49-F238E27FC236}">
                  <a16:creationId xmlns:a16="http://schemas.microsoft.com/office/drawing/2014/main" id="{95DC7055-4AFB-4F19-88BA-2A50B3F8B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6373299" y="4013039"/>
              <a:ext cx="492681" cy="492681"/>
            </a:xfrm>
            <a:prstGeom prst="rect">
              <a:avLst/>
            </a:prstGeom>
          </p:spPr>
        </p:pic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AF9133A3-D48F-4D88-BF0A-A23C9A65C588}"/>
                </a:ext>
              </a:extLst>
            </p:cNvPr>
            <p:cNvSpPr txBox="1"/>
            <p:nvPr/>
          </p:nvSpPr>
          <p:spPr>
            <a:xfrm>
              <a:off x="6205945" y="3823518"/>
              <a:ext cx="809720" cy="287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 b="1">
                  <a:solidFill>
                    <a:schemeClr val="accent1"/>
                  </a:solidFill>
                </a:rPr>
                <a:t>Content</a:t>
              </a:r>
            </a:p>
          </p:txBody>
        </p:sp>
        <p:sp>
          <p:nvSpPr>
            <p:cNvPr id="54" name="ZoneTexte 53">
              <a:extLst>
                <a:ext uri="{FF2B5EF4-FFF2-40B4-BE49-F238E27FC236}">
                  <a16:creationId xmlns:a16="http://schemas.microsoft.com/office/drawing/2014/main" id="{60EC926F-0658-4F65-95E2-5D5508C09081}"/>
                </a:ext>
              </a:extLst>
            </p:cNvPr>
            <p:cNvSpPr txBox="1"/>
            <p:nvPr/>
          </p:nvSpPr>
          <p:spPr>
            <a:xfrm>
              <a:off x="4672813" y="3817433"/>
              <a:ext cx="721543" cy="287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 b="1">
                  <a:solidFill>
                    <a:schemeClr val="accent1"/>
                  </a:solidFill>
                </a:rPr>
                <a:t>Value</a:t>
              </a:r>
            </a:p>
          </p:txBody>
        </p:sp>
        <p:pic>
          <p:nvPicPr>
            <p:cNvPr id="55" name="Graphique 54" descr="Signe pouce en haut avec un remplissage uni">
              <a:extLst>
                <a:ext uri="{FF2B5EF4-FFF2-40B4-BE49-F238E27FC236}">
                  <a16:creationId xmlns:a16="http://schemas.microsoft.com/office/drawing/2014/main" id="{E659C5EC-E648-41D9-85A6-2688E743D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825631" y="3963942"/>
              <a:ext cx="523723" cy="5237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5510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415"/>
    </mc:Choice>
    <mc:Fallback xmlns="">
      <p:transition spd="slow" advTm="1741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FD8067-3852-4B46-9FFB-2A025260A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79899"/>
            <a:ext cx="10168128" cy="1648317"/>
          </a:xfrm>
        </p:spPr>
        <p:txBody>
          <a:bodyPr>
            <a:normAutofit/>
          </a:bodyPr>
          <a:lstStyle/>
          <a:p>
            <a:r>
              <a:rPr lang="en-US" sz="2400" dirty="0"/>
              <a:t>Exercise #1 : </a:t>
            </a:r>
            <a:br>
              <a:rPr lang="en-US" sz="2400" dirty="0"/>
            </a:br>
            <a:r>
              <a:rPr lang="en-US" sz="2400" dirty="0"/>
              <a:t>Write down REAL expectations of your Current corporate Community Stakeholders &amp; identities (real people) as example profiles</a:t>
            </a:r>
          </a:p>
        </p:txBody>
      </p:sp>
      <p:pic>
        <p:nvPicPr>
          <p:cNvPr id="5" name="Graphique 4" descr="Personne confuse avec un remplissage uni">
            <a:extLst>
              <a:ext uri="{FF2B5EF4-FFF2-40B4-BE49-F238E27FC236}">
                <a16:creationId xmlns:a16="http://schemas.microsoft.com/office/drawing/2014/main" id="{5F289E08-ACF9-40D9-AE37-47D3045E56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4825" r="14911" b="49785"/>
          <a:stretch/>
        </p:blipFill>
        <p:spPr>
          <a:xfrm>
            <a:off x="4863799" y="3451227"/>
            <a:ext cx="1983159" cy="1417285"/>
          </a:xfrm>
          <a:prstGeom prst="rect">
            <a:avLst/>
          </a:prstGeom>
        </p:spPr>
      </p:pic>
      <p:pic>
        <p:nvPicPr>
          <p:cNvPr id="8" name="Graphique 7" descr="Visage étourdi avec un remplissage uni avec un remplissage uni">
            <a:extLst>
              <a:ext uri="{FF2B5EF4-FFF2-40B4-BE49-F238E27FC236}">
                <a16:creationId xmlns:a16="http://schemas.microsoft.com/office/drawing/2014/main" id="{38988291-9DF3-43A4-AC79-531A1D9A36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3588" y="3451227"/>
            <a:ext cx="674641" cy="674641"/>
          </a:xfrm>
          <a:prstGeom prst="rect">
            <a:avLst/>
          </a:prstGeom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10D8CA9F-1B2B-4082-8308-5E48B6B50F8B}"/>
              </a:ext>
            </a:extLst>
          </p:cNvPr>
          <p:cNvGrpSpPr/>
          <p:nvPr/>
        </p:nvGrpSpPr>
        <p:grpSpPr>
          <a:xfrm>
            <a:off x="4308501" y="1595695"/>
            <a:ext cx="3414349" cy="1698896"/>
            <a:chOff x="4308501" y="1595695"/>
            <a:chExt cx="3414349" cy="1698896"/>
          </a:xfrm>
        </p:grpSpPr>
        <p:pic>
          <p:nvPicPr>
            <p:cNvPr id="18" name="Graphique 17" descr="Couronne d'utilisateur féminine avec un remplissage uni">
              <a:extLst>
                <a:ext uri="{FF2B5EF4-FFF2-40B4-BE49-F238E27FC236}">
                  <a16:creationId xmlns:a16="http://schemas.microsoft.com/office/drawing/2014/main" id="{A0CBF91E-EC74-4910-8194-9EDDCC53A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398179" y="1595695"/>
              <a:ext cx="914400" cy="914400"/>
            </a:xfrm>
            <a:prstGeom prst="rect">
              <a:avLst/>
            </a:prstGeom>
          </p:spPr>
        </p:pic>
        <p:sp>
          <p:nvSpPr>
            <p:cNvPr id="27" name="Bulle narrative : ronde 26">
              <a:extLst>
                <a:ext uri="{FF2B5EF4-FFF2-40B4-BE49-F238E27FC236}">
                  <a16:creationId xmlns:a16="http://schemas.microsoft.com/office/drawing/2014/main" id="{26E23D74-B574-4D25-BE46-3CA9EF8B63A7}"/>
                </a:ext>
              </a:extLst>
            </p:cNvPr>
            <p:cNvSpPr/>
            <p:nvPr/>
          </p:nvSpPr>
          <p:spPr>
            <a:xfrm>
              <a:off x="4308501" y="2287478"/>
              <a:ext cx="3015810" cy="1007113"/>
            </a:xfrm>
            <a:prstGeom prst="wedgeEllipseCallout">
              <a:avLst>
                <a:gd name="adj1" fmla="val 1580"/>
                <a:gd name="adj2" fmla="val -66962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1510FC4D-245B-443C-8AAF-F8C55BBD879F}"/>
                </a:ext>
              </a:extLst>
            </p:cNvPr>
            <p:cNvSpPr txBox="1"/>
            <p:nvPr/>
          </p:nvSpPr>
          <p:spPr>
            <a:xfrm>
              <a:off x="6006500" y="1728216"/>
              <a:ext cx="171635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/>
                <a:t>Top Management</a:t>
              </a:r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E09ECD83-9857-4C7C-8A47-316BCBB02159}"/>
              </a:ext>
            </a:extLst>
          </p:cNvPr>
          <p:cNvGrpSpPr/>
          <p:nvPr/>
        </p:nvGrpSpPr>
        <p:grpSpPr>
          <a:xfrm>
            <a:off x="6864674" y="1931679"/>
            <a:ext cx="4064494" cy="2086643"/>
            <a:chOff x="6864674" y="1931679"/>
            <a:chExt cx="4064494" cy="2086643"/>
          </a:xfrm>
        </p:grpSpPr>
        <p:pic>
          <p:nvPicPr>
            <p:cNvPr id="10" name="Graphique 9" descr="Employé de bureau avec un remplissage uni">
              <a:extLst>
                <a:ext uri="{FF2B5EF4-FFF2-40B4-BE49-F238E27FC236}">
                  <a16:creationId xmlns:a16="http://schemas.microsoft.com/office/drawing/2014/main" id="{1873378A-7F70-462C-B33E-04028AD42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476511" y="1931679"/>
              <a:ext cx="914400" cy="914400"/>
            </a:xfrm>
            <a:prstGeom prst="rect">
              <a:avLst/>
            </a:prstGeom>
          </p:spPr>
        </p:pic>
        <p:sp>
          <p:nvSpPr>
            <p:cNvPr id="24" name="Bulle narrative : ronde 23">
              <a:extLst>
                <a:ext uri="{FF2B5EF4-FFF2-40B4-BE49-F238E27FC236}">
                  <a16:creationId xmlns:a16="http://schemas.microsoft.com/office/drawing/2014/main" id="{D75FCC8E-3218-415C-83BE-FAB05157B2F9}"/>
                </a:ext>
              </a:extLst>
            </p:cNvPr>
            <p:cNvSpPr/>
            <p:nvPr/>
          </p:nvSpPr>
          <p:spPr>
            <a:xfrm>
              <a:off x="6864674" y="2894058"/>
              <a:ext cx="2927395" cy="1124264"/>
            </a:xfrm>
            <a:prstGeom prst="wedgeEllipseCallout">
              <a:avLst>
                <a:gd name="adj1" fmla="val 18194"/>
                <a:gd name="adj2" fmla="val -81863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ED22D590-DEE6-4E39-B7AF-9ADD426FBB6C}"/>
                </a:ext>
              </a:extLst>
            </p:cNvPr>
            <p:cNvSpPr txBox="1"/>
            <p:nvPr/>
          </p:nvSpPr>
          <p:spPr>
            <a:xfrm>
              <a:off x="9212818" y="2226499"/>
              <a:ext cx="171635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/>
                <a:t>Non-sponsoring Hierarchy</a:t>
              </a: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2195ABEB-A47A-476F-BD5A-36D1F8F0DDD7}"/>
              </a:ext>
            </a:extLst>
          </p:cNvPr>
          <p:cNvGrpSpPr/>
          <p:nvPr/>
        </p:nvGrpSpPr>
        <p:grpSpPr>
          <a:xfrm>
            <a:off x="6864675" y="3963942"/>
            <a:ext cx="4370599" cy="1251591"/>
            <a:chOff x="6864675" y="3963942"/>
            <a:chExt cx="4370599" cy="1251591"/>
          </a:xfrm>
        </p:grpSpPr>
        <p:pic>
          <p:nvPicPr>
            <p:cNvPr id="22" name="Graphique 21" descr="Centre d’appels avec un remplissage uni">
              <a:extLst>
                <a:ext uri="{FF2B5EF4-FFF2-40B4-BE49-F238E27FC236}">
                  <a16:creationId xmlns:a16="http://schemas.microsoft.com/office/drawing/2014/main" id="{B9FD2C1C-1D83-4757-955C-206644A94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90911" y="3963942"/>
              <a:ext cx="914400" cy="914400"/>
            </a:xfrm>
            <a:prstGeom prst="rect">
              <a:avLst/>
            </a:prstGeom>
          </p:spPr>
        </p:pic>
        <p:sp>
          <p:nvSpPr>
            <p:cNvPr id="25" name="Bulle narrative : ronde 24">
              <a:extLst>
                <a:ext uri="{FF2B5EF4-FFF2-40B4-BE49-F238E27FC236}">
                  <a16:creationId xmlns:a16="http://schemas.microsoft.com/office/drawing/2014/main" id="{D0608C4C-05D2-4758-93D3-0D1FF4329D94}"/>
                </a:ext>
              </a:extLst>
            </p:cNvPr>
            <p:cNvSpPr/>
            <p:nvPr/>
          </p:nvSpPr>
          <p:spPr>
            <a:xfrm>
              <a:off x="6864675" y="4149057"/>
              <a:ext cx="2854894" cy="1066476"/>
            </a:xfrm>
            <a:prstGeom prst="wedgeEllipseCallout">
              <a:avLst>
                <a:gd name="adj1" fmla="val 50534"/>
                <a:gd name="adj2" fmla="val -29018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8CFFA553-0601-4FFF-BBC8-CD85B3EB638A}"/>
                </a:ext>
              </a:extLst>
            </p:cNvPr>
            <p:cNvSpPr txBox="1"/>
            <p:nvPr/>
          </p:nvSpPr>
          <p:spPr>
            <a:xfrm>
              <a:off x="10111525" y="4251408"/>
              <a:ext cx="112374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/>
                <a:t>Non-active members (passive consumers)</a:t>
              </a: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53C35C32-24B5-416A-A2FB-01E6E75CE72A}"/>
              </a:ext>
            </a:extLst>
          </p:cNvPr>
          <p:cNvGrpSpPr/>
          <p:nvPr/>
        </p:nvGrpSpPr>
        <p:grpSpPr>
          <a:xfrm>
            <a:off x="5855379" y="5346268"/>
            <a:ext cx="4449932" cy="1511732"/>
            <a:chOff x="5855379" y="5346268"/>
            <a:chExt cx="4449932" cy="1511732"/>
          </a:xfrm>
        </p:grpSpPr>
        <p:pic>
          <p:nvPicPr>
            <p:cNvPr id="14" name="Graphique 13" descr="Écolière avec un remplissage uni">
              <a:extLst>
                <a:ext uri="{FF2B5EF4-FFF2-40B4-BE49-F238E27FC236}">
                  <a16:creationId xmlns:a16="http://schemas.microsoft.com/office/drawing/2014/main" id="{FDEEA02B-36F7-4143-8074-7784E28E4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505817" y="5943600"/>
              <a:ext cx="914400" cy="914400"/>
            </a:xfrm>
            <a:prstGeom prst="rect">
              <a:avLst/>
            </a:prstGeom>
          </p:spPr>
        </p:pic>
        <p:sp>
          <p:nvSpPr>
            <p:cNvPr id="28" name="Bulle narrative : ronde 27">
              <a:extLst>
                <a:ext uri="{FF2B5EF4-FFF2-40B4-BE49-F238E27FC236}">
                  <a16:creationId xmlns:a16="http://schemas.microsoft.com/office/drawing/2014/main" id="{D768A063-CF71-4020-9886-E8D4EF1EF753}"/>
                </a:ext>
              </a:extLst>
            </p:cNvPr>
            <p:cNvSpPr/>
            <p:nvPr/>
          </p:nvSpPr>
          <p:spPr>
            <a:xfrm>
              <a:off x="5855379" y="5346268"/>
              <a:ext cx="2854894" cy="1149857"/>
            </a:xfrm>
            <a:prstGeom prst="wedgeEllipseCallout">
              <a:avLst>
                <a:gd name="adj1" fmla="val 54168"/>
                <a:gd name="adj2" fmla="val 28418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F78E7F57-B55C-43AD-AE6F-FF29C803B6EB}"/>
                </a:ext>
              </a:extLst>
            </p:cNvPr>
            <p:cNvSpPr txBox="1"/>
            <p:nvPr/>
          </p:nvSpPr>
          <p:spPr>
            <a:xfrm>
              <a:off x="9181562" y="6102060"/>
              <a:ext cx="112374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/>
                <a:t>New members</a:t>
              </a:r>
            </a:p>
          </p:txBody>
        </p:sp>
      </p:grpSp>
      <p:grpSp>
        <p:nvGrpSpPr>
          <p:cNvPr id="7" name="Groupe 6">
            <a:extLst>
              <a:ext uri="{FF2B5EF4-FFF2-40B4-BE49-F238E27FC236}">
                <a16:creationId xmlns:a16="http://schemas.microsoft.com/office/drawing/2014/main" id="{7D9A6974-BAF1-421C-9626-F71120AD5115}"/>
              </a:ext>
            </a:extLst>
          </p:cNvPr>
          <p:cNvGrpSpPr/>
          <p:nvPr/>
        </p:nvGrpSpPr>
        <p:grpSpPr>
          <a:xfrm>
            <a:off x="1457861" y="5304208"/>
            <a:ext cx="4253194" cy="1663682"/>
            <a:chOff x="1457861" y="5304208"/>
            <a:chExt cx="4253194" cy="1663682"/>
          </a:xfrm>
        </p:grpSpPr>
        <p:pic>
          <p:nvPicPr>
            <p:cNvPr id="20" name="Graphique 19" descr="Enseignant avec un remplissage uni">
              <a:extLst>
                <a:ext uri="{FF2B5EF4-FFF2-40B4-BE49-F238E27FC236}">
                  <a16:creationId xmlns:a16="http://schemas.microsoft.com/office/drawing/2014/main" id="{0F4CD3F7-D239-4496-8623-9C3505348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472431" y="6053490"/>
              <a:ext cx="914400" cy="914400"/>
            </a:xfrm>
            <a:prstGeom prst="rect">
              <a:avLst/>
            </a:prstGeom>
          </p:spPr>
        </p:pic>
        <p:sp>
          <p:nvSpPr>
            <p:cNvPr id="29" name="Bulle narrative : ronde 28">
              <a:extLst>
                <a:ext uri="{FF2B5EF4-FFF2-40B4-BE49-F238E27FC236}">
                  <a16:creationId xmlns:a16="http://schemas.microsoft.com/office/drawing/2014/main" id="{236CDA45-9E98-41B3-A52F-DEB25458C0CA}"/>
                </a:ext>
              </a:extLst>
            </p:cNvPr>
            <p:cNvSpPr/>
            <p:nvPr/>
          </p:nvSpPr>
          <p:spPr>
            <a:xfrm>
              <a:off x="2856161" y="5304208"/>
              <a:ext cx="2854894" cy="1149858"/>
            </a:xfrm>
            <a:prstGeom prst="wedgeEllipseCallout">
              <a:avLst>
                <a:gd name="adj1" fmla="val -42445"/>
                <a:gd name="adj2" fmla="val 45322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F8D44F00-547B-439F-86B8-C7796942D2B6}"/>
                </a:ext>
              </a:extLst>
            </p:cNvPr>
            <p:cNvSpPr txBox="1"/>
            <p:nvPr/>
          </p:nvSpPr>
          <p:spPr>
            <a:xfrm>
              <a:off x="1457861" y="6174334"/>
              <a:ext cx="112374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b="1"/>
                <a:t>Potential members</a:t>
              </a: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B85BBF98-A08E-4704-84B3-F62842AFA2CE}"/>
              </a:ext>
            </a:extLst>
          </p:cNvPr>
          <p:cNvGrpSpPr/>
          <p:nvPr/>
        </p:nvGrpSpPr>
        <p:grpSpPr>
          <a:xfrm>
            <a:off x="235074" y="3963942"/>
            <a:ext cx="4464491" cy="1110328"/>
            <a:chOff x="235074" y="3963942"/>
            <a:chExt cx="4464491" cy="1110328"/>
          </a:xfrm>
        </p:grpSpPr>
        <p:pic>
          <p:nvPicPr>
            <p:cNvPr id="16" name="Graphique 15" descr="Personne avec une idée avec un remplissage uni">
              <a:extLst>
                <a:ext uri="{FF2B5EF4-FFF2-40B4-BE49-F238E27FC236}">
                  <a16:creationId xmlns:a16="http://schemas.microsoft.com/office/drawing/2014/main" id="{D43A6A5C-7A82-49BC-8BD9-35C2B29F8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06464" y="3963942"/>
              <a:ext cx="1102794" cy="1102794"/>
            </a:xfrm>
            <a:prstGeom prst="rect">
              <a:avLst/>
            </a:prstGeom>
          </p:spPr>
        </p:pic>
        <p:sp>
          <p:nvSpPr>
            <p:cNvPr id="26" name="Bulle narrative : ronde 25">
              <a:extLst>
                <a:ext uri="{FF2B5EF4-FFF2-40B4-BE49-F238E27FC236}">
                  <a16:creationId xmlns:a16="http://schemas.microsoft.com/office/drawing/2014/main" id="{D5DF8230-B871-4BF3-B438-E6AAF81611B9}"/>
                </a:ext>
              </a:extLst>
            </p:cNvPr>
            <p:cNvSpPr/>
            <p:nvPr/>
          </p:nvSpPr>
          <p:spPr>
            <a:xfrm>
              <a:off x="1844671" y="4159870"/>
              <a:ext cx="2854894" cy="914400"/>
            </a:xfrm>
            <a:prstGeom prst="wedgeEllipseCallout">
              <a:avLst>
                <a:gd name="adj1" fmla="val -61102"/>
                <a:gd name="adj2" fmla="val 6487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C2D08447-B3DC-4EE7-8FC9-8EF2CD9F26B9}"/>
                </a:ext>
              </a:extLst>
            </p:cNvPr>
            <p:cNvSpPr txBox="1"/>
            <p:nvPr/>
          </p:nvSpPr>
          <p:spPr>
            <a:xfrm>
              <a:off x="235074" y="4515339"/>
              <a:ext cx="8677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b="1"/>
                <a:t>Active members</a:t>
              </a:r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06DE4EE9-966B-44D0-B18A-FC567D7389B4}"/>
              </a:ext>
            </a:extLst>
          </p:cNvPr>
          <p:cNvGrpSpPr/>
          <p:nvPr/>
        </p:nvGrpSpPr>
        <p:grpSpPr>
          <a:xfrm>
            <a:off x="6205945" y="3823518"/>
            <a:ext cx="809720" cy="682202"/>
            <a:chOff x="6205945" y="3823518"/>
            <a:chExt cx="809720" cy="682202"/>
          </a:xfrm>
        </p:grpSpPr>
        <p:pic>
          <p:nvPicPr>
            <p:cNvPr id="38" name="Graphique 37" descr="Base de données avec un remplissage uni">
              <a:extLst>
                <a:ext uri="{FF2B5EF4-FFF2-40B4-BE49-F238E27FC236}">
                  <a16:creationId xmlns:a16="http://schemas.microsoft.com/office/drawing/2014/main" id="{412F7192-DE4A-4A52-BFFB-91CBC46BF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6373299" y="4013039"/>
              <a:ext cx="492681" cy="492681"/>
            </a:xfrm>
            <a:prstGeom prst="rect">
              <a:avLst/>
            </a:prstGeom>
          </p:spPr>
        </p:pic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07C534C9-D0DD-4B1F-A3A4-84F2465CBB95}"/>
                </a:ext>
              </a:extLst>
            </p:cNvPr>
            <p:cNvSpPr txBox="1"/>
            <p:nvPr/>
          </p:nvSpPr>
          <p:spPr>
            <a:xfrm>
              <a:off x="6205945" y="3823518"/>
              <a:ext cx="80972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>
                  <a:solidFill>
                    <a:schemeClr val="accent1"/>
                  </a:solidFill>
                </a:rPr>
                <a:t>Content</a:t>
              </a:r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3D39019E-7BD6-4CBA-8320-531F10195AC4}"/>
              </a:ext>
            </a:extLst>
          </p:cNvPr>
          <p:cNvGrpSpPr/>
          <p:nvPr/>
        </p:nvGrpSpPr>
        <p:grpSpPr>
          <a:xfrm>
            <a:off x="1102821" y="1922090"/>
            <a:ext cx="3648482" cy="1980066"/>
            <a:chOff x="1102821" y="1922090"/>
            <a:chExt cx="3648482" cy="1980066"/>
          </a:xfrm>
        </p:grpSpPr>
        <p:sp>
          <p:nvSpPr>
            <p:cNvPr id="23" name="Bulle narrative : ronde 22">
              <a:extLst>
                <a:ext uri="{FF2B5EF4-FFF2-40B4-BE49-F238E27FC236}">
                  <a16:creationId xmlns:a16="http://schemas.microsoft.com/office/drawing/2014/main" id="{F668F72A-4083-4823-B527-DDE8D41848D5}"/>
                </a:ext>
              </a:extLst>
            </p:cNvPr>
            <p:cNvSpPr/>
            <p:nvPr/>
          </p:nvSpPr>
          <p:spPr>
            <a:xfrm>
              <a:off x="1896409" y="2878422"/>
              <a:ext cx="2854894" cy="1023734"/>
            </a:xfrm>
            <a:prstGeom prst="wedgeEllipseCallout">
              <a:avLst>
                <a:gd name="adj1" fmla="val -21610"/>
                <a:gd name="adj2" fmla="val -62926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ADDCE6CC-3E65-478D-9FC4-360B4B0F9CBF}"/>
                </a:ext>
              </a:extLst>
            </p:cNvPr>
            <p:cNvSpPr txBox="1"/>
            <p:nvPr/>
          </p:nvSpPr>
          <p:spPr>
            <a:xfrm>
              <a:off x="1102821" y="2379290"/>
              <a:ext cx="1369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b="1" dirty="0"/>
                <a:t>Sponsors</a:t>
              </a:r>
            </a:p>
          </p:txBody>
        </p:sp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E31B2484-2D63-4DEF-8CC8-0DD23D7AD9E9}"/>
                </a:ext>
              </a:extLst>
            </p:cNvPr>
            <p:cNvGrpSpPr/>
            <p:nvPr/>
          </p:nvGrpSpPr>
          <p:grpSpPr>
            <a:xfrm>
              <a:off x="2282977" y="1922090"/>
              <a:ext cx="914400" cy="914400"/>
              <a:chOff x="2472431" y="1931679"/>
              <a:chExt cx="914400" cy="914400"/>
            </a:xfrm>
          </p:grpSpPr>
          <p:pic>
            <p:nvPicPr>
              <p:cNvPr id="12" name="Graphique 11" descr="Employée de bureau avec un remplissage uni">
                <a:extLst>
                  <a:ext uri="{FF2B5EF4-FFF2-40B4-BE49-F238E27FC236}">
                    <a16:creationId xmlns:a16="http://schemas.microsoft.com/office/drawing/2014/main" id="{DEA9B1B1-6F76-4301-98B6-BA43279B42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2472431" y="1931679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1" name="Graphique 10" descr="Euro avec un remplissage uni">
                <a:extLst>
                  <a:ext uri="{FF2B5EF4-FFF2-40B4-BE49-F238E27FC236}">
                    <a16:creationId xmlns:a16="http://schemas.microsoft.com/office/drawing/2014/main" id="{2A0CC82B-6AE0-4760-B994-AF99B13B46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2837714" y="2492740"/>
                <a:ext cx="167927" cy="167927"/>
              </a:xfrm>
              <a:prstGeom prst="rect">
                <a:avLst/>
              </a:prstGeom>
            </p:spPr>
          </p:pic>
        </p:grp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A71DF05B-E9AD-4737-B058-565F5B36B76D}"/>
              </a:ext>
            </a:extLst>
          </p:cNvPr>
          <p:cNvGrpSpPr/>
          <p:nvPr/>
        </p:nvGrpSpPr>
        <p:grpSpPr>
          <a:xfrm>
            <a:off x="4672813" y="3817432"/>
            <a:ext cx="721543" cy="670233"/>
            <a:chOff x="4672813" y="3817432"/>
            <a:chExt cx="721543" cy="670233"/>
          </a:xfrm>
        </p:grpSpPr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AF150199-8856-40CC-B8CD-73C8E9CFEB74}"/>
                </a:ext>
              </a:extLst>
            </p:cNvPr>
            <p:cNvSpPr txBox="1"/>
            <p:nvPr/>
          </p:nvSpPr>
          <p:spPr>
            <a:xfrm>
              <a:off x="4672813" y="3817432"/>
              <a:ext cx="7215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>
                  <a:solidFill>
                    <a:schemeClr val="accent1"/>
                  </a:solidFill>
                </a:rPr>
                <a:t>Value</a:t>
              </a:r>
            </a:p>
          </p:txBody>
        </p:sp>
        <p:pic>
          <p:nvPicPr>
            <p:cNvPr id="37" name="Graphique 36" descr="Signe pouce en haut avec un remplissage uni">
              <a:extLst>
                <a:ext uri="{FF2B5EF4-FFF2-40B4-BE49-F238E27FC236}">
                  <a16:creationId xmlns:a16="http://schemas.microsoft.com/office/drawing/2014/main" id="{2A18EFB6-2815-4C2E-AB11-3C8DDE64A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825631" y="3963942"/>
              <a:ext cx="523723" cy="523723"/>
            </a:xfrm>
            <a:prstGeom prst="rect">
              <a:avLst/>
            </a:prstGeom>
          </p:spPr>
        </p:pic>
      </p:grpSp>
      <p:sp>
        <p:nvSpPr>
          <p:cNvPr id="39" name="ZoneTexte 38">
            <a:extLst>
              <a:ext uri="{FF2B5EF4-FFF2-40B4-BE49-F238E27FC236}">
                <a16:creationId xmlns:a16="http://schemas.microsoft.com/office/drawing/2014/main" id="{5358D46D-0BA3-4B78-8870-E800E8FC2978}"/>
              </a:ext>
            </a:extLst>
          </p:cNvPr>
          <p:cNvSpPr txBox="1"/>
          <p:nvPr/>
        </p:nvSpPr>
        <p:spPr>
          <a:xfrm>
            <a:off x="4992733" y="4878342"/>
            <a:ext cx="17163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>
                <a:solidFill>
                  <a:schemeClr val="accent1"/>
                </a:solidFill>
              </a:rPr>
              <a:t>Corporate Community Booster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B85A90E-5CE6-410C-A4BF-45CA361F2FE6}"/>
              </a:ext>
            </a:extLst>
          </p:cNvPr>
          <p:cNvSpPr/>
          <p:nvPr/>
        </p:nvSpPr>
        <p:spPr>
          <a:xfrm>
            <a:off x="2228340" y="3140376"/>
            <a:ext cx="442254" cy="43409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77C5B95-8739-458F-980F-2B6DD8DD4034}"/>
              </a:ext>
            </a:extLst>
          </p:cNvPr>
          <p:cNvSpPr/>
          <p:nvPr/>
        </p:nvSpPr>
        <p:spPr>
          <a:xfrm>
            <a:off x="2778831" y="3156464"/>
            <a:ext cx="442254" cy="43409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7E481B5-C59C-4768-99F5-DDB9C3A19BFB}"/>
              </a:ext>
            </a:extLst>
          </p:cNvPr>
          <p:cNvSpPr/>
          <p:nvPr/>
        </p:nvSpPr>
        <p:spPr>
          <a:xfrm>
            <a:off x="3117593" y="2186610"/>
            <a:ext cx="442254" cy="43409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E429753-9A03-4FCC-BEDF-1F3DC2B6AB93}"/>
              </a:ext>
            </a:extLst>
          </p:cNvPr>
          <p:cNvSpPr/>
          <p:nvPr/>
        </p:nvSpPr>
        <p:spPr>
          <a:xfrm>
            <a:off x="8185150" y="2256735"/>
            <a:ext cx="442254" cy="43409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614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8777"/>
    </mc:Choice>
    <mc:Fallback xmlns="">
      <p:transition spd="slow" advTm="1787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18.6|32.1|23.8|19.2|10.9|19.5|15|5.3|2.2|8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18.6|32.1|23.8|19.2|10.9|19.5|15|5.3|2.2|8.1"/>
</p:tagLst>
</file>

<file path=ppt/theme/theme1.xml><?xml version="1.0" encoding="utf-8"?>
<a:theme xmlns:a="http://schemas.openxmlformats.org/drawingml/2006/main" name="AccentBoxVTI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793</Words>
  <Application>Microsoft Office PowerPoint</Application>
  <PresentationFormat>Grand écran</PresentationFormat>
  <Paragraphs>85</Paragraphs>
  <Slides>9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Avenir Next LT Pro</vt:lpstr>
      <vt:lpstr>Calibri</vt:lpstr>
      <vt:lpstr>AccentBoxVTI</vt:lpstr>
      <vt:lpstr>#OSG  Corporate Community Boosters training</vt:lpstr>
      <vt:lpstr>Course Outline</vt:lpstr>
      <vt:lpstr>Part I : Understanding the Challenges before applying the Method</vt:lpstr>
      <vt:lpstr>How to read and use this document</vt:lpstr>
      <vt:lpstr>Part I :  Corporate Community Boosters Challenges</vt:lpstr>
      <vt:lpstr>Example story</vt:lpstr>
      <vt:lpstr>Challenge #1 : 360° expectations</vt:lpstr>
      <vt:lpstr>Share your opinions and experiences</vt:lpstr>
      <vt:lpstr>Exercise #1 :  Write down REAL expectations of your Current corporate Community Stakeholders &amp; identities (real people) as example profiles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Intégrer la méthode #OSG dans une communauté</dc:title>
  <dc:creator>Alexandre Quach</dc:creator>
  <cp:lastModifiedBy>Alexandre Quach</cp:lastModifiedBy>
  <cp:revision>1</cp:revision>
  <dcterms:created xsi:type="dcterms:W3CDTF">2020-12-16T10:05:09Z</dcterms:created>
  <dcterms:modified xsi:type="dcterms:W3CDTF">2021-03-22T23:29:40Z</dcterms:modified>
</cp:coreProperties>
</file>